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charts/chart4.xml" ContentType="application/vnd.openxmlformats-officedocument.drawingml.chart+xml"/>
  <Override PartName="/ppt/charts/chart5.xml" ContentType="application/vnd.openxmlformats-officedocument.drawingml.chart+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notesSlides/notesSlide3.xml" ContentType="application/vnd.openxmlformats-officedocument.presentationml.notesSlide+xml"/>
  <Override PartName="/ppt/charts/chart9.xml" ContentType="application/vnd.openxmlformats-officedocument.drawingml.chart+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46.xml" ContentType="application/vnd.openxmlformats-officedocument.presentationml.tags+xml"/>
  <Override PartName="/ppt/notesSlides/notesSlide10.xml" ContentType="application/vnd.openxmlformats-officedocument.presentationml.notesSlide+xml"/>
  <Override PartName="/ppt/tags/tag147.xml" ContentType="application/vnd.openxmlformats-officedocument.presentationml.tags+xml"/>
  <Override PartName="/ppt/notesSlides/notesSlide11.xml" ContentType="application/vnd.openxmlformats-officedocument.presentationml.notesSlide+xml"/>
  <Override PartName="/ppt/tags/tag148.xml" ContentType="application/vnd.openxmlformats-officedocument.presentationml.tags+xml"/>
  <Override PartName="/ppt/notesSlides/notesSlide12.xml" ContentType="application/vnd.openxmlformats-officedocument.presentationml.notesSlide+xml"/>
  <Override PartName="/ppt/tags/tag149.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sldIdLst>
    <p:sldId id="552" r:id="rId5"/>
    <p:sldId id="547" r:id="rId6"/>
    <p:sldId id="548" r:id="rId7"/>
    <p:sldId id="550" r:id="rId8"/>
    <p:sldId id="541" r:id="rId9"/>
    <p:sldId id="535" r:id="rId10"/>
    <p:sldId id="554" r:id="rId11"/>
    <p:sldId id="559" r:id="rId12"/>
    <p:sldId id="544" r:id="rId13"/>
    <p:sldId id="545" r:id="rId14"/>
    <p:sldId id="546" r:id="rId15"/>
    <p:sldId id="558" r:id="rId16"/>
    <p:sldId id="561" r:id="rId17"/>
    <p:sldId id="562" r:id="rId18"/>
    <p:sldId id="563" r:id="rId19"/>
    <p:sldId id="564" r:id="rId20"/>
    <p:sldId id="565" r:id="rId21"/>
    <p:sldId id="566" r:id="rId22"/>
    <p:sldId id="567" r:id="rId23"/>
    <p:sldId id="571" r:id="rId24"/>
    <p:sldId id="572" r:id="rId25"/>
    <p:sldId id="573" r:id="rId26"/>
    <p:sldId id="575" r:id="rId27"/>
    <p:sldId id="577" r:id="rId28"/>
  </p:sldIdLst>
  <p:sldSz cx="12192000" cy="6858000"/>
  <p:notesSz cx="6797675" cy="9926638"/>
  <p:custDataLst>
    <p:tags r:id="rId30"/>
  </p:custData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ustafa Alper Aydın (Kurumsal Mimari Grup Başkanlığı)" initials="MAA(MG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969B"/>
    <a:srgbClr val="B4BEC3"/>
    <a:srgbClr val="D2DCE1"/>
    <a:srgbClr val="D7E6EB"/>
    <a:srgbClr val="870F00"/>
    <a:srgbClr val="B90F0A"/>
    <a:srgbClr val="FFFFFF"/>
    <a:srgbClr val="E10514"/>
    <a:srgbClr val="F0AE90"/>
    <a:srgbClr val="F967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til Yok, Tablo Kılavuz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Tema Uygulanmış Stil 1 - Vurgu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6800" autoAdjust="0"/>
  </p:normalViewPr>
  <p:slideViewPr>
    <p:cSldViewPr>
      <p:cViewPr varScale="1">
        <p:scale>
          <a:sx n="70" d="100"/>
          <a:sy n="70" d="100"/>
        </p:scale>
        <p:origin x="592" y="52"/>
      </p:cViewPr>
      <p:guideLst>
        <p:guide orient="horz" pos="2160"/>
        <p:guide pos="3840"/>
      </p:guideLst>
    </p:cSldViewPr>
  </p:slideViewPr>
  <p:notesTextViewPr>
    <p:cViewPr>
      <p:scale>
        <a:sx n="1" d="1"/>
        <a:sy n="1" d="1"/>
      </p:scale>
      <p:origin x="0" y="0"/>
    </p:cViewPr>
  </p:notesTextViewPr>
  <p:gridSpacing cx="90001" cy="90001"/>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Binary_Worksheet5.xlsb"/></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Binary_Worksheet6.xlsb"/></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Binary_Worksheet7.xlsb"/></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Binary_Worksheet8.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098927294398093E-2"/>
          <c:y val="6.2726176115802168E-2"/>
          <c:w val="0.93802145411203819"/>
          <c:h val="0.87454764776839566"/>
        </c:manualLayout>
      </c:layout>
      <c:barChart>
        <c:barDir val="col"/>
        <c:grouping val="stacked"/>
        <c:varyColors val="0"/>
        <c:ser>
          <c:idx val="0"/>
          <c:order val="0"/>
          <c:spPr>
            <a:solidFill>
              <a:schemeClr val="accent3"/>
            </a:solidFill>
            <a:ln>
              <a:noFill/>
            </a:ln>
          </c:spPr>
          <c:invertIfNegative val="0"/>
          <c:dLbls>
            <c:dLbl>
              <c:idx val="0"/>
              <c:layout>
                <c:manualLayout>
                  <c:x val="0"/>
                  <c:y val="0"/>
                </c:manualLayout>
              </c:layout>
              <c:numFmt formatCode="#,##0;&quot;-&quot;#,##0" sourceLinked="0"/>
              <c:spPr>
                <a:noFill/>
                <a:ln>
                  <a:noFill/>
                </a:ln>
              </c:spPr>
              <c:txPr>
                <a:bodyPr wrap="none"/>
                <a:lstStyle/>
                <a:p>
                  <a:pPr>
                    <a:defRPr sz="90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CF2B-471F-BEAC-42BF88C0CC87}"/>
                </c:ext>
              </c:extLst>
            </c:dLbl>
            <c:dLbl>
              <c:idx val="1"/>
              <c:layout>
                <c:manualLayout>
                  <c:x val="0"/>
                  <c:y val="-1.2062726176115801E-3"/>
                </c:manualLayout>
              </c:layout>
              <c:numFmt formatCode="#,##0;&quot;-&quot;#,##0" sourceLinked="0"/>
              <c:spPr>
                <a:noFill/>
                <a:ln>
                  <a:noFill/>
                </a:ln>
              </c:spPr>
              <c:txPr>
                <a:bodyPr wrap="none"/>
                <a:lstStyle/>
                <a:p>
                  <a:pPr>
                    <a:defRPr sz="90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CF2B-471F-BEAC-42BF88C0CC87}"/>
                </c:ext>
              </c:extLst>
            </c:dLbl>
            <c:dLbl>
              <c:idx val="2"/>
              <c:layout>
                <c:manualLayout>
                  <c:x val="0"/>
                  <c:y val="-1.2062726176115801E-3"/>
                </c:manualLayout>
              </c:layout>
              <c:numFmt formatCode="#,##0;&quot;-&quot;#,##0" sourceLinked="0"/>
              <c:spPr>
                <a:noFill/>
                <a:ln>
                  <a:noFill/>
                </a:ln>
              </c:spPr>
              <c:txPr>
                <a:bodyPr wrap="none"/>
                <a:lstStyle/>
                <a:p>
                  <a:pPr>
                    <a:defRPr sz="90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CF2B-471F-BEAC-42BF88C0CC8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12.9</c:v>
                </c:pt>
                <c:pt idx="1">
                  <c:v>21.8</c:v>
                </c:pt>
                <c:pt idx="2">
                  <c:v>35.1</c:v>
                </c:pt>
              </c:numCache>
            </c:numRef>
          </c:val>
          <c:extLst>
            <c:ext xmlns:c16="http://schemas.microsoft.com/office/drawing/2014/chart" uri="{C3380CC4-5D6E-409C-BE32-E72D297353CC}">
              <c16:uniqueId val="{00000003-CF2B-471F-BEAC-42BF88C0CC87}"/>
            </c:ext>
          </c:extLst>
        </c:ser>
        <c:ser>
          <c:idx val="1"/>
          <c:order val="1"/>
          <c:spPr>
            <a:solidFill>
              <a:schemeClr val="accent2"/>
            </a:solidFill>
            <a:ln>
              <a:noFill/>
            </a:ln>
          </c:spPr>
          <c:invertIfNegative val="0"/>
          <c:dLbls>
            <c:dLbl>
              <c:idx val="0"/>
              <c:layout>
                <c:manualLayout>
                  <c:x val="-4.3504171632896306E-2"/>
                  <c:y val="-1.2062726176115801E-3"/>
                </c:manualLayout>
              </c:layout>
              <c:numFmt formatCode="#,##0;&quot;-&quot;#,##0" sourceLinked="0"/>
              <c:spPr>
                <a:noFill/>
                <a:ln>
                  <a:noFill/>
                </a:ln>
              </c:spPr>
              <c:txPr>
                <a:bodyPr wrap="none"/>
                <a:lstStyle/>
                <a:p>
                  <a:pPr>
                    <a:defRPr sz="90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CF2B-471F-BEAC-42BF88C0CC87}"/>
                </c:ext>
              </c:extLst>
            </c:dLbl>
            <c:dLbl>
              <c:idx val="2"/>
              <c:layout>
                <c:manualLayout>
                  <c:x val="-4.3504171632896306E-2"/>
                  <c:y val="0"/>
                </c:manualLayout>
              </c:layout>
              <c:numFmt formatCode="#,##0;&quot;-&quot;#,##0" sourceLinked="0"/>
              <c:spPr>
                <a:noFill/>
                <a:ln>
                  <a:noFill/>
                </a:ln>
              </c:spPr>
              <c:txPr>
                <a:bodyPr wrap="none"/>
                <a:lstStyle/>
                <a:p>
                  <a:pPr>
                    <a:defRPr sz="90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CF2B-471F-BEAC-42BF88C0CC8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Sheet1!$A$2:$C$2</c:f>
              <c:numCache>
                <c:formatCode>General</c:formatCode>
                <c:ptCount val="3"/>
                <c:pt idx="0">
                  <c:v>5.0999999999999996</c:v>
                </c:pt>
                <c:pt idx="1">
                  <c:v>3.8999999999999986</c:v>
                </c:pt>
                <c:pt idx="2">
                  <c:v>7.2000000000000028</c:v>
                </c:pt>
              </c:numCache>
            </c:numRef>
          </c:val>
          <c:extLst>
            <c:ext xmlns:c16="http://schemas.microsoft.com/office/drawing/2014/chart" uri="{C3380CC4-5D6E-409C-BE32-E72D297353CC}">
              <c16:uniqueId val="{00000006-CF2B-471F-BEAC-42BF88C0CC87}"/>
            </c:ext>
          </c:extLst>
        </c:ser>
        <c:ser>
          <c:idx val="2"/>
          <c:order val="2"/>
          <c:spPr>
            <a:solidFill>
              <a:schemeClr val="accent1"/>
            </a:solidFill>
            <a:ln>
              <a:noFill/>
            </a:ln>
          </c:spPr>
          <c:invertIfNegative val="0"/>
          <c:dLbls>
            <c:dLbl>
              <c:idx val="1"/>
              <c:layout>
                <c:manualLayout>
                  <c:x val="4.3504171632896306E-2"/>
                  <c:y val="-1.2062726176115801E-3"/>
                </c:manualLayout>
              </c:layout>
              <c:numFmt formatCode="#,##0;&quot;-&quot;#,##0" sourceLinked="0"/>
              <c:spPr>
                <a:noFill/>
                <a:ln>
                  <a:noFill/>
                </a:ln>
              </c:spPr>
              <c:txPr>
                <a:bodyPr wrap="none"/>
                <a:lstStyle/>
                <a:p>
                  <a:pPr>
                    <a:defRPr sz="900">
                      <a:solidFill>
                        <a:schemeClr val="bg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CF2B-471F-BEAC-42BF88C0CC8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Sheet1!$A$3:$C$3</c:f>
              <c:numCache>
                <c:formatCode>General</c:formatCode>
                <c:ptCount val="3"/>
                <c:pt idx="0">
                  <c:v>3.5</c:v>
                </c:pt>
                <c:pt idx="1">
                  <c:v>5.3000000000000007</c:v>
                </c:pt>
                <c:pt idx="2">
                  <c:v>4.1000000000000014</c:v>
                </c:pt>
              </c:numCache>
            </c:numRef>
          </c:val>
          <c:extLst>
            <c:ext xmlns:c16="http://schemas.microsoft.com/office/drawing/2014/chart" uri="{C3380CC4-5D6E-409C-BE32-E72D297353CC}">
              <c16:uniqueId val="{00000008-CF2B-471F-BEAC-42BF88C0CC87}"/>
            </c:ext>
          </c:extLst>
        </c:ser>
        <c:dLbls>
          <c:showLegendKey val="0"/>
          <c:showVal val="0"/>
          <c:showCatName val="0"/>
          <c:showSerName val="0"/>
          <c:showPercent val="0"/>
          <c:showBubbleSize val="0"/>
        </c:dLbls>
        <c:gapWidth val="80"/>
        <c:overlap val="100"/>
        <c:axId val="-644534720"/>
        <c:axId val="-644529280"/>
      </c:barChart>
      <c:catAx>
        <c:axId val="-644534720"/>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644529280"/>
        <c:crosses val="min"/>
        <c:auto val="0"/>
        <c:lblAlgn val="ctr"/>
        <c:lblOffset val="100"/>
        <c:noMultiLvlLbl val="0"/>
      </c:catAx>
      <c:valAx>
        <c:axId val="-644529280"/>
        <c:scaling>
          <c:orientation val="minMax"/>
          <c:max val="46.400000000000006"/>
          <c:min val="0"/>
        </c:scaling>
        <c:delete val="1"/>
        <c:axPos val="l"/>
        <c:numFmt formatCode="General" sourceLinked="1"/>
        <c:majorTickMark val="out"/>
        <c:minorTickMark val="none"/>
        <c:tickLblPos val="nextTo"/>
        <c:crossAx val="-644534720"/>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7972027972027972E-2"/>
          <c:y val="5.445026178010471E-2"/>
          <c:w val="0.94405594405594406"/>
          <c:h val="0.89109947643979059"/>
        </c:manualLayout>
      </c:layout>
      <c:barChart>
        <c:barDir val="col"/>
        <c:grouping val="stacked"/>
        <c:varyColors val="0"/>
        <c:ser>
          <c:idx val="0"/>
          <c:order val="0"/>
          <c:spPr>
            <a:solidFill>
              <a:schemeClr val="accent3"/>
            </a:solidFill>
            <a:ln>
              <a:noFill/>
            </a:ln>
          </c:spPr>
          <c:invertIfNegative val="0"/>
          <c:dLbls>
            <c:dLbl>
              <c:idx val="0"/>
              <c:layout>
                <c:manualLayout>
                  <c:x val="0"/>
                  <c:y val="0"/>
                </c:manualLayout>
              </c:layout>
              <c:numFmt formatCode="#,##0&quot;%&quot;;&quot;-&quot;#,##0&quot;%&quot;" sourceLinked="0"/>
              <c:spPr>
                <a:noFill/>
                <a:ln>
                  <a:noFill/>
                </a:ln>
              </c:spPr>
              <c:txPr>
                <a:bodyPr wrap="none"/>
                <a:lstStyle/>
                <a:p>
                  <a:pPr>
                    <a:defRPr sz="70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4EBA-489E-94BF-3882F13160A7}"/>
                </c:ext>
              </c:extLst>
            </c:dLbl>
            <c:dLbl>
              <c:idx val="1"/>
              <c:layout>
                <c:manualLayout>
                  <c:x val="0"/>
                  <c:y val="0"/>
                </c:manualLayout>
              </c:layout>
              <c:numFmt formatCode="#,##0&quot;%&quot;;&quot;-&quot;#,##0&quot;%&quot;" sourceLinked="0"/>
              <c:spPr>
                <a:noFill/>
                <a:ln>
                  <a:noFill/>
                </a:ln>
              </c:spPr>
              <c:txPr>
                <a:bodyPr wrap="none"/>
                <a:lstStyle/>
                <a:p>
                  <a:pPr>
                    <a:defRPr sz="70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EBA-489E-94BF-3882F13160A7}"/>
                </c:ext>
              </c:extLst>
            </c:dLbl>
            <c:dLbl>
              <c:idx val="2"/>
              <c:layout>
                <c:manualLayout>
                  <c:x val="0"/>
                  <c:y val="0"/>
                </c:manualLayout>
              </c:layout>
              <c:numFmt formatCode="#,##0&quot;%&quot;;&quot;-&quot;#,##0&quot;%&quot;" sourceLinked="0"/>
              <c:spPr>
                <a:noFill/>
                <a:ln>
                  <a:noFill/>
                </a:ln>
              </c:spPr>
              <c:txPr>
                <a:bodyPr wrap="none"/>
                <a:lstStyle/>
                <a:p>
                  <a:pPr>
                    <a:defRPr sz="70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4EBA-489E-94BF-3882F13160A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55.000000000000007</c:v>
                </c:pt>
                <c:pt idx="1">
                  <c:v>82</c:v>
                </c:pt>
                <c:pt idx="2">
                  <c:v>72</c:v>
                </c:pt>
              </c:numCache>
            </c:numRef>
          </c:val>
          <c:extLst>
            <c:ext xmlns:c16="http://schemas.microsoft.com/office/drawing/2014/chart" uri="{C3380CC4-5D6E-409C-BE32-E72D297353CC}">
              <c16:uniqueId val="{00000003-4EBA-489E-94BF-3882F13160A7}"/>
            </c:ext>
          </c:extLst>
        </c:ser>
        <c:ser>
          <c:idx val="1"/>
          <c:order val="1"/>
          <c:spPr>
            <a:solidFill>
              <a:schemeClr val="accent2"/>
            </a:solidFill>
            <a:ln>
              <a:noFill/>
            </a:ln>
          </c:spPr>
          <c:invertIfNegative val="0"/>
          <c:dLbls>
            <c:dLbl>
              <c:idx val="0"/>
              <c:layout>
                <c:manualLayout>
                  <c:x val="0"/>
                  <c:y val="-1.0471204188481676E-3"/>
                </c:manualLayout>
              </c:layout>
              <c:numFmt formatCode="#,##0&quot;%&quot;;&quot;-&quot;#,##0&quot;%&quot;" sourceLinked="0"/>
              <c:spPr>
                <a:noFill/>
                <a:ln>
                  <a:noFill/>
                </a:ln>
              </c:spPr>
              <c:txPr>
                <a:bodyPr wrap="none"/>
                <a:lstStyle/>
                <a:p>
                  <a:pPr>
                    <a:defRPr sz="70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4EBA-489E-94BF-3882F13160A7}"/>
                </c:ext>
              </c:extLst>
            </c:dLbl>
            <c:dLbl>
              <c:idx val="2"/>
              <c:layout>
                <c:manualLayout>
                  <c:x val="0"/>
                  <c:y val="0"/>
                </c:manualLayout>
              </c:layout>
              <c:numFmt formatCode="#,##0&quot;%&quot;;&quot;-&quot;#,##0&quot;%&quot;" sourceLinked="0"/>
              <c:spPr>
                <a:noFill/>
                <a:ln>
                  <a:noFill/>
                </a:ln>
              </c:spPr>
              <c:txPr>
                <a:bodyPr wrap="none"/>
                <a:lstStyle/>
                <a:p>
                  <a:pPr>
                    <a:defRPr sz="70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4EBA-489E-94BF-3882F13160A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Sheet1!$A$2:$C$2</c:f>
              <c:numCache>
                <c:formatCode>General</c:formatCode>
                <c:ptCount val="3"/>
                <c:pt idx="0">
                  <c:v>26</c:v>
                </c:pt>
                <c:pt idx="1">
                  <c:v>5.0000000000000044</c:v>
                </c:pt>
                <c:pt idx="2">
                  <c:v>7.9999999999999964</c:v>
                </c:pt>
              </c:numCache>
            </c:numRef>
          </c:val>
          <c:extLst>
            <c:ext xmlns:c16="http://schemas.microsoft.com/office/drawing/2014/chart" uri="{C3380CC4-5D6E-409C-BE32-E72D297353CC}">
              <c16:uniqueId val="{00000006-4EBA-489E-94BF-3882F13160A7}"/>
            </c:ext>
          </c:extLst>
        </c:ser>
        <c:ser>
          <c:idx val="2"/>
          <c:order val="2"/>
          <c:spPr>
            <a:solidFill>
              <a:schemeClr val="accent1"/>
            </a:solidFill>
            <a:ln>
              <a:noFill/>
            </a:ln>
          </c:spPr>
          <c:invertIfNegative val="0"/>
          <c:dLbls>
            <c:dLbl>
              <c:idx val="0"/>
              <c:layout>
                <c:manualLayout>
                  <c:x val="0"/>
                  <c:y val="0"/>
                </c:manualLayout>
              </c:layout>
              <c:numFmt formatCode="#,##0&quot;%&quot;;&quot;-&quot;#,##0&quot;%&quot;" sourceLinked="0"/>
              <c:spPr>
                <a:noFill/>
                <a:ln>
                  <a:noFill/>
                </a:ln>
              </c:spPr>
              <c:txPr>
                <a:bodyPr wrap="none"/>
                <a:lstStyle/>
                <a:p>
                  <a:pPr>
                    <a:defRPr sz="700">
                      <a:solidFill>
                        <a:schemeClr val="bg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4EBA-489E-94BF-3882F13160A7}"/>
                </c:ext>
              </c:extLst>
            </c:dLbl>
            <c:dLbl>
              <c:idx val="1"/>
              <c:layout>
                <c:manualLayout>
                  <c:x val="0"/>
                  <c:y val="-1.0471204188481676E-3"/>
                </c:manualLayout>
              </c:layout>
              <c:numFmt formatCode="#,##0&quot;%&quot;;&quot;-&quot;#,##0&quot;%&quot;" sourceLinked="0"/>
              <c:spPr>
                <a:noFill/>
                <a:ln>
                  <a:noFill/>
                </a:ln>
              </c:spPr>
              <c:txPr>
                <a:bodyPr wrap="none"/>
                <a:lstStyle/>
                <a:p>
                  <a:pPr>
                    <a:defRPr sz="700">
                      <a:solidFill>
                        <a:schemeClr val="bg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4EBA-489E-94BF-3882F13160A7}"/>
                </c:ext>
              </c:extLst>
            </c:dLbl>
            <c:dLbl>
              <c:idx val="2"/>
              <c:layout>
                <c:manualLayout>
                  <c:x val="0"/>
                  <c:y val="0"/>
                </c:manualLayout>
              </c:layout>
              <c:numFmt formatCode="#,##0&quot;%&quot;;&quot;-&quot;#,##0&quot;%&quot;" sourceLinked="0"/>
              <c:spPr>
                <a:noFill/>
                <a:ln>
                  <a:noFill/>
                </a:ln>
              </c:spPr>
              <c:txPr>
                <a:bodyPr wrap="none"/>
                <a:lstStyle/>
                <a:p>
                  <a:pPr>
                    <a:defRPr sz="700">
                      <a:solidFill>
                        <a:schemeClr val="bg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4EBA-489E-94BF-3882F13160A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Sheet1!$A$3:$C$3</c:f>
              <c:numCache>
                <c:formatCode>General</c:formatCode>
                <c:ptCount val="3"/>
                <c:pt idx="0">
                  <c:v>18.999999999999993</c:v>
                </c:pt>
                <c:pt idx="1">
                  <c:v>13</c:v>
                </c:pt>
                <c:pt idx="2">
                  <c:v>20.000000000000007</c:v>
                </c:pt>
              </c:numCache>
            </c:numRef>
          </c:val>
          <c:extLst>
            <c:ext xmlns:c16="http://schemas.microsoft.com/office/drawing/2014/chart" uri="{C3380CC4-5D6E-409C-BE32-E72D297353CC}">
              <c16:uniqueId val="{0000000A-4EBA-489E-94BF-3882F13160A7}"/>
            </c:ext>
          </c:extLst>
        </c:ser>
        <c:dLbls>
          <c:showLegendKey val="0"/>
          <c:showVal val="0"/>
          <c:showCatName val="0"/>
          <c:showSerName val="0"/>
          <c:showPercent val="0"/>
          <c:showBubbleSize val="0"/>
        </c:dLbls>
        <c:gapWidth val="80"/>
        <c:overlap val="100"/>
        <c:axId val="-644524928"/>
        <c:axId val="-644533088"/>
      </c:barChart>
      <c:catAx>
        <c:axId val="-644524928"/>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644533088"/>
        <c:crosses val="min"/>
        <c:auto val="0"/>
        <c:lblAlgn val="ctr"/>
        <c:lblOffset val="100"/>
        <c:noMultiLvlLbl val="0"/>
      </c:catAx>
      <c:valAx>
        <c:axId val="-644533088"/>
        <c:scaling>
          <c:orientation val="minMax"/>
          <c:max val="100"/>
          <c:min val="0"/>
        </c:scaling>
        <c:delete val="1"/>
        <c:axPos val="l"/>
        <c:numFmt formatCode="General" sourceLinked="1"/>
        <c:majorTickMark val="out"/>
        <c:minorTickMark val="none"/>
        <c:tickLblPos val="nextTo"/>
        <c:crossAx val="-644524928"/>
        <c:crosses val="min"/>
        <c:crossBetween val="between"/>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3444544634806132E-2"/>
          <c:y val="0.13976945244956773"/>
          <c:w val="0.95311091073038778"/>
          <c:h val="0.78530259365994237"/>
        </c:manualLayout>
      </c:layout>
      <c:barChart>
        <c:barDir val="col"/>
        <c:grouping val="clustered"/>
        <c:varyColors val="0"/>
        <c:ser>
          <c:idx val="0"/>
          <c:order val="0"/>
          <c:spPr>
            <a:solidFill>
              <a:schemeClr val="accent1"/>
            </a:solidFill>
            <a:ln>
              <a:noFill/>
            </a:ln>
          </c:spPr>
          <c:invertIfNegative val="0"/>
          <c:dLbls>
            <c:dLbl>
              <c:idx val="0"/>
              <c:layout>
                <c:manualLayout>
                  <c:x val="0"/>
                  <c:y val="-0.30547550432276654"/>
                </c:manualLayout>
              </c:layout>
              <c:numFmt formatCode="#,##0;&quot;-&quot;#,##0" sourceLinked="0"/>
              <c:spPr>
                <a:noFill/>
                <a:ln>
                  <a:noFill/>
                </a:ln>
              </c:spPr>
              <c:txPr>
                <a:bodyPr wrap="none"/>
                <a:lstStyle/>
                <a:p>
                  <a:pPr>
                    <a:defRPr sz="70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591A-4C3F-9899-3F5249B0C0E9}"/>
                </c:ext>
              </c:extLst>
            </c:dLbl>
            <c:dLbl>
              <c:idx val="1"/>
              <c:layout>
                <c:manualLayout>
                  <c:x val="0"/>
                  <c:y val="-0.35014409221902015"/>
                </c:manualLayout>
              </c:layout>
              <c:numFmt formatCode="#,##0;&quot;-&quot;#,##0" sourceLinked="0"/>
              <c:spPr>
                <a:noFill/>
                <a:ln>
                  <a:noFill/>
                </a:ln>
              </c:spPr>
              <c:txPr>
                <a:bodyPr wrap="none"/>
                <a:lstStyle/>
                <a:p>
                  <a:pPr>
                    <a:defRPr sz="70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591A-4C3F-9899-3F5249B0C0E9}"/>
                </c:ext>
              </c:extLst>
            </c:dLbl>
            <c:dLbl>
              <c:idx val="2"/>
              <c:layout>
                <c:manualLayout>
                  <c:x val="0"/>
                  <c:y val="-0.46541786743515851"/>
                </c:manualLayout>
              </c:layout>
              <c:numFmt formatCode="#,##0;&quot;-&quot;#,##0" sourceLinked="0"/>
              <c:spPr>
                <a:noFill/>
                <a:ln>
                  <a:noFill/>
                </a:ln>
              </c:spPr>
              <c:txPr>
                <a:bodyPr wrap="none"/>
                <a:lstStyle/>
                <a:p>
                  <a:pPr>
                    <a:defRPr sz="70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591A-4C3F-9899-3F5249B0C0E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4.3</c:v>
                </c:pt>
                <c:pt idx="1">
                  <c:v>5.0999999999999996</c:v>
                </c:pt>
                <c:pt idx="2">
                  <c:v>7.2</c:v>
                </c:pt>
              </c:numCache>
            </c:numRef>
          </c:val>
          <c:extLst>
            <c:ext xmlns:c16="http://schemas.microsoft.com/office/drawing/2014/chart" uri="{C3380CC4-5D6E-409C-BE32-E72D297353CC}">
              <c16:uniqueId val="{00000003-591A-4C3F-9899-3F5249B0C0E9}"/>
            </c:ext>
          </c:extLst>
        </c:ser>
        <c:ser>
          <c:idx val="1"/>
          <c:order val="1"/>
          <c:spPr>
            <a:solidFill>
              <a:schemeClr val="accent2"/>
            </a:solidFill>
            <a:ln>
              <a:noFill/>
            </a:ln>
          </c:spPr>
          <c:invertIfNegative val="0"/>
          <c:dLbls>
            <c:dLbl>
              <c:idx val="0"/>
              <c:layout>
                <c:manualLayout>
                  <c:x val="0"/>
                  <c:y val="-0.19740634005763688"/>
                </c:manualLayout>
              </c:layout>
              <c:numFmt formatCode="#,##0;&quot;-&quot;#,##0" sourceLinked="0"/>
              <c:spPr>
                <a:noFill/>
                <a:ln>
                  <a:noFill/>
                </a:ln>
              </c:spPr>
              <c:txPr>
                <a:bodyPr wrap="none"/>
                <a:lstStyle/>
                <a:p>
                  <a:pPr>
                    <a:defRPr sz="70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591A-4C3F-9899-3F5249B0C0E9}"/>
                </c:ext>
              </c:extLst>
            </c:dLbl>
            <c:dLbl>
              <c:idx val="1"/>
              <c:layout>
                <c:manualLayout>
                  <c:x val="0"/>
                  <c:y val="-0.25648414985590778"/>
                </c:manualLayout>
              </c:layout>
              <c:numFmt formatCode="#,##0;&quot;-&quot;#,##0" sourceLinked="0"/>
              <c:spPr>
                <a:noFill/>
                <a:ln>
                  <a:noFill/>
                </a:ln>
              </c:spPr>
              <c:txPr>
                <a:bodyPr wrap="none"/>
                <a:lstStyle/>
                <a:p>
                  <a:pPr>
                    <a:defRPr sz="70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591A-4C3F-9899-3F5249B0C0E9}"/>
                </c:ext>
              </c:extLst>
            </c:dLbl>
            <c:dLbl>
              <c:idx val="2"/>
              <c:layout>
                <c:manualLayout>
                  <c:x val="0"/>
                  <c:y val="-0.32276657060518732"/>
                </c:manualLayout>
              </c:layout>
              <c:numFmt formatCode="#,##0;&quot;-&quot;#,##0" sourceLinked="0"/>
              <c:spPr>
                <a:noFill/>
                <a:ln>
                  <a:noFill/>
                </a:ln>
              </c:spPr>
              <c:txPr>
                <a:bodyPr wrap="none"/>
                <a:lstStyle/>
                <a:p>
                  <a:pPr>
                    <a:defRPr sz="70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591A-4C3F-9899-3F5249B0C0E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Sheet1!$A$2:$C$2</c:f>
              <c:numCache>
                <c:formatCode>General</c:formatCode>
                <c:ptCount val="3"/>
                <c:pt idx="0">
                  <c:v>2.2999999999999998</c:v>
                </c:pt>
                <c:pt idx="1">
                  <c:v>3.4</c:v>
                </c:pt>
                <c:pt idx="2">
                  <c:v>4.5999999999999996</c:v>
                </c:pt>
              </c:numCache>
            </c:numRef>
          </c:val>
          <c:extLst>
            <c:ext xmlns:c16="http://schemas.microsoft.com/office/drawing/2014/chart" uri="{C3380CC4-5D6E-409C-BE32-E72D297353CC}">
              <c16:uniqueId val="{00000007-591A-4C3F-9899-3F5249B0C0E9}"/>
            </c:ext>
          </c:extLst>
        </c:ser>
        <c:dLbls>
          <c:showLegendKey val="0"/>
          <c:showVal val="0"/>
          <c:showCatName val="0"/>
          <c:showSerName val="0"/>
          <c:showPercent val="0"/>
          <c:showBubbleSize val="0"/>
        </c:dLbls>
        <c:gapWidth val="80"/>
        <c:axId val="-644528736"/>
        <c:axId val="-644532544"/>
      </c:barChart>
      <c:catAx>
        <c:axId val="-644528736"/>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644532544"/>
        <c:crosses val="min"/>
        <c:auto val="0"/>
        <c:lblAlgn val="ctr"/>
        <c:lblOffset val="100"/>
        <c:noMultiLvlLbl val="0"/>
      </c:catAx>
      <c:valAx>
        <c:axId val="-644532544"/>
        <c:scaling>
          <c:orientation val="minMax"/>
          <c:max val="7.2"/>
          <c:min val="0"/>
        </c:scaling>
        <c:delete val="1"/>
        <c:axPos val="l"/>
        <c:numFmt formatCode="General" sourceLinked="1"/>
        <c:majorTickMark val="out"/>
        <c:minorTickMark val="none"/>
        <c:tickLblPos val="nextTo"/>
        <c:crossAx val="-644528736"/>
        <c:crosses val="min"/>
        <c:crossBetween val="between"/>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8703855619360132"/>
          <c:y val="6.6184074457083769E-2"/>
          <c:w val="0.77030352748154229"/>
          <c:h val="0.86659772492244058"/>
        </c:manualLayout>
      </c:layout>
      <c:areaChart>
        <c:grouping val="stacked"/>
        <c:varyColors val="0"/>
        <c:ser>
          <c:idx val="0"/>
          <c:order val="0"/>
          <c:spPr>
            <a:solidFill>
              <a:schemeClr val="accent2"/>
            </a:solidFill>
            <a:ln>
              <a:noFill/>
            </a:ln>
          </c:spPr>
          <c:val>
            <c:numRef>
              <c:f>Sheet1!$A$1:$C$1</c:f>
              <c:numCache>
                <c:formatCode>General</c:formatCode>
                <c:ptCount val="3"/>
                <c:pt idx="0">
                  <c:v>5.0999999999999996</c:v>
                </c:pt>
                <c:pt idx="1">
                  <c:v>2.4</c:v>
                </c:pt>
                <c:pt idx="2">
                  <c:v>2</c:v>
                </c:pt>
              </c:numCache>
            </c:numRef>
          </c:val>
          <c:extLst>
            <c:ext xmlns:c16="http://schemas.microsoft.com/office/drawing/2014/chart" uri="{C3380CC4-5D6E-409C-BE32-E72D297353CC}">
              <c16:uniqueId val="{00000000-B257-4119-8411-A88703B257AE}"/>
            </c:ext>
          </c:extLst>
        </c:ser>
        <c:ser>
          <c:idx val="1"/>
          <c:order val="1"/>
          <c:spPr>
            <a:solidFill>
              <a:schemeClr val="accent1"/>
            </a:solidFill>
            <a:ln>
              <a:noFill/>
            </a:ln>
          </c:spPr>
          <c:val>
            <c:numRef>
              <c:f>Sheet1!$A$2:$C$2</c:f>
              <c:numCache>
                <c:formatCode>General</c:formatCode>
                <c:ptCount val="3"/>
                <c:pt idx="0">
                  <c:v>4.0999999999999996</c:v>
                </c:pt>
                <c:pt idx="1">
                  <c:v>5.2999999999999989</c:v>
                </c:pt>
                <c:pt idx="2">
                  <c:v>3.2</c:v>
                </c:pt>
              </c:numCache>
            </c:numRef>
          </c:val>
          <c:extLst>
            <c:ext xmlns:c16="http://schemas.microsoft.com/office/drawing/2014/chart" uri="{C3380CC4-5D6E-409C-BE32-E72D297353CC}">
              <c16:uniqueId val="{00000001-B257-4119-8411-A88703B257AE}"/>
            </c:ext>
          </c:extLst>
        </c:ser>
        <c:dLbls>
          <c:showLegendKey val="0"/>
          <c:showVal val="0"/>
          <c:showCatName val="0"/>
          <c:showSerName val="0"/>
          <c:showPercent val="0"/>
          <c:showBubbleSize val="0"/>
        </c:dLbls>
        <c:axId val="-644534176"/>
        <c:axId val="-644537440"/>
      </c:areaChart>
      <c:catAx>
        <c:axId val="-644534176"/>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644537440"/>
        <c:crosses val="min"/>
        <c:auto val="0"/>
        <c:lblAlgn val="ctr"/>
        <c:lblOffset val="100"/>
        <c:noMultiLvlLbl val="0"/>
      </c:catAx>
      <c:valAx>
        <c:axId val="-644537440"/>
        <c:scaling>
          <c:orientation val="minMax"/>
          <c:max val="10"/>
          <c:min val="0"/>
        </c:scaling>
        <c:delete val="0"/>
        <c:axPos val="l"/>
        <c:majorGridlines>
          <c:spPr>
            <a:ln>
              <a:noFill/>
            </a:ln>
          </c:spPr>
        </c:majorGridlines>
        <c:numFmt formatCode="#,##0;&quot;-&quot;#,##0" sourceLinked="0"/>
        <c:majorTickMark val="out"/>
        <c:minorTickMark val="none"/>
        <c:tickLblPos val="nextTo"/>
        <c:spPr>
          <a:ln w="9525" algn="ctr">
            <a:solidFill>
              <a:schemeClr val="tx1"/>
            </a:solidFill>
            <a:prstDash val="solid"/>
          </a:ln>
        </c:spPr>
        <c:txPr>
          <a:bodyPr wrap="none"/>
          <a:lstStyle/>
          <a:p>
            <a:pPr>
              <a:defRPr sz="1050">
                <a:solidFill>
                  <a:schemeClr val="tx1"/>
                </a:solidFill>
                <a:latin typeface="+mn-lt"/>
                <a:ea typeface="+mn-ea"/>
                <a:cs typeface="+mn-cs"/>
                <a:sym typeface="+mn-lt"/>
              </a:defRPr>
            </a:pPr>
            <a:endParaRPr lang="tr-TR"/>
          </a:p>
        </c:txPr>
        <c:crossAx val="-644534176"/>
        <c:crosses val="min"/>
        <c:crossBetween val="midCat"/>
        <c:majorUnit val="2"/>
      </c:valAx>
    </c:plotArea>
    <c:plotVisOnly val="0"/>
    <c:dispBlanksAs val="zero"/>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645472061657033"/>
          <c:y val="6.3983488132094937E-2"/>
          <c:w val="0.80684007707129091"/>
          <c:h val="0.87203302373581015"/>
        </c:manualLayout>
      </c:layout>
      <c:barChart>
        <c:barDir val="col"/>
        <c:grouping val="stacked"/>
        <c:varyColors val="0"/>
        <c:ser>
          <c:idx val="0"/>
          <c:order val="0"/>
          <c:spPr>
            <a:solidFill>
              <a:schemeClr val="accent2"/>
            </a:solidFill>
            <a:ln>
              <a:noFill/>
            </a:ln>
          </c:spPr>
          <c:invertIfNegative val="0"/>
          <c:dLbls>
            <c:dLbl>
              <c:idx val="0"/>
              <c:layout>
                <c:manualLayout>
                  <c:x val="0"/>
                  <c:y val="0"/>
                </c:manualLayout>
              </c:layout>
              <c:numFmt formatCode="#,##0;&quot;-&quot;#,##0" sourceLinked="0"/>
              <c:spPr>
                <a:noFill/>
                <a:ln>
                  <a:noFill/>
                </a:ln>
              </c:spPr>
              <c:txPr>
                <a:bodyPr wrap="none"/>
                <a:lstStyle/>
                <a:p>
                  <a:pPr>
                    <a:defRPr sz="100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4194-4D82-8CDE-659272047FF1}"/>
                </c:ext>
              </c:extLst>
            </c:dLbl>
            <c:dLbl>
              <c:idx val="1"/>
              <c:layout>
                <c:manualLayout>
                  <c:x val="0"/>
                  <c:y val="-1.0319917440660474E-3"/>
                </c:manualLayout>
              </c:layout>
              <c:numFmt formatCode="#,##0;&quot;-&quot;#,##0" sourceLinked="0"/>
              <c:spPr>
                <a:noFill/>
                <a:ln>
                  <a:noFill/>
                </a:ln>
              </c:spPr>
              <c:txPr>
                <a:bodyPr wrap="none"/>
                <a:lstStyle/>
                <a:p>
                  <a:pPr>
                    <a:defRPr sz="100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194-4D82-8CDE-659272047FF1}"/>
                </c:ext>
              </c:extLst>
            </c:dLbl>
            <c:dLbl>
              <c:idx val="2"/>
              <c:layout>
                <c:manualLayout>
                  <c:x val="0"/>
                  <c:y val="0"/>
                </c:manualLayout>
              </c:layout>
              <c:numFmt formatCode="#,##0;&quot;-&quot;#,##0" sourceLinked="0"/>
              <c:spPr>
                <a:noFill/>
                <a:ln>
                  <a:noFill/>
                </a:ln>
              </c:spPr>
              <c:txPr>
                <a:bodyPr wrap="none"/>
                <a:lstStyle/>
                <a:p>
                  <a:pPr>
                    <a:defRPr sz="100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4194-4D82-8CDE-659272047FF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12.9</c:v>
                </c:pt>
                <c:pt idx="1">
                  <c:v>21.8</c:v>
                </c:pt>
                <c:pt idx="2">
                  <c:v>35.1</c:v>
                </c:pt>
              </c:numCache>
            </c:numRef>
          </c:val>
          <c:extLst>
            <c:ext xmlns:c16="http://schemas.microsoft.com/office/drawing/2014/chart" uri="{C3380CC4-5D6E-409C-BE32-E72D297353CC}">
              <c16:uniqueId val="{00000003-4194-4D82-8CDE-659272047FF1}"/>
            </c:ext>
          </c:extLst>
        </c:ser>
        <c:ser>
          <c:idx val="1"/>
          <c:order val="1"/>
          <c:spPr>
            <a:solidFill>
              <a:schemeClr val="accent1"/>
            </a:solidFill>
            <a:ln>
              <a:noFill/>
            </a:ln>
          </c:spPr>
          <c:invertIfNegative val="0"/>
          <c:dLbls>
            <c:dLbl>
              <c:idx val="0"/>
              <c:layout>
                <c:manualLayout>
                  <c:x val="0"/>
                  <c:y val="0"/>
                </c:manualLayout>
              </c:layout>
              <c:numFmt formatCode="#,##0;&quot;-&quot;#,##0" sourceLinked="0"/>
              <c:spPr>
                <a:noFill/>
                <a:ln>
                  <a:noFill/>
                </a:ln>
              </c:spPr>
              <c:txPr>
                <a:bodyPr wrap="none"/>
                <a:lstStyle/>
                <a:p>
                  <a:pPr>
                    <a:defRPr sz="1000">
                      <a:solidFill>
                        <a:schemeClr val="bg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4194-4D82-8CDE-659272047FF1}"/>
                </c:ext>
              </c:extLst>
            </c:dLbl>
            <c:dLbl>
              <c:idx val="2"/>
              <c:layout>
                <c:manualLayout>
                  <c:x val="0"/>
                  <c:y val="0"/>
                </c:manualLayout>
              </c:layout>
              <c:numFmt formatCode="#,##0;&quot;-&quot;#,##0" sourceLinked="0"/>
              <c:spPr>
                <a:noFill/>
                <a:ln>
                  <a:noFill/>
                </a:ln>
              </c:spPr>
              <c:txPr>
                <a:bodyPr wrap="none"/>
                <a:lstStyle/>
                <a:p>
                  <a:pPr>
                    <a:defRPr sz="1000">
                      <a:solidFill>
                        <a:schemeClr val="bg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4194-4D82-8CDE-659272047FF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Sheet1!$A$2:$C$2</c:f>
              <c:numCache>
                <c:formatCode>General</c:formatCode>
                <c:ptCount val="3"/>
                <c:pt idx="0">
                  <c:v>5.0999999999999996</c:v>
                </c:pt>
                <c:pt idx="1">
                  <c:v>3.8999999999999986</c:v>
                </c:pt>
                <c:pt idx="2">
                  <c:v>7.2000000000000028</c:v>
                </c:pt>
              </c:numCache>
            </c:numRef>
          </c:val>
          <c:extLst>
            <c:ext xmlns:c16="http://schemas.microsoft.com/office/drawing/2014/chart" uri="{C3380CC4-5D6E-409C-BE32-E72D297353CC}">
              <c16:uniqueId val="{00000006-4194-4D82-8CDE-659272047FF1}"/>
            </c:ext>
          </c:extLst>
        </c:ser>
        <c:dLbls>
          <c:showLegendKey val="0"/>
          <c:showVal val="0"/>
          <c:showCatName val="0"/>
          <c:showSerName val="0"/>
          <c:showPercent val="0"/>
          <c:showBubbleSize val="0"/>
        </c:dLbls>
        <c:gapWidth val="80"/>
        <c:overlap val="100"/>
        <c:axId val="-644527648"/>
        <c:axId val="-644532000"/>
      </c:barChart>
      <c:lineChart>
        <c:grouping val="standard"/>
        <c:varyColors val="0"/>
        <c:ser>
          <c:idx val="2"/>
          <c:order val="2"/>
          <c:spPr>
            <a:ln w="28575" algn="ctr">
              <a:solidFill>
                <a:schemeClr val="tx2"/>
              </a:solidFill>
              <a:prstDash val="solid"/>
            </a:ln>
          </c:spPr>
          <c:marker>
            <c:symbol val="none"/>
          </c:marker>
          <c:val>
            <c:numRef>
              <c:f>Sheet1!$A$3:$C$3</c:f>
              <c:numCache>
                <c:formatCode>General</c:formatCode>
                <c:ptCount val="3"/>
                <c:pt idx="0">
                  <c:v>3.5</c:v>
                </c:pt>
                <c:pt idx="1">
                  <c:v>5.3</c:v>
                </c:pt>
                <c:pt idx="2">
                  <c:v>4.0999999999999996</c:v>
                </c:pt>
              </c:numCache>
            </c:numRef>
          </c:val>
          <c:smooth val="0"/>
          <c:extLst>
            <c:ext xmlns:c16="http://schemas.microsoft.com/office/drawing/2014/chart" uri="{C3380CC4-5D6E-409C-BE32-E72D297353CC}">
              <c16:uniqueId val="{00000007-4194-4D82-8CDE-659272047FF1}"/>
            </c:ext>
          </c:extLst>
        </c:ser>
        <c:dLbls>
          <c:showLegendKey val="0"/>
          <c:showVal val="0"/>
          <c:showCatName val="0"/>
          <c:showSerName val="0"/>
          <c:showPercent val="0"/>
          <c:showBubbleSize val="0"/>
        </c:dLbls>
        <c:marker val="1"/>
        <c:smooth val="0"/>
        <c:axId val="-644529824"/>
        <c:axId val="-644524384"/>
      </c:lineChart>
      <c:catAx>
        <c:axId val="-644527648"/>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644532000"/>
        <c:crosses val="min"/>
        <c:auto val="0"/>
        <c:lblAlgn val="ctr"/>
        <c:lblOffset val="100"/>
        <c:noMultiLvlLbl val="0"/>
      </c:catAx>
      <c:valAx>
        <c:axId val="-644532000"/>
        <c:scaling>
          <c:orientation val="minMax"/>
          <c:max val="50"/>
          <c:min val="0"/>
        </c:scaling>
        <c:delete val="0"/>
        <c:axPos val="l"/>
        <c:majorGridlines>
          <c:spPr>
            <a:ln>
              <a:noFill/>
            </a:ln>
          </c:spPr>
        </c:majorGridlines>
        <c:numFmt formatCode="#,##0;&quot;-&quot;#,##0" sourceLinked="0"/>
        <c:majorTickMark val="out"/>
        <c:minorTickMark val="none"/>
        <c:tickLblPos val="nextTo"/>
        <c:spPr>
          <a:ln w="9525" algn="ctr">
            <a:solidFill>
              <a:schemeClr val="tx1"/>
            </a:solidFill>
            <a:prstDash val="solid"/>
          </a:ln>
        </c:spPr>
        <c:txPr>
          <a:bodyPr wrap="none"/>
          <a:lstStyle/>
          <a:p>
            <a:pPr>
              <a:defRPr sz="1000">
                <a:solidFill>
                  <a:schemeClr val="tx1"/>
                </a:solidFill>
                <a:latin typeface="+mn-lt"/>
                <a:ea typeface="+mn-ea"/>
                <a:cs typeface="+mn-cs"/>
                <a:sym typeface="+mn-lt"/>
              </a:defRPr>
            </a:pPr>
            <a:endParaRPr lang="tr-TR"/>
          </a:p>
        </c:txPr>
        <c:crossAx val="-644527648"/>
        <c:crosses val="min"/>
        <c:crossBetween val="between"/>
        <c:majorUnit val="10"/>
      </c:valAx>
      <c:valAx>
        <c:axId val="-644524384"/>
        <c:scaling>
          <c:orientation val="minMax"/>
          <c:max val="6"/>
          <c:min val="0"/>
        </c:scaling>
        <c:delete val="0"/>
        <c:axPos val="r"/>
        <c:majorGridlines>
          <c:spPr>
            <a:ln>
              <a:noFill/>
            </a:ln>
          </c:spPr>
        </c:majorGridlines>
        <c:numFmt formatCode="#,##0;&quot;-&quot;#,##0" sourceLinked="0"/>
        <c:majorTickMark val="out"/>
        <c:minorTickMark val="none"/>
        <c:tickLblPos val="nextTo"/>
        <c:spPr>
          <a:ln w="9525" algn="ctr">
            <a:solidFill>
              <a:schemeClr val="tx1"/>
            </a:solidFill>
            <a:prstDash val="solid"/>
          </a:ln>
        </c:spPr>
        <c:txPr>
          <a:bodyPr wrap="none"/>
          <a:lstStyle/>
          <a:p>
            <a:pPr>
              <a:defRPr sz="1000">
                <a:solidFill>
                  <a:schemeClr val="tx1"/>
                </a:solidFill>
                <a:latin typeface="+mn-lt"/>
                <a:ea typeface="+mn-ea"/>
                <a:cs typeface="+mn-cs"/>
                <a:sym typeface="+mn-lt"/>
              </a:defRPr>
            </a:pPr>
            <a:endParaRPr lang="tr-TR"/>
          </a:p>
        </c:txPr>
        <c:crossAx val="-644529824"/>
        <c:crosses val="max"/>
        <c:crossBetween val="between"/>
        <c:majorUnit val="1"/>
      </c:valAx>
      <c:catAx>
        <c:axId val="-644529824"/>
        <c:scaling>
          <c:orientation val="minMax"/>
        </c:scaling>
        <c:delete val="1"/>
        <c:axPos val="b"/>
        <c:majorTickMark val="out"/>
        <c:minorTickMark val="none"/>
        <c:tickLblPos val="nextTo"/>
        <c:crossAx val="-644524384"/>
        <c:crosses val="min"/>
        <c:auto val="0"/>
        <c:lblAlgn val="ctr"/>
        <c:lblOffset val="100"/>
        <c:noMultiLvlLbl val="0"/>
      </c:cat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3274336283185842"/>
          <c:y val="5.7142857142857141E-2"/>
          <c:w val="0.74557522123893805"/>
          <c:h val="0.77880184331797231"/>
        </c:manualLayout>
      </c:layout>
      <c:scatterChart>
        <c:scatterStyle val="lineMarker"/>
        <c:varyColors val="0"/>
        <c:ser>
          <c:idx val="0"/>
          <c:order val="0"/>
          <c:spPr>
            <a:ln w="19050" algn="ctr">
              <a:solidFill>
                <a:schemeClr val="accent1"/>
              </a:solidFill>
              <a:prstDash val="solid"/>
            </a:ln>
          </c:spPr>
          <c:marker>
            <c:symbol val="none"/>
          </c:marker>
          <c:xVal>
            <c:numRef>
              <c:f>Sheet1!$A$1:$C$1</c:f>
              <c:numCache>
                <c:formatCode>General</c:formatCode>
                <c:ptCount val="3"/>
                <c:pt idx="0">
                  <c:v>2017</c:v>
                </c:pt>
                <c:pt idx="1">
                  <c:v>2018</c:v>
                </c:pt>
                <c:pt idx="2">
                  <c:v>2019</c:v>
                </c:pt>
              </c:numCache>
            </c:numRef>
          </c:xVal>
          <c:yVal>
            <c:numRef>
              <c:f>Sheet1!$A$2:$C$2</c:f>
              <c:numCache>
                <c:formatCode>General</c:formatCode>
                <c:ptCount val="3"/>
                <c:pt idx="0">
                  <c:v>4.0999999999999996</c:v>
                </c:pt>
                <c:pt idx="1">
                  <c:v>5.3</c:v>
                </c:pt>
                <c:pt idx="2">
                  <c:v>3.2</c:v>
                </c:pt>
              </c:numCache>
            </c:numRef>
          </c:yVal>
          <c:smooth val="0"/>
          <c:extLst>
            <c:ext xmlns:c16="http://schemas.microsoft.com/office/drawing/2014/chart" uri="{C3380CC4-5D6E-409C-BE32-E72D297353CC}">
              <c16:uniqueId val="{00000000-983E-4CE0-B5D2-CEABC8B9B090}"/>
            </c:ext>
          </c:extLst>
        </c:ser>
        <c:ser>
          <c:idx val="1"/>
          <c:order val="1"/>
          <c:spPr>
            <a:ln w="19050" algn="ctr">
              <a:solidFill>
                <a:schemeClr val="accent2"/>
              </a:solidFill>
              <a:prstDash val="solid"/>
            </a:ln>
          </c:spPr>
          <c:marker>
            <c:symbol val="none"/>
          </c:marker>
          <c:xVal>
            <c:numRef>
              <c:f>Sheet1!$A$1:$C$1</c:f>
              <c:numCache>
                <c:formatCode>General</c:formatCode>
                <c:ptCount val="3"/>
                <c:pt idx="0">
                  <c:v>2017</c:v>
                </c:pt>
                <c:pt idx="1">
                  <c:v>2018</c:v>
                </c:pt>
                <c:pt idx="2">
                  <c:v>2019</c:v>
                </c:pt>
              </c:numCache>
            </c:numRef>
          </c:xVal>
          <c:yVal>
            <c:numRef>
              <c:f>Sheet1!$A$3:$C$3</c:f>
              <c:numCache>
                <c:formatCode>General</c:formatCode>
                <c:ptCount val="3"/>
                <c:pt idx="0">
                  <c:v>5.0999999999999996</c:v>
                </c:pt>
                <c:pt idx="1">
                  <c:v>2.4</c:v>
                </c:pt>
                <c:pt idx="2">
                  <c:v>2</c:v>
                </c:pt>
              </c:numCache>
            </c:numRef>
          </c:yVal>
          <c:smooth val="0"/>
          <c:extLst>
            <c:ext xmlns:c16="http://schemas.microsoft.com/office/drawing/2014/chart" uri="{C3380CC4-5D6E-409C-BE32-E72D297353CC}">
              <c16:uniqueId val="{00000001-983E-4CE0-B5D2-CEABC8B9B090}"/>
            </c:ext>
          </c:extLst>
        </c:ser>
        <c:dLbls>
          <c:showLegendKey val="0"/>
          <c:showVal val="0"/>
          <c:showCatName val="0"/>
          <c:showSerName val="0"/>
          <c:showPercent val="0"/>
          <c:showBubbleSize val="0"/>
        </c:dLbls>
        <c:axId val="-644527104"/>
        <c:axId val="-644523296"/>
      </c:scatterChart>
      <c:valAx>
        <c:axId val="-644527104"/>
        <c:scaling>
          <c:orientation val="minMax"/>
          <c:max val="2019"/>
          <c:min val="2017"/>
        </c:scaling>
        <c:delete val="0"/>
        <c:axPos val="b"/>
        <c:majorGridlines>
          <c:spPr>
            <a:ln>
              <a:noFill/>
            </a:ln>
          </c:spPr>
        </c:majorGridlines>
        <c:numFmt formatCode="0;&quot;-&quot;0" sourceLinked="0"/>
        <c:majorTickMark val="out"/>
        <c:minorTickMark val="none"/>
        <c:tickLblPos val="nextTo"/>
        <c:spPr>
          <a:ln w="9525" algn="ctr">
            <a:solidFill>
              <a:schemeClr val="tx1"/>
            </a:solidFill>
            <a:prstDash val="solid"/>
          </a:ln>
        </c:spPr>
        <c:txPr>
          <a:bodyPr wrap="none"/>
          <a:lstStyle/>
          <a:p>
            <a:pPr>
              <a:defRPr sz="1000">
                <a:solidFill>
                  <a:schemeClr val="tx1"/>
                </a:solidFill>
                <a:latin typeface="+mn-lt"/>
                <a:ea typeface="+mn-ea"/>
                <a:cs typeface="+mn-cs"/>
                <a:sym typeface="+mn-lt"/>
              </a:defRPr>
            </a:pPr>
            <a:endParaRPr lang="tr-TR"/>
          </a:p>
        </c:txPr>
        <c:crossAx val="-644523296"/>
        <c:crosses val="min"/>
        <c:crossBetween val="midCat"/>
        <c:majorUnit val="1"/>
      </c:valAx>
      <c:valAx>
        <c:axId val="-644523296"/>
        <c:scaling>
          <c:orientation val="minMax"/>
          <c:max val="6"/>
          <c:min val="0"/>
        </c:scaling>
        <c:delete val="0"/>
        <c:axPos val="l"/>
        <c:majorGridlines>
          <c:spPr>
            <a:ln>
              <a:noFill/>
            </a:ln>
          </c:spPr>
        </c:majorGridlines>
        <c:numFmt formatCode="#,##0;&quot;-&quot;#,##0" sourceLinked="0"/>
        <c:majorTickMark val="out"/>
        <c:minorTickMark val="none"/>
        <c:tickLblPos val="nextTo"/>
        <c:spPr>
          <a:ln w="9525" algn="ctr">
            <a:solidFill>
              <a:schemeClr val="tx1"/>
            </a:solidFill>
            <a:prstDash val="solid"/>
          </a:ln>
        </c:spPr>
        <c:txPr>
          <a:bodyPr wrap="none"/>
          <a:lstStyle/>
          <a:p>
            <a:pPr>
              <a:defRPr sz="1000">
                <a:solidFill>
                  <a:schemeClr val="tx1"/>
                </a:solidFill>
                <a:latin typeface="+mn-lt"/>
                <a:ea typeface="+mn-ea"/>
                <a:cs typeface="+mn-cs"/>
                <a:sym typeface="+mn-lt"/>
              </a:defRPr>
            </a:pPr>
            <a:endParaRPr lang="tr-TR"/>
          </a:p>
        </c:txPr>
        <c:crossAx val="-644527104"/>
        <c:crosses val="min"/>
        <c:crossBetween val="midCat"/>
        <c:majorUnit val="1"/>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3933795227097767"/>
          <c:y val="0.05"/>
          <c:w val="0.72055427251732107"/>
          <c:h val="0.9"/>
        </c:manualLayout>
      </c:layout>
      <c:pieChart>
        <c:varyColors val="0"/>
        <c:ser>
          <c:idx val="0"/>
          <c:order val="0"/>
          <c:dPt>
            <c:idx val="0"/>
            <c:bubble3D val="0"/>
            <c:spPr>
              <a:solidFill>
                <a:schemeClr val="accent1"/>
              </a:solidFill>
              <a:ln>
                <a:noFill/>
              </a:ln>
            </c:spPr>
            <c:extLst>
              <c:ext xmlns:c16="http://schemas.microsoft.com/office/drawing/2014/chart" uri="{C3380CC4-5D6E-409C-BE32-E72D297353CC}">
                <c16:uniqueId val="{00000001-406C-4731-BE1B-1E3669723588}"/>
              </c:ext>
            </c:extLst>
          </c:dPt>
          <c:dPt>
            <c:idx val="1"/>
            <c:bubble3D val="0"/>
            <c:spPr>
              <a:solidFill>
                <a:schemeClr val="accent2"/>
              </a:solidFill>
              <a:ln>
                <a:noFill/>
              </a:ln>
            </c:spPr>
            <c:extLst>
              <c:ext xmlns:c16="http://schemas.microsoft.com/office/drawing/2014/chart" uri="{C3380CC4-5D6E-409C-BE32-E72D297353CC}">
                <c16:uniqueId val="{00000003-406C-4731-BE1B-1E3669723588}"/>
              </c:ext>
            </c:extLst>
          </c:dPt>
          <c:dPt>
            <c:idx val="2"/>
            <c:bubble3D val="0"/>
            <c:spPr>
              <a:solidFill>
                <a:schemeClr val="accent3"/>
              </a:solidFill>
              <a:ln>
                <a:noFill/>
              </a:ln>
            </c:spPr>
            <c:extLst>
              <c:ext xmlns:c16="http://schemas.microsoft.com/office/drawing/2014/chart" uri="{C3380CC4-5D6E-409C-BE32-E72D297353CC}">
                <c16:uniqueId val="{00000005-406C-4731-BE1B-1E3669723588}"/>
              </c:ext>
            </c:extLst>
          </c:dPt>
          <c:dLbls>
            <c:dLbl>
              <c:idx val="0"/>
              <c:layout>
                <c:manualLayout>
                  <c:x val="0.10623556581986143"/>
                  <c:y val="3.1730769230769229E-2"/>
                </c:manualLayout>
              </c:layout>
              <c:numFmt formatCode="#,##0&quot;%&quot;;&quot;-&quot;#,##0&quot;%&quot;" sourceLinked="0"/>
              <c:spPr>
                <a:noFill/>
                <a:ln>
                  <a:noFill/>
                </a:ln>
              </c:spPr>
              <c:txPr>
                <a:bodyPr wrap="none"/>
                <a:lstStyle/>
                <a:p>
                  <a:pPr>
                    <a:defRPr sz="1050">
                      <a:solidFill>
                        <a:schemeClr val="bg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06C-4731-BE1B-1E3669723588}"/>
                </c:ext>
              </c:extLst>
            </c:dLbl>
            <c:dLbl>
              <c:idx val="1"/>
              <c:layout>
                <c:manualLayout>
                  <c:x val="-0.10007698229407236"/>
                  <c:y val="4.807692307692308E-2"/>
                </c:manualLayout>
              </c:layout>
              <c:numFmt formatCode="#,##0&quot;%&quot;;&quot;-&quot;#,##0&quot;%&quot;" sourceLinked="0"/>
              <c:spPr>
                <a:noFill/>
                <a:ln>
                  <a:noFill/>
                </a:ln>
              </c:spPr>
              <c:txPr>
                <a:bodyPr wrap="none"/>
                <a:lstStyle/>
                <a:p>
                  <a:pPr>
                    <a:defRPr sz="105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406C-4731-BE1B-1E3669723588}"/>
                </c:ext>
              </c:extLst>
            </c:dLbl>
            <c:dLbl>
              <c:idx val="2"/>
              <c:layout>
                <c:manualLayout>
                  <c:x val="-6.1585835257890686E-2"/>
                  <c:y val="-0.1125"/>
                </c:manualLayout>
              </c:layout>
              <c:numFmt formatCode="#,##0&quot;%&quot;;&quot;-&quot;#,##0&quot;%&quot;" sourceLinked="0"/>
              <c:spPr>
                <a:noFill/>
                <a:ln>
                  <a:noFill/>
                </a:ln>
              </c:spPr>
              <c:txPr>
                <a:bodyPr wrap="none"/>
                <a:lstStyle/>
                <a:p>
                  <a:pPr>
                    <a:defRPr sz="105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406C-4731-BE1B-1E366972358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val>
            <c:numRef>
              <c:f>Sheet1!$A$1:$A$3</c:f>
              <c:numCache>
                <c:formatCode>General</c:formatCode>
                <c:ptCount val="3"/>
                <c:pt idx="0">
                  <c:v>57.4</c:v>
                </c:pt>
                <c:pt idx="1">
                  <c:v>23.599999999999998</c:v>
                </c:pt>
                <c:pt idx="2">
                  <c:v>19</c:v>
                </c:pt>
              </c:numCache>
            </c:numRef>
          </c:val>
          <c:extLst>
            <c:ext xmlns:c16="http://schemas.microsoft.com/office/drawing/2014/chart" uri="{C3380CC4-5D6E-409C-BE32-E72D297353CC}">
              <c16:uniqueId val="{00000006-406C-4731-BE1B-1E3669723588}"/>
            </c:ext>
          </c:extLst>
        </c:ser>
        <c:dLbls>
          <c:showLegendKey val="0"/>
          <c:showVal val="0"/>
          <c:showCatName val="0"/>
          <c:showSerName val="0"/>
          <c:showPercent val="0"/>
          <c:showBubbleSize val="0"/>
          <c:showLeaderLines val="1"/>
        </c:dLbls>
        <c:firstSliceAng val="0"/>
      </c:pieChart>
    </c:plotArea>
    <c:plotVisOnly val="0"/>
    <c:dispBlanksAs val="gap"/>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4560906515580738"/>
          <c:y val="5.3988718775181306E-2"/>
          <c:w val="0.77337110481586402"/>
          <c:h val="0.79129734085414993"/>
        </c:manualLayout>
      </c:layout>
      <c:scatterChart>
        <c:scatterStyle val="lineMarker"/>
        <c:varyColors val="0"/>
        <c:ser>
          <c:idx val="0"/>
          <c:order val="0"/>
          <c:spPr>
            <a:ln>
              <a:noFill/>
            </a:ln>
          </c:spPr>
          <c:marker>
            <c:symbol val="circle"/>
            <c:size val="5"/>
            <c:spPr>
              <a:solidFill>
                <a:schemeClr val="accent1"/>
              </a:solidFill>
              <a:ln w="9525" algn="ctr">
                <a:solidFill>
                  <a:schemeClr val="accent1"/>
                </a:solidFill>
                <a:prstDash val="solid"/>
              </a:ln>
            </c:spPr>
          </c:marker>
          <c:xVal>
            <c:numRef>
              <c:f>Sheet1!$A$1:$A$6</c:f>
              <c:numCache>
                <c:formatCode>General</c:formatCode>
                <c:ptCount val="6"/>
                <c:pt idx="0">
                  <c:v>1</c:v>
                </c:pt>
                <c:pt idx="1">
                  <c:v>2</c:v>
                </c:pt>
                <c:pt idx="2">
                  <c:v>2.5</c:v>
                </c:pt>
              </c:numCache>
            </c:numRef>
          </c:xVal>
          <c:yVal>
            <c:numRef>
              <c:f>Sheet1!$B$1:$B$6</c:f>
              <c:numCache>
                <c:formatCode>General</c:formatCode>
                <c:ptCount val="6"/>
                <c:pt idx="0">
                  <c:v>2</c:v>
                </c:pt>
                <c:pt idx="1">
                  <c:v>3</c:v>
                </c:pt>
                <c:pt idx="2">
                  <c:v>2.1</c:v>
                </c:pt>
              </c:numCache>
            </c:numRef>
          </c:yVal>
          <c:smooth val="0"/>
          <c:extLst>
            <c:ext xmlns:c16="http://schemas.microsoft.com/office/drawing/2014/chart" uri="{C3380CC4-5D6E-409C-BE32-E72D297353CC}">
              <c16:uniqueId val="{00000000-30AA-4078-BDAB-88D543E290A9}"/>
            </c:ext>
          </c:extLst>
        </c:ser>
        <c:ser>
          <c:idx val="1"/>
          <c:order val="1"/>
          <c:spPr>
            <a:ln>
              <a:noFill/>
            </a:ln>
          </c:spPr>
          <c:marker>
            <c:symbol val="circle"/>
            <c:size val="5"/>
            <c:spPr>
              <a:solidFill>
                <a:schemeClr val="accent2"/>
              </a:solidFill>
              <a:ln w="9525" algn="ctr">
                <a:solidFill>
                  <a:schemeClr val="accent2"/>
                </a:solidFill>
                <a:prstDash val="solid"/>
              </a:ln>
            </c:spPr>
          </c:marker>
          <c:xVal>
            <c:numRef>
              <c:f>Sheet1!$A$1:$A$6</c:f>
              <c:numCache>
                <c:formatCode>General</c:formatCode>
                <c:ptCount val="6"/>
                <c:pt idx="3">
                  <c:v>1.5</c:v>
                </c:pt>
                <c:pt idx="4">
                  <c:v>2</c:v>
                </c:pt>
                <c:pt idx="5">
                  <c:v>3</c:v>
                </c:pt>
              </c:numCache>
            </c:numRef>
          </c:xVal>
          <c:yVal>
            <c:numRef>
              <c:f>Sheet1!$C$1:$C$6</c:f>
              <c:numCache>
                <c:formatCode>General</c:formatCode>
                <c:ptCount val="6"/>
                <c:pt idx="3">
                  <c:v>2</c:v>
                </c:pt>
                <c:pt idx="4">
                  <c:v>4</c:v>
                </c:pt>
                <c:pt idx="5">
                  <c:v>3</c:v>
                </c:pt>
              </c:numCache>
            </c:numRef>
          </c:yVal>
          <c:smooth val="0"/>
          <c:extLst>
            <c:ext xmlns:c16="http://schemas.microsoft.com/office/drawing/2014/chart" uri="{C3380CC4-5D6E-409C-BE32-E72D297353CC}">
              <c16:uniqueId val="{00000001-30AA-4078-BDAB-88D543E290A9}"/>
            </c:ext>
          </c:extLst>
        </c:ser>
        <c:dLbls>
          <c:showLegendKey val="0"/>
          <c:showVal val="0"/>
          <c:showCatName val="0"/>
          <c:showSerName val="0"/>
          <c:showPercent val="0"/>
          <c:showBubbleSize val="0"/>
        </c:dLbls>
        <c:axId val="-644523840"/>
        <c:axId val="-644522752"/>
      </c:scatterChart>
      <c:valAx>
        <c:axId val="-644523840"/>
        <c:scaling>
          <c:orientation val="minMax"/>
          <c:max val="3"/>
          <c:min val="0"/>
        </c:scaling>
        <c:delete val="0"/>
        <c:axPos val="b"/>
        <c:majorGridlines>
          <c:spPr>
            <a:ln>
              <a:noFill/>
            </a:ln>
          </c:spPr>
        </c:majorGridlines>
        <c:numFmt formatCode="#,##0.0;&quot;-&quot;#,##0.0" sourceLinked="0"/>
        <c:majorTickMark val="out"/>
        <c:minorTickMark val="none"/>
        <c:tickLblPos val="nextTo"/>
        <c:spPr>
          <a:ln w="9525" algn="ctr">
            <a:solidFill>
              <a:schemeClr val="tx1"/>
            </a:solidFill>
            <a:prstDash val="solid"/>
          </a:ln>
        </c:spPr>
        <c:txPr>
          <a:bodyPr wrap="none"/>
          <a:lstStyle/>
          <a:p>
            <a:pPr>
              <a:defRPr sz="1100">
                <a:solidFill>
                  <a:schemeClr val="tx1"/>
                </a:solidFill>
                <a:latin typeface="+mn-lt"/>
                <a:ea typeface="+mn-ea"/>
                <a:cs typeface="+mn-cs"/>
                <a:sym typeface="+mn-lt"/>
              </a:defRPr>
            </a:pPr>
            <a:endParaRPr lang="tr-TR"/>
          </a:p>
        </c:txPr>
        <c:crossAx val="-644522752"/>
        <c:crosses val="min"/>
        <c:crossBetween val="midCat"/>
        <c:majorUnit val="0.5"/>
      </c:valAx>
      <c:valAx>
        <c:axId val="-644522752"/>
        <c:scaling>
          <c:orientation val="minMax"/>
          <c:max val="4"/>
          <c:min val="0"/>
        </c:scaling>
        <c:delete val="0"/>
        <c:axPos val="l"/>
        <c:majorGridlines>
          <c:spPr>
            <a:ln>
              <a:noFill/>
            </a:ln>
          </c:spPr>
        </c:majorGridlines>
        <c:numFmt formatCode="#,##0.0;&quot;-&quot;#,##0.0" sourceLinked="0"/>
        <c:majorTickMark val="out"/>
        <c:minorTickMark val="none"/>
        <c:tickLblPos val="nextTo"/>
        <c:spPr>
          <a:ln w="9525" algn="ctr">
            <a:solidFill>
              <a:schemeClr val="tx1"/>
            </a:solidFill>
            <a:prstDash val="solid"/>
          </a:ln>
        </c:spPr>
        <c:txPr>
          <a:bodyPr wrap="none"/>
          <a:lstStyle/>
          <a:p>
            <a:pPr>
              <a:defRPr sz="1100">
                <a:solidFill>
                  <a:schemeClr val="tx1"/>
                </a:solidFill>
                <a:latin typeface="+mn-lt"/>
                <a:ea typeface="+mn-ea"/>
                <a:cs typeface="+mn-cs"/>
                <a:sym typeface="+mn-lt"/>
              </a:defRPr>
            </a:pPr>
            <a:endParaRPr lang="tr-TR"/>
          </a:p>
        </c:txPr>
        <c:crossAx val="-644523840"/>
        <c:crosses val="min"/>
        <c:crossBetween val="midCat"/>
        <c:majorUnit val="0.5"/>
      </c:valAx>
      <c:spPr>
        <a:noFill/>
        <a:ln w="9525" algn="ctr">
          <a:solidFill>
            <a:schemeClr val="tx1"/>
          </a:solidFill>
          <a:prstDash val="solid"/>
        </a:ln>
      </c:spPr>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9667170953101363E-2"/>
          <c:y val="0.21808510638297873"/>
          <c:w val="0.96066565809379723"/>
          <c:h val="0.71276595744680848"/>
        </c:manualLayout>
      </c:layout>
      <c:barChart>
        <c:barDir val="col"/>
        <c:grouping val="stacked"/>
        <c:varyColors val="0"/>
        <c:ser>
          <c:idx val="0"/>
          <c:order val="0"/>
          <c:spPr>
            <a:solidFill>
              <a:schemeClr val="accent1"/>
            </a:solidFill>
            <a:ln w="9525" algn="ctr">
              <a:solidFill>
                <a:schemeClr val="tx1"/>
              </a:solidFill>
              <a:prstDash val="solid"/>
            </a:ln>
          </c:spPr>
          <c:invertIfNegative val="0"/>
          <c:dLbls>
            <c:dLbl>
              <c:idx val="2"/>
              <c:layout>
                <c:manualLayout>
                  <c:x val="0"/>
                  <c:y val="-0.46675531914893614"/>
                </c:manualLayout>
              </c:layout>
              <c:numFmt formatCode="#,##0.0;&quot;-&quot;#,##0.0" sourceLinked="0"/>
              <c:spPr>
                <a:noFill/>
                <a:ln>
                  <a:noFill/>
                </a:ln>
              </c:spPr>
              <c:txPr>
                <a:bodyPr wrap="none"/>
                <a:lstStyle/>
                <a:p>
                  <a:pPr>
                    <a:defRPr sz="140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F24E-47C0-AEE7-0B39350FC2FA}"/>
                </c:ext>
              </c:extLst>
            </c:dLbl>
            <c:dLbl>
              <c:idx val="3"/>
              <c:layout>
                <c:manualLayout>
                  <c:x val="0"/>
                  <c:y val="-0.42553191489361702"/>
                </c:manualLayout>
              </c:layout>
              <c:numFmt formatCode="#,##0.0;&quot;-&quot;#,##0.0" sourceLinked="0"/>
              <c:spPr>
                <a:noFill/>
                <a:ln>
                  <a:noFill/>
                </a:ln>
              </c:spPr>
              <c:txPr>
                <a:bodyPr wrap="none"/>
                <a:lstStyle/>
                <a:p>
                  <a:pPr>
                    <a:defRPr sz="1400">
                      <a:solidFill>
                        <a:schemeClr val="tx1"/>
                      </a:solidFill>
                      <a:latin typeface="+mn-lt"/>
                      <a:ea typeface="+mn-ea"/>
                      <a:cs typeface="+mn-cs"/>
                      <a:sym typeface="+mn-lt"/>
                    </a:defRPr>
                  </a:pPr>
                  <a:endParaRPr lang="tr-T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F24E-47C0-AEE7-0B39350FC2F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Sheet1!$A$1:$D$1</c:f>
              <c:numCache>
                <c:formatCode>General</c:formatCode>
                <c:ptCount val="4"/>
                <c:pt idx="2">
                  <c:v>16.400000000000002</c:v>
                </c:pt>
                <c:pt idx="3">
                  <c:v>14.499999999999998</c:v>
                </c:pt>
              </c:numCache>
            </c:numRef>
          </c:val>
          <c:extLst>
            <c:ext xmlns:c16="http://schemas.microsoft.com/office/drawing/2014/chart" uri="{C3380CC4-5D6E-409C-BE32-E72D297353CC}">
              <c16:uniqueId val="{00000002-F24E-47C0-AEE7-0B39350FC2FA}"/>
            </c:ext>
          </c:extLst>
        </c:ser>
        <c:dLbls>
          <c:showLegendKey val="0"/>
          <c:showVal val="0"/>
          <c:showCatName val="0"/>
          <c:showSerName val="0"/>
          <c:showPercent val="0"/>
          <c:showBubbleSize val="0"/>
        </c:dLbls>
        <c:gapWidth val="80"/>
        <c:overlap val="100"/>
        <c:axId val="-644537984"/>
        <c:axId val="-645083296"/>
      </c:barChart>
      <c:catAx>
        <c:axId val="-644537984"/>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645083296"/>
        <c:crosses val="min"/>
        <c:auto val="0"/>
        <c:lblAlgn val="ctr"/>
        <c:lblOffset val="100"/>
        <c:noMultiLvlLbl val="0"/>
      </c:catAx>
      <c:valAx>
        <c:axId val="-645083296"/>
        <c:scaling>
          <c:orientation val="minMax"/>
          <c:max val="16.400000000000002"/>
          <c:min val="0"/>
        </c:scaling>
        <c:delete val="1"/>
        <c:axPos val="l"/>
        <c:numFmt formatCode="General" sourceLinked="1"/>
        <c:majorTickMark val="out"/>
        <c:minorTickMark val="none"/>
        <c:tickLblPos val="nextTo"/>
        <c:crossAx val="-644537984"/>
        <c:crosses val="min"/>
        <c:crossBetween val="between"/>
      </c:valAx>
    </c:plotArea>
    <c:plotVisOnly val="0"/>
    <c:dispBlanksAs val="gap"/>
    <c:showDLblsOverMax val="1"/>
  </c:chart>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1BE7B4-426E-477B-A7F6-3466F6413065}"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tr-TR"/>
        </a:p>
      </dgm:t>
    </dgm:pt>
    <dgm:pt modelId="{B63135B1-B077-44D9-9572-97B3F4DCB0D7}">
      <dgm:prSet phldrT="[Metin]"/>
      <dgm:spPr>
        <a:solidFill>
          <a:srgbClr val="C00000"/>
        </a:solidFill>
      </dgm:spPr>
      <dgm:t>
        <a:bodyPr/>
        <a:lstStyle/>
        <a:p>
          <a:r>
            <a:rPr lang="tr-TR" dirty="0" err="1">
              <a:latin typeface="Calibri" panose="020F0502020204030204" pitchFamily="34" charset="0"/>
            </a:rPr>
            <a:t>abc</a:t>
          </a:r>
          <a:endParaRPr lang="tr-TR" dirty="0">
            <a:latin typeface="Calibri" panose="020F0502020204030204" pitchFamily="34" charset="0"/>
          </a:endParaRPr>
        </a:p>
      </dgm:t>
    </dgm:pt>
    <dgm:pt modelId="{C9422FE2-A16B-4407-96FE-036A7523DE97}" type="parTrans" cxnId="{BD4AF493-17F3-42FC-9E78-11AA06A0F5F3}">
      <dgm:prSet/>
      <dgm:spPr/>
      <dgm:t>
        <a:bodyPr/>
        <a:lstStyle/>
        <a:p>
          <a:endParaRPr lang="tr-TR">
            <a:latin typeface="Calibri" panose="020F0502020204030204" pitchFamily="34" charset="0"/>
          </a:endParaRPr>
        </a:p>
      </dgm:t>
    </dgm:pt>
    <dgm:pt modelId="{FF53E452-B2B0-4938-BBEB-28A81DDD6598}" type="sibTrans" cxnId="{BD4AF493-17F3-42FC-9E78-11AA06A0F5F3}">
      <dgm:prSet/>
      <dgm:spPr>
        <a:solidFill>
          <a:schemeClr val="bg2">
            <a:lumMod val="40000"/>
            <a:lumOff val="60000"/>
          </a:schemeClr>
        </a:solidFill>
      </dgm:spPr>
      <dgm:t>
        <a:bodyPr/>
        <a:lstStyle/>
        <a:p>
          <a:endParaRPr lang="tr-TR">
            <a:latin typeface="Calibri" panose="020F0502020204030204" pitchFamily="34" charset="0"/>
          </a:endParaRPr>
        </a:p>
      </dgm:t>
    </dgm:pt>
    <dgm:pt modelId="{E2AD256F-CA58-4421-ABFD-163747B79CBF}">
      <dgm:prSet phldrT="[Metin]"/>
      <dgm:spPr>
        <a:ln>
          <a:solidFill>
            <a:srgbClr val="C00000"/>
          </a:solidFill>
        </a:ln>
      </dgm:spPr>
      <dgm:t>
        <a:bodyPr/>
        <a:lstStyle/>
        <a:p>
          <a:r>
            <a:rPr lang="tr-TR" dirty="0" err="1">
              <a:latin typeface="Calibri" panose="020F0502020204030204" pitchFamily="34" charset="0"/>
            </a:rPr>
            <a:t>abc</a:t>
          </a:r>
          <a:endParaRPr lang="tr-TR" dirty="0">
            <a:latin typeface="Calibri" panose="020F0502020204030204" pitchFamily="34" charset="0"/>
          </a:endParaRPr>
        </a:p>
      </dgm:t>
    </dgm:pt>
    <dgm:pt modelId="{32807E9B-0D2F-44B6-A42E-678BFB0E35B2}" type="parTrans" cxnId="{A94229C1-60AE-4C4D-B1B6-CBC7A4598B78}">
      <dgm:prSet/>
      <dgm:spPr/>
      <dgm:t>
        <a:bodyPr/>
        <a:lstStyle/>
        <a:p>
          <a:endParaRPr lang="tr-TR">
            <a:latin typeface="Calibri" panose="020F0502020204030204" pitchFamily="34" charset="0"/>
          </a:endParaRPr>
        </a:p>
      </dgm:t>
    </dgm:pt>
    <dgm:pt modelId="{75507185-912A-4A89-9058-4DC1CC79912A}" type="sibTrans" cxnId="{A94229C1-60AE-4C4D-B1B6-CBC7A4598B78}">
      <dgm:prSet/>
      <dgm:spPr/>
      <dgm:t>
        <a:bodyPr/>
        <a:lstStyle/>
        <a:p>
          <a:endParaRPr lang="tr-TR">
            <a:latin typeface="Calibri" panose="020F0502020204030204" pitchFamily="34" charset="0"/>
          </a:endParaRPr>
        </a:p>
      </dgm:t>
    </dgm:pt>
    <dgm:pt modelId="{DB3AADC2-657C-4952-B8CA-445C9F41AE4E}">
      <dgm:prSet phldrT="[Metin]"/>
      <dgm:spPr>
        <a:solidFill>
          <a:srgbClr val="C00000"/>
        </a:solidFill>
      </dgm:spPr>
      <dgm:t>
        <a:bodyPr/>
        <a:lstStyle/>
        <a:p>
          <a:r>
            <a:rPr lang="tr-TR" dirty="0" err="1">
              <a:latin typeface="Calibri" panose="020F0502020204030204" pitchFamily="34" charset="0"/>
            </a:rPr>
            <a:t>bca</a:t>
          </a:r>
          <a:endParaRPr lang="tr-TR" dirty="0">
            <a:latin typeface="Calibri" panose="020F0502020204030204" pitchFamily="34" charset="0"/>
          </a:endParaRPr>
        </a:p>
      </dgm:t>
    </dgm:pt>
    <dgm:pt modelId="{AF4F3CAA-11FD-459E-997C-D348E279CABD}" type="parTrans" cxnId="{8B6869CC-70DC-4DC2-B74C-6039B8634DD2}">
      <dgm:prSet/>
      <dgm:spPr/>
      <dgm:t>
        <a:bodyPr/>
        <a:lstStyle/>
        <a:p>
          <a:endParaRPr lang="tr-TR">
            <a:latin typeface="Calibri" panose="020F0502020204030204" pitchFamily="34" charset="0"/>
          </a:endParaRPr>
        </a:p>
      </dgm:t>
    </dgm:pt>
    <dgm:pt modelId="{FD7CF67B-F1FE-47C5-8485-FB6D50B569F7}" type="sibTrans" cxnId="{8B6869CC-70DC-4DC2-B74C-6039B8634DD2}">
      <dgm:prSet/>
      <dgm:spPr>
        <a:solidFill>
          <a:schemeClr val="bg2">
            <a:lumMod val="40000"/>
            <a:lumOff val="60000"/>
          </a:schemeClr>
        </a:solidFill>
      </dgm:spPr>
      <dgm:t>
        <a:bodyPr/>
        <a:lstStyle/>
        <a:p>
          <a:endParaRPr lang="tr-TR">
            <a:latin typeface="Calibri" panose="020F0502020204030204" pitchFamily="34" charset="0"/>
          </a:endParaRPr>
        </a:p>
      </dgm:t>
    </dgm:pt>
    <dgm:pt modelId="{7BAE91FC-D003-4E24-9FFA-426F37B1F1D0}">
      <dgm:prSet phldrT="[Metin]"/>
      <dgm:spPr>
        <a:ln>
          <a:solidFill>
            <a:srgbClr val="C00000"/>
          </a:solidFill>
        </a:ln>
      </dgm:spPr>
      <dgm:t>
        <a:bodyPr/>
        <a:lstStyle/>
        <a:p>
          <a:r>
            <a:rPr lang="tr-TR" dirty="0" err="1">
              <a:latin typeface="Calibri" panose="020F0502020204030204" pitchFamily="34" charset="0"/>
            </a:rPr>
            <a:t>dba</a:t>
          </a:r>
          <a:endParaRPr lang="tr-TR" dirty="0">
            <a:latin typeface="Calibri" panose="020F0502020204030204" pitchFamily="34" charset="0"/>
          </a:endParaRPr>
        </a:p>
      </dgm:t>
    </dgm:pt>
    <dgm:pt modelId="{0BDFC28A-579D-4CD5-826E-9CE8C0508098}" type="parTrans" cxnId="{5A9F74AC-994C-4DD2-84B4-9D67F33ABC4A}">
      <dgm:prSet/>
      <dgm:spPr/>
      <dgm:t>
        <a:bodyPr/>
        <a:lstStyle/>
        <a:p>
          <a:endParaRPr lang="tr-TR">
            <a:latin typeface="Calibri" panose="020F0502020204030204" pitchFamily="34" charset="0"/>
          </a:endParaRPr>
        </a:p>
      </dgm:t>
    </dgm:pt>
    <dgm:pt modelId="{3BBA6E10-D2B5-41D4-AD50-84661C63D582}" type="sibTrans" cxnId="{5A9F74AC-994C-4DD2-84B4-9D67F33ABC4A}">
      <dgm:prSet/>
      <dgm:spPr/>
      <dgm:t>
        <a:bodyPr/>
        <a:lstStyle/>
        <a:p>
          <a:endParaRPr lang="tr-TR">
            <a:latin typeface="Calibri" panose="020F0502020204030204" pitchFamily="34" charset="0"/>
          </a:endParaRPr>
        </a:p>
      </dgm:t>
    </dgm:pt>
    <dgm:pt modelId="{BE3CCA6C-70E1-455B-B2A1-05F9B2939CFA}">
      <dgm:prSet phldrT="[Metin]"/>
      <dgm:spPr>
        <a:solidFill>
          <a:srgbClr val="C00000"/>
        </a:solidFill>
      </dgm:spPr>
      <dgm:t>
        <a:bodyPr/>
        <a:lstStyle/>
        <a:p>
          <a:r>
            <a:rPr lang="tr-TR" dirty="0" err="1">
              <a:latin typeface="Calibri" panose="020F0502020204030204" pitchFamily="34" charset="0"/>
            </a:rPr>
            <a:t>bbb</a:t>
          </a:r>
          <a:endParaRPr lang="tr-TR" dirty="0">
            <a:latin typeface="Calibri" panose="020F0502020204030204" pitchFamily="34" charset="0"/>
          </a:endParaRPr>
        </a:p>
      </dgm:t>
    </dgm:pt>
    <dgm:pt modelId="{87CD77BF-7EA6-48D1-89F4-D5AE810BDF4D}" type="parTrans" cxnId="{F3C0CB40-3E0F-4E3B-A153-009C34E4EF42}">
      <dgm:prSet/>
      <dgm:spPr/>
      <dgm:t>
        <a:bodyPr/>
        <a:lstStyle/>
        <a:p>
          <a:endParaRPr lang="tr-TR">
            <a:latin typeface="Calibri" panose="020F0502020204030204" pitchFamily="34" charset="0"/>
          </a:endParaRPr>
        </a:p>
      </dgm:t>
    </dgm:pt>
    <dgm:pt modelId="{E6EE2098-3395-4944-AC73-EE9BECABF0D4}" type="sibTrans" cxnId="{F3C0CB40-3E0F-4E3B-A153-009C34E4EF42}">
      <dgm:prSet/>
      <dgm:spPr/>
      <dgm:t>
        <a:bodyPr/>
        <a:lstStyle/>
        <a:p>
          <a:endParaRPr lang="tr-TR">
            <a:latin typeface="Calibri" panose="020F0502020204030204" pitchFamily="34" charset="0"/>
          </a:endParaRPr>
        </a:p>
      </dgm:t>
    </dgm:pt>
    <dgm:pt modelId="{4A9A143A-4C75-4A39-958E-0E01B844B1B1}">
      <dgm:prSet phldrT="[Metin]"/>
      <dgm:spPr>
        <a:ln>
          <a:solidFill>
            <a:srgbClr val="C00000"/>
          </a:solidFill>
        </a:ln>
      </dgm:spPr>
      <dgm:t>
        <a:bodyPr/>
        <a:lstStyle/>
        <a:p>
          <a:r>
            <a:rPr lang="tr-TR" dirty="0" err="1">
              <a:latin typeface="Calibri" panose="020F0502020204030204" pitchFamily="34" charset="0"/>
            </a:rPr>
            <a:t>bbb</a:t>
          </a:r>
          <a:endParaRPr lang="tr-TR" dirty="0">
            <a:latin typeface="Calibri" panose="020F0502020204030204" pitchFamily="34" charset="0"/>
          </a:endParaRPr>
        </a:p>
      </dgm:t>
    </dgm:pt>
    <dgm:pt modelId="{6515EADE-395B-4175-B828-4DBAC3EF3899}" type="parTrans" cxnId="{7163B568-2321-461F-A2B1-83448D065343}">
      <dgm:prSet/>
      <dgm:spPr/>
      <dgm:t>
        <a:bodyPr/>
        <a:lstStyle/>
        <a:p>
          <a:endParaRPr lang="tr-TR">
            <a:latin typeface="Calibri" panose="020F0502020204030204" pitchFamily="34" charset="0"/>
          </a:endParaRPr>
        </a:p>
      </dgm:t>
    </dgm:pt>
    <dgm:pt modelId="{437B7596-C529-4021-8FC3-82581346B311}" type="sibTrans" cxnId="{7163B568-2321-461F-A2B1-83448D065343}">
      <dgm:prSet/>
      <dgm:spPr/>
      <dgm:t>
        <a:bodyPr/>
        <a:lstStyle/>
        <a:p>
          <a:endParaRPr lang="tr-TR">
            <a:latin typeface="Calibri" panose="020F0502020204030204" pitchFamily="34" charset="0"/>
          </a:endParaRPr>
        </a:p>
      </dgm:t>
    </dgm:pt>
    <dgm:pt modelId="{6F3F1C93-CAAD-42CB-B91C-425A7BA15813}" type="pres">
      <dgm:prSet presAssocID="{041BE7B4-426E-477B-A7F6-3466F6413065}" presName="linearFlow" presStyleCnt="0">
        <dgm:presLayoutVars>
          <dgm:dir/>
          <dgm:animLvl val="lvl"/>
          <dgm:resizeHandles val="exact"/>
        </dgm:presLayoutVars>
      </dgm:prSet>
      <dgm:spPr/>
    </dgm:pt>
    <dgm:pt modelId="{E8FE98B0-0E98-452C-8F4A-3B7857497FF1}" type="pres">
      <dgm:prSet presAssocID="{B63135B1-B077-44D9-9572-97B3F4DCB0D7}" presName="composite" presStyleCnt="0"/>
      <dgm:spPr/>
    </dgm:pt>
    <dgm:pt modelId="{FECAA70C-324D-4A58-BD01-E3F86F34F8FB}" type="pres">
      <dgm:prSet presAssocID="{B63135B1-B077-44D9-9572-97B3F4DCB0D7}" presName="parTx" presStyleLbl="node1" presStyleIdx="0" presStyleCnt="3">
        <dgm:presLayoutVars>
          <dgm:chMax val="0"/>
          <dgm:chPref val="0"/>
          <dgm:bulletEnabled val="1"/>
        </dgm:presLayoutVars>
      </dgm:prSet>
      <dgm:spPr/>
    </dgm:pt>
    <dgm:pt modelId="{1D032638-D6C3-4A38-BDCE-9ED7267D9152}" type="pres">
      <dgm:prSet presAssocID="{B63135B1-B077-44D9-9572-97B3F4DCB0D7}" presName="parSh" presStyleLbl="node1" presStyleIdx="0" presStyleCnt="3"/>
      <dgm:spPr/>
    </dgm:pt>
    <dgm:pt modelId="{440D806B-8088-4F7D-A775-6230ADE2EE3C}" type="pres">
      <dgm:prSet presAssocID="{B63135B1-B077-44D9-9572-97B3F4DCB0D7}" presName="desTx" presStyleLbl="fgAcc1" presStyleIdx="0" presStyleCnt="3">
        <dgm:presLayoutVars>
          <dgm:bulletEnabled val="1"/>
        </dgm:presLayoutVars>
      </dgm:prSet>
      <dgm:spPr/>
    </dgm:pt>
    <dgm:pt modelId="{C318563C-919E-4B48-B221-55DE1EA62865}" type="pres">
      <dgm:prSet presAssocID="{FF53E452-B2B0-4938-BBEB-28A81DDD6598}" presName="sibTrans" presStyleLbl="sibTrans2D1" presStyleIdx="0" presStyleCnt="2"/>
      <dgm:spPr/>
    </dgm:pt>
    <dgm:pt modelId="{E58EC67A-CD7B-43FB-9CE0-724B3FFC6F0A}" type="pres">
      <dgm:prSet presAssocID="{FF53E452-B2B0-4938-BBEB-28A81DDD6598}" presName="connTx" presStyleLbl="sibTrans2D1" presStyleIdx="0" presStyleCnt="2"/>
      <dgm:spPr/>
    </dgm:pt>
    <dgm:pt modelId="{F169D6DD-8ED1-46AC-AA7E-A076B9D9B28A}" type="pres">
      <dgm:prSet presAssocID="{DB3AADC2-657C-4952-B8CA-445C9F41AE4E}" presName="composite" presStyleCnt="0"/>
      <dgm:spPr/>
    </dgm:pt>
    <dgm:pt modelId="{65A2CE58-C9BF-4644-8406-8C7370B0E97C}" type="pres">
      <dgm:prSet presAssocID="{DB3AADC2-657C-4952-B8CA-445C9F41AE4E}" presName="parTx" presStyleLbl="node1" presStyleIdx="0" presStyleCnt="3">
        <dgm:presLayoutVars>
          <dgm:chMax val="0"/>
          <dgm:chPref val="0"/>
          <dgm:bulletEnabled val="1"/>
        </dgm:presLayoutVars>
      </dgm:prSet>
      <dgm:spPr/>
    </dgm:pt>
    <dgm:pt modelId="{EE53EA12-61AD-4F0E-84B8-2316C1632813}" type="pres">
      <dgm:prSet presAssocID="{DB3AADC2-657C-4952-B8CA-445C9F41AE4E}" presName="parSh" presStyleLbl="node1" presStyleIdx="1" presStyleCnt="3"/>
      <dgm:spPr/>
    </dgm:pt>
    <dgm:pt modelId="{361F9BB2-C936-4F7F-BD3E-E56DFCB027F4}" type="pres">
      <dgm:prSet presAssocID="{DB3AADC2-657C-4952-B8CA-445C9F41AE4E}" presName="desTx" presStyleLbl="fgAcc1" presStyleIdx="1" presStyleCnt="3">
        <dgm:presLayoutVars>
          <dgm:bulletEnabled val="1"/>
        </dgm:presLayoutVars>
      </dgm:prSet>
      <dgm:spPr/>
    </dgm:pt>
    <dgm:pt modelId="{C67AF235-1CD5-4BD9-B44E-14EF190F6F74}" type="pres">
      <dgm:prSet presAssocID="{FD7CF67B-F1FE-47C5-8485-FB6D50B569F7}" presName="sibTrans" presStyleLbl="sibTrans2D1" presStyleIdx="1" presStyleCnt="2"/>
      <dgm:spPr/>
    </dgm:pt>
    <dgm:pt modelId="{8226DEA8-E2A1-4853-80F1-1AE345D71863}" type="pres">
      <dgm:prSet presAssocID="{FD7CF67B-F1FE-47C5-8485-FB6D50B569F7}" presName="connTx" presStyleLbl="sibTrans2D1" presStyleIdx="1" presStyleCnt="2"/>
      <dgm:spPr/>
    </dgm:pt>
    <dgm:pt modelId="{4FEBE96B-A59C-47D7-8DBA-72252B2D0FD7}" type="pres">
      <dgm:prSet presAssocID="{BE3CCA6C-70E1-455B-B2A1-05F9B2939CFA}" presName="composite" presStyleCnt="0"/>
      <dgm:spPr/>
    </dgm:pt>
    <dgm:pt modelId="{CBC0F1C8-4BFC-4DE2-9BF4-41BC701C8685}" type="pres">
      <dgm:prSet presAssocID="{BE3CCA6C-70E1-455B-B2A1-05F9B2939CFA}" presName="parTx" presStyleLbl="node1" presStyleIdx="1" presStyleCnt="3">
        <dgm:presLayoutVars>
          <dgm:chMax val="0"/>
          <dgm:chPref val="0"/>
          <dgm:bulletEnabled val="1"/>
        </dgm:presLayoutVars>
      </dgm:prSet>
      <dgm:spPr/>
    </dgm:pt>
    <dgm:pt modelId="{1A22E20E-410F-4940-A8E7-8DEA9FFBA967}" type="pres">
      <dgm:prSet presAssocID="{BE3CCA6C-70E1-455B-B2A1-05F9B2939CFA}" presName="parSh" presStyleLbl="node1" presStyleIdx="2" presStyleCnt="3" custLinFactNeighborX="-1153" custLinFactNeighborY="-11"/>
      <dgm:spPr/>
    </dgm:pt>
    <dgm:pt modelId="{7BAC89E4-AEAA-43FE-BF1F-36250DBA7ADB}" type="pres">
      <dgm:prSet presAssocID="{BE3CCA6C-70E1-455B-B2A1-05F9B2939CFA}" presName="desTx" presStyleLbl="fgAcc1" presStyleIdx="2" presStyleCnt="3">
        <dgm:presLayoutVars>
          <dgm:bulletEnabled val="1"/>
        </dgm:presLayoutVars>
      </dgm:prSet>
      <dgm:spPr/>
    </dgm:pt>
  </dgm:ptLst>
  <dgm:cxnLst>
    <dgm:cxn modelId="{AFFD4C08-BF29-4569-BE97-A122D9436A30}" type="presOf" srcId="{FD7CF67B-F1FE-47C5-8485-FB6D50B569F7}" destId="{C67AF235-1CD5-4BD9-B44E-14EF190F6F74}" srcOrd="0" destOrd="0" presId="urn:microsoft.com/office/officeart/2005/8/layout/process3"/>
    <dgm:cxn modelId="{BEE59C0F-8141-4D23-9ED6-D70B8D4E3C37}" type="presOf" srcId="{041BE7B4-426E-477B-A7F6-3466F6413065}" destId="{6F3F1C93-CAAD-42CB-B91C-425A7BA15813}" srcOrd="0" destOrd="0" presId="urn:microsoft.com/office/officeart/2005/8/layout/process3"/>
    <dgm:cxn modelId="{F45C8915-7BAC-4F34-8C36-83F330398E6C}" type="presOf" srcId="{DB3AADC2-657C-4952-B8CA-445C9F41AE4E}" destId="{65A2CE58-C9BF-4644-8406-8C7370B0E97C}" srcOrd="0" destOrd="0" presId="urn:microsoft.com/office/officeart/2005/8/layout/process3"/>
    <dgm:cxn modelId="{503D5F21-7779-41BB-B4F8-54859D9F398D}" type="presOf" srcId="{B63135B1-B077-44D9-9572-97B3F4DCB0D7}" destId="{FECAA70C-324D-4A58-BD01-E3F86F34F8FB}" srcOrd="0" destOrd="0" presId="urn:microsoft.com/office/officeart/2005/8/layout/process3"/>
    <dgm:cxn modelId="{C20C0E2A-CD0C-461B-9934-02712CD46ECC}" type="presOf" srcId="{DB3AADC2-657C-4952-B8CA-445C9F41AE4E}" destId="{EE53EA12-61AD-4F0E-84B8-2316C1632813}" srcOrd="1" destOrd="0" presId="urn:microsoft.com/office/officeart/2005/8/layout/process3"/>
    <dgm:cxn modelId="{D36F7E31-5548-4968-B9A3-3B3EB1DB1040}" type="presOf" srcId="{FD7CF67B-F1FE-47C5-8485-FB6D50B569F7}" destId="{8226DEA8-E2A1-4853-80F1-1AE345D71863}" srcOrd="1" destOrd="0" presId="urn:microsoft.com/office/officeart/2005/8/layout/process3"/>
    <dgm:cxn modelId="{DA6A9340-5197-417C-924B-D19CEE76D261}" type="presOf" srcId="{7BAE91FC-D003-4E24-9FFA-426F37B1F1D0}" destId="{361F9BB2-C936-4F7F-BD3E-E56DFCB027F4}" srcOrd="0" destOrd="0" presId="urn:microsoft.com/office/officeart/2005/8/layout/process3"/>
    <dgm:cxn modelId="{F3C0CB40-3E0F-4E3B-A153-009C34E4EF42}" srcId="{041BE7B4-426E-477B-A7F6-3466F6413065}" destId="{BE3CCA6C-70E1-455B-B2A1-05F9B2939CFA}" srcOrd="2" destOrd="0" parTransId="{87CD77BF-7EA6-48D1-89F4-D5AE810BDF4D}" sibTransId="{E6EE2098-3395-4944-AC73-EE9BECABF0D4}"/>
    <dgm:cxn modelId="{7163B568-2321-461F-A2B1-83448D065343}" srcId="{BE3CCA6C-70E1-455B-B2A1-05F9B2939CFA}" destId="{4A9A143A-4C75-4A39-958E-0E01B844B1B1}" srcOrd="0" destOrd="0" parTransId="{6515EADE-395B-4175-B828-4DBAC3EF3899}" sibTransId="{437B7596-C529-4021-8FC3-82581346B311}"/>
    <dgm:cxn modelId="{75F07B4E-7E68-45ED-B336-1A9AFFA15AF0}" type="presOf" srcId="{B63135B1-B077-44D9-9572-97B3F4DCB0D7}" destId="{1D032638-D6C3-4A38-BDCE-9ED7267D9152}" srcOrd="1" destOrd="0" presId="urn:microsoft.com/office/officeart/2005/8/layout/process3"/>
    <dgm:cxn modelId="{DA705175-FB3A-469B-97F8-0EE5B52123F0}" type="presOf" srcId="{BE3CCA6C-70E1-455B-B2A1-05F9B2939CFA}" destId="{CBC0F1C8-4BFC-4DE2-9BF4-41BC701C8685}" srcOrd="0" destOrd="0" presId="urn:microsoft.com/office/officeart/2005/8/layout/process3"/>
    <dgm:cxn modelId="{4F5FF959-40AB-455A-A1B0-21373177CFD2}" type="presOf" srcId="{FF53E452-B2B0-4938-BBEB-28A81DDD6598}" destId="{C318563C-919E-4B48-B221-55DE1EA62865}" srcOrd="0" destOrd="0" presId="urn:microsoft.com/office/officeart/2005/8/layout/process3"/>
    <dgm:cxn modelId="{11F2247C-5CC5-49BC-8BEF-DB4FC7049DCF}" type="presOf" srcId="{4A9A143A-4C75-4A39-958E-0E01B844B1B1}" destId="{7BAC89E4-AEAA-43FE-BF1F-36250DBA7ADB}" srcOrd="0" destOrd="0" presId="urn:microsoft.com/office/officeart/2005/8/layout/process3"/>
    <dgm:cxn modelId="{BD4AF493-17F3-42FC-9E78-11AA06A0F5F3}" srcId="{041BE7B4-426E-477B-A7F6-3466F6413065}" destId="{B63135B1-B077-44D9-9572-97B3F4DCB0D7}" srcOrd="0" destOrd="0" parTransId="{C9422FE2-A16B-4407-96FE-036A7523DE97}" sibTransId="{FF53E452-B2B0-4938-BBEB-28A81DDD6598}"/>
    <dgm:cxn modelId="{2A0BBAA3-E1B4-42AC-BC53-5DDD4BFCB68A}" type="presOf" srcId="{FF53E452-B2B0-4938-BBEB-28A81DDD6598}" destId="{E58EC67A-CD7B-43FB-9CE0-724B3FFC6F0A}" srcOrd="1" destOrd="0" presId="urn:microsoft.com/office/officeart/2005/8/layout/process3"/>
    <dgm:cxn modelId="{5A9F74AC-994C-4DD2-84B4-9D67F33ABC4A}" srcId="{DB3AADC2-657C-4952-B8CA-445C9F41AE4E}" destId="{7BAE91FC-D003-4E24-9FFA-426F37B1F1D0}" srcOrd="0" destOrd="0" parTransId="{0BDFC28A-579D-4CD5-826E-9CE8C0508098}" sibTransId="{3BBA6E10-D2B5-41D4-AD50-84661C63D582}"/>
    <dgm:cxn modelId="{A94229C1-60AE-4C4D-B1B6-CBC7A4598B78}" srcId="{B63135B1-B077-44D9-9572-97B3F4DCB0D7}" destId="{E2AD256F-CA58-4421-ABFD-163747B79CBF}" srcOrd="0" destOrd="0" parTransId="{32807E9B-0D2F-44B6-A42E-678BFB0E35B2}" sibTransId="{75507185-912A-4A89-9058-4DC1CC79912A}"/>
    <dgm:cxn modelId="{8B6869CC-70DC-4DC2-B74C-6039B8634DD2}" srcId="{041BE7B4-426E-477B-A7F6-3466F6413065}" destId="{DB3AADC2-657C-4952-B8CA-445C9F41AE4E}" srcOrd="1" destOrd="0" parTransId="{AF4F3CAA-11FD-459E-997C-D348E279CABD}" sibTransId="{FD7CF67B-F1FE-47C5-8485-FB6D50B569F7}"/>
    <dgm:cxn modelId="{BFFD00E3-199D-491B-9607-F2D8ED0F735D}" type="presOf" srcId="{E2AD256F-CA58-4421-ABFD-163747B79CBF}" destId="{440D806B-8088-4F7D-A775-6230ADE2EE3C}" srcOrd="0" destOrd="0" presId="urn:microsoft.com/office/officeart/2005/8/layout/process3"/>
    <dgm:cxn modelId="{CB004FF1-601E-46D9-9A9F-C236AE1D0D25}" type="presOf" srcId="{BE3CCA6C-70E1-455B-B2A1-05F9B2939CFA}" destId="{1A22E20E-410F-4940-A8E7-8DEA9FFBA967}" srcOrd="1" destOrd="0" presId="urn:microsoft.com/office/officeart/2005/8/layout/process3"/>
    <dgm:cxn modelId="{480FD1CB-5608-40FF-BC5E-27083FB6EA82}" type="presParOf" srcId="{6F3F1C93-CAAD-42CB-B91C-425A7BA15813}" destId="{E8FE98B0-0E98-452C-8F4A-3B7857497FF1}" srcOrd="0" destOrd="0" presId="urn:microsoft.com/office/officeart/2005/8/layout/process3"/>
    <dgm:cxn modelId="{E4861BBD-3F2C-4901-8195-4AF7DD7A92B5}" type="presParOf" srcId="{E8FE98B0-0E98-452C-8F4A-3B7857497FF1}" destId="{FECAA70C-324D-4A58-BD01-E3F86F34F8FB}" srcOrd="0" destOrd="0" presId="urn:microsoft.com/office/officeart/2005/8/layout/process3"/>
    <dgm:cxn modelId="{741C00F6-879A-479A-822A-B788C3B121DC}" type="presParOf" srcId="{E8FE98B0-0E98-452C-8F4A-3B7857497FF1}" destId="{1D032638-D6C3-4A38-BDCE-9ED7267D9152}" srcOrd="1" destOrd="0" presId="urn:microsoft.com/office/officeart/2005/8/layout/process3"/>
    <dgm:cxn modelId="{97F1D258-23ED-4163-95AA-13871D065527}" type="presParOf" srcId="{E8FE98B0-0E98-452C-8F4A-3B7857497FF1}" destId="{440D806B-8088-4F7D-A775-6230ADE2EE3C}" srcOrd="2" destOrd="0" presId="urn:microsoft.com/office/officeart/2005/8/layout/process3"/>
    <dgm:cxn modelId="{AE76609C-5EC2-4BED-93E5-6C153B0647F0}" type="presParOf" srcId="{6F3F1C93-CAAD-42CB-B91C-425A7BA15813}" destId="{C318563C-919E-4B48-B221-55DE1EA62865}" srcOrd="1" destOrd="0" presId="urn:microsoft.com/office/officeart/2005/8/layout/process3"/>
    <dgm:cxn modelId="{E57D6336-32DC-4852-A467-E5AD260AF01F}" type="presParOf" srcId="{C318563C-919E-4B48-B221-55DE1EA62865}" destId="{E58EC67A-CD7B-43FB-9CE0-724B3FFC6F0A}" srcOrd="0" destOrd="0" presId="urn:microsoft.com/office/officeart/2005/8/layout/process3"/>
    <dgm:cxn modelId="{E6BC1DFC-86E1-4793-AC9B-BC4ACA12937C}" type="presParOf" srcId="{6F3F1C93-CAAD-42CB-B91C-425A7BA15813}" destId="{F169D6DD-8ED1-46AC-AA7E-A076B9D9B28A}" srcOrd="2" destOrd="0" presId="urn:microsoft.com/office/officeart/2005/8/layout/process3"/>
    <dgm:cxn modelId="{4448E840-A17D-4B06-9A6A-AB64F3B99C42}" type="presParOf" srcId="{F169D6DD-8ED1-46AC-AA7E-A076B9D9B28A}" destId="{65A2CE58-C9BF-4644-8406-8C7370B0E97C}" srcOrd="0" destOrd="0" presId="urn:microsoft.com/office/officeart/2005/8/layout/process3"/>
    <dgm:cxn modelId="{58BACAE9-4A1B-4354-A13A-6685D92D54FB}" type="presParOf" srcId="{F169D6DD-8ED1-46AC-AA7E-A076B9D9B28A}" destId="{EE53EA12-61AD-4F0E-84B8-2316C1632813}" srcOrd="1" destOrd="0" presId="urn:microsoft.com/office/officeart/2005/8/layout/process3"/>
    <dgm:cxn modelId="{92D4BC99-57DE-4155-A0C5-0529F6B34922}" type="presParOf" srcId="{F169D6DD-8ED1-46AC-AA7E-A076B9D9B28A}" destId="{361F9BB2-C936-4F7F-BD3E-E56DFCB027F4}" srcOrd="2" destOrd="0" presId="urn:microsoft.com/office/officeart/2005/8/layout/process3"/>
    <dgm:cxn modelId="{13838D37-0732-4178-B4EA-30306CA20F8F}" type="presParOf" srcId="{6F3F1C93-CAAD-42CB-B91C-425A7BA15813}" destId="{C67AF235-1CD5-4BD9-B44E-14EF190F6F74}" srcOrd="3" destOrd="0" presId="urn:microsoft.com/office/officeart/2005/8/layout/process3"/>
    <dgm:cxn modelId="{A0883F71-3847-4B0A-A890-883AE90CC872}" type="presParOf" srcId="{C67AF235-1CD5-4BD9-B44E-14EF190F6F74}" destId="{8226DEA8-E2A1-4853-80F1-1AE345D71863}" srcOrd="0" destOrd="0" presId="urn:microsoft.com/office/officeart/2005/8/layout/process3"/>
    <dgm:cxn modelId="{3B08B868-6D01-47D8-9344-7129CB104CDC}" type="presParOf" srcId="{6F3F1C93-CAAD-42CB-B91C-425A7BA15813}" destId="{4FEBE96B-A59C-47D7-8DBA-72252B2D0FD7}" srcOrd="4" destOrd="0" presId="urn:microsoft.com/office/officeart/2005/8/layout/process3"/>
    <dgm:cxn modelId="{337E762A-D6E1-4DC9-9C52-B4175D925CF9}" type="presParOf" srcId="{4FEBE96B-A59C-47D7-8DBA-72252B2D0FD7}" destId="{CBC0F1C8-4BFC-4DE2-9BF4-41BC701C8685}" srcOrd="0" destOrd="0" presId="urn:microsoft.com/office/officeart/2005/8/layout/process3"/>
    <dgm:cxn modelId="{0C78CEA9-7B2E-4562-BA4E-9F3544A52084}" type="presParOf" srcId="{4FEBE96B-A59C-47D7-8DBA-72252B2D0FD7}" destId="{1A22E20E-410F-4940-A8E7-8DEA9FFBA967}" srcOrd="1" destOrd="0" presId="urn:microsoft.com/office/officeart/2005/8/layout/process3"/>
    <dgm:cxn modelId="{60801B6E-53F1-462A-9BA2-E1D90C464312}" type="presParOf" srcId="{4FEBE96B-A59C-47D7-8DBA-72252B2D0FD7}" destId="{7BAC89E4-AEAA-43FE-BF1F-36250DBA7ADB}"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032638-D6C3-4A38-BDCE-9ED7267D9152}">
      <dsp:nvSpPr>
        <dsp:cNvPr id="0" name=""/>
        <dsp:cNvSpPr/>
      </dsp:nvSpPr>
      <dsp:spPr>
        <a:xfrm>
          <a:off x="5634" y="16687"/>
          <a:ext cx="2562027" cy="1598400"/>
        </a:xfrm>
        <a:prstGeom prst="roundRect">
          <a:avLst>
            <a:gd name="adj" fmla="val 10000"/>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3144" tIns="263144" rIns="263144" bIns="140970" numCol="1" spcCol="1270" anchor="t" anchorCtr="0">
          <a:noAutofit/>
        </a:bodyPr>
        <a:lstStyle/>
        <a:p>
          <a:pPr marL="0" lvl="0" indent="0" algn="l" defTabSz="1644650">
            <a:lnSpc>
              <a:spcPct val="90000"/>
            </a:lnSpc>
            <a:spcBef>
              <a:spcPct val="0"/>
            </a:spcBef>
            <a:spcAft>
              <a:spcPct val="35000"/>
            </a:spcAft>
            <a:buNone/>
          </a:pPr>
          <a:r>
            <a:rPr lang="tr-TR" sz="3700" kern="1200" dirty="0" err="1">
              <a:latin typeface="Calibri" panose="020F0502020204030204" pitchFamily="34" charset="0"/>
            </a:rPr>
            <a:t>abc</a:t>
          </a:r>
          <a:endParaRPr lang="tr-TR" sz="3700" kern="1200" dirty="0">
            <a:latin typeface="Calibri" panose="020F0502020204030204" pitchFamily="34" charset="0"/>
          </a:endParaRPr>
        </a:p>
      </dsp:txBody>
      <dsp:txXfrm>
        <a:off x="5634" y="16687"/>
        <a:ext cx="2562027" cy="1024811"/>
      </dsp:txXfrm>
    </dsp:sp>
    <dsp:sp modelId="{440D806B-8088-4F7D-A775-6230ADE2EE3C}">
      <dsp:nvSpPr>
        <dsp:cNvPr id="0" name=""/>
        <dsp:cNvSpPr/>
      </dsp:nvSpPr>
      <dsp:spPr>
        <a:xfrm>
          <a:off x="530387" y="1041499"/>
          <a:ext cx="2562027" cy="2131200"/>
        </a:xfrm>
        <a:prstGeom prst="roundRect">
          <a:avLst>
            <a:gd name="adj" fmla="val 10000"/>
          </a:avLst>
        </a:prstGeom>
        <a:solidFill>
          <a:schemeClr val="lt1">
            <a:alpha val="90000"/>
            <a:hueOff val="0"/>
            <a:satOff val="0"/>
            <a:lumOff val="0"/>
            <a:alphaOff val="0"/>
          </a:schemeClr>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263144" tIns="263144" rIns="263144" bIns="263144" numCol="1" spcCol="1270" anchor="t" anchorCtr="0">
          <a:noAutofit/>
        </a:bodyPr>
        <a:lstStyle/>
        <a:p>
          <a:pPr marL="285750" lvl="1" indent="-285750" algn="l" defTabSz="1644650">
            <a:lnSpc>
              <a:spcPct val="90000"/>
            </a:lnSpc>
            <a:spcBef>
              <a:spcPct val="0"/>
            </a:spcBef>
            <a:spcAft>
              <a:spcPct val="15000"/>
            </a:spcAft>
            <a:buChar char="•"/>
          </a:pPr>
          <a:r>
            <a:rPr lang="tr-TR" sz="3700" kern="1200" dirty="0" err="1">
              <a:latin typeface="Calibri" panose="020F0502020204030204" pitchFamily="34" charset="0"/>
            </a:rPr>
            <a:t>abc</a:t>
          </a:r>
          <a:endParaRPr lang="tr-TR" sz="3700" kern="1200" dirty="0">
            <a:latin typeface="Calibri" panose="020F0502020204030204" pitchFamily="34" charset="0"/>
          </a:endParaRPr>
        </a:p>
      </dsp:txBody>
      <dsp:txXfrm>
        <a:off x="592808" y="1103920"/>
        <a:ext cx="2437185" cy="2006358"/>
      </dsp:txXfrm>
    </dsp:sp>
    <dsp:sp modelId="{C318563C-919E-4B48-B221-55DE1EA62865}">
      <dsp:nvSpPr>
        <dsp:cNvPr id="0" name=""/>
        <dsp:cNvSpPr/>
      </dsp:nvSpPr>
      <dsp:spPr>
        <a:xfrm>
          <a:off x="2956056" y="210158"/>
          <a:ext cx="823395" cy="637870"/>
        </a:xfrm>
        <a:prstGeom prst="rightArrow">
          <a:avLst>
            <a:gd name="adj1" fmla="val 60000"/>
            <a:gd name="adj2" fmla="val 50000"/>
          </a:avLst>
        </a:prstGeom>
        <a:solidFill>
          <a:schemeClr val="bg2">
            <a:lumMod val="40000"/>
            <a:lumOff val="6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endParaRPr lang="tr-TR" sz="2700" kern="1200">
            <a:latin typeface="Calibri" panose="020F0502020204030204" pitchFamily="34" charset="0"/>
          </a:endParaRPr>
        </a:p>
      </dsp:txBody>
      <dsp:txXfrm>
        <a:off x="2956056" y="337732"/>
        <a:ext cx="632034" cy="382722"/>
      </dsp:txXfrm>
    </dsp:sp>
    <dsp:sp modelId="{EE53EA12-61AD-4F0E-84B8-2316C1632813}">
      <dsp:nvSpPr>
        <dsp:cNvPr id="0" name=""/>
        <dsp:cNvSpPr/>
      </dsp:nvSpPr>
      <dsp:spPr>
        <a:xfrm>
          <a:off x="4121239" y="16687"/>
          <a:ext cx="2562027" cy="1598400"/>
        </a:xfrm>
        <a:prstGeom prst="roundRect">
          <a:avLst>
            <a:gd name="adj" fmla="val 10000"/>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3144" tIns="263144" rIns="263144" bIns="140970" numCol="1" spcCol="1270" anchor="t" anchorCtr="0">
          <a:noAutofit/>
        </a:bodyPr>
        <a:lstStyle/>
        <a:p>
          <a:pPr marL="0" lvl="0" indent="0" algn="l" defTabSz="1644650">
            <a:lnSpc>
              <a:spcPct val="90000"/>
            </a:lnSpc>
            <a:spcBef>
              <a:spcPct val="0"/>
            </a:spcBef>
            <a:spcAft>
              <a:spcPct val="35000"/>
            </a:spcAft>
            <a:buNone/>
          </a:pPr>
          <a:r>
            <a:rPr lang="tr-TR" sz="3700" kern="1200" dirty="0" err="1">
              <a:latin typeface="Calibri" panose="020F0502020204030204" pitchFamily="34" charset="0"/>
            </a:rPr>
            <a:t>bca</a:t>
          </a:r>
          <a:endParaRPr lang="tr-TR" sz="3700" kern="1200" dirty="0">
            <a:latin typeface="Calibri" panose="020F0502020204030204" pitchFamily="34" charset="0"/>
          </a:endParaRPr>
        </a:p>
      </dsp:txBody>
      <dsp:txXfrm>
        <a:off x="4121239" y="16687"/>
        <a:ext cx="2562027" cy="1024811"/>
      </dsp:txXfrm>
    </dsp:sp>
    <dsp:sp modelId="{361F9BB2-C936-4F7F-BD3E-E56DFCB027F4}">
      <dsp:nvSpPr>
        <dsp:cNvPr id="0" name=""/>
        <dsp:cNvSpPr/>
      </dsp:nvSpPr>
      <dsp:spPr>
        <a:xfrm>
          <a:off x="4645991" y="1041499"/>
          <a:ext cx="2562027" cy="2131200"/>
        </a:xfrm>
        <a:prstGeom prst="roundRect">
          <a:avLst>
            <a:gd name="adj" fmla="val 10000"/>
          </a:avLst>
        </a:prstGeom>
        <a:solidFill>
          <a:schemeClr val="lt1">
            <a:alpha val="90000"/>
            <a:hueOff val="0"/>
            <a:satOff val="0"/>
            <a:lumOff val="0"/>
            <a:alphaOff val="0"/>
          </a:schemeClr>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263144" tIns="263144" rIns="263144" bIns="263144" numCol="1" spcCol="1270" anchor="t" anchorCtr="0">
          <a:noAutofit/>
        </a:bodyPr>
        <a:lstStyle/>
        <a:p>
          <a:pPr marL="285750" lvl="1" indent="-285750" algn="l" defTabSz="1644650">
            <a:lnSpc>
              <a:spcPct val="90000"/>
            </a:lnSpc>
            <a:spcBef>
              <a:spcPct val="0"/>
            </a:spcBef>
            <a:spcAft>
              <a:spcPct val="15000"/>
            </a:spcAft>
            <a:buChar char="•"/>
          </a:pPr>
          <a:r>
            <a:rPr lang="tr-TR" sz="3700" kern="1200" dirty="0" err="1">
              <a:latin typeface="Calibri" panose="020F0502020204030204" pitchFamily="34" charset="0"/>
            </a:rPr>
            <a:t>dba</a:t>
          </a:r>
          <a:endParaRPr lang="tr-TR" sz="3700" kern="1200" dirty="0">
            <a:latin typeface="Calibri" panose="020F0502020204030204" pitchFamily="34" charset="0"/>
          </a:endParaRPr>
        </a:p>
      </dsp:txBody>
      <dsp:txXfrm>
        <a:off x="4708412" y="1103920"/>
        <a:ext cx="2437185" cy="2006358"/>
      </dsp:txXfrm>
    </dsp:sp>
    <dsp:sp modelId="{C67AF235-1CD5-4BD9-B44E-14EF190F6F74}">
      <dsp:nvSpPr>
        <dsp:cNvPr id="0" name=""/>
        <dsp:cNvSpPr/>
      </dsp:nvSpPr>
      <dsp:spPr>
        <a:xfrm rot="21599852">
          <a:off x="7064276" y="210069"/>
          <a:ext cx="807739" cy="637870"/>
        </a:xfrm>
        <a:prstGeom prst="rightArrow">
          <a:avLst>
            <a:gd name="adj1" fmla="val 60000"/>
            <a:gd name="adj2" fmla="val 50000"/>
          </a:avLst>
        </a:prstGeom>
        <a:solidFill>
          <a:schemeClr val="bg2">
            <a:lumMod val="40000"/>
            <a:lumOff val="6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endParaRPr lang="tr-TR" sz="2700" kern="1200">
            <a:latin typeface="Calibri" panose="020F0502020204030204" pitchFamily="34" charset="0"/>
          </a:endParaRPr>
        </a:p>
      </dsp:txBody>
      <dsp:txXfrm>
        <a:off x="7064276" y="337647"/>
        <a:ext cx="616378" cy="382722"/>
      </dsp:txXfrm>
    </dsp:sp>
    <dsp:sp modelId="{1A22E20E-410F-4940-A8E7-8DEA9FFBA967}">
      <dsp:nvSpPr>
        <dsp:cNvPr id="0" name=""/>
        <dsp:cNvSpPr/>
      </dsp:nvSpPr>
      <dsp:spPr>
        <a:xfrm>
          <a:off x="8207303" y="16512"/>
          <a:ext cx="2562027" cy="1598400"/>
        </a:xfrm>
        <a:prstGeom prst="roundRect">
          <a:avLst>
            <a:gd name="adj" fmla="val 10000"/>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3144" tIns="263144" rIns="263144" bIns="140970" numCol="1" spcCol="1270" anchor="t" anchorCtr="0">
          <a:noAutofit/>
        </a:bodyPr>
        <a:lstStyle/>
        <a:p>
          <a:pPr marL="0" lvl="0" indent="0" algn="l" defTabSz="1644650">
            <a:lnSpc>
              <a:spcPct val="90000"/>
            </a:lnSpc>
            <a:spcBef>
              <a:spcPct val="0"/>
            </a:spcBef>
            <a:spcAft>
              <a:spcPct val="35000"/>
            </a:spcAft>
            <a:buNone/>
          </a:pPr>
          <a:r>
            <a:rPr lang="tr-TR" sz="3700" kern="1200" dirty="0" err="1">
              <a:latin typeface="Calibri" panose="020F0502020204030204" pitchFamily="34" charset="0"/>
            </a:rPr>
            <a:t>bbb</a:t>
          </a:r>
          <a:endParaRPr lang="tr-TR" sz="3700" kern="1200" dirty="0">
            <a:latin typeface="Calibri" panose="020F0502020204030204" pitchFamily="34" charset="0"/>
          </a:endParaRPr>
        </a:p>
      </dsp:txBody>
      <dsp:txXfrm>
        <a:off x="8207303" y="16512"/>
        <a:ext cx="2562027" cy="1024811"/>
      </dsp:txXfrm>
    </dsp:sp>
    <dsp:sp modelId="{7BAC89E4-AEAA-43FE-BF1F-36250DBA7ADB}">
      <dsp:nvSpPr>
        <dsp:cNvPr id="0" name=""/>
        <dsp:cNvSpPr/>
      </dsp:nvSpPr>
      <dsp:spPr>
        <a:xfrm>
          <a:off x="8761596" y="1041499"/>
          <a:ext cx="2562027" cy="2131200"/>
        </a:xfrm>
        <a:prstGeom prst="roundRect">
          <a:avLst>
            <a:gd name="adj" fmla="val 10000"/>
          </a:avLst>
        </a:prstGeom>
        <a:solidFill>
          <a:schemeClr val="lt1">
            <a:alpha val="90000"/>
            <a:hueOff val="0"/>
            <a:satOff val="0"/>
            <a:lumOff val="0"/>
            <a:alphaOff val="0"/>
          </a:schemeClr>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263144" tIns="263144" rIns="263144" bIns="263144" numCol="1" spcCol="1270" anchor="t" anchorCtr="0">
          <a:noAutofit/>
        </a:bodyPr>
        <a:lstStyle/>
        <a:p>
          <a:pPr marL="285750" lvl="1" indent="-285750" algn="l" defTabSz="1644650">
            <a:lnSpc>
              <a:spcPct val="90000"/>
            </a:lnSpc>
            <a:spcBef>
              <a:spcPct val="0"/>
            </a:spcBef>
            <a:spcAft>
              <a:spcPct val="15000"/>
            </a:spcAft>
            <a:buChar char="•"/>
          </a:pPr>
          <a:r>
            <a:rPr lang="tr-TR" sz="3700" kern="1200" dirty="0" err="1">
              <a:latin typeface="Calibri" panose="020F0502020204030204" pitchFamily="34" charset="0"/>
            </a:rPr>
            <a:t>bbb</a:t>
          </a:r>
          <a:endParaRPr lang="tr-TR" sz="3700" kern="1200" dirty="0">
            <a:latin typeface="Calibri" panose="020F0502020204030204" pitchFamily="34" charset="0"/>
          </a:endParaRPr>
        </a:p>
      </dsp:txBody>
      <dsp:txXfrm>
        <a:off x="8824017" y="1103920"/>
        <a:ext cx="2437185" cy="2006358"/>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42478B06-6A38-4D9A-8235-039CB031A12B}" type="datetimeFigureOut">
              <a:rPr lang="tr-TR" smtClean="0"/>
              <a:t>3.10.2025</a:t>
            </a:fld>
            <a:endParaRPr lang="tr-TR"/>
          </a:p>
        </p:txBody>
      </p:sp>
      <p:sp>
        <p:nvSpPr>
          <p:cNvPr id="4" name="Slayt Görüntüsü Yer Tutucusu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322CD1B9-83A6-4443-98F3-89FCB3552544}" type="slidenum">
              <a:rPr lang="tr-TR" smtClean="0"/>
              <a:t>‹#›</a:t>
            </a:fld>
            <a:endParaRPr lang="tr-TR"/>
          </a:p>
        </p:txBody>
      </p:sp>
    </p:spTree>
    <p:extLst>
      <p:ext uri="{BB962C8B-B14F-4D97-AF65-F5344CB8AC3E}">
        <p14:creationId xmlns:p14="http://schemas.microsoft.com/office/powerpoint/2010/main" val="322657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322CD1B9-83A6-4443-98F3-89FCB3552544}" type="slidenum">
              <a:rPr lang="tr-TR" smtClean="0"/>
              <a:t>2</a:t>
            </a:fld>
            <a:endParaRPr lang="tr-TR"/>
          </a:p>
        </p:txBody>
      </p:sp>
    </p:spTree>
    <p:extLst>
      <p:ext uri="{BB962C8B-B14F-4D97-AF65-F5344CB8AC3E}">
        <p14:creationId xmlns:p14="http://schemas.microsoft.com/office/powerpoint/2010/main" val="16030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322CD1B9-83A6-4443-98F3-89FCB3552544}" type="slidenum">
              <a:rPr lang="tr-TR" smtClean="0"/>
              <a:t>3</a:t>
            </a:fld>
            <a:endParaRPr lang="tr-TR"/>
          </a:p>
        </p:txBody>
      </p:sp>
    </p:spTree>
    <p:extLst>
      <p:ext uri="{BB962C8B-B14F-4D97-AF65-F5344CB8AC3E}">
        <p14:creationId xmlns:p14="http://schemas.microsoft.com/office/powerpoint/2010/main" val="11687948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322CD1B9-83A6-4443-98F3-89FCB3552544}" type="slidenum">
              <a:rPr lang="tr-TR" smtClean="0"/>
              <a:t>12</a:t>
            </a:fld>
            <a:endParaRPr lang="tr-TR" dirty="0"/>
          </a:p>
        </p:txBody>
      </p:sp>
    </p:spTree>
    <p:extLst>
      <p:ext uri="{BB962C8B-B14F-4D97-AF65-F5344CB8AC3E}">
        <p14:creationId xmlns:p14="http://schemas.microsoft.com/office/powerpoint/2010/main" val="9067223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g715866b04c_1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715866b04c_1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8187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4"/>
        <p:cNvGrpSpPr/>
        <p:nvPr/>
      </p:nvGrpSpPr>
      <p:grpSpPr>
        <a:xfrm>
          <a:off x="0" y="0"/>
          <a:ext cx="0" cy="0"/>
          <a:chOff x="0" y="0"/>
          <a:chExt cx="0" cy="0"/>
        </a:xfrm>
      </p:grpSpPr>
      <p:sp>
        <p:nvSpPr>
          <p:cNvPr id="1445" name="Google Shape;1445;g715866b04c_1_4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6" name="Google Shape;1446;g715866b04c_1_4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3154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1"/>
        <p:cNvGrpSpPr/>
        <p:nvPr/>
      </p:nvGrpSpPr>
      <p:grpSpPr>
        <a:xfrm>
          <a:off x="0" y="0"/>
          <a:ext cx="0" cy="0"/>
          <a:chOff x="0" y="0"/>
          <a:chExt cx="0" cy="0"/>
        </a:xfrm>
      </p:grpSpPr>
      <p:sp>
        <p:nvSpPr>
          <p:cNvPr id="4232" name="Google Shape;4232;g715866b04c_1_3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3" name="Google Shape;4233;g715866b04c_1_3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4110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0"/>
        <p:cNvGrpSpPr/>
        <p:nvPr/>
      </p:nvGrpSpPr>
      <p:grpSpPr>
        <a:xfrm>
          <a:off x="0" y="0"/>
          <a:ext cx="0" cy="0"/>
          <a:chOff x="0" y="0"/>
          <a:chExt cx="0" cy="0"/>
        </a:xfrm>
      </p:grpSpPr>
      <p:sp>
        <p:nvSpPr>
          <p:cNvPr id="4651" name="Google Shape;4651;g715866b04c_1_36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2" name="Google Shape;4652;g715866b04c_1_36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70030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0"/>
        <p:cNvGrpSpPr/>
        <p:nvPr/>
      </p:nvGrpSpPr>
      <p:grpSpPr>
        <a:xfrm>
          <a:off x="0" y="0"/>
          <a:ext cx="0" cy="0"/>
          <a:chOff x="0" y="0"/>
          <a:chExt cx="0" cy="0"/>
        </a:xfrm>
      </p:grpSpPr>
      <p:sp>
        <p:nvSpPr>
          <p:cNvPr id="4821" name="Google Shape;4821;g715866b04c_1_38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2" name="Google Shape;4822;g715866b04c_1_38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592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5"/>
        <p:cNvGrpSpPr/>
        <p:nvPr/>
      </p:nvGrpSpPr>
      <p:grpSpPr>
        <a:xfrm>
          <a:off x="0" y="0"/>
          <a:ext cx="0" cy="0"/>
          <a:chOff x="0" y="0"/>
          <a:chExt cx="0" cy="0"/>
        </a:xfrm>
      </p:grpSpPr>
      <p:sp>
        <p:nvSpPr>
          <p:cNvPr id="5226" name="Google Shape;5226;g715866b04c_1_4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7" name="Google Shape;5227;g715866b04c_1_4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5086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7"/>
        <p:cNvGrpSpPr/>
        <p:nvPr/>
      </p:nvGrpSpPr>
      <p:grpSpPr>
        <a:xfrm>
          <a:off x="0" y="0"/>
          <a:ext cx="0" cy="0"/>
          <a:chOff x="0" y="0"/>
          <a:chExt cx="0" cy="0"/>
        </a:xfrm>
      </p:grpSpPr>
      <p:sp>
        <p:nvSpPr>
          <p:cNvPr id="7268" name="Google Shape;7268;g715866b04c_1_45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69" name="Google Shape;7269;g715866b04c_1_45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1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1"/>
        <p:cNvGrpSpPr/>
        <p:nvPr/>
      </p:nvGrpSpPr>
      <p:grpSpPr>
        <a:xfrm>
          <a:off x="0" y="0"/>
          <a:ext cx="0" cy="0"/>
          <a:chOff x="0" y="0"/>
          <a:chExt cx="0" cy="0"/>
        </a:xfrm>
      </p:grpSpPr>
      <p:sp>
        <p:nvSpPr>
          <p:cNvPr id="7682" name="Google Shape;7682;g715866b04c_1_50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83" name="Google Shape;7683;g715866b04c_1_50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12776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2"/>
        <p:cNvGrpSpPr/>
        <p:nvPr/>
      </p:nvGrpSpPr>
      <p:grpSpPr>
        <a:xfrm>
          <a:off x="0" y="0"/>
          <a:ext cx="0" cy="0"/>
          <a:chOff x="0" y="0"/>
          <a:chExt cx="0" cy="0"/>
        </a:xfrm>
      </p:grpSpPr>
      <p:sp>
        <p:nvSpPr>
          <p:cNvPr id="8043" name="Google Shape;8043;g715866b04c_1_5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44" name="Google Shape;8044;g715866b04c_1_5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04469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2"/>
        <p:cNvGrpSpPr/>
        <p:nvPr/>
      </p:nvGrpSpPr>
      <p:grpSpPr>
        <a:xfrm>
          <a:off x="0" y="0"/>
          <a:ext cx="0" cy="0"/>
          <a:chOff x="0" y="0"/>
          <a:chExt cx="0" cy="0"/>
        </a:xfrm>
      </p:grpSpPr>
      <p:sp>
        <p:nvSpPr>
          <p:cNvPr id="9173" name="Google Shape;9173;g715866b04c_1_64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74" name="Google Shape;9174;g715866b04c_1_64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47466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7"/>
        <p:cNvGrpSpPr/>
        <p:nvPr/>
      </p:nvGrpSpPr>
      <p:grpSpPr>
        <a:xfrm>
          <a:off x="0" y="0"/>
          <a:ext cx="0" cy="0"/>
          <a:chOff x="0" y="0"/>
          <a:chExt cx="0" cy="0"/>
        </a:xfrm>
      </p:grpSpPr>
      <p:sp>
        <p:nvSpPr>
          <p:cNvPr id="10088" name="Google Shape;10088;g715866b04c_1_74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89" name="Google Shape;10089;g715866b04c_1_74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3787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graphicFrame>
        <p:nvGraphicFramePr>
          <p:cNvPr id="7" name="Nesne 6" hidden="1"/>
          <p:cNvGraphicFramePr>
            <a:graphicFrameLocks noChangeAspect="1"/>
          </p:cNvGraphicFramePr>
          <p:nvPr userDrawn="1">
            <p:custDataLst>
              <p:tags r:id="rId1"/>
            </p:custDataLst>
            <p:extLst>
              <p:ext uri="{D42A27DB-BD31-4B8C-83A1-F6EECF244321}">
                <p14:modId xmlns:p14="http://schemas.microsoft.com/office/powerpoint/2010/main" val="265458642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Unvan 1"/>
          <p:cNvSpPr>
            <a:spLocks noGrp="1"/>
          </p:cNvSpPr>
          <p:nvPr>
            <p:ph type="ctrTitle"/>
          </p:nvPr>
        </p:nvSpPr>
        <p:spPr>
          <a:xfrm>
            <a:off x="1524000" y="1122363"/>
            <a:ext cx="9144000" cy="2387600"/>
          </a:xfrm>
        </p:spPr>
        <p:txBody>
          <a:bodyPr anchor="b"/>
          <a:lstStyle>
            <a:lvl1pPr algn="ctr">
              <a:defRPr sz="6000"/>
            </a:lvl1pPr>
          </a:lstStyle>
          <a:p>
            <a:r>
              <a:rPr lang="tr-TR"/>
              <a:t>Asıl başlık stili için tıklatın</a:t>
            </a: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5" name="Altbilgi Yer Tutucusu 4"/>
          <p:cNvSpPr>
            <a:spLocks noGrp="1"/>
          </p:cNvSpPr>
          <p:nvPr>
            <p:ph type="ftr" sz="quarter" idx="11"/>
          </p:nvPr>
        </p:nvSpPr>
        <p:spPr/>
        <p:txBody>
          <a:bodyPr/>
          <a:lstStyle/>
          <a:p>
            <a:endParaRPr lang="tr-TR" dirty="0"/>
          </a:p>
        </p:txBody>
      </p:sp>
      <p:sp>
        <p:nvSpPr>
          <p:cNvPr id="6" name="Slayt Numarası Yer Tutucusu 5"/>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706309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graphicFrame>
        <p:nvGraphicFramePr>
          <p:cNvPr id="7" name="Nesne 6" hidden="1"/>
          <p:cNvGraphicFramePr>
            <a:graphicFrameLocks noChangeAspect="1"/>
          </p:cNvGraphicFramePr>
          <p:nvPr userDrawn="1">
            <p:custDataLst>
              <p:tags r:id="rId1"/>
            </p:custDataLst>
            <p:extLst>
              <p:ext uri="{D42A27DB-BD31-4B8C-83A1-F6EECF244321}">
                <p14:modId xmlns:p14="http://schemas.microsoft.com/office/powerpoint/2010/main" val="383004542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Unvan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5" name="Altbilgi Yer Tutucusu 4"/>
          <p:cNvSpPr>
            <a:spLocks noGrp="1"/>
          </p:cNvSpPr>
          <p:nvPr>
            <p:ph type="ftr" sz="quarter" idx="11"/>
          </p:nvPr>
        </p:nvSpPr>
        <p:spPr/>
        <p:txBody>
          <a:bodyPr/>
          <a:lstStyle/>
          <a:p>
            <a:endParaRPr lang="tr-TR" dirty="0"/>
          </a:p>
        </p:txBody>
      </p:sp>
      <p:sp>
        <p:nvSpPr>
          <p:cNvPr id="6" name="Slayt Numarası Yer Tutucusu 5"/>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2629582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graphicFrame>
        <p:nvGraphicFramePr>
          <p:cNvPr id="8" name="Nesne 7" hidden="1"/>
          <p:cNvGraphicFramePr>
            <a:graphicFrameLocks noChangeAspect="1"/>
          </p:cNvGraphicFramePr>
          <p:nvPr userDrawn="1">
            <p:custDataLst>
              <p:tags r:id="rId1"/>
            </p:custDataLst>
            <p:extLst>
              <p:ext uri="{D42A27DB-BD31-4B8C-83A1-F6EECF244321}">
                <p14:modId xmlns:p14="http://schemas.microsoft.com/office/powerpoint/2010/main" val="164464852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Unvan 1"/>
          <p:cNvSpPr>
            <a:spLocks noGrp="1"/>
          </p:cNvSpPr>
          <p:nvPr>
            <p:ph type="title"/>
          </p:nvPr>
        </p:nvSpPr>
        <p:spPr>
          <a:xfrm>
            <a:off x="831850" y="1709738"/>
            <a:ext cx="10515600" cy="2852737"/>
          </a:xfrm>
        </p:spPr>
        <p:txBody>
          <a:bodyPr anchor="b"/>
          <a:lstStyle>
            <a:lvl1pPr>
              <a:defRPr sz="6000"/>
            </a:lvl1pPr>
          </a:lstStyle>
          <a:p>
            <a:r>
              <a:rPr lang="tr-TR"/>
              <a:t>Asıl başlık stili için tıklatın</a:t>
            </a: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5" name="Altbilgi Yer Tutucusu 4"/>
          <p:cNvSpPr>
            <a:spLocks noGrp="1"/>
          </p:cNvSpPr>
          <p:nvPr>
            <p:ph type="ftr" sz="quarter" idx="11"/>
          </p:nvPr>
        </p:nvSpPr>
        <p:spPr/>
        <p:txBody>
          <a:bodyPr/>
          <a:lstStyle/>
          <a:p>
            <a:endParaRPr lang="tr-TR" dirty="0"/>
          </a:p>
        </p:txBody>
      </p:sp>
      <p:sp>
        <p:nvSpPr>
          <p:cNvPr id="6" name="Slayt Numarası Yer Tutucusu 5"/>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2501065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838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6172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6" name="Altbilgi Yer Tutucusu 5"/>
          <p:cNvSpPr>
            <a:spLocks noGrp="1"/>
          </p:cNvSpPr>
          <p:nvPr>
            <p:ph type="ftr" sz="quarter" idx="11"/>
          </p:nvPr>
        </p:nvSpPr>
        <p:spPr/>
        <p:txBody>
          <a:bodyPr/>
          <a:lstStyle/>
          <a:p>
            <a:endParaRPr lang="tr-TR" dirty="0"/>
          </a:p>
        </p:txBody>
      </p:sp>
      <p:sp>
        <p:nvSpPr>
          <p:cNvPr id="7" name="Slayt Numarası Yer Tutucusu 6"/>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3073176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p:cNvSpPr>
            <a:spLocks noGrp="1"/>
          </p:cNvSpPr>
          <p:nvPr>
            <p:ph type="title"/>
          </p:nvPr>
        </p:nvSpPr>
        <p:spPr>
          <a:xfrm>
            <a:off x="839788" y="365125"/>
            <a:ext cx="10515600" cy="1325563"/>
          </a:xfrm>
        </p:spPr>
        <p:txBody>
          <a:bodyPr/>
          <a:lstStyle/>
          <a:p>
            <a:r>
              <a:rPr lang="tr-TR"/>
              <a:t>Asıl başlık stili için tıklatın</a:t>
            </a: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839788" y="2505075"/>
            <a:ext cx="5157787"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6172200" y="2505075"/>
            <a:ext cx="5183188"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8" name="Altbilgi Yer Tutucusu 7"/>
          <p:cNvSpPr>
            <a:spLocks noGrp="1"/>
          </p:cNvSpPr>
          <p:nvPr>
            <p:ph type="ftr" sz="quarter" idx="11"/>
          </p:nvPr>
        </p:nvSpPr>
        <p:spPr/>
        <p:txBody>
          <a:bodyPr/>
          <a:lstStyle/>
          <a:p>
            <a:endParaRPr lang="tr-TR" dirty="0"/>
          </a:p>
        </p:txBody>
      </p:sp>
      <p:sp>
        <p:nvSpPr>
          <p:cNvPr id="9" name="Slayt Numarası Yer Tutucusu 8"/>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327081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4" name="Altbilgi Yer Tutucusu 3"/>
          <p:cNvSpPr>
            <a:spLocks noGrp="1"/>
          </p:cNvSpPr>
          <p:nvPr>
            <p:ph type="ftr" sz="quarter" idx="11"/>
          </p:nvPr>
        </p:nvSpPr>
        <p:spPr/>
        <p:txBody>
          <a:bodyPr/>
          <a:lstStyle/>
          <a:p>
            <a:endParaRPr lang="tr-TR" dirty="0"/>
          </a:p>
        </p:txBody>
      </p:sp>
      <p:sp>
        <p:nvSpPr>
          <p:cNvPr id="5" name="Slayt Numarası Yer Tutucusu 4"/>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2535046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3" name="Altbilgi Yer Tutucusu 2"/>
          <p:cNvSpPr>
            <a:spLocks noGrp="1"/>
          </p:cNvSpPr>
          <p:nvPr>
            <p:ph type="ftr" sz="quarter" idx="11"/>
          </p:nvPr>
        </p:nvSpPr>
        <p:spPr/>
        <p:txBody>
          <a:bodyPr/>
          <a:lstStyle/>
          <a:p>
            <a:endParaRPr lang="tr-TR" dirty="0"/>
          </a:p>
        </p:txBody>
      </p:sp>
      <p:sp>
        <p:nvSpPr>
          <p:cNvPr id="4" name="Slayt Numarası Yer Tutucusu 3"/>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2564630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6" name="Altbilgi Yer Tutucusu 5"/>
          <p:cNvSpPr>
            <a:spLocks noGrp="1"/>
          </p:cNvSpPr>
          <p:nvPr>
            <p:ph type="ftr" sz="quarter" idx="11"/>
          </p:nvPr>
        </p:nvSpPr>
        <p:spPr/>
        <p:txBody>
          <a:bodyPr/>
          <a:lstStyle/>
          <a:p>
            <a:endParaRPr lang="tr-TR" dirty="0"/>
          </a:p>
        </p:txBody>
      </p:sp>
      <p:sp>
        <p:nvSpPr>
          <p:cNvPr id="7" name="Slayt Numarası Yer Tutucusu 6"/>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1453501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dirty="0"/>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6" name="Altbilgi Yer Tutucusu 5"/>
          <p:cNvSpPr>
            <a:spLocks noGrp="1"/>
          </p:cNvSpPr>
          <p:nvPr>
            <p:ph type="ftr" sz="quarter" idx="11"/>
          </p:nvPr>
        </p:nvSpPr>
        <p:spPr/>
        <p:txBody>
          <a:bodyPr/>
          <a:lstStyle/>
          <a:p>
            <a:endParaRPr lang="tr-TR" dirty="0"/>
          </a:p>
        </p:txBody>
      </p:sp>
      <p:sp>
        <p:nvSpPr>
          <p:cNvPr id="7" name="Slayt Numarası Yer Tutucusu 6"/>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1492694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5" name="Altbilgi Yer Tutucusu 4"/>
          <p:cNvSpPr>
            <a:spLocks noGrp="1"/>
          </p:cNvSpPr>
          <p:nvPr>
            <p:ph type="ftr" sz="quarter" idx="11"/>
          </p:nvPr>
        </p:nvSpPr>
        <p:spPr/>
        <p:txBody>
          <a:bodyPr/>
          <a:lstStyle/>
          <a:p>
            <a:endParaRPr lang="tr-TR" dirty="0"/>
          </a:p>
        </p:txBody>
      </p:sp>
      <p:sp>
        <p:nvSpPr>
          <p:cNvPr id="6" name="Slayt Numarası Yer Tutucusu 5"/>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1013179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5" name="Altbilgi Yer Tutucusu 4"/>
          <p:cNvSpPr>
            <a:spLocks noGrp="1"/>
          </p:cNvSpPr>
          <p:nvPr>
            <p:ph type="ftr" sz="quarter" idx="11"/>
          </p:nvPr>
        </p:nvSpPr>
        <p:spPr/>
        <p:txBody>
          <a:bodyPr/>
          <a:lstStyle/>
          <a:p>
            <a:endParaRPr lang="tr-TR" dirty="0"/>
          </a:p>
        </p:txBody>
      </p:sp>
      <p:sp>
        <p:nvSpPr>
          <p:cNvPr id="6" name="Slayt Numarası Yer Tutucusu 5"/>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416299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graphicFrame>
        <p:nvGraphicFramePr>
          <p:cNvPr id="2" name="Nesne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ntent Placeholder 4"/>
          <p:cNvSpPr>
            <a:spLocks noGrp="1"/>
          </p:cNvSpPr>
          <p:nvPr>
            <p:ph sz="quarter" idx="11"/>
          </p:nvPr>
        </p:nvSpPr>
        <p:spPr bwMode="gray">
          <a:xfrm>
            <a:off x="460375" y="1325564"/>
            <a:ext cx="11272838" cy="46608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bwMode="auto">
          <a:xfrm>
            <a:off x="460375" y="228600"/>
            <a:ext cx="11272838" cy="535531"/>
          </a:xfrm>
          <a:prstGeom prst="rect">
            <a:avLst/>
          </a:prstGeom>
        </p:spPr>
        <p:txBody>
          <a:bodyPr>
            <a:spAutoFit/>
          </a:bodyPr>
          <a:lstStyle/>
          <a:p>
            <a:r>
              <a:rPr lang="en-US"/>
              <a:t>Click to edit Master title style</a:t>
            </a:r>
            <a:endParaRPr lang="en-US" dirty="0"/>
          </a:p>
        </p:txBody>
      </p:sp>
    </p:spTree>
    <p:extLst>
      <p:ext uri="{BB962C8B-B14F-4D97-AF65-F5344CB8AC3E}">
        <p14:creationId xmlns:p14="http://schemas.microsoft.com/office/powerpoint/2010/main" val="141594647"/>
      </p:ext>
    </p:extLst>
  </p:cSld>
  <p:clrMapOvr>
    <a:masterClrMapping/>
  </p:clrMapOvr>
  <p:transition/>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6EE8CAE-E084-41A3-8171-2677F1F6650B}"/>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55935" y="6399033"/>
            <a:ext cx="1854959" cy="324000"/>
          </a:xfrm>
          <a:prstGeom prst="rect">
            <a:avLst/>
          </a:prstGeom>
        </p:spPr>
      </p:pic>
      <p:graphicFrame>
        <p:nvGraphicFramePr>
          <p:cNvPr id="8" name="Nesne 7" hidden="1"/>
          <p:cNvGraphicFramePr>
            <a:graphicFrameLocks noChangeAspect="1"/>
          </p:cNvGraphicFramePr>
          <p:nvPr>
            <p:custDataLst>
              <p:tags r:id="rId14"/>
            </p:custDataLst>
            <p:extLst>
              <p:ext uri="{D42A27DB-BD31-4B8C-83A1-F6EECF244321}">
                <p14:modId xmlns:p14="http://schemas.microsoft.com/office/powerpoint/2010/main" val="346812989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16" imgW="270" imgH="270" progId="TCLayout.ActiveDocument.1">
                  <p:embed/>
                </p:oleObj>
              </mc:Choice>
              <mc:Fallback>
                <p:oleObj name="think-cell Slide" r:id="rId16" imgW="270" imgH="270" progId="TCLayout.ActiveDocument.1">
                  <p:embed/>
                  <p:pic>
                    <p:nvPicPr>
                      <p:cNvPr id="0" name=""/>
                      <p:cNvPicPr/>
                      <p:nvPr/>
                    </p:nvPicPr>
                    <p:blipFill>
                      <a:blip r:embed="rId17"/>
                      <a:stretch>
                        <a:fillRect/>
                      </a:stretch>
                    </p:blipFill>
                    <p:spPr>
                      <a:xfrm>
                        <a:off x="1588" y="1588"/>
                        <a:ext cx="1587" cy="1587"/>
                      </a:xfrm>
                      <a:prstGeom prst="rect">
                        <a:avLst/>
                      </a:prstGeom>
                    </p:spPr>
                  </p:pic>
                </p:oleObj>
              </mc:Fallback>
            </mc:AlternateContent>
          </a:graphicData>
        </a:graphic>
      </p:graphicFrame>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2315958" y="6356350"/>
            <a:ext cx="1265442"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896AB5-6331-4D15-9B8F-6E61C0B1DA97}" type="datetimeFigureOut">
              <a:rPr lang="tr-TR" smtClean="0"/>
              <a:t>3.10.2025</a:t>
            </a:fld>
            <a:endParaRPr lang="tr-TR" dirty="0"/>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dirty="0"/>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160DAF-6CD0-4F84-B624-AA1D29C488AF}" type="slidenum">
              <a:rPr lang="tr-TR" smtClean="0"/>
              <a:t>‹#›</a:t>
            </a:fld>
            <a:endParaRPr lang="tr-TR" dirty="0"/>
          </a:p>
        </p:txBody>
      </p:sp>
    </p:spTree>
    <p:extLst>
      <p:ext uri="{BB962C8B-B14F-4D97-AF65-F5344CB8AC3E}">
        <p14:creationId xmlns:p14="http://schemas.microsoft.com/office/powerpoint/2010/main" val="9427255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3.emf"/><Relationship Id="rId4" Type="http://schemas.openxmlformats.org/officeDocument/2006/relationships/oleObject" Target="../embeddings/oleObject7.bin"/></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3.emf"/><Relationship Id="rId4"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13" Type="http://schemas.openxmlformats.org/officeDocument/2006/relationships/tags" Target="../tags/tag24.xml"/><Relationship Id="rId18" Type="http://schemas.openxmlformats.org/officeDocument/2006/relationships/tags" Target="../tags/tag29.xml"/><Relationship Id="rId26" Type="http://schemas.openxmlformats.org/officeDocument/2006/relationships/tags" Target="../tags/tag37.xml"/><Relationship Id="rId39" Type="http://schemas.openxmlformats.org/officeDocument/2006/relationships/tags" Target="../tags/tag50.xml"/><Relationship Id="rId21" Type="http://schemas.openxmlformats.org/officeDocument/2006/relationships/tags" Target="../tags/tag32.xml"/><Relationship Id="rId34" Type="http://schemas.openxmlformats.org/officeDocument/2006/relationships/tags" Target="../tags/tag45.xml"/><Relationship Id="rId42" Type="http://schemas.openxmlformats.org/officeDocument/2006/relationships/tags" Target="../tags/tag53.xml"/><Relationship Id="rId47" Type="http://schemas.openxmlformats.org/officeDocument/2006/relationships/chart" Target="../charts/chart1.xml"/><Relationship Id="rId7" Type="http://schemas.openxmlformats.org/officeDocument/2006/relationships/tags" Target="../tags/tag18.xml"/><Relationship Id="rId2" Type="http://schemas.openxmlformats.org/officeDocument/2006/relationships/tags" Target="../tags/tag13.xml"/><Relationship Id="rId16" Type="http://schemas.openxmlformats.org/officeDocument/2006/relationships/tags" Target="../tags/tag27.xml"/><Relationship Id="rId29" Type="http://schemas.openxmlformats.org/officeDocument/2006/relationships/tags" Target="../tags/tag40.xml"/><Relationship Id="rId11" Type="http://schemas.openxmlformats.org/officeDocument/2006/relationships/tags" Target="../tags/tag22.xml"/><Relationship Id="rId24" Type="http://schemas.openxmlformats.org/officeDocument/2006/relationships/tags" Target="../tags/tag35.xml"/><Relationship Id="rId32" Type="http://schemas.openxmlformats.org/officeDocument/2006/relationships/tags" Target="../tags/tag43.xml"/><Relationship Id="rId37" Type="http://schemas.openxmlformats.org/officeDocument/2006/relationships/tags" Target="../tags/tag48.xml"/><Relationship Id="rId40" Type="http://schemas.openxmlformats.org/officeDocument/2006/relationships/tags" Target="../tags/tag51.xml"/><Relationship Id="rId45" Type="http://schemas.openxmlformats.org/officeDocument/2006/relationships/oleObject" Target="../embeddings/oleObject9.bin"/><Relationship Id="rId5" Type="http://schemas.openxmlformats.org/officeDocument/2006/relationships/tags" Target="../tags/tag16.xml"/><Relationship Id="rId15" Type="http://schemas.openxmlformats.org/officeDocument/2006/relationships/tags" Target="../tags/tag26.xml"/><Relationship Id="rId23" Type="http://schemas.openxmlformats.org/officeDocument/2006/relationships/tags" Target="../tags/tag34.xml"/><Relationship Id="rId28" Type="http://schemas.openxmlformats.org/officeDocument/2006/relationships/tags" Target="../tags/tag39.xml"/><Relationship Id="rId36" Type="http://schemas.openxmlformats.org/officeDocument/2006/relationships/tags" Target="../tags/tag47.xml"/><Relationship Id="rId49" Type="http://schemas.openxmlformats.org/officeDocument/2006/relationships/chart" Target="../charts/chart3.xml"/><Relationship Id="rId10" Type="http://schemas.openxmlformats.org/officeDocument/2006/relationships/tags" Target="../tags/tag21.xml"/><Relationship Id="rId19" Type="http://schemas.openxmlformats.org/officeDocument/2006/relationships/tags" Target="../tags/tag30.xml"/><Relationship Id="rId31" Type="http://schemas.openxmlformats.org/officeDocument/2006/relationships/tags" Target="../tags/tag42.xml"/><Relationship Id="rId44" Type="http://schemas.openxmlformats.org/officeDocument/2006/relationships/slideLayout" Target="../slideLayouts/slideLayout7.xml"/><Relationship Id="rId4" Type="http://schemas.openxmlformats.org/officeDocument/2006/relationships/tags" Target="../tags/tag15.xml"/><Relationship Id="rId9" Type="http://schemas.openxmlformats.org/officeDocument/2006/relationships/tags" Target="../tags/tag20.xml"/><Relationship Id="rId14" Type="http://schemas.openxmlformats.org/officeDocument/2006/relationships/tags" Target="../tags/tag25.xml"/><Relationship Id="rId22" Type="http://schemas.openxmlformats.org/officeDocument/2006/relationships/tags" Target="../tags/tag33.xml"/><Relationship Id="rId27" Type="http://schemas.openxmlformats.org/officeDocument/2006/relationships/tags" Target="../tags/tag38.xml"/><Relationship Id="rId30" Type="http://schemas.openxmlformats.org/officeDocument/2006/relationships/tags" Target="../tags/tag41.xml"/><Relationship Id="rId35" Type="http://schemas.openxmlformats.org/officeDocument/2006/relationships/tags" Target="../tags/tag46.xml"/><Relationship Id="rId43" Type="http://schemas.openxmlformats.org/officeDocument/2006/relationships/tags" Target="../tags/tag54.xml"/><Relationship Id="rId48" Type="http://schemas.openxmlformats.org/officeDocument/2006/relationships/chart" Target="../charts/chart2.xml"/><Relationship Id="rId8" Type="http://schemas.openxmlformats.org/officeDocument/2006/relationships/tags" Target="../tags/tag19.xml"/><Relationship Id="rId3" Type="http://schemas.openxmlformats.org/officeDocument/2006/relationships/tags" Target="../tags/tag14.xml"/><Relationship Id="rId12" Type="http://schemas.openxmlformats.org/officeDocument/2006/relationships/tags" Target="../tags/tag23.xml"/><Relationship Id="rId17" Type="http://schemas.openxmlformats.org/officeDocument/2006/relationships/tags" Target="../tags/tag28.xml"/><Relationship Id="rId25" Type="http://schemas.openxmlformats.org/officeDocument/2006/relationships/tags" Target="../tags/tag36.xml"/><Relationship Id="rId33" Type="http://schemas.openxmlformats.org/officeDocument/2006/relationships/tags" Target="../tags/tag44.xml"/><Relationship Id="rId38" Type="http://schemas.openxmlformats.org/officeDocument/2006/relationships/tags" Target="../tags/tag49.xml"/><Relationship Id="rId46" Type="http://schemas.openxmlformats.org/officeDocument/2006/relationships/image" Target="../media/image3.emf"/><Relationship Id="rId20" Type="http://schemas.openxmlformats.org/officeDocument/2006/relationships/tags" Target="../tags/tag31.xml"/><Relationship Id="rId41" Type="http://schemas.openxmlformats.org/officeDocument/2006/relationships/tags" Target="../tags/tag52.xml"/><Relationship Id="rId1" Type="http://schemas.openxmlformats.org/officeDocument/2006/relationships/tags" Target="../tags/tag12.xml"/><Relationship Id="rId6" Type="http://schemas.openxmlformats.org/officeDocument/2006/relationships/tags" Target="../tags/tag17.xml"/></Relationships>
</file>

<file path=ppt/slides/_rels/slide10.xml.rels><?xml version="1.0" encoding="UTF-8" standalone="yes"?>
<Relationships xmlns="http://schemas.openxmlformats.org/package/2006/relationships"><Relationship Id="rId13" Type="http://schemas.openxmlformats.org/officeDocument/2006/relationships/tags" Target="../tags/tag67.xml"/><Relationship Id="rId18" Type="http://schemas.openxmlformats.org/officeDocument/2006/relationships/tags" Target="../tags/tag72.xml"/><Relationship Id="rId26" Type="http://schemas.openxmlformats.org/officeDocument/2006/relationships/tags" Target="../tags/tag80.xml"/><Relationship Id="rId39" Type="http://schemas.openxmlformats.org/officeDocument/2006/relationships/tags" Target="../tags/tag93.xml"/><Relationship Id="rId21" Type="http://schemas.openxmlformats.org/officeDocument/2006/relationships/tags" Target="../tags/tag75.xml"/><Relationship Id="rId34" Type="http://schemas.openxmlformats.org/officeDocument/2006/relationships/tags" Target="../tags/tag88.xml"/><Relationship Id="rId42" Type="http://schemas.openxmlformats.org/officeDocument/2006/relationships/tags" Target="../tags/tag96.xml"/><Relationship Id="rId47" Type="http://schemas.openxmlformats.org/officeDocument/2006/relationships/image" Target="../media/image3.emf"/><Relationship Id="rId7" Type="http://schemas.openxmlformats.org/officeDocument/2006/relationships/tags" Target="../tags/tag61.xml"/><Relationship Id="rId2" Type="http://schemas.openxmlformats.org/officeDocument/2006/relationships/tags" Target="../tags/tag56.xml"/><Relationship Id="rId16" Type="http://schemas.openxmlformats.org/officeDocument/2006/relationships/tags" Target="../tags/tag70.xml"/><Relationship Id="rId29" Type="http://schemas.openxmlformats.org/officeDocument/2006/relationships/tags" Target="../tags/tag83.xml"/><Relationship Id="rId11" Type="http://schemas.openxmlformats.org/officeDocument/2006/relationships/tags" Target="../tags/tag65.xml"/><Relationship Id="rId24" Type="http://schemas.openxmlformats.org/officeDocument/2006/relationships/tags" Target="../tags/tag78.xml"/><Relationship Id="rId32" Type="http://schemas.openxmlformats.org/officeDocument/2006/relationships/tags" Target="../tags/tag86.xml"/><Relationship Id="rId37" Type="http://schemas.openxmlformats.org/officeDocument/2006/relationships/tags" Target="../tags/tag91.xml"/><Relationship Id="rId40" Type="http://schemas.openxmlformats.org/officeDocument/2006/relationships/tags" Target="../tags/tag94.xml"/><Relationship Id="rId45" Type="http://schemas.openxmlformats.org/officeDocument/2006/relationships/slideLayout" Target="../slideLayouts/slideLayout7.xml"/><Relationship Id="rId5" Type="http://schemas.openxmlformats.org/officeDocument/2006/relationships/tags" Target="../tags/tag59.xml"/><Relationship Id="rId15" Type="http://schemas.openxmlformats.org/officeDocument/2006/relationships/tags" Target="../tags/tag69.xml"/><Relationship Id="rId23" Type="http://schemas.openxmlformats.org/officeDocument/2006/relationships/tags" Target="../tags/tag77.xml"/><Relationship Id="rId28" Type="http://schemas.openxmlformats.org/officeDocument/2006/relationships/tags" Target="../tags/tag82.xml"/><Relationship Id="rId36" Type="http://schemas.openxmlformats.org/officeDocument/2006/relationships/tags" Target="../tags/tag90.xml"/><Relationship Id="rId49" Type="http://schemas.openxmlformats.org/officeDocument/2006/relationships/chart" Target="../charts/chart5.xml"/><Relationship Id="rId10" Type="http://schemas.openxmlformats.org/officeDocument/2006/relationships/tags" Target="../tags/tag64.xml"/><Relationship Id="rId19" Type="http://schemas.openxmlformats.org/officeDocument/2006/relationships/tags" Target="../tags/tag73.xml"/><Relationship Id="rId31" Type="http://schemas.openxmlformats.org/officeDocument/2006/relationships/tags" Target="../tags/tag85.xml"/><Relationship Id="rId44" Type="http://schemas.openxmlformats.org/officeDocument/2006/relationships/tags" Target="../tags/tag98.xml"/><Relationship Id="rId4" Type="http://schemas.openxmlformats.org/officeDocument/2006/relationships/tags" Target="../tags/tag58.xml"/><Relationship Id="rId9" Type="http://schemas.openxmlformats.org/officeDocument/2006/relationships/tags" Target="../tags/tag63.xml"/><Relationship Id="rId14" Type="http://schemas.openxmlformats.org/officeDocument/2006/relationships/tags" Target="../tags/tag68.xml"/><Relationship Id="rId22" Type="http://schemas.openxmlformats.org/officeDocument/2006/relationships/tags" Target="../tags/tag76.xml"/><Relationship Id="rId27" Type="http://schemas.openxmlformats.org/officeDocument/2006/relationships/tags" Target="../tags/tag81.xml"/><Relationship Id="rId30" Type="http://schemas.openxmlformats.org/officeDocument/2006/relationships/tags" Target="../tags/tag84.xml"/><Relationship Id="rId35" Type="http://schemas.openxmlformats.org/officeDocument/2006/relationships/tags" Target="../tags/tag89.xml"/><Relationship Id="rId43" Type="http://schemas.openxmlformats.org/officeDocument/2006/relationships/tags" Target="../tags/tag97.xml"/><Relationship Id="rId48" Type="http://schemas.openxmlformats.org/officeDocument/2006/relationships/chart" Target="../charts/chart4.xml"/><Relationship Id="rId8" Type="http://schemas.openxmlformats.org/officeDocument/2006/relationships/tags" Target="../tags/tag62.xml"/><Relationship Id="rId3" Type="http://schemas.openxmlformats.org/officeDocument/2006/relationships/tags" Target="../tags/tag57.xml"/><Relationship Id="rId12" Type="http://schemas.openxmlformats.org/officeDocument/2006/relationships/tags" Target="../tags/tag66.xml"/><Relationship Id="rId17" Type="http://schemas.openxmlformats.org/officeDocument/2006/relationships/tags" Target="../tags/tag71.xml"/><Relationship Id="rId25" Type="http://schemas.openxmlformats.org/officeDocument/2006/relationships/tags" Target="../tags/tag79.xml"/><Relationship Id="rId33" Type="http://schemas.openxmlformats.org/officeDocument/2006/relationships/tags" Target="../tags/tag87.xml"/><Relationship Id="rId38" Type="http://schemas.openxmlformats.org/officeDocument/2006/relationships/tags" Target="../tags/tag92.xml"/><Relationship Id="rId46" Type="http://schemas.openxmlformats.org/officeDocument/2006/relationships/oleObject" Target="../embeddings/oleObject10.bin"/><Relationship Id="rId20" Type="http://schemas.openxmlformats.org/officeDocument/2006/relationships/tags" Target="../tags/tag74.xml"/><Relationship Id="rId41" Type="http://schemas.openxmlformats.org/officeDocument/2006/relationships/tags" Target="../tags/tag95.xml"/><Relationship Id="rId1" Type="http://schemas.openxmlformats.org/officeDocument/2006/relationships/tags" Target="../tags/tag55.xml"/><Relationship Id="rId6" Type="http://schemas.openxmlformats.org/officeDocument/2006/relationships/tags" Target="../tags/tag60.xml"/></Relationships>
</file>

<file path=ppt/slides/_rels/slide11.xml.rels><?xml version="1.0" encoding="UTF-8" standalone="yes"?>
<Relationships xmlns="http://schemas.openxmlformats.org/package/2006/relationships"><Relationship Id="rId8" Type="http://schemas.openxmlformats.org/officeDocument/2006/relationships/tags" Target="../tags/tag106.xml"/><Relationship Id="rId13" Type="http://schemas.openxmlformats.org/officeDocument/2006/relationships/tags" Target="../tags/tag111.xml"/><Relationship Id="rId18" Type="http://schemas.openxmlformats.org/officeDocument/2006/relationships/tags" Target="../tags/tag116.xml"/><Relationship Id="rId3" Type="http://schemas.openxmlformats.org/officeDocument/2006/relationships/tags" Target="../tags/tag101.xml"/><Relationship Id="rId21" Type="http://schemas.openxmlformats.org/officeDocument/2006/relationships/image" Target="../media/image3.emf"/><Relationship Id="rId7" Type="http://schemas.openxmlformats.org/officeDocument/2006/relationships/tags" Target="../tags/tag105.xml"/><Relationship Id="rId12" Type="http://schemas.openxmlformats.org/officeDocument/2006/relationships/tags" Target="../tags/tag110.xml"/><Relationship Id="rId17" Type="http://schemas.openxmlformats.org/officeDocument/2006/relationships/tags" Target="../tags/tag115.xml"/><Relationship Id="rId2" Type="http://schemas.openxmlformats.org/officeDocument/2006/relationships/tags" Target="../tags/tag100.xml"/><Relationship Id="rId16" Type="http://schemas.openxmlformats.org/officeDocument/2006/relationships/tags" Target="../tags/tag114.xml"/><Relationship Id="rId20" Type="http://schemas.openxmlformats.org/officeDocument/2006/relationships/oleObject" Target="../embeddings/oleObject11.bin"/><Relationship Id="rId1" Type="http://schemas.openxmlformats.org/officeDocument/2006/relationships/tags" Target="../tags/tag99.xml"/><Relationship Id="rId6" Type="http://schemas.openxmlformats.org/officeDocument/2006/relationships/tags" Target="../tags/tag104.xml"/><Relationship Id="rId11" Type="http://schemas.openxmlformats.org/officeDocument/2006/relationships/tags" Target="../tags/tag109.xml"/><Relationship Id="rId24" Type="http://schemas.openxmlformats.org/officeDocument/2006/relationships/chart" Target="../charts/chart8.xml"/><Relationship Id="rId5" Type="http://schemas.openxmlformats.org/officeDocument/2006/relationships/tags" Target="../tags/tag103.xml"/><Relationship Id="rId15" Type="http://schemas.openxmlformats.org/officeDocument/2006/relationships/tags" Target="../tags/tag113.xml"/><Relationship Id="rId23" Type="http://schemas.openxmlformats.org/officeDocument/2006/relationships/chart" Target="../charts/chart7.xml"/><Relationship Id="rId10" Type="http://schemas.openxmlformats.org/officeDocument/2006/relationships/tags" Target="../tags/tag108.xml"/><Relationship Id="rId19" Type="http://schemas.openxmlformats.org/officeDocument/2006/relationships/slideLayout" Target="../slideLayouts/slideLayout7.xml"/><Relationship Id="rId4" Type="http://schemas.openxmlformats.org/officeDocument/2006/relationships/tags" Target="../tags/tag102.xml"/><Relationship Id="rId9" Type="http://schemas.openxmlformats.org/officeDocument/2006/relationships/tags" Target="../tags/tag107.xml"/><Relationship Id="rId14" Type="http://schemas.openxmlformats.org/officeDocument/2006/relationships/tags" Target="../tags/tag112.xml"/><Relationship Id="rId22" Type="http://schemas.openxmlformats.org/officeDocument/2006/relationships/chart" Target="../charts/chart6.xml"/></Relationships>
</file>

<file path=ppt/slides/_rels/slide12.xml.rels><?xml version="1.0" encoding="UTF-8" standalone="yes"?>
<Relationships xmlns="http://schemas.openxmlformats.org/package/2006/relationships"><Relationship Id="rId13" Type="http://schemas.openxmlformats.org/officeDocument/2006/relationships/tags" Target="../tags/tag129.xml"/><Relationship Id="rId18" Type="http://schemas.openxmlformats.org/officeDocument/2006/relationships/tags" Target="../tags/tag134.xml"/><Relationship Id="rId26" Type="http://schemas.openxmlformats.org/officeDocument/2006/relationships/tags" Target="../tags/tag142.xml"/><Relationship Id="rId21" Type="http://schemas.openxmlformats.org/officeDocument/2006/relationships/tags" Target="../tags/tag137.xml"/><Relationship Id="rId34" Type="http://schemas.openxmlformats.org/officeDocument/2006/relationships/oleObject" Target="../embeddings/oleObject14.bin"/><Relationship Id="rId7" Type="http://schemas.openxmlformats.org/officeDocument/2006/relationships/tags" Target="../tags/tag123.xml"/><Relationship Id="rId12" Type="http://schemas.openxmlformats.org/officeDocument/2006/relationships/tags" Target="../tags/tag128.xml"/><Relationship Id="rId17" Type="http://schemas.openxmlformats.org/officeDocument/2006/relationships/tags" Target="../tags/tag133.xml"/><Relationship Id="rId25" Type="http://schemas.openxmlformats.org/officeDocument/2006/relationships/tags" Target="../tags/tag141.xml"/><Relationship Id="rId33" Type="http://schemas.openxmlformats.org/officeDocument/2006/relationships/image" Target="../media/image12.emf"/><Relationship Id="rId2" Type="http://schemas.openxmlformats.org/officeDocument/2006/relationships/tags" Target="../tags/tag118.xml"/><Relationship Id="rId16" Type="http://schemas.openxmlformats.org/officeDocument/2006/relationships/tags" Target="../tags/tag132.xml"/><Relationship Id="rId20" Type="http://schemas.openxmlformats.org/officeDocument/2006/relationships/tags" Target="../tags/tag136.xml"/><Relationship Id="rId29" Type="http://schemas.openxmlformats.org/officeDocument/2006/relationships/oleObject" Target="../embeddings/oleObject12.bin"/><Relationship Id="rId1" Type="http://schemas.openxmlformats.org/officeDocument/2006/relationships/tags" Target="../tags/tag117.xml"/><Relationship Id="rId6" Type="http://schemas.openxmlformats.org/officeDocument/2006/relationships/tags" Target="../tags/tag122.xml"/><Relationship Id="rId11" Type="http://schemas.openxmlformats.org/officeDocument/2006/relationships/tags" Target="../tags/tag127.xml"/><Relationship Id="rId24" Type="http://schemas.openxmlformats.org/officeDocument/2006/relationships/tags" Target="../tags/tag140.xml"/><Relationship Id="rId32" Type="http://schemas.openxmlformats.org/officeDocument/2006/relationships/oleObject" Target="../embeddings/oleObject13.bin"/><Relationship Id="rId37" Type="http://schemas.openxmlformats.org/officeDocument/2006/relationships/image" Target="../media/image14.emf"/><Relationship Id="rId5" Type="http://schemas.openxmlformats.org/officeDocument/2006/relationships/tags" Target="../tags/tag121.xml"/><Relationship Id="rId15" Type="http://schemas.openxmlformats.org/officeDocument/2006/relationships/tags" Target="../tags/tag131.xml"/><Relationship Id="rId23" Type="http://schemas.openxmlformats.org/officeDocument/2006/relationships/tags" Target="../tags/tag139.xml"/><Relationship Id="rId28" Type="http://schemas.openxmlformats.org/officeDocument/2006/relationships/notesSlide" Target="../notesSlides/notesSlide3.xml"/><Relationship Id="rId36" Type="http://schemas.openxmlformats.org/officeDocument/2006/relationships/oleObject" Target="../embeddings/oleObject15.bin"/><Relationship Id="rId10" Type="http://schemas.openxmlformats.org/officeDocument/2006/relationships/tags" Target="../tags/tag126.xml"/><Relationship Id="rId19" Type="http://schemas.openxmlformats.org/officeDocument/2006/relationships/tags" Target="../tags/tag135.xml"/><Relationship Id="rId31" Type="http://schemas.openxmlformats.org/officeDocument/2006/relationships/chart" Target="../charts/chart9.xml"/><Relationship Id="rId4" Type="http://schemas.openxmlformats.org/officeDocument/2006/relationships/tags" Target="../tags/tag120.xml"/><Relationship Id="rId9" Type="http://schemas.openxmlformats.org/officeDocument/2006/relationships/tags" Target="../tags/tag125.xml"/><Relationship Id="rId14" Type="http://schemas.openxmlformats.org/officeDocument/2006/relationships/tags" Target="../tags/tag130.xml"/><Relationship Id="rId22" Type="http://schemas.openxmlformats.org/officeDocument/2006/relationships/tags" Target="../tags/tag138.xml"/><Relationship Id="rId27" Type="http://schemas.openxmlformats.org/officeDocument/2006/relationships/slideLayout" Target="../slideLayouts/slideLayout12.xml"/><Relationship Id="rId30" Type="http://schemas.openxmlformats.org/officeDocument/2006/relationships/image" Target="../media/image3.emf"/><Relationship Id="rId35" Type="http://schemas.openxmlformats.org/officeDocument/2006/relationships/image" Target="../media/image13.emf"/><Relationship Id="rId8" Type="http://schemas.openxmlformats.org/officeDocument/2006/relationships/tags" Target="../tags/tag124.xml"/><Relationship Id="rId3" Type="http://schemas.openxmlformats.org/officeDocument/2006/relationships/tags" Target="../tags/tag119.xml"/></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slideLayout" Target="../slideLayouts/slideLayout7.xml"/><Relationship Id="rId7" Type="http://schemas.openxmlformats.org/officeDocument/2006/relationships/image" Target="../media/image16.png"/><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image" Target="../media/image15.png"/><Relationship Id="rId5" Type="http://schemas.openxmlformats.org/officeDocument/2006/relationships/image" Target="../media/image3.emf"/><Relationship Id="rId4" Type="http://schemas.openxmlformats.org/officeDocument/2006/relationships/oleObject" Target="../embeddings/oleObject16.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145.xml"/><Relationship Id="rId5" Type="http://schemas.openxmlformats.org/officeDocument/2006/relationships/image" Target="../media/image4.emf"/><Relationship Id="rId4" Type="http://schemas.openxmlformats.org/officeDocument/2006/relationships/oleObject" Target="../embeddings/oleObject17.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146.xml"/><Relationship Id="rId5" Type="http://schemas.openxmlformats.org/officeDocument/2006/relationships/image" Target="../media/image4.emf"/><Relationship Id="rId4" Type="http://schemas.openxmlformats.org/officeDocument/2006/relationships/oleObject" Target="../embeddings/oleObject18.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147.xml"/><Relationship Id="rId5" Type="http://schemas.openxmlformats.org/officeDocument/2006/relationships/image" Target="../media/image4.emf"/><Relationship Id="rId4" Type="http://schemas.openxmlformats.org/officeDocument/2006/relationships/oleObject" Target="../embeddings/oleObject19.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148.xml"/><Relationship Id="rId5" Type="http://schemas.openxmlformats.org/officeDocument/2006/relationships/image" Target="../media/image4.emf"/><Relationship Id="rId4" Type="http://schemas.openxmlformats.org/officeDocument/2006/relationships/oleObject" Target="../embeddings/oleObject20.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149.xml"/><Relationship Id="rId5" Type="http://schemas.openxmlformats.org/officeDocument/2006/relationships/image" Target="../media/image4.emf"/><Relationship Id="rId4" Type="http://schemas.openxmlformats.org/officeDocument/2006/relationships/oleObject" Target="../embeddings/oleObject21.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Nesne 3" hidden="1"/>
          <p:cNvGraphicFramePr>
            <a:graphicFrameLocks noChangeAspect="1"/>
          </p:cNvGraphicFramePr>
          <p:nvPr>
            <p:custDataLst>
              <p:tags r:id="rId1"/>
            </p:custDataLst>
            <p:extLst>
              <p:ext uri="{D42A27DB-BD31-4B8C-83A1-F6EECF244321}">
                <p14:modId xmlns:p14="http://schemas.microsoft.com/office/powerpoint/2010/main" val="422538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Metin kutusu 7"/>
          <p:cNvSpPr txBox="1"/>
          <p:nvPr/>
        </p:nvSpPr>
        <p:spPr>
          <a:xfrm>
            <a:off x="2129243" y="2782669"/>
            <a:ext cx="7933509" cy="1292662"/>
          </a:xfrm>
          <a:prstGeom prst="rect">
            <a:avLst/>
          </a:prstGeom>
          <a:noFill/>
        </p:spPr>
        <p:txBody>
          <a:bodyPr wrap="square" rtlCol="0">
            <a:spAutoFit/>
          </a:bodyPr>
          <a:lstStyle/>
          <a:p>
            <a:pPr algn="ctr"/>
            <a:r>
              <a:rPr lang="tr-TR" sz="4800" b="1" dirty="0"/>
              <a:t>SUNUM KONUSU</a:t>
            </a:r>
            <a:endParaRPr lang="tr-TR" sz="1600" b="1" dirty="0"/>
          </a:p>
          <a:p>
            <a:pPr algn="ctr"/>
            <a:r>
              <a:rPr lang="tr-TR" sz="1600" dirty="0"/>
              <a:t>…. Grup Yöneticiliği</a:t>
            </a:r>
          </a:p>
          <a:p>
            <a:pPr algn="ctr"/>
            <a:r>
              <a:rPr lang="tr-TR" sz="1400" dirty="0"/>
              <a:t>… Servis Yöneticiliği</a:t>
            </a:r>
          </a:p>
        </p:txBody>
      </p:sp>
    </p:spTree>
    <p:extLst>
      <p:ext uri="{BB962C8B-B14F-4D97-AF65-F5344CB8AC3E}">
        <p14:creationId xmlns:p14="http://schemas.microsoft.com/office/powerpoint/2010/main" val="3823934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tin kutusu 4"/>
          <p:cNvSpPr txBox="1"/>
          <p:nvPr/>
        </p:nvSpPr>
        <p:spPr>
          <a:xfrm>
            <a:off x="0" y="0"/>
            <a:ext cx="2599622" cy="892552"/>
          </a:xfrm>
          <a:prstGeom prst="rect">
            <a:avLst/>
          </a:prstGeom>
          <a:noFill/>
        </p:spPr>
        <p:txBody>
          <a:bodyPr wrap="none" rtlCol="0">
            <a:spAutoFit/>
          </a:bodyPr>
          <a:lstStyle/>
          <a:p>
            <a:r>
              <a:rPr lang="tr-TR" sz="3200" b="1" dirty="0"/>
              <a:t>Başlık Formatı</a:t>
            </a:r>
          </a:p>
          <a:p>
            <a:r>
              <a:rPr lang="tr-TR" sz="2000" dirty="0"/>
              <a:t>Bin USD</a:t>
            </a:r>
          </a:p>
        </p:txBody>
      </p:sp>
      <p:sp>
        <p:nvSpPr>
          <p:cNvPr id="3" name="Köşeleri Yuvarlanmış Dikdörtgen Belirtme Çizgisi 2"/>
          <p:cNvSpPr/>
          <p:nvPr/>
        </p:nvSpPr>
        <p:spPr>
          <a:xfrm>
            <a:off x="2404997" y="573570"/>
            <a:ext cx="4033966" cy="1639665"/>
          </a:xfrm>
          <a:prstGeom prst="wedgeRoundRectCallout">
            <a:avLst>
              <a:gd name="adj1" fmla="val -45331"/>
              <a:gd name="adj2" fmla="val -70511"/>
              <a:gd name="adj3" fmla="val 16667"/>
            </a:avLst>
          </a:prstGeom>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tr-TR" dirty="0">
                <a:solidFill>
                  <a:schemeClr val="dk1"/>
                </a:solidFill>
              </a:rPr>
              <a:t>Başlık Formatı </a:t>
            </a:r>
            <a:r>
              <a:rPr lang="tr-TR" dirty="0" err="1">
                <a:solidFill>
                  <a:schemeClr val="dk1"/>
                </a:solidFill>
              </a:rPr>
              <a:t>Calibri</a:t>
            </a:r>
            <a:r>
              <a:rPr lang="tr-TR" dirty="0">
                <a:solidFill>
                  <a:schemeClr val="dk1"/>
                </a:solidFill>
              </a:rPr>
              <a:t> fontu seçilir.</a:t>
            </a:r>
          </a:p>
          <a:p>
            <a:pPr algn="ctr"/>
            <a:r>
              <a:rPr lang="tr-TR" dirty="0"/>
              <a:t>Yazı boyutu 32 Puntodur.</a:t>
            </a:r>
            <a:r>
              <a:rPr lang="tr-TR" dirty="0">
                <a:solidFill>
                  <a:schemeClr val="dk1"/>
                </a:solidFill>
              </a:rPr>
              <a:t> </a:t>
            </a:r>
          </a:p>
        </p:txBody>
      </p:sp>
      <p:sp>
        <p:nvSpPr>
          <p:cNvPr id="6" name="Köşeleri Yuvarlanmış Dikdörtgen Belirtme Çizgisi 5"/>
          <p:cNvSpPr/>
          <p:nvPr/>
        </p:nvSpPr>
        <p:spPr>
          <a:xfrm>
            <a:off x="1553909" y="3502351"/>
            <a:ext cx="7145709" cy="2102266"/>
          </a:xfrm>
          <a:prstGeom prst="wedgeRoundRectCallout">
            <a:avLst>
              <a:gd name="adj1" fmla="val -44457"/>
              <a:gd name="adj2" fmla="val 84452"/>
              <a:gd name="adj3" fmla="val 16667"/>
            </a:avLst>
          </a:prstGeom>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tr-TR" dirty="0"/>
              <a:t>Bankamız sunumlarında Ziraat Bankası</a:t>
            </a:r>
          </a:p>
          <a:p>
            <a:pPr algn="ctr"/>
            <a:r>
              <a:rPr lang="tr-TR" dirty="0"/>
              <a:t>ZFG ile ilgili genel sunumlarda Ziraat Finans Grubu</a:t>
            </a:r>
          </a:p>
          <a:p>
            <a:pPr algn="ctr"/>
            <a:r>
              <a:rPr lang="tr-TR" dirty="0"/>
              <a:t>İştiraklerimizde ise ilgili iştirakin logosu sol alt köşede olacak şekilde eklenir. </a:t>
            </a:r>
          </a:p>
          <a:p>
            <a:pPr algn="ctr"/>
            <a:r>
              <a:rPr lang="tr-TR" dirty="0"/>
              <a:t>Logo kolaylık olması açısından «Görünüm-Asıl Slayt» seçeneğinden eklenmelidir.</a:t>
            </a:r>
          </a:p>
        </p:txBody>
      </p:sp>
      <p:sp>
        <p:nvSpPr>
          <p:cNvPr id="7" name="Köşeleri Yuvarlanmış Dikdörtgen Belirtme Çizgisi 6"/>
          <p:cNvSpPr/>
          <p:nvPr/>
        </p:nvSpPr>
        <p:spPr>
          <a:xfrm>
            <a:off x="9135455" y="3133458"/>
            <a:ext cx="2897024" cy="2102266"/>
          </a:xfrm>
          <a:prstGeom prst="wedgeRoundRectCallout">
            <a:avLst>
              <a:gd name="adj1" fmla="val 23685"/>
              <a:gd name="adj2" fmla="val 105590"/>
              <a:gd name="adj3" fmla="val 16667"/>
            </a:avLst>
          </a:prstGeom>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tr-TR" dirty="0"/>
              <a:t>Çok uzun slaytlar için sayfa numarası eklenebilir. </a:t>
            </a:r>
          </a:p>
          <a:p>
            <a:pPr algn="ctr"/>
            <a:r>
              <a:rPr lang="tr-TR" dirty="0"/>
              <a:t>Sayfa numarası yazı rengi </a:t>
            </a:r>
            <a:r>
              <a:rPr lang="tr-TR" dirty="0" err="1"/>
              <a:t>slaytın</a:t>
            </a:r>
            <a:r>
              <a:rPr lang="tr-TR" dirty="0"/>
              <a:t> renklerinin önüne geçmemelidir. </a:t>
            </a:r>
          </a:p>
        </p:txBody>
      </p:sp>
      <p:sp>
        <p:nvSpPr>
          <p:cNvPr id="8" name="Slayt Numarası Yer Tutucusu 7"/>
          <p:cNvSpPr>
            <a:spLocks noGrp="1"/>
          </p:cNvSpPr>
          <p:nvPr>
            <p:ph type="sldNum" sz="quarter" idx="12"/>
          </p:nvPr>
        </p:nvSpPr>
        <p:spPr/>
        <p:txBody>
          <a:bodyPr/>
          <a:lstStyle/>
          <a:p>
            <a:fld id="{1B160DAF-6CD0-4F84-B624-AA1D29C488AF}" type="slidenum">
              <a:rPr lang="tr-TR" smtClean="0"/>
              <a:t>2</a:t>
            </a:fld>
            <a:endParaRPr lang="tr-TR" dirty="0"/>
          </a:p>
        </p:txBody>
      </p:sp>
      <p:sp>
        <p:nvSpPr>
          <p:cNvPr id="9" name="Köşeleri Yuvarlanmış Dikdörtgen Belirtme Çizgisi 8"/>
          <p:cNvSpPr/>
          <p:nvPr/>
        </p:nvSpPr>
        <p:spPr>
          <a:xfrm>
            <a:off x="6651321" y="845123"/>
            <a:ext cx="5381158" cy="1726399"/>
          </a:xfrm>
          <a:prstGeom prst="wedgeRoundRectCallout">
            <a:avLst>
              <a:gd name="adj1" fmla="val -44457"/>
              <a:gd name="adj2" fmla="val 84452"/>
              <a:gd name="adj3" fmla="val 16667"/>
            </a:avLst>
          </a:prstGeom>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tr-TR" dirty="0"/>
              <a:t>Sayfa içindeki yazılar Başlığın Puntosunu geçmemelidir. (32)</a:t>
            </a:r>
          </a:p>
          <a:p>
            <a:pPr algn="ctr"/>
            <a:r>
              <a:rPr lang="tr-TR" dirty="0"/>
              <a:t>14-20 arası ideal puntodur.</a:t>
            </a:r>
          </a:p>
          <a:p>
            <a:pPr algn="ctr"/>
            <a:r>
              <a:rPr lang="tr-TR" dirty="0"/>
              <a:t>Sayfa içerisinde yazılar sık tutulmamalıdır.</a:t>
            </a:r>
          </a:p>
        </p:txBody>
      </p:sp>
      <p:sp>
        <p:nvSpPr>
          <p:cNvPr id="10" name="Köşeleri Yuvarlanmış Dikdörtgen Belirtme Çizgisi 9"/>
          <p:cNvSpPr/>
          <p:nvPr/>
        </p:nvSpPr>
        <p:spPr>
          <a:xfrm>
            <a:off x="137056" y="2181668"/>
            <a:ext cx="2325510" cy="1009826"/>
          </a:xfrm>
          <a:prstGeom prst="wedgeRoundRectCallout">
            <a:avLst>
              <a:gd name="adj1" fmla="val 22872"/>
              <a:gd name="adj2" fmla="val -116495"/>
              <a:gd name="adj3" fmla="val 16667"/>
            </a:avLst>
          </a:prstGeom>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tr-TR" dirty="0"/>
              <a:t>Para ya da birim var ise başlığın hemen altına yazılır.</a:t>
            </a:r>
          </a:p>
        </p:txBody>
      </p:sp>
    </p:spTree>
    <p:extLst>
      <p:ext uri="{BB962C8B-B14F-4D97-AF65-F5344CB8AC3E}">
        <p14:creationId xmlns:p14="http://schemas.microsoft.com/office/powerpoint/2010/main" val="1908969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tin kutusu 4"/>
          <p:cNvSpPr txBox="1"/>
          <p:nvPr/>
        </p:nvSpPr>
        <p:spPr>
          <a:xfrm>
            <a:off x="0" y="0"/>
            <a:ext cx="3186898" cy="584775"/>
          </a:xfrm>
          <a:prstGeom prst="rect">
            <a:avLst/>
          </a:prstGeom>
          <a:noFill/>
        </p:spPr>
        <p:txBody>
          <a:bodyPr wrap="none" rtlCol="0">
            <a:spAutoFit/>
          </a:bodyPr>
          <a:lstStyle/>
          <a:p>
            <a:r>
              <a:rPr lang="tr-TR" sz="3200" b="1" dirty="0"/>
              <a:t>Sunum Arka Planı</a:t>
            </a:r>
          </a:p>
        </p:txBody>
      </p:sp>
      <p:sp>
        <p:nvSpPr>
          <p:cNvPr id="3" name="Köşeleri Yuvarlanmış Dikdörtgen Belirtme Çizgisi 2"/>
          <p:cNvSpPr/>
          <p:nvPr/>
        </p:nvSpPr>
        <p:spPr>
          <a:xfrm>
            <a:off x="528415" y="1917449"/>
            <a:ext cx="4811282" cy="2102266"/>
          </a:xfrm>
          <a:prstGeom prst="wedgeRoundRectCallout">
            <a:avLst>
              <a:gd name="adj1" fmla="val -25274"/>
              <a:gd name="adj2" fmla="val -49288"/>
              <a:gd name="adj3" fmla="val 16667"/>
            </a:avLst>
          </a:prstGeom>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tr-TR" dirty="0"/>
              <a:t>Sunum Zemini beyazdır.</a:t>
            </a:r>
          </a:p>
          <a:p>
            <a:pPr algn="ctr"/>
            <a:endParaRPr lang="tr-TR" dirty="0"/>
          </a:p>
          <a:p>
            <a:pPr algn="ctr"/>
            <a:r>
              <a:rPr lang="tr-TR" dirty="0"/>
              <a:t>Sunum yapılan ekran çok parlak ve karanlık bir ortamda sunum yapılacak ise Arka plan gri ve tonları olarak hafifçe koyulaştırılabilir.</a:t>
            </a:r>
          </a:p>
          <a:p>
            <a:pPr algn="ctr"/>
            <a:endParaRPr lang="tr-TR" dirty="0"/>
          </a:p>
          <a:p>
            <a:pPr algn="ctr"/>
            <a:r>
              <a:rPr lang="tr-TR" dirty="0" err="1"/>
              <a:t>Görünüm</a:t>
            </a:r>
            <a:r>
              <a:rPr lang="tr-TR" dirty="0" err="1">
                <a:sym typeface="Wingdings" panose="05000000000000000000" pitchFamily="2" charset="2"/>
              </a:rPr>
              <a:t>Asıl</a:t>
            </a:r>
            <a:r>
              <a:rPr lang="tr-TR" dirty="0">
                <a:sym typeface="Wingdings" panose="05000000000000000000" pitchFamily="2" charset="2"/>
              </a:rPr>
              <a:t> </a:t>
            </a:r>
            <a:r>
              <a:rPr lang="tr-TR" dirty="0" err="1">
                <a:sym typeface="Wingdings" panose="05000000000000000000" pitchFamily="2" charset="2"/>
              </a:rPr>
              <a:t>SlaytArka</a:t>
            </a:r>
            <a:r>
              <a:rPr lang="tr-TR" dirty="0">
                <a:sym typeface="Wingdings" panose="05000000000000000000" pitchFamily="2" charset="2"/>
              </a:rPr>
              <a:t> Plan Stilleri</a:t>
            </a:r>
            <a:endParaRPr lang="tr-TR" dirty="0"/>
          </a:p>
        </p:txBody>
      </p:sp>
      <p:sp>
        <p:nvSpPr>
          <p:cNvPr id="4" name="Slayt Numarası Yer Tutucusu 3"/>
          <p:cNvSpPr>
            <a:spLocks noGrp="1"/>
          </p:cNvSpPr>
          <p:nvPr>
            <p:ph type="sldNum" sz="quarter" idx="12"/>
          </p:nvPr>
        </p:nvSpPr>
        <p:spPr/>
        <p:txBody>
          <a:bodyPr/>
          <a:lstStyle/>
          <a:p>
            <a:fld id="{1B160DAF-6CD0-4F84-B624-AA1D29C488AF}" type="slidenum">
              <a:rPr lang="tr-TR" smtClean="0"/>
              <a:t>3</a:t>
            </a:fld>
            <a:endParaRPr lang="tr-TR" dirty="0"/>
          </a:p>
        </p:txBody>
      </p:sp>
      <p:sp>
        <p:nvSpPr>
          <p:cNvPr id="6" name="Köşeleri Yuvarlanmış Dikdörtgen Belirtme Çizgisi 5"/>
          <p:cNvSpPr/>
          <p:nvPr/>
        </p:nvSpPr>
        <p:spPr>
          <a:xfrm>
            <a:off x="528415" y="4301256"/>
            <a:ext cx="4811282" cy="2102266"/>
          </a:xfrm>
          <a:prstGeom prst="wedgeRoundRectCallout">
            <a:avLst>
              <a:gd name="adj1" fmla="val -25274"/>
              <a:gd name="adj2" fmla="val -49288"/>
              <a:gd name="adj3" fmla="val 16667"/>
            </a:avLst>
          </a:prstGeom>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tr-TR" dirty="0"/>
              <a:t>Sunum boyutu 16:9 olmalıdır.</a:t>
            </a:r>
          </a:p>
          <a:p>
            <a:pPr algn="ctr"/>
            <a:r>
              <a:rPr lang="tr-TR" dirty="0"/>
              <a:t>Slayt boyutu;</a:t>
            </a:r>
          </a:p>
          <a:p>
            <a:pPr algn="ctr"/>
            <a:r>
              <a:rPr lang="tr-TR" dirty="0" err="1"/>
              <a:t>Görünüm</a:t>
            </a:r>
            <a:r>
              <a:rPr lang="tr-TR" dirty="0" err="1">
                <a:sym typeface="Wingdings" panose="05000000000000000000" pitchFamily="2" charset="2"/>
              </a:rPr>
              <a:t>Asıl</a:t>
            </a:r>
            <a:r>
              <a:rPr lang="tr-TR" dirty="0">
                <a:sym typeface="Wingdings" panose="05000000000000000000" pitchFamily="2" charset="2"/>
              </a:rPr>
              <a:t> </a:t>
            </a:r>
            <a:r>
              <a:rPr lang="tr-TR" dirty="0" err="1">
                <a:sym typeface="Wingdings" panose="05000000000000000000" pitchFamily="2" charset="2"/>
              </a:rPr>
              <a:t>SlaytSlayt</a:t>
            </a:r>
            <a:r>
              <a:rPr lang="tr-TR" dirty="0">
                <a:sym typeface="Wingdings" panose="05000000000000000000" pitchFamily="2" charset="2"/>
              </a:rPr>
              <a:t> Boyutu</a:t>
            </a:r>
            <a:endParaRPr lang="tr-TR" dirty="0"/>
          </a:p>
        </p:txBody>
      </p:sp>
      <p:pic>
        <p:nvPicPr>
          <p:cNvPr id="7" name="Resim 6"/>
          <p:cNvPicPr>
            <a:picLocks noChangeAspect="1"/>
          </p:cNvPicPr>
          <p:nvPr/>
        </p:nvPicPr>
        <p:blipFill>
          <a:blip r:embed="rId3"/>
          <a:stretch>
            <a:fillRect/>
          </a:stretch>
        </p:blipFill>
        <p:spPr>
          <a:xfrm>
            <a:off x="6651746" y="4600708"/>
            <a:ext cx="1514475" cy="1123950"/>
          </a:xfrm>
          <a:prstGeom prst="rect">
            <a:avLst/>
          </a:prstGeom>
        </p:spPr>
      </p:pic>
      <p:pic>
        <p:nvPicPr>
          <p:cNvPr id="8" name="Resim 7"/>
          <p:cNvPicPr>
            <a:picLocks noChangeAspect="1"/>
          </p:cNvPicPr>
          <p:nvPr/>
        </p:nvPicPr>
        <p:blipFill>
          <a:blip r:embed="rId4"/>
          <a:stretch>
            <a:fillRect/>
          </a:stretch>
        </p:blipFill>
        <p:spPr>
          <a:xfrm>
            <a:off x="5679285" y="1920006"/>
            <a:ext cx="3248025" cy="2381250"/>
          </a:xfrm>
          <a:prstGeom prst="rect">
            <a:avLst/>
          </a:prstGeom>
        </p:spPr>
      </p:pic>
      <p:pic>
        <p:nvPicPr>
          <p:cNvPr id="9" name="Resim 8"/>
          <p:cNvPicPr>
            <a:picLocks noChangeAspect="1"/>
          </p:cNvPicPr>
          <p:nvPr/>
        </p:nvPicPr>
        <p:blipFill rotWithShape="1">
          <a:blip r:embed="rId5"/>
          <a:srcRect r="54503" b="84084"/>
          <a:stretch/>
        </p:blipFill>
        <p:spPr>
          <a:xfrm>
            <a:off x="3308924" y="0"/>
            <a:ext cx="8320519" cy="1588735"/>
          </a:xfrm>
          <a:prstGeom prst="rect">
            <a:avLst/>
          </a:prstGeom>
        </p:spPr>
      </p:pic>
    </p:spTree>
    <p:extLst>
      <p:ext uri="{BB962C8B-B14F-4D97-AF65-F5344CB8AC3E}">
        <p14:creationId xmlns:p14="http://schemas.microsoft.com/office/powerpoint/2010/main" val="2351497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Nesne 10"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4" name="Dikdörtgen 3"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tr-TR" sz="1400" dirty="0">
              <a:sym typeface="+mn-lt"/>
            </a:endParaRPr>
          </a:p>
        </p:txBody>
      </p:sp>
      <p:sp>
        <p:nvSpPr>
          <p:cNvPr id="113" name="Dikdörtgen 112"/>
          <p:cNvSpPr/>
          <p:nvPr/>
        </p:nvSpPr>
        <p:spPr>
          <a:xfrm>
            <a:off x="-27447" y="-9813"/>
            <a:ext cx="10911016" cy="584775"/>
          </a:xfrm>
          <a:prstGeom prst="rect">
            <a:avLst/>
          </a:prstGeom>
        </p:spPr>
        <p:txBody>
          <a:bodyPr wrap="square">
            <a:spAutoFit/>
          </a:bodyPr>
          <a:lstStyle/>
          <a:p>
            <a:pPr fontAlgn="ctr">
              <a:defRPr/>
            </a:pPr>
            <a:r>
              <a:rPr lang="tr-TR" sz="3200" b="1" noProof="1">
                <a:cs typeface="Helvetica" panose="020B0604020202020204" pitchFamily="34" charset="0"/>
                <a:sym typeface="Flama Ziraat Medium" charset="0"/>
              </a:rPr>
              <a:t>Ziraat Finans Grubu Proje İlerleme Sayfası</a:t>
            </a:r>
          </a:p>
        </p:txBody>
      </p:sp>
      <p:graphicFrame>
        <p:nvGraphicFramePr>
          <p:cNvPr id="8" name="Tablo 7"/>
          <p:cNvGraphicFramePr>
            <a:graphicFrameLocks noGrp="1"/>
          </p:cNvGraphicFramePr>
          <p:nvPr>
            <p:extLst>
              <p:ext uri="{D42A27DB-BD31-4B8C-83A1-F6EECF244321}">
                <p14:modId xmlns:p14="http://schemas.microsoft.com/office/powerpoint/2010/main" val="3594540488"/>
              </p:ext>
            </p:extLst>
          </p:nvPr>
        </p:nvGraphicFramePr>
        <p:xfrm>
          <a:off x="241273" y="1233910"/>
          <a:ext cx="11494163" cy="4123188"/>
        </p:xfrm>
        <a:graphic>
          <a:graphicData uri="http://schemas.openxmlformats.org/drawingml/2006/table">
            <a:tbl>
              <a:tblPr firstRow="1" bandRow="1">
                <a:tableStyleId>{5C22544A-7EE6-4342-B048-85BDC9FD1C3A}</a:tableStyleId>
              </a:tblPr>
              <a:tblGrid>
                <a:gridCol w="3640252">
                  <a:extLst>
                    <a:ext uri="{9D8B030D-6E8A-4147-A177-3AD203B41FA5}">
                      <a16:colId xmlns:a16="http://schemas.microsoft.com/office/drawing/2014/main" val="20000"/>
                    </a:ext>
                  </a:extLst>
                </a:gridCol>
                <a:gridCol w="1483729">
                  <a:extLst>
                    <a:ext uri="{9D8B030D-6E8A-4147-A177-3AD203B41FA5}">
                      <a16:colId xmlns:a16="http://schemas.microsoft.com/office/drawing/2014/main" val="20001"/>
                    </a:ext>
                  </a:extLst>
                </a:gridCol>
                <a:gridCol w="754169">
                  <a:extLst>
                    <a:ext uri="{9D8B030D-6E8A-4147-A177-3AD203B41FA5}">
                      <a16:colId xmlns:a16="http://schemas.microsoft.com/office/drawing/2014/main" val="20002"/>
                    </a:ext>
                  </a:extLst>
                </a:gridCol>
                <a:gridCol w="1013849">
                  <a:extLst>
                    <a:ext uri="{9D8B030D-6E8A-4147-A177-3AD203B41FA5}">
                      <a16:colId xmlns:a16="http://schemas.microsoft.com/office/drawing/2014/main" val="20003"/>
                    </a:ext>
                  </a:extLst>
                </a:gridCol>
                <a:gridCol w="900049">
                  <a:extLst>
                    <a:ext uri="{9D8B030D-6E8A-4147-A177-3AD203B41FA5}">
                      <a16:colId xmlns:a16="http://schemas.microsoft.com/office/drawing/2014/main" val="20004"/>
                    </a:ext>
                  </a:extLst>
                </a:gridCol>
                <a:gridCol w="900049">
                  <a:extLst>
                    <a:ext uri="{9D8B030D-6E8A-4147-A177-3AD203B41FA5}">
                      <a16:colId xmlns:a16="http://schemas.microsoft.com/office/drawing/2014/main" val="20005"/>
                    </a:ext>
                  </a:extLst>
                </a:gridCol>
                <a:gridCol w="900049">
                  <a:extLst>
                    <a:ext uri="{9D8B030D-6E8A-4147-A177-3AD203B41FA5}">
                      <a16:colId xmlns:a16="http://schemas.microsoft.com/office/drawing/2014/main" val="20006"/>
                    </a:ext>
                  </a:extLst>
                </a:gridCol>
                <a:gridCol w="900049">
                  <a:extLst>
                    <a:ext uri="{9D8B030D-6E8A-4147-A177-3AD203B41FA5}">
                      <a16:colId xmlns:a16="http://schemas.microsoft.com/office/drawing/2014/main" val="20007"/>
                    </a:ext>
                  </a:extLst>
                </a:gridCol>
                <a:gridCol w="1001968">
                  <a:extLst>
                    <a:ext uri="{9D8B030D-6E8A-4147-A177-3AD203B41FA5}">
                      <a16:colId xmlns:a16="http://schemas.microsoft.com/office/drawing/2014/main" val="20008"/>
                    </a:ext>
                  </a:extLst>
                </a:gridCol>
              </a:tblGrid>
              <a:tr h="702824">
                <a:tc>
                  <a:txBody>
                    <a:bodyPr/>
                    <a:lstStyle/>
                    <a:p>
                      <a:r>
                        <a:rPr lang="tr-TR" dirty="0">
                          <a:solidFill>
                            <a:schemeClr val="tx1"/>
                          </a:solidFill>
                        </a:rPr>
                        <a:t>Proje</a:t>
                      </a:r>
                      <a:r>
                        <a:rPr lang="tr-TR" baseline="0" dirty="0">
                          <a:solidFill>
                            <a:schemeClr val="tx1"/>
                          </a:solidFill>
                        </a:rPr>
                        <a:t> Adı</a:t>
                      </a:r>
                      <a:endParaRPr lang="tr-TR" dirty="0">
                        <a:solidFill>
                          <a:schemeClr val="tx1"/>
                        </a:solidFill>
                      </a:endParaRPr>
                    </a:p>
                  </a:txBody>
                  <a:tcPr>
                    <a:lnB w="12700" cap="flat" cmpd="sng" algn="ctr">
                      <a:solidFill>
                        <a:srgbClr val="C00000"/>
                      </a:solidFill>
                      <a:prstDash val="dash"/>
                      <a:round/>
                      <a:headEnd type="none" w="med" len="med"/>
                      <a:tailEnd type="none" w="med" len="med"/>
                    </a:lnB>
                    <a:solidFill>
                      <a:schemeClr val="bg1"/>
                    </a:solidFill>
                  </a:tcPr>
                </a:tc>
                <a:tc>
                  <a:txBody>
                    <a:bodyPr/>
                    <a:lstStyle/>
                    <a:p>
                      <a:pPr algn="ctr"/>
                      <a:r>
                        <a:rPr lang="tr-TR" dirty="0">
                          <a:solidFill>
                            <a:schemeClr val="tx1"/>
                          </a:solidFill>
                        </a:rPr>
                        <a:t>Sponsor</a:t>
                      </a:r>
                    </a:p>
                  </a:txBody>
                  <a:tcPr>
                    <a:lnR w="12700" cmpd="sng">
                      <a:noFill/>
                    </a:lnR>
                    <a:lnB w="12700" cap="flat" cmpd="sng" algn="ctr">
                      <a:solidFill>
                        <a:srgbClr val="C00000"/>
                      </a:solidFill>
                      <a:prstDash val="dash"/>
                      <a:round/>
                      <a:headEnd type="none" w="med" len="med"/>
                      <a:tailEnd type="none" w="med" len="med"/>
                    </a:lnB>
                    <a:solidFill>
                      <a:schemeClr val="bg1"/>
                    </a:solidFill>
                  </a:tcPr>
                </a:tc>
                <a:tc>
                  <a:txBody>
                    <a:bodyPr/>
                    <a:lstStyle/>
                    <a:p>
                      <a:pPr algn="ctr"/>
                      <a:r>
                        <a:rPr lang="tr-TR" sz="1600" dirty="0">
                          <a:solidFill>
                            <a:schemeClr val="tx1"/>
                          </a:solidFill>
                        </a:rPr>
                        <a:t>Haz</a:t>
                      </a:r>
                    </a:p>
                    <a:p>
                      <a:pPr algn="ctr"/>
                      <a:r>
                        <a:rPr lang="tr-TR" sz="1600" dirty="0">
                          <a:solidFill>
                            <a:schemeClr val="tx1"/>
                          </a:solidFill>
                        </a:rPr>
                        <a:t>21</a:t>
                      </a:r>
                    </a:p>
                  </a:txBody>
                  <a:tcPr>
                    <a:lnL w="12700" cmpd="sng">
                      <a:noFill/>
                    </a:lnL>
                    <a:lnR w="12700" cmpd="sng">
                      <a:noFill/>
                    </a:lnR>
                    <a:lnT w="12700" cmpd="sng">
                      <a:noFill/>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tr-TR" sz="1600" dirty="0">
                          <a:solidFill>
                            <a:schemeClr val="tx1"/>
                          </a:solidFill>
                        </a:rPr>
                        <a:t>Oca</a:t>
                      </a:r>
                    </a:p>
                    <a:p>
                      <a:pPr algn="ctr"/>
                      <a:r>
                        <a:rPr lang="tr-TR" sz="1600" dirty="0">
                          <a:solidFill>
                            <a:schemeClr val="tx1"/>
                          </a:solidFill>
                        </a:rPr>
                        <a:t>22</a:t>
                      </a:r>
                    </a:p>
                  </a:txBody>
                  <a:tcPr>
                    <a:lnL w="12700" cmpd="sng">
                      <a:noFill/>
                    </a:lnL>
                    <a:lnR w="12700" cmpd="sng">
                      <a:noFill/>
                    </a:lnR>
                    <a:lnT w="12700" cmpd="sng">
                      <a:noFill/>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tr-TR" sz="1600" dirty="0">
                          <a:solidFill>
                            <a:schemeClr val="tx1"/>
                          </a:solidFill>
                        </a:rPr>
                        <a:t>Haz</a:t>
                      </a:r>
                    </a:p>
                    <a:p>
                      <a:pPr algn="ctr"/>
                      <a:r>
                        <a:rPr lang="tr-TR" sz="1600" dirty="0">
                          <a:solidFill>
                            <a:schemeClr val="tx1"/>
                          </a:solidFill>
                        </a:rPr>
                        <a:t>22</a:t>
                      </a:r>
                    </a:p>
                  </a:txBody>
                  <a:tcPr>
                    <a:lnL w="12700" cmpd="sng">
                      <a:noFill/>
                    </a:lnL>
                    <a:lnR w="12700" cmpd="sng">
                      <a:noFill/>
                    </a:lnR>
                    <a:lnT w="12700" cmpd="sng">
                      <a:noFill/>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tr-TR" sz="1600" dirty="0">
                          <a:solidFill>
                            <a:schemeClr val="tx1"/>
                          </a:solidFill>
                        </a:rPr>
                        <a:t>Oca</a:t>
                      </a:r>
                    </a:p>
                    <a:p>
                      <a:pPr algn="ctr"/>
                      <a:r>
                        <a:rPr lang="tr-TR" sz="1600" dirty="0">
                          <a:solidFill>
                            <a:schemeClr val="tx1"/>
                          </a:solidFill>
                        </a:rPr>
                        <a:t>23</a:t>
                      </a:r>
                    </a:p>
                  </a:txBody>
                  <a:tcPr>
                    <a:lnL w="12700" cmpd="sng">
                      <a:noFill/>
                    </a:lnL>
                    <a:lnR w="12700" cmpd="sng">
                      <a:noFill/>
                    </a:lnR>
                    <a:lnT w="12700" cmpd="sng">
                      <a:noFill/>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tr-TR" sz="1600" dirty="0">
                          <a:solidFill>
                            <a:schemeClr val="tx1"/>
                          </a:solidFill>
                        </a:rPr>
                        <a:t>Haz</a:t>
                      </a:r>
                    </a:p>
                    <a:p>
                      <a:pPr algn="ctr"/>
                      <a:r>
                        <a:rPr lang="tr-TR" sz="1600" dirty="0">
                          <a:solidFill>
                            <a:schemeClr val="tx1"/>
                          </a:solidFill>
                        </a:rPr>
                        <a:t>23</a:t>
                      </a:r>
                    </a:p>
                  </a:txBody>
                  <a:tcPr>
                    <a:lnL w="12700" cmpd="sng">
                      <a:noFill/>
                    </a:lnL>
                    <a:lnR w="12700" cmpd="sng">
                      <a:noFill/>
                    </a:lnR>
                    <a:lnT w="12700" cmpd="sng">
                      <a:noFill/>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tr-TR" sz="1600" dirty="0">
                          <a:solidFill>
                            <a:schemeClr val="tx1"/>
                          </a:solidFill>
                        </a:rPr>
                        <a:t>Oca</a:t>
                      </a:r>
                    </a:p>
                    <a:p>
                      <a:pPr algn="ctr"/>
                      <a:r>
                        <a:rPr lang="tr-TR" sz="1600" dirty="0">
                          <a:solidFill>
                            <a:schemeClr val="tx1"/>
                          </a:solidFill>
                        </a:rPr>
                        <a:t>24</a:t>
                      </a:r>
                    </a:p>
                  </a:txBody>
                  <a:tcPr>
                    <a:lnL w="12700" cmpd="sng">
                      <a:noFill/>
                    </a:lnL>
                    <a:lnR w="12700" cmpd="sng">
                      <a:noFill/>
                    </a:lnR>
                    <a:lnT w="12700" cmpd="sng">
                      <a:noFill/>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tr-TR" sz="1600" dirty="0">
                          <a:solidFill>
                            <a:schemeClr val="tx1"/>
                          </a:solidFill>
                        </a:rPr>
                        <a:t>Haz</a:t>
                      </a:r>
                    </a:p>
                    <a:p>
                      <a:pPr algn="ctr"/>
                      <a:r>
                        <a:rPr lang="tr-TR" sz="1600" dirty="0">
                          <a:solidFill>
                            <a:schemeClr val="tx1"/>
                          </a:solidFill>
                        </a:rPr>
                        <a:t>24</a:t>
                      </a:r>
                    </a:p>
                  </a:txBody>
                  <a:tcPr>
                    <a:lnL w="12700" cmpd="sng">
                      <a:noFill/>
                    </a:lnL>
                    <a:lnR w="12700" cmpd="sng">
                      <a:noFill/>
                    </a:lnR>
                    <a:lnT w="12700" cmpd="sng">
                      <a:noFill/>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05174">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tr-TR" sz="1400" b="1" i="0" u="none" strike="noStrike" kern="1200" dirty="0">
                          <a:solidFill>
                            <a:srgbClr val="000000"/>
                          </a:solidFill>
                          <a:effectLst/>
                          <a:latin typeface="Calibri" panose="020F0502020204030204" pitchFamily="34" charset="0"/>
                          <a:ea typeface="+mn-ea"/>
                          <a:cs typeface="+mn-cs"/>
                        </a:rPr>
                        <a:t>1. Proje </a:t>
                      </a:r>
                    </a:p>
                  </a:txBody>
                  <a:tcPr marL="9525" marR="9525" marT="9525" marB="0" anchor="ctr">
                    <a:lnT w="12700" cap="flat" cmpd="sng" algn="ctr">
                      <a:solidFill>
                        <a:srgbClr val="C00000"/>
                      </a:solidFill>
                      <a:prstDash val="dash"/>
                      <a:round/>
                      <a:headEnd type="none" w="med" len="med"/>
                      <a:tailEnd type="none" w="med" len="med"/>
                    </a:lnT>
                    <a:lnB w="12700" cap="flat" cmpd="sng" algn="ctr">
                      <a:solidFill>
                        <a:srgbClr val="C00000"/>
                      </a:solidFill>
                      <a:prstDash val="dash"/>
                      <a:round/>
                      <a:headEnd type="none" w="med" len="med"/>
                      <a:tailEnd type="none" w="med" len="med"/>
                    </a:lnB>
                    <a:solidFill>
                      <a:schemeClr val="bg1"/>
                    </a:solidFill>
                  </a:tcPr>
                </a:tc>
                <a:tc>
                  <a:txBody>
                    <a:bodyPr/>
                    <a:lstStyle/>
                    <a:p>
                      <a:pPr algn="ctr" fontAlgn="ctr"/>
                      <a:endParaRPr lang="tr-TR" sz="1200" b="0" i="0" u="none" strike="noStrike" dirty="0">
                        <a:solidFill>
                          <a:srgbClr val="000000"/>
                        </a:solidFill>
                        <a:effectLst/>
                        <a:latin typeface="Calibri" panose="020F0502020204030204" pitchFamily="34" charset="0"/>
                      </a:endParaRPr>
                    </a:p>
                  </a:txBody>
                  <a:tcPr marL="9525" marR="9525" marT="9525" marB="0" anchor="ctr">
                    <a:lnR w="12700" cmpd="sng">
                      <a:noFill/>
                    </a:lnR>
                    <a:lnT w="12700" cap="flat" cmpd="sng" algn="ctr">
                      <a:solidFill>
                        <a:srgbClr val="C00000"/>
                      </a:solidFill>
                      <a:prstDash val="dash"/>
                      <a:round/>
                      <a:headEnd type="none" w="med" len="med"/>
                      <a:tailEnd type="none" w="med" len="med"/>
                    </a:lnT>
                    <a:lnB w="12700" cap="flat" cmpd="sng" algn="ctr">
                      <a:solidFill>
                        <a:srgbClr val="C00000"/>
                      </a:solidFill>
                      <a:prstDash val="dash"/>
                      <a:round/>
                      <a:headEnd type="none" w="med" len="med"/>
                      <a:tailEnd type="none" w="med" len="med"/>
                    </a:lnB>
                    <a:solidFill>
                      <a:schemeClr val="bg1"/>
                    </a:solid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29024">
                <a:tc>
                  <a:txBody>
                    <a:bodyPr/>
                    <a:lstStyle/>
                    <a:p>
                      <a:pPr marL="628650" marR="0" lvl="1"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tr-TR" sz="1200" b="0" i="0" u="none" strike="noStrike" dirty="0">
                          <a:solidFill>
                            <a:srgbClr val="000000"/>
                          </a:solidFill>
                          <a:effectLst/>
                          <a:latin typeface="Calibri" panose="020F0502020204030204" pitchFamily="34" charset="0"/>
                        </a:rPr>
                        <a:t>Adım 1</a:t>
                      </a:r>
                    </a:p>
                  </a:txBody>
                  <a:tcPr marL="9525" marR="9525" marT="9525" marB="0" anchor="ctr">
                    <a:lnT w="12700" cap="flat" cmpd="sng" algn="ctr">
                      <a:solidFill>
                        <a:srgbClr val="C00000"/>
                      </a:solidFill>
                      <a:prstDash val="dash"/>
                      <a:round/>
                      <a:headEnd type="none" w="med" len="med"/>
                      <a:tailEnd type="none" w="med" len="med"/>
                    </a:lnT>
                    <a:lnB w="12700" cap="flat" cmpd="sng" algn="ctr">
                      <a:solidFill>
                        <a:srgbClr val="C00000"/>
                      </a:solidFill>
                      <a:prstDash val="dash"/>
                      <a:round/>
                      <a:headEnd type="none" w="med" len="med"/>
                      <a:tailEnd type="none" w="med" len="med"/>
                    </a:lnB>
                    <a:solidFill>
                      <a:schemeClr val="bg1"/>
                    </a:solidFill>
                  </a:tcPr>
                </a:tc>
                <a:tc rowSpan="5">
                  <a:txBody>
                    <a:bodyPr/>
                    <a:lstStyle/>
                    <a:p>
                      <a:pPr algn="ctr" fontAlgn="ctr"/>
                      <a:r>
                        <a:rPr lang="tr-TR" sz="1200" b="0" i="0" u="none" strike="noStrike" dirty="0">
                          <a:solidFill>
                            <a:srgbClr val="000000"/>
                          </a:solidFill>
                          <a:effectLst/>
                          <a:latin typeface="Calibri" panose="020F0502020204030204" pitchFamily="34" charset="0"/>
                        </a:rPr>
                        <a:t>GMY/ GB</a:t>
                      </a:r>
                    </a:p>
                  </a:txBody>
                  <a:tcPr marL="9525" marR="9525" marT="9525" marB="0" anchor="ctr">
                    <a:lnR w="12700" cmpd="sng">
                      <a:noFill/>
                    </a:lnR>
                    <a:lnT w="12700" cap="flat" cmpd="sng" algn="ctr">
                      <a:solidFill>
                        <a:srgbClr val="C00000"/>
                      </a:solidFill>
                      <a:prstDash val="dash"/>
                      <a:round/>
                      <a:headEnd type="none" w="med" len="med"/>
                      <a:tailEnd type="none" w="med" len="med"/>
                    </a:lnT>
                    <a:lnB w="12700" cap="flat" cmpd="sng" algn="ctr">
                      <a:solidFill>
                        <a:srgbClr val="C00000"/>
                      </a:solidFill>
                      <a:prstDash val="dash"/>
                      <a:round/>
                      <a:headEnd type="none" w="med" len="med"/>
                      <a:tailEnd type="none" w="med" len="med"/>
                    </a:lnB>
                    <a:solidFill>
                      <a:schemeClr val="bg1"/>
                    </a:solid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gradFill flip="none" rotWithShape="1">
                      <a:gsLst>
                        <a:gs pos="0">
                          <a:srgbClr val="C00000">
                            <a:tint val="66000"/>
                            <a:satMod val="160000"/>
                          </a:srgbClr>
                        </a:gs>
                        <a:gs pos="50000">
                          <a:srgbClr val="C00000">
                            <a:tint val="44500"/>
                            <a:satMod val="160000"/>
                          </a:srgbClr>
                        </a:gs>
                        <a:gs pos="100000">
                          <a:srgbClr val="C00000">
                            <a:tint val="23500"/>
                            <a:satMod val="160000"/>
                          </a:srgbClr>
                        </a:gs>
                      </a:gsLst>
                      <a:lin ang="5400000" scaled="1"/>
                      <a:tileRect/>
                    </a:grad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99338">
                <a:tc>
                  <a:txBody>
                    <a:bodyPr/>
                    <a:lstStyle/>
                    <a:p>
                      <a:pPr marL="628650" lvl="1" indent="-171450" algn="l" fontAlgn="ctr">
                        <a:buFont typeface="Arial" panose="020B0604020202020204" pitchFamily="34" charset="0"/>
                        <a:buChar char="•"/>
                      </a:pPr>
                      <a:r>
                        <a:rPr lang="tr-TR" sz="1200" b="0" i="0" u="none" strike="noStrike" dirty="0">
                          <a:solidFill>
                            <a:srgbClr val="000000"/>
                          </a:solidFill>
                          <a:effectLst/>
                          <a:latin typeface="Calibri" panose="020F0502020204030204" pitchFamily="34" charset="0"/>
                        </a:rPr>
                        <a:t>Adım 2 </a:t>
                      </a:r>
                    </a:p>
                  </a:txBody>
                  <a:tcPr marL="9525" marR="9525" marT="9525" marB="0" anchor="ctr">
                    <a:lnT w="12700" cap="flat" cmpd="sng" algn="ctr">
                      <a:solidFill>
                        <a:srgbClr val="C00000"/>
                      </a:solidFill>
                      <a:prstDash val="dash"/>
                      <a:round/>
                      <a:headEnd type="none" w="med" len="med"/>
                      <a:tailEnd type="none" w="med" len="med"/>
                    </a:lnT>
                    <a:lnB w="12700" cap="flat" cmpd="sng" algn="ctr">
                      <a:solidFill>
                        <a:srgbClr val="C00000"/>
                      </a:solidFill>
                      <a:prstDash val="dash"/>
                      <a:round/>
                      <a:headEnd type="none" w="med" len="med"/>
                      <a:tailEnd type="none" w="med" len="med"/>
                    </a:lnB>
                    <a:solidFill>
                      <a:schemeClr val="bg1"/>
                    </a:solidFill>
                  </a:tcPr>
                </a:tc>
                <a:tc vMerge="1">
                  <a:txBody>
                    <a:bodyPr/>
                    <a:lstStyle/>
                    <a:p>
                      <a:pPr algn="ctr" fontAlgn="ctr"/>
                      <a:endParaRPr lang="tr-TR" sz="1200" b="0" i="0" u="none" strike="noStrike" dirty="0">
                        <a:solidFill>
                          <a:srgbClr val="000000"/>
                        </a:solidFill>
                        <a:effectLst/>
                        <a:latin typeface="Calibri" panose="020F0502020204030204" pitchFamily="34" charset="0"/>
                      </a:endParaRPr>
                    </a:p>
                  </a:txBody>
                  <a:tcPr marL="9525" marR="9525" marT="9525" marB="0" anchor="ctr">
                    <a:lnR w="12700" cmpd="sng">
                      <a:noFill/>
                    </a:lnR>
                    <a:lnT w="12700" cap="flat" cmpd="sng" algn="ctr">
                      <a:solidFill>
                        <a:srgbClr val="C00000"/>
                      </a:solidFill>
                      <a:prstDash val="dash"/>
                      <a:round/>
                      <a:headEnd type="none" w="med" len="med"/>
                      <a:tailEnd type="none" w="med" len="med"/>
                    </a:lnT>
                    <a:lnB w="12700" cap="flat" cmpd="sng" algn="ctr">
                      <a:solidFill>
                        <a:srgbClr val="C00000"/>
                      </a:solidFill>
                      <a:prstDash val="dash"/>
                      <a:round/>
                      <a:headEnd type="none" w="med" len="med"/>
                      <a:tailEnd type="none" w="med" len="med"/>
                    </a:lnB>
                    <a:solidFill>
                      <a:schemeClr val="bg1"/>
                    </a:solid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gradFill flip="none" rotWithShape="1">
                      <a:gsLst>
                        <a:gs pos="0">
                          <a:srgbClr val="C00000">
                            <a:tint val="66000"/>
                            <a:satMod val="160000"/>
                          </a:srgbClr>
                        </a:gs>
                        <a:gs pos="50000">
                          <a:srgbClr val="C00000">
                            <a:tint val="44500"/>
                            <a:satMod val="160000"/>
                          </a:srgbClr>
                        </a:gs>
                        <a:gs pos="100000">
                          <a:srgbClr val="C00000">
                            <a:tint val="23500"/>
                            <a:satMod val="160000"/>
                          </a:srgbClr>
                        </a:gs>
                      </a:gsLst>
                      <a:lin ang="5400000" scaled="1"/>
                      <a:tileRect/>
                    </a:grad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55449">
                <a:tc>
                  <a:txBody>
                    <a:bodyPr/>
                    <a:lstStyle/>
                    <a:p>
                      <a:pPr marL="628650" lvl="1" indent="-171450" algn="l" fontAlgn="ctr">
                        <a:buFont typeface="Arial" panose="020B0604020202020204" pitchFamily="34" charset="0"/>
                        <a:buChar char="•"/>
                      </a:pPr>
                      <a:r>
                        <a:rPr lang="tr-TR" sz="1200" b="0" i="0" u="none" strike="noStrike" dirty="0">
                          <a:solidFill>
                            <a:srgbClr val="000000"/>
                          </a:solidFill>
                          <a:effectLst/>
                          <a:latin typeface="Calibri" panose="020F0502020204030204" pitchFamily="34" charset="0"/>
                        </a:rPr>
                        <a:t>Adım 3</a:t>
                      </a:r>
                    </a:p>
                  </a:txBody>
                  <a:tcPr marL="9525" marR="9525" marT="9525" marB="0" anchor="ctr">
                    <a:lnT w="12700" cap="flat" cmpd="sng" algn="ctr">
                      <a:solidFill>
                        <a:srgbClr val="C00000"/>
                      </a:solidFill>
                      <a:prstDash val="dash"/>
                      <a:round/>
                      <a:headEnd type="none" w="med" len="med"/>
                      <a:tailEnd type="none" w="med" len="med"/>
                    </a:lnT>
                    <a:lnB w="12700" cap="flat" cmpd="sng" algn="ctr">
                      <a:solidFill>
                        <a:srgbClr val="C00000"/>
                      </a:solidFill>
                      <a:prstDash val="dash"/>
                      <a:round/>
                      <a:headEnd type="none" w="med" len="med"/>
                      <a:tailEnd type="none" w="med" len="med"/>
                    </a:lnB>
                    <a:solidFill>
                      <a:schemeClr val="bg1"/>
                    </a:solidFill>
                  </a:tcPr>
                </a:tc>
                <a:tc vMerge="1">
                  <a:txBody>
                    <a:bodyPr/>
                    <a:lstStyle/>
                    <a:p>
                      <a:pPr algn="ctr" fontAlgn="ctr"/>
                      <a:endParaRPr lang="tr-TR" sz="1200" b="0" i="0" u="none" strike="noStrike" dirty="0">
                        <a:solidFill>
                          <a:srgbClr val="000000"/>
                        </a:solidFill>
                        <a:effectLst/>
                        <a:latin typeface="Calibri" panose="020F0502020204030204" pitchFamily="34" charset="0"/>
                      </a:endParaRPr>
                    </a:p>
                  </a:txBody>
                  <a:tcPr marL="9525" marR="9525" marT="9525" marB="0" anchor="ctr">
                    <a:lnR w="12700" cmpd="sng">
                      <a:noFill/>
                    </a:lnR>
                    <a:lnT w="12700" cap="flat" cmpd="sng" algn="ctr">
                      <a:solidFill>
                        <a:srgbClr val="C00000"/>
                      </a:solidFill>
                      <a:prstDash val="dash"/>
                      <a:round/>
                      <a:headEnd type="none" w="med" len="med"/>
                      <a:tailEnd type="none" w="med" len="med"/>
                    </a:lnT>
                    <a:lnB w="12700" cap="flat" cmpd="sng" algn="ctr">
                      <a:solidFill>
                        <a:srgbClr val="C00000"/>
                      </a:solidFill>
                      <a:prstDash val="dash"/>
                      <a:round/>
                      <a:headEnd type="none" w="med" len="med"/>
                      <a:tailEnd type="none" w="med" len="med"/>
                    </a:lnB>
                    <a:solidFill>
                      <a:schemeClr val="bg1"/>
                    </a:solid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gradFill flip="none" rotWithShape="1">
                      <a:gsLst>
                        <a:gs pos="0">
                          <a:srgbClr val="C00000">
                            <a:tint val="66000"/>
                            <a:satMod val="160000"/>
                          </a:srgbClr>
                        </a:gs>
                        <a:gs pos="50000">
                          <a:srgbClr val="C00000">
                            <a:tint val="44500"/>
                            <a:satMod val="160000"/>
                          </a:srgbClr>
                        </a:gs>
                        <a:gs pos="100000">
                          <a:srgbClr val="C00000">
                            <a:tint val="23500"/>
                            <a:satMod val="160000"/>
                          </a:srgbClr>
                        </a:gs>
                      </a:gsLst>
                      <a:lin ang="5400000" scaled="1"/>
                      <a:tileRect/>
                    </a:grad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702355">
                <a:tc>
                  <a:txBody>
                    <a:bodyPr/>
                    <a:lstStyle/>
                    <a:p>
                      <a:pPr marL="0" lvl="0" indent="0" algn="l" fontAlgn="ctr">
                        <a:buFont typeface="Arial" panose="020B0604020202020204" pitchFamily="34" charset="0"/>
                        <a:buNone/>
                      </a:pPr>
                      <a:r>
                        <a:rPr lang="tr-TR" sz="1400" b="1" i="0" u="none" strike="noStrike" dirty="0">
                          <a:solidFill>
                            <a:srgbClr val="000000"/>
                          </a:solidFill>
                          <a:effectLst/>
                          <a:latin typeface="Calibri" panose="020F0502020204030204" pitchFamily="34" charset="0"/>
                        </a:rPr>
                        <a:t>2. Proje</a:t>
                      </a:r>
                    </a:p>
                  </a:txBody>
                  <a:tcPr marL="9525" marR="9525" marT="9525" marB="0" anchor="ctr">
                    <a:lnT w="12700" cap="flat" cmpd="sng" algn="ctr">
                      <a:solidFill>
                        <a:srgbClr val="C00000"/>
                      </a:solidFill>
                      <a:prstDash val="dash"/>
                      <a:round/>
                      <a:headEnd type="none" w="med" len="med"/>
                      <a:tailEnd type="none" w="med" len="med"/>
                    </a:lnT>
                    <a:lnB w="12700" cap="flat" cmpd="sng" algn="ctr">
                      <a:solidFill>
                        <a:srgbClr val="C00000"/>
                      </a:solidFill>
                      <a:prstDash val="dash"/>
                      <a:round/>
                      <a:headEnd type="none" w="med" len="med"/>
                      <a:tailEnd type="none" w="med" len="med"/>
                    </a:lnB>
                    <a:solidFill>
                      <a:schemeClr val="bg1"/>
                    </a:solidFill>
                  </a:tcPr>
                </a:tc>
                <a:tc vMerge="1">
                  <a:txBody>
                    <a:bodyPr/>
                    <a:lstStyle/>
                    <a:p>
                      <a:pPr algn="ctr" fontAlgn="ctr"/>
                      <a:endParaRPr lang="tr-TR" sz="1200" b="0" i="0" u="none" strike="noStrike" dirty="0">
                        <a:solidFill>
                          <a:srgbClr val="000000"/>
                        </a:solidFill>
                        <a:effectLst/>
                        <a:latin typeface="Calibri" panose="020F0502020204030204" pitchFamily="34" charset="0"/>
                      </a:endParaRPr>
                    </a:p>
                  </a:txBody>
                  <a:tcPr marL="9525" marR="9525" marT="9525" marB="0" anchor="ctr">
                    <a:lnR w="12700" cmpd="sng">
                      <a:noFill/>
                    </a:lnR>
                    <a:lnT w="12700" cap="flat" cmpd="sng" algn="ctr">
                      <a:solidFill>
                        <a:srgbClr val="C00000"/>
                      </a:solidFill>
                      <a:prstDash val="dash"/>
                      <a:round/>
                      <a:headEnd type="none" w="med" len="med"/>
                      <a:tailEnd type="none" w="med" len="med"/>
                    </a:lnT>
                    <a:lnB w="12700" cap="flat" cmpd="sng" algn="ctr">
                      <a:solidFill>
                        <a:srgbClr val="C00000"/>
                      </a:solidFill>
                      <a:prstDash val="dash"/>
                      <a:round/>
                      <a:headEnd type="none" w="med" len="med"/>
                      <a:tailEnd type="none" w="med" len="med"/>
                    </a:lnB>
                    <a:solidFill>
                      <a:schemeClr val="bg1"/>
                    </a:solid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gradFill flip="none" rotWithShape="1">
                      <a:gsLst>
                        <a:gs pos="0">
                          <a:srgbClr val="C00000">
                            <a:tint val="66000"/>
                            <a:satMod val="160000"/>
                          </a:srgbClr>
                        </a:gs>
                        <a:gs pos="50000">
                          <a:srgbClr val="C00000">
                            <a:tint val="44500"/>
                            <a:satMod val="160000"/>
                          </a:srgbClr>
                        </a:gs>
                        <a:gs pos="100000">
                          <a:srgbClr val="C00000">
                            <a:tint val="23500"/>
                            <a:satMod val="160000"/>
                          </a:srgbClr>
                        </a:gs>
                      </a:gsLst>
                      <a:lin ang="5400000" scaled="1"/>
                      <a:tileRect/>
                    </a:grad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529024">
                <a:tc>
                  <a:txBody>
                    <a:bodyPr/>
                    <a:lstStyle/>
                    <a:p>
                      <a:pPr marL="628650" marR="0" lvl="1"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tr-TR" sz="1200" b="0" i="0" u="none" strike="noStrike" dirty="0">
                          <a:solidFill>
                            <a:srgbClr val="000000"/>
                          </a:solidFill>
                          <a:effectLst/>
                          <a:latin typeface="Calibri" panose="020F0502020204030204" pitchFamily="34" charset="0"/>
                        </a:rPr>
                        <a:t>Adım</a:t>
                      </a:r>
                      <a:r>
                        <a:rPr lang="tr-TR" sz="1200" b="0" i="0" u="none" strike="noStrike" baseline="0" dirty="0">
                          <a:solidFill>
                            <a:srgbClr val="000000"/>
                          </a:solidFill>
                          <a:effectLst/>
                          <a:latin typeface="Calibri" panose="020F0502020204030204" pitchFamily="34" charset="0"/>
                        </a:rPr>
                        <a:t> 1</a:t>
                      </a:r>
                      <a:endParaRPr lang="tr-TR" sz="12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rgbClr val="C00000"/>
                      </a:solidFill>
                      <a:prstDash val="dash"/>
                      <a:round/>
                      <a:headEnd type="none" w="med" len="med"/>
                      <a:tailEnd type="none" w="med" len="med"/>
                    </a:lnT>
                    <a:lnB w="12700" cap="flat" cmpd="sng" algn="ctr">
                      <a:solidFill>
                        <a:srgbClr val="C00000"/>
                      </a:solidFill>
                      <a:prstDash val="dash"/>
                      <a:round/>
                      <a:headEnd type="none" w="med" len="med"/>
                      <a:tailEnd type="none" w="med" len="med"/>
                    </a:lnB>
                    <a:solidFill>
                      <a:schemeClr val="bg1"/>
                    </a:solidFill>
                  </a:tcPr>
                </a:tc>
                <a:tc vMerge="1">
                  <a:txBody>
                    <a:bodyPr/>
                    <a:lstStyle/>
                    <a:p>
                      <a:pPr algn="ctr" fontAlgn="ctr"/>
                      <a:endParaRPr lang="tr-TR" sz="1200" b="0" i="0" u="none" strike="noStrike" dirty="0">
                        <a:solidFill>
                          <a:srgbClr val="000000"/>
                        </a:solidFill>
                        <a:effectLst/>
                        <a:latin typeface="Calibri" panose="020F0502020204030204" pitchFamily="34" charset="0"/>
                      </a:endParaRPr>
                    </a:p>
                  </a:txBody>
                  <a:tcPr marL="9525" marR="9525" marT="9525" marB="0" anchor="ctr">
                    <a:lnR w="12700" cmpd="sng">
                      <a:noFill/>
                    </a:lnR>
                    <a:lnT w="12700" cap="flat" cmpd="sng" algn="ctr">
                      <a:solidFill>
                        <a:srgbClr val="C00000"/>
                      </a:solidFill>
                      <a:prstDash val="dash"/>
                      <a:round/>
                      <a:headEnd type="none" w="med" len="med"/>
                      <a:tailEnd type="none" w="med" len="med"/>
                    </a:lnT>
                    <a:lnB w="12700" cap="flat" cmpd="sng" algn="ctr">
                      <a:solidFill>
                        <a:srgbClr val="C00000"/>
                      </a:solidFill>
                      <a:prstDash val="dash"/>
                      <a:round/>
                      <a:headEnd type="none" w="med" len="med"/>
                      <a:tailEnd type="none" w="med" len="med"/>
                    </a:lnB>
                    <a:solidFill>
                      <a:schemeClr val="bg1"/>
                    </a:solid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gradFill flip="none" rotWithShape="1">
                      <a:gsLst>
                        <a:gs pos="0">
                          <a:srgbClr val="C00000">
                            <a:tint val="66000"/>
                            <a:satMod val="160000"/>
                          </a:srgbClr>
                        </a:gs>
                        <a:gs pos="50000">
                          <a:srgbClr val="C00000">
                            <a:tint val="44500"/>
                            <a:satMod val="160000"/>
                          </a:srgbClr>
                        </a:gs>
                        <a:gs pos="100000">
                          <a:srgbClr val="C00000">
                            <a:tint val="23500"/>
                            <a:satMod val="160000"/>
                          </a:srgbClr>
                        </a:gs>
                      </a:gsLst>
                      <a:lin ang="5400000" scaled="1"/>
                      <a:tileRect/>
                    </a:grad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gradFill flip="none" rotWithShape="1">
                      <a:gsLst>
                        <a:gs pos="0">
                          <a:srgbClr val="C00000">
                            <a:tint val="66000"/>
                            <a:satMod val="160000"/>
                          </a:srgbClr>
                        </a:gs>
                        <a:gs pos="50000">
                          <a:srgbClr val="C00000">
                            <a:tint val="44500"/>
                            <a:satMod val="160000"/>
                          </a:srgbClr>
                        </a:gs>
                        <a:gs pos="100000">
                          <a:srgbClr val="C00000">
                            <a:tint val="23500"/>
                            <a:satMod val="160000"/>
                          </a:srgbClr>
                        </a:gs>
                      </a:gsLst>
                      <a:lin ang="5400000" scaled="1"/>
                      <a:tileRect/>
                    </a:grad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endParaRPr lang="tr-TR" sz="1050" dirty="0"/>
                    </a:p>
                  </a:txBody>
                  <a:tcPr>
                    <a:lnL w="12700" cmpd="sng">
                      <a:noFill/>
                    </a:lnL>
                    <a:lnR w="12700" cmpd="sng">
                      <a:noFill/>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02464929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Numarası Yer Tutucusu 1"/>
          <p:cNvSpPr>
            <a:spLocks noGrp="1"/>
          </p:cNvSpPr>
          <p:nvPr>
            <p:ph type="sldNum" idx="12"/>
          </p:nvPr>
        </p:nvSpPr>
        <p:spPr/>
        <p:txBody>
          <a:bodyPr/>
          <a:lstStyle/>
          <a:p>
            <a:fld id="{00000000-1234-1234-1234-123412341234}" type="slidenum">
              <a:rPr lang="en" smtClean="0"/>
              <a:pPr/>
              <a:t>5</a:t>
            </a:fld>
            <a:endParaRPr lang="en"/>
          </a:p>
        </p:txBody>
      </p:sp>
      <p:sp>
        <p:nvSpPr>
          <p:cNvPr id="3" name="Dikdörtgen 2"/>
          <p:cNvSpPr/>
          <p:nvPr/>
        </p:nvSpPr>
        <p:spPr>
          <a:xfrm>
            <a:off x="-36595" y="-13084"/>
            <a:ext cx="12228596" cy="502766"/>
          </a:xfrm>
          <a:prstGeom prst="rect">
            <a:avLst/>
          </a:prstGeom>
        </p:spPr>
        <p:txBody>
          <a:bodyPr wrap="square">
            <a:spAutoFit/>
          </a:bodyPr>
          <a:lstStyle/>
          <a:p>
            <a:pPr fontAlgn="ctr">
              <a:defRPr/>
            </a:pPr>
            <a:r>
              <a:rPr lang="tr-TR" sz="2667" b="1" noProof="1">
                <a:latin typeface="Calibri" panose="020F0502020204030204" pitchFamily="34" charset="0"/>
                <a:cs typeface="Helvetica" panose="020B0604020202020204" pitchFamily="34" charset="0"/>
                <a:sym typeface="Flama Ziraat Medium" charset="0"/>
              </a:rPr>
              <a:t>Sadelik</a:t>
            </a:r>
          </a:p>
        </p:txBody>
      </p:sp>
      <p:sp>
        <p:nvSpPr>
          <p:cNvPr id="9" name="Metin kutusu 8"/>
          <p:cNvSpPr txBox="1"/>
          <p:nvPr/>
        </p:nvSpPr>
        <p:spPr>
          <a:xfrm>
            <a:off x="-36596" y="-209103"/>
            <a:ext cx="12803361" cy="2585323"/>
          </a:xfrm>
          <a:prstGeom prst="rect">
            <a:avLst/>
          </a:prstGeom>
          <a:noFill/>
        </p:spPr>
        <p:txBody>
          <a:bodyPr wrap="square" rtlCol="0">
            <a:spAutoFit/>
          </a:bodyPr>
          <a:lstStyle/>
          <a:p>
            <a:pPr marL="380990" indent="-380990" algn="ctr">
              <a:buFont typeface="Arial" pitchFamily="34" charset="0"/>
              <a:buChar char="•"/>
            </a:pPr>
            <a:endParaRPr lang="tr-TR" sz="5400" dirty="0">
              <a:latin typeface="Calibri" panose="020F0502020204030204" pitchFamily="34" charset="0"/>
            </a:endParaRPr>
          </a:p>
          <a:p>
            <a:pPr algn="ctr"/>
            <a:r>
              <a:rPr lang="tr-TR" sz="5400" dirty="0">
                <a:solidFill>
                  <a:srgbClr val="FF0000"/>
                </a:solidFill>
                <a:latin typeface="Calibri" panose="020F0502020204030204" pitchFamily="34" charset="0"/>
              </a:rPr>
              <a:t>Sayfada </a:t>
            </a:r>
            <a:r>
              <a:rPr lang="tr-TR" sz="5400" dirty="0">
                <a:solidFill>
                  <a:srgbClr val="7030A0"/>
                </a:solidFill>
                <a:latin typeface="Calibri" panose="020F0502020204030204" pitchFamily="34" charset="0"/>
              </a:rPr>
              <a:t>en</a:t>
            </a:r>
            <a:r>
              <a:rPr lang="tr-TR" sz="5400" dirty="0">
                <a:solidFill>
                  <a:srgbClr val="FF0000"/>
                </a:solidFill>
                <a:latin typeface="Calibri" panose="020F0502020204030204" pitchFamily="34" charset="0"/>
              </a:rPr>
              <a:t> </a:t>
            </a:r>
            <a:r>
              <a:rPr lang="tr-TR" sz="5400" dirty="0">
                <a:solidFill>
                  <a:srgbClr val="FFC000"/>
                </a:solidFill>
                <a:latin typeface="Calibri" panose="020F0502020204030204" pitchFamily="34" charset="0"/>
              </a:rPr>
              <a:t>fazla</a:t>
            </a:r>
            <a:r>
              <a:rPr lang="tr-TR" sz="5400" dirty="0">
                <a:solidFill>
                  <a:srgbClr val="FF0000"/>
                </a:solidFill>
                <a:latin typeface="Calibri" panose="020F0502020204030204" pitchFamily="34" charset="0"/>
              </a:rPr>
              <a:t> </a:t>
            </a:r>
            <a:r>
              <a:rPr lang="tr-TR" sz="5400" dirty="0">
                <a:latin typeface="Calibri" panose="020F0502020204030204" pitchFamily="34" charset="0"/>
              </a:rPr>
              <a:t>5</a:t>
            </a:r>
            <a:r>
              <a:rPr lang="tr-TR" sz="5400" dirty="0">
                <a:solidFill>
                  <a:srgbClr val="FF0000"/>
                </a:solidFill>
                <a:latin typeface="Calibri" panose="020F0502020204030204" pitchFamily="34" charset="0"/>
              </a:rPr>
              <a:t> </a:t>
            </a:r>
            <a:r>
              <a:rPr lang="tr-TR" sz="5400" dirty="0">
                <a:solidFill>
                  <a:schemeClr val="accent2">
                    <a:lumMod val="60000"/>
                    <a:lumOff val="40000"/>
                  </a:schemeClr>
                </a:solidFill>
                <a:latin typeface="Calibri" panose="020F0502020204030204" pitchFamily="34" charset="0"/>
              </a:rPr>
              <a:t>renk</a:t>
            </a:r>
            <a:r>
              <a:rPr lang="tr-TR" sz="5400" dirty="0">
                <a:solidFill>
                  <a:srgbClr val="FF0000"/>
                </a:solidFill>
                <a:latin typeface="Calibri" panose="020F0502020204030204" pitchFamily="34" charset="0"/>
              </a:rPr>
              <a:t> </a:t>
            </a:r>
            <a:r>
              <a:rPr lang="tr-TR" sz="5400" dirty="0">
                <a:solidFill>
                  <a:schemeClr val="accent5">
                    <a:lumMod val="75000"/>
                  </a:schemeClr>
                </a:solidFill>
                <a:latin typeface="Calibri" panose="020F0502020204030204" pitchFamily="34" charset="0"/>
              </a:rPr>
              <a:t>olmasına</a:t>
            </a:r>
            <a:r>
              <a:rPr lang="tr-TR" sz="5400" dirty="0">
                <a:solidFill>
                  <a:srgbClr val="FF0000"/>
                </a:solidFill>
                <a:latin typeface="Calibri" panose="020F0502020204030204" pitchFamily="34" charset="0"/>
              </a:rPr>
              <a:t> </a:t>
            </a:r>
            <a:r>
              <a:rPr lang="tr-TR" sz="5400" dirty="0">
                <a:solidFill>
                  <a:schemeClr val="tx2">
                    <a:lumMod val="50000"/>
                  </a:schemeClr>
                </a:solidFill>
                <a:latin typeface="Calibri" panose="020F0502020204030204" pitchFamily="34" charset="0"/>
              </a:rPr>
              <a:t>özen</a:t>
            </a:r>
            <a:r>
              <a:rPr lang="tr-TR" sz="5400" dirty="0">
                <a:solidFill>
                  <a:srgbClr val="FF0000"/>
                </a:solidFill>
                <a:latin typeface="Calibri" panose="020F0502020204030204" pitchFamily="34" charset="0"/>
              </a:rPr>
              <a:t> </a:t>
            </a:r>
            <a:r>
              <a:rPr lang="tr-TR" sz="5400" dirty="0">
                <a:solidFill>
                  <a:schemeClr val="accent1">
                    <a:lumMod val="40000"/>
                    <a:lumOff val="60000"/>
                  </a:schemeClr>
                </a:solidFill>
                <a:latin typeface="Calibri" panose="020F0502020204030204" pitchFamily="34" charset="0"/>
              </a:rPr>
              <a:t>gösterilmelidir.</a:t>
            </a:r>
          </a:p>
        </p:txBody>
      </p:sp>
      <p:sp>
        <p:nvSpPr>
          <p:cNvPr id="6" name="Yuvarlatılmış Dikdörtgen 5"/>
          <p:cNvSpPr/>
          <p:nvPr/>
        </p:nvSpPr>
        <p:spPr>
          <a:xfrm>
            <a:off x="729383" y="2741815"/>
            <a:ext cx="896983" cy="661851"/>
          </a:xfrm>
          <a:prstGeom prst="roundRect">
            <a:avLst/>
          </a:prstGeom>
          <a:solidFill>
            <a:srgbClr val="E105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t>R:225</a:t>
            </a:r>
          </a:p>
          <a:p>
            <a:pPr algn="ctr"/>
            <a:r>
              <a:rPr lang="tr-TR" sz="1400" b="1" dirty="0"/>
              <a:t>G:5</a:t>
            </a:r>
          </a:p>
          <a:p>
            <a:pPr algn="ctr"/>
            <a:r>
              <a:rPr lang="tr-TR" sz="1400" b="1" dirty="0"/>
              <a:t>B:20</a:t>
            </a:r>
          </a:p>
        </p:txBody>
      </p:sp>
      <p:sp>
        <p:nvSpPr>
          <p:cNvPr id="12" name="Yuvarlatılmış Dikdörtgen 11"/>
          <p:cNvSpPr/>
          <p:nvPr/>
        </p:nvSpPr>
        <p:spPr>
          <a:xfrm>
            <a:off x="1972015" y="2741815"/>
            <a:ext cx="896983" cy="661851"/>
          </a:xfrm>
          <a:prstGeom prst="roundRect">
            <a:avLst/>
          </a:prstGeom>
          <a:solidFill>
            <a:srgbClr val="B90F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t>R:185</a:t>
            </a:r>
          </a:p>
          <a:p>
            <a:pPr algn="ctr"/>
            <a:r>
              <a:rPr lang="tr-TR" sz="1400" b="1" dirty="0"/>
              <a:t>G:15</a:t>
            </a:r>
          </a:p>
          <a:p>
            <a:pPr algn="ctr"/>
            <a:r>
              <a:rPr lang="tr-TR" sz="1400" b="1" dirty="0"/>
              <a:t>B:10</a:t>
            </a:r>
          </a:p>
        </p:txBody>
      </p:sp>
      <p:sp>
        <p:nvSpPr>
          <p:cNvPr id="13" name="Yuvarlatılmış Dikdörtgen 12"/>
          <p:cNvSpPr/>
          <p:nvPr/>
        </p:nvSpPr>
        <p:spPr>
          <a:xfrm>
            <a:off x="3214646" y="2741815"/>
            <a:ext cx="896983" cy="661851"/>
          </a:xfrm>
          <a:prstGeom prst="roundRect">
            <a:avLst/>
          </a:prstGeom>
          <a:solidFill>
            <a:srgbClr val="870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t>R:135</a:t>
            </a:r>
          </a:p>
          <a:p>
            <a:pPr algn="ctr"/>
            <a:r>
              <a:rPr lang="tr-TR" sz="1400" b="1" dirty="0"/>
              <a:t>G:15</a:t>
            </a:r>
          </a:p>
          <a:p>
            <a:pPr algn="ctr"/>
            <a:r>
              <a:rPr lang="tr-TR" sz="1400" b="1" dirty="0"/>
              <a:t>B:0</a:t>
            </a:r>
          </a:p>
        </p:txBody>
      </p:sp>
      <p:sp>
        <p:nvSpPr>
          <p:cNvPr id="10" name="Metin kutusu 9"/>
          <p:cNvSpPr txBox="1"/>
          <p:nvPr/>
        </p:nvSpPr>
        <p:spPr>
          <a:xfrm>
            <a:off x="0" y="2285466"/>
            <a:ext cx="4996561" cy="369332"/>
          </a:xfrm>
          <a:prstGeom prst="rect">
            <a:avLst/>
          </a:prstGeom>
          <a:noFill/>
        </p:spPr>
        <p:txBody>
          <a:bodyPr wrap="none" rtlCol="0">
            <a:spAutoFit/>
          </a:bodyPr>
          <a:lstStyle/>
          <a:p>
            <a:r>
              <a:rPr lang="tr-TR" dirty="0"/>
              <a:t>Kullanılabilecek Kırmızı ve Tonları için RGB değerleri</a:t>
            </a:r>
          </a:p>
        </p:txBody>
      </p:sp>
      <p:sp>
        <p:nvSpPr>
          <p:cNvPr id="14" name="Dikdörtgen Belirtme Çizgisi 13"/>
          <p:cNvSpPr/>
          <p:nvPr/>
        </p:nvSpPr>
        <p:spPr>
          <a:xfrm>
            <a:off x="391886" y="3934096"/>
            <a:ext cx="1005920" cy="736803"/>
          </a:xfrm>
          <a:prstGeom prst="wedgeRectCallout">
            <a:avLst>
              <a:gd name="adj1" fmla="val -2653"/>
              <a:gd name="adj2" fmla="val -11833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solidFill>
                  <a:schemeClr val="tx1"/>
                </a:solidFill>
              </a:rPr>
              <a:t>Bankamız Kırmızısı</a:t>
            </a:r>
          </a:p>
        </p:txBody>
      </p:sp>
      <p:sp>
        <p:nvSpPr>
          <p:cNvPr id="18" name="Yuvarlatılmış Dikdörtgen 17"/>
          <p:cNvSpPr/>
          <p:nvPr/>
        </p:nvSpPr>
        <p:spPr>
          <a:xfrm>
            <a:off x="6755867" y="2741815"/>
            <a:ext cx="896983" cy="661851"/>
          </a:xfrm>
          <a:prstGeom prst="roundRect">
            <a:avLst/>
          </a:prstGeom>
          <a:solidFill>
            <a:srgbClr val="D2DC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tx1"/>
                </a:solidFill>
              </a:rPr>
              <a:t>R:210</a:t>
            </a:r>
          </a:p>
          <a:p>
            <a:pPr algn="ctr"/>
            <a:r>
              <a:rPr lang="tr-TR" sz="1400" b="1" dirty="0">
                <a:solidFill>
                  <a:schemeClr val="tx1"/>
                </a:solidFill>
              </a:rPr>
              <a:t>G:220</a:t>
            </a:r>
          </a:p>
          <a:p>
            <a:pPr algn="ctr"/>
            <a:r>
              <a:rPr lang="tr-TR" sz="1400" b="1" dirty="0">
                <a:solidFill>
                  <a:schemeClr val="tx1"/>
                </a:solidFill>
              </a:rPr>
              <a:t>B:225</a:t>
            </a:r>
          </a:p>
        </p:txBody>
      </p:sp>
      <p:sp>
        <p:nvSpPr>
          <p:cNvPr id="19" name="Yuvarlatılmış Dikdörtgen 18"/>
          <p:cNvSpPr/>
          <p:nvPr/>
        </p:nvSpPr>
        <p:spPr>
          <a:xfrm>
            <a:off x="8020959" y="2741815"/>
            <a:ext cx="896983" cy="661851"/>
          </a:xfrm>
          <a:prstGeom prst="roundRect">
            <a:avLst/>
          </a:prstGeom>
          <a:solidFill>
            <a:srgbClr val="B4BE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tx1"/>
                </a:solidFill>
              </a:rPr>
              <a:t>R:180</a:t>
            </a:r>
          </a:p>
          <a:p>
            <a:pPr algn="ctr"/>
            <a:r>
              <a:rPr lang="tr-TR" sz="1400" b="1" dirty="0">
                <a:solidFill>
                  <a:schemeClr val="tx1"/>
                </a:solidFill>
              </a:rPr>
              <a:t>G:190</a:t>
            </a:r>
          </a:p>
          <a:p>
            <a:pPr algn="ctr"/>
            <a:r>
              <a:rPr lang="tr-TR" sz="1400" b="1" dirty="0">
                <a:solidFill>
                  <a:schemeClr val="tx1"/>
                </a:solidFill>
              </a:rPr>
              <a:t>B:195</a:t>
            </a:r>
          </a:p>
        </p:txBody>
      </p:sp>
      <p:sp>
        <p:nvSpPr>
          <p:cNvPr id="20" name="Yuvarlatılmış Dikdörtgen 19"/>
          <p:cNvSpPr/>
          <p:nvPr/>
        </p:nvSpPr>
        <p:spPr>
          <a:xfrm>
            <a:off x="9286051" y="2741815"/>
            <a:ext cx="896983" cy="661851"/>
          </a:xfrm>
          <a:prstGeom prst="roundRect">
            <a:avLst/>
          </a:prstGeom>
          <a:solidFill>
            <a:srgbClr val="9196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t>R:145</a:t>
            </a:r>
          </a:p>
          <a:p>
            <a:pPr algn="ctr"/>
            <a:r>
              <a:rPr lang="tr-TR" sz="1400" b="1" dirty="0"/>
              <a:t>G:150</a:t>
            </a:r>
          </a:p>
          <a:p>
            <a:pPr algn="ctr"/>
            <a:r>
              <a:rPr lang="tr-TR" sz="1400" b="1" dirty="0"/>
              <a:t>B:155</a:t>
            </a:r>
          </a:p>
        </p:txBody>
      </p:sp>
      <p:sp>
        <p:nvSpPr>
          <p:cNvPr id="22" name="Metin kutusu 21"/>
          <p:cNvSpPr txBox="1"/>
          <p:nvPr/>
        </p:nvSpPr>
        <p:spPr>
          <a:xfrm>
            <a:off x="6257129" y="2285466"/>
            <a:ext cx="4644285" cy="369332"/>
          </a:xfrm>
          <a:prstGeom prst="rect">
            <a:avLst/>
          </a:prstGeom>
          <a:noFill/>
        </p:spPr>
        <p:txBody>
          <a:bodyPr wrap="none" rtlCol="0">
            <a:spAutoFit/>
          </a:bodyPr>
          <a:lstStyle/>
          <a:p>
            <a:r>
              <a:rPr lang="tr-TR" dirty="0"/>
              <a:t>Kullanılabilecek Gri ve Tonları için RGB değerleri</a:t>
            </a:r>
          </a:p>
        </p:txBody>
      </p:sp>
      <p:pic>
        <p:nvPicPr>
          <p:cNvPr id="4" name="Resim 3"/>
          <p:cNvPicPr>
            <a:picLocks noChangeAspect="1"/>
          </p:cNvPicPr>
          <p:nvPr/>
        </p:nvPicPr>
        <p:blipFill>
          <a:blip r:embed="rId2"/>
          <a:stretch>
            <a:fillRect/>
          </a:stretch>
        </p:blipFill>
        <p:spPr>
          <a:xfrm>
            <a:off x="6722052" y="3732358"/>
            <a:ext cx="2195890" cy="2800950"/>
          </a:xfrm>
          <a:prstGeom prst="rect">
            <a:avLst/>
          </a:prstGeom>
        </p:spPr>
      </p:pic>
      <p:pic>
        <p:nvPicPr>
          <p:cNvPr id="5" name="Resim 4"/>
          <p:cNvPicPr>
            <a:picLocks noChangeAspect="1"/>
          </p:cNvPicPr>
          <p:nvPr/>
        </p:nvPicPr>
        <p:blipFill>
          <a:blip r:embed="rId3"/>
          <a:stretch>
            <a:fillRect/>
          </a:stretch>
        </p:blipFill>
        <p:spPr>
          <a:xfrm>
            <a:off x="4457277" y="3238121"/>
            <a:ext cx="1666875" cy="3248025"/>
          </a:xfrm>
          <a:prstGeom prst="rect">
            <a:avLst/>
          </a:prstGeom>
        </p:spPr>
      </p:pic>
      <p:sp>
        <p:nvSpPr>
          <p:cNvPr id="7" name="Yuvarlatılmış Dikdörtgen 6"/>
          <p:cNvSpPr/>
          <p:nvPr/>
        </p:nvSpPr>
        <p:spPr>
          <a:xfrm>
            <a:off x="4286194" y="5277394"/>
            <a:ext cx="1970935" cy="287383"/>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1" name="Yuvarlatılmış Dikdörtgen 20"/>
          <p:cNvSpPr/>
          <p:nvPr/>
        </p:nvSpPr>
        <p:spPr>
          <a:xfrm>
            <a:off x="6755867" y="3939613"/>
            <a:ext cx="896983" cy="232392"/>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166598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yagram 1"/>
          <p:cNvGraphicFramePr/>
          <p:nvPr>
            <p:extLst>
              <p:ext uri="{D42A27DB-BD31-4B8C-83A1-F6EECF244321}">
                <p14:modId xmlns:p14="http://schemas.microsoft.com/office/powerpoint/2010/main" val="726326608"/>
              </p:ext>
            </p:extLst>
          </p:nvPr>
        </p:nvGraphicFramePr>
        <p:xfrm>
          <a:off x="366531" y="1478597"/>
          <a:ext cx="11329259" cy="31893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Metin kutusu 4"/>
          <p:cNvSpPr txBox="1"/>
          <p:nvPr/>
        </p:nvSpPr>
        <p:spPr>
          <a:xfrm>
            <a:off x="0" y="0"/>
            <a:ext cx="5324278" cy="584775"/>
          </a:xfrm>
          <a:prstGeom prst="rect">
            <a:avLst/>
          </a:prstGeom>
          <a:noFill/>
        </p:spPr>
        <p:txBody>
          <a:bodyPr wrap="none" rtlCol="0">
            <a:spAutoFit/>
          </a:bodyPr>
          <a:lstStyle/>
          <a:p>
            <a:r>
              <a:rPr lang="tr-TR" sz="3200" b="1" dirty="0"/>
              <a:t>Kutu/Şekil ya da Çizgi Renkleri</a:t>
            </a:r>
          </a:p>
        </p:txBody>
      </p:sp>
      <p:sp>
        <p:nvSpPr>
          <p:cNvPr id="7" name="Köşeleri Yuvarlanmış Dikdörtgen Belirtme Çizgisi 6"/>
          <p:cNvSpPr/>
          <p:nvPr/>
        </p:nvSpPr>
        <p:spPr>
          <a:xfrm>
            <a:off x="7093009" y="4584818"/>
            <a:ext cx="2897024" cy="1730524"/>
          </a:xfrm>
          <a:prstGeom prst="wedgeRoundRectCallout">
            <a:avLst>
              <a:gd name="adj1" fmla="val -33542"/>
              <a:gd name="adj2" fmla="val -84247"/>
              <a:gd name="adj3" fmla="val 16667"/>
            </a:avLst>
          </a:prstGeom>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tr-TR" dirty="0"/>
              <a:t>Kırmızı ve gri tonları tercih edilmelidir.</a:t>
            </a:r>
          </a:p>
        </p:txBody>
      </p:sp>
    </p:spTree>
    <p:extLst>
      <p:ext uri="{BB962C8B-B14F-4D97-AF65-F5344CB8AC3E}">
        <p14:creationId xmlns:p14="http://schemas.microsoft.com/office/powerpoint/2010/main" val="2472860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Numarası Yer Tutucusu 1"/>
          <p:cNvSpPr>
            <a:spLocks noGrp="1"/>
          </p:cNvSpPr>
          <p:nvPr>
            <p:ph type="sldNum" idx="12"/>
          </p:nvPr>
        </p:nvSpPr>
        <p:spPr/>
        <p:txBody>
          <a:bodyPr/>
          <a:lstStyle/>
          <a:p>
            <a:fld id="{00000000-1234-1234-1234-123412341234}" type="slidenum">
              <a:rPr lang="en" smtClean="0"/>
              <a:pPr/>
              <a:t>7</a:t>
            </a:fld>
            <a:endParaRPr lang="en"/>
          </a:p>
        </p:txBody>
      </p:sp>
      <p:sp>
        <p:nvSpPr>
          <p:cNvPr id="3" name="Dikdörtgen 2"/>
          <p:cNvSpPr/>
          <p:nvPr/>
        </p:nvSpPr>
        <p:spPr>
          <a:xfrm>
            <a:off x="-36596" y="-13084"/>
            <a:ext cx="14548021" cy="584775"/>
          </a:xfrm>
          <a:prstGeom prst="rect">
            <a:avLst/>
          </a:prstGeom>
        </p:spPr>
        <p:txBody>
          <a:bodyPr wrap="square">
            <a:spAutoFit/>
          </a:bodyPr>
          <a:lstStyle/>
          <a:p>
            <a:pPr fontAlgn="ctr">
              <a:defRPr/>
            </a:pPr>
            <a:r>
              <a:rPr lang="tr-TR" sz="3200" b="1" noProof="1">
                <a:latin typeface="Calibri" panose="020F0502020204030204" pitchFamily="34" charset="0"/>
                <a:cs typeface="Helvetica" panose="020B0604020202020204" pitchFamily="34" charset="0"/>
                <a:sym typeface="Flama Ziraat Medium" charset="0"/>
              </a:rPr>
              <a:t>Görsel Kullanımı</a:t>
            </a:r>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4113" y="2948948"/>
            <a:ext cx="6401924" cy="3600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2"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35396" t="29903"/>
          <a:stretch/>
        </p:blipFill>
        <p:spPr bwMode="auto">
          <a:xfrm>
            <a:off x="527381" y="1124744"/>
            <a:ext cx="4494907" cy="2880320"/>
          </a:xfrm>
          <a:prstGeom prst="rect">
            <a:avLst/>
          </a:prstGeom>
          <a:noFill/>
          <a:extLst>
            <a:ext uri="{909E8E84-426E-40DD-AFC4-6F175D3DCCD1}">
              <a14:hiddenFill xmlns:a14="http://schemas.microsoft.com/office/drawing/2010/main">
                <a:solidFill>
                  <a:srgbClr val="FFFFFF"/>
                </a:solidFill>
              </a14:hiddenFill>
            </a:ext>
          </a:extLst>
        </p:spPr>
      </p:pic>
      <p:sp>
        <p:nvSpPr>
          <p:cNvPr id="4" name="Dikdörtgen 3"/>
          <p:cNvSpPr/>
          <p:nvPr/>
        </p:nvSpPr>
        <p:spPr>
          <a:xfrm>
            <a:off x="1679509" y="2276872"/>
            <a:ext cx="2112235" cy="576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2400" dirty="0">
                <a:solidFill>
                  <a:schemeClr val="tx1"/>
                </a:solidFill>
              </a:rPr>
              <a:t>KENYA</a:t>
            </a:r>
          </a:p>
        </p:txBody>
      </p:sp>
      <p:sp>
        <p:nvSpPr>
          <p:cNvPr id="10" name="Yuvarlatılmış Dikdörtgen 9"/>
          <p:cNvSpPr/>
          <p:nvPr/>
        </p:nvSpPr>
        <p:spPr>
          <a:xfrm>
            <a:off x="5903979" y="847859"/>
            <a:ext cx="5664629" cy="1968219"/>
          </a:xfrm>
          <a:prstGeom prst="round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tr-TR" sz="2000" dirty="0">
                <a:latin typeface="Calibri" panose="020F0502020204030204" pitchFamily="34" charset="0"/>
              </a:rPr>
              <a:t>Mümkün olduğunca tek ya da sade bir görsel kullanımı akılda kalma, çarpıcılık ve sadelik kazandıracaktır.</a:t>
            </a:r>
          </a:p>
          <a:p>
            <a:pPr algn="ctr"/>
            <a:endParaRPr lang="tr-TR" sz="2000" dirty="0">
              <a:latin typeface="Calibri" panose="020F0502020204030204" pitchFamily="34" charset="0"/>
            </a:endParaRPr>
          </a:p>
          <a:p>
            <a:pPr algn="ctr"/>
            <a:r>
              <a:rPr lang="tr-TR" sz="2000" dirty="0">
                <a:latin typeface="Calibri" panose="020F0502020204030204" pitchFamily="34" charset="0"/>
              </a:rPr>
              <a:t>Ayrıca Grafik üstüne eklenecek yazılar okunabilir olmalıdır…</a:t>
            </a:r>
            <a:endParaRPr lang="tr-TR" sz="2000" dirty="0">
              <a:latin typeface="Gabriola" panose="04040605051002020D02" pitchFamily="82" charset="0"/>
            </a:endParaRPr>
          </a:p>
        </p:txBody>
      </p:sp>
      <p:sp>
        <p:nvSpPr>
          <p:cNvPr id="11" name="Dikdörtgen 10"/>
          <p:cNvSpPr/>
          <p:nvPr/>
        </p:nvSpPr>
        <p:spPr>
          <a:xfrm>
            <a:off x="335360" y="3044957"/>
            <a:ext cx="2112235" cy="5760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2400" dirty="0">
                <a:solidFill>
                  <a:schemeClr val="bg1"/>
                </a:solidFill>
              </a:rPr>
              <a:t>Aslanlar</a:t>
            </a:r>
          </a:p>
        </p:txBody>
      </p:sp>
      <p:sp>
        <p:nvSpPr>
          <p:cNvPr id="5" name="Köşeleri Yuvarlanmış Dikdörtgen Belirtme Çizgisi 4"/>
          <p:cNvSpPr/>
          <p:nvPr/>
        </p:nvSpPr>
        <p:spPr>
          <a:xfrm>
            <a:off x="687977" y="4275909"/>
            <a:ext cx="2795452" cy="881283"/>
          </a:xfrm>
          <a:prstGeom prst="wedgeRoundRectCallout">
            <a:avLst>
              <a:gd name="adj1" fmla="val -21768"/>
              <a:gd name="adj2" fmla="val -123717"/>
              <a:gd name="adj3" fmla="val 1666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tx1"/>
                </a:solidFill>
              </a:rPr>
              <a:t>Yanlış Kullanım Örnekleri</a:t>
            </a:r>
          </a:p>
        </p:txBody>
      </p:sp>
      <p:sp>
        <p:nvSpPr>
          <p:cNvPr id="12" name="Köşeleri Yuvarlanmış Dikdörtgen Belirtme Çizgisi 11"/>
          <p:cNvSpPr/>
          <p:nvPr/>
        </p:nvSpPr>
        <p:spPr>
          <a:xfrm>
            <a:off x="3287485" y="5287709"/>
            <a:ext cx="2795452" cy="881283"/>
          </a:xfrm>
          <a:prstGeom prst="wedgeRoundRectCallout">
            <a:avLst>
              <a:gd name="adj1" fmla="val 75117"/>
              <a:gd name="adj2" fmla="val -8101"/>
              <a:gd name="adj3" fmla="val 1666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tx1"/>
                </a:solidFill>
              </a:rPr>
              <a:t>Doğru Kullanım</a:t>
            </a:r>
          </a:p>
        </p:txBody>
      </p:sp>
    </p:spTree>
    <p:extLst>
      <p:ext uri="{BB962C8B-B14F-4D97-AF65-F5344CB8AC3E}">
        <p14:creationId xmlns:p14="http://schemas.microsoft.com/office/powerpoint/2010/main" val="347895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Nesne 10"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4" name="Dikdörtgen 3"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tr-TR" sz="1400" dirty="0">
              <a:sym typeface="+mn-lt"/>
            </a:endParaRPr>
          </a:p>
        </p:txBody>
      </p:sp>
      <p:sp>
        <p:nvSpPr>
          <p:cNvPr id="113" name="Dikdörtgen 112"/>
          <p:cNvSpPr/>
          <p:nvPr/>
        </p:nvSpPr>
        <p:spPr>
          <a:xfrm>
            <a:off x="-27447" y="-9813"/>
            <a:ext cx="10911016" cy="584775"/>
          </a:xfrm>
          <a:prstGeom prst="rect">
            <a:avLst/>
          </a:prstGeom>
        </p:spPr>
        <p:txBody>
          <a:bodyPr wrap="square">
            <a:spAutoFit/>
          </a:bodyPr>
          <a:lstStyle/>
          <a:p>
            <a:pPr fontAlgn="ctr">
              <a:defRPr/>
            </a:pPr>
            <a:r>
              <a:rPr lang="tr-TR" sz="3200" b="1" noProof="1">
                <a:cs typeface="Helvetica" panose="020B0604020202020204" pitchFamily="34" charset="0"/>
                <a:sym typeface="Flama Ziraat Medium" charset="0"/>
              </a:rPr>
              <a:t>En Fazla 5 Madde Yazılmalıdır</a:t>
            </a:r>
          </a:p>
        </p:txBody>
      </p:sp>
      <p:sp>
        <p:nvSpPr>
          <p:cNvPr id="14" name="Metin kutusu 13"/>
          <p:cNvSpPr txBox="1"/>
          <p:nvPr/>
        </p:nvSpPr>
        <p:spPr>
          <a:xfrm>
            <a:off x="10761888" y="6657945"/>
            <a:ext cx="973343" cy="200055"/>
          </a:xfrm>
          <a:prstGeom prst="rect">
            <a:avLst/>
          </a:prstGeom>
          <a:noFill/>
        </p:spPr>
        <p:txBody>
          <a:bodyPr wrap="none" rtlCol="0">
            <a:spAutoFit/>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tr-TR" sz="700" dirty="0">
                <a:latin typeface="Tahoma" panose="020B0604030504040204" pitchFamily="34" charset="0"/>
                <a:ea typeface="Tahoma" panose="020B0604030504040204" pitchFamily="34" charset="0"/>
                <a:cs typeface="Tahoma" panose="020B0604030504040204" pitchFamily="34" charset="0"/>
              </a:rPr>
              <a:t>Kaynak: .. </a:t>
            </a:r>
            <a:r>
              <a:rPr lang="tr-TR" sz="700" dirty="0" err="1">
                <a:latin typeface="Tahoma" panose="020B0604030504040204" pitchFamily="34" charset="0"/>
                <a:ea typeface="Tahoma" panose="020B0604030504040204" pitchFamily="34" charset="0"/>
                <a:cs typeface="Tahoma" panose="020B0604030504040204" pitchFamily="34" charset="0"/>
              </a:rPr>
              <a:t>Bakanlığ</a:t>
            </a:r>
            <a:endParaRPr lang="tr-TR" sz="700" dirty="0">
              <a:latin typeface="Tahoma" panose="020B0604030504040204" pitchFamily="34" charset="0"/>
              <a:ea typeface="Tahoma" panose="020B0604030504040204" pitchFamily="34" charset="0"/>
              <a:cs typeface="Tahoma" panose="020B0604030504040204" pitchFamily="34" charset="0"/>
            </a:endParaRPr>
          </a:p>
        </p:txBody>
      </p:sp>
      <p:sp>
        <p:nvSpPr>
          <p:cNvPr id="3" name="Dikdörtgen 2"/>
          <p:cNvSpPr/>
          <p:nvPr/>
        </p:nvSpPr>
        <p:spPr>
          <a:xfrm>
            <a:off x="345057" y="1195388"/>
            <a:ext cx="11542143" cy="3678443"/>
          </a:xfrm>
          <a:prstGeom prst="rect">
            <a:avLst/>
          </a:prstGeom>
        </p:spPr>
        <p:txBody>
          <a:bodyPr wrap="square">
            <a:spAutoFit/>
          </a:bodyPr>
          <a:lstStyle/>
          <a:p>
            <a:pPr marL="285750" indent="-285750" algn="just" fontAlgn="base">
              <a:lnSpc>
                <a:spcPct val="250000"/>
              </a:lnSpc>
              <a:spcBef>
                <a:spcPct val="0"/>
              </a:spcBef>
              <a:spcAft>
                <a:spcPct val="0"/>
              </a:spcAft>
              <a:buClr>
                <a:srgbClr val="FF0000"/>
              </a:buClr>
              <a:buFont typeface="Wingdings" panose="05000000000000000000" pitchFamily="2" charset="2"/>
              <a:buChar char="§"/>
            </a:pPr>
            <a:r>
              <a:rPr lang="tr-TR" sz="1600" dirty="0">
                <a:latin typeface="Arial" panose="020B0604020202020204" pitchFamily="34" charset="0"/>
                <a:cs typeface="Arial" panose="020B0604020202020204" pitchFamily="34" charset="0"/>
              </a:rPr>
              <a:t>Büyümesi tarıma bağlı olan ekonomi, iklim koşullarına aşırı duyarlıdır.</a:t>
            </a:r>
          </a:p>
          <a:p>
            <a:pPr marL="285750" indent="-285750" algn="just" fontAlgn="base">
              <a:lnSpc>
                <a:spcPct val="250000"/>
              </a:lnSpc>
              <a:spcBef>
                <a:spcPct val="0"/>
              </a:spcBef>
              <a:spcAft>
                <a:spcPct val="0"/>
              </a:spcAft>
              <a:buClr>
                <a:srgbClr val="FF0000"/>
              </a:buClr>
              <a:buFont typeface="Wingdings" panose="05000000000000000000" pitchFamily="2" charset="2"/>
              <a:buChar char="§"/>
            </a:pPr>
            <a:r>
              <a:rPr lang="tr-TR" sz="1600" dirty="0">
                <a:latin typeface="Arial" panose="020B0604020202020204" pitchFamily="34" charset="0"/>
                <a:cs typeface="Arial" panose="020B0604020202020204" pitchFamily="34" charset="0"/>
              </a:rPr>
              <a:t>. İşgücünün %70’ine istihdam sağlayan tarım sektöründeki dalgalanmaya karşın büyüme 2012 yılından bu yana ortalama %5,6 büyümeyi başarmıştır.</a:t>
            </a:r>
          </a:p>
          <a:p>
            <a:pPr marL="285750" indent="-285750" algn="just" fontAlgn="base">
              <a:lnSpc>
                <a:spcPct val="250000"/>
              </a:lnSpc>
              <a:spcBef>
                <a:spcPct val="0"/>
              </a:spcBef>
              <a:spcAft>
                <a:spcPct val="0"/>
              </a:spcAft>
              <a:buClr>
                <a:srgbClr val="FF0000"/>
              </a:buClr>
              <a:buFont typeface="Wingdings" panose="05000000000000000000" pitchFamily="2" charset="2"/>
              <a:buChar char="§"/>
            </a:pPr>
            <a:r>
              <a:rPr lang="tr-TR" sz="1600" dirty="0">
                <a:latin typeface="Arial" panose="020B0604020202020204" pitchFamily="34" charset="0"/>
                <a:cs typeface="Arial" panose="020B0604020202020204" pitchFamily="34" charset="0"/>
              </a:rPr>
              <a:t>..’da genç işsizlik oranı Afrika ülkeleri arasında ..’dan sonra en iyi durumdadır.</a:t>
            </a:r>
          </a:p>
          <a:p>
            <a:pPr marL="285750" indent="-285750" algn="just" fontAlgn="base">
              <a:lnSpc>
                <a:spcPct val="250000"/>
              </a:lnSpc>
              <a:spcBef>
                <a:spcPct val="0"/>
              </a:spcBef>
              <a:spcAft>
                <a:spcPct val="0"/>
              </a:spcAft>
              <a:buClr>
                <a:srgbClr val="FF0000"/>
              </a:buClr>
              <a:buFont typeface="Wingdings" panose="05000000000000000000" pitchFamily="2" charset="2"/>
              <a:buChar char="§"/>
            </a:pPr>
            <a:r>
              <a:rPr lang="tr-TR" sz="1600" dirty="0">
                <a:latin typeface="Arial" panose="020B0604020202020204" pitchFamily="34" charset="0"/>
                <a:cs typeface="Arial" panose="020B0604020202020204" pitchFamily="34" charset="0"/>
              </a:rPr>
              <a:t>İşgücünün %70’ten fazlası tarım sektöründe istihdam edilmektedir.</a:t>
            </a:r>
          </a:p>
          <a:p>
            <a:pPr marL="285750" indent="-285750" algn="just" fontAlgn="base">
              <a:lnSpc>
                <a:spcPct val="250000"/>
              </a:lnSpc>
              <a:spcBef>
                <a:spcPct val="0"/>
              </a:spcBef>
              <a:spcAft>
                <a:spcPct val="0"/>
              </a:spcAft>
              <a:buClr>
                <a:srgbClr val="FF0000"/>
              </a:buClr>
              <a:buFont typeface="Wingdings" panose="05000000000000000000" pitchFamily="2" charset="2"/>
              <a:buChar char="§"/>
            </a:pPr>
            <a:r>
              <a:rPr lang="tr-TR" sz="1600" dirty="0">
                <a:latin typeface="Arial" panose="020B0604020202020204" pitchFamily="34" charset="0"/>
                <a:cs typeface="Arial" panose="020B0604020202020204" pitchFamily="34" charset="0"/>
              </a:rPr>
              <a:t>Türkiye’nin de katkısıyla tamamlanan havalimanıyla birlikte büyümeye turizmin katkısının artması beklenmektedir.</a:t>
            </a:r>
            <a:endParaRPr lang="tr-TR" sz="1600" dirty="0">
              <a:solidFill>
                <a:srgbClr val="FF0000"/>
              </a:solidFill>
              <a:latin typeface="Arial" panose="020B0604020202020204" pitchFamily="34" charset="0"/>
              <a:cs typeface="Arial" panose="020B0604020202020204" pitchFamily="34" charset="0"/>
            </a:endParaRPr>
          </a:p>
        </p:txBody>
      </p:sp>
      <p:sp>
        <p:nvSpPr>
          <p:cNvPr id="7" name="Köşeleri Yuvarlanmış Dikdörtgen Belirtme Çizgisi 6"/>
          <p:cNvSpPr/>
          <p:nvPr/>
        </p:nvSpPr>
        <p:spPr>
          <a:xfrm>
            <a:off x="8218409" y="2817974"/>
            <a:ext cx="2795452" cy="881283"/>
          </a:xfrm>
          <a:prstGeom prst="wedgeRoundRectCallout">
            <a:avLst>
              <a:gd name="adj1" fmla="val -67035"/>
              <a:gd name="adj2" fmla="val -19737"/>
              <a:gd name="adj3" fmla="val 1666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tx1"/>
                </a:solidFill>
              </a:rPr>
              <a:t>Sade ve Kısa Metinler,</a:t>
            </a:r>
          </a:p>
          <a:p>
            <a:pPr algn="ctr"/>
            <a:r>
              <a:rPr lang="tr-TR" b="1" dirty="0">
                <a:solidFill>
                  <a:schemeClr val="tx1"/>
                </a:solidFill>
              </a:rPr>
              <a:t>5-6 Madde…</a:t>
            </a:r>
          </a:p>
        </p:txBody>
      </p:sp>
      <p:sp>
        <p:nvSpPr>
          <p:cNvPr id="8" name="Dikdörtgen Belirtme Çizgisi 7"/>
          <p:cNvSpPr/>
          <p:nvPr/>
        </p:nvSpPr>
        <p:spPr>
          <a:xfrm>
            <a:off x="7999413" y="6121197"/>
            <a:ext cx="1487923" cy="736803"/>
          </a:xfrm>
          <a:prstGeom prst="wedgeRectCallout">
            <a:avLst>
              <a:gd name="adj1" fmla="val 129515"/>
              <a:gd name="adj2" fmla="val 3258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solidFill>
                  <a:schemeClr val="tx1"/>
                </a:solidFill>
              </a:rPr>
              <a:t>Veri kaynağı belirtilmelidir.</a:t>
            </a:r>
          </a:p>
        </p:txBody>
      </p:sp>
    </p:spTree>
    <p:extLst>
      <p:ext uri="{BB962C8B-B14F-4D97-AF65-F5344CB8AC3E}">
        <p14:creationId xmlns:p14="http://schemas.microsoft.com/office/powerpoint/2010/main" val="363807355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Nesne 6" hidden="1"/>
          <p:cNvGraphicFramePr>
            <a:graphicFrameLocks noChangeAspect="1"/>
          </p:cNvGraphicFramePr>
          <p:nvPr>
            <p:custDataLst>
              <p:tags r:id="rId1"/>
            </p:custDataLst>
            <p:extLst>
              <p:ext uri="{D42A27DB-BD31-4B8C-83A1-F6EECF244321}">
                <p14:modId xmlns:p14="http://schemas.microsoft.com/office/powerpoint/2010/main" val="1089856869"/>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5" imgW="270" imgH="270" progId="TCLayout.ActiveDocument.1">
                  <p:embed/>
                </p:oleObj>
              </mc:Choice>
              <mc:Fallback>
                <p:oleObj name="think-cell Slide" r:id="rId45" imgW="270" imgH="270" progId="TCLayout.ActiveDocument.1">
                  <p:embed/>
                  <p:pic>
                    <p:nvPicPr>
                      <p:cNvPr id="0" name=""/>
                      <p:cNvPicPr/>
                      <p:nvPr/>
                    </p:nvPicPr>
                    <p:blipFill>
                      <a:blip r:embed="rId46"/>
                      <a:stretch>
                        <a:fillRect/>
                      </a:stretch>
                    </p:blipFill>
                    <p:spPr>
                      <a:xfrm>
                        <a:off x="2118" y="2118"/>
                        <a:ext cx="2117" cy="2117"/>
                      </a:xfrm>
                      <a:prstGeom prst="rect">
                        <a:avLst/>
                      </a:prstGeom>
                    </p:spPr>
                  </p:pic>
                </p:oleObj>
              </mc:Fallback>
            </mc:AlternateContent>
          </a:graphicData>
        </a:graphic>
      </p:graphicFrame>
      <p:sp>
        <p:nvSpPr>
          <p:cNvPr id="6" name="Dikdörtgen 5" hidden="1"/>
          <p:cNvSpPr/>
          <p:nvPr>
            <p:custDataLst>
              <p:tags r:id="rId2"/>
            </p:custDataLst>
          </p:nvPr>
        </p:nvSpPr>
        <p:spPr>
          <a:xfrm>
            <a:off x="0" y="0"/>
            <a:ext cx="211667"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tr-TR" sz="933" b="1" dirty="0">
              <a:latin typeface="Arial"/>
            </a:endParaRPr>
          </a:p>
        </p:txBody>
      </p:sp>
      <p:sp>
        <p:nvSpPr>
          <p:cNvPr id="2" name="Slayt Numarası Yer Tutucusu 1"/>
          <p:cNvSpPr>
            <a:spLocks noGrp="1"/>
          </p:cNvSpPr>
          <p:nvPr>
            <p:ph type="sldNum" idx="12"/>
          </p:nvPr>
        </p:nvSpPr>
        <p:spPr/>
        <p:txBody>
          <a:bodyPr/>
          <a:lstStyle/>
          <a:p>
            <a:fld id="{00000000-1234-1234-1234-123412341234}" type="slidenum">
              <a:rPr lang="en" smtClean="0"/>
              <a:pPr/>
              <a:t>9</a:t>
            </a:fld>
            <a:endParaRPr lang="en"/>
          </a:p>
        </p:txBody>
      </p:sp>
      <p:sp>
        <p:nvSpPr>
          <p:cNvPr id="3" name="Dikdörtgen 2"/>
          <p:cNvSpPr/>
          <p:nvPr/>
        </p:nvSpPr>
        <p:spPr>
          <a:xfrm>
            <a:off x="-36596" y="-13084"/>
            <a:ext cx="14548021" cy="502766"/>
          </a:xfrm>
          <a:prstGeom prst="rect">
            <a:avLst/>
          </a:prstGeom>
        </p:spPr>
        <p:txBody>
          <a:bodyPr wrap="square">
            <a:spAutoFit/>
          </a:bodyPr>
          <a:lstStyle/>
          <a:p>
            <a:pPr fontAlgn="ctr">
              <a:defRPr/>
            </a:pPr>
            <a:r>
              <a:rPr lang="tr-TR" sz="2667" b="1" noProof="1">
                <a:latin typeface="Calibri" panose="020F0502020204030204" pitchFamily="34" charset="0"/>
                <a:cs typeface="Helvetica" panose="020B0604020202020204" pitchFamily="34" charset="0"/>
                <a:sym typeface="Flama Ziraat Medium" charset="0"/>
              </a:rPr>
              <a:t>Data Gösterimi</a:t>
            </a:r>
          </a:p>
        </p:txBody>
      </p:sp>
      <p:graphicFrame>
        <p:nvGraphicFramePr>
          <p:cNvPr id="53" name="Chart 3"/>
          <p:cNvGraphicFramePr/>
          <p:nvPr>
            <p:custDataLst>
              <p:tags r:id="rId3"/>
            </p:custDataLst>
            <p:extLst>
              <p:ext uri="{D42A27DB-BD31-4B8C-83A1-F6EECF244321}">
                <p14:modId xmlns:p14="http://schemas.microsoft.com/office/powerpoint/2010/main" val="1256276295"/>
              </p:ext>
            </p:extLst>
          </p:nvPr>
        </p:nvGraphicFramePr>
        <p:xfrm>
          <a:off x="828675" y="1042988"/>
          <a:ext cx="2663825" cy="1316037"/>
        </p:xfrm>
        <a:graphic>
          <a:graphicData uri="http://schemas.openxmlformats.org/drawingml/2006/chart">
            <c:chart xmlns:c="http://schemas.openxmlformats.org/drawingml/2006/chart" xmlns:r="http://schemas.openxmlformats.org/officeDocument/2006/relationships" r:id="rId47"/>
          </a:graphicData>
        </a:graphic>
      </p:graphicFrame>
      <p:cxnSp>
        <p:nvCxnSpPr>
          <p:cNvPr id="8" name="Düz Bağlayıcı 7"/>
          <p:cNvCxnSpPr/>
          <p:nvPr>
            <p:custDataLst>
              <p:tags r:id="rId4"/>
            </p:custDataLst>
          </p:nvPr>
        </p:nvCxnSpPr>
        <p:spPr bwMode="auto">
          <a:xfrm>
            <a:off x="1028700" y="1692275"/>
            <a:ext cx="38100" cy="93663"/>
          </a:xfrm>
          <a:prstGeom prst="line">
            <a:avLst/>
          </a:prstGeom>
          <a:ln w="6350" cap="flat" cmpd="sng" algn="ctr">
            <a:solidFill>
              <a:schemeClr val="tx1"/>
            </a:solidFill>
            <a:prstDash val="solid"/>
            <a:round/>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6" name="Google Shape;6;p1"/>
          <p:cNvSpPr txBox="1">
            <a:spLocks noGrp="1"/>
          </p:cNvSpPr>
          <p:nvPr>
            <p:custDataLst>
              <p:tags r:id="rId5"/>
            </p:custDataLst>
          </p:nvPr>
        </p:nvSpPr>
        <p:spPr bwMode="gray">
          <a:xfrm>
            <a:off x="3048000" y="1085850"/>
            <a:ext cx="122238" cy="182563"/>
          </a:xfrm>
          <a:prstGeom prst="rect">
            <a:avLst/>
          </a:prstGeom>
          <a:solidFill>
            <a:schemeClr val="accent1"/>
          </a:solidFill>
          <a:ln>
            <a:noFill/>
          </a:ln>
        </p:spPr>
        <p:txBody>
          <a:bodyPr spcFirstLastPara="1" vert="horz" wrap="none" lIns="22225" tIns="0" rIns="22225"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B3E86792-0C20-4BA0-9A87-267333EFDEA4}" type="datetime'''''''''''''''4'">
              <a:rPr lang="tr-TR" altLang="en-US" sz="1200">
                <a:solidFill>
                  <a:schemeClr val="bg1"/>
                </a:solidFill>
                <a:latin typeface="+mn-lt"/>
                <a:ea typeface="+mn-ea"/>
                <a:cs typeface="+mn-cs"/>
                <a:sym typeface="+mn-lt"/>
              </a:rPr>
              <a:pPr algn="ctr">
                <a:spcBef>
                  <a:spcPct val="0"/>
                </a:spcBef>
                <a:spcAft>
                  <a:spcPct val="0"/>
                </a:spcAft>
              </a:pPr>
              <a:t>4</a:t>
            </a:fld>
            <a:endParaRPr lang="tr-TR" sz="1200" dirty="0">
              <a:solidFill>
                <a:schemeClr val="bg1"/>
              </a:solidFill>
              <a:latin typeface="+mn-lt"/>
              <a:ea typeface="+mn-ea"/>
              <a:cs typeface="+mn-cs"/>
              <a:sym typeface="+mn-lt"/>
            </a:endParaRPr>
          </a:p>
        </p:txBody>
      </p:sp>
      <p:sp>
        <p:nvSpPr>
          <p:cNvPr id="24" name="Google Shape;6;p1"/>
          <p:cNvSpPr txBox="1">
            <a:spLocks noGrp="1"/>
          </p:cNvSpPr>
          <p:nvPr>
            <p:custDataLst>
              <p:tags r:id="rId6"/>
            </p:custDataLst>
          </p:nvPr>
        </p:nvSpPr>
        <p:spPr bwMode="gray">
          <a:xfrm>
            <a:off x="1984375" y="1595438"/>
            <a:ext cx="122238" cy="182563"/>
          </a:xfrm>
          <a:prstGeom prst="rect">
            <a:avLst/>
          </a:prstGeom>
          <a:solidFill>
            <a:schemeClr val="accent2"/>
          </a:solidFill>
          <a:ln>
            <a:noFill/>
          </a:ln>
        </p:spPr>
        <p:txBody>
          <a:bodyPr spcFirstLastPara="1" vert="horz" wrap="none" lIns="22225" tIns="0" rIns="22225"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55BA30BA-0204-43A4-8706-FF16C6D96E4C}" type="datetime'''''''''''''''''''''4'''''''''''''''''''''''''''''''''''''''''">
              <a:rPr lang="tr-TR" altLang="en-US" sz="1200">
                <a:solidFill>
                  <a:schemeClr val="tx1"/>
                </a:solidFill>
                <a:latin typeface="+mn-lt"/>
                <a:ea typeface="+mn-ea"/>
                <a:cs typeface="+mn-cs"/>
                <a:sym typeface="+mn-lt"/>
              </a:rPr>
              <a:pPr algn="ctr">
                <a:spcBef>
                  <a:spcPct val="0"/>
                </a:spcBef>
                <a:spcAft>
                  <a:spcPct val="0"/>
                </a:spcAft>
              </a:pPr>
              <a:t>4</a:t>
            </a:fld>
            <a:endParaRPr lang="tr-TR" sz="1200" dirty="0">
              <a:solidFill>
                <a:schemeClr val="tx1"/>
              </a:solidFill>
              <a:latin typeface="+mn-lt"/>
              <a:ea typeface="+mn-ea"/>
              <a:cs typeface="+mn-cs"/>
              <a:sym typeface="+mn-lt"/>
            </a:endParaRPr>
          </a:p>
        </p:txBody>
      </p:sp>
      <p:sp>
        <p:nvSpPr>
          <p:cNvPr id="23" name="Google Shape;6;p1"/>
          <p:cNvSpPr txBox="1">
            <a:spLocks noGrp="1"/>
          </p:cNvSpPr>
          <p:nvPr>
            <p:custDataLst>
              <p:tags r:id="rId7"/>
            </p:custDataLst>
          </p:nvPr>
        </p:nvSpPr>
        <p:spPr bwMode="gray">
          <a:xfrm>
            <a:off x="1382713" y="1695450"/>
            <a:ext cx="122238" cy="182563"/>
          </a:xfrm>
          <a:prstGeom prst="rect">
            <a:avLst/>
          </a:prstGeom>
          <a:solidFill>
            <a:schemeClr val="accent1"/>
          </a:solidFill>
          <a:ln>
            <a:noFill/>
          </a:ln>
        </p:spPr>
        <p:txBody>
          <a:bodyPr spcFirstLastPara="1" vert="horz" wrap="none" lIns="22225" tIns="0" rIns="22225"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F038EB0B-1E2C-4B49-A166-472FD3125E9A}" type="datetime'''''''4'''''''''''''''''''''''''''''''''''''''''">
              <a:rPr lang="tr-TR" altLang="en-US" sz="1200">
                <a:solidFill>
                  <a:schemeClr val="bg1"/>
                </a:solidFill>
                <a:latin typeface="+mn-lt"/>
                <a:ea typeface="+mn-ea"/>
                <a:cs typeface="+mn-cs"/>
                <a:sym typeface="+mn-lt"/>
              </a:rPr>
              <a:pPr algn="ctr">
                <a:spcBef>
                  <a:spcPct val="0"/>
                </a:spcBef>
                <a:spcAft>
                  <a:spcPct val="0"/>
                </a:spcAft>
              </a:pPr>
              <a:t>4</a:t>
            </a:fld>
            <a:endParaRPr lang="tr-TR" sz="1200" dirty="0">
              <a:solidFill>
                <a:schemeClr val="bg1"/>
              </a:solidFill>
              <a:latin typeface="+mn-lt"/>
              <a:ea typeface="+mn-ea"/>
              <a:cs typeface="+mn-cs"/>
              <a:sym typeface="+mn-lt"/>
            </a:endParaRPr>
          </a:p>
        </p:txBody>
      </p:sp>
      <p:sp>
        <p:nvSpPr>
          <p:cNvPr id="14" name="Google Shape;6;p1"/>
          <p:cNvSpPr txBox="1">
            <a:spLocks noGrp="1"/>
          </p:cNvSpPr>
          <p:nvPr>
            <p:custDataLst>
              <p:tags r:id="rId8"/>
            </p:custDataLst>
          </p:nvPr>
        </p:nvSpPr>
        <p:spPr bwMode="auto">
          <a:xfrm>
            <a:off x="2830513" y="2327275"/>
            <a:ext cx="32385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D165D07A-2772-405B-A20F-BCC2EAE88D92}" type="datetime'''''''''''2''''0''''''''''1''''''''9'''''''''''''''''''''">
              <a:rPr lang="tr-TR" altLang="en-US" sz="1200">
                <a:solidFill>
                  <a:schemeClr val="tx1"/>
                </a:solidFill>
                <a:latin typeface="+mn-lt"/>
                <a:ea typeface="+mn-ea"/>
                <a:cs typeface="+mn-cs"/>
                <a:sym typeface="+mn-lt"/>
              </a:rPr>
              <a:pPr algn="ctr">
                <a:spcBef>
                  <a:spcPct val="0"/>
                </a:spcBef>
                <a:spcAft>
                  <a:spcPct val="0"/>
                </a:spcAft>
              </a:pPr>
              <a:t>2019</a:t>
            </a:fld>
            <a:endParaRPr lang="tr-TR" sz="1200" dirty="0">
              <a:solidFill>
                <a:schemeClr val="tx1"/>
              </a:solidFill>
              <a:latin typeface="+mn-lt"/>
              <a:ea typeface="+mn-ea"/>
              <a:cs typeface="+mn-cs"/>
              <a:sym typeface="+mn-lt"/>
            </a:endParaRPr>
          </a:p>
        </p:txBody>
      </p:sp>
      <p:sp>
        <p:nvSpPr>
          <p:cNvPr id="12" name="Google Shape;6;p1"/>
          <p:cNvSpPr txBox="1">
            <a:spLocks noGrp="1"/>
          </p:cNvSpPr>
          <p:nvPr>
            <p:custDataLst>
              <p:tags r:id="rId9"/>
            </p:custDataLst>
          </p:nvPr>
        </p:nvSpPr>
        <p:spPr bwMode="auto">
          <a:xfrm>
            <a:off x="1165225" y="2327275"/>
            <a:ext cx="32385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AACB0FD0-5CDB-4F73-A713-909E8CF17DCB}" type="datetime'''''''''''''''''''''''''''''''2''0''17'''''">
              <a:rPr lang="tr-TR" altLang="en-US" sz="1200">
                <a:solidFill>
                  <a:schemeClr val="tx1"/>
                </a:solidFill>
                <a:latin typeface="+mn-lt"/>
                <a:ea typeface="+mn-ea"/>
                <a:cs typeface="+mn-cs"/>
                <a:sym typeface="+mn-lt"/>
              </a:rPr>
              <a:pPr algn="ctr">
                <a:spcBef>
                  <a:spcPct val="0"/>
                </a:spcBef>
                <a:spcAft>
                  <a:spcPct val="0"/>
                </a:spcAft>
              </a:pPr>
              <a:t>2017</a:t>
            </a:fld>
            <a:endParaRPr lang="tr-TR" sz="1200" dirty="0">
              <a:solidFill>
                <a:schemeClr val="tx1"/>
              </a:solidFill>
              <a:latin typeface="+mn-lt"/>
              <a:ea typeface="+mn-ea"/>
              <a:cs typeface="+mn-cs"/>
              <a:sym typeface="+mn-lt"/>
            </a:endParaRPr>
          </a:p>
        </p:txBody>
      </p:sp>
      <p:sp>
        <p:nvSpPr>
          <p:cNvPr id="13" name="Google Shape;6;p1"/>
          <p:cNvSpPr txBox="1">
            <a:spLocks noGrp="1"/>
          </p:cNvSpPr>
          <p:nvPr>
            <p:custDataLst>
              <p:tags r:id="rId10"/>
            </p:custDataLst>
          </p:nvPr>
        </p:nvSpPr>
        <p:spPr bwMode="auto">
          <a:xfrm>
            <a:off x="1998663" y="2327275"/>
            <a:ext cx="32385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1864EC4C-8EE8-4A54-9D7F-4C06EACFCE45}" type="datetime'''''20''''''1''''''''''8'''''''">
              <a:rPr lang="tr-TR" altLang="en-US" sz="1200">
                <a:solidFill>
                  <a:schemeClr val="tx1"/>
                </a:solidFill>
                <a:latin typeface="+mn-lt"/>
                <a:ea typeface="+mn-ea"/>
                <a:cs typeface="+mn-cs"/>
                <a:sym typeface="+mn-lt"/>
              </a:rPr>
              <a:pPr algn="ctr">
                <a:spcBef>
                  <a:spcPct val="0"/>
                </a:spcBef>
                <a:spcAft>
                  <a:spcPct val="0"/>
                </a:spcAft>
              </a:pPr>
              <a:t>2018</a:t>
            </a:fld>
            <a:endParaRPr lang="tr-TR" sz="1200" dirty="0">
              <a:solidFill>
                <a:schemeClr val="tx1"/>
              </a:solidFill>
              <a:latin typeface="+mn-lt"/>
              <a:ea typeface="+mn-ea"/>
              <a:cs typeface="+mn-cs"/>
              <a:sym typeface="+mn-lt"/>
            </a:endParaRPr>
          </a:p>
        </p:txBody>
      </p:sp>
      <p:sp>
        <p:nvSpPr>
          <p:cNvPr id="16" name="Google Shape;6;p1"/>
          <p:cNvSpPr txBox="1">
            <a:spLocks noGrp="1"/>
          </p:cNvSpPr>
          <p:nvPr>
            <p:custDataLst>
              <p:tags r:id="rId11"/>
            </p:custDataLst>
          </p:nvPr>
        </p:nvSpPr>
        <p:spPr bwMode="auto">
          <a:xfrm>
            <a:off x="520700" y="1835150"/>
            <a:ext cx="4826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spcBef>
                <a:spcPct val="0"/>
              </a:spcBef>
              <a:spcAft>
                <a:spcPct val="0"/>
              </a:spcAft>
            </a:pPr>
            <a:fld id="{294FD1D9-2F3E-447E-A98D-E91FE0C551BA}" type="datetime'S''''eri''''''''''''e''''''''s'''''''''''''''''' ''''2'''''''">
              <a:rPr lang="tr-TR" altLang="en-US" sz="1200">
                <a:solidFill>
                  <a:schemeClr val="tx1"/>
                </a:solidFill>
                <a:latin typeface="+mn-lt"/>
                <a:ea typeface="+mn-ea"/>
                <a:cs typeface="+mn-cs"/>
                <a:sym typeface="+mn-lt"/>
              </a:rPr>
              <a:pPr algn="r">
                <a:spcBef>
                  <a:spcPct val="0"/>
                </a:spcBef>
                <a:spcAft>
                  <a:spcPct val="0"/>
                </a:spcAft>
              </a:pPr>
              <a:t>Series 2</a:t>
            </a:fld>
            <a:endParaRPr lang="tr-TR" sz="1200" dirty="0">
              <a:solidFill>
                <a:schemeClr val="tx1"/>
              </a:solidFill>
              <a:latin typeface="+mn-lt"/>
              <a:ea typeface="+mn-ea"/>
              <a:cs typeface="+mn-cs"/>
              <a:sym typeface="+mn-lt"/>
            </a:endParaRPr>
          </a:p>
        </p:txBody>
      </p:sp>
      <p:sp>
        <p:nvSpPr>
          <p:cNvPr id="15" name="Google Shape;6;p1"/>
          <p:cNvSpPr txBox="1">
            <a:spLocks noGrp="1"/>
          </p:cNvSpPr>
          <p:nvPr>
            <p:custDataLst>
              <p:tags r:id="rId12"/>
            </p:custDataLst>
          </p:nvPr>
        </p:nvSpPr>
        <p:spPr bwMode="auto">
          <a:xfrm>
            <a:off x="520700" y="1601788"/>
            <a:ext cx="4826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spcBef>
                <a:spcPct val="0"/>
              </a:spcBef>
              <a:spcAft>
                <a:spcPct val="0"/>
              </a:spcAft>
            </a:pPr>
            <a:fld id="{35AC3714-7A69-4C60-8AE1-D9B415F86B55}" type="datetime'''S''''e''''''''''r''''ie''''''s'' ''''''''''''''''''1'''''''">
              <a:rPr lang="tr-TR" altLang="en-US" sz="1200">
                <a:solidFill>
                  <a:schemeClr val="tx1"/>
                </a:solidFill>
                <a:latin typeface="+mn-lt"/>
                <a:ea typeface="+mn-ea"/>
                <a:cs typeface="+mn-cs"/>
                <a:sym typeface="+mn-lt"/>
              </a:rPr>
              <a:pPr algn="r">
                <a:spcBef>
                  <a:spcPct val="0"/>
                </a:spcBef>
                <a:spcAft>
                  <a:spcPct val="0"/>
                </a:spcAft>
              </a:pPr>
              <a:t>Series 1</a:t>
            </a:fld>
            <a:endParaRPr lang="tr-TR" sz="1200" dirty="0">
              <a:solidFill>
                <a:schemeClr val="tx1"/>
              </a:solidFill>
              <a:latin typeface="+mn-lt"/>
              <a:ea typeface="+mn-ea"/>
              <a:cs typeface="+mn-cs"/>
              <a:sym typeface="+mn-lt"/>
            </a:endParaRPr>
          </a:p>
        </p:txBody>
      </p:sp>
      <p:sp>
        <p:nvSpPr>
          <p:cNvPr id="17" name="Google Shape;6;p1"/>
          <p:cNvSpPr txBox="1">
            <a:spLocks noGrp="1"/>
          </p:cNvSpPr>
          <p:nvPr>
            <p:custDataLst>
              <p:tags r:id="rId13"/>
            </p:custDataLst>
          </p:nvPr>
        </p:nvSpPr>
        <p:spPr bwMode="auto">
          <a:xfrm>
            <a:off x="520700" y="2068513"/>
            <a:ext cx="4826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spcBef>
                <a:spcPct val="0"/>
              </a:spcBef>
              <a:spcAft>
                <a:spcPct val="0"/>
              </a:spcAft>
            </a:pPr>
            <a:fld id="{240BEC3C-D7CC-4365-8FA1-F7372DF89D53}" type="datetime'''S''e''r''''''''i''''''''''''e''''s'''''' ''''''''''''3'">
              <a:rPr lang="tr-TR" altLang="en-US" sz="1200">
                <a:solidFill>
                  <a:schemeClr val="tx1"/>
                </a:solidFill>
                <a:latin typeface="+mn-lt"/>
                <a:ea typeface="+mn-ea"/>
                <a:cs typeface="+mn-cs"/>
                <a:sym typeface="+mn-lt"/>
              </a:rPr>
              <a:pPr algn="r">
                <a:spcBef>
                  <a:spcPct val="0"/>
                </a:spcBef>
                <a:spcAft>
                  <a:spcPct val="0"/>
                </a:spcAft>
              </a:pPr>
              <a:t>Series 3</a:t>
            </a:fld>
            <a:endParaRPr lang="tr-TR" sz="1200" dirty="0">
              <a:solidFill>
                <a:schemeClr val="tx1"/>
              </a:solidFill>
              <a:latin typeface="+mn-lt"/>
              <a:ea typeface="+mn-ea"/>
              <a:cs typeface="+mn-cs"/>
              <a:sym typeface="+mn-lt"/>
            </a:endParaRPr>
          </a:p>
        </p:txBody>
      </p:sp>
      <p:sp>
        <p:nvSpPr>
          <p:cNvPr id="18" name="Google Shape;6;p1"/>
          <p:cNvSpPr txBox="1">
            <a:spLocks noGrp="1"/>
          </p:cNvSpPr>
          <p:nvPr>
            <p:custDataLst>
              <p:tags r:id="rId14"/>
            </p:custDataLst>
          </p:nvPr>
        </p:nvSpPr>
        <p:spPr bwMode="gray">
          <a:xfrm>
            <a:off x="1227138" y="1512888"/>
            <a:ext cx="200025"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22225" tIns="0" rIns="22225" bIns="0" numCol="1" spcCol="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B2141658-535D-4B5A-BA9C-2D20FA90F94B}" type="datetime'''''''''''''''''''''''''''''''''''''''''''''''2''''''''2'''">
              <a:rPr lang="tr-TR" altLang="en-US" sz="1200">
                <a:solidFill>
                  <a:schemeClr val="tx1"/>
                </a:solidFill>
                <a:latin typeface="+mn-lt"/>
                <a:ea typeface="+mn-ea"/>
                <a:cs typeface="+mn-cs"/>
                <a:sym typeface="+mn-lt"/>
              </a:rPr>
              <a:pPr algn="ctr">
                <a:spcBef>
                  <a:spcPct val="0"/>
                </a:spcBef>
                <a:spcAft>
                  <a:spcPct val="0"/>
                </a:spcAft>
              </a:pPr>
              <a:t>22</a:t>
            </a:fld>
            <a:endParaRPr lang="tr-TR" sz="1200" dirty="0">
              <a:solidFill>
                <a:schemeClr val="tx1"/>
              </a:solidFill>
              <a:latin typeface="+mn-lt"/>
              <a:ea typeface="+mn-ea"/>
              <a:cs typeface="+mn-cs"/>
              <a:sym typeface="+mn-lt"/>
            </a:endParaRPr>
          </a:p>
        </p:txBody>
      </p:sp>
      <p:sp>
        <p:nvSpPr>
          <p:cNvPr id="19" name="Google Shape;6;p1"/>
          <p:cNvSpPr txBox="1">
            <a:spLocks noGrp="1"/>
          </p:cNvSpPr>
          <p:nvPr>
            <p:custDataLst>
              <p:tags r:id="rId15"/>
            </p:custDataLst>
          </p:nvPr>
        </p:nvSpPr>
        <p:spPr bwMode="gray">
          <a:xfrm>
            <a:off x="2060575" y="1298575"/>
            <a:ext cx="200025"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22225" tIns="0" rIns="22225" bIns="0" numCol="1" spcCol="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480028F4-C9EC-4144-968D-007257AE74DA}" type="datetime'''''''''3''''''''''''''''''''''''''''1'''''''''''''''''''''">
              <a:rPr lang="tr-TR" altLang="en-US" sz="1200">
                <a:solidFill>
                  <a:schemeClr val="tx1"/>
                </a:solidFill>
                <a:latin typeface="+mn-lt"/>
                <a:ea typeface="+mn-ea"/>
                <a:cs typeface="+mn-cs"/>
                <a:sym typeface="+mn-lt"/>
              </a:rPr>
              <a:pPr algn="ctr">
                <a:spcBef>
                  <a:spcPct val="0"/>
                </a:spcBef>
                <a:spcAft>
                  <a:spcPct val="0"/>
                </a:spcAft>
              </a:pPr>
              <a:t>31</a:t>
            </a:fld>
            <a:endParaRPr lang="tr-TR" sz="1200" dirty="0">
              <a:solidFill>
                <a:schemeClr val="tx1"/>
              </a:solidFill>
              <a:latin typeface="+mn-lt"/>
              <a:ea typeface="+mn-ea"/>
              <a:cs typeface="+mn-cs"/>
              <a:sym typeface="+mn-lt"/>
            </a:endParaRPr>
          </a:p>
        </p:txBody>
      </p:sp>
      <p:sp>
        <p:nvSpPr>
          <p:cNvPr id="20" name="Google Shape;6;p1"/>
          <p:cNvSpPr txBox="1">
            <a:spLocks noGrp="1"/>
          </p:cNvSpPr>
          <p:nvPr>
            <p:custDataLst>
              <p:tags r:id="rId16"/>
            </p:custDataLst>
          </p:nvPr>
        </p:nvSpPr>
        <p:spPr bwMode="gray">
          <a:xfrm>
            <a:off x="2892425" y="903288"/>
            <a:ext cx="200025"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22225" tIns="0" rIns="22225" bIns="0" numCol="1" spcCol="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6307F979-2B3E-4262-A72E-CB24D73224D4}" type="datetime'''''''''''''''4''''''''6'''''''''''''''''''''''''''''''''''''">
              <a:rPr lang="tr-TR" altLang="en-US" sz="1200">
                <a:solidFill>
                  <a:schemeClr val="tx1"/>
                </a:solidFill>
                <a:latin typeface="+mn-lt"/>
                <a:ea typeface="+mn-ea"/>
                <a:cs typeface="+mn-cs"/>
                <a:sym typeface="+mn-lt"/>
              </a:rPr>
              <a:pPr algn="ctr">
                <a:spcBef>
                  <a:spcPct val="0"/>
                </a:spcBef>
                <a:spcAft>
                  <a:spcPct val="0"/>
                </a:spcAft>
              </a:pPr>
              <a:t>46</a:t>
            </a:fld>
            <a:endParaRPr lang="tr-TR" sz="1200" dirty="0">
              <a:solidFill>
                <a:schemeClr val="tx1"/>
              </a:solidFill>
              <a:latin typeface="+mn-lt"/>
              <a:ea typeface="+mn-ea"/>
              <a:cs typeface="+mn-cs"/>
              <a:sym typeface="+mn-lt"/>
            </a:endParaRPr>
          </a:p>
        </p:txBody>
      </p:sp>
      <p:graphicFrame>
        <p:nvGraphicFramePr>
          <p:cNvPr id="54" name="Chart 3"/>
          <p:cNvGraphicFramePr/>
          <p:nvPr>
            <p:custDataLst>
              <p:tags r:id="rId17"/>
            </p:custDataLst>
            <p:extLst>
              <p:ext uri="{D42A27DB-BD31-4B8C-83A1-F6EECF244321}">
                <p14:modId xmlns:p14="http://schemas.microsoft.com/office/powerpoint/2010/main" val="612664827"/>
              </p:ext>
            </p:extLst>
          </p:nvPr>
        </p:nvGraphicFramePr>
        <p:xfrm>
          <a:off x="4230688" y="776288"/>
          <a:ext cx="2951162" cy="1516062"/>
        </p:xfrm>
        <a:graphic>
          <a:graphicData uri="http://schemas.openxmlformats.org/drawingml/2006/chart">
            <c:chart xmlns:c="http://schemas.openxmlformats.org/drawingml/2006/chart" xmlns:r="http://schemas.openxmlformats.org/officeDocument/2006/relationships" r:id="rId48"/>
          </a:graphicData>
        </a:graphic>
      </p:graphicFrame>
      <p:cxnSp>
        <p:nvCxnSpPr>
          <p:cNvPr id="9" name="Düz Bağlayıcı 8"/>
          <p:cNvCxnSpPr/>
          <p:nvPr>
            <p:custDataLst>
              <p:tags r:id="rId18"/>
            </p:custDataLst>
          </p:nvPr>
        </p:nvCxnSpPr>
        <p:spPr bwMode="auto">
          <a:xfrm flipH="1">
            <a:off x="6943725" y="859367"/>
            <a:ext cx="203200" cy="0"/>
          </a:xfrm>
          <a:prstGeom prst="line">
            <a:avLst/>
          </a:prstGeom>
          <a:ln w="9525" cap="flat" cmpd="sng" algn="ctr">
            <a:solidFill>
              <a:schemeClr val="tx1"/>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Google Shape;6;p1"/>
          <p:cNvSpPr txBox="1">
            <a:spLocks noGrp="1"/>
          </p:cNvSpPr>
          <p:nvPr>
            <p:custDataLst>
              <p:tags r:id="rId19"/>
            </p:custDataLst>
          </p:nvPr>
        </p:nvSpPr>
        <p:spPr bwMode="auto">
          <a:xfrm>
            <a:off x="7197725" y="797985"/>
            <a:ext cx="225425" cy="122767"/>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fld id="{3F29AEAF-FD81-4CF8-9F29-B794E664D343}" type="datetime'''''''''''''''''''''''10''''''''''''''''''0''%'''''''">
              <a:rPr lang="tr-TR" altLang="en-US" sz="800">
                <a:solidFill>
                  <a:schemeClr val="tx1"/>
                </a:solidFill>
                <a:latin typeface="+mn-lt"/>
                <a:ea typeface="+mn-ea"/>
                <a:cs typeface="+mn-cs"/>
                <a:sym typeface="+mn-lt"/>
              </a:rPr>
              <a:pPr>
                <a:spcBef>
                  <a:spcPct val="0"/>
                </a:spcBef>
                <a:spcAft>
                  <a:spcPct val="0"/>
                </a:spcAft>
              </a:pPr>
              <a:t>100%</a:t>
            </a:fld>
            <a:endParaRPr lang="tr-TR" sz="800" dirty="0">
              <a:solidFill>
                <a:schemeClr val="tx1"/>
              </a:solidFill>
              <a:latin typeface="+mn-lt"/>
              <a:ea typeface="+mn-ea"/>
              <a:cs typeface="+mn-cs"/>
              <a:sym typeface="+mn-lt"/>
            </a:endParaRPr>
          </a:p>
        </p:txBody>
      </p:sp>
      <p:sp>
        <p:nvSpPr>
          <p:cNvPr id="43" name="Google Shape;6;p1"/>
          <p:cNvSpPr txBox="1">
            <a:spLocks noGrp="1"/>
          </p:cNvSpPr>
          <p:nvPr>
            <p:custDataLst>
              <p:tags r:id="rId20"/>
            </p:custDataLst>
          </p:nvPr>
        </p:nvSpPr>
        <p:spPr bwMode="gray">
          <a:xfrm>
            <a:off x="5627689" y="690563"/>
            <a:ext cx="155575" cy="14287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16933" tIns="0" rIns="16933" bIns="0" numCol="1" spcCol="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D6A204F5-0DD4-48FC-9A68-86E83CE9D8C6}" type="datetime'''''''''45'''''">
              <a:rPr lang="tr-TR" altLang="en-US" sz="933">
                <a:solidFill>
                  <a:schemeClr val="tx1"/>
                </a:solidFill>
                <a:latin typeface="+mn-lt"/>
                <a:ea typeface="+mn-ea"/>
                <a:cs typeface="+mn-cs"/>
                <a:sym typeface="+mn-lt"/>
              </a:rPr>
              <a:pPr algn="ctr">
                <a:spcBef>
                  <a:spcPct val="0"/>
                </a:spcBef>
                <a:spcAft>
                  <a:spcPct val="0"/>
                </a:spcAft>
              </a:pPr>
              <a:t>45</a:t>
            </a:fld>
            <a:endParaRPr lang="tr-TR" sz="933" dirty="0">
              <a:solidFill>
                <a:schemeClr val="tx1"/>
              </a:solidFill>
              <a:latin typeface="+mn-lt"/>
              <a:ea typeface="+mn-ea"/>
              <a:cs typeface="+mn-cs"/>
              <a:sym typeface="+mn-lt"/>
            </a:endParaRPr>
          </a:p>
        </p:txBody>
      </p:sp>
      <p:sp>
        <p:nvSpPr>
          <p:cNvPr id="39" name="Google Shape;6;p1"/>
          <p:cNvSpPr txBox="1">
            <a:spLocks noGrp="1"/>
          </p:cNvSpPr>
          <p:nvPr>
            <p:custDataLst>
              <p:tags r:id="rId21"/>
            </p:custDataLst>
          </p:nvPr>
        </p:nvSpPr>
        <p:spPr bwMode="auto">
          <a:xfrm>
            <a:off x="4075113" y="1219200"/>
            <a:ext cx="373063" cy="14287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spcBef>
                <a:spcPct val="0"/>
              </a:spcBef>
              <a:spcAft>
                <a:spcPct val="0"/>
              </a:spcAft>
            </a:pPr>
            <a:fld id="{B0150EC6-560E-4839-AA82-645B6D598524}" type="datetime'''''S''''e''''''''''''''r''i''''''''''''e''''s'' 2'">
              <a:rPr lang="tr-TR" altLang="en-US" sz="933">
                <a:solidFill>
                  <a:schemeClr val="tx1"/>
                </a:solidFill>
                <a:latin typeface="+mn-lt"/>
                <a:ea typeface="+mn-ea"/>
                <a:cs typeface="+mn-cs"/>
                <a:sym typeface="+mn-lt"/>
              </a:rPr>
              <a:pPr algn="r">
                <a:spcBef>
                  <a:spcPct val="0"/>
                </a:spcBef>
                <a:spcAft>
                  <a:spcPct val="0"/>
                </a:spcAft>
              </a:pPr>
              <a:t>Series 2</a:t>
            </a:fld>
            <a:endParaRPr lang="tr-TR" sz="933" dirty="0">
              <a:solidFill>
                <a:schemeClr val="tx1"/>
              </a:solidFill>
              <a:latin typeface="+mn-lt"/>
              <a:ea typeface="+mn-ea"/>
              <a:cs typeface="+mn-cs"/>
              <a:sym typeface="+mn-lt"/>
            </a:endParaRPr>
          </a:p>
        </p:txBody>
      </p:sp>
      <p:sp>
        <p:nvSpPr>
          <p:cNvPr id="37" name="Google Shape;6;p1"/>
          <p:cNvSpPr txBox="1">
            <a:spLocks noGrp="1"/>
          </p:cNvSpPr>
          <p:nvPr>
            <p:custDataLst>
              <p:tags r:id="rId22"/>
            </p:custDataLst>
          </p:nvPr>
        </p:nvSpPr>
        <p:spPr bwMode="auto">
          <a:xfrm>
            <a:off x="6507163" y="2249488"/>
            <a:ext cx="254000" cy="14287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D518F74D-4FBF-4666-8198-CB8A4417D2AB}" type="datetime'''''''2''01''''''''''''''''''''''''''9'''''''''''''''">
              <a:rPr lang="tr-TR" altLang="en-US" sz="933">
                <a:solidFill>
                  <a:schemeClr val="tx1"/>
                </a:solidFill>
                <a:latin typeface="+mn-lt"/>
                <a:ea typeface="+mn-ea"/>
                <a:cs typeface="+mn-cs"/>
                <a:sym typeface="+mn-lt"/>
              </a:rPr>
              <a:pPr algn="ctr">
                <a:spcBef>
                  <a:spcPct val="0"/>
                </a:spcBef>
                <a:spcAft>
                  <a:spcPct val="0"/>
                </a:spcAft>
              </a:pPr>
              <a:t>2019</a:t>
            </a:fld>
            <a:endParaRPr lang="tr-TR" sz="933" dirty="0">
              <a:solidFill>
                <a:schemeClr val="tx1"/>
              </a:solidFill>
              <a:latin typeface="+mn-lt"/>
              <a:ea typeface="+mn-ea"/>
              <a:cs typeface="+mn-cs"/>
              <a:sym typeface="+mn-lt"/>
            </a:endParaRPr>
          </a:p>
        </p:txBody>
      </p:sp>
      <p:sp>
        <p:nvSpPr>
          <p:cNvPr id="35" name="Google Shape;6;p1"/>
          <p:cNvSpPr txBox="1">
            <a:spLocks noGrp="1"/>
          </p:cNvSpPr>
          <p:nvPr>
            <p:custDataLst>
              <p:tags r:id="rId23"/>
            </p:custDataLst>
          </p:nvPr>
        </p:nvSpPr>
        <p:spPr bwMode="auto">
          <a:xfrm>
            <a:off x="4649788" y="2249488"/>
            <a:ext cx="254000" cy="14287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F574C9EB-E1EF-41AA-A074-4ED9BC894C56}" type="datetime'''''''''''''''''''''''''''''''''''''20''''17'''''''''''''''">
              <a:rPr lang="tr-TR" altLang="en-US" sz="933">
                <a:solidFill>
                  <a:schemeClr val="tx1"/>
                </a:solidFill>
                <a:latin typeface="+mn-lt"/>
                <a:ea typeface="+mn-ea"/>
                <a:cs typeface="+mn-cs"/>
                <a:sym typeface="+mn-lt"/>
              </a:rPr>
              <a:pPr algn="ctr">
                <a:spcBef>
                  <a:spcPct val="0"/>
                </a:spcBef>
                <a:spcAft>
                  <a:spcPct val="0"/>
                </a:spcAft>
              </a:pPr>
              <a:t>2017</a:t>
            </a:fld>
            <a:endParaRPr lang="tr-TR" sz="933" dirty="0">
              <a:solidFill>
                <a:schemeClr val="tx1"/>
              </a:solidFill>
              <a:latin typeface="+mn-lt"/>
              <a:ea typeface="+mn-ea"/>
              <a:cs typeface="+mn-cs"/>
              <a:sym typeface="+mn-lt"/>
            </a:endParaRPr>
          </a:p>
        </p:txBody>
      </p:sp>
      <p:sp>
        <p:nvSpPr>
          <p:cNvPr id="57" name="Google Shape;6;p1"/>
          <p:cNvSpPr txBox="1">
            <a:spLocks noGrp="1"/>
          </p:cNvSpPr>
          <p:nvPr>
            <p:custDataLst>
              <p:tags r:id="rId24"/>
            </p:custDataLst>
          </p:nvPr>
        </p:nvSpPr>
        <p:spPr bwMode="gray">
          <a:xfrm>
            <a:off x="5616575" y="996950"/>
            <a:ext cx="179388" cy="142875"/>
          </a:xfrm>
          <a:prstGeom prst="rect">
            <a:avLst/>
          </a:prstGeom>
          <a:solidFill>
            <a:schemeClr val="accent2"/>
          </a:solidFill>
          <a:ln>
            <a:noFill/>
          </a:ln>
        </p:spPr>
        <p:txBody>
          <a:bodyPr spcFirstLastPara="1" vert="horz" wrap="none" lIns="16933" tIns="0" rIns="16933"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B1620E8A-029A-4761-94B9-718BCBCCF4EE}" type="datetime'''''''''''''''''''''5''''''''''''''%'''''''''''''''''''''''">
              <a:rPr lang="tr-TR" altLang="en-US" sz="933">
                <a:solidFill>
                  <a:schemeClr val="tx1"/>
                </a:solidFill>
                <a:latin typeface="+mn-lt"/>
                <a:ea typeface="+mn-ea"/>
                <a:cs typeface="+mn-cs"/>
                <a:sym typeface="+mn-lt"/>
              </a:rPr>
              <a:pPr algn="ctr">
                <a:spcBef>
                  <a:spcPct val="0"/>
                </a:spcBef>
                <a:spcAft>
                  <a:spcPct val="0"/>
                </a:spcAft>
              </a:pPr>
              <a:t>5%</a:t>
            </a:fld>
            <a:endParaRPr lang="tr-TR" sz="933" dirty="0">
              <a:solidFill>
                <a:schemeClr val="tx1"/>
              </a:solidFill>
              <a:latin typeface="+mn-lt"/>
              <a:ea typeface="+mn-ea"/>
              <a:cs typeface="+mn-cs"/>
              <a:sym typeface="+mn-lt"/>
            </a:endParaRPr>
          </a:p>
        </p:txBody>
      </p:sp>
      <p:sp>
        <p:nvSpPr>
          <p:cNvPr id="36" name="Google Shape;6;p1"/>
          <p:cNvSpPr txBox="1">
            <a:spLocks noGrp="1"/>
          </p:cNvSpPr>
          <p:nvPr>
            <p:custDataLst>
              <p:tags r:id="rId25"/>
            </p:custDataLst>
          </p:nvPr>
        </p:nvSpPr>
        <p:spPr bwMode="auto">
          <a:xfrm>
            <a:off x="5578475" y="2249488"/>
            <a:ext cx="254000" cy="14287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9E69B9C5-88D8-4E59-8F72-BD74A75A9742}" type="datetime'''''''''''2''0''1''''''8'">
              <a:rPr lang="tr-TR" altLang="en-US" sz="933">
                <a:solidFill>
                  <a:schemeClr val="tx1"/>
                </a:solidFill>
                <a:latin typeface="+mn-lt"/>
                <a:ea typeface="+mn-ea"/>
                <a:cs typeface="+mn-cs"/>
                <a:sym typeface="+mn-lt"/>
              </a:rPr>
              <a:pPr algn="ctr">
                <a:spcBef>
                  <a:spcPct val="0"/>
                </a:spcBef>
                <a:spcAft>
                  <a:spcPct val="0"/>
                </a:spcAft>
              </a:pPr>
              <a:t>2018</a:t>
            </a:fld>
            <a:endParaRPr lang="tr-TR" sz="933" dirty="0">
              <a:solidFill>
                <a:schemeClr val="tx1"/>
              </a:solidFill>
              <a:latin typeface="+mn-lt"/>
              <a:ea typeface="+mn-ea"/>
              <a:cs typeface="+mn-cs"/>
              <a:sym typeface="+mn-lt"/>
            </a:endParaRPr>
          </a:p>
        </p:txBody>
      </p:sp>
      <p:sp>
        <p:nvSpPr>
          <p:cNvPr id="45" name="Google Shape;6;p1"/>
          <p:cNvSpPr txBox="1">
            <a:spLocks noGrp="1"/>
          </p:cNvSpPr>
          <p:nvPr>
            <p:custDataLst>
              <p:tags r:id="rId26"/>
            </p:custDataLst>
          </p:nvPr>
        </p:nvSpPr>
        <p:spPr bwMode="gray">
          <a:xfrm>
            <a:off x="6556376" y="690563"/>
            <a:ext cx="155575" cy="14287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16933" tIns="0" rIns="16933" bIns="0" numCol="1" spcCol="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D6726970-1A5C-4DED-8AA8-2A1D45096D5B}" type="datetime'''''''''''''''''''''''''''''3''''''''''''0'''''''''''''''">
              <a:rPr lang="tr-TR" altLang="en-US" sz="933">
                <a:solidFill>
                  <a:schemeClr val="tx1"/>
                </a:solidFill>
                <a:latin typeface="+mn-lt"/>
                <a:ea typeface="+mn-ea"/>
                <a:cs typeface="+mn-cs"/>
                <a:sym typeface="+mn-lt"/>
              </a:rPr>
              <a:pPr algn="ctr">
                <a:spcBef>
                  <a:spcPct val="0"/>
                </a:spcBef>
                <a:spcAft>
                  <a:spcPct val="0"/>
                </a:spcAft>
              </a:pPr>
              <a:t>30</a:t>
            </a:fld>
            <a:endParaRPr lang="tr-TR" sz="933" dirty="0">
              <a:solidFill>
                <a:schemeClr val="tx1"/>
              </a:solidFill>
              <a:latin typeface="+mn-lt"/>
              <a:ea typeface="+mn-ea"/>
              <a:cs typeface="+mn-cs"/>
              <a:sym typeface="+mn-lt"/>
            </a:endParaRPr>
          </a:p>
        </p:txBody>
      </p:sp>
      <p:sp>
        <p:nvSpPr>
          <p:cNvPr id="40" name="Google Shape;6;p1"/>
          <p:cNvSpPr txBox="1">
            <a:spLocks noGrp="1"/>
          </p:cNvSpPr>
          <p:nvPr>
            <p:custDataLst>
              <p:tags r:id="rId27"/>
            </p:custDataLst>
          </p:nvPr>
        </p:nvSpPr>
        <p:spPr bwMode="auto">
          <a:xfrm>
            <a:off x="4075113" y="1766888"/>
            <a:ext cx="373063" cy="14287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spcBef>
                <a:spcPct val="0"/>
              </a:spcBef>
              <a:spcAft>
                <a:spcPct val="0"/>
              </a:spcAft>
            </a:pPr>
            <a:fld id="{614B9019-B7A7-4D6A-89BC-B7271B77CB86}" type="datetime'''''Se''''''''''''''r''''''i''''''e''''s'''''''''''' ''''3'">
              <a:rPr lang="tr-TR" altLang="en-US" sz="933">
                <a:solidFill>
                  <a:schemeClr val="tx1"/>
                </a:solidFill>
                <a:latin typeface="+mn-lt"/>
                <a:ea typeface="+mn-ea"/>
                <a:cs typeface="+mn-cs"/>
                <a:sym typeface="+mn-lt"/>
              </a:rPr>
              <a:pPr algn="r">
                <a:spcBef>
                  <a:spcPct val="0"/>
                </a:spcBef>
                <a:spcAft>
                  <a:spcPct val="0"/>
                </a:spcAft>
              </a:pPr>
              <a:t>Series 3</a:t>
            </a:fld>
            <a:endParaRPr lang="tr-TR" sz="933" dirty="0">
              <a:solidFill>
                <a:schemeClr val="tx1"/>
              </a:solidFill>
              <a:latin typeface="+mn-lt"/>
              <a:ea typeface="+mn-ea"/>
              <a:cs typeface="+mn-cs"/>
              <a:sym typeface="+mn-lt"/>
            </a:endParaRPr>
          </a:p>
        </p:txBody>
      </p:sp>
      <p:sp>
        <p:nvSpPr>
          <p:cNvPr id="38" name="Google Shape;6;p1"/>
          <p:cNvSpPr txBox="1">
            <a:spLocks noGrp="1"/>
          </p:cNvSpPr>
          <p:nvPr>
            <p:custDataLst>
              <p:tags r:id="rId28"/>
            </p:custDataLst>
          </p:nvPr>
        </p:nvSpPr>
        <p:spPr bwMode="auto">
          <a:xfrm>
            <a:off x="4075113" y="915988"/>
            <a:ext cx="373063" cy="14287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spcBef>
                <a:spcPct val="0"/>
              </a:spcBef>
              <a:spcAft>
                <a:spcPct val="0"/>
              </a:spcAft>
            </a:pPr>
            <a:fld id="{6C9D28F8-DAA0-4B64-87D5-384AB2BDCC63}" type="datetime'''''''''''S''''''er''i''e''s'''''''' ''''''''''1'''''''">
              <a:rPr lang="tr-TR" altLang="en-US" sz="933">
                <a:solidFill>
                  <a:schemeClr val="tx1"/>
                </a:solidFill>
                <a:latin typeface="+mn-lt"/>
                <a:ea typeface="+mn-ea"/>
                <a:cs typeface="+mn-cs"/>
                <a:sym typeface="+mn-lt"/>
              </a:rPr>
              <a:pPr algn="r">
                <a:spcBef>
                  <a:spcPct val="0"/>
                </a:spcBef>
                <a:spcAft>
                  <a:spcPct val="0"/>
                </a:spcAft>
              </a:pPr>
              <a:t>Series 1</a:t>
            </a:fld>
            <a:endParaRPr lang="tr-TR" sz="933" dirty="0">
              <a:solidFill>
                <a:schemeClr val="tx1"/>
              </a:solidFill>
              <a:latin typeface="+mn-lt"/>
              <a:ea typeface="+mn-ea"/>
              <a:cs typeface="+mn-cs"/>
              <a:sym typeface="+mn-lt"/>
            </a:endParaRPr>
          </a:p>
        </p:txBody>
      </p:sp>
      <p:sp>
        <p:nvSpPr>
          <p:cNvPr id="42" name="Google Shape;6;p1"/>
          <p:cNvSpPr txBox="1">
            <a:spLocks noGrp="1"/>
          </p:cNvSpPr>
          <p:nvPr>
            <p:custDataLst>
              <p:tags r:id="rId29"/>
            </p:custDataLst>
          </p:nvPr>
        </p:nvSpPr>
        <p:spPr bwMode="gray">
          <a:xfrm>
            <a:off x="4699001" y="690563"/>
            <a:ext cx="155575" cy="14287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16933" tIns="0" rIns="16933" bIns="0" numCol="1" spcCol="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BB54A08B-879B-4E8A-8426-B295C63CB842}" type="datetime'''''''''''2''''''''''''''''''''''''''''''''''3'''''''''''''">
              <a:rPr lang="tr-TR" altLang="en-US" sz="933">
                <a:solidFill>
                  <a:schemeClr val="tx1"/>
                </a:solidFill>
                <a:latin typeface="+mn-lt"/>
                <a:ea typeface="+mn-ea"/>
                <a:cs typeface="+mn-cs"/>
                <a:sym typeface="+mn-lt"/>
              </a:rPr>
              <a:pPr algn="ctr">
                <a:spcBef>
                  <a:spcPct val="0"/>
                </a:spcBef>
                <a:spcAft>
                  <a:spcPct val="0"/>
                </a:spcAft>
              </a:pPr>
              <a:t>23</a:t>
            </a:fld>
            <a:endParaRPr lang="tr-TR" sz="933" dirty="0">
              <a:solidFill>
                <a:schemeClr val="tx1"/>
              </a:solidFill>
              <a:latin typeface="+mn-lt"/>
              <a:ea typeface="+mn-ea"/>
              <a:cs typeface="+mn-cs"/>
              <a:sym typeface="+mn-lt"/>
            </a:endParaRPr>
          </a:p>
        </p:txBody>
      </p:sp>
      <p:graphicFrame>
        <p:nvGraphicFramePr>
          <p:cNvPr id="55" name="Chart 3"/>
          <p:cNvGraphicFramePr/>
          <p:nvPr>
            <p:custDataLst>
              <p:tags r:id="rId30"/>
            </p:custDataLst>
            <p:extLst>
              <p:ext uri="{D42A27DB-BD31-4B8C-83A1-F6EECF244321}">
                <p14:modId xmlns:p14="http://schemas.microsoft.com/office/powerpoint/2010/main" val="2346428903"/>
              </p:ext>
            </p:extLst>
          </p:nvPr>
        </p:nvGraphicFramePr>
        <p:xfrm>
          <a:off x="8194675" y="1354138"/>
          <a:ext cx="3521075" cy="1101725"/>
        </p:xfrm>
        <a:graphic>
          <a:graphicData uri="http://schemas.openxmlformats.org/drawingml/2006/chart">
            <c:chart xmlns:c="http://schemas.openxmlformats.org/drawingml/2006/chart" xmlns:r="http://schemas.openxmlformats.org/officeDocument/2006/relationships" r:id="rId49"/>
          </a:graphicData>
        </a:graphic>
      </p:graphicFrame>
      <p:cxnSp>
        <p:nvCxnSpPr>
          <p:cNvPr id="10" name="Düz Bağlayıcı 9"/>
          <p:cNvCxnSpPr/>
          <p:nvPr>
            <p:custDataLst>
              <p:tags r:id="rId31"/>
            </p:custDataLst>
          </p:nvPr>
        </p:nvCxnSpPr>
        <p:spPr bwMode="auto">
          <a:xfrm>
            <a:off x="9036051" y="1185863"/>
            <a:ext cx="0" cy="741363"/>
          </a:xfrm>
          <a:prstGeom prst="line">
            <a:avLst/>
          </a:prstGeom>
          <a:ln w="12700" cap="flat" cmpd="sng" algn="ctr">
            <a:solidFill>
              <a:schemeClr val="tx1"/>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Düz Bağlayıcı 10"/>
          <p:cNvCxnSpPr/>
          <p:nvPr>
            <p:custDataLst>
              <p:tags r:id="rId32"/>
            </p:custDataLst>
          </p:nvPr>
        </p:nvCxnSpPr>
        <p:spPr bwMode="auto">
          <a:xfrm flipV="1">
            <a:off x="8636000" y="1185863"/>
            <a:ext cx="0" cy="501650"/>
          </a:xfrm>
          <a:prstGeom prst="line">
            <a:avLst/>
          </a:prstGeom>
          <a:ln w="12700"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Düz Bağlayıcı 21"/>
          <p:cNvCxnSpPr/>
          <p:nvPr>
            <p:custDataLst>
              <p:tags r:id="rId33"/>
            </p:custDataLst>
          </p:nvPr>
        </p:nvCxnSpPr>
        <p:spPr bwMode="auto">
          <a:xfrm>
            <a:off x="10873317" y="1185863"/>
            <a:ext cx="0" cy="152400"/>
          </a:xfrm>
          <a:prstGeom prst="line">
            <a:avLst/>
          </a:prstGeom>
          <a:ln w="12700" cap="flat" cmpd="sng" algn="ctr">
            <a:solidFill>
              <a:schemeClr val="tx1"/>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Düz Bağlayıcı 20"/>
          <p:cNvCxnSpPr/>
          <p:nvPr>
            <p:custDataLst>
              <p:tags r:id="rId34"/>
            </p:custDataLst>
          </p:nvPr>
        </p:nvCxnSpPr>
        <p:spPr bwMode="auto">
          <a:xfrm>
            <a:off x="8636000" y="1185863"/>
            <a:ext cx="2237317" cy="0"/>
          </a:xfrm>
          <a:prstGeom prst="line">
            <a:avLst/>
          </a:prstGeom>
          <a:ln w="12700"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5" name="Google Shape;6;p1"/>
          <p:cNvSpPr txBox="1">
            <a:spLocks noGrp="1"/>
          </p:cNvSpPr>
          <p:nvPr>
            <p:custDataLst>
              <p:tags r:id="rId35"/>
            </p:custDataLst>
          </p:nvPr>
        </p:nvSpPr>
        <p:spPr bwMode="auto">
          <a:xfrm>
            <a:off x="9826625" y="2413000"/>
            <a:ext cx="254000" cy="14287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328F86B8-F02F-4AB1-BE3C-8146136C715B}" type="datetime'''''''''''''''''20''''''''''1''''8'''''''''''">
              <a:rPr lang="tr-TR" altLang="en-US" sz="933">
                <a:solidFill>
                  <a:schemeClr val="tx1"/>
                </a:solidFill>
                <a:latin typeface="+mn-lt"/>
                <a:ea typeface="+mn-ea"/>
                <a:cs typeface="+mn-cs"/>
                <a:sym typeface="+mn-lt"/>
              </a:rPr>
              <a:pPr algn="ctr">
                <a:spcBef>
                  <a:spcPct val="0"/>
                </a:spcBef>
                <a:spcAft>
                  <a:spcPct val="0"/>
                </a:spcAft>
              </a:pPr>
              <a:t>2018</a:t>
            </a:fld>
            <a:endParaRPr lang="tr-TR" sz="933" dirty="0">
              <a:solidFill>
                <a:schemeClr val="tx1"/>
              </a:solidFill>
              <a:latin typeface="+mn-lt"/>
              <a:ea typeface="+mn-ea"/>
              <a:cs typeface="+mn-cs"/>
              <a:sym typeface="+mn-lt"/>
            </a:endParaRPr>
          </a:p>
        </p:txBody>
      </p:sp>
      <p:sp>
        <p:nvSpPr>
          <p:cNvPr id="64" name="Google Shape;6;p1"/>
          <p:cNvSpPr txBox="1">
            <a:spLocks noGrp="1"/>
          </p:cNvSpPr>
          <p:nvPr>
            <p:custDataLst>
              <p:tags r:id="rId36"/>
            </p:custDataLst>
          </p:nvPr>
        </p:nvSpPr>
        <p:spPr bwMode="auto">
          <a:xfrm>
            <a:off x="8709025" y="2413000"/>
            <a:ext cx="254000" cy="14287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AA6FBD81-F8DB-403C-981D-B0B36E042C6A}" type="datetime'''''''''''''''''''''''20''''''1''''''''''''''''''7'''''">
              <a:rPr lang="tr-TR" altLang="en-US" sz="933">
                <a:solidFill>
                  <a:schemeClr val="tx1"/>
                </a:solidFill>
                <a:latin typeface="+mn-lt"/>
                <a:ea typeface="+mn-ea"/>
                <a:cs typeface="+mn-cs"/>
                <a:sym typeface="+mn-lt"/>
              </a:rPr>
              <a:pPr algn="ctr">
                <a:spcBef>
                  <a:spcPct val="0"/>
                </a:spcBef>
                <a:spcAft>
                  <a:spcPct val="0"/>
                </a:spcAft>
              </a:pPr>
              <a:t>2017</a:t>
            </a:fld>
            <a:endParaRPr lang="tr-TR" sz="933" dirty="0">
              <a:solidFill>
                <a:schemeClr val="tx1"/>
              </a:solidFill>
              <a:latin typeface="+mn-lt"/>
              <a:ea typeface="+mn-ea"/>
              <a:cs typeface="+mn-cs"/>
              <a:sym typeface="+mn-lt"/>
            </a:endParaRPr>
          </a:p>
        </p:txBody>
      </p:sp>
      <p:sp>
        <p:nvSpPr>
          <p:cNvPr id="66" name="Google Shape;6;p1"/>
          <p:cNvSpPr txBox="1">
            <a:spLocks noGrp="1"/>
          </p:cNvSpPr>
          <p:nvPr>
            <p:custDataLst>
              <p:tags r:id="rId37"/>
            </p:custDataLst>
          </p:nvPr>
        </p:nvSpPr>
        <p:spPr bwMode="auto">
          <a:xfrm>
            <a:off x="10945813" y="2413000"/>
            <a:ext cx="254000" cy="14287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411CD4F8-F3C3-4D67-93F6-33DB4F09E112}" type="datetime'''''2''''''''''''''0''''''''''''''''''1''''9'''''''''''''">
              <a:rPr lang="tr-TR" altLang="en-US" sz="933">
                <a:solidFill>
                  <a:schemeClr val="tx1"/>
                </a:solidFill>
                <a:latin typeface="+mn-lt"/>
                <a:ea typeface="+mn-ea"/>
                <a:cs typeface="+mn-cs"/>
                <a:sym typeface="+mn-lt"/>
              </a:rPr>
              <a:pPr algn="ctr">
                <a:spcBef>
                  <a:spcPct val="0"/>
                </a:spcBef>
                <a:spcAft>
                  <a:spcPct val="0"/>
                </a:spcAft>
              </a:pPr>
              <a:t>2019</a:t>
            </a:fld>
            <a:endParaRPr lang="tr-TR" sz="933" dirty="0">
              <a:solidFill>
                <a:schemeClr val="tx1"/>
              </a:solidFill>
              <a:latin typeface="+mn-lt"/>
              <a:ea typeface="+mn-ea"/>
              <a:cs typeface="+mn-cs"/>
              <a:sym typeface="+mn-lt"/>
            </a:endParaRPr>
          </a:p>
        </p:txBody>
      </p:sp>
      <p:sp>
        <p:nvSpPr>
          <p:cNvPr id="111" name="Google Shape;6;p1"/>
          <p:cNvSpPr txBox="1">
            <a:spLocks noGrp="1"/>
          </p:cNvSpPr>
          <p:nvPr>
            <p:custDataLst>
              <p:tags r:id="rId38"/>
            </p:custDataLst>
          </p:nvPr>
        </p:nvSpPr>
        <p:spPr bwMode="auto">
          <a:xfrm>
            <a:off x="8639175" y="1084263"/>
            <a:ext cx="393700" cy="203200"/>
          </a:xfrm>
          <a:prstGeom prst="ellipse">
            <a:avLst/>
          </a:prstGeom>
          <a:solidFill>
            <a:schemeClr val="bg1"/>
          </a:solidFill>
          <a:ln w="9525" algn="ctr">
            <a:solidFill>
              <a:schemeClr val="tx1"/>
            </a:solidFill>
          </a:ln>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E88756B7-39DE-4D6B-A87D-58ABBA0C354D}" type="datetime'''''''''''''''''-''''''4''''''''''7''''''''''''''''''''''''%'">
              <a:rPr lang="tr-TR" altLang="en-US" sz="933" b="1">
                <a:solidFill>
                  <a:schemeClr val="tx1"/>
                </a:solidFill>
                <a:ea typeface="+mn-ea"/>
                <a:cs typeface="+mn-cs"/>
              </a:rPr>
              <a:pPr algn="ctr">
                <a:spcBef>
                  <a:spcPct val="0"/>
                </a:spcBef>
                <a:spcAft>
                  <a:spcPct val="0"/>
                </a:spcAft>
              </a:pPr>
              <a:t>-47%</a:t>
            </a:fld>
            <a:endParaRPr lang="tr-TR" sz="933" b="1" dirty="0">
              <a:solidFill>
                <a:schemeClr val="tx1"/>
              </a:solidFill>
              <a:latin typeface="+mn-lt"/>
              <a:ea typeface="+mn-ea"/>
              <a:cs typeface="+mn-cs"/>
              <a:sym typeface="+mn-lt"/>
            </a:endParaRPr>
          </a:p>
        </p:txBody>
      </p:sp>
      <p:sp>
        <p:nvSpPr>
          <p:cNvPr id="114" name="Google Shape;6;p1"/>
          <p:cNvSpPr txBox="1">
            <a:spLocks noGrp="1"/>
          </p:cNvSpPr>
          <p:nvPr>
            <p:custDataLst>
              <p:tags r:id="rId39"/>
            </p:custDataLst>
          </p:nvPr>
        </p:nvSpPr>
        <p:spPr bwMode="auto">
          <a:xfrm>
            <a:off x="9736668" y="1084263"/>
            <a:ext cx="436033" cy="203200"/>
          </a:xfrm>
          <a:prstGeom prst="ellipse">
            <a:avLst/>
          </a:prstGeom>
          <a:solidFill>
            <a:schemeClr val="bg1"/>
          </a:solidFill>
          <a:ln w="9525" algn="ctr">
            <a:solidFill>
              <a:schemeClr val="tx1"/>
            </a:solidFill>
          </a:ln>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FB1512E7-2056-4C1B-857C-448486E0C87E}" type="datetime'''''''''''+''''''''''''''''''6''''''''''''''''''''''7''''%'">
              <a:rPr lang="tr-TR" altLang="en-US" sz="933" b="1">
                <a:solidFill>
                  <a:schemeClr val="tx1"/>
                </a:solidFill>
                <a:ea typeface="+mn-ea"/>
                <a:cs typeface="+mn-cs"/>
              </a:rPr>
              <a:pPr algn="ctr">
                <a:spcBef>
                  <a:spcPct val="0"/>
                </a:spcBef>
                <a:spcAft>
                  <a:spcPct val="0"/>
                </a:spcAft>
              </a:pPr>
              <a:t>+67%</a:t>
            </a:fld>
            <a:endParaRPr lang="tr-TR" sz="933" b="1" dirty="0">
              <a:solidFill>
                <a:schemeClr val="tx1"/>
              </a:solidFill>
              <a:latin typeface="+mn-lt"/>
              <a:ea typeface="+mn-ea"/>
              <a:cs typeface="+mn-cs"/>
              <a:sym typeface="+mn-lt"/>
            </a:endParaRPr>
          </a:p>
        </p:txBody>
      </p:sp>
      <p:sp>
        <p:nvSpPr>
          <p:cNvPr id="50" name="Dikdörtgen 49"/>
          <p:cNvSpPr/>
          <p:nvPr>
            <p:custDataLst>
              <p:tags r:id="rId40"/>
            </p:custDataLst>
          </p:nvPr>
        </p:nvSpPr>
        <p:spPr bwMode="auto">
          <a:xfrm>
            <a:off x="11090275" y="364067"/>
            <a:ext cx="166688" cy="124884"/>
          </a:xfrm>
          <a:prstGeom prst="rect">
            <a:avLst/>
          </a:prstGeom>
          <a:solidFill>
            <a:schemeClr val="accent1"/>
          </a:solidFill>
          <a:ln w="25400" cap="flat" cmpd="sng" algn="ctr">
            <a:noFill/>
            <a:prstDash val="solid"/>
            <a:round/>
            <a:headEnd type="none" w="med" len="med"/>
            <a:tailEnd type="none" w="med" len="med"/>
          </a:ln>
          <a:effectLst/>
          <a:extLst>
            <a:ext uri="{91240B29-F687-4F45-9708-019B960494DF}">
              <a14:hiddenLine xmlns:a14="http://schemas.microsoft.com/office/drawing/2010/main" w="25400" cap="flat" cmpd="sng" algn="ctr">
                <a:solidFill>
                  <a:schemeClr val="accent1">
                    <a:shade val="50000"/>
                  </a:schemeClr>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2400"/>
          </a:p>
        </p:txBody>
      </p:sp>
      <p:sp>
        <p:nvSpPr>
          <p:cNvPr id="51" name="Dikdörtgen 50"/>
          <p:cNvSpPr/>
          <p:nvPr>
            <p:custDataLst>
              <p:tags r:id="rId41"/>
            </p:custDataLst>
          </p:nvPr>
        </p:nvSpPr>
        <p:spPr bwMode="auto">
          <a:xfrm>
            <a:off x="11090275" y="557213"/>
            <a:ext cx="166688" cy="125413"/>
          </a:xfrm>
          <a:prstGeom prst="rect">
            <a:avLst/>
          </a:prstGeom>
          <a:solidFill>
            <a:schemeClr val="accent2"/>
          </a:solidFill>
          <a:ln w="25400" cap="flat" cmpd="sng" algn="ctr">
            <a:noFill/>
            <a:prstDash val="solid"/>
            <a:round/>
            <a:headEnd type="none" w="med" len="med"/>
            <a:tailEnd type="none" w="med" len="med"/>
          </a:ln>
          <a:effectLst/>
          <a:extLst>
            <a:ext uri="{91240B29-F687-4F45-9708-019B960494DF}">
              <a14:hiddenLine xmlns:a14="http://schemas.microsoft.com/office/drawing/2010/main" w="25400" cap="flat" cmpd="sng" algn="ctr">
                <a:solidFill>
                  <a:schemeClr val="accent1">
                    <a:shade val="50000"/>
                  </a:schemeClr>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2400"/>
          </a:p>
        </p:txBody>
      </p:sp>
      <p:sp>
        <p:nvSpPr>
          <p:cNvPr id="62" name="Google Shape;6;p1"/>
          <p:cNvSpPr txBox="1">
            <a:spLocks noGrp="1"/>
          </p:cNvSpPr>
          <p:nvPr>
            <p:custDataLst>
              <p:tags r:id="rId42"/>
            </p:custDataLst>
          </p:nvPr>
        </p:nvSpPr>
        <p:spPr bwMode="auto">
          <a:xfrm>
            <a:off x="11307763" y="358775"/>
            <a:ext cx="373063" cy="14287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fld id="{58319337-40DA-4F6B-831D-8EC66DB094D5}" type="datetime'''S''''''e''''r''''''''ie''''''s'' ''''1'''''''''''''''''">
              <a:rPr lang="tr-TR" altLang="en-US" sz="933">
                <a:solidFill>
                  <a:schemeClr val="tx1"/>
                </a:solidFill>
                <a:latin typeface="+mn-lt"/>
                <a:ea typeface="+mn-ea"/>
                <a:cs typeface="+mn-cs"/>
                <a:sym typeface="+mn-lt"/>
              </a:rPr>
              <a:pPr>
                <a:spcBef>
                  <a:spcPct val="0"/>
                </a:spcBef>
                <a:spcAft>
                  <a:spcPct val="0"/>
                </a:spcAft>
              </a:pPr>
              <a:t>Series 1</a:t>
            </a:fld>
            <a:endParaRPr lang="tr-TR" sz="933" dirty="0">
              <a:solidFill>
                <a:schemeClr val="tx1"/>
              </a:solidFill>
              <a:latin typeface="+mn-lt"/>
              <a:ea typeface="+mn-ea"/>
              <a:cs typeface="+mn-cs"/>
              <a:sym typeface="+mn-lt"/>
            </a:endParaRPr>
          </a:p>
        </p:txBody>
      </p:sp>
      <p:sp>
        <p:nvSpPr>
          <p:cNvPr id="63" name="Google Shape;6;p1"/>
          <p:cNvSpPr txBox="1">
            <a:spLocks noGrp="1"/>
          </p:cNvSpPr>
          <p:nvPr>
            <p:custDataLst>
              <p:tags r:id="rId43"/>
            </p:custDataLst>
          </p:nvPr>
        </p:nvSpPr>
        <p:spPr bwMode="auto">
          <a:xfrm>
            <a:off x="11307763" y="552450"/>
            <a:ext cx="373063" cy="14287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fld id="{01A85A70-C19C-4AA3-8E20-377D09B299BC}" type="datetime'''''''''''''''''S''er''''ie''''''s ''''''''2'''''''''''''">
              <a:rPr lang="tr-TR" altLang="en-US" sz="933">
                <a:solidFill>
                  <a:schemeClr val="tx1"/>
                </a:solidFill>
                <a:latin typeface="+mn-lt"/>
                <a:ea typeface="+mn-ea"/>
                <a:cs typeface="+mn-cs"/>
                <a:sym typeface="+mn-lt"/>
              </a:rPr>
              <a:pPr>
                <a:spcBef>
                  <a:spcPct val="0"/>
                </a:spcBef>
                <a:spcAft>
                  <a:spcPct val="0"/>
                </a:spcAft>
              </a:pPr>
              <a:t>Series 2</a:t>
            </a:fld>
            <a:endParaRPr lang="tr-TR" sz="933" dirty="0">
              <a:solidFill>
                <a:schemeClr val="tx1"/>
              </a:solidFill>
              <a:latin typeface="+mn-lt"/>
              <a:ea typeface="+mn-ea"/>
              <a:cs typeface="+mn-cs"/>
              <a:sym typeface="+mn-lt"/>
            </a:endParaRPr>
          </a:p>
        </p:txBody>
      </p:sp>
      <p:cxnSp>
        <p:nvCxnSpPr>
          <p:cNvPr id="106" name="Düz Bağlayıcı 105"/>
          <p:cNvCxnSpPr/>
          <p:nvPr/>
        </p:nvCxnSpPr>
        <p:spPr>
          <a:xfrm>
            <a:off x="3791744" y="757768"/>
            <a:ext cx="0" cy="497548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Düz Bağlayıcı 106"/>
          <p:cNvCxnSpPr/>
          <p:nvPr/>
        </p:nvCxnSpPr>
        <p:spPr>
          <a:xfrm>
            <a:off x="7824192" y="757766"/>
            <a:ext cx="0" cy="4975489"/>
          </a:xfrm>
          <a:prstGeom prst="line">
            <a:avLst/>
          </a:prstGeom>
        </p:spPr>
        <p:style>
          <a:lnRef idx="1">
            <a:schemeClr val="accent1"/>
          </a:lnRef>
          <a:fillRef idx="0">
            <a:schemeClr val="accent1"/>
          </a:fillRef>
          <a:effectRef idx="0">
            <a:schemeClr val="accent1"/>
          </a:effectRef>
          <a:fontRef idx="minor">
            <a:schemeClr val="tx1"/>
          </a:fontRef>
        </p:style>
      </p:cxnSp>
      <p:sp>
        <p:nvSpPr>
          <p:cNvPr id="4" name="Metin kutusu 3"/>
          <p:cNvSpPr txBox="1"/>
          <p:nvPr/>
        </p:nvSpPr>
        <p:spPr>
          <a:xfrm>
            <a:off x="623392" y="3245511"/>
            <a:ext cx="2784309" cy="1600438"/>
          </a:xfrm>
          <a:prstGeom prst="rect">
            <a:avLst/>
          </a:prstGeom>
          <a:noFill/>
        </p:spPr>
        <p:txBody>
          <a:bodyPr wrap="square" rtlCol="0">
            <a:spAutoFit/>
          </a:bodyPr>
          <a:lstStyle/>
          <a:p>
            <a:pPr marL="228594" indent="-228594">
              <a:buFont typeface="Arial" panose="020B0604020202020204" pitchFamily="34" charset="0"/>
              <a:buChar char="•"/>
            </a:pPr>
            <a:r>
              <a:rPr lang="tr-TR" sz="1400" dirty="0">
                <a:latin typeface="Calibri" panose="020F0502020204030204" pitchFamily="34" charset="0"/>
              </a:rPr>
              <a:t>Belirli bir zaman serisi olan, bir ya da birden fazla değişkeni göstermek için kullanılabilir.</a:t>
            </a:r>
          </a:p>
          <a:p>
            <a:pPr marL="228594" indent="-228594">
              <a:buFont typeface="Arial" panose="020B0604020202020204" pitchFamily="34" charset="0"/>
              <a:buChar char="•"/>
            </a:pPr>
            <a:r>
              <a:rPr lang="tr-TR" sz="1400" dirty="0">
                <a:latin typeface="Calibri" panose="020F0502020204030204" pitchFamily="34" charset="0"/>
              </a:rPr>
              <a:t>Grafiklerin içerisine pay gösterimi de eklenerek tamamlayıcı bilgi vermek mümkündür.</a:t>
            </a:r>
          </a:p>
        </p:txBody>
      </p:sp>
      <p:sp>
        <p:nvSpPr>
          <p:cNvPr id="109" name="Metin kutusu 108"/>
          <p:cNvSpPr txBox="1"/>
          <p:nvPr/>
        </p:nvSpPr>
        <p:spPr>
          <a:xfrm>
            <a:off x="4191954" y="3245511"/>
            <a:ext cx="2784309" cy="1815882"/>
          </a:xfrm>
          <a:prstGeom prst="rect">
            <a:avLst/>
          </a:prstGeom>
          <a:noFill/>
        </p:spPr>
        <p:txBody>
          <a:bodyPr wrap="square" rtlCol="0">
            <a:spAutoFit/>
          </a:bodyPr>
          <a:lstStyle/>
          <a:p>
            <a:pPr marL="228594" indent="-228594">
              <a:buFont typeface="Arial" panose="020B0604020202020204" pitchFamily="34" charset="0"/>
              <a:buChar char="•"/>
            </a:pPr>
            <a:r>
              <a:rPr lang="tr-TR" sz="1400" dirty="0">
                <a:latin typeface="Calibri" panose="020F0502020204030204" pitchFamily="34" charset="0"/>
              </a:rPr>
              <a:t>Birden fazla değişken olmalıdır.</a:t>
            </a:r>
          </a:p>
          <a:p>
            <a:pPr marL="228594" indent="-228594">
              <a:buFont typeface="Arial" panose="020B0604020202020204" pitchFamily="34" charset="0"/>
              <a:buChar char="•"/>
            </a:pPr>
            <a:r>
              <a:rPr lang="tr-TR" sz="1400" dirty="0">
                <a:latin typeface="Calibri" panose="020F0502020204030204" pitchFamily="34" charset="0"/>
              </a:rPr>
              <a:t>Değişkenlerin serinin bütünü ile ilişkisi olmalıdır.</a:t>
            </a:r>
          </a:p>
          <a:p>
            <a:pPr marL="228594" indent="-228594">
              <a:buFont typeface="Arial" panose="020B0604020202020204" pitchFamily="34" charset="0"/>
              <a:buChar char="•"/>
            </a:pPr>
            <a:r>
              <a:rPr lang="tr-TR" sz="1400" dirty="0">
                <a:latin typeface="Calibri" panose="020F0502020204030204" pitchFamily="34" charset="0"/>
              </a:rPr>
              <a:t>Seri içerisindeki kompozisyonların zaman içerisinde ya da diğer boyutlarda gelişimini gösterir.</a:t>
            </a:r>
          </a:p>
          <a:p>
            <a:pPr marL="228594" indent="-228594">
              <a:buFont typeface="Arial" panose="020B0604020202020204" pitchFamily="34" charset="0"/>
              <a:buChar char="•"/>
            </a:pPr>
            <a:r>
              <a:rPr lang="tr-TR" sz="1400" dirty="0">
                <a:latin typeface="Calibri" panose="020F0502020204030204" pitchFamily="34" charset="0"/>
              </a:rPr>
              <a:t>Grafiklerin toplamı %100’dür.</a:t>
            </a:r>
          </a:p>
        </p:txBody>
      </p:sp>
      <p:sp>
        <p:nvSpPr>
          <p:cNvPr id="110" name="Metin kutusu 109"/>
          <p:cNvSpPr txBox="1"/>
          <p:nvPr/>
        </p:nvSpPr>
        <p:spPr>
          <a:xfrm>
            <a:off x="8429791" y="3245511"/>
            <a:ext cx="2784309" cy="2031325"/>
          </a:xfrm>
          <a:prstGeom prst="rect">
            <a:avLst/>
          </a:prstGeom>
          <a:noFill/>
        </p:spPr>
        <p:txBody>
          <a:bodyPr wrap="square" rtlCol="0">
            <a:spAutoFit/>
          </a:bodyPr>
          <a:lstStyle/>
          <a:p>
            <a:pPr marL="228594" indent="-228594">
              <a:buFont typeface="Arial" panose="020B0604020202020204" pitchFamily="34" charset="0"/>
              <a:buChar char="•"/>
            </a:pPr>
            <a:r>
              <a:rPr lang="tr-TR" sz="1400" dirty="0">
                <a:latin typeface="Calibri" panose="020F0502020204030204" pitchFamily="34" charset="0"/>
              </a:rPr>
              <a:t>İki farklı değişkenin aynı boyutta gösterimi ve bu boyutlardaki gelişiminin izlenmesi için kullanılır.</a:t>
            </a:r>
          </a:p>
          <a:p>
            <a:pPr marL="228594" indent="-228594">
              <a:buFont typeface="Arial" panose="020B0604020202020204" pitchFamily="34" charset="0"/>
              <a:buChar char="•"/>
            </a:pPr>
            <a:r>
              <a:rPr lang="tr-TR" sz="1400" dirty="0">
                <a:latin typeface="Calibri" panose="020F0502020204030204" pitchFamily="34" charset="0"/>
              </a:rPr>
              <a:t>Örneğin ithalat ihracat rakamlarını gösterip hem bu değişkenlerin gelişimini izler hem de ithalatın ihracattan farkı gözlemlenebilir.</a:t>
            </a:r>
          </a:p>
        </p:txBody>
      </p:sp>
    </p:spTree>
    <p:extLst>
      <p:ext uri="{BB962C8B-B14F-4D97-AF65-F5344CB8AC3E}">
        <p14:creationId xmlns:p14="http://schemas.microsoft.com/office/powerpoint/2010/main" val="415726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Nesne 6" hidden="1"/>
          <p:cNvGraphicFramePr>
            <a:graphicFrameLocks noChangeAspect="1"/>
          </p:cNvGraphicFramePr>
          <p:nvPr>
            <p:custDataLst>
              <p:tags r:id="rId1"/>
            </p:custDataLst>
            <p:extLst>
              <p:ext uri="{D42A27DB-BD31-4B8C-83A1-F6EECF244321}">
                <p14:modId xmlns:p14="http://schemas.microsoft.com/office/powerpoint/2010/main" val="2772734449"/>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6" imgW="270" imgH="270" progId="TCLayout.ActiveDocument.1">
                  <p:embed/>
                </p:oleObj>
              </mc:Choice>
              <mc:Fallback>
                <p:oleObj name="think-cell Slide" r:id="rId46" imgW="270" imgH="270" progId="TCLayout.ActiveDocument.1">
                  <p:embed/>
                  <p:pic>
                    <p:nvPicPr>
                      <p:cNvPr id="0" name=""/>
                      <p:cNvPicPr/>
                      <p:nvPr/>
                    </p:nvPicPr>
                    <p:blipFill>
                      <a:blip r:embed="rId47"/>
                      <a:stretch>
                        <a:fillRect/>
                      </a:stretch>
                    </p:blipFill>
                    <p:spPr>
                      <a:xfrm>
                        <a:off x="2118" y="2118"/>
                        <a:ext cx="2117" cy="2117"/>
                      </a:xfrm>
                      <a:prstGeom prst="rect">
                        <a:avLst/>
                      </a:prstGeom>
                    </p:spPr>
                  </p:pic>
                </p:oleObj>
              </mc:Fallback>
            </mc:AlternateContent>
          </a:graphicData>
        </a:graphic>
      </p:graphicFrame>
      <p:sp>
        <p:nvSpPr>
          <p:cNvPr id="6" name="Dikdörtgen 5" hidden="1"/>
          <p:cNvSpPr/>
          <p:nvPr>
            <p:custDataLst>
              <p:tags r:id="rId2"/>
            </p:custDataLst>
          </p:nvPr>
        </p:nvSpPr>
        <p:spPr>
          <a:xfrm>
            <a:off x="0" y="0"/>
            <a:ext cx="211667"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tr-TR" sz="1333" dirty="0">
              <a:sym typeface="+mn-lt"/>
            </a:endParaRPr>
          </a:p>
        </p:txBody>
      </p:sp>
      <p:sp>
        <p:nvSpPr>
          <p:cNvPr id="2" name="Slayt Numarası Yer Tutucusu 1"/>
          <p:cNvSpPr>
            <a:spLocks noGrp="1"/>
          </p:cNvSpPr>
          <p:nvPr>
            <p:ph type="sldNum" idx="12"/>
          </p:nvPr>
        </p:nvSpPr>
        <p:spPr/>
        <p:txBody>
          <a:bodyPr/>
          <a:lstStyle/>
          <a:p>
            <a:fld id="{00000000-1234-1234-1234-123412341234}" type="slidenum">
              <a:rPr lang="en" smtClean="0"/>
              <a:pPr/>
              <a:t>10</a:t>
            </a:fld>
            <a:endParaRPr lang="en"/>
          </a:p>
        </p:txBody>
      </p:sp>
      <p:sp>
        <p:nvSpPr>
          <p:cNvPr id="3" name="Dikdörtgen 2"/>
          <p:cNvSpPr/>
          <p:nvPr/>
        </p:nvSpPr>
        <p:spPr>
          <a:xfrm>
            <a:off x="-36596" y="-13084"/>
            <a:ext cx="14548021" cy="502766"/>
          </a:xfrm>
          <a:prstGeom prst="rect">
            <a:avLst/>
          </a:prstGeom>
        </p:spPr>
        <p:txBody>
          <a:bodyPr wrap="square">
            <a:spAutoFit/>
          </a:bodyPr>
          <a:lstStyle/>
          <a:p>
            <a:pPr fontAlgn="ctr">
              <a:defRPr/>
            </a:pPr>
            <a:r>
              <a:rPr lang="tr-TR" sz="2667" b="1" noProof="1">
                <a:latin typeface="Calibri" panose="020F0502020204030204" pitchFamily="34" charset="0"/>
                <a:cs typeface="Helvetica" panose="020B0604020202020204" pitchFamily="34" charset="0"/>
                <a:sym typeface="Flama Ziraat Medium" charset="0"/>
              </a:rPr>
              <a:t>Data Gösterimi</a:t>
            </a:r>
          </a:p>
        </p:txBody>
      </p:sp>
      <p:sp>
        <p:nvSpPr>
          <p:cNvPr id="103" name="Dikdörtgen 102"/>
          <p:cNvSpPr/>
          <p:nvPr>
            <p:custDataLst>
              <p:tags r:id="rId3"/>
            </p:custDataLst>
          </p:nvPr>
        </p:nvSpPr>
        <p:spPr bwMode="auto">
          <a:xfrm>
            <a:off x="10172700" y="1262064"/>
            <a:ext cx="438150" cy="1101725"/>
          </a:xfrm>
          <a:prstGeom prst="rect">
            <a:avLst/>
          </a:prstGeom>
          <a:solidFill>
            <a:schemeClr val="accent3"/>
          </a:solidFill>
          <a:ln w="9525"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2400"/>
          </a:p>
        </p:txBody>
      </p:sp>
      <p:sp>
        <p:nvSpPr>
          <p:cNvPr id="104" name="Dikdörtgen 103"/>
          <p:cNvSpPr/>
          <p:nvPr>
            <p:custDataLst>
              <p:tags r:id="rId4"/>
            </p:custDataLst>
          </p:nvPr>
        </p:nvSpPr>
        <p:spPr bwMode="auto">
          <a:xfrm>
            <a:off x="10172700" y="1138239"/>
            <a:ext cx="438150" cy="123825"/>
          </a:xfrm>
          <a:prstGeom prst="rect">
            <a:avLst/>
          </a:prstGeom>
          <a:solidFill>
            <a:schemeClr val="accent2"/>
          </a:solidFill>
          <a:ln w="9525"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2400"/>
          </a:p>
        </p:txBody>
      </p:sp>
      <p:sp>
        <p:nvSpPr>
          <p:cNvPr id="105" name="Dikdörtgen 104"/>
          <p:cNvSpPr/>
          <p:nvPr>
            <p:custDataLst>
              <p:tags r:id="rId5"/>
            </p:custDataLst>
          </p:nvPr>
        </p:nvSpPr>
        <p:spPr bwMode="auto">
          <a:xfrm>
            <a:off x="10172700" y="831850"/>
            <a:ext cx="438150" cy="306388"/>
          </a:xfrm>
          <a:prstGeom prst="rect">
            <a:avLst/>
          </a:prstGeom>
          <a:solidFill>
            <a:schemeClr val="accent1"/>
          </a:solidFill>
          <a:ln w="9525"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2400"/>
          </a:p>
        </p:txBody>
      </p:sp>
      <p:sp>
        <p:nvSpPr>
          <p:cNvPr id="100" name="Dikdörtgen 99"/>
          <p:cNvSpPr/>
          <p:nvPr>
            <p:custDataLst>
              <p:tags r:id="rId6"/>
            </p:custDataLst>
          </p:nvPr>
        </p:nvSpPr>
        <p:spPr bwMode="auto">
          <a:xfrm>
            <a:off x="9513889" y="1108076"/>
            <a:ext cx="658813" cy="1255713"/>
          </a:xfrm>
          <a:prstGeom prst="rect">
            <a:avLst/>
          </a:prstGeom>
          <a:solidFill>
            <a:schemeClr val="accent3"/>
          </a:solidFill>
          <a:ln w="9525"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2400"/>
          </a:p>
        </p:txBody>
      </p:sp>
      <p:sp>
        <p:nvSpPr>
          <p:cNvPr id="101" name="Dikdörtgen 100"/>
          <p:cNvSpPr/>
          <p:nvPr>
            <p:custDataLst>
              <p:tags r:id="rId7"/>
            </p:custDataLst>
          </p:nvPr>
        </p:nvSpPr>
        <p:spPr bwMode="auto">
          <a:xfrm>
            <a:off x="9513889" y="1031875"/>
            <a:ext cx="658813" cy="76200"/>
          </a:xfrm>
          <a:prstGeom prst="rect">
            <a:avLst/>
          </a:prstGeom>
          <a:solidFill>
            <a:schemeClr val="accent2"/>
          </a:solidFill>
          <a:ln w="9525"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2400"/>
          </a:p>
        </p:txBody>
      </p:sp>
      <p:sp>
        <p:nvSpPr>
          <p:cNvPr id="102" name="Dikdörtgen 101"/>
          <p:cNvSpPr/>
          <p:nvPr>
            <p:custDataLst>
              <p:tags r:id="rId8"/>
            </p:custDataLst>
          </p:nvPr>
        </p:nvSpPr>
        <p:spPr bwMode="auto">
          <a:xfrm>
            <a:off x="9513889" y="831851"/>
            <a:ext cx="658813" cy="200025"/>
          </a:xfrm>
          <a:prstGeom prst="rect">
            <a:avLst/>
          </a:prstGeom>
          <a:solidFill>
            <a:schemeClr val="accent1"/>
          </a:solidFill>
          <a:ln w="9525"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2400"/>
          </a:p>
        </p:txBody>
      </p:sp>
      <p:sp>
        <p:nvSpPr>
          <p:cNvPr id="69" name="Dikdörtgen 68"/>
          <p:cNvSpPr/>
          <p:nvPr>
            <p:custDataLst>
              <p:tags r:id="rId9"/>
            </p:custDataLst>
          </p:nvPr>
        </p:nvSpPr>
        <p:spPr bwMode="auto">
          <a:xfrm>
            <a:off x="9177338" y="1522413"/>
            <a:ext cx="336550" cy="841375"/>
          </a:xfrm>
          <a:prstGeom prst="rect">
            <a:avLst/>
          </a:prstGeom>
          <a:solidFill>
            <a:schemeClr val="accent3"/>
          </a:solidFill>
          <a:ln w="9525"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2400"/>
          </a:p>
        </p:txBody>
      </p:sp>
      <p:sp>
        <p:nvSpPr>
          <p:cNvPr id="98" name="Dikdörtgen 97"/>
          <p:cNvSpPr/>
          <p:nvPr>
            <p:custDataLst>
              <p:tags r:id="rId10"/>
            </p:custDataLst>
          </p:nvPr>
        </p:nvSpPr>
        <p:spPr bwMode="auto">
          <a:xfrm>
            <a:off x="9177338" y="1123951"/>
            <a:ext cx="336550" cy="398463"/>
          </a:xfrm>
          <a:prstGeom prst="rect">
            <a:avLst/>
          </a:prstGeom>
          <a:solidFill>
            <a:schemeClr val="accent2"/>
          </a:solidFill>
          <a:ln w="9525"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2400"/>
          </a:p>
        </p:txBody>
      </p:sp>
      <p:sp>
        <p:nvSpPr>
          <p:cNvPr id="99" name="Dikdörtgen 98"/>
          <p:cNvSpPr/>
          <p:nvPr>
            <p:custDataLst>
              <p:tags r:id="rId11"/>
            </p:custDataLst>
          </p:nvPr>
        </p:nvSpPr>
        <p:spPr bwMode="auto">
          <a:xfrm>
            <a:off x="9177338" y="831850"/>
            <a:ext cx="336550" cy="292100"/>
          </a:xfrm>
          <a:prstGeom prst="rect">
            <a:avLst/>
          </a:prstGeom>
          <a:solidFill>
            <a:schemeClr val="accent1"/>
          </a:solidFill>
          <a:ln w="9525"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2400"/>
          </a:p>
        </p:txBody>
      </p:sp>
      <p:cxnSp>
        <p:nvCxnSpPr>
          <p:cNvPr id="68" name="Düz Bağlayıcı 67"/>
          <p:cNvCxnSpPr/>
          <p:nvPr>
            <p:custDataLst>
              <p:tags r:id="rId12"/>
            </p:custDataLst>
          </p:nvPr>
        </p:nvCxnSpPr>
        <p:spPr bwMode="auto">
          <a:xfrm>
            <a:off x="9172575" y="2363788"/>
            <a:ext cx="1443038" cy="0"/>
          </a:xfrm>
          <a:prstGeom prst="line">
            <a:avLst/>
          </a:prstGeom>
          <a:ln w="9525"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4" name="Google Shape;6;p1"/>
          <p:cNvSpPr txBox="1">
            <a:spLocks noGrp="1"/>
          </p:cNvSpPr>
          <p:nvPr>
            <p:custDataLst>
              <p:tags r:id="rId13"/>
            </p:custDataLst>
          </p:nvPr>
        </p:nvSpPr>
        <p:spPr bwMode="gray">
          <a:xfrm>
            <a:off x="9175750" y="876300"/>
            <a:ext cx="339725"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23284" tIns="0" rIns="23284"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FDAEE232-F64F-4BC9-B439-3CB1BF5138A0}" type="datetime'''''''''''''''''''''''''''''''''1''9''''''''''''''''''''''%'''">
              <a:rPr lang="tr-TR" altLang="en-US" sz="1333">
                <a:solidFill>
                  <a:schemeClr val="bg1"/>
                </a:solidFill>
                <a:latin typeface="+mn-lt"/>
                <a:ea typeface="+mn-ea"/>
                <a:cs typeface="+mn-cs"/>
                <a:sym typeface="+mn-lt"/>
              </a:rPr>
              <a:pPr algn="ctr">
                <a:spcBef>
                  <a:spcPct val="0"/>
                </a:spcBef>
                <a:spcAft>
                  <a:spcPct val="0"/>
                </a:spcAft>
              </a:pPr>
              <a:t>19%</a:t>
            </a:fld>
            <a:endParaRPr lang="tr-TR" sz="1333" dirty="0">
              <a:solidFill>
                <a:schemeClr val="bg1"/>
              </a:solidFill>
              <a:latin typeface="+mn-lt"/>
              <a:ea typeface="+mn-ea"/>
              <a:cs typeface="+mn-cs"/>
              <a:sym typeface="+mn-lt"/>
            </a:endParaRPr>
          </a:p>
        </p:txBody>
      </p:sp>
      <p:sp>
        <p:nvSpPr>
          <p:cNvPr id="81" name="Google Shape;6;p1"/>
          <p:cNvSpPr txBox="1">
            <a:spLocks noGrp="1"/>
          </p:cNvSpPr>
          <p:nvPr>
            <p:custDataLst>
              <p:tags r:id="rId14"/>
            </p:custDataLst>
          </p:nvPr>
        </p:nvSpPr>
        <p:spPr bwMode="gray">
          <a:xfrm>
            <a:off x="9236075" y="603250"/>
            <a:ext cx="219075"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23284" tIns="0" rIns="23284" bIns="0" numCol="1" spcCol="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4A235D34-3DAE-4424-8598-F8B4ED00A9FA}" type="datetime'''''''''2''''''3'''''''''''''''''''''''''">
              <a:rPr lang="tr-TR" altLang="en-US" sz="1333">
                <a:solidFill>
                  <a:schemeClr val="tx1"/>
                </a:solidFill>
                <a:latin typeface="+mn-lt"/>
                <a:ea typeface="+mn-ea"/>
                <a:cs typeface="+mn-cs"/>
                <a:sym typeface="+mn-lt"/>
              </a:rPr>
              <a:pPr algn="ctr">
                <a:spcBef>
                  <a:spcPct val="0"/>
                </a:spcBef>
                <a:spcAft>
                  <a:spcPct val="0"/>
                </a:spcAft>
              </a:pPr>
              <a:t>23</a:t>
            </a:fld>
            <a:endParaRPr lang="tr-TR" sz="1333" dirty="0">
              <a:solidFill>
                <a:schemeClr val="tx1"/>
              </a:solidFill>
              <a:latin typeface="+mn-lt"/>
              <a:ea typeface="+mn-ea"/>
              <a:cs typeface="+mn-cs"/>
              <a:sym typeface="+mn-lt"/>
            </a:endParaRPr>
          </a:p>
        </p:txBody>
      </p:sp>
      <p:sp>
        <p:nvSpPr>
          <p:cNvPr id="80" name="Google Shape;6;p1"/>
          <p:cNvSpPr txBox="1">
            <a:spLocks noGrp="1"/>
          </p:cNvSpPr>
          <p:nvPr>
            <p:custDataLst>
              <p:tags r:id="rId15"/>
            </p:custDataLst>
          </p:nvPr>
        </p:nvSpPr>
        <p:spPr bwMode="auto">
          <a:xfrm>
            <a:off x="9164638" y="2420938"/>
            <a:ext cx="363538"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0112468B-5929-4465-99EE-F41AD07A0B0E}" type="datetime'''''''L''''''a''''''''''''''b''''''e''''l'''''''''''''''''">
              <a:rPr lang="tr-TR" altLang="en-US" sz="1333">
                <a:solidFill>
                  <a:schemeClr val="tx1"/>
                </a:solidFill>
                <a:latin typeface="+mn-lt"/>
                <a:ea typeface="+mn-ea"/>
                <a:cs typeface="+mn-cs"/>
                <a:sym typeface="+mn-lt"/>
              </a:rPr>
              <a:pPr algn="ctr">
                <a:spcBef>
                  <a:spcPct val="0"/>
                </a:spcBef>
                <a:spcAft>
                  <a:spcPct val="0"/>
                </a:spcAft>
              </a:pPr>
              <a:t>Label</a:t>
            </a:fld>
            <a:endParaRPr lang="tr-TR" sz="1333" dirty="0">
              <a:solidFill>
                <a:schemeClr val="tx1"/>
              </a:solidFill>
              <a:latin typeface="+mn-lt"/>
              <a:ea typeface="+mn-ea"/>
              <a:cs typeface="+mn-cs"/>
              <a:sym typeface="+mn-lt"/>
            </a:endParaRPr>
          </a:p>
        </p:txBody>
      </p:sp>
      <p:sp>
        <p:nvSpPr>
          <p:cNvPr id="83" name="Google Shape;6;p1"/>
          <p:cNvSpPr txBox="1">
            <a:spLocks noGrp="1"/>
          </p:cNvSpPr>
          <p:nvPr>
            <p:custDataLst>
              <p:tags r:id="rId16"/>
            </p:custDataLst>
          </p:nvPr>
        </p:nvSpPr>
        <p:spPr bwMode="gray">
          <a:xfrm>
            <a:off x="9175750" y="1220788"/>
            <a:ext cx="339725"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23284" tIns="0" rIns="23284"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8E74159C-9A91-49AC-A236-38EBB8827F27}" type="datetime'''''''''''''''''''''''''''''''''2''''''''6''%'''''''">
              <a:rPr lang="tr-TR" altLang="en-US" sz="1333">
                <a:solidFill>
                  <a:schemeClr val="tx1"/>
                </a:solidFill>
                <a:latin typeface="+mn-lt"/>
                <a:ea typeface="+mn-ea"/>
                <a:cs typeface="+mn-cs"/>
                <a:sym typeface="+mn-lt"/>
              </a:rPr>
              <a:pPr algn="ctr">
                <a:spcBef>
                  <a:spcPct val="0"/>
                </a:spcBef>
                <a:spcAft>
                  <a:spcPct val="0"/>
                </a:spcAft>
              </a:pPr>
              <a:t>26%</a:t>
            </a:fld>
            <a:endParaRPr lang="tr-TR" sz="1333" dirty="0">
              <a:solidFill>
                <a:schemeClr val="tx1"/>
              </a:solidFill>
              <a:latin typeface="+mn-lt"/>
              <a:ea typeface="+mn-ea"/>
              <a:cs typeface="+mn-cs"/>
              <a:sym typeface="+mn-lt"/>
            </a:endParaRPr>
          </a:p>
        </p:txBody>
      </p:sp>
      <p:sp>
        <p:nvSpPr>
          <p:cNvPr id="85" name="Google Shape;6;p1"/>
          <p:cNvSpPr txBox="1">
            <a:spLocks noGrp="1"/>
          </p:cNvSpPr>
          <p:nvPr>
            <p:custDataLst>
              <p:tags r:id="rId17"/>
            </p:custDataLst>
          </p:nvPr>
        </p:nvSpPr>
        <p:spPr bwMode="auto">
          <a:xfrm>
            <a:off x="9661525" y="2420938"/>
            <a:ext cx="363538"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5401D501-822E-4733-82B9-44DAD40E331D}" type="datetime'''''La''''''''''''''''''''''''''''b''''''''''e''''''l'">
              <a:rPr lang="tr-TR" altLang="en-US" sz="1333">
                <a:solidFill>
                  <a:schemeClr val="tx1"/>
                </a:solidFill>
                <a:latin typeface="+mn-lt"/>
                <a:ea typeface="+mn-ea"/>
                <a:cs typeface="+mn-cs"/>
                <a:sym typeface="+mn-lt"/>
              </a:rPr>
              <a:pPr algn="ctr">
                <a:spcBef>
                  <a:spcPct val="0"/>
                </a:spcBef>
                <a:spcAft>
                  <a:spcPct val="0"/>
                </a:spcAft>
              </a:pPr>
              <a:t>Label</a:t>
            </a:fld>
            <a:endParaRPr lang="tr-TR" sz="1333" dirty="0">
              <a:solidFill>
                <a:schemeClr val="tx1"/>
              </a:solidFill>
              <a:latin typeface="+mn-lt"/>
              <a:ea typeface="+mn-ea"/>
              <a:cs typeface="+mn-cs"/>
              <a:sym typeface="+mn-lt"/>
            </a:endParaRPr>
          </a:p>
        </p:txBody>
      </p:sp>
      <p:sp>
        <p:nvSpPr>
          <p:cNvPr id="89" name="Google Shape;6;p1"/>
          <p:cNvSpPr txBox="1">
            <a:spLocks noGrp="1"/>
          </p:cNvSpPr>
          <p:nvPr>
            <p:custDataLst>
              <p:tags r:id="rId18"/>
            </p:custDataLst>
          </p:nvPr>
        </p:nvSpPr>
        <p:spPr bwMode="gray">
          <a:xfrm>
            <a:off x="9837738" y="830263"/>
            <a:ext cx="339725"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23284" tIns="0" rIns="23284"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2B3B4B00-518C-4A24-B05A-888C898319A4}" type="datetime'''''''''''13''''''''%'''''''''''''''''''''''''''''''''''''''">
              <a:rPr lang="tr-TR" altLang="en-US" sz="1333">
                <a:solidFill>
                  <a:schemeClr val="bg1"/>
                </a:solidFill>
                <a:latin typeface="+mn-lt"/>
                <a:ea typeface="+mn-ea"/>
                <a:cs typeface="+mn-cs"/>
                <a:sym typeface="+mn-lt"/>
              </a:rPr>
              <a:pPr algn="ctr">
                <a:spcBef>
                  <a:spcPct val="0"/>
                </a:spcBef>
                <a:spcAft>
                  <a:spcPct val="0"/>
                </a:spcAft>
              </a:pPr>
              <a:t>13%</a:t>
            </a:fld>
            <a:endParaRPr lang="tr-TR" sz="1333" dirty="0">
              <a:solidFill>
                <a:schemeClr val="bg1"/>
              </a:solidFill>
              <a:latin typeface="+mn-lt"/>
              <a:ea typeface="+mn-ea"/>
              <a:cs typeface="+mn-cs"/>
              <a:sym typeface="+mn-lt"/>
            </a:endParaRPr>
          </a:p>
        </p:txBody>
      </p:sp>
      <p:sp>
        <p:nvSpPr>
          <p:cNvPr id="82" name="Google Shape;6;p1"/>
          <p:cNvSpPr txBox="1">
            <a:spLocks noGrp="1"/>
          </p:cNvSpPr>
          <p:nvPr>
            <p:custDataLst>
              <p:tags r:id="rId19"/>
            </p:custDataLst>
          </p:nvPr>
        </p:nvSpPr>
        <p:spPr bwMode="gray">
          <a:xfrm>
            <a:off x="9175750" y="1841500"/>
            <a:ext cx="339725"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23284" tIns="0" rIns="23284"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FF816B2F-60A2-4178-9C3F-03823B481E83}" type="datetime'''''''''''''''''''''''''5''''''5''%'''''''''''''''">
              <a:rPr lang="tr-TR" altLang="en-US" sz="1333">
                <a:solidFill>
                  <a:schemeClr val="tx1"/>
                </a:solidFill>
                <a:latin typeface="+mn-lt"/>
                <a:ea typeface="+mn-ea"/>
                <a:cs typeface="+mn-cs"/>
                <a:sym typeface="+mn-lt"/>
              </a:rPr>
              <a:pPr algn="ctr">
                <a:spcBef>
                  <a:spcPct val="0"/>
                </a:spcBef>
                <a:spcAft>
                  <a:spcPct val="0"/>
                </a:spcAft>
              </a:pPr>
              <a:t>55%</a:t>
            </a:fld>
            <a:endParaRPr lang="tr-TR" sz="1333" dirty="0">
              <a:solidFill>
                <a:schemeClr val="tx1"/>
              </a:solidFill>
              <a:latin typeface="+mn-lt"/>
              <a:ea typeface="+mn-ea"/>
              <a:cs typeface="+mn-cs"/>
              <a:sym typeface="+mn-lt"/>
            </a:endParaRPr>
          </a:p>
        </p:txBody>
      </p:sp>
      <p:sp>
        <p:nvSpPr>
          <p:cNvPr id="95" name="Google Shape;6;p1"/>
          <p:cNvSpPr txBox="1">
            <a:spLocks noGrp="1"/>
          </p:cNvSpPr>
          <p:nvPr>
            <p:custDataLst>
              <p:tags r:id="rId20"/>
            </p:custDataLst>
          </p:nvPr>
        </p:nvSpPr>
        <p:spPr bwMode="auto">
          <a:xfrm>
            <a:off x="8542338" y="876300"/>
            <a:ext cx="533400"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spcBef>
                <a:spcPct val="0"/>
              </a:spcBef>
              <a:spcAft>
                <a:spcPct val="0"/>
              </a:spcAft>
            </a:pPr>
            <a:fld id="{51969128-8B10-46BE-BD31-A26B7AF122C6}" type="datetime'''''''''''Ser''''''''''''''''''''''ies'''''''' ''''''1'''''''">
              <a:rPr lang="tr-TR" altLang="en-US" sz="1333">
                <a:solidFill>
                  <a:schemeClr val="tx1"/>
                </a:solidFill>
                <a:latin typeface="+mn-lt"/>
                <a:ea typeface="+mn-ea"/>
                <a:cs typeface="+mn-cs"/>
                <a:sym typeface="+mn-lt"/>
              </a:rPr>
              <a:pPr algn="r">
                <a:spcBef>
                  <a:spcPct val="0"/>
                </a:spcBef>
                <a:spcAft>
                  <a:spcPct val="0"/>
                </a:spcAft>
              </a:pPr>
              <a:t>Series 1</a:t>
            </a:fld>
            <a:endParaRPr lang="tr-TR" sz="1333" dirty="0">
              <a:solidFill>
                <a:schemeClr val="tx1"/>
              </a:solidFill>
              <a:latin typeface="+mn-lt"/>
              <a:ea typeface="+mn-ea"/>
              <a:cs typeface="+mn-cs"/>
              <a:sym typeface="+mn-lt"/>
            </a:endParaRPr>
          </a:p>
        </p:txBody>
      </p:sp>
      <p:sp>
        <p:nvSpPr>
          <p:cNvPr id="88" name="Google Shape;6;p1"/>
          <p:cNvSpPr txBox="1">
            <a:spLocks noGrp="1"/>
          </p:cNvSpPr>
          <p:nvPr>
            <p:custDataLst>
              <p:tags r:id="rId21"/>
            </p:custDataLst>
          </p:nvPr>
        </p:nvSpPr>
        <p:spPr bwMode="gray">
          <a:xfrm>
            <a:off x="9551988" y="968375"/>
            <a:ext cx="254000" cy="203200"/>
          </a:xfrm>
          <a:prstGeom prst="rect">
            <a:avLst/>
          </a:prstGeom>
          <a:solidFill>
            <a:schemeClr val="accent2"/>
          </a:solidFill>
          <a:ln>
            <a:noFill/>
          </a:ln>
        </p:spPr>
        <p:txBody>
          <a:bodyPr spcFirstLastPara="1" vert="horz" wrap="none" lIns="23284" tIns="0" rIns="23284"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E9ED1614-30B7-4C4B-BEC0-5F6DDCDB7DFC}" type="datetime'''''''''''''''''''''''''5''''''%'''''''''">
              <a:rPr lang="tr-TR" altLang="en-US" sz="1333">
                <a:solidFill>
                  <a:schemeClr val="tx1"/>
                </a:solidFill>
                <a:latin typeface="+mn-lt"/>
                <a:ea typeface="+mn-ea"/>
                <a:cs typeface="+mn-cs"/>
                <a:sym typeface="+mn-lt"/>
              </a:rPr>
              <a:pPr algn="ctr">
                <a:spcBef>
                  <a:spcPct val="0"/>
                </a:spcBef>
                <a:spcAft>
                  <a:spcPct val="0"/>
                </a:spcAft>
              </a:pPr>
              <a:t>5%</a:t>
            </a:fld>
            <a:endParaRPr lang="tr-TR" sz="1333" dirty="0">
              <a:solidFill>
                <a:schemeClr val="tx1"/>
              </a:solidFill>
              <a:latin typeface="+mn-lt"/>
              <a:ea typeface="+mn-ea"/>
              <a:cs typeface="+mn-cs"/>
              <a:sym typeface="+mn-lt"/>
            </a:endParaRPr>
          </a:p>
        </p:txBody>
      </p:sp>
      <p:sp>
        <p:nvSpPr>
          <p:cNvPr id="87" name="Google Shape;6;p1"/>
          <p:cNvSpPr txBox="1">
            <a:spLocks noGrp="1"/>
          </p:cNvSpPr>
          <p:nvPr>
            <p:custDataLst>
              <p:tags r:id="rId22"/>
            </p:custDataLst>
          </p:nvPr>
        </p:nvSpPr>
        <p:spPr bwMode="gray">
          <a:xfrm>
            <a:off x="9672638" y="1633538"/>
            <a:ext cx="339725"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23284" tIns="0" rIns="23284"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EF47096D-DF69-4DDB-8D27-147B50E89B42}" type="datetime'''''''''''''82''''''''''''%'''''''''''''''''''">
              <a:rPr lang="tr-TR" altLang="en-US" sz="1333">
                <a:solidFill>
                  <a:schemeClr val="tx1"/>
                </a:solidFill>
                <a:latin typeface="+mn-lt"/>
                <a:ea typeface="+mn-ea"/>
                <a:cs typeface="+mn-cs"/>
                <a:sym typeface="+mn-lt"/>
              </a:rPr>
              <a:pPr algn="ctr">
                <a:spcBef>
                  <a:spcPct val="0"/>
                </a:spcBef>
                <a:spcAft>
                  <a:spcPct val="0"/>
                </a:spcAft>
              </a:pPr>
              <a:t>82%</a:t>
            </a:fld>
            <a:endParaRPr lang="tr-TR" sz="1333" dirty="0">
              <a:solidFill>
                <a:schemeClr val="tx1"/>
              </a:solidFill>
              <a:latin typeface="+mn-lt"/>
              <a:ea typeface="+mn-ea"/>
              <a:cs typeface="+mn-cs"/>
              <a:sym typeface="+mn-lt"/>
            </a:endParaRPr>
          </a:p>
        </p:txBody>
      </p:sp>
      <p:sp>
        <p:nvSpPr>
          <p:cNvPr id="94" name="Google Shape;6;p1"/>
          <p:cNvSpPr txBox="1">
            <a:spLocks noGrp="1"/>
          </p:cNvSpPr>
          <p:nvPr>
            <p:custDataLst>
              <p:tags r:id="rId23"/>
            </p:custDataLst>
          </p:nvPr>
        </p:nvSpPr>
        <p:spPr bwMode="gray">
          <a:xfrm>
            <a:off x="10221913" y="882650"/>
            <a:ext cx="339725"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23284" tIns="0" rIns="23284"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90433BF5-E1FD-4784-ADBA-D175718AD082}" type="datetime'''''''''''2''''''''''''''0''''''%'''''''''''''''''''''''''''''">
              <a:rPr lang="tr-TR" altLang="en-US" sz="1333">
                <a:solidFill>
                  <a:schemeClr val="bg1"/>
                </a:solidFill>
                <a:latin typeface="+mn-lt"/>
                <a:ea typeface="+mn-ea"/>
                <a:cs typeface="+mn-cs"/>
                <a:sym typeface="+mn-lt"/>
              </a:rPr>
              <a:pPr algn="ctr">
                <a:spcBef>
                  <a:spcPct val="0"/>
                </a:spcBef>
                <a:spcAft>
                  <a:spcPct val="0"/>
                </a:spcAft>
              </a:pPr>
              <a:t>20%</a:t>
            </a:fld>
            <a:endParaRPr lang="tr-TR" sz="1333" dirty="0">
              <a:solidFill>
                <a:schemeClr val="bg1"/>
              </a:solidFill>
              <a:latin typeface="+mn-lt"/>
              <a:ea typeface="+mn-ea"/>
              <a:cs typeface="+mn-cs"/>
              <a:sym typeface="+mn-lt"/>
            </a:endParaRPr>
          </a:p>
        </p:txBody>
      </p:sp>
      <p:sp>
        <p:nvSpPr>
          <p:cNvPr id="93" name="Google Shape;6;p1"/>
          <p:cNvSpPr txBox="1">
            <a:spLocks noGrp="1"/>
          </p:cNvSpPr>
          <p:nvPr>
            <p:custDataLst>
              <p:tags r:id="rId24"/>
            </p:custDataLst>
          </p:nvPr>
        </p:nvSpPr>
        <p:spPr bwMode="gray">
          <a:xfrm>
            <a:off x="10264775" y="1098550"/>
            <a:ext cx="254000" cy="203200"/>
          </a:xfrm>
          <a:prstGeom prst="rect">
            <a:avLst/>
          </a:prstGeom>
          <a:solidFill>
            <a:schemeClr val="accent2"/>
          </a:solidFill>
          <a:ln>
            <a:noFill/>
          </a:ln>
        </p:spPr>
        <p:txBody>
          <a:bodyPr spcFirstLastPara="1" vert="horz" wrap="none" lIns="23284" tIns="0" rIns="23284"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F3FC390F-9ED6-4A84-8659-8B1C4AB5F8DD}" type="datetime'''''''''''''''''''''8''''''%'''">
              <a:rPr lang="tr-TR" altLang="en-US" sz="1333">
                <a:solidFill>
                  <a:schemeClr val="tx1"/>
                </a:solidFill>
                <a:latin typeface="+mn-lt"/>
                <a:ea typeface="+mn-ea"/>
                <a:cs typeface="+mn-cs"/>
                <a:sym typeface="+mn-lt"/>
              </a:rPr>
              <a:pPr algn="ctr">
                <a:spcBef>
                  <a:spcPct val="0"/>
                </a:spcBef>
                <a:spcAft>
                  <a:spcPct val="0"/>
                </a:spcAft>
              </a:pPr>
              <a:t>8%</a:t>
            </a:fld>
            <a:endParaRPr lang="tr-TR" sz="1333" dirty="0">
              <a:solidFill>
                <a:schemeClr val="tx1"/>
              </a:solidFill>
              <a:latin typeface="+mn-lt"/>
              <a:ea typeface="+mn-ea"/>
              <a:cs typeface="+mn-cs"/>
              <a:sym typeface="+mn-lt"/>
            </a:endParaRPr>
          </a:p>
        </p:txBody>
      </p:sp>
      <p:sp>
        <p:nvSpPr>
          <p:cNvPr id="92" name="Google Shape;6;p1"/>
          <p:cNvSpPr txBox="1">
            <a:spLocks noGrp="1"/>
          </p:cNvSpPr>
          <p:nvPr>
            <p:custDataLst>
              <p:tags r:id="rId25"/>
            </p:custDataLst>
          </p:nvPr>
        </p:nvSpPr>
        <p:spPr bwMode="gray">
          <a:xfrm>
            <a:off x="10221913" y="1711325"/>
            <a:ext cx="339725"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23284" tIns="0" rIns="23284"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F9E9B742-9E4E-4B06-AED6-71431CAC9BA9}" type="datetime'''''''''''''''''''72''''''''''''''''''''%'''''''''">
              <a:rPr lang="tr-TR" altLang="en-US" sz="1333">
                <a:solidFill>
                  <a:schemeClr val="tx1"/>
                </a:solidFill>
                <a:latin typeface="+mn-lt"/>
                <a:ea typeface="+mn-ea"/>
                <a:cs typeface="+mn-cs"/>
                <a:sym typeface="+mn-lt"/>
              </a:rPr>
              <a:pPr algn="ctr">
                <a:spcBef>
                  <a:spcPct val="0"/>
                </a:spcBef>
                <a:spcAft>
                  <a:spcPct val="0"/>
                </a:spcAft>
              </a:pPr>
              <a:t>72%</a:t>
            </a:fld>
            <a:endParaRPr lang="tr-TR" sz="1333" dirty="0">
              <a:solidFill>
                <a:schemeClr val="tx1"/>
              </a:solidFill>
              <a:latin typeface="+mn-lt"/>
              <a:ea typeface="+mn-ea"/>
              <a:cs typeface="+mn-cs"/>
              <a:sym typeface="+mn-lt"/>
            </a:endParaRPr>
          </a:p>
        </p:txBody>
      </p:sp>
      <p:sp>
        <p:nvSpPr>
          <p:cNvPr id="90" name="Google Shape;6;p1"/>
          <p:cNvSpPr txBox="1">
            <a:spLocks noGrp="1"/>
          </p:cNvSpPr>
          <p:nvPr>
            <p:custDataLst>
              <p:tags r:id="rId26"/>
            </p:custDataLst>
          </p:nvPr>
        </p:nvSpPr>
        <p:spPr bwMode="auto">
          <a:xfrm>
            <a:off x="10210800" y="2420938"/>
            <a:ext cx="363538"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4E5E0F86-4608-4BD1-A1AA-91C90785E733}" type="datetime'''L''''''''''''''a''b''''''''''e''''''''l'''''''">
              <a:rPr lang="tr-TR" altLang="en-US" sz="1333">
                <a:solidFill>
                  <a:schemeClr val="tx1"/>
                </a:solidFill>
                <a:latin typeface="+mn-lt"/>
                <a:ea typeface="+mn-ea"/>
                <a:cs typeface="+mn-cs"/>
                <a:sym typeface="+mn-lt"/>
              </a:rPr>
              <a:pPr algn="ctr">
                <a:spcBef>
                  <a:spcPct val="0"/>
                </a:spcBef>
                <a:spcAft>
                  <a:spcPct val="0"/>
                </a:spcAft>
              </a:pPr>
              <a:t>Label</a:t>
            </a:fld>
            <a:endParaRPr lang="tr-TR" sz="1333" dirty="0">
              <a:solidFill>
                <a:schemeClr val="tx1"/>
              </a:solidFill>
              <a:latin typeface="+mn-lt"/>
              <a:ea typeface="+mn-ea"/>
              <a:cs typeface="+mn-cs"/>
              <a:sym typeface="+mn-lt"/>
            </a:endParaRPr>
          </a:p>
        </p:txBody>
      </p:sp>
      <p:sp>
        <p:nvSpPr>
          <p:cNvPr id="96" name="Google Shape;6;p1"/>
          <p:cNvSpPr txBox="1">
            <a:spLocks noGrp="1"/>
          </p:cNvSpPr>
          <p:nvPr>
            <p:custDataLst>
              <p:tags r:id="rId27"/>
            </p:custDataLst>
          </p:nvPr>
        </p:nvSpPr>
        <p:spPr bwMode="auto">
          <a:xfrm>
            <a:off x="8542338" y="1220788"/>
            <a:ext cx="533400"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spcBef>
                <a:spcPct val="0"/>
              </a:spcBef>
              <a:spcAft>
                <a:spcPct val="0"/>
              </a:spcAft>
            </a:pPr>
            <a:fld id="{CB62B69B-43D8-4F68-B237-CB517C4585A4}" type="datetime'''''S''''''er''''''''''ie''''''''''''''''''''s'' ''''2'">
              <a:rPr lang="tr-TR" altLang="en-US" sz="1333">
                <a:solidFill>
                  <a:schemeClr val="tx1"/>
                </a:solidFill>
                <a:latin typeface="+mn-lt"/>
                <a:ea typeface="+mn-ea"/>
                <a:cs typeface="+mn-cs"/>
                <a:sym typeface="+mn-lt"/>
              </a:rPr>
              <a:pPr algn="r">
                <a:spcBef>
                  <a:spcPct val="0"/>
                </a:spcBef>
                <a:spcAft>
                  <a:spcPct val="0"/>
                </a:spcAft>
              </a:pPr>
              <a:t>Series 2</a:t>
            </a:fld>
            <a:endParaRPr lang="tr-TR" sz="1333" dirty="0">
              <a:solidFill>
                <a:schemeClr val="tx1"/>
              </a:solidFill>
              <a:latin typeface="+mn-lt"/>
              <a:ea typeface="+mn-ea"/>
              <a:cs typeface="+mn-cs"/>
              <a:sym typeface="+mn-lt"/>
            </a:endParaRPr>
          </a:p>
        </p:txBody>
      </p:sp>
      <p:sp>
        <p:nvSpPr>
          <p:cNvPr id="97" name="Google Shape;6;p1"/>
          <p:cNvSpPr txBox="1">
            <a:spLocks noGrp="1"/>
          </p:cNvSpPr>
          <p:nvPr>
            <p:custDataLst>
              <p:tags r:id="rId28"/>
            </p:custDataLst>
          </p:nvPr>
        </p:nvSpPr>
        <p:spPr bwMode="auto">
          <a:xfrm>
            <a:off x="8542338" y="1841500"/>
            <a:ext cx="533400"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spcBef>
                <a:spcPct val="0"/>
              </a:spcBef>
              <a:spcAft>
                <a:spcPct val="0"/>
              </a:spcAft>
            </a:pPr>
            <a:fld id="{3B1F747B-CCAA-43DF-9D90-B88F0E7692D0}" type="datetime'''''''''''S''''e''r''''''''''''''''''''''''ies ''''''''3'''''">
              <a:rPr lang="tr-TR" altLang="en-US" sz="1333">
                <a:solidFill>
                  <a:schemeClr val="tx1"/>
                </a:solidFill>
                <a:latin typeface="+mn-lt"/>
                <a:ea typeface="+mn-ea"/>
                <a:cs typeface="+mn-cs"/>
                <a:sym typeface="+mn-lt"/>
              </a:rPr>
              <a:pPr algn="r">
                <a:spcBef>
                  <a:spcPct val="0"/>
                </a:spcBef>
                <a:spcAft>
                  <a:spcPct val="0"/>
                </a:spcAft>
              </a:pPr>
              <a:t>Series 3</a:t>
            </a:fld>
            <a:endParaRPr lang="tr-TR" sz="1333" dirty="0">
              <a:solidFill>
                <a:schemeClr val="tx1"/>
              </a:solidFill>
              <a:latin typeface="+mn-lt"/>
              <a:ea typeface="+mn-ea"/>
              <a:cs typeface="+mn-cs"/>
              <a:sym typeface="+mn-lt"/>
            </a:endParaRPr>
          </a:p>
        </p:txBody>
      </p:sp>
      <p:sp>
        <p:nvSpPr>
          <p:cNvPr id="86" name="Google Shape;6;p1"/>
          <p:cNvSpPr txBox="1">
            <a:spLocks noGrp="1"/>
          </p:cNvSpPr>
          <p:nvPr>
            <p:custDataLst>
              <p:tags r:id="rId29"/>
            </p:custDataLst>
          </p:nvPr>
        </p:nvSpPr>
        <p:spPr bwMode="gray">
          <a:xfrm>
            <a:off x="9732963" y="603250"/>
            <a:ext cx="219075"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23284" tIns="0" rIns="23284" bIns="0" numCol="1" spcCol="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EFB73386-AD99-477D-B010-82C2ED9C328E}" type="datetime'''''''''''''''''''''''''''''''4''''''''5'">
              <a:rPr lang="tr-TR" altLang="en-US" sz="1333">
                <a:solidFill>
                  <a:schemeClr val="tx1"/>
                </a:solidFill>
                <a:latin typeface="+mn-lt"/>
                <a:ea typeface="+mn-ea"/>
                <a:cs typeface="+mn-cs"/>
                <a:sym typeface="+mn-lt"/>
              </a:rPr>
              <a:pPr algn="ctr">
                <a:spcBef>
                  <a:spcPct val="0"/>
                </a:spcBef>
                <a:spcAft>
                  <a:spcPct val="0"/>
                </a:spcAft>
              </a:pPr>
              <a:t>45</a:t>
            </a:fld>
            <a:endParaRPr lang="tr-TR" sz="1333" dirty="0">
              <a:solidFill>
                <a:schemeClr val="tx1"/>
              </a:solidFill>
              <a:latin typeface="+mn-lt"/>
              <a:ea typeface="+mn-ea"/>
              <a:cs typeface="+mn-cs"/>
              <a:sym typeface="+mn-lt"/>
            </a:endParaRPr>
          </a:p>
        </p:txBody>
      </p:sp>
      <p:sp>
        <p:nvSpPr>
          <p:cNvPr id="91" name="Google Shape;6;p1"/>
          <p:cNvSpPr txBox="1">
            <a:spLocks noGrp="1"/>
          </p:cNvSpPr>
          <p:nvPr>
            <p:custDataLst>
              <p:tags r:id="rId30"/>
            </p:custDataLst>
          </p:nvPr>
        </p:nvSpPr>
        <p:spPr bwMode="gray">
          <a:xfrm>
            <a:off x="10282238" y="603250"/>
            <a:ext cx="219075"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23284" tIns="0" rIns="23284" bIns="0" numCol="1" spcCol="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BDD12C8F-CA31-46BC-94B5-5C05EBB1A952}" type="datetime'3''''''''''''''''0'''''''''''''''''''">
              <a:rPr lang="tr-TR" altLang="en-US" sz="1333">
                <a:solidFill>
                  <a:schemeClr val="tx1"/>
                </a:solidFill>
                <a:latin typeface="+mn-lt"/>
                <a:ea typeface="+mn-ea"/>
                <a:cs typeface="+mn-cs"/>
                <a:sym typeface="+mn-lt"/>
              </a:rPr>
              <a:pPr algn="ctr">
                <a:spcBef>
                  <a:spcPct val="0"/>
                </a:spcBef>
                <a:spcAft>
                  <a:spcPct val="0"/>
                </a:spcAft>
              </a:pPr>
              <a:t>30</a:t>
            </a:fld>
            <a:endParaRPr lang="tr-TR" sz="1333" dirty="0">
              <a:solidFill>
                <a:schemeClr val="tx1"/>
              </a:solidFill>
              <a:latin typeface="+mn-lt"/>
              <a:ea typeface="+mn-ea"/>
              <a:cs typeface="+mn-cs"/>
              <a:sym typeface="+mn-lt"/>
            </a:endParaRPr>
          </a:p>
        </p:txBody>
      </p:sp>
      <p:graphicFrame>
        <p:nvGraphicFramePr>
          <p:cNvPr id="54" name="Chart 3"/>
          <p:cNvGraphicFramePr/>
          <p:nvPr>
            <p:custDataLst>
              <p:tags r:id="rId31"/>
            </p:custDataLst>
            <p:extLst>
              <p:ext uri="{D42A27DB-BD31-4B8C-83A1-F6EECF244321}">
                <p14:modId xmlns:p14="http://schemas.microsoft.com/office/powerpoint/2010/main" val="806394660"/>
              </p:ext>
            </p:extLst>
          </p:nvPr>
        </p:nvGraphicFramePr>
        <p:xfrm>
          <a:off x="527050" y="1000125"/>
          <a:ext cx="1935163" cy="1535113"/>
        </p:xfrm>
        <a:graphic>
          <a:graphicData uri="http://schemas.openxmlformats.org/drawingml/2006/chart">
            <c:chart xmlns:c="http://schemas.openxmlformats.org/drawingml/2006/chart" xmlns:r="http://schemas.openxmlformats.org/officeDocument/2006/relationships" r:id="rId48"/>
          </a:graphicData>
        </a:graphic>
      </p:graphicFrame>
      <p:sp>
        <p:nvSpPr>
          <p:cNvPr id="137" name="Google Shape;6;p1"/>
          <p:cNvSpPr txBox="1">
            <a:spLocks noGrp="1"/>
          </p:cNvSpPr>
          <p:nvPr>
            <p:custDataLst>
              <p:tags r:id="rId32"/>
            </p:custDataLst>
          </p:nvPr>
        </p:nvSpPr>
        <p:spPr bwMode="auto">
          <a:xfrm>
            <a:off x="1447800" y="2490789"/>
            <a:ext cx="374650" cy="21272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2E4ACBD8-B63A-4A15-A2EC-50588919865A}" type="datetime'''2''''''''''0''''''''''''''''''''''''1''''''''8'''''''">
              <a:rPr lang="tr-TR" altLang="en-US">
                <a:solidFill>
                  <a:schemeClr val="tx1"/>
                </a:solidFill>
                <a:latin typeface="+mn-lt"/>
                <a:ea typeface="+mn-ea"/>
                <a:cs typeface="+mn-cs"/>
                <a:sym typeface="+mn-lt"/>
              </a:rPr>
              <a:pPr algn="ctr">
                <a:spcBef>
                  <a:spcPct val="0"/>
                </a:spcBef>
                <a:spcAft>
                  <a:spcPct val="0"/>
                </a:spcAft>
              </a:pPr>
              <a:t>2018</a:t>
            </a:fld>
            <a:endParaRPr lang="tr-TR" dirty="0">
              <a:solidFill>
                <a:schemeClr val="tx1"/>
              </a:solidFill>
              <a:latin typeface="+mn-lt"/>
              <a:ea typeface="+mn-ea"/>
              <a:cs typeface="+mn-cs"/>
              <a:sym typeface="+mn-lt"/>
            </a:endParaRPr>
          </a:p>
        </p:txBody>
      </p:sp>
      <p:sp>
        <p:nvSpPr>
          <p:cNvPr id="136" name="Google Shape;6;p1"/>
          <p:cNvSpPr txBox="1">
            <a:spLocks noGrp="1"/>
          </p:cNvSpPr>
          <p:nvPr>
            <p:custDataLst>
              <p:tags r:id="rId33"/>
            </p:custDataLst>
          </p:nvPr>
        </p:nvSpPr>
        <p:spPr bwMode="auto">
          <a:xfrm>
            <a:off x="701675" y="2490789"/>
            <a:ext cx="374650" cy="21272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B4FF56FD-591E-453E-971B-51280530EA59}" type="datetime'''2''''''''''''''''0''''''''1''''''''''7'''''''">
              <a:rPr lang="tr-TR" altLang="en-US">
                <a:solidFill>
                  <a:schemeClr val="tx1"/>
                </a:solidFill>
                <a:latin typeface="+mn-lt"/>
                <a:ea typeface="+mn-ea"/>
                <a:cs typeface="+mn-cs"/>
                <a:sym typeface="+mn-lt"/>
              </a:rPr>
              <a:pPr algn="ctr">
                <a:spcBef>
                  <a:spcPct val="0"/>
                </a:spcBef>
                <a:spcAft>
                  <a:spcPct val="0"/>
                </a:spcAft>
              </a:pPr>
              <a:t>2017</a:t>
            </a:fld>
            <a:endParaRPr lang="tr-TR" dirty="0">
              <a:solidFill>
                <a:schemeClr val="tx1"/>
              </a:solidFill>
              <a:latin typeface="+mn-lt"/>
              <a:ea typeface="+mn-ea"/>
              <a:cs typeface="+mn-cs"/>
              <a:sym typeface="+mn-lt"/>
            </a:endParaRPr>
          </a:p>
        </p:txBody>
      </p:sp>
      <p:sp>
        <p:nvSpPr>
          <p:cNvPr id="140" name="Google Shape;6;p1"/>
          <p:cNvSpPr txBox="1">
            <a:spLocks noGrp="1"/>
          </p:cNvSpPr>
          <p:nvPr>
            <p:custDataLst>
              <p:tags r:id="rId34"/>
            </p:custDataLst>
          </p:nvPr>
        </p:nvSpPr>
        <p:spPr bwMode="auto">
          <a:xfrm>
            <a:off x="2490788" y="2192339"/>
            <a:ext cx="561975" cy="21272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fld id="{C18E4325-8675-4F0F-8779-BA46F6D62AA5}" type="datetime'S''''''''''''e''''''r''''''ies'''''''''''''' ''''2'''''''''''">
              <a:rPr lang="tr-TR" altLang="en-US">
                <a:solidFill>
                  <a:schemeClr val="tx1"/>
                </a:solidFill>
                <a:latin typeface="+mn-lt"/>
                <a:ea typeface="+mn-ea"/>
                <a:cs typeface="+mn-cs"/>
                <a:sym typeface="+mn-lt"/>
              </a:rPr>
              <a:pPr>
                <a:spcBef>
                  <a:spcPct val="0"/>
                </a:spcBef>
                <a:spcAft>
                  <a:spcPct val="0"/>
                </a:spcAft>
              </a:pPr>
              <a:t>Series 2</a:t>
            </a:fld>
            <a:endParaRPr lang="tr-TR" dirty="0">
              <a:solidFill>
                <a:schemeClr val="tx1"/>
              </a:solidFill>
              <a:latin typeface="+mn-lt"/>
              <a:ea typeface="+mn-ea"/>
              <a:cs typeface="+mn-cs"/>
              <a:sym typeface="+mn-lt"/>
            </a:endParaRPr>
          </a:p>
        </p:txBody>
      </p:sp>
      <p:sp>
        <p:nvSpPr>
          <p:cNvPr id="138" name="Google Shape;6;p1"/>
          <p:cNvSpPr txBox="1">
            <a:spLocks noGrp="1"/>
          </p:cNvSpPr>
          <p:nvPr>
            <p:custDataLst>
              <p:tags r:id="rId35"/>
            </p:custDataLst>
          </p:nvPr>
        </p:nvSpPr>
        <p:spPr bwMode="auto">
          <a:xfrm>
            <a:off x="2192338" y="2490789"/>
            <a:ext cx="374650" cy="21272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688689AB-C48F-402E-8D63-B9896FF2FC54}" type="datetime'''''201''9'''''''''''''''''''''''''''''">
              <a:rPr lang="tr-TR" altLang="en-US">
                <a:solidFill>
                  <a:schemeClr val="tx1"/>
                </a:solidFill>
                <a:latin typeface="+mn-lt"/>
                <a:ea typeface="+mn-ea"/>
                <a:cs typeface="+mn-cs"/>
                <a:sym typeface="+mn-lt"/>
              </a:rPr>
              <a:pPr algn="ctr">
                <a:spcBef>
                  <a:spcPct val="0"/>
                </a:spcBef>
                <a:spcAft>
                  <a:spcPct val="0"/>
                </a:spcAft>
              </a:pPr>
              <a:t>2019</a:t>
            </a:fld>
            <a:endParaRPr lang="tr-TR" dirty="0">
              <a:solidFill>
                <a:schemeClr val="tx1"/>
              </a:solidFill>
              <a:latin typeface="+mn-lt"/>
              <a:ea typeface="+mn-ea"/>
              <a:cs typeface="+mn-cs"/>
              <a:sym typeface="+mn-lt"/>
            </a:endParaRPr>
          </a:p>
        </p:txBody>
      </p:sp>
      <p:sp>
        <p:nvSpPr>
          <p:cNvPr id="139" name="Google Shape;6;p1"/>
          <p:cNvSpPr txBox="1">
            <a:spLocks noGrp="1"/>
          </p:cNvSpPr>
          <p:nvPr>
            <p:custDataLst>
              <p:tags r:id="rId36"/>
            </p:custDataLst>
          </p:nvPr>
        </p:nvSpPr>
        <p:spPr bwMode="auto">
          <a:xfrm>
            <a:off x="2490788" y="1846264"/>
            <a:ext cx="561975" cy="21272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fld id="{DB9CCAFB-1E40-4999-B63D-106B71328286}" type="datetime'''''S''''e''r''''''''''''''i''''e''''''s'''' ''''''1'''''">
              <a:rPr lang="tr-TR" altLang="en-US">
                <a:solidFill>
                  <a:schemeClr val="tx1"/>
                </a:solidFill>
                <a:latin typeface="+mn-lt"/>
                <a:ea typeface="+mn-ea"/>
                <a:cs typeface="+mn-cs"/>
                <a:sym typeface="+mn-lt"/>
              </a:rPr>
              <a:pPr>
                <a:spcBef>
                  <a:spcPct val="0"/>
                </a:spcBef>
                <a:spcAft>
                  <a:spcPct val="0"/>
                </a:spcAft>
              </a:pPr>
              <a:t>Series 1</a:t>
            </a:fld>
            <a:endParaRPr lang="tr-TR" dirty="0">
              <a:solidFill>
                <a:schemeClr val="tx1"/>
              </a:solidFill>
              <a:latin typeface="+mn-lt"/>
              <a:ea typeface="+mn-ea"/>
              <a:cs typeface="+mn-cs"/>
              <a:sym typeface="+mn-lt"/>
            </a:endParaRPr>
          </a:p>
        </p:txBody>
      </p:sp>
      <p:graphicFrame>
        <p:nvGraphicFramePr>
          <p:cNvPr id="55" name="Chart 3"/>
          <p:cNvGraphicFramePr/>
          <p:nvPr>
            <p:custDataLst>
              <p:tags r:id="rId37"/>
            </p:custDataLst>
            <p:extLst>
              <p:ext uri="{D42A27DB-BD31-4B8C-83A1-F6EECF244321}">
                <p14:modId xmlns:p14="http://schemas.microsoft.com/office/powerpoint/2010/main" val="3369959860"/>
              </p:ext>
            </p:extLst>
          </p:nvPr>
        </p:nvGraphicFramePr>
        <p:xfrm>
          <a:off x="4141788" y="1003300"/>
          <a:ext cx="3295650" cy="1538288"/>
        </p:xfrm>
        <a:graphic>
          <a:graphicData uri="http://schemas.openxmlformats.org/drawingml/2006/chart">
            <c:chart xmlns:c="http://schemas.openxmlformats.org/drawingml/2006/chart" xmlns:r="http://schemas.openxmlformats.org/officeDocument/2006/relationships" r:id="rId49"/>
          </a:graphicData>
        </a:graphic>
      </p:graphicFrame>
      <p:sp>
        <p:nvSpPr>
          <p:cNvPr id="153" name="Google Shape;6;p1"/>
          <p:cNvSpPr txBox="1">
            <a:spLocks noGrp="1"/>
          </p:cNvSpPr>
          <p:nvPr>
            <p:custDataLst>
              <p:tags r:id="rId38"/>
            </p:custDataLst>
          </p:nvPr>
        </p:nvSpPr>
        <p:spPr bwMode="gray">
          <a:xfrm>
            <a:off x="5711825" y="1500188"/>
            <a:ext cx="219075"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23284" tIns="0" rIns="23284" bIns="0" numCol="1" spcCol="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6E29D69D-C5B8-4B89-8282-A0255A620F56}" type="datetime'''''''''''''''''''''''''26'''''''''''''''''''''''">
              <a:rPr lang="tr-TR" altLang="en-US" sz="1333">
                <a:solidFill>
                  <a:schemeClr val="tx1"/>
                </a:solidFill>
                <a:latin typeface="+mn-lt"/>
                <a:ea typeface="+mn-ea"/>
                <a:cs typeface="+mn-cs"/>
                <a:sym typeface="+mn-lt"/>
              </a:rPr>
              <a:pPr algn="ctr">
                <a:spcBef>
                  <a:spcPct val="0"/>
                </a:spcBef>
                <a:spcAft>
                  <a:spcPct val="0"/>
                </a:spcAft>
              </a:pPr>
              <a:t>26</a:t>
            </a:fld>
            <a:endParaRPr lang="tr-TR" sz="1333" dirty="0">
              <a:solidFill>
                <a:schemeClr val="tx1"/>
              </a:solidFill>
              <a:latin typeface="+mn-lt"/>
              <a:ea typeface="+mn-ea"/>
              <a:cs typeface="+mn-cs"/>
              <a:sym typeface="+mn-lt"/>
            </a:endParaRPr>
          </a:p>
        </p:txBody>
      </p:sp>
      <p:sp>
        <p:nvSpPr>
          <p:cNvPr id="152" name="Google Shape;6;p1"/>
          <p:cNvSpPr txBox="1">
            <a:spLocks noGrp="1"/>
          </p:cNvSpPr>
          <p:nvPr>
            <p:custDataLst>
              <p:tags r:id="rId39"/>
            </p:custDataLst>
          </p:nvPr>
        </p:nvSpPr>
        <p:spPr bwMode="gray">
          <a:xfrm>
            <a:off x="4826000" y="1731963"/>
            <a:ext cx="219075"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23284" tIns="0" rIns="23284" bIns="0" numCol="1" spcCol="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1680DEBB-BA5D-4988-8483-22789B27A1C3}" type="datetime'''''''''''''''''''1''''''''8'">
              <a:rPr lang="tr-TR" altLang="en-US" sz="1333">
                <a:solidFill>
                  <a:schemeClr val="tx1"/>
                </a:solidFill>
                <a:latin typeface="+mn-lt"/>
                <a:ea typeface="+mn-ea"/>
                <a:cs typeface="+mn-cs"/>
                <a:sym typeface="+mn-lt"/>
              </a:rPr>
              <a:pPr algn="ctr">
                <a:spcBef>
                  <a:spcPct val="0"/>
                </a:spcBef>
                <a:spcAft>
                  <a:spcPct val="0"/>
                </a:spcAft>
              </a:pPr>
              <a:t>18</a:t>
            </a:fld>
            <a:endParaRPr lang="tr-TR" sz="1333" dirty="0">
              <a:solidFill>
                <a:schemeClr val="tx1"/>
              </a:solidFill>
              <a:latin typeface="+mn-lt"/>
              <a:ea typeface="+mn-ea"/>
              <a:cs typeface="+mn-cs"/>
              <a:sym typeface="+mn-lt"/>
            </a:endParaRPr>
          </a:p>
        </p:txBody>
      </p:sp>
      <p:sp>
        <p:nvSpPr>
          <p:cNvPr id="151" name="Google Shape;6;p1"/>
          <p:cNvSpPr txBox="1">
            <a:spLocks noGrp="1"/>
          </p:cNvSpPr>
          <p:nvPr>
            <p:custDataLst>
              <p:tags r:id="rId40"/>
            </p:custDataLst>
          </p:nvPr>
        </p:nvSpPr>
        <p:spPr bwMode="auto">
          <a:xfrm>
            <a:off x="6530975" y="2500313"/>
            <a:ext cx="355600"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DA8B8A80-301A-4575-8ABD-A53D89511059}" type="datetime'2''''''''''0''''''''''''1''''''''9'''''''">
              <a:rPr lang="tr-TR" altLang="en-US" sz="1333">
                <a:solidFill>
                  <a:schemeClr val="tx1"/>
                </a:solidFill>
                <a:latin typeface="+mn-lt"/>
                <a:ea typeface="+mn-ea"/>
                <a:cs typeface="+mn-cs"/>
                <a:sym typeface="+mn-lt"/>
              </a:rPr>
              <a:pPr algn="ctr">
                <a:spcBef>
                  <a:spcPct val="0"/>
                </a:spcBef>
                <a:spcAft>
                  <a:spcPct val="0"/>
                </a:spcAft>
              </a:pPr>
              <a:t>2019</a:t>
            </a:fld>
            <a:endParaRPr lang="tr-TR" sz="1333" dirty="0">
              <a:solidFill>
                <a:schemeClr val="tx1"/>
              </a:solidFill>
              <a:latin typeface="+mn-lt"/>
              <a:ea typeface="+mn-ea"/>
              <a:cs typeface="+mn-cs"/>
              <a:sym typeface="+mn-lt"/>
            </a:endParaRPr>
          </a:p>
        </p:txBody>
      </p:sp>
      <p:sp>
        <p:nvSpPr>
          <p:cNvPr id="149" name="Google Shape;6;p1"/>
          <p:cNvSpPr txBox="1">
            <a:spLocks noGrp="1"/>
          </p:cNvSpPr>
          <p:nvPr>
            <p:custDataLst>
              <p:tags r:id="rId41"/>
            </p:custDataLst>
          </p:nvPr>
        </p:nvSpPr>
        <p:spPr bwMode="auto">
          <a:xfrm>
            <a:off x="4757738" y="2500313"/>
            <a:ext cx="355600"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DA28CCD6-CC5D-4826-A100-A559D460D8EA}" type="datetime'''''''''''''''2''''0''''''''''''''''''''''''''''''''17'''''''">
              <a:rPr lang="tr-TR" altLang="en-US" sz="1333">
                <a:solidFill>
                  <a:schemeClr val="tx1"/>
                </a:solidFill>
                <a:latin typeface="+mn-lt"/>
                <a:ea typeface="+mn-ea"/>
                <a:cs typeface="+mn-cs"/>
                <a:sym typeface="+mn-lt"/>
              </a:rPr>
              <a:pPr algn="ctr">
                <a:spcBef>
                  <a:spcPct val="0"/>
                </a:spcBef>
                <a:spcAft>
                  <a:spcPct val="0"/>
                </a:spcAft>
              </a:pPr>
              <a:t>2017</a:t>
            </a:fld>
            <a:endParaRPr lang="tr-TR" sz="1333" dirty="0">
              <a:solidFill>
                <a:schemeClr val="tx1"/>
              </a:solidFill>
              <a:latin typeface="+mn-lt"/>
              <a:ea typeface="+mn-ea"/>
              <a:cs typeface="+mn-cs"/>
              <a:sym typeface="+mn-lt"/>
            </a:endParaRPr>
          </a:p>
        </p:txBody>
      </p:sp>
      <p:sp>
        <p:nvSpPr>
          <p:cNvPr id="150" name="Google Shape;6;p1"/>
          <p:cNvSpPr txBox="1">
            <a:spLocks noGrp="1"/>
          </p:cNvSpPr>
          <p:nvPr>
            <p:custDataLst>
              <p:tags r:id="rId42"/>
            </p:custDataLst>
          </p:nvPr>
        </p:nvSpPr>
        <p:spPr bwMode="auto">
          <a:xfrm>
            <a:off x="5643563" y="2500313"/>
            <a:ext cx="355600"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EBD4272A-2996-4D91-8DE8-F9B82283444D}" type="datetime'2''''''''''''''''''''''''''''''''''''0''''1''''8'''''''''''''">
              <a:rPr lang="tr-TR" altLang="en-US" sz="1333">
                <a:solidFill>
                  <a:schemeClr val="tx1"/>
                </a:solidFill>
                <a:latin typeface="+mn-lt"/>
                <a:ea typeface="+mn-ea"/>
                <a:cs typeface="+mn-cs"/>
                <a:sym typeface="+mn-lt"/>
              </a:rPr>
              <a:pPr algn="ctr">
                <a:spcBef>
                  <a:spcPct val="0"/>
                </a:spcBef>
                <a:spcAft>
                  <a:spcPct val="0"/>
                </a:spcAft>
              </a:pPr>
              <a:t>2018</a:t>
            </a:fld>
            <a:endParaRPr lang="tr-TR" sz="1333" dirty="0">
              <a:solidFill>
                <a:schemeClr val="tx1"/>
              </a:solidFill>
              <a:latin typeface="+mn-lt"/>
              <a:ea typeface="+mn-ea"/>
              <a:cs typeface="+mn-cs"/>
              <a:sym typeface="+mn-lt"/>
            </a:endParaRPr>
          </a:p>
        </p:txBody>
      </p:sp>
      <p:sp>
        <p:nvSpPr>
          <p:cNvPr id="157" name="Google Shape;6;p1"/>
          <p:cNvSpPr txBox="1">
            <a:spLocks noGrp="1"/>
          </p:cNvSpPr>
          <p:nvPr>
            <p:custDataLst>
              <p:tags r:id="rId43"/>
            </p:custDataLst>
          </p:nvPr>
        </p:nvSpPr>
        <p:spPr bwMode="gray">
          <a:xfrm>
            <a:off x="5754688" y="1703388"/>
            <a:ext cx="133350" cy="203200"/>
          </a:xfrm>
          <a:prstGeom prst="rect">
            <a:avLst/>
          </a:prstGeom>
          <a:solidFill>
            <a:schemeClr val="accent1"/>
          </a:solidFill>
          <a:ln>
            <a:noFill/>
          </a:ln>
        </p:spPr>
        <p:txBody>
          <a:bodyPr spcFirstLastPara="1" vert="horz" wrap="none" lIns="23284" tIns="0" rIns="23284"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060330BF-95E1-4575-9190-294D4AC841DD}" type="datetime'''4'''''''''''''''''''''''''''">
              <a:rPr lang="tr-TR" altLang="en-US" sz="1333">
                <a:solidFill>
                  <a:schemeClr val="bg1"/>
                </a:solidFill>
                <a:latin typeface="+mn-lt"/>
                <a:ea typeface="+mn-ea"/>
                <a:cs typeface="+mn-cs"/>
                <a:sym typeface="+mn-lt"/>
              </a:rPr>
              <a:pPr algn="ctr">
                <a:spcBef>
                  <a:spcPct val="0"/>
                </a:spcBef>
                <a:spcAft>
                  <a:spcPct val="0"/>
                </a:spcAft>
              </a:pPr>
              <a:t>4</a:t>
            </a:fld>
            <a:endParaRPr lang="tr-TR" sz="1333" dirty="0">
              <a:solidFill>
                <a:schemeClr val="bg1"/>
              </a:solidFill>
              <a:latin typeface="+mn-lt"/>
              <a:ea typeface="+mn-ea"/>
              <a:cs typeface="+mn-cs"/>
              <a:sym typeface="+mn-lt"/>
            </a:endParaRPr>
          </a:p>
        </p:txBody>
      </p:sp>
      <p:sp>
        <p:nvSpPr>
          <p:cNvPr id="154" name="Google Shape;6;p1"/>
          <p:cNvSpPr txBox="1">
            <a:spLocks noGrp="1"/>
          </p:cNvSpPr>
          <p:nvPr>
            <p:custDataLst>
              <p:tags r:id="rId44"/>
            </p:custDataLst>
          </p:nvPr>
        </p:nvSpPr>
        <p:spPr bwMode="gray">
          <a:xfrm>
            <a:off x="6599238" y="1079500"/>
            <a:ext cx="219075"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23284" tIns="0" rIns="23284" bIns="0" numCol="1" spcCol="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15903336-503D-4688-A5A9-551B71E62EEC}" type="datetime'''''''4''''''''''''''''''''''''''''''''2'''''''">
              <a:rPr lang="tr-TR" altLang="en-US" sz="1333">
                <a:solidFill>
                  <a:schemeClr val="tx1"/>
                </a:solidFill>
                <a:latin typeface="+mn-lt"/>
                <a:ea typeface="+mn-ea"/>
                <a:cs typeface="+mn-cs"/>
                <a:sym typeface="+mn-lt"/>
              </a:rPr>
              <a:pPr algn="ctr">
                <a:spcBef>
                  <a:spcPct val="0"/>
                </a:spcBef>
                <a:spcAft>
                  <a:spcPct val="0"/>
                </a:spcAft>
              </a:pPr>
              <a:t>42</a:t>
            </a:fld>
            <a:endParaRPr lang="tr-TR" sz="1333" dirty="0">
              <a:solidFill>
                <a:schemeClr val="tx1"/>
              </a:solidFill>
              <a:latin typeface="+mn-lt"/>
              <a:ea typeface="+mn-ea"/>
              <a:cs typeface="+mn-cs"/>
              <a:sym typeface="+mn-lt"/>
            </a:endParaRPr>
          </a:p>
        </p:txBody>
      </p:sp>
      <p:cxnSp>
        <p:nvCxnSpPr>
          <p:cNvPr id="169" name="Düz Bağlayıcı 168"/>
          <p:cNvCxnSpPr/>
          <p:nvPr/>
        </p:nvCxnSpPr>
        <p:spPr>
          <a:xfrm>
            <a:off x="3791744" y="757768"/>
            <a:ext cx="0" cy="4975489"/>
          </a:xfrm>
          <a:prstGeom prst="line">
            <a:avLst/>
          </a:prstGeom>
        </p:spPr>
        <p:style>
          <a:lnRef idx="1">
            <a:schemeClr val="accent1"/>
          </a:lnRef>
          <a:fillRef idx="0">
            <a:schemeClr val="accent1"/>
          </a:fillRef>
          <a:effectRef idx="0">
            <a:schemeClr val="accent1"/>
          </a:effectRef>
          <a:fontRef idx="minor">
            <a:schemeClr val="tx1"/>
          </a:fontRef>
        </p:style>
      </p:cxnSp>
      <p:cxnSp>
        <p:nvCxnSpPr>
          <p:cNvPr id="170" name="Düz Bağlayıcı 169"/>
          <p:cNvCxnSpPr/>
          <p:nvPr/>
        </p:nvCxnSpPr>
        <p:spPr>
          <a:xfrm>
            <a:off x="7824192" y="757766"/>
            <a:ext cx="0" cy="4975489"/>
          </a:xfrm>
          <a:prstGeom prst="line">
            <a:avLst/>
          </a:prstGeom>
        </p:spPr>
        <p:style>
          <a:lnRef idx="1">
            <a:schemeClr val="accent1"/>
          </a:lnRef>
          <a:fillRef idx="0">
            <a:schemeClr val="accent1"/>
          </a:fillRef>
          <a:effectRef idx="0">
            <a:schemeClr val="accent1"/>
          </a:effectRef>
          <a:fontRef idx="minor">
            <a:schemeClr val="tx1"/>
          </a:fontRef>
        </p:style>
      </p:cxnSp>
      <p:sp>
        <p:nvSpPr>
          <p:cNvPr id="172" name="Metin kutusu 171"/>
          <p:cNvSpPr txBox="1"/>
          <p:nvPr/>
        </p:nvSpPr>
        <p:spPr>
          <a:xfrm>
            <a:off x="431371" y="3612095"/>
            <a:ext cx="3154263" cy="1569660"/>
          </a:xfrm>
          <a:prstGeom prst="rect">
            <a:avLst/>
          </a:prstGeom>
          <a:noFill/>
        </p:spPr>
        <p:txBody>
          <a:bodyPr wrap="square" rtlCol="0">
            <a:spAutoFit/>
          </a:bodyPr>
          <a:lstStyle/>
          <a:p>
            <a:pPr marL="228594" indent="-228594">
              <a:buFont typeface="Arial" panose="020B0604020202020204" pitchFamily="34" charset="0"/>
              <a:buChar char="•"/>
            </a:pPr>
            <a:r>
              <a:rPr lang="tr-TR" sz="1200" dirty="0">
                <a:latin typeface="Calibri" panose="020F0502020204030204" pitchFamily="34" charset="0"/>
              </a:rPr>
              <a:t>Zaman boyutunda birden farklı değişkenin gelişimleri, birbirlerine göre konumları da izlenerek gösterilir. </a:t>
            </a:r>
          </a:p>
          <a:p>
            <a:pPr marL="228594" indent="-228594">
              <a:buFont typeface="Arial" panose="020B0604020202020204" pitchFamily="34" charset="0"/>
              <a:buChar char="•"/>
            </a:pPr>
            <a:r>
              <a:rPr lang="tr-TR" sz="1200" dirty="0">
                <a:latin typeface="Calibri" panose="020F0502020204030204" pitchFamily="34" charset="0"/>
              </a:rPr>
              <a:t>Aslında yüzdesel sütun grafikleri ile benzer yapı taşımaktadır. Buradaki grafik bize 10’dan fazla sütun olması durumunda örneğin 20 yıllık bir gelişimde çok fazla çizgi gösterimi olmadan izlememize imkan sağlar.</a:t>
            </a:r>
          </a:p>
        </p:txBody>
      </p:sp>
      <p:sp>
        <p:nvSpPr>
          <p:cNvPr id="173" name="Metin kutusu 172"/>
          <p:cNvSpPr txBox="1"/>
          <p:nvPr/>
        </p:nvSpPr>
        <p:spPr>
          <a:xfrm>
            <a:off x="4284134" y="3612095"/>
            <a:ext cx="3154263" cy="2677656"/>
          </a:xfrm>
          <a:prstGeom prst="rect">
            <a:avLst/>
          </a:prstGeom>
          <a:noFill/>
        </p:spPr>
        <p:txBody>
          <a:bodyPr wrap="square" rtlCol="0">
            <a:spAutoFit/>
          </a:bodyPr>
          <a:lstStyle/>
          <a:p>
            <a:pPr marL="228594" indent="-228594">
              <a:buFont typeface="Arial" panose="020B0604020202020204" pitchFamily="34" charset="0"/>
              <a:buChar char="•"/>
            </a:pPr>
            <a:r>
              <a:rPr lang="tr-TR" sz="1200" dirty="0">
                <a:latin typeface="Calibri" panose="020F0502020204030204" pitchFamily="34" charset="0"/>
              </a:rPr>
              <a:t>Değişkenlerin birim ya da ölçeklerinin birbirleri ile çok farklı olması durumunda ikinci bir eksen eklenerek hem zaman boyutunda izlenmesi hem de birbirleri ile bağıntılarının da gözlemlenmesinde fayda sağlar.</a:t>
            </a:r>
          </a:p>
          <a:p>
            <a:pPr marL="228594" indent="-228594">
              <a:buFont typeface="Arial" panose="020B0604020202020204" pitchFamily="34" charset="0"/>
              <a:buChar char="•"/>
            </a:pPr>
            <a:r>
              <a:rPr lang="tr-TR" sz="1200" dirty="0">
                <a:latin typeface="Calibri" panose="020F0502020204030204" pitchFamily="34" charset="0"/>
              </a:rPr>
              <a:t>Örneğin kredi toplamımız ile aktif büyüklüğümüz çizgi grafikle izlendiğinde kredilerin gelişimi ile birlikte doğru orantı olmasını beklediğimiz aktif büyüklüğümüzü gözlemleyebiliriz. Böylelikle aktifteki değişimlerin kredi artışı ile ilgisi olup olmadığını da yorumlayabiliriz (tek açıklama noktası olmayabilir).</a:t>
            </a:r>
          </a:p>
        </p:txBody>
      </p:sp>
      <p:sp>
        <p:nvSpPr>
          <p:cNvPr id="174" name="Metin kutusu 173"/>
          <p:cNvSpPr txBox="1"/>
          <p:nvPr/>
        </p:nvSpPr>
        <p:spPr>
          <a:xfrm>
            <a:off x="8400257" y="3612095"/>
            <a:ext cx="3154263" cy="1569660"/>
          </a:xfrm>
          <a:prstGeom prst="rect">
            <a:avLst/>
          </a:prstGeom>
          <a:noFill/>
        </p:spPr>
        <p:txBody>
          <a:bodyPr wrap="square" rtlCol="0">
            <a:spAutoFit/>
          </a:bodyPr>
          <a:lstStyle/>
          <a:p>
            <a:pPr marL="228594" indent="-228594">
              <a:buFont typeface="Arial" panose="020B0604020202020204" pitchFamily="34" charset="0"/>
              <a:buChar char="•"/>
            </a:pPr>
            <a:r>
              <a:rPr lang="tr-TR" sz="1200" dirty="0">
                <a:latin typeface="Calibri" panose="020F0502020204030204" pitchFamily="34" charset="0"/>
              </a:rPr>
              <a:t>Seri olsun ya da olmasın birden fazla boyutta karşılaştırma yapılabilmesine imkan sağlar.</a:t>
            </a:r>
          </a:p>
          <a:p>
            <a:pPr marL="228594" indent="-228594">
              <a:buFont typeface="Arial" panose="020B0604020202020204" pitchFamily="34" charset="0"/>
              <a:buChar char="•"/>
            </a:pPr>
            <a:r>
              <a:rPr lang="tr-TR" sz="1200" dirty="0">
                <a:latin typeface="Calibri" panose="020F0502020204030204" pitchFamily="34" charset="0"/>
              </a:rPr>
              <a:t>Şöyle ki; Türkiye, Almanya ve Rusya’nın ihracatlarının hangi ürün kompozisyonlarından oluştuğu ve bu ürünlerin toplam büyüklüklerinin gözlemlenmesinde hepsini bir potada eritir.</a:t>
            </a:r>
          </a:p>
        </p:txBody>
      </p:sp>
    </p:spTree>
    <p:extLst>
      <p:ext uri="{BB962C8B-B14F-4D97-AF65-F5344CB8AC3E}">
        <p14:creationId xmlns:p14="http://schemas.microsoft.com/office/powerpoint/2010/main" val="302594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Nesne 6" hidden="1"/>
          <p:cNvGraphicFramePr>
            <a:graphicFrameLocks noChangeAspect="1"/>
          </p:cNvGraphicFramePr>
          <p:nvPr>
            <p:custDataLst>
              <p:tags r:id="rId1"/>
            </p:custDataLst>
            <p:extLst>
              <p:ext uri="{D42A27DB-BD31-4B8C-83A1-F6EECF244321}">
                <p14:modId xmlns:p14="http://schemas.microsoft.com/office/powerpoint/2010/main" val="2537213661"/>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20" imgW="270" imgH="270" progId="TCLayout.ActiveDocument.1">
                  <p:embed/>
                </p:oleObj>
              </mc:Choice>
              <mc:Fallback>
                <p:oleObj name="think-cell Slide" r:id="rId20" imgW="270" imgH="270" progId="TCLayout.ActiveDocument.1">
                  <p:embed/>
                  <p:pic>
                    <p:nvPicPr>
                      <p:cNvPr id="0" name=""/>
                      <p:cNvPicPr/>
                      <p:nvPr/>
                    </p:nvPicPr>
                    <p:blipFill>
                      <a:blip r:embed="rId21"/>
                      <a:stretch>
                        <a:fillRect/>
                      </a:stretch>
                    </p:blipFill>
                    <p:spPr>
                      <a:xfrm>
                        <a:off x="2118" y="2118"/>
                        <a:ext cx="2117" cy="2117"/>
                      </a:xfrm>
                      <a:prstGeom prst="rect">
                        <a:avLst/>
                      </a:prstGeom>
                    </p:spPr>
                  </p:pic>
                </p:oleObj>
              </mc:Fallback>
            </mc:AlternateContent>
          </a:graphicData>
        </a:graphic>
      </p:graphicFrame>
      <p:sp>
        <p:nvSpPr>
          <p:cNvPr id="6" name="Dikdörtgen 5" hidden="1"/>
          <p:cNvSpPr/>
          <p:nvPr>
            <p:custDataLst>
              <p:tags r:id="rId2"/>
            </p:custDataLst>
          </p:nvPr>
        </p:nvSpPr>
        <p:spPr>
          <a:xfrm>
            <a:off x="0" y="0"/>
            <a:ext cx="211667"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tr-TR" sz="1467" dirty="0">
              <a:sym typeface="+mn-lt"/>
            </a:endParaRPr>
          </a:p>
        </p:txBody>
      </p:sp>
      <p:sp>
        <p:nvSpPr>
          <p:cNvPr id="2" name="Slayt Numarası Yer Tutucusu 1"/>
          <p:cNvSpPr>
            <a:spLocks noGrp="1"/>
          </p:cNvSpPr>
          <p:nvPr>
            <p:ph type="sldNum" idx="12"/>
          </p:nvPr>
        </p:nvSpPr>
        <p:spPr/>
        <p:txBody>
          <a:bodyPr/>
          <a:lstStyle/>
          <a:p>
            <a:fld id="{00000000-1234-1234-1234-123412341234}" type="slidenum">
              <a:rPr lang="en" smtClean="0"/>
              <a:pPr/>
              <a:t>11</a:t>
            </a:fld>
            <a:endParaRPr lang="en"/>
          </a:p>
        </p:txBody>
      </p:sp>
      <p:sp>
        <p:nvSpPr>
          <p:cNvPr id="3" name="Dikdörtgen 2"/>
          <p:cNvSpPr/>
          <p:nvPr/>
        </p:nvSpPr>
        <p:spPr>
          <a:xfrm>
            <a:off x="-36596" y="-13084"/>
            <a:ext cx="14548021" cy="502766"/>
          </a:xfrm>
          <a:prstGeom prst="rect">
            <a:avLst/>
          </a:prstGeom>
        </p:spPr>
        <p:txBody>
          <a:bodyPr wrap="square">
            <a:spAutoFit/>
          </a:bodyPr>
          <a:lstStyle/>
          <a:p>
            <a:pPr fontAlgn="ctr">
              <a:defRPr/>
            </a:pPr>
            <a:r>
              <a:rPr lang="tr-TR" sz="2667" b="1" noProof="1">
                <a:latin typeface="Calibri" panose="020F0502020204030204" pitchFamily="34" charset="0"/>
                <a:cs typeface="Helvetica" panose="020B0604020202020204" pitchFamily="34" charset="0"/>
                <a:sym typeface="Flama Ziraat Medium" charset="0"/>
              </a:rPr>
              <a:t>Data Gösterimi</a:t>
            </a:r>
          </a:p>
        </p:txBody>
      </p:sp>
      <p:graphicFrame>
        <p:nvGraphicFramePr>
          <p:cNvPr id="28" name="Chart 3"/>
          <p:cNvGraphicFramePr/>
          <p:nvPr>
            <p:custDataLst>
              <p:tags r:id="rId3"/>
            </p:custDataLst>
            <p:extLst>
              <p:ext uri="{D42A27DB-BD31-4B8C-83A1-F6EECF244321}">
                <p14:modId xmlns:p14="http://schemas.microsoft.com/office/powerpoint/2010/main" val="1294050220"/>
              </p:ext>
            </p:extLst>
          </p:nvPr>
        </p:nvGraphicFramePr>
        <p:xfrm>
          <a:off x="406400" y="1217613"/>
          <a:ext cx="2152650" cy="1722437"/>
        </p:xfrm>
        <a:graphic>
          <a:graphicData uri="http://schemas.openxmlformats.org/drawingml/2006/chart">
            <c:chart xmlns:c="http://schemas.openxmlformats.org/drawingml/2006/chart" xmlns:r="http://schemas.openxmlformats.org/officeDocument/2006/relationships" r:id="rId22"/>
          </a:graphicData>
        </a:graphic>
      </p:graphicFrame>
      <p:sp>
        <p:nvSpPr>
          <p:cNvPr id="106" name="Google Shape;6;p1"/>
          <p:cNvSpPr txBox="1">
            <a:spLocks noGrp="1"/>
          </p:cNvSpPr>
          <p:nvPr>
            <p:custDataLst>
              <p:tags r:id="rId4"/>
            </p:custDataLst>
          </p:nvPr>
        </p:nvSpPr>
        <p:spPr bwMode="auto">
          <a:xfrm>
            <a:off x="2398713" y="1841500"/>
            <a:ext cx="533400"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fld id="{0B39671C-6097-4400-90B0-F1C86273863E}" type="datetime'S''e''r''i''e''''''''''s ''''''''''''''''''''''''''''''''''1'">
              <a:rPr lang="tr-TR" altLang="en-US" sz="1333">
                <a:solidFill>
                  <a:schemeClr val="tx1"/>
                </a:solidFill>
                <a:latin typeface="+mn-lt"/>
                <a:ea typeface="+mn-ea"/>
                <a:cs typeface="+mn-cs"/>
                <a:sym typeface="+mn-lt"/>
              </a:rPr>
              <a:pPr>
                <a:spcBef>
                  <a:spcPct val="0"/>
                </a:spcBef>
                <a:spcAft>
                  <a:spcPct val="0"/>
                </a:spcAft>
              </a:pPr>
              <a:t>Series 1</a:t>
            </a:fld>
            <a:endParaRPr lang="tr-TR" sz="1333" dirty="0">
              <a:solidFill>
                <a:schemeClr val="tx1"/>
              </a:solidFill>
              <a:latin typeface="+mn-lt"/>
              <a:ea typeface="+mn-ea"/>
              <a:cs typeface="+mn-cs"/>
              <a:sym typeface="+mn-lt"/>
            </a:endParaRPr>
          </a:p>
        </p:txBody>
      </p:sp>
      <p:sp>
        <p:nvSpPr>
          <p:cNvPr id="107" name="Google Shape;6;p1"/>
          <p:cNvSpPr txBox="1">
            <a:spLocks noGrp="1"/>
          </p:cNvSpPr>
          <p:nvPr>
            <p:custDataLst>
              <p:tags r:id="rId5"/>
            </p:custDataLst>
          </p:nvPr>
        </p:nvSpPr>
        <p:spPr bwMode="auto">
          <a:xfrm>
            <a:off x="2398713" y="2109788"/>
            <a:ext cx="533400" cy="203200"/>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fld id="{8748C50C-6941-4C53-8473-BDAEF5DA7521}" type="datetime'''Se''''''r''''''''''''''''i''''''''''es'''''''' ''2'''''''''">
              <a:rPr lang="tr-TR" altLang="en-US" sz="1333">
                <a:solidFill>
                  <a:schemeClr val="tx1"/>
                </a:solidFill>
                <a:latin typeface="+mn-lt"/>
                <a:ea typeface="+mn-ea"/>
                <a:cs typeface="+mn-cs"/>
                <a:sym typeface="+mn-lt"/>
              </a:rPr>
              <a:pPr>
                <a:spcBef>
                  <a:spcPct val="0"/>
                </a:spcBef>
                <a:spcAft>
                  <a:spcPct val="0"/>
                </a:spcAft>
              </a:pPr>
              <a:t>Series 2</a:t>
            </a:fld>
            <a:endParaRPr lang="tr-TR" sz="1333" dirty="0">
              <a:solidFill>
                <a:schemeClr val="tx1"/>
              </a:solidFill>
              <a:latin typeface="+mn-lt"/>
              <a:ea typeface="+mn-ea"/>
              <a:cs typeface="+mn-cs"/>
              <a:sym typeface="+mn-lt"/>
            </a:endParaRPr>
          </a:p>
        </p:txBody>
      </p:sp>
      <p:graphicFrame>
        <p:nvGraphicFramePr>
          <p:cNvPr id="29" name="Chart 3"/>
          <p:cNvGraphicFramePr/>
          <p:nvPr>
            <p:custDataLst>
              <p:tags r:id="rId6"/>
            </p:custDataLst>
            <p:extLst>
              <p:ext uri="{D42A27DB-BD31-4B8C-83A1-F6EECF244321}">
                <p14:modId xmlns:p14="http://schemas.microsoft.com/office/powerpoint/2010/main" val="2618179731"/>
              </p:ext>
            </p:extLst>
          </p:nvPr>
        </p:nvGraphicFramePr>
        <p:xfrm>
          <a:off x="4557713" y="1233488"/>
          <a:ext cx="2062162" cy="1651000"/>
        </p:xfrm>
        <a:graphic>
          <a:graphicData uri="http://schemas.openxmlformats.org/drawingml/2006/chart">
            <c:chart xmlns:c="http://schemas.openxmlformats.org/drawingml/2006/chart" xmlns:r="http://schemas.openxmlformats.org/officeDocument/2006/relationships" r:id="rId23"/>
          </a:graphicData>
        </a:graphic>
      </p:graphicFrame>
      <p:sp>
        <p:nvSpPr>
          <p:cNvPr id="117" name="Google Shape;6;p1"/>
          <p:cNvSpPr txBox="1">
            <a:spLocks noGrp="1"/>
          </p:cNvSpPr>
          <p:nvPr>
            <p:custDataLst>
              <p:tags r:id="rId7"/>
            </p:custDataLst>
          </p:nvPr>
        </p:nvSpPr>
        <p:spPr bwMode="auto">
          <a:xfrm>
            <a:off x="6372225" y="2157414"/>
            <a:ext cx="561975" cy="21272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fld id="{BC2C9996-40D4-4288-8782-50D7CC182E6B}" type="datetime'''S''''''e''r''''''''''''i''''''''''e''''''s ''''''''1'''''">
              <a:rPr lang="tr-TR" altLang="en-US">
                <a:solidFill>
                  <a:schemeClr val="tx1"/>
                </a:solidFill>
                <a:latin typeface="+mn-lt"/>
                <a:ea typeface="+mn-ea"/>
                <a:cs typeface="+mn-cs"/>
                <a:sym typeface="+mn-lt"/>
              </a:rPr>
              <a:pPr>
                <a:spcBef>
                  <a:spcPct val="0"/>
                </a:spcBef>
                <a:spcAft>
                  <a:spcPct val="0"/>
                </a:spcAft>
              </a:pPr>
              <a:t>Series 1</a:t>
            </a:fld>
            <a:endParaRPr lang="tr-TR" dirty="0">
              <a:solidFill>
                <a:schemeClr val="tx1"/>
              </a:solidFill>
              <a:latin typeface="+mn-lt"/>
              <a:ea typeface="+mn-ea"/>
              <a:cs typeface="+mn-cs"/>
              <a:sym typeface="+mn-lt"/>
            </a:endParaRPr>
          </a:p>
        </p:txBody>
      </p:sp>
      <p:sp>
        <p:nvSpPr>
          <p:cNvPr id="118" name="Google Shape;6;p1"/>
          <p:cNvSpPr txBox="1">
            <a:spLocks noGrp="1"/>
          </p:cNvSpPr>
          <p:nvPr>
            <p:custDataLst>
              <p:tags r:id="rId8"/>
            </p:custDataLst>
          </p:nvPr>
        </p:nvSpPr>
        <p:spPr bwMode="auto">
          <a:xfrm>
            <a:off x="4264025" y="2274889"/>
            <a:ext cx="561975" cy="21272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spcBef>
                <a:spcPct val="0"/>
              </a:spcBef>
              <a:spcAft>
                <a:spcPct val="0"/>
              </a:spcAft>
            </a:pPr>
            <a:fld id="{0A4D00E6-B0C9-40EE-B99B-2BAAABADE812}" type="datetime'''''S''''e''''''''r''i''''''e''''''s'''''''' ''''''2'''">
              <a:rPr lang="tr-TR" altLang="en-US">
                <a:solidFill>
                  <a:schemeClr val="tx1"/>
                </a:solidFill>
                <a:latin typeface="+mn-lt"/>
                <a:ea typeface="+mn-ea"/>
                <a:cs typeface="+mn-cs"/>
                <a:sym typeface="+mn-lt"/>
              </a:rPr>
              <a:pPr algn="r">
                <a:spcBef>
                  <a:spcPct val="0"/>
                </a:spcBef>
                <a:spcAft>
                  <a:spcPct val="0"/>
                </a:spcAft>
              </a:pPr>
              <a:t>Series 2</a:t>
            </a:fld>
            <a:endParaRPr lang="tr-TR" dirty="0">
              <a:solidFill>
                <a:schemeClr val="tx1"/>
              </a:solidFill>
              <a:latin typeface="+mn-lt"/>
              <a:ea typeface="+mn-ea"/>
              <a:cs typeface="+mn-cs"/>
              <a:sym typeface="+mn-lt"/>
            </a:endParaRPr>
          </a:p>
        </p:txBody>
      </p:sp>
      <p:sp>
        <p:nvSpPr>
          <p:cNvPr id="119" name="Google Shape;6;p1"/>
          <p:cNvSpPr txBox="1">
            <a:spLocks noGrp="1"/>
          </p:cNvSpPr>
          <p:nvPr>
            <p:custDataLst>
              <p:tags r:id="rId9"/>
            </p:custDataLst>
          </p:nvPr>
        </p:nvSpPr>
        <p:spPr bwMode="auto">
          <a:xfrm>
            <a:off x="4618038" y="1195389"/>
            <a:ext cx="561975" cy="212725"/>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spcBef>
                <a:spcPct val="0"/>
              </a:spcBef>
              <a:spcAft>
                <a:spcPct val="0"/>
              </a:spcAft>
            </a:pPr>
            <a:fld id="{9EA93599-15F1-4981-ADE1-01E41FC82C59}" type="datetime'''S''''''e''r''''ie''''''''''''''''''''''''s'' ''3'''''">
              <a:rPr lang="tr-TR" altLang="en-US">
                <a:solidFill>
                  <a:schemeClr val="tx1"/>
                </a:solidFill>
                <a:latin typeface="+mn-lt"/>
                <a:ea typeface="+mn-ea"/>
                <a:cs typeface="+mn-cs"/>
                <a:sym typeface="+mn-lt"/>
              </a:rPr>
              <a:pPr algn="r">
                <a:spcBef>
                  <a:spcPct val="0"/>
                </a:spcBef>
                <a:spcAft>
                  <a:spcPct val="0"/>
                </a:spcAft>
              </a:pPr>
              <a:t>Series 3</a:t>
            </a:fld>
            <a:endParaRPr lang="tr-TR" dirty="0">
              <a:solidFill>
                <a:schemeClr val="tx1"/>
              </a:solidFill>
              <a:latin typeface="+mn-lt"/>
              <a:ea typeface="+mn-ea"/>
              <a:cs typeface="+mn-cs"/>
              <a:sym typeface="+mn-lt"/>
            </a:endParaRPr>
          </a:p>
        </p:txBody>
      </p:sp>
      <p:graphicFrame>
        <p:nvGraphicFramePr>
          <p:cNvPr id="35" name="Chart 3"/>
          <p:cNvGraphicFramePr/>
          <p:nvPr>
            <p:custDataLst>
              <p:tags r:id="rId10"/>
            </p:custDataLst>
            <p:extLst>
              <p:ext uri="{D42A27DB-BD31-4B8C-83A1-F6EECF244321}">
                <p14:modId xmlns:p14="http://schemas.microsoft.com/office/powerpoint/2010/main" val="43255290"/>
              </p:ext>
            </p:extLst>
          </p:nvPr>
        </p:nvGraphicFramePr>
        <p:xfrm>
          <a:off x="8175625" y="1111250"/>
          <a:ext cx="2801938" cy="1970088"/>
        </p:xfrm>
        <a:graphic>
          <a:graphicData uri="http://schemas.openxmlformats.org/drawingml/2006/chart">
            <c:chart xmlns:c="http://schemas.openxmlformats.org/drawingml/2006/chart" xmlns:r="http://schemas.openxmlformats.org/officeDocument/2006/relationships" r:id="rId24"/>
          </a:graphicData>
        </a:graphic>
      </p:graphicFrame>
      <p:sp>
        <p:nvSpPr>
          <p:cNvPr id="131" name="Google Shape;6;p1"/>
          <p:cNvSpPr txBox="1">
            <a:spLocks noGrp="1"/>
          </p:cNvSpPr>
          <p:nvPr>
            <p:custDataLst>
              <p:tags r:id="rId11"/>
            </p:custDataLst>
          </p:nvPr>
        </p:nvSpPr>
        <p:spPr bwMode="gray">
          <a:xfrm>
            <a:off x="9801225" y="1270000"/>
            <a:ext cx="454025" cy="223838"/>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27517" tIns="0" rIns="27517"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fld id="{CD9D4A0C-1F85-416A-8695-CAB5EC195F22}" type="datetime'L''''''''a''b''''''''e''''''''''''''''''''''''''''''''''l'">
              <a:rPr lang="tr-TR" altLang="en-US" sz="1467">
                <a:solidFill>
                  <a:schemeClr val="tx1"/>
                </a:solidFill>
                <a:latin typeface="+mn-lt"/>
                <a:ea typeface="+mn-ea"/>
                <a:cs typeface="+mn-cs"/>
                <a:sym typeface="+mn-lt"/>
              </a:rPr>
              <a:pPr>
                <a:spcBef>
                  <a:spcPct val="0"/>
                </a:spcBef>
                <a:spcAft>
                  <a:spcPct val="0"/>
                </a:spcAft>
              </a:pPr>
              <a:t>Label</a:t>
            </a:fld>
            <a:endParaRPr lang="tr-TR" sz="1467" dirty="0">
              <a:solidFill>
                <a:schemeClr val="tx1"/>
              </a:solidFill>
              <a:latin typeface="+mn-lt"/>
              <a:ea typeface="+mn-ea"/>
              <a:cs typeface="+mn-cs"/>
              <a:sym typeface="+mn-lt"/>
            </a:endParaRPr>
          </a:p>
        </p:txBody>
      </p:sp>
      <p:sp>
        <p:nvSpPr>
          <p:cNvPr id="130" name="Google Shape;6;p1"/>
          <p:cNvSpPr txBox="1">
            <a:spLocks noGrp="1"/>
          </p:cNvSpPr>
          <p:nvPr>
            <p:custDataLst>
              <p:tags r:id="rId12"/>
            </p:custDataLst>
          </p:nvPr>
        </p:nvSpPr>
        <p:spPr bwMode="gray">
          <a:xfrm>
            <a:off x="9718675" y="1885950"/>
            <a:ext cx="454025" cy="223838"/>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27517" tIns="0" rIns="27517"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fld id="{662DB804-0B2E-4888-A69D-72EEC3DE224B}" type="datetime'L''a''''''''''''''''''''''''''''''''b''''''''''''''''''el'''">
              <a:rPr lang="tr-TR" altLang="en-US" sz="1467">
                <a:solidFill>
                  <a:schemeClr val="tx1"/>
                </a:solidFill>
                <a:latin typeface="+mn-lt"/>
                <a:ea typeface="+mn-ea"/>
                <a:cs typeface="+mn-cs"/>
                <a:sym typeface="+mn-lt"/>
              </a:rPr>
              <a:pPr>
                <a:spcBef>
                  <a:spcPct val="0"/>
                </a:spcBef>
                <a:spcAft>
                  <a:spcPct val="0"/>
                </a:spcAft>
              </a:pPr>
              <a:t>Label</a:t>
            </a:fld>
            <a:endParaRPr lang="tr-TR" sz="1467" dirty="0">
              <a:solidFill>
                <a:schemeClr val="tx1"/>
              </a:solidFill>
              <a:latin typeface="+mn-lt"/>
              <a:ea typeface="+mn-ea"/>
              <a:cs typeface="+mn-cs"/>
              <a:sym typeface="+mn-lt"/>
            </a:endParaRPr>
          </a:p>
        </p:txBody>
      </p:sp>
      <p:sp>
        <p:nvSpPr>
          <p:cNvPr id="126" name="Google Shape;6;p1"/>
          <p:cNvSpPr txBox="1">
            <a:spLocks noGrp="1"/>
          </p:cNvSpPr>
          <p:nvPr>
            <p:custDataLst>
              <p:tags r:id="rId13"/>
            </p:custDataLst>
          </p:nvPr>
        </p:nvSpPr>
        <p:spPr bwMode="auto">
          <a:xfrm>
            <a:off x="8364538" y="798513"/>
            <a:ext cx="438150" cy="223838"/>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spcAft>
                <a:spcPct val="0"/>
              </a:spcAft>
            </a:pPr>
            <a:fld id="{E617B5FA-EB65-4511-BA60-5C0C938E3311}" type="datetime'''''''''''''''''Y'' ''''''''''''''''''A''x''''''''i''''s'''">
              <a:rPr lang="tr-TR" altLang="en-US" sz="1467">
                <a:solidFill>
                  <a:schemeClr val="tx1"/>
                </a:solidFill>
                <a:latin typeface="+mn-lt"/>
                <a:ea typeface="+mn-ea"/>
                <a:cs typeface="+mn-cs"/>
                <a:sym typeface="+mn-lt"/>
              </a:rPr>
              <a:pPr algn="ctr">
                <a:spcBef>
                  <a:spcPct val="0"/>
                </a:spcBef>
                <a:spcAft>
                  <a:spcPct val="0"/>
                </a:spcAft>
              </a:pPr>
              <a:t>Y Axis</a:t>
            </a:fld>
            <a:endParaRPr lang="tr-TR" sz="1467" dirty="0">
              <a:solidFill>
                <a:schemeClr val="tx1"/>
              </a:solidFill>
              <a:latin typeface="+mn-lt"/>
              <a:ea typeface="+mn-ea"/>
              <a:cs typeface="+mn-cs"/>
              <a:sym typeface="+mn-lt"/>
            </a:endParaRPr>
          </a:p>
        </p:txBody>
      </p:sp>
      <p:sp>
        <p:nvSpPr>
          <p:cNvPr id="125" name="Google Shape;6;p1"/>
          <p:cNvSpPr txBox="1">
            <a:spLocks noGrp="1"/>
          </p:cNvSpPr>
          <p:nvPr>
            <p:custDataLst>
              <p:tags r:id="rId14"/>
            </p:custDataLst>
          </p:nvPr>
        </p:nvSpPr>
        <p:spPr bwMode="auto">
          <a:xfrm>
            <a:off x="10950575" y="2665413"/>
            <a:ext cx="444500" cy="223838"/>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0" tIns="0" rIns="0"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fld id="{C38F8EA1-B3F5-4E4C-A7B8-D6214D42C3C3}" type="datetime'''''''''X'''' ''''A''''''''''''x''''''i''''''s'''''''''''''''">
              <a:rPr lang="tr-TR" altLang="en-US" sz="1467">
                <a:solidFill>
                  <a:schemeClr val="tx1"/>
                </a:solidFill>
                <a:latin typeface="+mn-lt"/>
                <a:ea typeface="+mn-ea"/>
                <a:cs typeface="+mn-cs"/>
                <a:sym typeface="+mn-lt"/>
              </a:rPr>
              <a:pPr>
                <a:spcBef>
                  <a:spcPct val="0"/>
                </a:spcBef>
                <a:spcAft>
                  <a:spcPct val="0"/>
                </a:spcAft>
              </a:pPr>
              <a:t>X Axis</a:t>
            </a:fld>
            <a:endParaRPr lang="tr-TR" sz="1467" dirty="0">
              <a:solidFill>
                <a:schemeClr val="tx1"/>
              </a:solidFill>
              <a:latin typeface="+mn-lt"/>
              <a:ea typeface="+mn-ea"/>
              <a:cs typeface="+mn-cs"/>
              <a:sym typeface="+mn-lt"/>
            </a:endParaRPr>
          </a:p>
        </p:txBody>
      </p:sp>
      <p:sp>
        <p:nvSpPr>
          <p:cNvPr id="127" name="Google Shape;6;p1"/>
          <p:cNvSpPr txBox="1">
            <a:spLocks noGrp="1"/>
          </p:cNvSpPr>
          <p:nvPr>
            <p:custDataLst>
              <p:tags r:id="rId15"/>
            </p:custDataLst>
          </p:nvPr>
        </p:nvSpPr>
        <p:spPr bwMode="gray">
          <a:xfrm>
            <a:off x="9078913" y="2049463"/>
            <a:ext cx="454025" cy="223838"/>
          </a:xfrm>
          <a:prstGeom prst="rect">
            <a:avLst/>
          </a:prstGeom>
          <a:noFill/>
          <a:ln>
            <a:noFill/>
          </a:ln>
          <a:extLst>
            <a:ext uri="{909E8E84-426E-40DD-AFC4-6F175D3DCCD1}">
              <a14:hiddenFill xmlns:a14="http://schemas.microsoft.com/office/drawing/2010/main">
                <a:solidFill>
                  <a:schemeClr val="accent1"/>
                </a:solidFill>
              </a14:hiddenFill>
            </a:ext>
          </a:extLst>
        </p:spPr>
        <p:txBody>
          <a:bodyPr spcFirstLastPara="1" vert="horz" wrap="none" lIns="27517" tIns="0" rIns="27517"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fld id="{CB7D7EB3-300E-44B9-B76C-AAE715BEA5DB}" type="datetime'L''a''''''''''''''''b''e''''''''''''''l'''''''">
              <a:rPr lang="tr-TR" altLang="en-US" sz="1467">
                <a:solidFill>
                  <a:schemeClr val="tx1"/>
                </a:solidFill>
                <a:latin typeface="+mn-lt"/>
                <a:ea typeface="+mn-ea"/>
                <a:cs typeface="+mn-cs"/>
                <a:sym typeface="+mn-lt"/>
              </a:rPr>
              <a:pPr>
                <a:spcBef>
                  <a:spcPct val="0"/>
                </a:spcBef>
                <a:spcAft>
                  <a:spcPct val="0"/>
                </a:spcAft>
              </a:pPr>
              <a:t>Label</a:t>
            </a:fld>
            <a:endParaRPr lang="tr-TR" sz="1467" dirty="0">
              <a:solidFill>
                <a:schemeClr val="tx1"/>
              </a:solidFill>
              <a:latin typeface="+mn-lt"/>
              <a:ea typeface="+mn-ea"/>
              <a:cs typeface="+mn-cs"/>
              <a:sym typeface="+mn-lt"/>
            </a:endParaRPr>
          </a:p>
        </p:txBody>
      </p:sp>
      <p:sp>
        <p:nvSpPr>
          <p:cNvPr id="129" name="Google Shape;6;p1"/>
          <p:cNvSpPr txBox="1">
            <a:spLocks noGrp="1"/>
          </p:cNvSpPr>
          <p:nvPr>
            <p:custDataLst>
              <p:tags r:id="rId16"/>
            </p:custDataLst>
          </p:nvPr>
        </p:nvSpPr>
        <p:spPr bwMode="gray">
          <a:xfrm>
            <a:off x="10283825" y="2011363"/>
            <a:ext cx="454025" cy="223838"/>
          </a:xfrm>
          <a:prstGeom prst="rect">
            <a:avLst/>
          </a:prstGeom>
          <a:noFill/>
          <a:ln>
            <a:noFill/>
          </a:ln>
          <a:extLst>
            <a:ext uri="{909E8E84-426E-40DD-AFC4-6F175D3DCCD1}">
              <a14:hiddenFill xmlns:a14="http://schemas.microsoft.com/office/drawing/2010/main">
                <a:solidFill>
                  <a:schemeClr val="accent1"/>
                </a:solidFill>
              </a14:hiddenFill>
            </a:ext>
          </a:extLst>
        </p:spPr>
        <p:txBody>
          <a:bodyPr spcFirstLastPara="1" vert="horz" wrap="none" lIns="27517" tIns="0" rIns="27517"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fld id="{EF9A18B7-630A-4901-9690-C0E60382D7A5}" type="datetime'''''''''L''''a''''''b''''''''''''''''e''l'''''''''''''''''''''">
              <a:rPr lang="tr-TR" altLang="en-US" sz="1467">
                <a:solidFill>
                  <a:schemeClr val="tx1"/>
                </a:solidFill>
                <a:latin typeface="+mn-lt"/>
                <a:ea typeface="+mn-ea"/>
                <a:cs typeface="+mn-cs"/>
                <a:sym typeface="+mn-lt"/>
              </a:rPr>
              <a:pPr>
                <a:spcBef>
                  <a:spcPct val="0"/>
                </a:spcBef>
                <a:spcAft>
                  <a:spcPct val="0"/>
                </a:spcAft>
              </a:pPr>
              <a:t>Label</a:t>
            </a:fld>
            <a:endParaRPr lang="tr-TR" sz="1467" dirty="0">
              <a:solidFill>
                <a:schemeClr val="tx1"/>
              </a:solidFill>
              <a:latin typeface="+mn-lt"/>
              <a:ea typeface="+mn-ea"/>
              <a:cs typeface="+mn-cs"/>
              <a:sym typeface="+mn-lt"/>
            </a:endParaRPr>
          </a:p>
        </p:txBody>
      </p:sp>
      <p:sp>
        <p:nvSpPr>
          <p:cNvPr id="132" name="Google Shape;6;p1"/>
          <p:cNvSpPr txBox="1">
            <a:spLocks noGrp="1"/>
          </p:cNvSpPr>
          <p:nvPr>
            <p:custDataLst>
              <p:tags r:id="rId17"/>
            </p:custDataLst>
          </p:nvPr>
        </p:nvSpPr>
        <p:spPr bwMode="gray">
          <a:xfrm>
            <a:off x="10244138" y="1497013"/>
            <a:ext cx="454025" cy="223838"/>
          </a:xfrm>
          <a:prstGeom prst="rect">
            <a:avLst/>
          </a:prstGeom>
          <a:noFill/>
          <a:ln>
            <a:noFill/>
          </a:ln>
          <a:extLst>
            <a:ext uri="{909E8E84-426E-40DD-AFC4-6F175D3DCCD1}">
              <a14:hiddenFill xmlns:a14="http://schemas.microsoft.com/office/drawing/2010/main">
                <a:solidFill>
                  <a:scrgbClr r="0" g="0" b="0"/>
                </a:solidFill>
              </a14:hiddenFill>
            </a:ext>
          </a:extLst>
        </p:spPr>
        <p:txBody>
          <a:bodyPr spcFirstLastPara="1" vert="horz" wrap="none" lIns="27517" tIns="0" rIns="27517"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fld id="{8DDF606C-6466-4E79-B2CA-54F2873D90B6}" type="datetime'''''''''''''''L''''a''''b''''''''e''''''''''''''''l'''''''''">
              <a:rPr lang="tr-TR" altLang="en-US" sz="1467">
                <a:solidFill>
                  <a:schemeClr val="tx1"/>
                </a:solidFill>
                <a:latin typeface="+mn-lt"/>
                <a:ea typeface="+mn-ea"/>
                <a:cs typeface="+mn-cs"/>
                <a:sym typeface="+mn-lt"/>
              </a:rPr>
              <a:pPr>
                <a:spcBef>
                  <a:spcPct val="0"/>
                </a:spcBef>
                <a:spcAft>
                  <a:spcPct val="0"/>
                </a:spcAft>
              </a:pPr>
              <a:t>Label</a:t>
            </a:fld>
            <a:endParaRPr lang="tr-TR" sz="1467" dirty="0">
              <a:solidFill>
                <a:schemeClr val="tx1"/>
              </a:solidFill>
              <a:latin typeface="+mn-lt"/>
              <a:ea typeface="+mn-ea"/>
              <a:cs typeface="+mn-cs"/>
              <a:sym typeface="+mn-lt"/>
            </a:endParaRPr>
          </a:p>
        </p:txBody>
      </p:sp>
      <p:sp>
        <p:nvSpPr>
          <p:cNvPr id="128" name="Google Shape;6;p1"/>
          <p:cNvSpPr txBox="1">
            <a:spLocks noGrp="1"/>
          </p:cNvSpPr>
          <p:nvPr>
            <p:custDataLst>
              <p:tags r:id="rId18"/>
            </p:custDataLst>
          </p:nvPr>
        </p:nvSpPr>
        <p:spPr bwMode="gray">
          <a:xfrm>
            <a:off x="9521825" y="1497013"/>
            <a:ext cx="454025" cy="223838"/>
          </a:xfrm>
          <a:prstGeom prst="rect">
            <a:avLst/>
          </a:prstGeom>
          <a:noFill/>
          <a:ln>
            <a:noFill/>
          </a:ln>
          <a:extLst>
            <a:ext uri="{909E8E84-426E-40DD-AFC4-6F175D3DCCD1}">
              <a14:hiddenFill xmlns:a14="http://schemas.microsoft.com/office/drawing/2010/main">
                <a:solidFill>
                  <a:schemeClr val="accent1"/>
                </a:solidFill>
              </a14:hiddenFill>
            </a:ext>
          </a:extLst>
        </p:spPr>
        <p:txBody>
          <a:bodyPr spcFirstLastPara="1" vert="horz" wrap="none" lIns="27517" tIns="0" rIns="27517" bIns="0" numCol="1" spc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fld id="{2E4D1DF5-5E6F-46BD-9A1C-79748FDD8007}" type="datetime'''''''''''''''''''''L''''''''''''''''''''a''''b''e''''l'''''''">
              <a:rPr lang="tr-TR" altLang="en-US" sz="1467">
                <a:solidFill>
                  <a:schemeClr val="tx1"/>
                </a:solidFill>
                <a:latin typeface="+mn-lt"/>
                <a:ea typeface="+mn-ea"/>
                <a:cs typeface="+mn-cs"/>
                <a:sym typeface="+mn-lt"/>
              </a:rPr>
              <a:pPr>
                <a:spcBef>
                  <a:spcPct val="0"/>
                </a:spcBef>
                <a:spcAft>
                  <a:spcPct val="0"/>
                </a:spcAft>
              </a:pPr>
              <a:t>Label</a:t>
            </a:fld>
            <a:endParaRPr lang="tr-TR" sz="1467" dirty="0">
              <a:solidFill>
                <a:schemeClr val="tx1"/>
              </a:solidFill>
              <a:latin typeface="+mn-lt"/>
              <a:ea typeface="+mn-ea"/>
              <a:cs typeface="+mn-cs"/>
              <a:sym typeface="+mn-lt"/>
            </a:endParaRPr>
          </a:p>
        </p:txBody>
      </p:sp>
      <p:cxnSp>
        <p:nvCxnSpPr>
          <p:cNvPr id="25" name="Düz Bağlayıcı 24"/>
          <p:cNvCxnSpPr/>
          <p:nvPr/>
        </p:nvCxnSpPr>
        <p:spPr>
          <a:xfrm>
            <a:off x="3791744" y="757768"/>
            <a:ext cx="0" cy="4975489"/>
          </a:xfrm>
          <a:prstGeom prst="line">
            <a:avLst/>
          </a:prstGeom>
        </p:spPr>
        <p:style>
          <a:lnRef idx="1">
            <a:schemeClr val="accent1"/>
          </a:lnRef>
          <a:fillRef idx="0">
            <a:schemeClr val="accent1"/>
          </a:fillRef>
          <a:effectRef idx="0">
            <a:schemeClr val="accent1"/>
          </a:effectRef>
          <a:fontRef idx="minor">
            <a:schemeClr val="tx1"/>
          </a:fontRef>
        </p:style>
      </p:cxnSp>
      <p:cxnSp>
        <p:nvCxnSpPr>
          <p:cNvPr id="145" name="Düz Bağlayıcı 144"/>
          <p:cNvCxnSpPr/>
          <p:nvPr/>
        </p:nvCxnSpPr>
        <p:spPr>
          <a:xfrm>
            <a:off x="7824192" y="757766"/>
            <a:ext cx="0" cy="4975489"/>
          </a:xfrm>
          <a:prstGeom prst="line">
            <a:avLst/>
          </a:prstGeom>
        </p:spPr>
        <p:style>
          <a:lnRef idx="1">
            <a:schemeClr val="accent1"/>
          </a:lnRef>
          <a:fillRef idx="0">
            <a:schemeClr val="accent1"/>
          </a:fillRef>
          <a:effectRef idx="0">
            <a:schemeClr val="accent1"/>
          </a:effectRef>
          <a:fontRef idx="minor">
            <a:schemeClr val="tx1"/>
          </a:fontRef>
        </p:style>
      </p:cxnSp>
      <p:sp>
        <p:nvSpPr>
          <p:cNvPr id="27" name="Metin kutusu 26"/>
          <p:cNvSpPr txBox="1"/>
          <p:nvPr/>
        </p:nvSpPr>
        <p:spPr>
          <a:xfrm>
            <a:off x="431371" y="3981427"/>
            <a:ext cx="3154263" cy="1200329"/>
          </a:xfrm>
          <a:prstGeom prst="rect">
            <a:avLst/>
          </a:prstGeom>
          <a:noFill/>
        </p:spPr>
        <p:txBody>
          <a:bodyPr wrap="square" rtlCol="0">
            <a:spAutoFit/>
          </a:bodyPr>
          <a:lstStyle/>
          <a:p>
            <a:pPr marL="228594" indent="-228594">
              <a:buFont typeface="Arial" panose="020B0604020202020204" pitchFamily="34" charset="0"/>
              <a:buChar char="•"/>
            </a:pPr>
            <a:r>
              <a:rPr lang="tr-TR" sz="1200" dirty="0">
                <a:latin typeface="Calibri" panose="020F0502020204030204" pitchFamily="34" charset="0"/>
              </a:rPr>
              <a:t>Uzun süreli zaman serilerinde gelişimi ve birden fazla değişkenin birbirleri ile göreceli konumu için kullanılabilir.</a:t>
            </a:r>
          </a:p>
          <a:p>
            <a:pPr marL="228594" indent="-228594">
              <a:buFont typeface="Arial" panose="020B0604020202020204" pitchFamily="34" charset="0"/>
              <a:buChar char="•"/>
            </a:pPr>
            <a:r>
              <a:rPr lang="tr-TR" sz="1200" dirty="0">
                <a:latin typeface="Calibri" panose="020F0502020204030204" pitchFamily="34" charset="0"/>
              </a:rPr>
              <a:t>Değişkenlerin ölçekleri ya da birimleri birbirinden çok farklı ise (bin, milyon vs.) ikinci eksen açılmalıdır.</a:t>
            </a:r>
          </a:p>
        </p:txBody>
      </p:sp>
      <p:sp>
        <p:nvSpPr>
          <p:cNvPr id="146" name="Metin kutusu 145"/>
          <p:cNvSpPr txBox="1"/>
          <p:nvPr/>
        </p:nvSpPr>
        <p:spPr>
          <a:xfrm>
            <a:off x="4284134" y="3981427"/>
            <a:ext cx="3154263" cy="830997"/>
          </a:xfrm>
          <a:prstGeom prst="rect">
            <a:avLst/>
          </a:prstGeom>
          <a:noFill/>
        </p:spPr>
        <p:txBody>
          <a:bodyPr wrap="square" rtlCol="0">
            <a:spAutoFit/>
          </a:bodyPr>
          <a:lstStyle/>
          <a:p>
            <a:pPr marL="228594" indent="-228594">
              <a:buFont typeface="Arial" panose="020B0604020202020204" pitchFamily="34" charset="0"/>
              <a:buChar char="•"/>
            </a:pPr>
            <a:r>
              <a:rPr lang="tr-TR" sz="1200" dirty="0">
                <a:latin typeface="Calibri" panose="020F0502020204030204" pitchFamily="34" charset="0"/>
              </a:rPr>
              <a:t>Belirli bir kompozisyonu gösterir, zaman boyutu ya da seri boyutu yoktur. Örneğin banka personelinin lisans düzeylerini 2019 yılı için göstermekte bu grafik kullanılabilir.</a:t>
            </a:r>
          </a:p>
        </p:txBody>
      </p:sp>
      <p:sp>
        <p:nvSpPr>
          <p:cNvPr id="147" name="Metin kutusu 146"/>
          <p:cNvSpPr txBox="1"/>
          <p:nvPr/>
        </p:nvSpPr>
        <p:spPr>
          <a:xfrm>
            <a:off x="8400257" y="3981427"/>
            <a:ext cx="3154263" cy="1754326"/>
          </a:xfrm>
          <a:prstGeom prst="rect">
            <a:avLst/>
          </a:prstGeom>
          <a:noFill/>
        </p:spPr>
        <p:txBody>
          <a:bodyPr wrap="square" rtlCol="0">
            <a:spAutoFit/>
          </a:bodyPr>
          <a:lstStyle/>
          <a:p>
            <a:pPr marL="228594" indent="-228594">
              <a:buFont typeface="Arial" panose="020B0604020202020204" pitchFamily="34" charset="0"/>
              <a:buChar char="•"/>
            </a:pPr>
            <a:r>
              <a:rPr lang="tr-TR" sz="1200" dirty="0">
                <a:latin typeface="Calibri" panose="020F0502020204030204" pitchFamily="34" charset="0"/>
              </a:rPr>
              <a:t>Çok boyutlu bu grafikte, eksenlere göre değişkenin konumu ile birlikte değişkenlerin büyüklüğü, gruplarına göre renklendirme yapılabilir.</a:t>
            </a:r>
          </a:p>
          <a:p>
            <a:pPr marL="228594" indent="-228594">
              <a:buFont typeface="Arial" panose="020B0604020202020204" pitchFamily="34" charset="0"/>
              <a:buChar char="•"/>
            </a:pPr>
            <a:r>
              <a:rPr lang="tr-TR" sz="1200" dirty="0">
                <a:latin typeface="Calibri" panose="020F0502020204030204" pitchFamily="34" charset="0"/>
              </a:rPr>
              <a:t>Örneğin iştiraklerimizin kredi mevduat büyüklükleri eksenlere alınır, aktif büyüklüğü gösterge büyüklüğü olarak belirlenir, Doğu Batı coğrafyasında olup olmadıklarına göre renklendirilebilir.</a:t>
            </a:r>
          </a:p>
        </p:txBody>
      </p:sp>
    </p:spTree>
    <p:extLst>
      <p:ext uri="{BB962C8B-B14F-4D97-AF65-F5344CB8AC3E}">
        <p14:creationId xmlns:p14="http://schemas.microsoft.com/office/powerpoint/2010/main" val="625901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Nesne 7" hidden="1"/>
          <p:cNvGraphicFramePr>
            <a:graphicFrameLocks noChangeAspect="1"/>
          </p:cNvGraphicFramePr>
          <p:nvPr>
            <p:custDataLst>
              <p:tags r:id="rId1"/>
            </p:custDataLst>
            <p:extLst>
              <p:ext uri="{D42A27DB-BD31-4B8C-83A1-F6EECF244321}">
                <p14:modId xmlns:p14="http://schemas.microsoft.com/office/powerpoint/2010/main" val="147958861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29" imgW="270" imgH="270" progId="TCLayout.ActiveDocument.1">
                  <p:embed/>
                </p:oleObj>
              </mc:Choice>
              <mc:Fallback>
                <p:oleObj name="think-cell Slide" r:id="rId29" imgW="270" imgH="270" progId="TCLayout.ActiveDocument.1">
                  <p:embed/>
                  <p:pic>
                    <p:nvPicPr>
                      <p:cNvPr id="0" name=""/>
                      <p:cNvPicPr/>
                      <p:nvPr/>
                    </p:nvPicPr>
                    <p:blipFill>
                      <a:blip r:embed="rId30"/>
                      <a:stretch>
                        <a:fillRect/>
                      </a:stretch>
                    </p:blipFill>
                    <p:spPr>
                      <a:xfrm>
                        <a:off x="1588" y="1588"/>
                        <a:ext cx="1587" cy="1587"/>
                      </a:xfrm>
                      <a:prstGeom prst="rect">
                        <a:avLst/>
                      </a:prstGeom>
                    </p:spPr>
                  </p:pic>
                </p:oleObj>
              </mc:Fallback>
            </mc:AlternateContent>
          </a:graphicData>
        </a:graphic>
      </p:graphicFrame>
      <p:sp>
        <p:nvSpPr>
          <p:cNvPr id="5" name="Dikdörtgen 4"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tr-TR" sz="1400" dirty="0">
              <a:sym typeface="+mn-lt"/>
            </a:endParaRPr>
          </a:p>
        </p:txBody>
      </p:sp>
      <p:sp>
        <p:nvSpPr>
          <p:cNvPr id="31" name="Yuvarlatılmış Dikdörtgen 30"/>
          <p:cNvSpPr/>
          <p:nvPr/>
        </p:nvSpPr>
        <p:spPr>
          <a:xfrm>
            <a:off x="6392332" y="3725334"/>
            <a:ext cx="4893733" cy="2396066"/>
          </a:xfrm>
          <a:prstGeom prst="round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t"/>
          <a:lstStyle/>
          <a:p>
            <a:r>
              <a:rPr lang="tr-TR" b="1" dirty="0" err="1"/>
              <a:t>Özkaynak</a:t>
            </a:r>
            <a:r>
              <a:rPr lang="tr-TR" b="1" dirty="0"/>
              <a:t> Karlılığı</a:t>
            </a:r>
          </a:p>
          <a:p>
            <a:r>
              <a:rPr lang="tr-TR" b="1" dirty="0"/>
              <a:t> </a:t>
            </a:r>
          </a:p>
        </p:txBody>
      </p:sp>
      <p:sp>
        <p:nvSpPr>
          <p:cNvPr id="30" name="Yuvarlatılmış Dikdörtgen 29"/>
          <p:cNvSpPr/>
          <p:nvPr/>
        </p:nvSpPr>
        <p:spPr>
          <a:xfrm>
            <a:off x="6392332" y="922867"/>
            <a:ext cx="4893733" cy="2396066"/>
          </a:xfrm>
          <a:prstGeom prst="round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t"/>
          <a:lstStyle/>
          <a:p>
            <a:r>
              <a:rPr lang="tr-TR" b="1" dirty="0"/>
              <a:t>Aktif Karlılığı</a:t>
            </a:r>
          </a:p>
        </p:txBody>
      </p:sp>
      <p:sp>
        <p:nvSpPr>
          <p:cNvPr id="29" name="Yuvarlatılmış Dikdörtgen 28"/>
          <p:cNvSpPr/>
          <p:nvPr/>
        </p:nvSpPr>
        <p:spPr>
          <a:xfrm>
            <a:off x="1202266" y="3725334"/>
            <a:ext cx="4893733" cy="2396066"/>
          </a:xfrm>
          <a:prstGeom prst="round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t"/>
          <a:lstStyle/>
          <a:p>
            <a:r>
              <a:rPr lang="tr-TR" b="1" dirty="0"/>
              <a:t>Takipteki Krediler Rasyosu</a:t>
            </a:r>
          </a:p>
        </p:txBody>
      </p:sp>
      <p:sp>
        <p:nvSpPr>
          <p:cNvPr id="2" name="Yuvarlatılmış Dikdörtgen 1"/>
          <p:cNvSpPr/>
          <p:nvPr/>
        </p:nvSpPr>
        <p:spPr>
          <a:xfrm>
            <a:off x="1202266" y="922867"/>
            <a:ext cx="4893733" cy="2396066"/>
          </a:xfrm>
          <a:prstGeom prst="round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t"/>
          <a:lstStyle/>
          <a:p>
            <a:r>
              <a:rPr lang="tr-TR" b="1" dirty="0"/>
              <a:t>Sermaye Yeterlilik Rasyosu</a:t>
            </a:r>
          </a:p>
        </p:txBody>
      </p:sp>
      <p:sp>
        <p:nvSpPr>
          <p:cNvPr id="4" name="Dikdörtgen 3"/>
          <p:cNvSpPr/>
          <p:nvPr/>
        </p:nvSpPr>
        <p:spPr>
          <a:xfrm>
            <a:off x="-27447" y="-9813"/>
            <a:ext cx="10911016" cy="1077218"/>
          </a:xfrm>
          <a:prstGeom prst="rect">
            <a:avLst/>
          </a:prstGeom>
        </p:spPr>
        <p:txBody>
          <a:bodyPr wrap="square">
            <a:spAutoFit/>
          </a:bodyPr>
          <a:lstStyle/>
          <a:p>
            <a:pPr fontAlgn="ctr">
              <a:defRPr/>
            </a:pPr>
            <a:r>
              <a:rPr lang="tr-TR" sz="3200" b="1" noProof="1">
                <a:cs typeface="Helvetica" panose="020B0604020202020204" pitchFamily="34" charset="0"/>
                <a:sym typeface="Flama Ziraat Medium" charset="0"/>
              </a:rPr>
              <a:t>Bankacılık Sektörü – Seçilmiş Rasyolar</a:t>
            </a:r>
          </a:p>
          <a:p>
            <a:pPr fontAlgn="ctr">
              <a:defRPr/>
            </a:pPr>
            <a:r>
              <a:rPr lang="tr-TR" sz="3200" b="1" noProof="1">
                <a:cs typeface="Helvetica" panose="020B0604020202020204" pitchFamily="34" charset="0"/>
                <a:sym typeface="Flama Ziraat Medium" charset="0"/>
              </a:rPr>
              <a:t>%</a:t>
            </a:r>
          </a:p>
        </p:txBody>
      </p:sp>
      <p:sp>
        <p:nvSpPr>
          <p:cNvPr id="6" name="AutoShape 4" descr="kyrgyzstan industry ile ilgili görsel sonucu"/>
          <p:cNvSpPr>
            <a:spLocks noChangeAspect="1" noChangeArrowheads="1"/>
          </p:cNvSpPr>
          <p:nvPr/>
        </p:nvSpPr>
        <p:spPr bwMode="auto">
          <a:xfrm>
            <a:off x="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dirty="0"/>
          </a:p>
        </p:txBody>
      </p:sp>
      <p:sp>
        <p:nvSpPr>
          <p:cNvPr id="7" name="AutoShape 6" descr="kyrgyzstan industry ile ilgili görsel sonucu"/>
          <p:cNvSpPr>
            <a:spLocks noChangeAspect="1" noChangeArrowheads="1"/>
          </p:cNvSpPr>
          <p:nvPr/>
        </p:nvSpPr>
        <p:spPr bwMode="auto">
          <a:xfrm>
            <a:off x="1524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dirty="0"/>
          </a:p>
        </p:txBody>
      </p:sp>
      <p:sp>
        <p:nvSpPr>
          <p:cNvPr id="54" name="Metin kutusu 53"/>
          <p:cNvSpPr txBox="1"/>
          <p:nvPr/>
        </p:nvSpPr>
        <p:spPr>
          <a:xfrm>
            <a:off x="11385369" y="6657945"/>
            <a:ext cx="705642" cy="200055"/>
          </a:xfrm>
          <a:prstGeom prst="rect">
            <a:avLst/>
          </a:prstGeom>
          <a:noFill/>
        </p:spPr>
        <p:txBody>
          <a:bodyPr wrap="none" rtlCol="0">
            <a:spAutoFit/>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tr-TR" sz="700" dirty="0">
                <a:latin typeface="Tahoma" panose="020B0604030504040204" pitchFamily="34" charset="0"/>
                <a:ea typeface="Tahoma" panose="020B0604030504040204" pitchFamily="34" charset="0"/>
                <a:cs typeface="Tahoma" panose="020B0604030504040204" pitchFamily="34" charset="0"/>
              </a:rPr>
              <a:t>Kaynak: …….</a:t>
            </a:r>
          </a:p>
        </p:txBody>
      </p:sp>
      <p:graphicFrame>
        <p:nvGraphicFramePr>
          <p:cNvPr id="44" name="Chart 3"/>
          <p:cNvGraphicFramePr/>
          <p:nvPr>
            <p:custDataLst>
              <p:tags r:id="rId3"/>
            </p:custDataLst>
            <p:extLst>
              <p:ext uri="{D42A27DB-BD31-4B8C-83A1-F6EECF244321}">
                <p14:modId xmlns:p14="http://schemas.microsoft.com/office/powerpoint/2010/main" val="3038740827"/>
              </p:ext>
            </p:extLst>
          </p:nvPr>
        </p:nvGraphicFramePr>
        <p:xfrm>
          <a:off x="1666875" y="1724025"/>
          <a:ext cx="4197350" cy="1193800"/>
        </p:xfrm>
        <a:graphic>
          <a:graphicData uri="http://schemas.openxmlformats.org/drawingml/2006/chart">
            <c:chart xmlns:c="http://schemas.openxmlformats.org/drawingml/2006/chart" xmlns:r="http://schemas.openxmlformats.org/officeDocument/2006/relationships" r:id="rId31"/>
          </a:graphicData>
        </a:graphic>
      </p:graphicFrame>
      <p:cxnSp>
        <p:nvCxnSpPr>
          <p:cNvPr id="9" name="Düz Bağlayıcı 8"/>
          <p:cNvCxnSpPr/>
          <p:nvPr>
            <p:custDataLst>
              <p:tags r:id="rId4"/>
            </p:custDataLst>
          </p:nvPr>
        </p:nvCxnSpPr>
        <p:spPr bwMode="auto">
          <a:xfrm flipV="1">
            <a:off x="4268788" y="1631950"/>
            <a:ext cx="0" cy="76200"/>
          </a:xfrm>
          <a:prstGeom prst="line">
            <a:avLst/>
          </a:prstGeom>
          <a:ln w="12700" cap="flat" cmpd="sng" algn="ctr">
            <a:solidFill>
              <a:schemeClr val="tx1"/>
            </a:solidFill>
            <a:prstDash val="solid"/>
            <a:roun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 name="Düz Bağlayıcı 9"/>
          <p:cNvCxnSpPr/>
          <p:nvPr>
            <p:custDataLst>
              <p:tags r:id="rId5"/>
            </p:custDataLst>
          </p:nvPr>
        </p:nvCxnSpPr>
        <p:spPr bwMode="auto">
          <a:xfrm>
            <a:off x="4268788" y="1631950"/>
            <a:ext cx="1008062" cy="0"/>
          </a:xfrm>
          <a:prstGeom prst="line">
            <a:avLst/>
          </a:prstGeom>
          <a:ln w="12700" cap="flat" cmpd="sng" algn="ctr">
            <a:solidFill>
              <a:schemeClr val="tx1"/>
            </a:solidFill>
            <a:prstDash val="solid"/>
            <a:roun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 name="Düz Bağlayıcı 10"/>
          <p:cNvCxnSpPr/>
          <p:nvPr>
            <p:custDataLst>
              <p:tags r:id="rId6"/>
            </p:custDataLst>
          </p:nvPr>
        </p:nvCxnSpPr>
        <p:spPr bwMode="auto">
          <a:xfrm>
            <a:off x="5276850" y="1631950"/>
            <a:ext cx="0" cy="174625"/>
          </a:xfrm>
          <a:prstGeom prst="line">
            <a:avLst/>
          </a:prstGeom>
          <a:ln w="12700" cap="flat" cmpd="sng" algn="ctr">
            <a:solidFill>
              <a:schemeClr val="tx1"/>
            </a:solidFill>
            <a:prstDash val="solid"/>
            <a:round/>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37" name="Metin Yer Tutucusu 2"/>
          <p:cNvSpPr>
            <a:spLocks noGrp="1"/>
          </p:cNvSpPr>
          <p:nvPr>
            <p:custDataLst>
              <p:tags r:id="rId7"/>
            </p:custDataLst>
          </p:nvPr>
        </p:nvSpPr>
        <p:spPr bwMode="auto">
          <a:xfrm>
            <a:off x="2065338" y="2894013"/>
            <a:ext cx="374650" cy="212725"/>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0"/>
              </a:spcBef>
              <a:spcAft>
                <a:spcPct val="0"/>
              </a:spcAft>
              <a:buNone/>
            </a:pPr>
            <a:fld id="{050B24AF-23D7-4828-A9EB-5915E4FDD2EE}" type="datetime'2''''''''''''''''''0''''''13'''''''''''">
              <a:rPr lang="tr-TR" altLang="en-US" sz="1400"/>
              <a:pPr/>
              <a:t>2013</a:t>
            </a:fld>
            <a:endParaRPr lang="tr-TR" sz="1400" dirty="0">
              <a:sym typeface="+mn-lt"/>
            </a:endParaRPr>
          </a:p>
        </p:txBody>
      </p:sp>
      <p:sp>
        <p:nvSpPr>
          <p:cNvPr id="36" name="Metin Yer Tutucusu 2"/>
          <p:cNvSpPr>
            <a:spLocks noGrp="1"/>
          </p:cNvSpPr>
          <p:nvPr>
            <p:custDataLst>
              <p:tags r:id="rId8"/>
            </p:custDataLst>
          </p:nvPr>
        </p:nvSpPr>
        <p:spPr bwMode="auto">
          <a:xfrm>
            <a:off x="3073400" y="2894013"/>
            <a:ext cx="374650" cy="212725"/>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0"/>
              </a:spcBef>
              <a:spcAft>
                <a:spcPct val="0"/>
              </a:spcAft>
              <a:buNone/>
            </a:pPr>
            <a:fld id="{639A2A3F-0716-4A24-BD75-C69BF59E68DB}" type="datetime'''''''''''''''2''0''''1''''''''''''''''''''''''''''4'''''''''">
              <a:rPr lang="tr-TR" altLang="en-US" sz="1400"/>
              <a:pPr/>
              <a:t>2014</a:t>
            </a:fld>
            <a:endParaRPr lang="tr-TR" sz="1400" dirty="0">
              <a:sym typeface="+mn-lt"/>
            </a:endParaRPr>
          </a:p>
        </p:txBody>
      </p:sp>
      <p:sp>
        <p:nvSpPr>
          <p:cNvPr id="38" name="Metin Yer Tutucusu 2"/>
          <p:cNvSpPr>
            <a:spLocks noGrp="1"/>
          </p:cNvSpPr>
          <p:nvPr>
            <p:custDataLst>
              <p:tags r:id="rId9"/>
            </p:custDataLst>
          </p:nvPr>
        </p:nvSpPr>
        <p:spPr bwMode="auto">
          <a:xfrm>
            <a:off x="4081463" y="2894013"/>
            <a:ext cx="374650" cy="212725"/>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0"/>
              </a:spcBef>
              <a:spcAft>
                <a:spcPct val="0"/>
              </a:spcAft>
              <a:buNone/>
            </a:pPr>
            <a:fld id="{62ABB636-7965-464D-8B33-440F2DEFA498}" type="datetime'2''''''''''''''''''''''''0''''''''''''''1''''''5'''''''">
              <a:rPr lang="tr-TR" altLang="en-US" sz="1400"/>
              <a:pPr/>
              <a:t>2015</a:t>
            </a:fld>
            <a:endParaRPr lang="tr-TR" sz="1400" dirty="0">
              <a:sym typeface="+mn-lt"/>
            </a:endParaRPr>
          </a:p>
        </p:txBody>
      </p:sp>
      <p:sp>
        <p:nvSpPr>
          <p:cNvPr id="35" name="Metin Yer Tutucusu 2"/>
          <p:cNvSpPr>
            <a:spLocks noGrp="1"/>
          </p:cNvSpPr>
          <p:nvPr>
            <p:custDataLst>
              <p:tags r:id="rId10"/>
            </p:custDataLst>
          </p:nvPr>
        </p:nvSpPr>
        <p:spPr bwMode="auto">
          <a:xfrm>
            <a:off x="5089525" y="2894013"/>
            <a:ext cx="374650" cy="212725"/>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0"/>
              </a:spcBef>
              <a:spcAft>
                <a:spcPct val="0"/>
              </a:spcAft>
              <a:buNone/>
            </a:pPr>
            <a:fld id="{5E53C275-D2BC-4B1E-896E-FB0E4C9A1975}" type="datetime'''''''''2''''''0''''''''''''''1''''6'''''''''''''">
              <a:rPr lang="tr-TR" altLang="en-US" sz="1400"/>
              <a:pPr/>
              <a:t>2016</a:t>
            </a:fld>
            <a:endParaRPr lang="tr-TR" sz="1400" dirty="0">
              <a:sym typeface="+mn-lt"/>
            </a:endParaRPr>
          </a:p>
        </p:txBody>
      </p:sp>
      <p:sp>
        <p:nvSpPr>
          <p:cNvPr id="33" name="Metin Yer Tutucusu 2"/>
          <p:cNvSpPr>
            <a:spLocks noGrp="1"/>
          </p:cNvSpPr>
          <p:nvPr>
            <p:custDataLst>
              <p:tags r:id="rId11"/>
            </p:custDataLst>
          </p:nvPr>
        </p:nvSpPr>
        <p:spPr bwMode="auto">
          <a:xfrm>
            <a:off x="4573588" y="1495425"/>
            <a:ext cx="398463" cy="273050"/>
          </a:xfrm>
          <a:prstGeom prst="ellipse">
            <a:avLst/>
          </a:prstGeom>
          <a:solidFill>
            <a:schemeClr val="bg1"/>
          </a:solidFill>
          <a:ln w="9525" algn="ctr">
            <a:solidFill>
              <a:schemeClr val="tx1"/>
            </a:solidFill>
          </a:ln>
        </p:spPr>
        <p:txBody>
          <a:bodyPr vert="horz" wrap="none" lIns="0" tIns="0" rIns="0" bIns="0" numCol="1" spcCol="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A829596C-EB56-48A7-92EA-0C5D2C587C1A}" type="datetime'''''''''''-1'''',''''''9'''''''''''''''''''''''''''''''">
              <a:rPr lang="tr-TR" altLang="en-US" sz="1400" b="1" smtClean="0"/>
              <a:pPr/>
              <a:t>-1,9</a:t>
            </a:fld>
            <a:endParaRPr lang="tr-TR" sz="1400" b="1" dirty="0">
              <a:sym typeface="+mn-lt"/>
            </a:endParaRPr>
          </a:p>
        </p:txBody>
      </p:sp>
      <p:graphicFrame>
        <p:nvGraphicFramePr>
          <p:cNvPr id="39" name="Nesne 38"/>
          <p:cNvGraphicFramePr>
            <a:graphicFrameLocks/>
          </p:cNvGraphicFramePr>
          <p:nvPr>
            <p:custDataLst>
              <p:tags r:id="rId12"/>
            </p:custDataLst>
            <p:extLst>
              <p:ext uri="{D42A27DB-BD31-4B8C-83A1-F6EECF244321}">
                <p14:modId xmlns:p14="http://schemas.microsoft.com/office/powerpoint/2010/main" val="942228173"/>
              </p:ext>
            </p:extLst>
          </p:nvPr>
        </p:nvGraphicFramePr>
        <p:xfrm>
          <a:off x="6477000" y="1714499"/>
          <a:ext cx="4391011" cy="1286010"/>
        </p:xfrm>
        <a:graphic>
          <a:graphicData uri="http://schemas.openxmlformats.org/presentationml/2006/ole">
            <mc:AlternateContent xmlns:mc="http://schemas.openxmlformats.org/markup-compatibility/2006">
              <mc:Choice xmlns:v="urn:schemas-microsoft-com:vml" Requires="v">
                <p:oleObj name="Çizelge" r:id="rId32" imgW="4390916" imgH="1285875" progId="MSGraph.Chart.8">
                  <p:embed followColorScheme="full"/>
                </p:oleObj>
              </mc:Choice>
              <mc:Fallback>
                <p:oleObj name="Çizelge" r:id="rId32" imgW="4390916" imgH="1285875" progId="MSGraph.Chart.8">
                  <p:embed followColorScheme="full"/>
                  <p:pic>
                    <p:nvPicPr>
                      <p:cNvPr id="0" name=""/>
                      <p:cNvPicPr/>
                      <p:nvPr/>
                    </p:nvPicPr>
                    <p:blipFill>
                      <a:blip r:embed="rId33"/>
                      <a:stretch>
                        <a:fillRect/>
                      </a:stretch>
                    </p:blipFill>
                    <p:spPr>
                      <a:xfrm>
                        <a:off x="6477000" y="1714499"/>
                        <a:ext cx="4391011" cy="1286010"/>
                      </a:xfrm>
                      <a:prstGeom prst="rect">
                        <a:avLst/>
                      </a:prstGeom>
                    </p:spPr>
                  </p:pic>
                </p:oleObj>
              </mc:Fallback>
            </mc:AlternateContent>
          </a:graphicData>
        </a:graphic>
      </p:graphicFrame>
      <p:sp>
        <p:nvSpPr>
          <p:cNvPr id="55" name="Metin Yer Tutucusu 2"/>
          <p:cNvSpPr>
            <a:spLocks noGrp="1"/>
          </p:cNvSpPr>
          <p:nvPr>
            <p:custDataLst>
              <p:tags r:id="rId13"/>
            </p:custDataLst>
          </p:nvPr>
        </p:nvSpPr>
        <p:spPr bwMode="auto">
          <a:xfrm>
            <a:off x="6989763" y="2951163"/>
            <a:ext cx="374650" cy="212725"/>
          </a:xfrm>
          <a:prstGeom prst="rect">
            <a:avLst/>
          </a:prstGeom>
          <a:noFill/>
          <a:extLst>
            <a:ext uri="{909E8E84-426E-40DD-AFC4-6F175D3DCCD1}">
              <a14:hiddenFill xmlns:a14="http://schemas.microsoft.com/office/drawing/2010/main">
                <a:solidFill>
                  <a:scrgbClr r="0" g="0" b="0"/>
                </a:solidFill>
              </a14:hiddenFill>
            </a:ext>
          </a:extLst>
        </p:spPr>
        <p:txBody>
          <a:bodyPr vert="horz" lIns="0" tIns="0" rIns="0" bIns="0" numCol="1" spcCol="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0"/>
              </a:spcBef>
              <a:spcAft>
                <a:spcPct val="0"/>
              </a:spcAft>
              <a:buNone/>
            </a:pPr>
            <a:fld id="{93E54876-4768-41B1-986E-83A6659D5DF2}" type="datetime'''''''''''''''''''''''''''''''''''''''2''''''0''''''''13'">
              <a:rPr lang="tr-TR" altLang="en-US" sz="1400"/>
              <a:pPr/>
              <a:t>2013</a:t>
            </a:fld>
            <a:endParaRPr lang="tr-TR" sz="1400" dirty="0">
              <a:sym typeface="+mn-lt"/>
            </a:endParaRPr>
          </a:p>
        </p:txBody>
      </p:sp>
      <p:sp>
        <p:nvSpPr>
          <p:cNvPr id="40" name="Metin Yer Tutucusu 2"/>
          <p:cNvSpPr>
            <a:spLocks noGrp="1"/>
          </p:cNvSpPr>
          <p:nvPr>
            <p:custDataLst>
              <p:tags r:id="rId14"/>
            </p:custDataLst>
          </p:nvPr>
        </p:nvSpPr>
        <p:spPr bwMode="auto">
          <a:xfrm>
            <a:off x="10018713" y="2951163"/>
            <a:ext cx="374650" cy="212725"/>
          </a:xfrm>
          <a:prstGeom prst="rect">
            <a:avLst/>
          </a:prstGeom>
          <a:noFill/>
          <a:extLst>
            <a:ext uri="{909E8E84-426E-40DD-AFC4-6F175D3DCCD1}">
              <a14:hiddenFill xmlns:a14="http://schemas.microsoft.com/office/drawing/2010/main">
                <a:solidFill>
                  <a:scrgbClr r="0" g="0" b="0"/>
                </a:solidFill>
              </a14:hiddenFill>
            </a:ext>
          </a:extLst>
        </p:spPr>
        <p:txBody>
          <a:bodyPr vert="horz" lIns="0" tIns="0" rIns="0" bIns="0" numCol="1" spcCol="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0"/>
              </a:spcBef>
              <a:spcAft>
                <a:spcPct val="0"/>
              </a:spcAft>
              <a:buNone/>
            </a:pPr>
            <a:fld id="{0AB5209A-9887-427B-97D0-BAF9CEF94CDC}" type="datetime'''''''''''2''''''''''''0''''''''''1''''''''''''''''''6'">
              <a:rPr lang="tr-TR" altLang="en-US" sz="1400"/>
              <a:pPr/>
              <a:t>2016</a:t>
            </a:fld>
            <a:endParaRPr lang="tr-TR" sz="1400" dirty="0">
              <a:sym typeface="+mn-lt"/>
            </a:endParaRPr>
          </a:p>
        </p:txBody>
      </p:sp>
      <p:sp>
        <p:nvSpPr>
          <p:cNvPr id="41" name="Metin Yer Tutucusu 2"/>
          <p:cNvSpPr>
            <a:spLocks noGrp="1"/>
          </p:cNvSpPr>
          <p:nvPr>
            <p:custDataLst>
              <p:tags r:id="rId15"/>
            </p:custDataLst>
          </p:nvPr>
        </p:nvSpPr>
        <p:spPr bwMode="auto">
          <a:xfrm>
            <a:off x="7999413" y="2951163"/>
            <a:ext cx="374650" cy="212725"/>
          </a:xfrm>
          <a:prstGeom prst="rect">
            <a:avLst/>
          </a:prstGeom>
          <a:noFill/>
          <a:extLst>
            <a:ext uri="{909E8E84-426E-40DD-AFC4-6F175D3DCCD1}">
              <a14:hiddenFill xmlns:a14="http://schemas.microsoft.com/office/drawing/2010/main">
                <a:solidFill>
                  <a:scrgbClr r="0" g="0" b="0"/>
                </a:solidFill>
              </a14:hiddenFill>
            </a:ext>
          </a:extLst>
        </p:spPr>
        <p:txBody>
          <a:bodyPr vert="horz" lIns="0" tIns="0" rIns="0" bIns="0" numCol="1" spcCol="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0"/>
              </a:spcBef>
              <a:spcAft>
                <a:spcPct val="0"/>
              </a:spcAft>
              <a:buNone/>
            </a:pPr>
            <a:fld id="{46800872-A011-4267-9B3A-62E23DB76F55}" type="datetime'''''2''0''''1''''''''''4'''''''''''''''''''''''''''''''''''">
              <a:rPr lang="tr-TR" altLang="en-US" sz="1400"/>
              <a:pPr/>
              <a:t>2014</a:t>
            </a:fld>
            <a:endParaRPr lang="tr-TR" sz="1400" dirty="0">
              <a:sym typeface="+mn-lt"/>
            </a:endParaRPr>
          </a:p>
        </p:txBody>
      </p:sp>
      <p:sp>
        <p:nvSpPr>
          <p:cNvPr id="56" name="Metin Yer Tutucusu 2"/>
          <p:cNvSpPr>
            <a:spLocks noGrp="1"/>
          </p:cNvSpPr>
          <p:nvPr>
            <p:custDataLst>
              <p:tags r:id="rId16"/>
            </p:custDataLst>
          </p:nvPr>
        </p:nvSpPr>
        <p:spPr bwMode="auto">
          <a:xfrm>
            <a:off x="9009063" y="2951163"/>
            <a:ext cx="374650" cy="212725"/>
          </a:xfrm>
          <a:prstGeom prst="rect">
            <a:avLst/>
          </a:prstGeom>
          <a:noFill/>
          <a:extLst>
            <a:ext uri="{909E8E84-426E-40DD-AFC4-6F175D3DCCD1}">
              <a14:hiddenFill xmlns:a14="http://schemas.microsoft.com/office/drawing/2010/main">
                <a:solidFill>
                  <a:scrgbClr r="0" g="0" b="0"/>
                </a:solidFill>
              </a14:hiddenFill>
            </a:ext>
          </a:extLst>
        </p:spPr>
        <p:txBody>
          <a:bodyPr vert="horz" lIns="0" tIns="0" rIns="0" bIns="0" numCol="1" spcCol="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0"/>
              </a:spcBef>
              <a:spcAft>
                <a:spcPct val="0"/>
              </a:spcAft>
              <a:buNone/>
            </a:pPr>
            <a:fld id="{417380DE-4FC6-496C-BFC1-FE5D44309DD3}" type="datetime'''''''''''''''''''''''''''''''2''''0''''1''''5'''''''''''''">
              <a:rPr lang="tr-TR" altLang="en-US" sz="1400"/>
              <a:pPr/>
              <a:t>2015</a:t>
            </a:fld>
            <a:endParaRPr lang="tr-TR" sz="1400" dirty="0">
              <a:sym typeface="+mn-lt"/>
            </a:endParaRPr>
          </a:p>
        </p:txBody>
      </p:sp>
      <p:graphicFrame>
        <p:nvGraphicFramePr>
          <p:cNvPr id="57" name="Nesne 56"/>
          <p:cNvGraphicFramePr>
            <a:graphicFrameLocks/>
          </p:cNvGraphicFramePr>
          <p:nvPr>
            <p:custDataLst>
              <p:tags r:id="rId17"/>
            </p:custDataLst>
            <p:extLst>
              <p:ext uri="{D42A27DB-BD31-4B8C-83A1-F6EECF244321}">
                <p14:modId xmlns:p14="http://schemas.microsoft.com/office/powerpoint/2010/main" val="585729025"/>
              </p:ext>
            </p:extLst>
          </p:nvPr>
        </p:nvGraphicFramePr>
        <p:xfrm>
          <a:off x="1409699" y="4190999"/>
          <a:ext cx="4410190" cy="1438290"/>
        </p:xfrm>
        <a:graphic>
          <a:graphicData uri="http://schemas.openxmlformats.org/presentationml/2006/ole">
            <mc:AlternateContent xmlns:mc="http://schemas.openxmlformats.org/markup-compatibility/2006">
              <mc:Choice xmlns:v="urn:schemas-microsoft-com:vml" Requires="v">
                <p:oleObj name="Çizelge" r:id="rId34" imgW="4409959" imgH="1438382" progId="MSGraph.Chart.8">
                  <p:embed followColorScheme="full"/>
                </p:oleObj>
              </mc:Choice>
              <mc:Fallback>
                <p:oleObj name="Çizelge" r:id="rId34" imgW="4409959" imgH="1438382" progId="MSGraph.Chart.8">
                  <p:embed followColorScheme="full"/>
                  <p:pic>
                    <p:nvPicPr>
                      <p:cNvPr id="0" name=""/>
                      <p:cNvPicPr/>
                      <p:nvPr/>
                    </p:nvPicPr>
                    <p:blipFill>
                      <a:blip r:embed="rId35"/>
                      <a:stretch>
                        <a:fillRect/>
                      </a:stretch>
                    </p:blipFill>
                    <p:spPr>
                      <a:xfrm>
                        <a:off x="1409699" y="4190999"/>
                        <a:ext cx="4410190" cy="1438290"/>
                      </a:xfrm>
                      <a:prstGeom prst="rect">
                        <a:avLst/>
                      </a:prstGeom>
                    </p:spPr>
                  </p:pic>
                </p:oleObj>
              </mc:Fallback>
            </mc:AlternateContent>
          </a:graphicData>
        </a:graphic>
      </p:graphicFrame>
      <p:sp>
        <p:nvSpPr>
          <p:cNvPr id="60" name="Metin Yer Tutucusu 2"/>
          <p:cNvSpPr>
            <a:spLocks noGrp="1"/>
          </p:cNvSpPr>
          <p:nvPr>
            <p:custDataLst>
              <p:tags r:id="rId18"/>
            </p:custDataLst>
          </p:nvPr>
        </p:nvSpPr>
        <p:spPr bwMode="auto">
          <a:xfrm>
            <a:off x="1931988" y="5561013"/>
            <a:ext cx="374650" cy="212725"/>
          </a:xfrm>
          <a:prstGeom prst="rect">
            <a:avLst/>
          </a:prstGeom>
          <a:noFill/>
          <a:extLst>
            <a:ext uri="{909E8E84-426E-40DD-AFC4-6F175D3DCCD1}">
              <a14:hiddenFill xmlns:a14="http://schemas.microsoft.com/office/drawing/2010/main">
                <a:solidFill>
                  <a:scrgbClr r="0" g="0" b="0"/>
                </a:solidFill>
              </a14:hiddenFill>
            </a:ext>
          </a:extLst>
        </p:spPr>
        <p:txBody>
          <a:bodyPr vert="horz" lIns="0" tIns="0" rIns="0" bIns="0" numCol="1" spcCol="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0"/>
              </a:spcBef>
              <a:spcAft>
                <a:spcPct val="0"/>
              </a:spcAft>
              <a:buNone/>
            </a:pPr>
            <a:fld id="{B9230A80-037B-462C-B75E-36DB6BA666EF}" type="datetime'''''''2''0''1''''''''''''''''''''''''''''''''''''3'''''">
              <a:rPr lang="tr-TR" altLang="en-US" sz="1400"/>
              <a:pPr/>
              <a:t>2013</a:t>
            </a:fld>
            <a:endParaRPr lang="tr-TR" sz="1400" dirty="0">
              <a:sym typeface="+mn-lt"/>
            </a:endParaRPr>
          </a:p>
        </p:txBody>
      </p:sp>
      <p:sp>
        <p:nvSpPr>
          <p:cNvPr id="59" name="Metin Yer Tutucusu 2"/>
          <p:cNvSpPr>
            <a:spLocks noGrp="1"/>
          </p:cNvSpPr>
          <p:nvPr>
            <p:custDataLst>
              <p:tags r:id="rId19"/>
            </p:custDataLst>
          </p:nvPr>
        </p:nvSpPr>
        <p:spPr bwMode="auto">
          <a:xfrm>
            <a:off x="2941638" y="5561013"/>
            <a:ext cx="374650" cy="212725"/>
          </a:xfrm>
          <a:prstGeom prst="rect">
            <a:avLst/>
          </a:prstGeom>
          <a:noFill/>
          <a:extLst>
            <a:ext uri="{909E8E84-426E-40DD-AFC4-6F175D3DCCD1}">
              <a14:hiddenFill xmlns:a14="http://schemas.microsoft.com/office/drawing/2010/main">
                <a:solidFill>
                  <a:scrgbClr r="0" g="0" b="0"/>
                </a:solidFill>
              </a14:hiddenFill>
            </a:ext>
          </a:extLst>
        </p:spPr>
        <p:txBody>
          <a:bodyPr vert="horz" lIns="0" tIns="0" rIns="0" bIns="0" numCol="1" spcCol="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0"/>
              </a:spcBef>
              <a:spcAft>
                <a:spcPct val="0"/>
              </a:spcAft>
              <a:buNone/>
            </a:pPr>
            <a:fld id="{21300BD1-D8FA-4A94-9845-F3BC5AE3234A}" type="datetime'2''''''''''0''''''''''''''''''''''''1''''''''4'">
              <a:rPr lang="tr-TR" altLang="en-US" sz="1400"/>
              <a:pPr/>
              <a:t>2014</a:t>
            </a:fld>
            <a:endParaRPr lang="tr-TR" sz="1400" dirty="0">
              <a:sym typeface="+mn-lt"/>
            </a:endParaRPr>
          </a:p>
        </p:txBody>
      </p:sp>
      <p:sp>
        <p:nvSpPr>
          <p:cNvPr id="61" name="Metin Yer Tutucusu 2"/>
          <p:cNvSpPr>
            <a:spLocks noGrp="1"/>
          </p:cNvSpPr>
          <p:nvPr>
            <p:custDataLst>
              <p:tags r:id="rId20"/>
            </p:custDataLst>
          </p:nvPr>
        </p:nvSpPr>
        <p:spPr bwMode="auto">
          <a:xfrm>
            <a:off x="4951413" y="5561013"/>
            <a:ext cx="374650" cy="212725"/>
          </a:xfrm>
          <a:prstGeom prst="rect">
            <a:avLst/>
          </a:prstGeom>
          <a:noFill/>
          <a:extLst>
            <a:ext uri="{909E8E84-426E-40DD-AFC4-6F175D3DCCD1}">
              <a14:hiddenFill xmlns:a14="http://schemas.microsoft.com/office/drawing/2010/main">
                <a:solidFill>
                  <a:scrgbClr r="0" g="0" b="0"/>
                </a:solidFill>
              </a14:hiddenFill>
            </a:ext>
          </a:extLst>
        </p:spPr>
        <p:txBody>
          <a:bodyPr vert="horz" lIns="0" tIns="0" rIns="0" bIns="0" numCol="1" spcCol="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0"/>
              </a:spcBef>
              <a:spcAft>
                <a:spcPct val="0"/>
              </a:spcAft>
              <a:buNone/>
            </a:pPr>
            <a:fld id="{0C226C81-D768-4DAA-BAB3-456ADF932D05}" type="datetime'2''''''''''''0''''''''''''''''''''''''''''''''1''''''6'''''''">
              <a:rPr lang="tr-TR" altLang="en-US" sz="1400"/>
              <a:pPr/>
              <a:t>2016</a:t>
            </a:fld>
            <a:endParaRPr lang="tr-TR" sz="1400" dirty="0">
              <a:sym typeface="+mn-lt"/>
            </a:endParaRPr>
          </a:p>
        </p:txBody>
      </p:sp>
      <p:sp>
        <p:nvSpPr>
          <p:cNvPr id="58" name="Metin Yer Tutucusu 2"/>
          <p:cNvSpPr>
            <a:spLocks noGrp="1"/>
          </p:cNvSpPr>
          <p:nvPr>
            <p:custDataLst>
              <p:tags r:id="rId21"/>
            </p:custDataLst>
          </p:nvPr>
        </p:nvSpPr>
        <p:spPr bwMode="auto">
          <a:xfrm>
            <a:off x="3946525" y="5561013"/>
            <a:ext cx="374650" cy="212725"/>
          </a:xfrm>
          <a:prstGeom prst="rect">
            <a:avLst/>
          </a:prstGeom>
          <a:noFill/>
          <a:extLst>
            <a:ext uri="{909E8E84-426E-40DD-AFC4-6F175D3DCCD1}">
              <a14:hiddenFill xmlns:a14="http://schemas.microsoft.com/office/drawing/2010/main">
                <a:solidFill>
                  <a:scrgbClr r="0" g="0" b="0"/>
                </a:solidFill>
              </a14:hiddenFill>
            </a:ext>
          </a:extLst>
        </p:spPr>
        <p:txBody>
          <a:bodyPr vert="horz" lIns="0" tIns="0" rIns="0" bIns="0" numCol="1" spcCol="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0"/>
              </a:spcBef>
              <a:spcAft>
                <a:spcPct val="0"/>
              </a:spcAft>
              <a:buNone/>
            </a:pPr>
            <a:fld id="{E574BE95-F0A8-4CB4-8E33-AF6B082AE91E}" type="datetime'''''''''''''''''''''''''''''''''2''''0''''''''''1''''''''5'">
              <a:rPr lang="tr-TR" altLang="en-US" sz="1400"/>
              <a:pPr/>
              <a:t>2015</a:t>
            </a:fld>
            <a:endParaRPr lang="tr-TR" sz="1400" dirty="0">
              <a:sym typeface="+mn-lt"/>
            </a:endParaRPr>
          </a:p>
        </p:txBody>
      </p:sp>
      <p:graphicFrame>
        <p:nvGraphicFramePr>
          <p:cNvPr id="62" name="Nesne 61"/>
          <p:cNvGraphicFramePr>
            <a:graphicFrameLocks/>
          </p:cNvGraphicFramePr>
          <p:nvPr>
            <p:custDataLst>
              <p:tags r:id="rId22"/>
            </p:custDataLst>
            <p:extLst>
              <p:ext uri="{D42A27DB-BD31-4B8C-83A1-F6EECF244321}">
                <p14:modId xmlns:p14="http://schemas.microsoft.com/office/powerpoint/2010/main" val="1998926056"/>
              </p:ext>
            </p:extLst>
          </p:nvPr>
        </p:nvGraphicFramePr>
        <p:xfrm>
          <a:off x="6591299" y="4724400"/>
          <a:ext cx="4372102" cy="1247670"/>
        </p:xfrm>
        <a:graphic>
          <a:graphicData uri="http://schemas.openxmlformats.org/presentationml/2006/ole">
            <mc:AlternateContent xmlns:mc="http://schemas.openxmlformats.org/markup-compatibility/2006">
              <mc:Choice xmlns:v="urn:schemas-microsoft-com:vml" Requires="v">
                <p:oleObj name="Çizelge" r:id="rId36" imgW="4371874" imgH="1247748" progId="MSGraph.Chart.8">
                  <p:embed followColorScheme="full"/>
                </p:oleObj>
              </mc:Choice>
              <mc:Fallback>
                <p:oleObj name="Çizelge" r:id="rId36" imgW="4371874" imgH="1247748" progId="MSGraph.Chart.8">
                  <p:embed followColorScheme="full"/>
                  <p:pic>
                    <p:nvPicPr>
                      <p:cNvPr id="0" name=""/>
                      <p:cNvPicPr/>
                      <p:nvPr/>
                    </p:nvPicPr>
                    <p:blipFill>
                      <a:blip r:embed="rId37"/>
                      <a:stretch>
                        <a:fillRect/>
                      </a:stretch>
                    </p:blipFill>
                    <p:spPr>
                      <a:xfrm>
                        <a:off x="6591299" y="4724400"/>
                        <a:ext cx="4372102" cy="1247670"/>
                      </a:xfrm>
                      <a:prstGeom prst="rect">
                        <a:avLst/>
                      </a:prstGeom>
                    </p:spPr>
                  </p:pic>
                </p:oleObj>
              </mc:Fallback>
            </mc:AlternateContent>
          </a:graphicData>
        </a:graphic>
      </p:graphicFrame>
      <p:sp>
        <p:nvSpPr>
          <p:cNvPr id="65" name="Metin Yer Tutucusu 2"/>
          <p:cNvSpPr>
            <a:spLocks noGrp="1"/>
          </p:cNvSpPr>
          <p:nvPr>
            <p:custDataLst>
              <p:tags r:id="rId23"/>
            </p:custDataLst>
          </p:nvPr>
        </p:nvSpPr>
        <p:spPr bwMode="auto">
          <a:xfrm>
            <a:off x="7075488" y="5799138"/>
            <a:ext cx="374650" cy="212725"/>
          </a:xfrm>
          <a:prstGeom prst="rect">
            <a:avLst/>
          </a:prstGeom>
          <a:noFill/>
          <a:extLst>
            <a:ext uri="{909E8E84-426E-40DD-AFC4-6F175D3DCCD1}">
              <a14:hiddenFill xmlns:a14="http://schemas.microsoft.com/office/drawing/2010/main">
                <a:solidFill>
                  <a:scrgbClr r="0" g="0" b="0"/>
                </a:solidFill>
              </a14:hiddenFill>
            </a:ext>
          </a:extLst>
        </p:spPr>
        <p:txBody>
          <a:bodyPr vert="horz" lIns="0" tIns="0" rIns="0" bIns="0" numCol="1" spcCol="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0"/>
              </a:spcBef>
              <a:spcAft>
                <a:spcPct val="0"/>
              </a:spcAft>
              <a:buNone/>
            </a:pPr>
            <a:fld id="{8286B9E1-23CB-408A-8DE4-096EFB9060BC}" type="datetime'''''''''''2''''''''0''''''13'''''''''''''''''''''''''''''''''">
              <a:rPr lang="tr-TR" altLang="en-US" sz="1400"/>
              <a:pPr/>
              <a:t>2013</a:t>
            </a:fld>
            <a:endParaRPr lang="tr-TR" sz="1400" dirty="0">
              <a:sym typeface="+mn-lt"/>
            </a:endParaRPr>
          </a:p>
        </p:txBody>
      </p:sp>
      <p:sp>
        <p:nvSpPr>
          <p:cNvPr id="64" name="Metin Yer Tutucusu 2"/>
          <p:cNvSpPr>
            <a:spLocks noGrp="1"/>
          </p:cNvSpPr>
          <p:nvPr>
            <p:custDataLst>
              <p:tags r:id="rId24"/>
            </p:custDataLst>
          </p:nvPr>
        </p:nvSpPr>
        <p:spPr bwMode="auto">
          <a:xfrm>
            <a:off x="8085138" y="5799138"/>
            <a:ext cx="374650" cy="212725"/>
          </a:xfrm>
          <a:prstGeom prst="rect">
            <a:avLst/>
          </a:prstGeom>
          <a:noFill/>
          <a:extLst>
            <a:ext uri="{909E8E84-426E-40DD-AFC4-6F175D3DCCD1}">
              <a14:hiddenFill xmlns:a14="http://schemas.microsoft.com/office/drawing/2010/main">
                <a:solidFill>
                  <a:scrgbClr r="0" g="0" b="0"/>
                </a:solidFill>
              </a14:hiddenFill>
            </a:ext>
          </a:extLst>
        </p:spPr>
        <p:txBody>
          <a:bodyPr vert="horz" lIns="0" tIns="0" rIns="0" bIns="0" numCol="1" spcCol="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0"/>
              </a:spcBef>
              <a:spcAft>
                <a:spcPct val="0"/>
              </a:spcAft>
              <a:buNone/>
            </a:pPr>
            <a:fld id="{7E7DC8B0-D93D-4534-8467-17ECD28637A2}" type="datetime'''''''''''''''''''2''''''''''''''''0''''1''''''''''''4'''''''">
              <a:rPr lang="tr-TR" altLang="en-US" sz="1400"/>
              <a:pPr/>
              <a:t>2014</a:t>
            </a:fld>
            <a:endParaRPr lang="tr-TR" sz="1400" dirty="0">
              <a:sym typeface="+mn-lt"/>
            </a:endParaRPr>
          </a:p>
        </p:txBody>
      </p:sp>
      <p:sp>
        <p:nvSpPr>
          <p:cNvPr id="66" name="Metin Yer Tutucusu 2"/>
          <p:cNvSpPr>
            <a:spLocks noGrp="1"/>
          </p:cNvSpPr>
          <p:nvPr>
            <p:custDataLst>
              <p:tags r:id="rId25"/>
            </p:custDataLst>
          </p:nvPr>
        </p:nvSpPr>
        <p:spPr bwMode="auto">
          <a:xfrm>
            <a:off x="9094788" y="5799138"/>
            <a:ext cx="374650" cy="212725"/>
          </a:xfrm>
          <a:prstGeom prst="rect">
            <a:avLst/>
          </a:prstGeom>
          <a:noFill/>
          <a:extLst>
            <a:ext uri="{909E8E84-426E-40DD-AFC4-6F175D3DCCD1}">
              <a14:hiddenFill xmlns:a14="http://schemas.microsoft.com/office/drawing/2010/main">
                <a:solidFill>
                  <a:scrgbClr r="0" g="0" b="0"/>
                </a:solidFill>
              </a14:hiddenFill>
            </a:ext>
          </a:extLst>
        </p:spPr>
        <p:txBody>
          <a:bodyPr vert="horz" lIns="0" tIns="0" rIns="0" bIns="0" numCol="1" spcCol="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0"/>
              </a:spcBef>
              <a:spcAft>
                <a:spcPct val="0"/>
              </a:spcAft>
              <a:buNone/>
            </a:pPr>
            <a:fld id="{DB8E766D-97D8-47C6-B10D-BA714CDAE63D}" type="datetime'''''''''''''''''2''''''0''''''''''''''''''''1''''5'''''''''''">
              <a:rPr lang="tr-TR" altLang="en-US" sz="1400"/>
              <a:pPr/>
              <a:t>2015</a:t>
            </a:fld>
            <a:endParaRPr lang="tr-TR" sz="1400" dirty="0">
              <a:sym typeface="+mn-lt"/>
            </a:endParaRPr>
          </a:p>
        </p:txBody>
      </p:sp>
      <p:sp>
        <p:nvSpPr>
          <p:cNvPr id="63" name="Metin Yer Tutucusu 2"/>
          <p:cNvSpPr>
            <a:spLocks noGrp="1"/>
          </p:cNvSpPr>
          <p:nvPr>
            <p:custDataLst>
              <p:tags r:id="rId26"/>
            </p:custDataLst>
          </p:nvPr>
        </p:nvSpPr>
        <p:spPr bwMode="auto">
          <a:xfrm>
            <a:off x="10104438" y="5799138"/>
            <a:ext cx="374650" cy="212725"/>
          </a:xfrm>
          <a:prstGeom prst="rect">
            <a:avLst/>
          </a:prstGeom>
          <a:noFill/>
          <a:extLst>
            <a:ext uri="{909E8E84-426E-40DD-AFC4-6F175D3DCCD1}">
              <a14:hiddenFill xmlns:a14="http://schemas.microsoft.com/office/drawing/2010/main">
                <a:solidFill>
                  <a:scrgbClr r="0" g="0" b="0"/>
                </a:solidFill>
              </a14:hiddenFill>
            </a:ext>
          </a:extLst>
        </p:spPr>
        <p:txBody>
          <a:bodyPr vert="horz" lIns="0" tIns="0" rIns="0" bIns="0" numCol="1" spcCol="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0"/>
              </a:spcBef>
              <a:spcAft>
                <a:spcPct val="0"/>
              </a:spcAft>
              <a:buNone/>
            </a:pPr>
            <a:fld id="{3374998E-74E2-4808-838D-C22025DD4834}" type="datetime'''''''2''''''''0''''''''''''''''16'''''''''''''''''">
              <a:rPr lang="tr-TR" altLang="en-US" sz="1400"/>
              <a:pPr/>
              <a:t>2016</a:t>
            </a:fld>
            <a:endParaRPr lang="tr-TR" sz="1400" dirty="0">
              <a:sym typeface="+mn-lt"/>
            </a:endParaRPr>
          </a:p>
        </p:txBody>
      </p:sp>
      <p:sp>
        <p:nvSpPr>
          <p:cNvPr id="43" name="Dikdörtgen Belirtme Çizgisi 42"/>
          <p:cNvSpPr/>
          <p:nvPr/>
        </p:nvSpPr>
        <p:spPr>
          <a:xfrm>
            <a:off x="7999413" y="6121197"/>
            <a:ext cx="1487923" cy="736803"/>
          </a:xfrm>
          <a:prstGeom prst="wedgeRectCallout">
            <a:avLst>
              <a:gd name="adj1" fmla="val 165699"/>
              <a:gd name="adj2" fmla="val 24468"/>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solidFill>
                  <a:schemeClr val="tx1"/>
                </a:solidFill>
              </a:rPr>
              <a:t>Veri kaynağı belirtilmelidir.</a:t>
            </a:r>
          </a:p>
        </p:txBody>
      </p:sp>
    </p:spTree>
    <p:extLst>
      <p:ext uri="{BB962C8B-B14F-4D97-AF65-F5344CB8AC3E}">
        <p14:creationId xmlns:p14="http://schemas.microsoft.com/office/powerpoint/2010/main" val="188389981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Nesne 6" hidden="1"/>
          <p:cNvGraphicFramePr>
            <a:graphicFrameLocks noChangeAspect="1"/>
          </p:cNvGraphicFramePr>
          <p:nvPr>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6" name="Dikdörtgen 5" hidden="1"/>
          <p:cNvSpPr/>
          <p:nvPr>
            <p:custDataLst>
              <p:tags r:id="rId2"/>
            </p:custDataLst>
          </p:nvPr>
        </p:nvSpPr>
        <p:spPr>
          <a:xfrm>
            <a:off x="0" y="0"/>
            <a:ext cx="211667"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tr-TR" sz="1467" dirty="0">
              <a:sym typeface="+mn-lt"/>
            </a:endParaRPr>
          </a:p>
        </p:txBody>
      </p:sp>
      <p:sp>
        <p:nvSpPr>
          <p:cNvPr id="2" name="Slayt Numarası Yer Tutucusu 1"/>
          <p:cNvSpPr>
            <a:spLocks noGrp="1"/>
          </p:cNvSpPr>
          <p:nvPr>
            <p:ph type="sldNum" idx="12"/>
          </p:nvPr>
        </p:nvSpPr>
        <p:spPr/>
        <p:txBody>
          <a:bodyPr/>
          <a:lstStyle/>
          <a:p>
            <a:fld id="{00000000-1234-1234-1234-123412341234}" type="slidenum">
              <a:rPr lang="en" smtClean="0"/>
              <a:pPr/>
              <a:t>13</a:t>
            </a:fld>
            <a:endParaRPr lang="en"/>
          </a:p>
        </p:txBody>
      </p:sp>
      <p:pic>
        <p:nvPicPr>
          <p:cNvPr id="8" name="Picture 7" descr="Z:\Belgelerim\ZB90501\Desktop\ZB L.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825" y="0"/>
            <a:ext cx="5494337" cy="250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6" descr="Z:\Belgelerim\agerboga\Desktop\YÖNAP SUNUM\Ziraat Katılım.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9379" y="2262320"/>
            <a:ext cx="5400783" cy="1517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5" descr="Z:\Belgelerim\ZB90501\Desktop\sunu fotoları\8\Untitled-6.png"/>
          <p:cNvPicPr>
            <a:picLocks noChangeAspect="1" noChangeArrowheads="1"/>
          </p:cNvPicPr>
          <p:nvPr/>
        </p:nvPicPr>
        <p:blipFill rotWithShape="1">
          <a:blip r:embed="rId8">
            <a:extLst>
              <a:ext uri="{28A0092B-C50C-407E-A947-70E740481C1C}">
                <a14:useLocalDpi xmlns:a14="http://schemas.microsoft.com/office/drawing/2010/main" val="0"/>
              </a:ext>
            </a:extLst>
          </a:blip>
          <a:srcRect l="6191" t="25041" r="64997" b="55714"/>
          <a:stretch/>
        </p:blipFill>
        <p:spPr bwMode="auto">
          <a:xfrm>
            <a:off x="562836" y="4053691"/>
            <a:ext cx="4833868" cy="2155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Dikdörtgen Belirtme Çizgisi 10"/>
          <p:cNvSpPr/>
          <p:nvPr/>
        </p:nvSpPr>
        <p:spPr>
          <a:xfrm>
            <a:off x="6879914" y="2131911"/>
            <a:ext cx="1487923" cy="736803"/>
          </a:xfrm>
          <a:prstGeom prst="wedgeRectCallout">
            <a:avLst>
              <a:gd name="adj1" fmla="val -107689"/>
              <a:gd name="adj2" fmla="val 44185"/>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solidFill>
                  <a:schemeClr val="tx1"/>
                </a:solidFill>
              </a:rPr>
              <a:t>Örnek Logolar (Sloganlı)</a:t>
            </a:r>
          </a:p>
        </p:txBody>
      </p:sp>
    </p:spTree>
    <p:extLst>
      <p:ext uri="{BB962C8B-B14F-4D97-AF65-F5344CB8AC3E}">
        <p14:creationId xmlns:p14="http://schemas.microsoft.com/office/powerpoint/2010/main" val="3691292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08"/>
        <p:cNvGrpSpPr/>
        <p:nvPr/>
      </p:nvGrpSpPr>
      <p:grpSpPr>
        <a:xfrm>
          <a:off x="0" y="0"/>
          <a:ext cx="0" cy="0"/>
          <a:chOff x="0" y="0"/>
          <a:chExt cx="0" cy="0"/>
        </a:xfrm>
      </p:grpSpPr>
      <p:graphicFrame>
        <p:nvGraphicFramePr>
          <p:cNvPr id="2" name="Nesne 1" hidden="1"/>
          <p:cNvGraphicFramePr>
            <a:graphicFrameLocks noChangeAspect="1"/>
          </p:cNvGraphicFramePr>
          <p:nvPr>
            <p:custDataLst>
              <p:tags r:id="rId1"/>
            </p:custDataLst>
            <p:extLst>
              <p:ext uri="{D42A27DB-BD31-4B8C-83A1-F6EECF244321}">
                <p14:modId xmlns:p14="http://schemas.microsoft.com/office/powerpoint/2010/main" val="16195590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111" name="Google Shape;1111;p59"/>
          <p:cNvGrpSpPr/>
          <p:nvPr/>
        </p:nvGrpSpPr>
        <p:grpSpPr>
          <a:xfrm>
            <a:off x="6776945" y="4127713"/>
            <a:ext cx="590455" cy="685695"/>
            <a:chOff x="4727025" y="1332775"/>
            <a:chExt cx="59900" cy="69625"/>
          </a:xfrm>
        </p:grpSpPr>
        <p:sp>
          <p:nvSpPr>
            <p:cNvPr id="1112" name="Google Shape;1112;p59"/>
            <p:cNvSpPr/>
            <p:nvPr/>
          </p:nvSpPr>
          <p:spPr>
            <a:xfrm>
              <a:off x="4727025" y="1332775"/>
              <a:ext cx="36450" cy="33200"/>
            </a:xfrm>
            <a:custGeom>
              <a:avLst/>
              <a:gdLst/>
              <a:ahLst/>
              <a:cxnLst/>
              <a:rect l="l" t="t" r="r" b="b"/>
              <a:pathLst>
                <a:path w="1458" h="1328" extrusionOk="0">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rgbClr val="A5B7C6"/>
            </a:solidFill>
            <a:ln>
              <a:noFill/>
            </a:ln>
          </p:spPr>
          <p:txBody>
            <a:bodyPr spcFirstLastPara="1" wrap="square" lIns="121900" tIns="121900" rIns="121900" bIns="121900" anchor="ctr" anchorCtr="0">
              <a:noAutofit/>
            </a:bodyPr>
            <a:lstStyle/>
            <a:p>
              <a:endParaRPr sz="2400"/>
            </a:p>
          </p:txBody>
        </p:sp>
        <p:sp>
          <p:nvSpPr>
            <p:cNvPr id="1113" name="Google Shape;1113;p59"/>
            <p:cNvSpPr/>
            <p:nvPr/>
          </p:nvSpPr>
          <p:spPr>
            <a:xfrm>
              <a:off x="4750475" y="1369025"/>
              <a:ext cx="36450" cy="33375"/>
            </a:xfrm>
            <a:custGeom>
              <a:avLst/>
              <a:gdLst/>
              <a:ahLst/>
              <a:cxnLst/>
              <a:rect l="l" t="t" r="r" b="b"/>
              <a:pathLst>
                <a:path w="1458" h="1335" extrusionOk="0">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114" name="Google Shape;1114;p59"/>
          <p:cNvGrpSpPr/>
          <p:nvPr/>
        </p:nvGrpSpPr>
        <p:grpSpPr>
          <a:xfrm>
            <a:off x="7677367" y="3124364"/>
            <a:ext cx="667879" cy="667865"/>
            <a:chOff x="4820425" y="1329900"/>
            <a:chExt cx="70175" cy="70350"/>
          </a:xfrm>
        </p:grpSpPr>
        <p:sp>
          <p:nvSpPr>
            <p:cNvPr id="1115" name="Google Shape;1115;p59"/>
            <p:cNvSpPr/>
            <p:nvPr/>
          </p:nvSpPr>
          <p:spPr>
            <a:xfrm>
              <a:off x="4862975" y="1335475"/>
              <a:ext cx="27625" cy="34650"/>
            </a:xfrm>
            <a:custGeom>
              <a:avLst/>
              <a:gdLst/>
              <a:ahLst/>
              <a:cxnLst/>
              <a:rect l="l" t="t" r="r" b="b"/>
              <a:pathLst>
                <a:path w="1105" h="1386" extrusionOk="0">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116" name="Google Shape;1116;p59"/>
            <p:cNvSpPr/>
            <p:nvPr/>
          </p:nvSpPr>
          <p:spPr>
            <a:xfrm>
              <a:off x="4820425" y="1360000"/>
              <a:ext cx="27625" cy="34650"/>
            </a:xfrm>
            <a:custGeom>
              <a:avLst/>
              <a:gdLst/>
              <a:ahLst/>
              <a:cxnLst/>
              <a:rect l="l" t="t" r="r" b="b"/>
              <a:pathLst>
                <a:path w="1105" h="1386" extrusionOk="0">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rgbClr val="A5B7C6"/>
            </a:solidFill>
            <a:ln>
              <a:noFill/>
            </a:ln>
          </p:spPr>
          <p:txBody>
            <a:bodyPr spcFirstLastPara="1" wrap="square" lIns="121900" tIns="121900" rIns="121900" bIns="121900" anchor="ctr" anchorCtr="0">
              <a:noAutofit/>
            </a:bodyPr>
            <a:lstStyle/>
            <a:p>
              <a:endParaRPr sz="2400"/>
            </a:p>
          </p:txBody>
        </p:sp>
        <p:sp>
          <p:nvSpPr>
            <p:cNvPr id="1117" name="Google Shape;1117;p59"/>
            <p:cNvSpPr/>
            <p:nvPr/>
          </p:nvSpPr>
          <p:spPr>
            <a:xfrm>
              <a:off x="4850375" y="1372800"/>
              <a:ext cx="34625" cy="27450"/>
            </a:xfrm>
            <a:custGeom>
              <a:avLst/>
              <a:gdLst/>
              <a:ahLst/>
              <a:cxnLst/>
              <a:rect l="l" t="t" r="r" b="b"/>
              <a:pathLst>
                <a:path w="1385" h="1098" extrusionOk="0">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rgbClr val="374957"/>
            </a:solidFill>
            <a:ln>
              <a:noFill/>
            </a:ln>
          </p:spPr>
          <p:txBody>
            <a:bodyPr spcFirstLastPara="1" wrap="square" lIns="121900" tIns="121900" rIns="121900" bIns="121900" anchor="ctr" anchorCtr="0">
              <a:noAutofit/>
            </a:bodyPr>
            <a:lstStyle/>
            <a:p>
              <a:endParaRPr sz="2400"/>
            </a:p>
          </p:txBody>
        </p:sp>
        <p:sp>
          <p:nvSpPr>
            <p:cNvPr id="1118" name="Google Shape;1118;p59"/>
            <p:cNvSpPr/>
            <p:nvPr/>
          </p:nvSpPr>
          <p:spPr>
            <a:xfrm>
              <a:off x="4825850" y="1329900"/>
              <a:ext cx="34625" cy="27975"/>
            </a:xfrm>
            <a:custGeom>
              <a:avLst/>
              <a:gdLst/>
              <a:ahLst/>
              <a:cxnLst/>
              <a:rect l="l" t="t" r="r" b="b"/>
              <a:pathLst>
                <a:path w="1385" h="1119" extrusionOk="0">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119" name="Google Shape;1119;p59"/>
          <p:cNvGrpSpPr/>
          <p:nvPr/>
        </p:nvGrpSpPr>
        <p:grpSpPr>
          <a:xfrm>
            <a:off x="8547532" y="3140083"/>
            <a:ext cx="717513" cy="657492"/>
            <a:chOff x="4903200" y="1331525"/>
            <a:chExt cx="73575" cy="67425"/>
          </a:xfrm>
        </p:grpSpPr>
        <p:sp>
          <p:nvSpPr>
            <p:cNvPr id="1120" name="Google Shape;1120;p59"/>
            <p:cNvSpPr/>
            <p:nvPr/>
          </p:nvSpPr>
          <p:spPr>
            <a:xfrm>
              <a:off x="4903200" y="1331525"/>
              <a:ext cx="73575" cy="67425"/>
            </a:xfrm>
            <a:custGeom>
              <a:avLst/>
              <a:gdLst/>
              <a:ahLst/>
              <a:cxnLst/>
              <a:rect l="l" t="t" r="r" b="b"/>
              <a:pathLst>
                <a:path w="2943" h="2697" extrusionOk="0">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solidFill>
              <a:srgbClr val="A5B7C6"/>
            </a:solidFill>
            <a:ln>
              <a:noFill/>
            </a:ln>
          </p:spPr>
          <p:txBody>
            <a:bodyPr spcFirstLastPara="1" wrap="square" lIns="0" tIns="0" rIns="0" bIns="0" anchor="ctr" anchorCtr="0">
              <a:noAutofit/>
            </a:bodyPr>
            <a:lstStyle/>
            <a:p>
              <a:endParaRPr sz="2400"/>
            </a:p>
          </p:txBody>
        </p:sp>
        <p:sp>
          <p:nvSpPr>
            <p:cNvPr id="1121" name="Google Shape;1121;p59"/>
            <p:cNvSpPr/>
            <p:nvPr/>
          </p:nvSpPr>
          <p:spPr>
            <a:xfrm>
              <a:off x="4930250" y="1353150"/>
              <a:ext cx="29775" cy="32475"/>
            </a:xfrm>
            <a:custGeom>
              <a:avLst/>
              <a:gdLst/>
              <a:ahLst/>
              <a:cxnLst/>
              <a:rect l="l" t="t" r="r" b="b"/>
              <a:pathLst>
                <a:path w="1191" h="1299" extrusionOk="0">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122" name="Google Shape;1122;p59"/>
          <p:cNvGrpSpPr/>
          <p:nvPr/>
        </p:nvGrpSpPr>
        <p:grpSpPr>
          <a:xfrm>
            <a:off x="7560799" y="4129387"/>
            <a:ext cx="726084" cy="682527"/>
            <a:chOff x="4815575" y="1416800"/>
            <a:chExt cx="73750" cy="71400"/>
          </a:xfrm>
        </p:grpSpPr>
        <p:sp>
          <p:nvSpPr>
            <p:cNvPr id="1123" name="Google Shape;1123;p59"/>
            <p:cNvSpPr/>
            <p:nvPr/>
          </p:nvSpPr>
          <p:spPr>
            <a:xfrm>
              <a:off x="4815575" y="1416800"/>
              <a:ext cx="43100" cy="52150"/>
            </a:xfrm>
            <a:custGeom>
              <a:avLst/>
              <a:gdLst/>
              <a:ahLst/>
              <a:cxnLst/>
              <a:rect l="l" t="t" r="r" b="b"/>
              <a:pathLst>
                <a:path w="1724" h="2086" extrusionOk="0">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solidFill>
              <a:srgbClr val="A5B7C6"/>
            </a:solidFill>
            <a:ln>
              <a:noFill/>
            </a:ln>
          </p:spPr>
          <p:txBody>
            <a:bodyPr spcFirstLastPara="1" wrap="square" lIns="121900" tIns="121900" rIns="121900" bIns="121900" anchor="ctr" anchorCtr="0">
              <a:noAutofit/>
            </a:bodyPr>
            <a:lstStyle/>
            <a:p>
              <a:endParaRPr sz="2400"/>
            </a:p>
          </p:txBody>
        </p:sp>
        <p:sp>
          <p:nvSpPr>
            <p:cNvPr id="1124" name="Google Shape;1124;p59"/>
            <p:cNvSpPr/>
            <p:nvPr/>
          </p:nvSpPr>
          <p:spPr>
            <a:xfrm>
              <a:off x="4861725" y="1421125"/>
              <a:ext cx="27600" cy="51250"/>
            </a:xfrm>
            <a:custGeom>
              <a:avLst/>
              <a:gdLst/>
              <a:ahLst/>
              <a:cxnLst/>
              <a:rect l="l" t="t" r="r" b="b"/>
              <a:pathLst>
                <a:path w="1104" h="2050" extrusionOk="0">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125" name="Google Shape;1125;p59"/>
            <p:cNvSpPr/>
            <p:nvPr/>
          </p:nvSpPr>
          <p:spPr>
            <a:xfrm>
              <a:off x="4829450" y="1467825"/>
              <a:ext cx="49250" cy="20375"/>
            </a:xfrm>
            <a:custGeom>
              <a:avLst/>
              <a:gdLst/>
              <a:ahLst/>
              <a:cxnLst/>
              <a:rect l="l" t="t" r="r" b="b"/>
              <a:pathLst>
                <a:path w="1970" h="815" extrusionOk="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126" name="Google Shape;1126;p59"/>
          <p:cNvGrpSpPr/>
          <p:nvPr/>
        </p:nvGrpSpPr>
        <p:grpSpPr>
          <a:xfrm>
            <a:off x="8489632" y="4128995"/>
            <a:ext cx="803885" cy="683303"/>
            <a:chOff x="4902475" y="1418875"/>
            <a:chExt cx="74500" cy="63775"/>
          </a:xfrm>
        </p:grpSpPr>
        <p:sp>
          <p:nvSpPr>
            <p:cNvPr id="1127" name="Google Shape;1127;p59"/>
            <p:cNvSpPr/>
            <p:nvPr/>
          </p:nvSpPr>
          <p:spPr>
            <a:xfrm>
              <a:off x="4902475" y="1418875"/>
              <a:ext cx="74500" cy="63775"/>
            </a:xfrm>
            <a:custGeom>
              <a:avLst/>
              <a:gdLst/>
              <a:ahLst/>
              <a:cxnLst/>
              <a:rect l="l" t="t" r="r" b="b"/>
              <a:pathLst>
                <a:path w="2980" h="2551" extrusionOk="0">
                  <a:moveTo>
                    <a:pt x="1703" y="444"/>
                  </a:moveTo>
                  <a:cubicBezTo>
                    <a:pt x="2164" y="444"/>
                    <a:pt x="2539" y="819"/>
                    <a:pt x="2539" y="1281"/>
                  </a:cubicBezTo>
                  <a:cubicBezTo>
                    <a:pt x="2539" y="1784"/>
                    <a:pt x="2126" y="2118"/>
                    <a:pt x="1695" y="2118"/>
                  </a:cubicBezTo>
                  <a:cubicBezTo>
                    <a:pt x="1490" y="2118"/>
                    <a:pt x="1281" y="2042"/>
                    <a:pt x="1111" y="1872"/>
                  </a:cubicBezTo>
                  <a:cubicBezTo>
                    <a:pt x="585" y="1346"/>
                    <a:pt x="960" y="444"/>
                    <a:pt x="1703" y="444"/>
                  </a:cubicBezTo>
                  <a:close/>
                  <a:moveTo>
                    <a:pt x="1697" y="0"/>
                  </a:moveTo>
                  <a:cubicBezTo>
                    <a:pt x="1383" y="0"/>
                    <a:pt x="1063" y="118"/>
                    <a:pt x="801" y="379"/>
                  </a:cubicBezTo>
                  <a:cubicBezTo>
                    <a:pt x="0" y="1180"/>
                    <a:pt x="570" y="2550"/>
                    <a:pt x="1703" y="2550"/>
                  </a:cubicBezTo>
                  <a:cubicBezTo>
                    <a:pt x="2409" y="2550"/>
                    <a:pt x="2979" y="1980"/>
                    <a:pt x="2979" y="1281"/>
                  </a:cubicBezTo>
                  <a:cubicBezTo>
                    <a:pt x="2979" y="510"/>
                    <a:pt x="2353" y="0"/>
                    <a:pt x="1697" y="0"/>
                  </a:cubicBezTo>
                  <a:close/>
                </a:path>
              </a:pathLst>
            </a:custGeom>
            <a:solidFill>
              <a:srgbClr val="374957"/>
            </a:solidFill>
            <a:ln>
              <a:noFill/>
            </a:ln>
          </p:spPr>
          <p:txBody>
            <a:bodyPr spcFirstLastPara="1" wrap="square" lIns="121900" tIns="121900" rIns="121900" bIns="121900" anchor="ctr" anchorCtr="0">
              <a:noAutofit/>
            </a:bodyPr>
            <a:lstStyle/>
            <a:p>
              <a:endParaRPr sz="2400"/>
            </a:p>
          </p:txBody>
        </p:sp>
        <p:sp>
          <p:nvSpPr>
            <p:cNvPr id="1128" name="Google Shape;1128;p59"/>
            <p:cNvSpPr/>
            <p:nvPr/>
          </p:nvSpPr>
          <p:spPr>
            <a:xfrm>
              <a:off x="4916811" y="1418975"/>
              <a:ext cx="59725" cy="63675"/>
            </a:xfrm>
            <a:custGeom>
              <a:avLst/>
              <a:gdLst/>
              <a:ahLst/>
              <a:cxnLst/>
              <a:rect l="l" t="t" r="r" b="b"/>
              <a:pathLst>
                <a:path w="2389" h="2547" extrusionOk="0">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rgbClr val="A5B7C6"/>
            </a:solidFill>
            <a:ln>
              <a:noFill/>
            </a:ln>
          </p:spPr>
          <p:txBody>
            <a:bodyPr spcFirstLastPara="1" wrap="square" lIns="121900" tIns="121900" rIns="121900" bIns="121900" anchor="ctr" anchorCtr="0">
              <a:noAutofit/>
            </a:bodyPr>
            <a:lstStyle/>
            <a:p>
              <a:endParaRPr sz="2400"/>
            </a:p>
          </p:txBody>
        </p:sp>
      </p:grpSp>
      <p:grpSp>
        <p:nvGrpSpPr>
          <p:cNvPr id="1129" name="Google Shape;1129;p59"/>
          <p:cNvGrpSpPr/>
          <p:nvPr/>
        </p:nvGrpSpPr>
        <p:grpSpPr>
          <a:xfrm>
            <a:off x="7710795" y="5114647"/>
            <a:ext cx="687188" cy="700932"/>
            <a:chOff x="4818100" y="1507675"/>
            <a:chExt cx="71225" cy="71625"/>
          </a:xfrm>
        </p:grpSpPr>
        <p:sp>
          <p:nvSpPr>
            <p:cNvPr id="1130" name="Google Shape;1130;p59"/>
            <p:cNvSpPr/>
            <p:nvPr/>
          </p:nvSpPr>
          <p:spPr>
            <a:xfrm>
              <a:off x="4818100" y="1507675"/>
              <a:ext cx="46000" cy="56300"/>
            </a:xfrm>
            <a:custGeom>
              <a:avLst/>
              <a:gdLst/>
              <a:ahLst/>
              <a:cxnLst/>
              <a:rect l="l" t="t" r="r" b="b"/>
              <a:pathLst>
                <a:path w="1840" h="2252" extrusionOk="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solidFill>
              <a:srgbClr val="A5B7C6"/>
            </a:solidFill>
            <a:ln>
              <a:noFill/>
            </a:ln>
          </p:spPr>
          <p:txBody>
            <a:bodyPr spcFirstLastPara="1" wrap="square" lIns="121900" tIns="121900" rIns="121900" bIns="121900" anchor="ctr" anchorCtr="0">
              <a:noAutofit/>
            </a:bodyPr>
            <a:lstStyle/>
            <a:p>
              <a:endParaRPr sz="2400"/>
            </a:p>
          </p:txBody>
        </p:sp>
        <p:sp>
          <p:nvSpPr>
            <p:cNvPr id="1131" name="Google Shape;1131;p59"/>
            <p:cNvSpPr/>
            <p:nvPr/>
          </p:nvSpPr>
          <p:spPr>
            <a:xfrm>
              <a:off x="4869825" y="1519575"/>
              <a:ext cx="19500" cy="23825"/>
            </a:xfrm>
            <a:custGeom>
              <a:avLst/>
              <a:gdLst/>
              <a:ahLst/>
              <a:cxnLst/>
              <a:rect l="l" t="t" r="r" b="b"/>
              <a:pathLst>
                <a:path w="780" h="953" extrusionOk="0">
                  <a:moveTo>
                    <a:pt x="304" y="1"/>
                  </a:moveTo>
                  <a:lnTo>
                    <a:pt x="1" y="354"/>
                  </a:lnTo>
                  <a:cubicBezTo>
                    <a:pt x="181" y="506"/>
                    <a:pt x="289" y="722"/>
                    <a:pt x="311" y="953"/>
                  </a:cubicBezTo>
                  <a:lnTo>
                    <a:pt x="780" y="953"/>
                  </a:lnTo>
                  <a:cubicBezTo>
                    <a:pt x="751" y="585"/>
                    <a:pt x="585" y="239"/>
                    <a:pt x="304" y="1"/>
                  </a:cubicBezTo>
                  <a:close/>
                </a:path>
              </a:pathLst>
            </a:custGeom>
            <a:solidFill>
              <a:srgbClr val="A5B7C6"/>
            </a:solidFill>
            <a:ln>
              <a:noFill/>
            </a:ln>
          </p:spPr>
          <p:txBody>
            <a:bodyPr spcFirstLastPara="1" wrap="square" lIns="121900" tIns="121900" rIns="121900" bIns="121900" anchor="ctr" anchorCtr="0">
              <a:noAutofit/>
            </a:bodyPr>
            <a:lstStyle/>
            <a:p>
              <a:endParaRPr sz="2400"/>
            </a:p>
          </p:txBody>
        </p:sp>
        <p:sp>
          <p:nvSpPr>
            <p:cNvPr id="1132" name="Google Shape;1132;p59"/>
            <p:cNvSpPr/>
            <p:nvPr/>
          </p:nvSpPr>
          <p:spPr>
            <a:xfrm>
              <a:off x="4857575" y="1547700"/>
              <a:ext cx="31575" cy="31600"/>
            </a:xfrm>
            <a:custGeom>
              <a:avLst/>
              <a:gdLst/>
              <a:ahLst/>
              <a:cxnLst/>
              <a:rect l="l" t="t" r="r" b="b"/>
              <a:pathLst>
                <a:path w="1263" h="1264" extrusionOk="0">
                  <a:moveTo>
                    <a:pt x="801" y="1"/>
                  </a:moveTo>
                  <a:cubicBezTo>
                    <a:pt x="758" y="419"/>
                    <a:pt x="426" y="751"/>
                    <a:pt x="1" y="794"/>
                  </a:cubicBezTo>
                  <a:lnTo>
                    <a:pt x="1" y="1263"/>
                  </a:lnTo>
                  <a:cubicBezTo>
                    <a:pt x="679" y="1213"/>
                    <a:pt x="1219" y="679"/>
                    <a:pt x="126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133" name="Google Shape;1133;p59"/>
            <p:cNvSpPr/>
            <p:nvPr/>
          </p:nvSpPr>
          <p:spPr>
            <a:xfrm>
              <a:off x="4829800" y="1560150"/>
              <a:ext cx="23650" cy="18950"/>
            </a:xfrm>
            <a:custGeom>
              <a:avLst/>
              <a:gdLst/>
              <a:ahLst/>
              <a:cxnLst/>
              <a:rect l="l" t="t" r="r" b="b"/>
              <a:pathLst>
                <a:path w="946" h="758" extrusionOk="0">
                  <a:moveTo>
                    <a:pt x="376" y="1"/>
                  </a:moveTo>
                  <a:lnTo>
                    <a:pt x="1" y="282"/>
                  </a:lnTo>
                  <a:cubicBezTo>
                    <a:pt x="239" y="563"/>
                    <a:pt x="578" y="736"/>
                    <a:pt x="946" y="758"/>
                  </a:cubicBezTo>
                  <a:lnTo>
                    <a:pt x="946" y="289"/>
                  </a:lnTo>
                  <a:cubicBezTo>
                    <a:pt x="722" y="267"/>
                    <a:pt x="520" y="166"/>
                    <a:pt x="376"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134" name="Google Shape;1134;p59"/>
          <p:cNvGrpSpPr/>
          <p:nvPr/>
        </p:nvGrpSpPr>
        <p:grpSpPr>
          <a:xfrm>
            <a:off x="6828265" y="5143357"/>
            <a:ext cx="697275" cy="653159"/>
            <a:chOff x="4721450" y="1509475"/>
            <a:chExt cx="79350" cy="74325"/>
          </a:xfrm>
        </p:grpSpPr>
        <p:sp>
          <p:nvSpPr>
            <p:cNvPr id="1135" name="Google Shape;1135;p59"/>
            <p:cNvSpPr/>
            <p:nvPr/>
          </p:nvSpPr>
          <p:spPr>
            <a:xfrm>
              <a:off x="4729025" y="1509475"/>
              <a:ext cx="27050" cy="26725"/>
            </a:xfrm>
            <a:custGeom>
              <a:avLst/>
              <a:gdLst/>
              <a:ahLst/>
              <a:cxnLst/>
              <a:rect l="l" t="t" r="r" b="b"/>
              <a:pathLst>
                <a:path w="1082" h="1069" extrusionOk="0">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solidFill>
              <a:srgbClr val="374957"/>
            </a:solidFill>
            <a:ln>
              <a:noFill/>
            </a:ln>
          </p:spPr>
          <p:txBody>
            <a:bodyPr spcFirstLastPara="1" wrap="square" lIns="121900" tIns="121900" rIns="121900" bIns="121900" anchor="ctr" anchorCtr="0">
              <a:noAutofit/>
            </a:bodyPr>
            <a:lstStyle/>
            <a:p>
              <a:endParaRPr sz="2400"/>
            </a:p>
          </p:txBody>
        </p:sp>
        <p:sp>
          <p:nvSpPr>
            <p:cNvPr id="1136" name="Google Shape;1136;p59"/>
            <p:cNvSpPr/>
            <p:nvPr/>
          </p:nvSpPr>
          <p:spPr>
            <a:xfrm>
              <a:off x="4721450" y="1533275"/>
              <a:ext cx="32300" cy="42600"/>
            </a:xfrm>
            <a:custGeom>
              <a:avLst/>
              <a:gdLst/>
              <a:ahLst/>
              <a:cxnLst/>
              <a:rect l="l" t="t" r="r" b="b"/>
              <a:pathLst>
                <a:path w="1292" h="1704" extrusionOk="0">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137" name="Google Shape;1137;p59"/>
            <p:cNvSpPr/>
            <p:nvPr/>
          </p:nvSpPr>
          <p:spPr>
            <a:xfrm>
              <a:off x="4750650" y="1551675"/>
              <a:ext cx="42950" cy="32125"/>
            </a:xfrm>
            <a:custGeom>
              <a:avLst/>
              <a:gdLst/>
              <a:ahLst/>
              <a:cxnLst/>
              <a:rect l="l" t="t" r="r" b="b"/>
              <a:pathLst>
                <a:path w="1718" h="1285" extrusionOk="0">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138" name="Google Shape;1138;p59"/>
            <p:cNvSpPr/>
            <p:nvPr/>
          </p:nvSpPr>
          <p:spPr>
            <a:xfrm>
              <a:off x="4761300" y="1510025"/>
              <a:ext cx="39500" cy="44375"/>
            </a:xfrm>
            <a:custGeom>
              <a:avLst/>
              <a:gdLst/>
              <a:ahLst/>
              <a:cxnLst/>
              <a:rect l="l" t="t" r="r" b="b"/>
              <a:pathLst>
                <a:path w="1580" h="1775" extrusionOk="0">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solidFill>
              <a:srgbClr val="A5B7C6"/>
            </a:solidFill>
            <a:ln>
              <a:noFill/>
            </a:ln>
          </p:spPr>
          <p:txBody>
            <a:bodyPr spcFirstLastPara="1" wrap="square" lIns="121900" tIns="121900" rIns="121900" bIns="121900" anchor="ctr" anchorCtr="0">
              <a:noAutofit/>
            </a:bodyPr>
            <a:lstStyle/>
            <a:p>
              <a:endParaRPr sz="2400"/>
            </a:p>
          </p:txBody>
        </p:sp>
      </p:grpSp>
      <p:grpSp>
        <p:nvGrpSpPr>
          <p:cNvPr id="1139" name="Google Shape;1139;p59"/>
          <p:cNvGrpSpPr/>
          <p:nvPr/>
        </p:nvGrpSpPr>
        <p:grpSpPr>
          <a:xfrm>
            <a:off x="8592588" y="5116359"/>
            <a:ext cx="700939" cy="713915"/>
            <a:chOff x="4906800" y="1507500"/>
            <a:chExt cx="70350" cy="71075"/>
          </a:xfrm>
        </p:grpSpPr>
        <p:sp>
          <p:nvSpPr>
            <p:cNvPr id="1140" name="Google Shape;1140;p59"/>
            <p:cNvSpPr/>
            <p:nvPr/>
          </p:nvSpPr>
          <p:spPr>
            <a:xfrm>
              <a:off x="4916000" y="1507500"/>
              <a:ext cx="30850" cy="24000"/>
            </a:xfrm>
            <a:custGeom>
              <a:avLst/>
              <a:gdLst/>
              <a:ahLst/>
              <a:cxnLst/>
              <a:rect l="l" t="t" r="r" b="b"/>
              <a:pathLst>
                <a:path w="1234" h="960" extrusionOk="0">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BAC8D3"/>
            </a:solidFill>
            <a:ln>
              <a:noFill/>
            </a:ln>
          </p:spPr>
          <p:txBody>
            <a:bodyPr spcFirstLastPara="1" wrap="square" lIns="121900" tIns="121900" rIns="121900" bIns="121900" anchor="ctr" anchorCtr="0">
              <a:noAutofit/>
            </a:bodyPr>
            <a:lstStyle/>
            <a:p>
              <a:endParaRPr sz="2400"/>
            </a:p>
          </p:txBody>
        </p:sp>
        <p:sp>
          <p:nvSpPr>
            <p:cNvPr id="1141" name="Google Shape;1141;p59"/>
            <p:cNvSpPr/>
            <p:nvPr/>
          </p:nvSpPr>
          <p:spPr>
            <a:xfrm>
              <a:off x="4906800" y="1533825"/>
              <a:ext cx="19675" cy="32475"/>
            </a:xfrm>
            <a:custGeom>
              <a:avLst/>
              <a:gdLst/>
              <a:ahLst/>
              <a:cxnLst/>
              <a:rect l="l" t="t" r="r" b="b"/>
              <a:pathLst>
                <a:path w="787" h="1299" extrusionOk="0">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A5B7C6"/>
            </a:solidFill>
            <a:ln>
              <a:noFill/>
            </a:ln>
          </p:spPr>
          <p:txBody>
            <a:bodyPr spcFirstLastPara="1" wrap="square" lIns="121900" tIns="121900" rIns="121900" bIns="121900" anchor="ctr" anchorCtr="0">
              <a:noAutofit/>
            </a:bodyPr>
            <a:lstStyle/>
            <a:p>
              <a:endParaRPr sz="2400"/>
            </a:p>
          </p:txBody>
        </p:sp>
        <p:sp>
          <p:nvSpPr>
            <p:cNvPr id="1142" name="Google Shape;1142;p59"/>
            <p:cNvSpPr/>
            <p:nvPr/>
          </p:nvSpPr>
          <p:spPr>
            <a:xfrm>
              <a:off x="4926625" y="1561950"/>
              <a:ext cx="30675" cy="16625"/>
            </a:xfrm>
            <a:custGeom>
              <a:avLst/>
              <a:gdLst/>
              <a:ahLst/>
              <a:cxnLst/>
              <a:rect l="l" t="t" r="r" b="b"/>
              <a:pathLst>
                <a:path w="1227" h="665" extrusionOk="0">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143" name="Google Shape;1143;p59"/>
            <p:cNvSpPr/>
            <p:nvPr/>
          </p:nvSpPr>
          <p:spPr>
            <a:xfrm>
              <a:off x="4957475" y="1541400"/>
              <a:ext cx="19675" cy="27800"/>
            </a:xfrm>
            <a:custGeom>
              <a:avLst/>
              <a:gdLst/>
              <a:ahLst/>
              <a:cxnLst/>
              <a:rect l="l" t="t" r="r" b="b"/>
              <a:pathLst>
                <a:path w="787" h="1112" extrusionOk="0">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144" name="Google Shape;1144;p59"/>
            <p:cNvSpPr/>
            <p:nvPr/>
          </p:nvSpPr>
          <p:spPr>
            <a:xfrm>
              <a:off x="4951325" y="1512550"/>
              <a:ext cx="24925" cy="26350"/>
            </a:xfrm>
            <a:custGeom>
              <a:avLst/>
              <a:gdLst/>
              <a:ahLst/>
              <a:cxnLst/>
              <a:rect l="l" t="t" r="r" b="b"/>
              <a:pathLst>
                <a:path w="997" h="1054" extrusionOk="0">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solidFill>
              <a:srgbClr val="374957"/>
            </a:solidFill>
            <a:ln>
              <a:noFill/>
            </a:ln>
          </p:spPr>
          <p:txBody>
            <a:bodyPr spcFirstLastPara="1" wrap="square" lIns="121900" tIns="121900" rIns="121900" bIns="121900" anchor="ctr" anchorCtr="0">
              <a:noAutofit/>
            </a:bodyPr>
            <a:lstStyle/>
            <a:p>
              <a:endParaRPr sz="2400"/>
            </a:p>
          </p:txBody>
        </p:sp>
      </p:grpSp>
      <p:grpSp>
        <p:nvGrpSpPr>
          <p:cNvPr id="1145" name="Google Shape;1145;p59"/>
          <p:cNvGrpSpPr/>
          <p:nvPr/>
        </p:nvGrpSpPr>
        <p:grpSpPr>
          <a:xfrm>
            <a:off x="5969684" y="3124334"/>
            <a:ext cx="677405" cy="677460"/>
            <a:chOff x="3736598" y="2170606"/>
            <a:chExt cx="404889" cy="404889"/>
          </a:xfrm>
        </p:grpSpPr>
        <p:sp>
          <p:nvSpPr>
            <p:cNvPr id="1146" name="Google Shape;1146;p59"/>
            <p:cNvSpPr/>
            <p:nvPr/>
          </p:nvSpPr>
          <p:spPr>
            <a:xfrm>
              <a:off x="3950281" y="2170846"/>
              <a:ext cx="191206" cy="231947"/>
            </a:xfrm>
            <a:custGeom>
              <a:avLst/>
              <a:gdLst/>
              <a:ahLst/>
              <a:cxnLst/>
              <a:rect l="l" t="t" r="r" b="b"/>
              <a:pathLst>
                <a:path w="8781" h="10652" extrusionOk="0">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solidFill>
              <a:srgbClr val="F8FAFB"/>
            </a:solidFill>
            <a:ln>
              <a:noFill/>
            </a:ln>
          </p:spPr>
          <p:txBody>
            <a:bodyPr spcFirstLastPara="1" wrap="square" lIns="121900" tIns="121900" rIns="121900" bIns="121900" anchor="ctr" anchorCtr="0">
              <a:noAutofit/>
            </a:bodyPr>
            <a:lstStyle/>
            <a:p>
              <a:endParaRPr sz="2400"/>
            </a:p>
          </p:txBody>
        </p:sp>
        <p:sp>
          <p:nvSpPr>
            <p:cNvPr id="1147" name="Google Shape;1147;p59"/>
            <p:cNvSpPr/>
            <p:nvPr/>
          </p:nvSpPr>
          <p:spPr>
            <a:xfrm>
              <a:off x="3737099" y="2170606"/>
              <a:ext cx="231947" cy="191446"/>
            </a:xfrm>
            <a:custGeom>
              <a:avLst/>
              <a:gdLst/>
              <a:ahLst/>
              <a:cxnLst/>
              <a:rect l="l" t="t" r="r" b="b"/>
              <a:pathLst>
                <a:path w="10652" h="8792" extrusionOk="0">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solidFill>
              <a:srgbClr val="374957"/>
            </a:solidFill>
            <a:ln>
              <a:noFill/>
            </a:ln>
          </p:spPr>
          <p:txBody>
            <a:bodyPr spcFirstLastPara="1" wrap="square" lIns="121900" tIns="121900" rIns="121900" bIns="121900" anchor="ctr" anchorCtr="0">
              <a:noAutofit/>
            </a:bodyPr>
            <a:lstStyle/>
            <a:p>
              <a:endParaRPr sz="2400"/>
            </a:p>
          </p:txBody>
        </p:sp>
        <p:sp>
          <p:nvSpPr>
            <p:cNvPr id="1148" name="Google Shape;1148;p59"/>
            <p:cNvSpPr/>
            <p:nvPr/>
          </p:nvSpPr>
          <p:spPr>
            <a:xfrm>
              <a:off x="3909539" y="2384027"/>
              <a:ext cx="231686" cy="191468"/>
            </a:xfrm>
            <a:custGeom>
              <a:avLst/>
              <a:gdLst/>
              <a:ahLst/>
              <a:cxnLst/>
              <a:rect l="l" t="t" r="r" b="b"/>
              <a:pathLst>
                <a:path w="10640" h="8793" extrusionOk="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solidFill>
              <a:srgbClr val="BAC8D3"/>
            </a:solidFill>
            <a:ln>
              <a:noFill/>
            </a:ln>
          </p:spPr>
          <p:txBody>
            <a:bodyPr spcFirstLastPara="1" wrap="square" lIns="121900" tIns="121900" rIns="121900" bIns="121900" anchor="ctr" anchorCtr="0">
              <a:noAutofit/>
            </a:bodyPr>
            <a:lstStyle/>
            <a:p>
              <a:endParaRPr sz="2400"/>
            </a:p>
          </p:txBody>
        </p:sp>
        <p:sp>
          <p:nvSpPr>
            <p:cNvPr id="1149" name="Google Shape;1149;p59"/>
            <p:cNvSpPr/>
            <p:nvPr/>
          </p:nvSpPr>
          <p:spPr>
            <a:xfrm>
              <a:off x="3736598" y="2343307"/>
              <a:ext cx="191707" cy="231686"/>
            </a:xfrm>
            <a:custGeom>
              <a:avLst/>
              <a:gdLst/>
              <a:ahLst/>
              <a:cxnLst/>
              <a:rect l="l" t="t" r="r" b="b"/>
              <a:pathLst>
                <a:path w="8804" h="10640" extrusionOk="0">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150" name="Google Shape;1150;p59"/>
          <p:cNvGrpSpPr/>
          <p:nvPr/>
        </p:nvGrpSpPr>
        <p:grpSpPr>
          <a:xfrm>
            <a:off x="5020404" y="3124460"/>
            <a:ext cx="767720" cy="677205"/>
            <a:chOff x="3161917" y="2170682"/>
            <a:chExt cx="458870" cy="404737"/>
          </a:xfrm>
        </p:grpSpPr>
        <p:sp>
          <p:nvSpPr>
            <p:cNvPr id="1151" name="Google Shape;1151;p59"/>
            <p:cNvSpPr/>
            <p:nvPr/>
          </p:nvSpPr>
          <p:spPr>
            <a:xfrm>
              <a:off x="3161917" y="2170682"/>
              <a:ext cx="277174" cy="291676"/>
            </a:xfrm>
            <a:custGeom>
              <a:avLst/>
              <a:gdLst/>
              <a:ahLst/>
              <a:cxnLst/>
              <a:rect l="l" t="t" r="r" b="b"/>
              <a:pathLst>
                <a:path w="12729" h="13395" extrusionOk="0">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solidFill>
              <a:srgbClr val="374957"/>
            </a:solidFill>
            <a:ln>
              <a:noFill/>
            </a:ln>
          </p:spPr>
          <p:txBody>
            <a:bodyPr spcFirstLastPara="1" wrap="square" lIns="0" tIns="0" rIns="0" bIns="0" anchor="ctr" anchorCtr="0">
              <a:noAutofit/>
            </a:bodyPr>
            <a:lstStyle/>
            <a:p>
              <a:endParaRPr sz="2400"/>
            </a:p>
          </p:txBody>
        </p:sp>
        <p:sp>
          <p:nvSpPr>
            <p:cNvPr id="1152" name="Google Shape;1152;p59"/>
            <p:cNvSpPr/>
            <p:nvPr/>
          </p:nvSpPr>
          <p:spPr>
            <a:xfrm>
              <a:off x="3420326" y="2170922"/>
              <a:ext cx="200461" cy="302934"/>
            </a:xfrm>
            <a:custGeom>
              <a:avLst/>
              <a:gdLst/>
              <a:ahLst/>
              <a:cxnLst/>
              <a:rect l="l" t="t" r="r" b="b"/>
              <a:pathLst>
                <a:path w="9206" h="13912" extrusionOk="0">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solidFill>
              <a:srgbClr val="F8FAFB"/>
            </a:solidFill>
            <a:ln>
              <a:noFill/>
            </a:ln>
          </p:spPr>
          <p:txBody>
            <a:bodyPr spcFirstLastPara="1" wrap="square" lIns="121900" tIns="121900" rIns="121900" bIns="121900" anchor="ctr" anchorCtr="0">
              <a:noAutofit/>
            </a:bodyPr>
            <a:lstStyle/>
            <a:p>
              <a:endParaRPr sz="2400"/>
            </a:p>
          </p:txBody>
        </p:sp>
        <p:sp>
          <p:nvSpPr>
            <p:cNvPr id="1153" name="Google Shape;1153;p59"/>
            <p:cNvSpPr/>
            <p:nvPr/>
          </p:nvSpPr>
          <p:spPr>
            <a:xfrm>
              <a:off x="3233645" y="2417594"/>
              <a:ext cx="344393" cy="157825"/>
            </a:xfrm>
            <a:custGeom>
              <a:avLst/>
              <a:gdLst/>
              <a:ahLst/>
              <a:cxnLst/>
              <a:rect l="l" t="t" r="r" b="b"/>
              <a:pathLst>
                <a:path w="15816" h="7248" extrusionOk="0">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154" name="Google Shape;1154;p59"/>
          <p:cNvGrpSpPr/>
          <p:nvPr/>
        </p:nvGrpSpPr>
        <p:grpSpPr>
          <a:xfrm>
            <a:off x="5057111" y="4138290"/>
            <a:ext cx="694307" cy="664756"/>
            <a:chOff x="3179914" y="2889488"/>
            <a:chExt cx="422876" cy="404911"/>
          </a:xfrm>
        </p:grpSpPr>
        <p:sp>
          <p:nvSpPr>
            <p:cNvPr id="1155" name="Google Shape;1155;p59"/>
            <p:cNvSpPr/>
            <p:nvPr/>
          </p:nvSpPr>
          <p:spPr>
            <a:xfrm>
              <a:off x="3402328" y="2889749"/>
              <a:ext cx="163726" cy="157477"/>
            </a:xfrm>
            <a:custGeom>
              <a:avLst/>
              <a:gdLst/>
              <a:ahLst/>
              <a:cxnLst/>
              <a:rect l="l" t="t" r="r" b="b"/>
              <a:pathLst>
                <a:path w="7519" h="7232" extrusionOk="0">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1156" name="Google Shape;1156;p59"/>
            <p:cNvSpPr/>
            <p:nvPr/>
          </p:nvSpPr>
          <p:spPr>
            <a:xfrm>
              <a:off x="3467807" y="3000956"/>
              <a:ext cx="134983" cy="191707"/>
            </a:xfrm>
            <a:custGeom>
              <a:avLst/>
              <a:gdLst/>
              <a:ahLst/>
              <a:cxnLst/>
              <a:rect l="l" t="t" r="r" b="b"/>
              <a:pathLst>
                <a:path w="6199" h="8804" extrusionOk="0">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rgbClr val="A5B7C6"/>
            </a:solidFill>
            <a:ln>
              <a:noFill/>
            </a:ln>
          </p:spPr>
          <p:txBody>
            <a:bodyPr spcFirstLastPara="1" wrap="square" lIns="121900" tIns="121900" rIns="121900" bIns="121900" anchor="ctr" anchorCtr="0">
              <a:noAutofit/>
            </a:bodyPr>
            <a:lstStyle/>
            <a:p>
              <a:endParaRPr sz="2400"/>
            </a:p>
          </p:txBody>
        </p:sp>
        <p:sp>
          <p:nvSpPr>
            <p:cNvPr id="1157" name="Google Shape;1157;p59"/>
            <p:cNvSpPr/>
            <p:nvPr/>
          </p:nvSpPr>
          <p:spPr>
            <a:xfrm>
              <a:off x="3222637" y="2889488"/>
              <a:ext cx="198457" cy="149224"/>
            </a:xfrm>
            <a:custGeom>
              <a:avLst/>
              <a:gdLst/>
              <a:ahLst/>
              <a:cxnLst/>
              <a:rect l="l" t="t" r="r" b="b"/>
              <a:pathLst>
                <a:path w="9114" h="6853" extrusionOk="0">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rgbClr val="F8FAFB"/>
            </a:solidFill>
            <a:ln>
              <a:noFill/>
            </a:ln>
          </p:spPr>
          <p:txBody>
            <a:bodyPr spcFirstLastPara="1" wrap="square" lIns="121900" tIns="121900" rIns="121900" bIns="121900" anchor="ctr" anchorCtr="0">
              <a:noAutofit/>
            </a:bodyPr>
            <a:lstStyle/>
            <a:p>
              <a:endParaRPr sz="2400"/>
            </a:p>
          </p:txBody>
        </p:sp>
        <p:sp>
          <p:nvSpPr>
            <p:cNvPr id="1158" name="Google Shape;1158;p59"/>
            <p:cNvSpPr/>
            <p:nvPr/>
          </p:nvSpPr>
          <p:spPr>
            <a:xfrm>
              <a:off x="3179914" y="2991462"/>
              <a:ext cx="133960" cy="190205"/>
            </a:xfrm>
            <a:custGeom>
              <a:avLst/>
              <a:gdLst/>
              <a:ahLst/>
              <a:cxnLst/>
              <a:rect l="l" t="t" r="r" b="b"/>
              <a:pathLst>
                <a:path w="6152" h="8735" extrusionOk="0">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rgbClr val="374957"/>
            </a:solidFill>
            <a:ln>
              <a:noFill/>
            </a:ln>
          </p:spPr>
          <p:txBody>
            <a:bodyPr spcFirstLastPara="1" wrap="square" lIns="121900" tIns="121900" rIns="121900" bIns="121900" anchor="ctr" anchorCtr="0">
              <a:noAutofit/>
            </a:bodyPr>
            <a:lstStyle/>
            <a:p>
              <a:endParaRPr sz="2400"/>
            </a:p>
          </p:txBody>
        </p:sp>
        <p:sp>
          <p:nvSpPr>
            <p:cNvPr id="1159" name="Google Shape;1159;p59"/>
            <p:cNvSpPr/>
            <p:nvPr/>
          </p:nvSpPr>
          <p:spPr>
            <a:xfrm>
              <a:off x="3215887" y="3136661"/>
              <a:ext cx="162725" cy="157477"/>
            </a:xfrm>
            <a:custGeom>
              <a:avLst/>
              <a:gdLst/>
              <a:ahLst/>
              <a:cxnLst/>
              <a:rect l="l" t="t" r="r" b="b"/>
              <a:pathLst>
                <a:path w="7473" h="7232" extrusionOk="0">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160" name="Google Shape;1160;p59"/>
            <p:cNvSpPr/>
            <p:nvPr/>
          </p:nvSpPr>
          <p:spPr>
            <a:xfrm>
              <a:off x="3359605" y="3146677"/>
              <a:ext cx="200439" cy="147722"/>
            </a:xfrm>
            <a:custGeom>
              <a:avLst/>
              <a:gdLst/>
              <a:ahLst/>
              <a:cxnLst/>
              <a:rect l="l" t="t" r="r" b="b"/>
              <a:pathLst>
                <a:path w="9205" h="6784" extrusionOk="0">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161" name="Google Shape;1161;p59"/>
          <p:cNvGrpSpPr/>
          <p:nvPr/>
        </p:nvGrpSpPr>
        <p:grpSpPr>
          <a:xfrm>
            <a:off x="5895352" y="4138236"/>
            <a:ext cx="688193" cy="664864"/>
            <a:chOff x="3729467" y="2889422"/>
            <a:chExt cx="419153" cy="404977"/>
          </a:xfrm>
        </p:grpSpPr>
        <p:sp>
          <p:nvSpPr>
            <p:cNvPr id="1162" name="Google Shape;1162;p59"/>
            <p:cNvSpPr/>
            <p:nvPr/>
          </p:nvSpPr>
          <p:spPr>
            <a:xfrm>
              <a:off x="4014137" y="2974913"/>
              <a:ext cx="134482" cy="178707"/>
            </a:xfrm>
            <a:custGeom>
              <a:avLst/>
              <a:gdLst/>
              <a:ahLst/>
              <a:cxnLst/>
              <a:rect l="l" t="t" r="r" b="b"/>
              <a:pathLst>
                <a:path w="6176" h="8207" extrusionOk="0">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163" name="Google Shape;1163;p59"/>
            <p:cNvSpPr/>
            <p:nvPr/>
          </p:nvSpPr>
          <p:spPr>
            <a:xfrm>
              <a:off x="3741225" y="3095375"/>
              <a:ext cx="148963" cy="173460"/>
            </a:xfrm>
            <a:custGeom>
              <a:avLst/>
              <a:gdLst/>
              <a:ahLst/>
              <a:cxnLst/>
              <a:rect l="l" t="t" r="r" b="b"/>
              <a:pathLst>
                <a:path w="6841" h="7966" extrusionOk="0">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1164" name="Google Shape;1164;p59"/>
            <p:cNvSpPr/>
            <p:nvPr/>
          </p:nvSpPr>
          <p:spPr>
            <a:xfrm>
              <a:off x="3949660" y="2889684"/>
              <a:ext cx="146219" cy="145980"/>
            </a:xfrm>
            <a:custGeom>
              <a:avLst/>
              <a:gdLst/>
              <a:ahLst/>
              <a:cxnLst/>
              <a:rect l="l" t="t" r="r" b="b"/>
              <a:pathLst>
                <a:path w="6715" h="6704" extrusionOk="0">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165" name="Google Shape;1165;p59"/>
            <p:cNvSpPr/>
            <p:nvPr/>
          </p:nvSpPr>
          <p:spPr>
            <a:xfrm>
              <a:off x="3847947" y="3172089"/>
              <a:ext cx="167210" cy="122310"/>
            </a:xfrm>
            <a:custGeom>
              <a:avLst/>
              <a:gdLst/>
              <a:ahLst/>
              <a:cxnLst/>
              <a:rect l="l" t="t" r="r" b="b"/>
              <a:pathLst>
                <a:path w="7679" h="5617" extrusionOk="0">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solidFill>
              <a:srgbClr val="F8FAFB"/>
            </a:solidFill>
            <a:ln>
              <a:noFill/>
            </a:ln>
          </p:spPr>
          <p:txBody>
            <a:bodyPr spcFirstLastPara="1" wrap="square" lIns="121900" tIns="121900" rIns="121900" bIns="121900" anchor="ctr" anchorCtr="0">
              <a:noAutofit/>
            </a:bodyPr>
            <a:lstStyle/>
            <a:p>
              <a:endParaRPr sz="2400"/>
            </a:p>
          </p:txBody>
        </p:sp>
        <p:sp>
          <p:nvSpPr>
            <p:cNvPr id="1166" name="Google Shape;1166;p59"/>
            <p:cNvSpPr/>
            <p:nvPr/>
          </p:nvSpPr>
          <p:spPr>
            <a:xfrm>
              <a:off x="3974658" y="3122616"/>
              <a:ext cx="158457" cy="151206"/>
            </a:xfrm>
            <a:custGeom>
              <a:avLst/>
              <a:gdLst/>
              <a:ahLst/>
              <a:cxnLst/>
              <a:rect l="l" t="t" r="r" b="b"/>
              <a:pathLst>
                <a:path w="7277" h="6944" extrusionOk="0">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solidFill>
              <a:srgbClr val="374957"/>
            </a:solidFill>
            <a:ln>
              <a:noFill/>
            </a:ln>
          </p:spPr>
          <p:txBody>
            <a:bodyPr spcFirstLastPara="1" wrap="square" lIns="121900" tIns="121900" rIns="121900" bIns="121900" anchor="ctr" anchorCtr="0">
              <a:noAutofit/>
            </a:bodyPr>
            <a:lstStyle/>
            <a:p>
              <a:endParaRPr sz="2400"/>
            </a:p>
          </p:txBody>
        </p:sp>
        <p:sp>
          <p:nvSpPr>
            <p:cNvPr id="1167" name="Google Shape;1167;p59"/>
            <p:cNvSpPr/>
            <p:nvPr/>
          </p:nvSpPr>
          <p:spPr>
            <a:xfrm>
              <a:off x="3729467" y="2966660"/>
              <a:ext cx="138990" cy="158718"/>
            </a:xfrm>
            <a:custGeom>
              <a:avLst/>
              <a:gdLst/>
              <a:ahLst/>
              <a:cxnLst/>
              <a:rect l="l" t="t" r="r" b="b"/>
              <a:pathLst>
                <a:path w="6383" h="7289" extrusionOk="0">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1168" name="Google Shape;1168;p59"/>
            <p:cNvSpPr/>
            <p:nvPr/>
          </p:nvSpPr>
          <p:spPr>
            <a:xfrm>
              <a:off x="3787716" y="2889422"/>
              <a:ext cx="180449" cy="139229"/>
            </a:xfrm>
            <a:custGeom>
              <a:avLst/>
              <a:gdLst/>
              <a:ahLst/>
              <a:cxnLst/>
              <a:rect l="l" t="t" r="r" b="b"/>
              <a:pathLst>
                <a:path w="8287" h="6394" extrusionOk="0">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solidFill>
              <a:srgbClr val="A5B7C6"/>
            </a:solidFill>
            <a:ln>
              <a:noFill/>
            </a:ln>
          </p:spPr>
          <p:txBody>
            <a:bodyPr spcFirstLastPara="1" wrap="square" lIns="121900" tIns="121900" rIns="121900" bIns="121900" anchor="ctr" anchorCtr="0">
              <a:noAutofit/>
            </a:bodyPr>
            <a:lstStyle/>
            <a:p>
              <a:endParaRPr sz="2400"/>
            </a:p>
          </p:txBody>
        </p:sp>
      </p:grpSp>
      <p:grpSp>
        <p:nvGrpSpPr>
          <p:cNvPr id="1173" name="Google Shape;1173;p59"/>
          <p:cNvGrpSpPr/>
          <p:nvPr/>
        </p:nvGrpSpPr>
        <p:grpSpPr>
          <a:xfrm>
            <a:off x="9522455" y="3400750"/>
            <a:ext cx="221964" cy="188663"/>
            <a:chOff x="4660325" y="1866850"/>
            <a:chExt cx="68350" cy="58100"/>
          </a:xfrm>
        </p:grpSpPr>
        <p:sp>
          <p:nvSpPr>
            <p:cNvPr id="1174" name="Google Shape;1174;p59"/>
            <p:cNvSpPr/>
            <p:nvPr/>
          </p:nvSpPr>
          <p:spPr>
            <a:xfrm>
              <a:off x="4660325" y="1866850"/>
              <a:ext cx="37700" cy="58100"/>
            </a:xfrm>
            <a:custGeom>
              <a:avLst/>
              <a:gdLst/>
              <a:ahLst/>
              <a:cxnLst/>
              <a:rect l="l" t="t" r="r" b="b"/>
              <a:pathLst>
                <a:path w="1508" h="2324" extrusionOk="0">
                  <a:moveTo>
                    <a:pt x="346" y="1"/>
                  </a:moveTo>
                  <a:lnTo>
                    <a:pt x="0" y="354"/>
                  </a:lnTo>
                  <a:lnTo>
                    <a:pt x="815" y="1162"/>
                  </a:lnTo>
                  <a:lnTo>
                    <a:pt x="0" y="1977"/>
                  </a:lnTo>
                  <a:lnTo>
                    <a:pt x="346" y="2323"/>
                  </a:lnTo>
                  <a:lnTo>
                    <a:pt x="1508" y="1162"/>
                  </a:lnTo>
                  <a:lnTo>
                    <a:pt x="346"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175" name="Google Shape;1175;p59"/>
            <p:cNvSpPr/>
            <p:nvPr/>
          </p:nvSpPr>
          <p:spPr>
            <a:xfrm>
              <a:off x="4690975" y="1866850"/>
              <a:ext cx="37700" cy="58100"/>
            </a:xfrm>
            <a:custGeom>
              <a:avLst/>
              <a:gdLst/>
              <a:ahLst/>
              <a:cxnLst/>
              <a:rect l="l" t="t" r="r" b="b"/>
              <a:pathLst>
                <a:path w="1508" h="2324" extrusionOk="0">
                  <a:moveTo>
                    <a:pt x="346" y="1"/>
                  </a:moveTo>
                  <a:lnTo>
                    <a:pt x="0" y="354"/>
                  </a:lnTo>
                  <a:lnTo>
                    <a:pt x="808" y="1162"/>
                  </a:lnTo>
                  <a:lnTo>
                    <a:pt x="0" y="1977"/>
                  </a:lnTo>
                  <a:lnTo>
                    <a:pt x="346" y="2323"/>
                  </a:lnTo>
                  <a:lnTo>
                    <a:pt x="1508" y="1162"/>
                  </a:lnTo>
                  <a:lnTo>
                    <a:pt x="346"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176" name="Google Shape;1176;p59"/>
          <p:cNvGrpSpPr/>
          <p:nvPr/>
        </p:nvGrpSpPr>
        <p:grpSpPr>
          <a:xfrm>
            <a:off x="9934915" y="3435049"/>
            <a:ext cx="216687" cy="120065"/>
            <a:chOff x="4791775" y="1877500"/>
            <a:chExt cx="66725" cy="36975"/>
          </a:xfrm>
        </p:grpSpPr>
        <p:sp>
          <p:nvSpPr>
            <p:cNvPr id="1177" name="Google Shape;1177;p59"/>
            <p:cNvSpPr/>
            <p:nvPr/>
          </p:nvSpPr>
          <p:spPr>
            <a:xfrm>
              <a:off x="4791775" y="1877500"/>
              <a:ext cx="36075" cy="36975"/>
            </a:xfrm>
            <a:custGeom>
              <a:avLst/>
              <a:gdLst/>
              <a:ahLst/>
              <a:cxnLst/>
              <a:rect l="l" t="t" r="r" b="b"/>
              <a:pathLst>
                <a:path w="1443" h="1479" extrusionOk="0">
                  <a:moveTo>
                    <a:pt x="0" y="0"/>
                  </a:moveTo>
                  <a:lnTo>
                    <a:pt x="743" y="736"/>
                  </a:lnTo>
                  <a:lnTo>
                    <a:pt x="0" y="1479"/>
                  </a:lnTo>
                  <a:lnTo>
                    <a:pt x="700" y="1479"/>
                  </a:lnTo>
                  <a:lnTo>
                    <a:pt x="1442" y="736"/>
                  </a:lnTo>
                  <a:lnTo>
                    <a:pt x="700"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178" name="Google Shape;1178;p59"/>
            <p:cNvSpPr/>
            <p:nvPr/>
          </p:nvSpPr>
          <p:spPr>
            <a:xfrm>
              <a:off x="4822425" y="1877500"/>
              <a:ext cx="36075" cy="36975"/>
            </a:xfrm>
            <a:custGeom>
              <a:avLst/>
              <a:gdLst/>
              <a:ahLst/>
              <a:cxnLst/>
              <a:rect l="l" t="t" r="r" b="b"/>
              <a:pathLst>
                <a:path w="1443" h="1479" extrusionOk="0">
                  <a:moveTo>
                    <a:pt x="0" y="0"/>
                  </a:moveTo>
                  <a:lnTo>
                    <a:pt x="743" y="736"/>
                  </a:lnTo>
                  <a:lnTo>
                    <a:pt x="0" y="1479"/>
                  </a:lnTo>
                  <a:lnTo>
                    <a:pt x="700" y="1479"/>
                  </a:lnTo>
                  <a:lnTo>
                    <a:pt x="1443" y="736"/>
                  </a:lnTo>
                  <a:lnTo>
                    <a:pt x="700"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179" name="Google Shape;1179;p59"/>
          <p:cNvGrpSpPr/>
          <p:nvPr/>
        </p:nvGrpSpPr>
        <p:grpSpPr>
          <a:xfrm>
            <a:off x="10363866" y="3435049"/>
            <a:ext cx="193305" cy="120065"/>
            <a:chOff x="4923925" y="1877500"/>
            <a:chExt cx="59525" cy="36975"/>
          </a:xfrm>
        </p:grpSpPr>
        <p:sp>
          <p:nvSpPr>
            <p:cNvPr id="1180" name="Google Shape;1180;p59"/>
            <p:cNvSpPr/>
            <p:nvPr/>
          </p:nvSpPr>
          <p:spPr>
            <a:xfrm>
              <a:off x="4923925" y="1877500"/>
              <a:ext cx="28875" cy="36975"/>
            </a:xfrm>
            <a:custGeom>
              <a:avLst/>
              <a:gdLst/>
              <a:ahLst/>
              <a:cxnLst/>
              <a:rect l="l" t="t" r="r" b="b"/>
              <a:pathLst>
                <a:path w="1155" h="1479" extrusionOk="0">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181" name="Google Shape;1181;p59"/>
            <p:cNvSpPr/>
            <p:nvPr/>
          </p:nvSpPr>
          <p:spPr>
            <a:xfrm>
              <a:off x="4954575" y="1877500"/>
              <a:ext cx="28875" cy="36975"/>
            </a:xfrm>
            <a:custGeom>
              <a:avLst/>
              <a:gdLst/>
              <a:ahLst/>
              <a:cxnLst/>
              <a:rect l="l" t="t" r="r" b="b"/>
              <a:pathLst>
                <a:path w="1155" h="1479" extrusionOk="0">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182" name="Google Shape;1182;p59"/>
          <p:cNvGrpSpPr/>
          <p:nvPr/>
        </p:nvGrpSpPr>
        <p:grpSpPr>
          <a:xfrm>
            <a:off x="10756521" y="3411303"/>
            <a:ext cx="188596" cy="167556"/>
            <a:chOff x="5058450" y="1870100"/>
            <a:chExt cx="58075" cy="51600"/>
          </a:xfrm>
        </p:grpSpPr>
        <p:sp>
          <p:nvSpPr>
            <p:cNvPr id="1183" name="Google Shape;1183;p59"/>
            <p:cNvSpPr/>
            <p:nvPr/>
          </p:nvSpPr>
          <p:spPr>
            <a:xfrm>
              <a:off x="5058450" y="1870100"/>
              <a:ext cx="25800" cy="51600"/>
            </a:xfrm>
            <a:custGeom>
              <a:avLst/>
              <a:gdLst/>
              <a:ahLst/>
              <a:cxnLst/>
              <a:rect l="l" t="t" r="r" b="b"/>
              <a:pathLst>
                <a:path w="1032" h="2064" extrusionOk="0">
                  <a:moveTo>
                    <a:pt x="0" y="1"/>
                  </a:moveTo>
                  <a:lnTo>
                    <a:pt x="0" y="621"/>
                  </a:lnTo>
                  <a:lnTo>
                    <a:pt x="0" y="1443"/>
                  </a:lnTo>
                  <a:lnTo>
                    <a:pt x="0" y="2063"/>
                  </a:lnTo>
                  <a:lnTo>
                    <a:pt x="1032" y="1032"/>
                  </a:lnTo>
                  <a:lnTo>
                    <a:pt x="0"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184" name="Google Shape;1184;p59"/>
            <p:cNvSpPr/>
            <p:nvPr/>
          </p:nvSpPr>
          <p:spPr>
            <a:xfrm>
              <a:off x="5090725" y="1870100"/>
              <a:ext cx="25800" cy="51600"/>
            </a:xfrm>
            <a:custGeom>
              <a:avLst/>
              <a:gdLst/>
              <a:ahLst/>
              <a:cxnLst/>
              <a:rect l="l" t="t" r="r" b="b"/>
              <a:pathLst>
                <a:path w="1032" h="2064" extrusionOk="0">
                  <a:moveTo>
                    <a:pt x="0" y="1"/>
                  </a:moveTo>
                  <a:lnTo>
                    <a:pt x="0" y="621"/>
                  </a:lnTo>
                  <a:lnTo>
                    <a:pt x="0" y="1443"/>
                  </a:lnTo>
                  <a:lnTo>
                    <a:pt x="0" y="2063"/>
                  </a:lnTo>
                  <a:lnTo>
                    <a:pt x="1032" y="1032"/>
                  </a:lnTo>
                  <a:lnTo>
                    <a:pt x="0"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185" name="Google Shape;1185;p59"/>
          <p:cNvGrpSpPr/>
          <p:nvPr/>
        </p:nvGrpSpPr>
        <p:grpSpPr>
          <a:xfrm>
            <a:off x="9975874" y="3974514"/>
            <a:ext cx="134769" cy="143527"/>
            <a:chOff x="4811425" y="2065025"/>
            <a:chExt cx="41500" cy="44200"/>
          </a:xfrm>
        </p:grpSpPr>
        <p:sp>
          <p:nvSpPr>
            <p:cNvPr id="1186" name="Google Shape;1186;p59"/>
            <p:cNvSpPr/>
            <p:nvPr/>
          </p:nvSpPr>
          <p:spPr>
            <a:xfrm>
              <a:off x="4825300" y="2065025"/>
              <a:ext cx="27625" cy="44200"/>
            </a:xfrm>
            <a:custGeom>
              <a:avLst/>
              <a:gdLst/>
              <a:ahLst/>
              <a:cxnLst/>
              <a:rect l="l" t="t" r="r" b="b"/>
              <a:pathLst>
                <a:path w="1105" h="1768" extrusionOk="0">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187" name="Google Shape;1187;p59"/>
            <p:cNvSpPr/>
            <p:nvPr/>
          </p:nvSpPr>
          <p:spPr>
            <a:xfrm>
              <a:off x="4811425" y="2072950"/>
              <a:ext cx="19850" cy="28350"/>
            </a:xfrm>
            <a:custGeom>
              <a:avLst/>
              <a:gdLst/>
              <a:ahLst/>
              <a:cxnLst/>
              <a:rect l="l" t="t" r="r" b="b"/>
              <a:pathLst>
                <a:path w="794" h="1134" extrusionOk="0">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188" name="Google Shape;1188;p59"/>
          <p:cNvGrpSpPr/>
          <p:nvPr/>
        </p:nvGrpSpPr>
        <p:grpSpPr>
          <a:xfrm>
            <a:off x="10365790" y="3974798"/>
            <a:ext cx="161156" cy="142957"/>
            <a:chOff x="4929875" y="2065025"/>
            <a:chExt cx="49625" cy="44025"/>
          </a:xfrm>
        </p:grpSpPr>
        <p:sp>
          <p:nvSpPr>
            <p:cNvPr id="1189" name="Google Shape;1189;p59"/>
            <p:cNvSpPr/>
            <p:nvPr/>
          </p:nvSpPr>
          <p:spPr>
            <a:xfrm>
              <a:off x="4950075" y="2065025"/>
              <a:ext cx="29425" cy="44025"/>
            </a:xfrm>
            <a:custGeom>
              <a:avLst/>
              <a:gdLst/>
              <a:ahLst/>
              <a:cxnLst/>
              <a:rect l="l" t="t" r="r" b="b"/>
              <a:pathLst>
                <a:path w="1177" h="1761" extrusionOk="0">
                  <a:moveTo>
                    <a:pt x="1" y="0"/>
                  </a:moveTo>
                  <a:lnTo>
                    <a:pt x="729" y="880"/>
                  </a:lnTo>
                  <a:lnTo>
                    <a:pt x="1" y="1760"/>
                  </a:lnTo>
                  <a:lnTo>
                    <a:pt x="1176" y="880"/>
                  </a:lnTo>
                  <a:lnTo>
                    <a:pt x="1"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190" name="Google Shape;1190;p59"/>
            <p:cNvSpPr/>
            <p:nvPr/>
          </p:nvSpPr>
          <p:spPr>
            <a:xfrm>
              <a:off x="4929875" y="2065025"/>
              <a:ext cx="29425" cy="44025"/>
            </a:xfrm>
            <a:custGeom>
              <a:avLst/>
              <a:gdLst/>
              <a:ahLst/>
              <a:cxnLst/>
              <a:rect l="l" t="t" r="r" b="b"/>
              <a:pathLst>
                <a:path w="1177" h="1761" extrusionOk="0">
                  <a:moveTo>
                    <a:pt x="1" y="0"/>
                  </a:moveTo>
                  <a:lnTo>
                    <a:pt x="736" y="880"/>
                  </a:lnTo>
                  <a:lnTo>
                    <a:pt x="1" y="1760"/>
                  </a:lnTo>
                  <a:lnTo>
                    <a:pt x="1" y="1760"/>
                  </a:lnTo>
                  <a:lnTo>
                    <a:pt x="1176" y="880"/>
                  </a:lnTo>
                  <a:lnTo>
                    <a:pt x="1"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191" name="Google Shape;1191;p59"/>
          <p:cNvGrpSpPr/>
          <p:nvPr/>
        </p:nvGrpSpPr>
        <p:grpSpPr>
          <a:xfrm>
            <a:off x="10804015" y="3978817"/>
            <a:ext cx="93608" cy="134921"/>
            <a:chOff x="5083925" y="2066350"/>
            <a:chExt cx="28825" cy="41550"/>
          </a:xfrm>
        </p:grpSpPr>
        <p:sp>
          <p:nvSpPr>
            <p:cNvPr id="1192" name="Google Shape;1192;p59"/>
            <p:cNvSpPr/>
            <p:nvPr/>
          </p:nvSpPr>
          <p:spPr>
            <a:xfrm>
              <a:off x="5084050" y="2066350"/>
              <a:ext cx="28700" cy="41550"/>
            </a:xfrm>
            <a:custGeom>
              <a:avLst/>
              <a:gdLst/>
              <a:ahLst/>
              <a:cxnLst/>
              <a:rect l="l" t="t" r="r" b="b"/>
              <a:pathLst>
                <a:path w="1148" h="1662" extrusionOk="0">
                  <a:moveTo>
                    <a:pt x="52" y="1"/>
                  </a:moveTo>
                  <a:cubicBezTo>
                    <a:pt x="27" y="1"/>
                    <a:pt x="0" y="24"/>
                    <a:pt x="0" y="56"/>
                  </a:cubicBezTo>
                  <a:lnTo>
                    <a:pt x="0" y="200"/>
                  </a:lnTo>
                  <a:cubicBezTo>
                    <a:pt x="0" y="243"/>
                    <a:pt x="22" y="279"/>
                    <a:pt x="51" y="308"/>
                  </a:cubicBezTo>
                  <a:lnTo>
                    <a:pt x="700" y="791"/>
                  </a:lnTo>
                  <a:cubicBezTo>
                    <a:pt x="729" y="813"/>
                    <a:pt x="729" y="849"/>
                    <a:pt x="700" y="871"/>
                  </a:cubicBezTo>
                  <a:lnTo>
                    <a:pt x="51" y="1354"/>
                  </a:lnTo>
                  <a:cubicBezTo>
                    <a:pt x="22" y="1383"/>
                    <a:pt x="0" y="1419"/>
                    <a:pt x="0" y="1462"/>
                  </a:cubicBezTo>
                  <a:lnTo>
                    <a:pt x="0" y="1613"/>
                  </a:lnTo>
                  <a:cubicBezTo>
                    <a:pt x="0" y="1639"/>
                    <a:pt x="26" y="1661"/>
                    <a:pt x="51" y="1661"/>
                  </a:cubicBezTo>
                  <a:cubicBezTo>
                    <a:pt x="61" y="1661"/>
                    <a:pt x="71" y="1658"/>
                    <a:pt x="80" y="1649"/>
                  </a:cubicBezTo>
                  <a:lnTo>
                    <a:pt x="1111" y="878"/>
                  </a:lnTo>
                  <a:cubicBezTo>
                    <a:pt x="1147" y="856"/>
                    <a:pt x="1147" y="806"/>
                    <a:pt x="1111" y="784"/>
                  </a:cubicBezTo>
                  <a:lnTo>
                    <a:pt x="80" y="12"/>
                  </a:lnTo>
                  <a:cubicBezTo>
                    <a:pt x="72" y="4"/>
                    <a:pt x="62" y="1"/>
                    <a:pt x="52"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193" name="Google Shape;1193;p59"/>
            <p:cNvSpPr/>
            <p:nvPr/>
          </p:nvSpPr>
          <p:spPr>
            <a:xfrm>
              <a:off x="5083925" y="2081325"/>
              <a:ext cx="8800" cy="11600"/>
            </a:xfrm>
            <a:custGeom>
              <a:avLst/>
              <a:gdLst/>
              <a:ahLst/>
              <a:cxnLst/>
              <a:rect l="l" t="t" r="r" b="b"/>
              <a:pathLst>
                <a:path w="352" h="464" extrusionOk="0">
                  <a:moveTo>
                    <a:pt x="53" y="0"/>
                  </a:moveTo>
                  <a:cubicBezTo>
                    <a:pt x="25" y="0"/>
                    <a:pt x="0" y="24"/>
                    <a:pt x="5" y="55"/>
                  </a:cubicBezTo>
                  <a:lnTo>
                    <a:pt x="5" y="416"/>
                  </a:lnTo>
                  <a:cubicBezTo>
                    <a:pt x="5" y="442"/>
                    <a:pt x="31" y="464"/>
                    <a:pt x="56" y="464"/>
                  </a:cubicBezTo>
                  <a:cubicBezTo>
                    <a:pt x="66" y="464"/>
                    <a:pt x="76" y="460"/>
                    <a:pt x="85" y="452"/>
                  </a:cubicBezTo>
                  <a:lnTo>
                    <a:pt x="323" y="279"/>
                  </a:lnTo>
                  <a:cubicBezTo>
                    <a:pt x="352" y="257"/>
                    <a:pt x="352" y="207"/>
                    <a:pt x="323" y="185"/>
                  </a:cubicBezTo>
                  <a:lnTo>
                    <a:pt x="85" y="12"/>
                  </a:lnTo>
                  <a:cubicBezTo>
                    <a:pt x="75" y="4"/>
                    <a:pt x="63" y="0"/>
                    <a:pt x="53"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194" name="Google Shape;1194;p59"/>
          <p:cNvGrpSpPr/>
          <p:nvPr/>
        </p:nvGrpSpPr>
        <p:grpSpPr>
          <a:xfrm>
            <a:off x="9512753" y="3999679"/>
            <a:ext cx="241368" cy="93195"/>
            <a:chOff x="4659775" y="2072775"/>
            <a:chExt cx="74325" cy="28700"/>
          </a:xfrm>
        </p:grpSpPr>
        <p:sp>
          <p:nvSpPr>
            <p:cNvPr id="1195" name="Google Shape;1195;p59"/>
            <p:cNvSpPr/>
            <p:nvPr/>
          </p:nvSpPr>
          <p:spPr>
            <a:xfrm>
              <a:off x="4659775" y="2072775"/>
              <a:ext cx="38075" cy="28700"/>
            </a:xfrm>
            <a:custGeom>
              <a:avLst/>
              <a:gdLst/>
              <a:ahLst/>
              <a:cxnLst/>
              <a:rect l="l" t="t" r="r" b="b"/>
              <a:pathLst>
                <a:path w="1523" h="1148" extrusionOk="0">
                  <a:moveTo>
                    <a:pt x="1" y="0"/>
                  </a:moveTo>
                  <a:lnTo>
                    <a:pt x="578" y="570"/>
                  </a:lnTo>
                  <a:lnTo>
                    <a:pt x="1" y="1147"/>
                  </a:lnTo>
                  <a:lnTo>
                    <a:pt x="945" y="1147"/>
                  </a:lnTo>
                  <a:lnTo>
                    <a:pt x="1522" y="570"/>
                  </a:lnTo>
                  <a:lnTo>
                    <a:pt x="945"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196" name="Google Shape;1196;p59"/>
            <p:cNvSpPr/>
            <p:nvPr/>
          </p:nvSpPr>
          <p:spPr>
            <a:xfrm>
              <a:off x="4691875" y="2072775"/>
              <a:ext cx="24550" cy="28700"/>
            </a:xfrm>
            <a:custGeom>
              <a:avLst/>
              <a:gdLst/>
              <a:ahLst/>
              <a:cxnLst/>
              <a:rect l="l" t="t" r="r" b="b"/>
              <a:pathLst>
                <a:path w="982" h="1148" extrusionOk="0">
                  <a:moveTo>
                    <a:pt x="0" y="0"/>
                  </a:moveTo>
                  <a:lnTo>
                    <a:pt x="570" y="570"/>
                  </a:lnTo>
                  <a:lnTo>
                    <a:pt x="0" y="1147"/>
                  </a:lnTo>
                  <a:lnTo>
                    <a:pt x="411" y="1147"/>
                  </a:lnTo>
                  <a:lnTo>
                    <a:pt x="981" y="570"/>
                  </a:lnTo>
                  <a:lnTo>
                    <a:pt x="411"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197" name="Google Shape;1197;p59"/>
            <p:cNvSpPr/>
            <p:nvPr/>
          </p:nvSpPr>
          <p:spPr>
            <a:xfrm>
              <a:off x="4709350" y="2072775"/>
              <a:ext cx="24750" cy="28700"/>
            </a:xfrm>
            <a:custGeom>
              <a:avLst/>
              <a:gdLst/>
              <a:ahLst/>
              <a:cxnLst/>
              <a:rect l="l" t="t" r="r" b="b"/>
              <a:pathLst>
                <a:path w="990" h="1148" extrusionOk="0">
                  <a:moveTo>
                    <a:pt x="1" y="0"/>
                  </a:moveTo>
                  <a:lnTo>
                    <a:pt x="578" y="570"/>
                  </a:lnTo>
                  <a:lnTo>
                    <a:pt x="1" y="1147"/>
                  </a:lnTo>
                  <a:lnTo>
                    <a:pt x="412" y="1147"/>
                  </a:lnTo>
                  <a:lnTo>
                    <a:pt x="989" y="570"/>
                  </a:lnTo>
                  <a:lnTo>
                    <a:pt x="412"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198" name="Google Shape;1198;p59"/>
          <p:cNvGrpSpPr/>
          <p:nvPr/>
        </p:nvGrpSpPr>
        <p:grpSpPr>
          <a:xfrm>
            <a:off x="10739229" y="3720433"/>
            <a:ext cx="223183" cy="118929"/>
            <a:chOff x="4662475" y="1976500"/>
            <a:chExt cx="68725" cy="36625"/>
          </a:xfrm>
        </p:grpSpPr>
        <p:sp>
          <p:nvSpPr>
            <p:cNvPr id="1199" name="Google Shape;1199;p59"/>
            <p:cNvSpPr/>
            <p:nvPr/>
          </p:nvSpPr>
          <p:spPr>
            <a:xfrm>
              <a:off x="4690800" y="1976500"/>
              <a:ext cx="40400" cy="36625"/>
            </a:xfrm>
            <a:custGeom>
              <a:avLst/>
              <a:gdLst/>
              <a:ahLst/>
              <a:cxnLst/>
              <a:rect l="l" t="t" r="r" b="b"/>
              <a:pathLst>
                <a:path w="1616" h="1465" extrusionOk="0">
                  <a:moveTo>
                    <a:pt x="887" y="0"/>
                  </a:moveTo>
                  <a:lnTo>
                    <a:pt x="692" y="188"/>
                  </a:lnTo>
                  <a:lnTo>
                    <a:pt x="1104" y="599"/>
                  </a:lnTo>
                  <a:lnTo>
                    <a:pt x="0" y="599"/>
                  </a:lnTo>
                  <a:lnTo>
                    <a:pt x="0" y="866"/>
                  </a:lnTo>
                  <a:lnTo>
                    <a:pt x="1104" y="866"/>
                  </a:lnTo>
                  <a:lnTo>
                    <a:pt x="692" y="1269"/>
                  </a:lnTo>
                  <a:lnTo>
                    <a:pt x="887" y="1464"/>
                  </a:lnTo>
                  <a:lnTo>
                    <a:pt x="1616" y="729"/>
                  </a:lnTo>
                  <a:lnTo>
                    <a:pt x="887"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00" name="Google Shape;1200;p59"/>
            <p:cNvSpPr/>
            <p:nvPr/>
          </p:nvSpPr>
          <p:spPr>
            <a:xfrm>
              <a:off x="4674375" y="1991450"/>
              <a:ext cx="10675" cy="6700"/>
            </a:xfrm>
            <a:custGeom>
              <a:avLst/>
              <a:gdLst/>
              <a:ahLst/>
              <a:cxnLst/>
              <a:rect l="l" t="t" r="r" b="b"/>
              <a:pathLst>
                <a:path w="427" h="268" extrusionOk="0">
                  <a:moveTo>
                    <a:pt x="1" y="1"/>
                  </a:moveTo>
                  <a:lnTo>
                    <a:pt x="1" y="268"/>
                  </a:lnTo>
                  <a:lnTo>
                    <a:pt x="426" y="268"/>
                  </a:lnTo>
                  <a:lnTo>
                    <a:pt x="426"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01" name="Google Shape;1201;p59"/>
            <p:cNvSpPr/>
            <p:nvPr/>
          </p:nvSpPr>
          <p:spPr>
            <a:xfrm>
              <a:off x="4662475" y="1991450"/>
              <a:ext cx="5625" cy="6700"/>
            </a:xfrm>
            <a:custGeom>
              <a:avLst/>
              <a:gdLst/>
              <a:ahLst/>
              <a:cxnLst/>
              <a:rect l="l" t="t" r="r" b="b"/>
              <a:pathLst>
                <a:path w="225" h="268" extrusionOk="0">
                  <a:moveTo>
                    <a:pt x="1" y="1"/>
                  </a:moveTo>
                  <a:lnTo>
                    <a:pt x="1" y="268"/>
                  </a:lnTo>
                  <a:lnTo>
                    <a:pt x="224" y="268"/>
                  </a:lnTo>
                  <a:lnTo>
                    <a:pt x="224"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202" name="Google Shape;1202;p59"/>
          <p:cNvGrpSpPr/>
          <p:nvPr/>
        </p:nvGrpSpPr>
        <p:grpSpPr>
          <a:xfrm>
            <a:off x="10335102" y="3725019"/>
            <a:ext cx="222532" cy="109756"/>
            <a:chOff x="4920150" y="1977875"/>
            <a:chExt cx="68525" cy="33800"/>
          </a:xfrm>
        </p:grpSpPr>
        <p:sp>
          <p:nvSpPr>
            <p:cNvPr id="1203" name="Google Shape;1203;p59"/>
            <p:cNvSpPr/>
            <p:nvPr/>
          </p:nvSpPr>
          <p:spPr>
            <a:xfrm>
              <a:off x="4949175" y="1977875"/>
              <a:ext cx="39500" cy="33800"/>
            </a:xfrm>
            <a:custGeom>
              <a:avLst/>
              <a:gdLst/>
              <a:ahLst/>
              <a:cxnLst/>
              <a:rect l="l" t="t" r="r" b="b"/>
              <a:pathLst>
                <a:path w="1580" h="1352" extrusionOk="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04" name="Google Shape;1204;p59"/>
            <p:cNvSpPr/>
            <p:nvPr/>
          </p:nvSpPr>
          <p:spPr>
            <a:xfrm>
              <a:off x="4931875" y="1991450"/>
              <a:ext cx="12825" cy="6700"/>
            </a:xfrm>
            <a:custGeom>
              <a:avLst/>
              <a:gdLst/>
              <a:ahLst/>
              <a:cxnLst/>
              <a:rect l="l" t="t" r="r" b="b"/>
              <a:pathLst>
                <a:path w="513" h="268" extrusionOk="0">
                  <a:moveTo>
                    <a:pt x="180" y="1"/>
                  </a:moveTo>
                  <a:cubicBezTo>
                    <a:pt x="0" y="1"/>
                    <a:pt x="0" y="268"/>
                    <a:pt x="180" y="268"/>
                  </a:cubicBezTo>
                  <a:lnTo>
                    <a:pt x="332" y="268"/>
                  </a:lnTo>
                  <a:cubicBezTo>
                    <a:pt x="512" y="268"/>
                    <a:pt x="512" y="1"/>
                    <a:pt x="332"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05" name="Google Shape;1205;p59"/>
            <p:cNvSpPr/>
            <p:nvPr/>
          </p:nvSpPr>
          <p:spPr>
            <a:xfrm>
              <a:off x="4920150" y="1991450"/>
              <a:ext cx="9225" cy="6700"/>
            </a:xfrm>
            <a:custGeom>
              <a:avLst/>
              <a:gdLst/>
              <a:ahLst/>
              <a:cxnLst/>
              <a:rect l="l" t="t" r="r" b="b"/>
              <a:pathLst>
                <a:path w="369" h="268" extrusionOk="0">
                  <a:moveTo>
                    <a:pt x="181" y="1"/>
                  </a:moveTo>
                  <a:cubicBezTo>
                    <a:pt x="0" y="1"/>
                    <a:pt x="0" y="268"/>
                    <a:pt x="181" y="268"/>
                  </a:cubicBezTo>
                  <a:lnTo>
                    <a:pt x="195" y="268"/>
                  </a:lnTo>
                  <a:cubicBezTo>
                    <a:pt x="368" y="268"/>
                    <a:pt x="368" y="1"/>
                    <a:pt x="195"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206" name="Google Shape;1206;p59"/>
          <p:cNvGrpSpPr/>
          <p:nvPr/>
        </p:nvGrpSpPr>
        <p:grpSpPr>
          <a:xfrm>
            <a:off x="9549977" y="4263577"/>
            <a:ext cx="166920" cy="170479"/>
            <a:chOff x="4676550" y="2160575"/>
            <a:chExt cx="51400" cy="52500"/>
          </a:xfrm>
        </p:grpSpPr>
        <p:sp>
          <p:nvSpPr>
            <p:cNvPr id="1207" name="Google Shape;1207;p59"/>
            <p:cNvSpPr/>
            <p:nvPr/>
          </p:nvSpPr>
          <p:spPr>
            <a:xfrm>
              <a:off x="4676550" y="2160575"/>
              <a:ext cx="27775" cy="52500"/>
            </a:xfrm>
            <a:custGeom>
              <a:avLst/>
              <a:gdLst/>
              <a:ahLst/>
              <a:cxnLst/>
              <a:rect l="l" t="t" r="r" b="b"/>
              <a:pathLst>
                <a:path w="1111" h="2100" extrusionOk="0">
                  <a:moveTo>
                    <a:pt x="0" y="1"/>
                  </a:moveTo>
                  <a:lnTo>
                    <a:pt x="823" y="1047"/>
                  </a:lnTo>
                  <a:lnTo>
                    <a:pt x="0" y="2100"/>
                  </a:lnTo>
                  <a:lnTo>
                    <a:pt x="289" y="2100"/>
                  </a:lnTo>
                  <a:lnTo>
                    <a:pt x="1111" y="1047"/>
                  </a:lnTo>
                  <a:lnTo>
                    <a:pt x="289"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08" name="Google Shape;1208;p59"/>
            <p:cNvSpPr/>
            <p:nvPr/>
          </p:nvSpPr>
          <p:spPr>
            <a:xfrm>
              <a:off x="4688275" y="2160575"/>
              <a:ext cx="27975" cy="52500"/>
            </a:xfrm>
            <a:custGeom>
              <a:avLst/>
              <a:gdLst/>
              <a:ahLst/>
              <a:cxnLst/>
              <a:rect l="l" t="t" r="r" b="b"/>
              <a:pathLst>
                <a:path w="1119" h="2100" extrusionOk="0">
                  <a:moveTo>
                    <a:pt x="0" y="1"/>
                  </a:moveTo>
                  <a:lnTo>
                    <a:pt x="822" y="1047"/>
                  </a:lnTo>
                  <a:lnTo>
                    <a:pt x="0" y="2100"/>
                  </a:lnTo>
                  <a:lnTo>
                    <a:pt x="296" y="2100"/>
                  </a:lnTo>
                  <a:lnTo>
                    <a:pt x="1118" y="1047"/>
                  </a:lnTo>
                  <a:lnTo>
                    <a:pt x="296"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09" name="Google Shape;1209;p59"/>
            <p:cNvSpPr/>
            <p:nvPr/>
          </p:nvSpPr>
          <p:spPr>
            <a:xfrm>
              <a:off x="4700175" y="2160575"/>
              <a:ext cx="27775" cy="52500"/>
            </a:xfrm>
            <a:custGeom>
              <a:avLst/>
              <a:gdLst/>
              <a:ahLst/>
              <a:cxnLst/>
              <a:rect l="l" t="t" r="r" b="b"/>
              <a:pathLst>
                <a:path w="1111" h="2100" extrusionOk="0">
                  <a:moveTo>
                    <a:pt x="0" y="1"/>
                  </a:moveTo>
                  <a:lnTo>
                    <a:pt x="822" y="1047"/>
                  </a:lnTo>
                  <a:lnTo>
                    <a:pt x="0" y="2100"/>
                  </a:lnTo>
                  <a:lnTo>
                    <a:pt x="289" y="2100"/>
                  </a:lnTo>
                  <a:lnTo>
                    <a:pt x="1111" y="1047"/>
                  </a:lnTo>
                  <a:lnTo>
                    <a:pt x="289"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210" name="Google Shape;1210;p59"/>
          <p:cNvGrpSpPr/>
          <p:nvPr/>
        </p:nvGrpSpPr>
        <p:grpSpPr>
          <a:xfrm>
            <a:off x="9946322" y="4272952"/>
            <a:ext cx="193873" cy="151725"/>
            <a:chOff x="4768325" y="2163475"/>
            <a:chExt cx="59700" cy="46725"/>
          </a:xfrm>
        </p:grpSpPr>
        <p:sp>
          <p:nvSpPr>
            <p:cNvPr id="1211" name="Google Shape;1211;p59"/>
            <p:cNvSpPr/>
            <p:nvPr/>
          </p:nvSpPr>
          <p:spPr>
            <a:xfrm>
              <a:off x="4768325" y="2163475"/>
              <a:ext cx="35375" cy="46725"/>
            </a:xfrm>
            <a:custGeom>
              <a:avLst/>
              <a:gdLst/>
              <a:ahLst/>
              <a:cxnLst/>
              <a:rect l="l" t="t" r="r" b="b"/>
              <a:pathLst>
                <a:path w="1415" h="1869" extrusionOk="0">
                  <a:moveTo>
                    <a:pt x="0" y="0"/>
                  </a:moveTo>
                  <a:lnTo>
                    <a:pt x="895" y="931"/>
                  </a:lnTo>
                  <a:lnTo>
                    <a:pt x="0" y="1868"/>
                  </a:lnTo>
                  <a:lnTo>
                    <a:pt x="520" y="1868"/>
                  </a:lnTo>
                  <a:lnTo>
                    <a:pt x="1414" y="931"/>
                  </a:lnTo>
                  <a:lnTo>
                    <a:pt x="520"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12" name="Google Shape;1212;p59"/>
            <p:cNvSpPr/>
            <p:nvPr/>
          </p:nvSpPr>
          <p:spPr>
            <a:xfrm>
              <a:off x="4792475" y="2163475"/>
              <a:ext cx="35550" cy="46725"/>
            </a:xfrm>
            <a:custGeom>
              <a:avLst/>
              <a:gdLst/>
              <a:ahLst/>
              <a:cxnLst/>
              <a:rect l="l" t="t" r="r" b="b"/>
              <a:pathLst>
                <a:path w="1422" h="1869" extrusionOk="0">
                  <a:moveTo>
                    <a:pt x="1" y="0"/>
                  </a:moveTo>
                  <a:lnTo>
                    <a:pt x="895" y="931"/>
                  </a:lnTo>
                  <a:lnTo>
                    <a:pt x="1" y="1868"/>
                  </a:lnTo>
                  <a:lnTo>
                    <a:pt x="527" y="1868"/>
                  </a:lnTo>
                  <a:lnTo>
                    <a:pt x="1422" y="931"/>
                  </a:lnTo>
                  <a:lnTo>
                    <a:pt x="527"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sp>
        <p:nvSpPr>
          <p:cNvPr id="1213" name="Google Shape;1213;p59"/>
          <p:cNvSpPr/>
          <p:nvPr/>
        </p:nvSpPr>
        <p:spPr>
          <a:xfrm>
            <a:off x="10388929" y="4261629"/>
            <a:ext cx="114879" cy="174375"/>
          </a:xfrm>
          <a:custGeom>
            <a:avLst/>
            <a:gdLst/>
            <a:ahLst/>
            <a:cxnLst/>
            <a:rect l="l" t="t" r="r" b="b"/>
            <a:pathLst>
              <a:path w="1415" h="2148" extrusionOk="0">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14" name="Google Shape;1214;p59"/>
          <p:cNvSpPr/>
          <p:nvPr/>
        </p:nvSpPr>
        <p:spPr>
          <a:xfrm>
            <a:off x="10752096" y="5604409"/>
            <a:ext cx="197445" cy="217319"/>
          </a:xfrm>
          <a:custGeom>
            <a:avLst/>
            <a:gdLst/>
            <a:ahLst/>
            <a:cxnLst/>
            <a:rect l="l" t="t" r="r" b="b"/>
            <a:pathLst>
              <a:path w="2432" h="2677" extrusionOk="0">
                <a:moveTo>
                  <a:pt x="801" y="1"/>
                </a:moveTo>
                <a:lnTo>
                  <a:pt x="1205" y="751"/>
                </a:lnTo>
                <a:lnTo>
                  <a:pt x="1" y="751"/>
                </a:lnTo>
                <a:lnTo>
                  <a:pt x="1" y="1927"/>
                </a:lnTo>
                <a:lnTo>
                  <a:pt x="1205" y="1927"/>
                </a:lnTo>
                <a:lnTo>
                  <a:pt x="801" y="2677"/>
                </a:lnTo>
                <a:lnTo>
                  <a:pt x="2431" y="1335"/>
                </a:lnTo>
                <a:lnTo>
                  <a:pt x="801"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15" name="Google Shape;1215;p59"/>
          <p:cNvSpPr/>
          <p:nvPr/>
        </p:nvSpPr>
        <p:spPr>
          <a:xfrm>
            <a:off x="9554038" y="4575370"/>
            <a:ext cx="158801" cy="217887"/>
          </a:xfrm>
          <a:custGeom>
            <a:avLst/>
            <a:gdLst/>
            <a:ahLst/>
            <a:cxnLst/>
            <a:rect l="l" t="t" r="r" b="b"/>
            <a:pathLst>
              <a:path w="1956" h="2684" extrusionOk="0">
                <a:moveTo>
                  <a:pt x="1" y="0"/>
                </a:moveTo>
                <a:lnTo>
                  <a:pt x="787" y="1342"/>
                </a:lnTo>
                <a:lnTo>
                  <a:pt x="1" y="2683"/>
                </a:lnTo>
                <a:lnTo>
                  <a:pt x="1955" y="1342"/>
                </a:lnTo>
                <a:lnTo>
                  <a:pt x="1"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16" name="Google Shape;1216;p59"/>
          <p:cNvSpPr/>
          <p:nvPr/>
        </p:nvSpPr>
        <p:spPr>
          <a:xfrm>
            <a:off x="9511333" y="5625516"/>
            <a:ext cx="244209" cy="175105"/>
          </a:xfrm>
          <a:custGeom>
            <a:avLst/>
            <a:gdLst/>
            <a:ahLst/>
            <a:cxnLst/>
            <a:rect l="l" t="t" r="r" b="b"/>
            <a:pathLst>
              <a:path w="3008" h="2157" extrusionOk="0">
                <a:moveTo>
                  <a:pt x="0" y="0"/>
                </a:moveTo>
                <a:lnTo>
                  <a:pt x="729" y="1075"/>
                </a:lnTo>
                <a:lnTo>
                  <a:pt x="0" y="2157"/>
                </a:lnTo>
                <a:lnTo>
                  <a:pt x="0" y="2157"/>
                </a:lnTo>
                <a:lnTo>
                  <a:pt x="3008" y="1075"/>
                </a:lnTo>
                <a:lnTo>
                  <a:pt x="0"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17" name="Google Shape;1217;p59"/>
          <p:cNvSpPr/>
          <p:nvPr/>
        </p:nvSpPr>
        <p:spPr>
          <a:xfrm>
            <a:off x="9534431" y="4934374"/>
            <a:ext cx="198015" cy="150020"/>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18" name="Google Shape;1218;p59"/>
          <p:cNvSpPr/>
          <p:nvPr/>
        </p:nvSpPr>
        <p:spPr>
          <a:xfrm>
            <a:off x="10379430" y="4910264"/>
            <a:ext cx="133877" cy="198241"/>
          </a:xfrm>
          <a:custGeom>
            <a:avLst/>
            <a:gdLst/>
            <a:ahLst/>
            <a:cxnLst/>
            <a:rect l="l" t="t" r="r" b="b"/>
            <a:pathLst>
              <a:path w="1649" h="2442" extrusionOk="0">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nvGrpSpPr>
          <p:cNvPr id="1219" name="Google Shape;1219;p59"/>
          <p:cNvGrpSpPr/>
          <p:nvPr/>
        </p:nvGrpSpPr>
        <p:grpSpPr>
          <a:xfrm>
            <a:off x="9968079" y="4613078"/>
            <a:ext cx="150357" cy="142471"/>
            <a:chOff x="4768575" y="2253950"/>
            <a:chExt cx="46300" cy="43875"/>
          </a:xfrm>
        </p:grpSpPr>
        <p:sp>
          <p:nvSpPr>
            <p:cNvPr id="1220" name="Google Shape;1220;p59"/>
            <p:cNvSpPr/>
            <p:nvPr/>
          </p:nvSpPr>
          <p:spPr>
            <a:xfrm>
              <a:off x="4785700" y="2253950"/>
              <a:ext cx="29175" cy="43875"/>
            </a:xfrm>
            <a:custGeom>
              <a:avLst/>
              <a:gdLst/>
              <a:ahLst/>
              <a:cxnLst/>
              <a:rect l="l" t="t" r="r" b="b"/>
              <a:pathLst>
                <a:path w="1167" h="1755" extrusionOk="0">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21" name="Google Shape;1221;p59"/>
            <p:cNvSpPr/>
            <p:nvPr/>
          </p:nvSpPr>
          <p:spPr>
            <a:xfrm>
              <a:off x="4768575" y="2253950"/>
              <a:ext cx="29175" cy="43875"/>
            </a:xfrm>
            <a:custGeom>
              <a:avLst/>
              <a:gdLst/>
              <a:ahLst/>
              <a:cxnLst/>
              <a:rect l="l" t="t" r="r" b="b"/>
              <a:pathLst>
                <a:path w="1167" h="1755" extrusionOk="0">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222" name="Google Shape;1222;p59"/>
          <p:cNvGrpSpPr/>
          <p:nvPr/>
        </p:nvGrpSpPr>
        <p:grpSpPr>
          <a:xfrm>
            <a:off x="10367577" y="5265112"/>
            <a:ext cx="157583" cy="194995"/>
            <a:chOff x="4960900" y="2433225"/>
            <a:chExt cx="48525" cy="60050"/>
          </a:xfrm>
        </p:grpSpPr>
        <p:sp>
          <p:nvSpPr>
            <p:cNvPr id="1223" name="Google Shape;1223;p59"/>
            <p:cNvSpPr/>
            <p:nvPr/>
          </p:nvSpPr>
          <p:spPr>
            <a:xfrm>
              <a:off x="4974225" y="2433225"/>
              <a:ext cx="35200" cy="60050"/>
            </a:xfrm>
            <a:custGeom>
              <a:avLst/>
              <a:gdLst/>
              <a:ahLst/>
              <a:cxnLst/>
              <a:rect l="l" t="t" r="r" b="b"/>
              <a:pathLst>
                <a:path w="1408" h="2402" extrusionOk="0">
                  <a:moveTo>
                    <a:pt x="102" y="0"/>
                  </a:moveTo>
                  <a:lnTo>
                    <a:pt x="95" y="7"/>
                  </a:lnTo>
                  <a:lnTo>
                    <a:pt x="1112" y="1154"/>
                  </a:lnTo>
                  <a:lnTo>
                    <a:pt x="1" y="2402"/>
                  </a:lnTo>
                  <a:lnTo>
                    <a:pt x="297" y="2402"/>
                  </a:lnTo>
                  <a:lnTo>
                    <a:pt x="1407" y="1154"/>
                  </a:lnTo>
                  <a:lnTo>
                    <a:pt x="383"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24" name="Google Shape;1224;p59"/>
            <p:cNvSpPr/>
            <p:nvPr/>
          </p:nvSpPr>
          <p:spPr>
            <a:xfrm>
              <a:off x="4960900" y="2433225"/>
              <a:ext cx="35175" cy="60050"/>
            </a:xfrm>
            <a:custGeom>
              <a:avLst/>
              <a:gdLst/>
              <a:ahLst/>
              <a:cxnLst/>
              <a:rect l="l" t="t" r="r" b="b"/>
              <a:pathLst>
                <a:path w="1407" h="2402" extrusionOk="0">
                  <a:moveTo>
                    <a:pt x="108" y="0"/>
                  </a:moveTo>
                  <a:lnTo>
                    <a:pt x="94" y="7"/>
                  </a:lnTo>
                  <a:lnTo>
                    <a:pt x="1111" y="1154"/>
                  </a:lnTo>
                  <a:lnTo>
                    <a:pt x="0" y="2402"/>
                  </a:lnTo>
                  <a:lnTo>
                    <a:pt x="296" y="2402"/>
                  </a:lnTo>
                  <a:lnTo>
                    <a:pt x="1407" y="1154"/>
                  </a:lnTo>
                  <a:lnTo>
                    <a:pt x="390"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225" name="Google Shape;1225;p59"/>
          <p:cNvGrpSpPr/>
          <p:nvPr/>
        </p:nvGrpSpPr>
        <p:grpSpPr>
          <a:xfrm>
            <a:off x="9952329" y="5617193"/>
            <a:ext cx="181859" cy="191747"/>
            <a:chOff x="4854075" y="2527625"/>
            <a:chExt cx="56000" cy="59050"/>
          </a:xfrm>
        </p:grpSpPr>
        <p:sp>
          <p:nvSpPr>
            <p:cNvPr id="1226" name="Google Shape;1226;p59"/>
            <p:cNvSpPr/>
            <p:nvPr/>
          </p:nvSpPr>
          <p:spPr>
            <a:xfrm>
              <a:off x="4872325" y="2527625"/>
              <a:ext cx="37750" cy="59050"/>
            </a:xfrm>
            <a:custGeom>
              <a:avLst/>
              <a:gdLst/>
              <a:ahLst/>
              <a:cxnLst/>
              <a:rect l="l" t="t" r="r" b="b"/>
              <a:pathLst>
                <a:path w="1510" h="2362" extrusionOk="0">
                  <a:moveTo>
                    <a:pt x="305" y="1"/>
                  </a:moveTo>
                  <a:cubicBezTo>
                    <a:pt x="141" y="1"/>
                    <a:pt x="1" y="210"/>
                    <a:pt x="146" y="371"/>
                  </a:cubicBezTo>
                  <a:lnTo>
                    <a:pt x="961" y="1179"/>
                  </a:lnTo>
                  <a:lnTo>
                    <a:pt x="146" y="1994"/>
                  </a:lnTo>
                  <a:cubicBezTo>
                    <a:pt x="0" y="2151"/>
                    <a:pt x="143" y="2361"/>
                    <a:pt x="308" y="2361"/>
                  </a:cubicBezTo>
                  <a:cubicBezTo>
                    <a:pt x="355" y="2361"/>
                    <a:pt x="404" y="2344"/>
                    <a:pt x="449" y="2304"/>
                  </a:cubicBezTo>
                  <a:lnTo>
                    <a:pt x="1423" y="1338"/>
                  </a:lnTo>
                  <a:cubicBezTo>
                    <a:pt x="1509" y="1244"/>
                    <a:pt x="1509" y="1107"/>
                    <a:pt x="1423" y="1013"/>
                  </a:cubicBezTo>
                  <a:lnTo>
                    <a:pt x="1423" y="1020"/>
                  </a:lnTo>
                  <a:lnTo>
                    <a:pt x="449" y="61"/>
                  </a:lnTo>
                  <a:cubicBezTo>
                    <a:pt x="403" y="19"/>
                    <a:pt x="353" y="1"/>
                    <a:pt x="305"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27" name="Google Shape;1227;p59"/>
            <p:cNvSpPr/>
            <p:nvPr/>
          </p:nvSpPr>
          <p:spPr>
            <a:xfrm>
              <a:off x="4854075" y="2539100"/>
              <a:ext cx="26075" cy="35875"/>
            </a:xfrm>
            <a:custGeom>
              <a:avLst/>
              <a:gdLst/>
              <a:ahLst/>
              <a:cxnLst/>
              <a:rect l="l" t="t" r="r" b="b"/>
              <a:pathLst>
                <a:path w="1043" h="1435" extrusionOk="0">
                  <a:moveTo>
                    <a:pt x="326" y="1"/>
                  </a:moveTo>
                  <a:cubicBezTo>
                    <a:pt x="152" y="1"/>
                    <a:pt x="1" y="234"/>
                    <a:pt x="177" y="388"/>
                  </a:cubicBezTo>
                  <a:lnTo>
                    <a:pt x="516" y="720"/>
                  </a:lnTo>
                  <a:lnTo>
                    <a:pt x="177" y="1059"/>
                  </a:lnTo>
                  <a:cubicBezTo>
                    <a:pt x="21" y="1215"/>
                    <a:pt x="165" y="1435"/>
                    <a:pt x="336" y="1435"/>
                  </a:cubicBezTo>
                  <a:cubicBezTo>
                    <a:pt x="386" y="1435"/>
                    <a:pt x="439" y="1415"/>
                    <a:pt x="487" y="1369"/>
                  </a:cubicBezTo>
                  <a:lnTo>
                    <a:pt x="977" y="886"/>
                  </a:lnTo>
                  <a:cubicBezTo>
                    <a:pt x="1020" y="843"/>
                    <a:pt x="1042" y="785"/>
                    <a:pt x="1042" y="720"/>
                  </a:cubicBezTo>
                  <a:cubicBezTo>
                    <a:pt x="1042" y="662"/>
                    <a:pt x="1013" y="605"/>
                    <a:pt x="977" y="561"/>
                  </a:cubicBezTo>
                  <a:lnTo>
                    <a:pt x="487" y="78"/>
                  </a:lnTo>
                  <a:cubicBezTo>
                    <a:pt x="437" y="23"/>
                    <a:pt x="380" y="1"/>
                    <a:pt x="326"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sp>
        <p:nvSpPr>
          <p:cNvPr id="1228" name="Google Shape;1228;p59"/>
          <p:cNvSpPr/>
          <p:nvPr/>
        </p:nvSpPr>
        <p:spPr>
          <a:xfrm>
            <a:off x="9972667" y="5274164"/>
            <a:ext cx="141184" cy="176891"/>
          </a:xfrm>
          <a:custGeom>
            <a:avLst/>
            <a:gdLst/>
            <a:ahLst/>
            <a:cxnLst/>
            <a:rect l="l" t="t" r="r" b="b"/>
            <a:pathLst>
              <a:path w="1739" h="2179" extrusionOk="0">
                <a:moveTo>
                  <a:pt x="1" y="1"/>
                </a:moveTo>
                <a:lnTo>
                  <a:pt x="1" y="2179"/>
                </a:lnTo>
                <a:lnTo>
                  <a:pt x="758" y="2179"/>
                </a:lnTo>
                <a:lnTo>
                  <a:pt x="1739" y="1090"/>
                </a:lnTo>
                <a:lnTo>
                  <a:pt x="758"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29" name="Google Shape;1229;p59"/>
          <p:cNvSpPr/>
          <p:nvPr/>
        </p:nvSpPr>
        <p:spPr>
          <a:xfrm>
            <a:off x="10744222" y="4260369"/>
            <a:ext cx="213196" cy="176891"/>
          </a:xfrm>
          <a:custGeom>
            <a:avLst/>
            <a:gdLst/>
            <a:ahLst/>
            <a:cxnLst/>
            <a:rect l="l" t="t" r="r" b="b"/>
            <a:pathLst>
              <a:path w="2626" h="2179" extrusionOk="0">
                <a:moveTo>
                  <a:pt x="0" y="1"/>
                </a:moveTo>
                <a:lnTo>
                  <a:pt x="887" y="1090"/>
                </a:lnTo>
                <a:lnTo>
                  <a:pt x="0" y="2179"/>
                </a:lnTo>
                <a:lnTo>
                  <a:pt x="1644" y="2179"/>
                </a:lnTo>
                <a:lnTo>
                  <a:pt x="2625" y="1090"/>
                </a:lnTo>
                <a:lnTo>
                  <a:pt x="1644"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30" name="Google Shape;1230;p59"/>
          <p:cNvSpPr/>
          <p:nvPr/>
        </p:nvSpPr>
        <p:spPr>
          <a:xfrm>
            <a:off x="9543239" y="5274164"/>
            <a:ext cx="180397" cy="176891"/>
          </a:xfrm>
          <a:custGeom>
            <a:avLst/>
            <a:gdLst/>
            <a:ahLst/>
            <a:cxnLst/>
            <a:rect l="l" t="t" r="r" b="b"/>
            <a:pathLst>
              <a:path w="2222" h="2179" extrusionOk="0">
                <a:moveTo>
                  <a:pt x="477" y="1"/>
                </a:moveTo>
                <a:lnTo>
                  <a:pt x="895" y="513"/>
                </a:lnTo>
                <a:lnTo>
                  <a:pt x="1" y="513"/>
                </a:lnTo>
                <a:lnTo>
                  <a:pt x="1" y="1659"/>
                </a:lnTo>
                <a:lnTo>
                  <a:pt x="895" y="1659"/>
                </a:lnTo>
                <a:lnTo>
                  <a:pt x="477" y="2179"/>
                </a:lnTo>
                <a:lnTo>
                  <a:pt x="1234" y="2179"/>
                </a:lnTo>
                <a:lnTo>
                  <a:pt x="2222" y="1090"/>
                </a:lnTo>
                <a:lnTo>
                  <a:pt x="1234"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nvGrpSpPr>
          <p:cNvPr id="1231" name="Google Shape;1231;p59"/>
          <p:cNvGrpSpPr/>
          <p:nvPr/>
        </p:nvGrpSpPr>
        <p:grpSpPr>
          <a:xfrm>
            <a:off x="10784611" y="4902186"/>
            <a:ext cx="132416" cy="214396"/>
            <a:chOff x="5059700" y="2334775"/>
            <a:chExt cx="40775" cy="66025"/>
          </a:xfrm>
        </p:grpSpPr>
        <p:sp>
          <p:nvSpPr>
            <p:cNvPr id="1232" name="Google Shape;1232;p59"/>
            <p:cNvSpPr/>
            <p:nvPr/>
          </p:nvSpPr>
          <p:spPr>
            <a:xfrm>
              <a:off x="5059700" y="2334775"/>
              <a:ext cx="12475" cy="10525"/>
            </a:xfrm>
            <a:custGeom>
              <a:avLst/>
              <a:gdLst/>
              <a:ahLst/>
              <a:cxnLst/>
              <a:rect l="l" t="t" r="r" b="b"/>
              <a:pathLst>
                <a:path w="499" h="421" extrusionOk="0">
                  <a:moveTo>
                    <a:pt x="282" y="0"/>
                  </a:moveTo>
                  <a:cubicBezTo>
                    <a:pt x="94" y="0"/>
                    <a:pt x="1" y="224"/>
                    <a:pt x="138" y="361"/>
                  </a:cubicBezTo>
                  <a:cubicBezTo>
                    <a:pt x="179" y="402"/>
                    <a:pt x="230" y="421"/>
                    <a:pt x="281" y="421"/>
                  </a:cubicBezTo>
                  <a:cubicBezTo>
                    <a:pt x="388" y="421"/>
                    <a:pt x="491" y="337"/>
                    <a:pt x="491" y="209"/>
                  </a:cubicBezTo>
                  <a:cubicBezTo>
                    <a:pt x="498" y="94"/>
                    <a:pt x="397" y="0"/>
                    <a:pt x="282"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33" name="Google Shape;1233;p59"/>
            <p:cNvSpPr/>
            <p:nvPr/>
          </p:nvSpPr>
          <p:spPr>
            <a:xfrm>
              <a:off x="5059700" y="2348650"/>
              <a:ext cx="12475" cy="10550"/>
            </a:xfrm>
            <a:custGeom>
              <a:avLst/>
              <a:gdLst/>
              <a:ahLst/>
              <a:cxnLst/>
              <a:rect l="l" t="t" r="r" b="b"/>
              <a:pathLst>
                <a:path w="499" h="422" extrusionOk="0">
                  <a:moveTo>
                    <a:pt x="282" y="1"/>
                  </a:moveTo>
                  <a:cubicBezTo>
                    <a:pt x="94" y="1"/>
                    <a:pt x="1" y="224"/>
                    <a:pt x="138" y="361"/>
                  </a:cubicBezTo>
                  <a:cubicBezTo>
                    <a:pt x="179" y="403"/>
                    <a:pt x="230" y="421"/>
                    <a:pt x="281" y="421"/>
                  </a:cubicBezTo>
                  <a:cubicBezTo>
                    <a:pt x="388" y="421"/>
                    <a:pt x="491" y="337"/>
                    <a:pt x="491" y="210"/>
                  </a:cubicBezTo>
                  <a:cubicBezTo>
                    <a:pt x="498" y="94"/>
                    <a:pt x="397" y="1"/>
                    <a:pt x="282"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34" name="Google Shape;1234;p59"/>
            <p:cNvSpPr/>
            <p:nvPr/>
          </p:nvSpPr>
          <p:spPr>
            <a:xfrm>
              <a:off x="5059700" y="2362525"/>
              <a:ext cx="12475" cy="10550"/>
            </a:xfrm>
            <a:custGeom>
              <a:avLst/>
              <a:gdLst/>
              <a:ahLst/>
              <a:cxnLst/>
              <a:rect l="l" t="t" r="r" b="b"/>
              <a:pathLst>
                <a:path w="499" h="422" extrusionOk="0">
                  <a:moveTo>
                    <a:pt x="282" y="1"/>
                  </a:moveTo>
                  <a:cubicBezTo>
                    <a:pt x="94" y="1"/>
                    <a:pt x="1" y="224"/>
                    <a:pt x="138" y="361"/>
                  </a:cubicBezTo>
                  <a:cubicBezTo>
                    <a:pt x="179" y="403"/>
                    <a:pt x="230" y="422"/>
                    <a:pt x="281" y="422"/>
                  </a:cubicBezTo>
                  <a:cubicBezTo>
                    <a:pt x="388" y="422"/>
                    <a:pt x="491" y="338"/>
                    <a:pt x="491" y="210"/>
                  </a:cubicBezTo>
                  <a:cubicBezTo>
                    <a:pt x="498" y="95"/>
                    <a:pt x="397" y="1"/>
                    <a:pt x="282"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35" name="Google Shape;1235;p59"/>
            <p:cNvSpPr/>
            <p:nvPr/>
          </p:nvSpPr>
          <p:spPr>
            <a:xfrm>
              <a:off x="5059700" y="2376400"/>
              <a:ext cx="12475" cy="10500"/>
            </a:xfrm>
            <a:custGeom>
              <a:avLst/>
              <a:gdLst/>
              <a:ahLst/>
              <a:cxnLst/>
              <a:rect l="l" t="t" r="r" b="b"/>
              <a:pathLst>
                <a:path w="499" h="420" extrusionOk="0">
                  <a:moveTo>
                    <a:pt x="294" y="1"/>
                  </a:moveTo>
                  <a:cubicBezTo>
                    <a:pt x="290" y="1"/>
                    <a:pt x="286" y="1"/>
                    <a:pt x="282" y="1"/>
                  </a:cubicBezTo>
                  <a:cubicBezTo>
                    <a:pt x="94" y="1"/>
                    <a:pt x="1" y="225"/>
                    <a:pt x="138" y="355"/>
                  </a:cubicBezTo>
                  <a:cubicBezTo>
                    <a:pt x="180" y="400"/>
                    <a:pt x="233" y="420"/>
                    <a:pt x="285" y="420"/>
                  </a:cubicBezTo>
                  <a:cubicBezTo>
                    <a:pt x="390" y="420"/>
                    <a:pt x="491" y="336"/>
                    <a:pt x="491" y="210"/>
                  </a:cubicBezTo>
                  <a:cubicBezTo>
                    <a:pt x="498" y="99"/>
                    <a:pt x="404" y="1"/>
                    <a:pt x="294"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36" name="Google Shape;1236;p59"/>
            <p:cNvSpPr/>
            <p:nvPr/>
          </p:nvSpPr>
          <p:spPr>
            <a:xfrm>
              <a:off x="5059700" y="2390125"/>
              <a:ext cx="12475" cy="10675"/>
            </a:xfrm>
            <a:custGeom>
              <a:avLst/>
              <a:gdLst/>
              <a:ahLst/>
              <a:cxnLst/>
              <a:rect l="l" t="t" r="r" b="b"/>
              <a:pathLst>
                <a:path w="499" h="427" extrusionOk="0">
                  <a:moveTo>
                    <a:pt x="282" y="0"/>
                  </a:moveTo>
                  <a:cubicBezTo>
                    <a:pt x="94" y="0"/>
                    <a:pt x="1" y="231"/>
                    <a:pt x="138" y="361"/>
                  </a:cubicBezTo>
                  <a:cubicBezTo>
                    <a:pt x="180" y="406"/>
                    <a:pt x="233" y="426"/>
                    <a:pt x="285" y="426"/>
                  </a:cubicBezTo>
                  <a:cubicBezTo>
                    <a:pt x="390" y="426"/>
                    <a:pt x="491" y="343"/>
                    <a:pt x="491" y="217"/>
                  </a:cubicBezTo>
                  <a:cubicBezTo>
                    <a:pt x="498" y="94"/>
                    <a:pt x="397" y="0"/>
                    <a:pt x="282"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37" name="Google Shape;1237;p59"/>
            <p:cNvSpPr/>
            <p:nvPr/>
          </p:nvSpPr>
          <p:spPr>
            <a:xfrm>
              <a:off x="5073950" y="2348650"/>
              <a:ext cx="12275" cy="10550"/>
            </a:xfrm>
            <a:custGeom>
              <a:avLst/>
              <a:gdLst/>
              <a:ahLst/>
              <a:cxnLst/>
              <a:rect l="l" t="t" r="r" b="b"/>
              <a:pathLst>
                <a:path w="491" h="422" extrusionOk="0">
                  <a:moveTo>
                    <a:pt x="282" y="1"/>
                  </a:moveTo>
                  <a:cubicBezTo>
                    <a:pt x="94" y="1"/>
                    <a:pt x="0" y="224"/>
                    <a:pt x="130" y="361"/>
                  </a:cubicBezTo>
                  <a:cubicBezTo>
                    <a:pt x="174" y="403"/>
                    <a:pt x="227" y="421"/>
                    <a:pt x="278" y="421"/>
                  </a:cubicBezTo>
                  <a:cubicBezTo>
                    <a:pt x="387" y="421"/>
                    <a:pt x="491" y="337"/>
                    <a:pt x="491" y="210"/>
                  </a:cubicBezTo>
                  <a:cubicBezTo>
                    <a:pt x="491" y="94"/>
                    <a:pt x="397" y="1"/>
                    <a:pt x="282"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38" name="Google Shape;1238;p59"/>
            <p:cNvSpPr/>
            <p:nvPr/>
          </p:nvSpPr>
          <p:spPr>
            <a:xfrm>
              <a:off x="5073950" y="2362525"/>
              <a:ext cx="12275" cy="10550"/>
            </a:xfrm>
            <a:custGeom>
              <a:avLst/>
              <a:gdLst/>
              <a:ahLst/>
              <a:cxnLst/>
              <a:rect l="l" t="t" r="r" b="b"/>
              <a:pathLst>
                <a:path w="491" h="422" extrusionOk="0">
                  <a:moveTo>
                    <a:pt x="282" y="1"/>
                  </a:moveTo>
                  <a:cubicBezTo>
                    <a:pt x="94" y="1"/>
                    <a:pt x="0" y="224"/>
                    <a:pt x="130" y="361"/>
                  </a:cubicBezTo>
                  <a:cubicBezTo>
                    <a:pt x="174" y="403"/>
                    <a:pt x="227" y="422"/>
                    <a:pt x="278" y="422"/>
                  </a:cubicBezTo>
                  <a:cubicBezTo>
                    <a:pt x="387" y="422"/>
                    <a:pt x="491" y="338"/>
                    <a:pt x="491" y="210"/>
                  </a:cubicBezTo>
                  <a:cubicBezTo>
                    <a:pt x="491" y="95"/>
                    <a:pt x="397" y="1"/>
                    <a:pt x="282"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39" name="Google Shape;1239;p59"/>
            <p:cNvSpPr/>
            <p:nvPr/>
          </p:nvSpPr>
          <p:spPr>
            <a:xfrm>
              <a:off x="5074000" y="2376400"/>
              <a:ext cx="12225" cy="10500"/>
            </a:xfrm>
            <a:custGeom>
              <a:avLst/>
              <a:gdLst/>
              <a:ahLst/>
              <a:cxnLst/>
              <a:rect l="l" t="t" r="r" b="b"/>
              <a:pathLst>
                <a:path w="489" h="420" extrusionOk="0">
                  <a:moveTo>
                    <a:pt x="291" y="1"/>
                  </a:moveTo>
                  <a:cubicBezTo>
                    <a:pt x="287" y="1"/>
                    <a:pt x="284" y="1"/>
                    <a:pt x="280" y="1"/>
                  </a:cubicBezTo>
                  <a:cubicBezTo>
                    <a:pt x="277" y="1"/>
                    <a:pt x="274" y="1"/>
                    <a:pt x="271" y="1"/>
                  </a:cubicBezTo>
                  <a:cubicBezTo>
                    <a:pt x="89" y="1"/>
                    <a:pt x="0" y="227"/>
                    <a:pt x="128" y="355"/>
                  </a:cubicBezTo>
                  <a:cubicBezTo>
                    <a:pt x="173" y="400"/>
                    <a:pt x="228" y="420"/>
                    <a:pt x="281" y="420"/>
                  </a:cubicBezTo>
                  <a:cubicBezTo>
                    <a:pt x="388" y="420"/>
                    <a:pt x="489" y="336"/>
                    <a:pt x="489" y="210"/>
                  </a:cubicBezTo>
                  <a:cubicBezTo>
                    <a:pt x="489" y="99"/>
                    <a:pt x="401" y="1"/>
                    <a:pt x="291"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40" name="Google Shape;1240;p59"/>
            <p:cNvSpPr/>
            <p:nvPr/>
          </p:nvSpPr>
          <p:spPr>
            <a:xfrm>
              <a:off x="5088000" y="2362525"/>
              <a:ext cx="12475" cy="10550"/>
            </a:xfrm>
            <a:custGeom>
              <a:avLst/>
              <a:gdLst/>
              <a:ahLst/>
              <a:cxnLst/>
              <a:rect l="l" t="t" r="r" b="b"/>
              <a:pathLst>
                <a:path w="499" h="422" extrusionOk="0">
                  <a:moveTo>
                    <a:pt x="289" y="1"/>
                  </a:moveTo>
                  <a:cubicBezTo>
                    <a:pt x="102" y="1"/>
                    <a:pt x="1" y="224"/>
                    <a:pt x="138" y="361"/>
                  </a:cubicBezTo>
                  <a:cubicBezTo>
                    <a:pt x="180" y="403"/>
                    <a:pt x="231" y="422"/>
                    <a:pt x="283" y="422"/>
                  </a:cubicBezTo>
                  <a:cubicBezTo>
                    <a:pt x="392" y="422"/>
                    <a:pt x="499" y="338"/>
                    <a:pt x="499" y="210"/>
                  </a:cubicBezTo>
                  <a:cubicBezTo>
                    <a:pt x="499" y="95"/>
                    <a:pt x="405" y="1"/>
                    <a:pt x="289"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241" name="Google Shape;1241;p59"/>
          <p:cNvGrpSpPr/>
          <p:nvPr/>
        </p:nvGrpSpPr>
        <p:grpSpPr>
          <a:xfrm>
            <a:off x="10727496" y="5255695"/>
            <a:ext cx="246645" cy="213828"/>
            <a:chOff x="5037700" y="2430325"/>
            <a:chExt cx="75950" cy="65850"/>
          </a:xfrm>
        </p:grpSpPr>
        <p:sp>
          <p:nvSpPr>
            <p:cNvPr id="1242" name="Google Shape;1242;p59"/>
            <p:cNvSpPr/>
            <p:nvPr/>
          </p:nvSpPr>
          <p:spPr>
            <a:xfrm>
              <a:off x="5059700" y="2430325"/>
              <a:ext cx="53950" cy="65850"/>
            </a:xfrm>
            <a:custGeom>
              <a:avLst/>
              <a:gdLst/>
              <a:ahLst/>
              <a:cxnLst/>
              <a:rect l="l" t="t" r="r" b="b"/>
              <a:pathLst>
                <a:path w="2158" h="2634" extrusionOk="0">
                  <a:moveTo>
                    <a:pt x="1" y="1"/>
                  </a:moveTo>
                  <a:lnTo>
                    <a:pt x="866" y="1321"/>
                  </a:lnTo>
                  <a:lnTo>
                    <a:pt x="1" y="2633"/>
                  </a:lnTo>
                  <a:lnTo>
                    <a:pt x="1292" y="2633"/>
                  </a:lnTo>
                  <a:lnTo>
                    <a:pt x="2157" y="1321"/>
                  </a:lnTo>
                  <a:lnTo>
                    <a:pt x="1292"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43" name="Google Shape;1243;p59"/>
            <p:cNvSpPr/>
            <p:nvPr/>
          </p:nvSpPr>
          <p:spPr>
            <a:xfrm>
              <a:off x="5037700" y="2430325"/>
              <a:ext cx="34100" cy="65850"/>
            </a:xfrm>
            <a:custGeom>
              <a:avLst/>
              <a:gdLst/>
              <a:ahLst/>
              <a:cxnLst/>
              <a:rect l="l" t="t" r="r" b="b"/>
              <a:pathLst>
                <a:path w="1364" h="2634" extrusionOk="0">
                  <a:moveTo>
                    <a:pt x="1" y="1"/>
                  </a:moveTo>
                  <a:lnTo>
                    <a:pt x="866" y="1321"/>
                  </a:lnTo>
                  <a:lnTo>
                    <a:pt x="1" y="2633"/>
                  </a:lnTo>
                  <a:lnTo>
                    <a:pt x="498" y="2633"/>
                  </a:lnTo>
                  <a:lnTo>
                    <a:pt x="1364" y="1321"/>
                  </a:lnTo>
                  <a:lnTo>
                    <a:pt x="498"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244" name="Google Shape;1244;p59"/>
          <p:cNvGrpSpPr/>
          <p:nvPr/>
        </p:nvGrpSpPr>
        <p:grpSpPr>
          <a:xfrm>
            <a:off x="9953504" y="4944298"/>
            <a:ext cx="230685" cy="130172"/>
            <a:chOff x="4756975" y="2341800"/>
            <a:chExt cx="91975" cy="51925"/>
          </a:xfrm>
        </p:grpSpPr>
        <p:sp>
          <p:nvSpPr>
            <p:cNvPr id="1245" name="Google Shape;1245;p59"/>
            <p:cNvSpPr/>
            <p:nvPr/>
          </p:nvSpPr>
          <p:spPr>
            <a:xfrm>
              <a:off x="4756975" y="2341800"/>
              <a:ext cx="10650" cy="9150"/>
            </a:xfrm>
            <a:custGeom>
              <a:avLst/>
              <a:gdLst/>
              <a:ahLst/>
              <a:cxnLst/>
              <a:rect l="l" t="t" r="r" b="b"/>
              <a:pathLst>
                <a:path w="426" h="366" extrusionOk="0">
                  <a:moveTo>
                    <a:pt x="245" y="0"/>
                  </a:moveTo>
                  <a:cubicBezTo>
                    <a:pt x="79" y="0"/>
                    <a:pt x="0" y="195"/>
                    <a:pt x="115" y="311"/>
                  </a:cubicBezTo>
                  <a:cubicBezTo>
                    <a:pt x="153" y="348"/>
                    <a:pt x="199" y="365"/>
                    <a:pt x="244" y="365"/>
                  </a:cubicBezTo>
                  <a:cubicBezTo>
                    <a:pt x="337" y="365"/>
                    <a:pt x="426" y="293"/>
                    <a:pt x="426" y="181"/>
                  </a:cubicBezTo>
                  <a:cubicBezTo>
                    <a:pt x="426" y="80"/>
                    <a:pt x="346" y="0"/>
                    <a:pt x="245"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46" name="Google Shape;1246;p59"/>
            <p:cNvSpPr/>
            <p:nvPr/>
          </p:nvSpPr>
          <p:spPr>
            <a:xfrm>
              <a:off x="4777350" y="2341800"/>
              <a:ext cx="10650" cy="9150"/>
            </a:xfrm>
            <a:custGeom>
              <a:avLst/>
              <a:gdLst/>
              <a:ahLst/>
              <a:cxnLst/>
              <a:rect l="l" t="t" r="r" b="b"/>
              <a:pathLst>
                <a:path w="426" h="366" extrusionOk="0">
                  <a:moveTo>
                    <a:pt x="245" y="0"/>
                  </a:moveTo>
                  <a:cubicBezTo>
                    <a:pt x="79" y="0"/>
                    <a:pt x="0" y="195"/>
                    <a:pt x="115" y="311"/>
                  </a:cubicBezTo>
                  <a:cubicBezTo>
                    <a:pt x="153" y="348"/>
                    <a:pt x="199" y="365"/>
                    <a:pt x="244" y="365"/>
                  </a:cubicBezTo>
                  <a:cubicBezTo>
                    <a:pt x="337" y="365"/>
                    <a:pt x="426" y="293"/>
                    <a:pt x="426" y="181"/>
                  </a:cubicBezTo>
                  <a:cubicBezTo>
                    <a:pt x="426" y="80"/>
                    <a:pt x="339" y="0"/>
                    <a:pt x="245"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47" name="Google Shape;1247;p59"/>
            <p:cNvSpPr/>
            <p:nvPr/>
          </p:nvSpPr>
          <p:spPr>
            <a:xfrm>
              <a:off x="4797725" y="2341800"/>
              <a:ext cx="10475" cy="9150"/>
            </a:xfrm>
            <a:custGeom>
              <a:avLst/>
              <a:gdLst/>
              <a:ahLst/>
              <a:cxnLst/>
              <a:rect l="l" t="t" r="r" b="b"/>
              <a:pathLst>
                <a:path w="419" h="366" extrusionOk="0">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48" name="Google Shape;1248;p59"/>
            <p:cNvSpPr/>
            <p:nvPr/>
          </p:nvSpPr>
          <p:spPr>
            <a:xfrm>
              <a:off x="4818100" y="2341800"/>
              <a:ext cx="10475" cy="9150"/>
            </a:xfrm>
            <a:custGeom>
              <a:avLst/>
              <a:gdLst/>
              <a:ahLst/>
              <a:cxnLst/>
              <a:rect l="l" t="t" r="r" b="b"/>
              <a:pathLst>
                <a:path w="419" h="366" extrusionOk="0">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49" name="Google Shape;1249;p59"/>
            <p:cNvSpPr/>
            <p:nvPr/>
          </p:nvSpPr>
          <p:spPr>
            <a:xfrm>
              <a:off x="4768675" y="2352625"/>
              <a:ext cx="8875" cy="9025"/>
            </a:xfrm>
            <a:custGeom>
              <a:avLst/>
              <a:gdLst/>
              <a:ahLst/>
              <a:cxnLst/>
              <a:rect l="l" t="t" r="r" b="b"/>
              <a:pathLst>
                <a:path w="355" h="361" extrusionOk="0">
                  <a:moveTo>
                    <a:pt x="174" y="0"/>
                  </a:moveTo>
                  <a:cubicBezTo>
                    <a:pt x="80" y="0"/>
                    <a:pt x="1" y="87"/>
                    <a:pt x="1" y="181"/>
                  </a:cubicBezTo>
                  <a:cubicBezTo>
                    <a:pt x="1" y="281"/>
                    <a:pt x="80" y="361"/>
                    <a:pt x="174" y="361"/>
                  </a:cubicBezTo>
                  <a:cubicBezTo>
                    <a:pt x="275" y="361"/>
                    <a:pt x="354" y="281"/>
                    <a:pt x="354" y="181"/>
                  </a:cubicBezTo>
                  <a:cubicBezTo>
                    <a:pt x="354" y="87"/>
                    <a:pt x="275" y="0"/>
                    <a:pt x="174"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50" name="Google Shape;1250;p59"/>
            <p:cNvSpPr/>
            <p:nvPr/>
          </p:nvSpPr>
          <p:spPr>
            <a:xfrm>
              <a:off x="4787425" y="2352625"/>
              <a:ext cx="10500" cy="9125"/>
            </a:xfrm>
            <a:custGeom>
              <a:avLst/>
              <a:gdLst/>
              <a:ahLst/>
              <a:cxnLst/>
              <a:rect l="l" t="t" r="r" b="b"/>
              <a:pathLst>
                <a:path w="420" h="365" extrusionOk="0">
                  <a:moveTo>
                    <a:pt x="239" y="0"/>
                  </a:moveTo>
                  <a:cubicBezTo>
                    <a:pt x="80" y="0"/>
                    <a:pt x="1" y="195"/>
                    <a:pt x="116" y="310"/>
                  </a:cubicBezTo>
                  <a:cubicBezTo>
                    <a:pt x="152" y="348"/>
                    <a:pt x="196" y="365"/>
                    <a:pt x="240" y="365"/>
                  </a:cubicBezTo>
                  <a:cubicBezTo>
                    <a:pt x="331" y="365"/>
                    <a:pt x="419" y="292"/>
                    <a:pt x="419" y="181"/>
                  </a:cubicBezTo>
                  <a:cubicBezTo>
                    <a:pt x="419" y="87"/>
                    <a:pt x="340" y="0"/>
                    <a:pt x="239"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51" name="Google Shape;1251;p59"/>
            <p:cNvSpPr/>
            <p:nvPr/>
          </p:nvSpPr>
          <p:spPr>
            <a:xfrm>
              <a:off x="4809250" y="2352625"/>
              <a:ext cx="9050" cy="9025"/>
            </a:xfrm>
            <a:custGeom>
              <a:avLst/>
              <a:gdLst/>
              <a:ahLst/>
              <a:cxnLst/>
              <a:rect l="l" t="t" r="r" b="b"/>
              <a:pathLst>
                <a:path w="362" h="361" extrusionOk="0">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52" name="Google Shape;1252;p59"/>
            <p:cNvSpPr/>
            <p:nvPr/>
          </p:nvSpPr>
          <p:spPr>
            <a:xfrm>
              <a:off x="4829625" y="2352625"/>
              <a:ext cx="9050" cy="9025"/>
            </a:xfrm>
            <a:custGeom>
              <a:avLst/>
              <a:gdLst/>
              <a:ahLst/>
              <a:cxnLst/>
              <a:rect l="l" t="t" r="r" b="b"/>
              <a:pathLst>
                <a:path w="362" h="361" extrusionOk="0">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53" name="Google Shape;1253;p59"/>
            <p:cNvSpPr/>
            <p:nvPr/>
          </p:nvSpPr>
          <p:spPr>
            <a:xfrm>
              <a:off x="4777350" y="2363250"/>
              <a:ext cx="10650" cy="9025"/>
            </a:xfrm>
            <a:custGeom>
              <a:avLst/>
              <a:gdLst/>
              <a:ahLst/>
              <a:cxnLst/>
              <a:rect l="l" t="t" r="r" b="b"/>
              <a:pathLst>
                <a:path w="426" h="361" extrusionOk="0">
                  <a:moveTo>
                    <a:pt x="245" y="1"/>
                  </a:moveTo>
                  <a:cubicBezTo>
                    <a:pt x="79" y="1"/>
                    <a:pt x="0" y="195"/>
                    <a:pt x="115" y="311"/>
                  </a:cubicBezTo>
                  <a:cubicBezTo>
                    <a:pt x="152" y="345"/>
                    <a:pt x="197" y="361"/>
                    <a:pt x="241" y="361"/>
                  </a:cubicBezTo>
                  <a:cubicBezTo>
                    <a:pt x="335" y="361"/>
                    <a:pt x="426" y="289"/>
                    <a:pt x="426" y="181"/>
                  </a:cubicBezTo>
                  <a:cubicBezTo>
                    <a:pt x="426" y="80"/>
                    <a:pt x="339" y="1"/>
                    <a:pt x="245"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54" name="Google Shape;1254;p59"/>
            <p:cNvSpPr/>
            <p:nvPr/>
          </p:nvSpPr>
          <p:spPr>
            <a:xfrm>
              <a:off x="4797725" y="2363250"/>
              <a:ext cx="10475" cy="9025"/>
            </a:xfrm>
            <a:custGeom>
              <a:avLst/>
              <a:gdLst/>
              <a:ahLst/>
              <a:cxnLst/>
              <a:rect l="l" t="t" r="r" b="b"/>
              <a:pathLst>
                <a:path w="419" h="361" extrusionOk="0">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55" name="Google Shape;1255;p59"/>
            <p:cNvSpPr/>
            <p:nvPr/>
          </p:nvSpPr>
          <p:spPr>
            <a:xfrm>
              <a:off x="4818100" y="2363250"/>
              <a:ext cx="10475" cy="9025"/>
            </a:xfrm>
            <a:custGeom>
              <a:avLst/>
              <a:gdLst/>
              <a:ahLst/>
              <a:cxnLst/>
              <a:rect l="l" t="t" r="r" b="b"/>
              <a:pathLst>
                <a:path w="419" h="361" extrusionOk="0">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56" name="Google Shape;1256;p59"/>
            <p:cNvSpPr/>
            <p:nvPr/>
          </p:nvSpPr>
          <p:spPr>
            <a:xfrm>
              <a:off x="4838475" y="2363250"/>
              <a:ext cx="10475" cy="9025"/>
            </a:xfrm>
            <a:custGeom>
              <a:avLst/>
              <a:gdLst/>
              <a:ahLst/>
              <a:cxnLst/>
              <a:rect l="l" t="t" r="r" b="b"/>
              <a:pathLst>
                <a:path w="419" h="361" extrusionOk="0">
                  <a:moveTo>
                    <a:pt x="238" y="1"/>
                  </a:moveTo>
                  <a:cubicBezTo>
                    <a:pt x="79" y="1"/>
                    <a:pt x="0" y="195"/>
                    <a:pt x="108" y="311"/>
                  </a:cubicBezTo>
                  <a:cubicBezTo>
                    <a:pt x="145" y="345"/>
                    <a:pt x="190" y="361"/>
                    <a:pt x="233"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57" name="Google Shape;1257;p59"/>
            <p:cNvSpPr/>
            <p:nvPr/>
          </p:nvSpPr>
          <p:spPr>
            <a:xfrm>
              <a:off x="4768675" y="2374075"/>
              <a:ext cx="8875" cy="9050"/>
            </a:xfrm>
            <a:custGeom>
              <a:avLst/>
              <a:gdLst/>
              <a:ahLst/>
              <a:cxnLst/>
              <a:rect l="l" t="t" r="r" b="b"/>
              <a:pathLst>
                <a:path w="355" h="362" extrusionOk="0">
                  <a:moveTo>
                    <a:pt x="174" y="0"/>
                  </a:moveTo>
                  <a:cubicBezTo>
                    <a:pt x="80" y="0"/>
                    <a:pt x="1" y="80"/>
                    <a:pt x="1" y="181"/>
                  </a:cubicBezTo>
                  <a:cubicBezTo>
                    <a:pt x="1" y="282"/>
                    <a:pt x="80" y="361"/>
                    <a:pt x="174" y="361"/>
                  </a:cubicBezTo>
                  <a:cubicBezTo>
                    <a:pt x="275" y="361"/>
                    <a:pt x="354" y="282"/>
                    <a:pt x="354" y="181"/>
                  </a:cubicBezTo>
                  <a:cubicBezTo>
                    <a:pt x="354" y="80"/>
                    <a:pt x="275" y="0"/>
                    <a:pt x="174"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58" name="Google Shape;1258;p59"/>
            <p:cNvSpPr/>
            <p:nvPr/>
          </p:nvSpPr>
          <p:spPr>
            <a:xfrm>
              <a:off x="4787425" y="2374075"/>
              <a:ext cx="10500" cy="9150"/>
            </a:xfrm>
            <a:custGeom>
              <a:avLst/>
              <a:gdLst/>
              <a:ahLst/>
              <a:cxnLst/>
              <a:rect l="l" t="t" r="r" b="b"/>
              <a:pathLst>
                <a:path w="420" h="366" extrusionOk="0">
                  <a:moveTo>
                    <a:pt x="239" y="0"/>
                  </a:moveTo>
                  <a:cubicBezTo>
                    <a:pt x="80" y="0"/>
                    <a:pt x="1" y="195"/>
                    <a:pt x="116" y="311"/>
                  </a:cubicBezTo>
                  <a:cubicBezTo>
                    <a:pt x="152" y="348"/>
                    <a:pt x="196" y="365"/>
                    <a:pt x="240" y="365"/>
                  </a:cubicBezTo>
                  <a:cubicBezTo>
                    <a:pt x="331" y="365"/>
                    <a:pt x="419" y="293"/>
                    <a:pt x="419" y="181"/>
                  </a:cubicBezTo>
                  <a:cubicBezTo>
                    <a:pt x="419" y="80"/>
                    <a:pt x="340" y="0"/>
                    <a:pt x="239"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59" name="Google Shape;1259;p59"/>
            <p:cNvSpPr/>
            <p:nvPr/>
          </p:nvSpPr>
          <p:spPr>
            <a:xfrm>
              <a:off x="4809250" y="2374075"/>
              <a:ext cx="9050" cy="9050"/>
            </a:xfrm>
            <a:custGeom>
              <a:avLst/>
              <a:gdLst/>
              <a:ahLst/>
              <a:cxnLst/>
              <a:rect l="l" t="t" r="r" b="b"/>
              <a:pathLst>
                <a:path w="362" h="362" extrusionOk="0">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60" name="Google Shape;1260;p59"/>
            <p:cNvSpPr/>
            <p:nvPr/>
          </p:nvSpPr>
          <p:spPr>
            <a:xfrm>
              <a:off x="4829625" y="2374075"/>
              <a:ext cx="9050" cy="9050"/>
            </a:xfrm>
            <a:custGeom>
              <a:avLst/>
              <a:gdLst/>
              <a:ahLst/>
              <a:cxnLst/>
              <a:rect l="l" t="t" r="r" b="b"/>
              <a:pathLst>
                <a:path w="362" h="362" extrusionOk="0">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61" name="Google Shape;1261;p59"/>
            <p:cNvSpPr/>
            <p:nvPr/>
          </p:nvSpPr>
          <p:spPr>
            <a:xfrm>
              <a:off x="4756975" y="2384725"/>
              <a:ext cx="10650" cy="9000"/>
            </a:xfrm>
            <a:custGeom>
              <a:avLst/>
              <a:gdLst/>
              <a:ahLst/>
              <a:cxnLst/>
              <a:rect l="l" t="t" r="r" b="b"/>
              <a:pathLst>
                <a:path w="426" h="360" extrusionOk="0">
                  <a:moveTo>
                    <a:pt x="245" y="0"/>
                  </a:moveTo>
                  <a:cubicBezTo>
                    <a:pt x="79" y="0"/>
                    <a:pt x="0" y="195"/>
                    <a:pt x="115" y="310"/>
                  </a:cubicBezTo>
                  <a:cubicBezTo>
                    <a:pt x="152" y="344"/>
                    <a:pt x="197" y="360"/>
                    <a:pt x="241" y="360"/>
                  </a:cubicBezTo>
                  <a:cubicBezTo>
                    <a:pt x="335" y="360"/>
                    <a:pt x="426" y="289"/>
                    <a:pt x="426" y="180"/>
                  </a:cubicBezTo>
                  <a:cubicBezTo>
                    <a:pt x="426" y="79"/>
                    <a:pt x="346" y="0"/>
                    <a:pt x="245"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62" name="Google Shape;1262;p59"/>
            <p:cNvSpPr/>
            <p:nvPr/>
          </p:nvSpPr>
          <p:spPr>
            <a:xfrm>
              <a:off x="4777350" y="2384725"/>
              <a:ext cx="10650" cy="9000"/>
            </a:xfrm>
            <a:custGeom>
              <a:avLst/>
              <a:gdLst/>
              <a:ahLst/>
              <a:cxnLst/>
              <a:rect l="l" t="t" r="r" b="b"/>
              <a:pathLst>
                <a:path w="426" h="360" extrusionOk="0">
                  <a:moveTo>
                    <a:pt x="245" y="0"/>
                  </a:moveTo>
                  <a:cubicBezTo>
                    <a:pt x="79" y="0"/>
                    <a:pt x="0" y="195"/>
                    <a:pt x="115" y="310"/>
                  </a:cubicBezTo>
                  <a:cubicBezTo>
                    <a:pt x="152" y="344"/>
                    <a:pt x="197" y="360"/>
                    <a:pt x="241" y="360"/>
                  </a:cubicBezTo>
                  <a:cubicBezTo>
                    <a:pt x="335" y="360"/>
                    <a:pt x="426" y="289"/>
                    <a:pt x="426" y="180"/>
                  </a:cubicBezTo>
                  <a:cubicBezTo>
                    <a:pt x="426" y="79"/>
                    <a:pt x="339" y="0"/>
                    <a:pt x="245"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63" name="Google Shape;1263;p59"/>
            <p:cNvSpPr/>
            <p:nvPr/>
          </p:nvSpPr>
          <p:spPr>
            <a:xfrm>
              <a:off x="4797725" y="2384725"/>
              <a:ext cx="10475" cy="9000"/>
            </a:xfrm>
            <a:custGeom>
              <a:avLst/>
              <a:gdLst/>
              <a:ahLst/>
              <a:cxnLst/>
              <a:rect l="l" t="t" r="r" b="b"/>
              <a:pathLst>
                <a:path w="419" h="360" extrusionOk="0">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64" name="Google Shape;1264;p59"/>
            <p:cNvSpPr/>
            <p:nvPr/>
          </p:nvSpPr>
          <p:spPr>
            <a:xfrm>
              <a:off x="4818100" y="2384725"/>
              <a:ext cx="10475" cy="9000"/>
            </a:xfrm>
            <a:custGeom>
              <a:avLst/>
              <a:gdLst/>
              <a:ahLst/>
              <a:cxnLst/>
              <a:rect l="l" t="t" r="r" b="b"/>
              <a:pathLst>
                <a:path w="419" h="360" extrusionOk="0">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265" name="Google Shape;1265;p59"/>
          <p:cNvGrpSpPr/>
          <p:nvPr/>
        </p:nvGrpSpPr>
        <p:grpSpPr>
          <a:xfrm>
            <a:off x="10309421" y="5595894"/>
            <a:ext cx="283329" cy="234348"/>
            <a:chOff x="4943575" y="2516350"/>
            <a:chExt cx="98675" cy="81700"/>
          </a:xfrm>
        </p:grpSpPr>
        <p:sp>
          <p:nvSpPr>
            <p:cNvPr id="1266" name="Google Shape;1266;p59"/>
            <p:cNvSpPr/>
            <p:nvPr/>
          </p:nvSpPr>
          <p:spPr>
            <a:xfrm>
              <a:off x="5036450" y="2554750"/>
              <a:ext cx="5800" cy="4825"/>
            </a:xfrm>
            <a:custGeom>
              <a:avLst/>
              <a:gdLst/>
              <a:ahLst/>
              <a:cxnLst/>
              <a:rect l="l" t="t" r="r" b="b"/>
              <a:pathLst>
                <a:path w="232" h="193" extrusionOk="0">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67" name="Google Shape;1267;p59"/>
            <p:cNvSpPr/>
            <p:nvPr/>
          </p:nvSpPr>
          <p:spPr>
            <a:xfrm>
              <a:off x="5028150" y="2547175"/>
              <a:ext cx="5625" cy="4725"/>
            </a:xfrm>
            <a:custGeom>
              <a:avLst/>
              <a:gdLst/>
              <a:ahLst/>
              <a:cxnLst/>
              <a:rect l="l" t="t" r="r" b="b"/>
              <a:pathLst>
                <a:path w="225" h="189" extrusionOk="0">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68" name="Google Shape;1268;p59"/>
            <p:cNvSpPr/>
            <p:nvPr/>
          </p:nvSpPr>
          <p:spPr>
            <a:xfrm>
              <a:off x="5028150" y="2554750"/>
              <a:ext cx="5625" cy="4825"/>
            </a:xfrm>
            <a:custGeom>
              <a:avLst/>
              <a:gdLst/>
              <a:ahLst/>
              <a:cxnLst/>
              <a:rect l="l" t="t" r="r" b="b"/>
              <a:pathLst>
                <a:path w="225" h="193" extrusionOk="0">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69" name="Google Shape;1269;p59"/>
            <p:cNvSpPr/>
            <p:nvPr/>
          </p:nvSpPr>
          <p:spPr>
            <a:xfrm>
              <a:off x="5028150" y="2562500"/>
              <a:ext cx="5625" cy="4800"/>
            </a:xfrm>
            <a:custGeom>
              <a:avLst/>
              <a:gdLst/>
              <a:ahLst/>
              <a:cxnLst/>
              <a:rect l="l" t="t" r="r" b="b"/>
              <a:pathLst>
                <a:path w="225" h="192" extrusionOk="0">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70" name="Google Shape;1270;p59"/>
            <p:cNvSpPr/>
            <p:nvPr/>
          </p:nvSpPr>
          <p:spPr>
            <a:xfrm>
              <a:off x="501972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71" name="Google Shape;1271;p59"/>
            <p:cNvSpPr/>
            <p:nvPr/>
          </p:nvSpPr>
          <p:spPr>
            <a:xfrm>
              <a:off x="5019675" y="2547175"/>
              <a:ext cx="5625" cy="4725"/>
            </a:xfrm>
            <a:custGeom>
              <a:avLst/>
              <a:gdLst/>
              <a:ahLst/>
              <a:cxnLst/>
              <a:rect l="l" t="t" r="r" b="b"/>
              <a:pathLst>
                <a:path w="225" h="189" extrusionOk="0">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72" name="Google Shape;1272;p59"/>
            <p:cNvSpPr/>
            <p:nvPr/>
          </p:nvSpPr>
          <p:spPr>
            <a:xfrm>
              <a:off x="5019675" y="2554750"/>
              <a:ext cx="5625" cy="4825"/>
            </a:xfrm>
            <a:custGeom>
              <a:avLst/>
              <a:gdLst/>
              <a:ahLst/>
              <a:cxnLst/>
              <a:rect l="l" t="t" r="r" b="b"/>
              <a:pathLst>
                <a:path w="225" h="193" extrusionOk="0">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73" name="Google Shape;1273;p59"/>
            <p:cNvSpPr/>
            <p:nvPr/>
          </p:nvSpPr>
          <p:spPr>
            <a:xfrm>
              <a:off x="5019675" y="2562500"/>
              <a:ext cx="5625" cy="4800"/>
            </a:xfrm>
            <a:custGeom>
              <a:avLst/>
              <a:gdLst/>
              <a:ahLst/>
              <a:cxnLst/>
              <a:rect l="l" t="t" r="r" b="b"/>
              <a:pathLst>
                <a:path w="225" h="192" extrusionOk="0">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74" name="Google Shape;1274;p59"/>
            <p:cNvSpPr/>
            <p:nvPr/>
          </p:nvSpPr>
          <p:spPr>
            <a:xfrm>
              <a:off x="5019725" y="2570225"/>
              <a:ext cx="5575" cy="4750"/>
            </a:xfrm>
            <a:custGeom>
              <a:avLst/>
              <a:gdLst/>
              <a:ahLst/>
              <a:cxnLst/>
              <a:rect l="l" t="t" r="r" b="b"/>
              <a:pathLst>
                <a:path w="223" h="190" extrusionOk="0">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75" name="Google Shape;1275;p59"/>
            <p:cNvSpPr/>
            <p:nvPr/>
          </p:nvSpPr>
          <p:spPr>
            <a:xfrm>
              <a:off x="501120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76" name="Google Shape;1276;p59"/>
            <p:cNvSpPr/>
            <p:nvPr/>
          </p:nvSpPr>
          <p:spPr>
            <a:xfrm>
              <a:off x="5011250"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77" name="Google Shape;1277;p59"/>
            <p:cNvSpPr/>
            <p:nvPr/>
          </p:nvSpPr>
          <p:spPr>
            <a:xfrm>
              <a:off x="501120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78" name="Google Shape;1278;p59"/>
            <p:cNvSpPr/>
            <p:nvPr/>
          </p:nvSpPr>
          <p:spPr>
            <a:xfrm>
              <a:off x="5011200"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79" name="Google Shape;1279;p59"/>
            <p:cNvSpPr/>
            <p:nvPr/>
          </p:nvSpPr>
          <p:spPr>
            <a:xfrm>
              <a:off x="5011200" y="2562500"/>
              <a:ext cx="5750" cy="4800"/>
            </a:xfrm>
            <a:custGeom>
              <a:avLst/>
              <a:gdLst/>
              <a:ahLst/>
              <a:cxnLst/>
              <a:rect l="l" t="t" r="r" b="b"/>
              <a:pathLst>
                <a:path w="230" h="192" extrusionOk="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80" name="Google Shape;1280;p59"/>
            <p:cNvSpPr/>
            <p:nvPr/>
          </p:nvSpPr>
          <p:spPr>
            <a:xfrm>
              <a:off x="50112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81" name="Google Shape;1281;p59"/>
            <p:cNvSpPr/>
            <p:nvPr/>
          </p:nvSpPr>
          <p:spPr>
            <a:xfrm>
              <a:off x="5011200"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82" name="Google Shape;1282;p59"/>
            <p:cNvSpPr/>
            <p:nvPr/>
          </p:nvSpPr>
          <p:spPr>
            <a:xfrm>
              <a:off x="5002725"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83" name="Google Shape;1283;p59"/>
            <p:cNvSpPr/>
            <p:nvPr/>
          </p:nvSpPr>
          <p:spPr>
            <a:xfrm>
              <a:off x="5002725"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84" name="Google Shape;1284;p59"/>
            <p:cNvSpPr/>
            <p:nvPr/>
          </p:nvSpPr>
          <p:spPr>
            <a:xfrm>
              <a:off x="500277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85" name="Google Shape;1285;p59"/>
            <p:cNvSpPr/>
            <p:nvPr/>
          </p:nvSpPr>
          <p:spPr>
            <a:xfrm>
              <a:off x="5002725"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86" name="Google Shape;1286;p59"/>
            <p:cNvSpPr/>
            <p:nvPr/>
          </p:nvSpPr>
          <p:spPr>
            <a:xfrm>
              <a:off x="5002725"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87" name="Google Shape;1287;p59"/>
            <p:cNvSpPr/>
            <p:nvPr/>
          </p:nvSpPr>
          <p:spPr>
            <a:xfrm>
              <a:off x="5002725"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88" name="Google Shape;1288;p59"/>
            <p:cNvSpPr/>
            <p:nvPr/>
          </p:nvSpPr>
          <p:spPr>
            <a:xfrm>
              <a:off x="50027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89" name="Google Shape;1289;p59"/>
            <p:cNvSpPr/>
            <p:nvPr/>
          </p:nvSpPr>
          <p:spPr>
            <a:xfrm>
              <a:off x="5002725"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90" name="Google Shape;1290;p59"/>
            <p:cNvSpPr/>
            <p:nvPr/>
          </p:nvSpPr>
          <p:spPr>
            <a:xfrm>
              <a:off x="5002725"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91" name="Google Shape;1291;p59"/>
            <p:cNvSpPr/>
            <p:nvPr/>
          </p:nvSpPr>
          <p:spPr>
            <a:xfrm>
              <a:off x="4994250" y="25163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92" name="Google Shape;1292;p59"/>
            <p:cNvSpPr/>
            <p:nvPr/>
          </p:nvSpPr>
          <p:spPr>
            <a:xfrm>
              <a:off x="4994250"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93" name="Google Shape;1293;p59"/>
            <p:cNvSpPr/>
            <p:nvPr/>
          </p:nvSpPr>
          <p:spPr>
            <a:xfrm>
              <a:off x="499425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94" name="Google Shape;1294;p59"/>
            <p:cNvSpPr/>
            <p:nvPr/>
          </p:nvSpPr>
          <p:spPr>
            <a:xfrm>
              <a:off x="499430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95" name="Google Shape;1295;p59"/>
            <p:cNvSpPr/>
            <p:nvPr/>
          </p:nvSpPr>
          <p:spPr>
            <a:xfrm>
              <a:off x="499425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96" name="Google Shape;1296;p59"/>
            <p:cNvSpPr/>
            <p:nvPr/>
          </p:nvSpPr>
          <p:spPr>
            <a:xfrm>
              <a:off x="499425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97" name="Google Shape;1297;p59"/>
            <p:cNvSpPr/>
            <p:nvPr/>
          </p:nvSpPr>
          <p:spPr>
            <a:xfrm>
              <a:off x="4994250"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98" name="Google Shape;1298;p59"/>
            <p:cNvSpPr/>
            <p:nvPr/>
          </p:nvSpPr>
          <p:spPr>
            <a:xfrm>
              <a:off x="499430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299" name="Google Shape;1299;p59"/>
            <p:cNvSpPr/>
            <p:nvPr/>
          </p:nvSpPr>
          <p:spPr>
            <a:xfrm>
              <a:off x="499425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00" name="Google Shape;1300;p59"/>
            <p:cNvSpPr/>
            <p:nvPr/>
          </p:nvSpPr>
          <p:spPr>
            <a:xfrm>
              <a:off x="4994250"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01" name="Google Shape;1301;p59"/>
            <p:cNvSpPr/>
            <p:nvPr/>
          </p:nvSpPr>
          <p:spPr>
            <a:xfrm>
              <a:off x="4994250" y="2593150"/>
              <a:ext cx="5750" cy="4900"/>
            </a:xfrm>
            <a:custGeom>
              <a:avLst/>
              <a:gdLst/>
              <a:ahLst/>
              <a:cxnLst/>
              <a:rect l="l" t="t" r="r" b="b"/>
              <a:pathLst>
                <a:path w="230" h="196" extrusionOk="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02" name="Google Shape;1302;p59"/>
            <p:cNvSpPr/>
            <p:nvPr/>
          </p:nvSpPr>
          <p:spPr>
            <a:xfrm>
              <a:off x="4985775"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03" name="Google Shape;1303;p59"/>
            <p:cNvSpPr/>
            <p:nvPr/>
          </p:nvSpPr>
          <p:spPr>
            <a:xfrm>
              <a:off x="4985825"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04" name="Google Shape;1304;p59"/>
            <p:cNvSpPr/>
            <p:nvPr/>
          </p:nvSpPr>
          <p:spPr>
            <a:xfrm>
              <a:off x="4985775"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05" name="Google Shape;1305;p59"/>
            <p:cNvSpPr/>
            <p:nvPr/>
          </p:nvSpPr>
          <p:spPr>
            <a:xfrm>
              <a:off x="4985775"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06" name="Google Shape;1306;p59"/>
            <p:cNvSpPr/>
            <p:nvPr/>
          </p:nvSpPr>
          <p:spPr>
            <a:xfrm>
              <a:off x="4985775"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07" name="Google Shape;1307;p59"/>
            <p:cNvSpPr/>
            <p:nvPr/>
          </p:nvSpPr>
          <p:spPr>
            <a:xfrm>
              <a:off x="498582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08" name="Google Shape;1308;p59"/>
            <p:cNvSpPr/>
            <p:nvPr/>
          </p:nvSpPr>
          <p:spPr>
            <a:xfrm>
              <a:off x="4985775"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09" name="Google Shape;1309;p59"/>
            <p:cNvSpPr/>
            <p:nvPr/>
          </p:nvSpPr>
          <p:spPr>
            <a:xfrm>
              <a:off x="4977300"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10" name="Google Shape;1310;p59"/>
            <p:cNvSpPr/>
            <p:nvPr/>
          </p:nvSpPr>
          <p:spPr>
            <a:xfrm>
              <a:off x="497735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11" name="Google Shape;1311;p59"/>
            <p:cNvSpPr/>
            <p:nvPr/>
          </p:nvSpPr>
          <p:spPr>
            <a:xfrm>
              <a:off x="4977300"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12" name="Google Shape;1312;p59"/>
            <p:cNvSpPr/>
            <p:nvPr/>
          </p:nvSpPr>
          <p:spPr>
            <a:xfrm>
              <a:off x="497730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13" name="Google Shape;1313;p59"/>
            <p:cNvSpPr/>
            <p:nvPr/>
          </p:nvSpPr>
          <p:spPr>
            <a:xfrm>
              <a:off x="4977300"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14" name="Google Shape;1314;p59"/>
            <p:cNvSpPr/>
            <p:nvPr/>
          </p:nvSpPr>
          <p:spPr>
            <a:xfrm>
              <a:off x="49773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15" name="Google Shape;1315;p59"/>
            <p:cNvSpPr/>
            <p:nvPr/>
          </p:nvSpPr>
          <p:spPr>
            <a:xfrm>
              <a:off x="497730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16" name="Google Shape;1316;p59"/>
            <p:cNvSpPr/>
            <p:nvPr/>
          </p:nvSpPr>
          <p:spPr>
            <a:xfrm>
              <a:off x="4968825" y="2531675"/>
              <a:ext cx="5750" cy="4900"/>
            </a:xfrm>
            <a:custGeom>
              <a:avLst/>
              <a:gdLst/>
              <a:ahLst/>
              <a:cxnLst/>
              <a:rect l="l" t="t" r="r" b="b"/>
              <a:pathLst>
                <a:path w="230" h="196" extrusionOk="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17" name="Google Shape;1317;p59"/>
            <p:cNvSpPr/>
            <p:nvPr/>
          </p:nvSpPr>
          <p:spPr>
            <a:xfrm>
              <a:off x="4968875" y="2539400"/>
              <a:ext cx="5700" cy="4750"/>
            </a:xfrm>
            <a:custGeom>
              <a:avLst/>
              <a:gdLst/>
              <a:ahLst/>
              <a:cxnLst/>
              <a:rect l="l" t="t" r="r" b="b"/>
              <a:pathLst>
                <a:path w="228" h="190" extrusionOk="0">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18" name="Google Shape;1318;p59"/>
            <p:cNvSpPr/>
            <p:nvPr/>
          </p:nvSpPr>
          <p:spPr>
            <a:xfrm>
              <a:off x="4968825" y="2547175"/>
              <a:ext cx="5750" cy="4725"/>
            </a:xfrm>
            <a:custGeom>
              <a:avLst/>
              <a:gdLst/>
              <a:ahLst/>
              <a:cxnLst/>
              <a:rect l="l" t="t" r="r" b="b"/>
              <a:pathLst>
                <a:path w="230" h="189" extrusionOk="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19" name="Google Shape;1319;p59"/>
            <p:cNvSpPr/>
            <p:nvPr/>
          </p:nvSpPr>
          <p:spPr>
            <a:xfrm>
              <a:off x="4968825" y="2554750"/>
              <a:ext cx="5800" cy="4825"/>
            </a:xfrm>
            <a:custGeom>
              <a:avLst/>
              <a:gdLst/>
              <a:ahLst/>
              <a:cxnLst/>
              <a:rect l="l" t="t" r="r" b="b"/>
              <a:pathLst>
                <a:path w="232" h="193" extrusionOk="0">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20" name="Google Shape;1320;p59"/>
            <p:cNvSpPr/>
            <p:nvPr/>
          </p:nvSpPr>
          <p:spPr>
            <a:xfrm>
              <a:off x="4968825" y="2562500"/>
              <a:ext cx="5750" cy="4800"/>
            </a:xfrm>
            <a:custGeom>
              <a:avLst/>
              <a:gdLst/>
              <a:ahLst/>
              <a:cxnLst/>
              <a:rect l="l" t="t" r="r" b="b"/>
              <a:pathLst>
                <a:path w="230" h="192" extrusionOk="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21" name="Google Shape;1321;p59"/>
            <p:cNvSpPr/>
            <p:nvPr/>
          </p:nvSpPr>
          <p:spPr>
            <a:xfrm>
              <a:off x="49688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22" name="Google Shape;1322;p59"/>
            <p:cNvSpPr/>
            <p:nvPr/>
          </p:nvSpPr>
          <p:spPr>
            <a:xfrm>
              <a:off x="4968825" y="2577825"/>
              <a:ext cx="5800" cy="4825"/>
            </a:xfrm>
            <a:custGeom>
              <a:avLst/>
              <a:gdLst/>
              <a:ahLst/>
              <a:cxnLst/>
              <a:rect l="l" t="t" r="r" b="b"/>
              <a:pathLst>
                <a:path w="232" h="193" extrusionOk="0">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23" name="Google Shape;1323;p59"/>
            <p:cNvSpPr/>
            <p:nvPr/>
          </p:nvSpPr>
          <p:spPr>
            <a:xfrm>
              <a:off x="4960525" y="2531675"/>
              <a:ext cx="5625" cy="4900"/>
            </a:xfrm>
            <a:custGeom>
              <a:avLst/>
              <a:gdLst/>
              <a:ahLst/>
              <a:cxnLst/>
              <a:rect l="l" t="t" r="r" b="b"/>
              <a:pathLst>
                <a:path w="225" h="196" extrusionOk="0">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24" name="Google Shape;1324;p59"/>
            <p:cNvSpPr/>
            <p:nvPr/>
          </p:nvSpPr>
          <p:spPr>
            <a:xfrm>
              <a:off x="4960575" y="2539400"/>
              <a:ext cx="5575" cy="4750"/>
            </a:xfrm>
            <a:custGeom>
              <a:avLst/>
              <a:gdLst/>
              <a:ahLst/>
              <a:cxnLst/>
              <a:rect l="l" t="t" r="r" b="b"/>
              <a:pathLst>
                <a:path w="223" h="190" extrusionOk="0">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25" name="Google Shape;1325;p59"/>
            <p:cNvSpPr/>
            <p:nvPr/>
          </p:nvSpPr>
          <p:spPr>
            <a:xfrm>
              <a:off x="4960525" y="2547175"/>
              <a:ext cx="5625" cy="4725"/>
            </a:xfrm>
            <a:custGeom>
              <a:avLst/>
              <a:gdLst/>
              <a:ahLst/>
              <a:cxnLst/>
              <a:rect l="l" t="t" r="r" b="b"/>
              <a:pathLst>
                <a:path w="225" h="189" extrusionOk="0">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26" name="Google Shape;1326;p59"/>
            <p:cNvSpPr/>
            <p:nvPr/>
          </p:nvSpPr>
          <p:spPr>
            <a:xfrm>
              <a:off x="4960525" y="2554750"/>
              <a:ext cx="5625" cy="4825"/>
            </a:xfrm>
            <a:custGeom>
              <a:avLst/>
              <a:gdLst/>
              <a:ahLst/>
              <a:cxnLst/>
              <a:rect l="l" t="t" r="r" b="b"/>
              <a:pathLst>
                <a:path w="225" h="193" extrusionOk="0">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27" name="Google Shape;1327;p59"/>
            <p:cNvSpPr/>
            <p:nvPr/>
          </p:nvSpPr>
          <p:spPr>
            <a:xfrm>
              <a:off x="4960525" y="2562500"/>
              <a:ext cx="5625" cy="4800"/>
            </a:xfrm>
            <a:custGeom>
              <a:avLst/>
              <a:gdLst/>
              <a:ahLst/>
              <a:cxnLst/>
              <a:rect l="l" t="t" r="r" b="b"/>
              <a:pathLst>
                <a:path w="225" h="192" extrusionOk="0">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28" name="Google Shape;1328;p59"/>
            <p:cNvSpPr/>
            <p:nvPr/>
          </p:nvSpPr>
          <p:spPr>
            <a:xfrm>
              <a:off x="4960575" y="2570225"/>
              <a:ext cx="5575" cy="4750"/>
            </a:xfrm>
            <a:custGeom>
              <a:avLst/>
              <a:gdLst/>
              <a:ahLst/>
              <a:cxnLst/>
              <a:rect l="l" t="t" r="r" b="b"/>
              <a:pathLst>
                <a:path w="223" h="190" extrusionOk="0">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29" name="Google Shape;1329;p59"/>
            <p:cNvSpPr/>
            <p:nvPr/>
          </p:nvSpPr>
          <p:spPr>
            <a:xfrm>
              <a:off x="4960525" y="2577825"/>
              <a:ext cx="5625" cy="4825"/>
            </a:xfrm>
            <a:custGeom>
              <a:avLst/>
              <a:gdLst/>
              <a:ahLst/>
              <a:cxnLst/>
              <a:rect l="l" t="t" r="r" b="b"/>
              <a:pathLst>
                <a:path w="225" h="193" extrusionOk="0">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30" name="Google Shape;1330;p59"/>
            <p:cNvSpPr/>
            <p:nvPr/>
          </p:nvSpPr>
          <p:spPr>
            <a:xfrm>
              <a:off x="4952050" y="2531675"/>
              <a:ext cx="5625" cy="4900"/>
            </a:xfrm>
            <a:custGeom>
              <a:avLst/>
              <a:gdLst/>
              <a:ahLst/>
              <a:cxnLst/>
              <a:rect l="l" t="t" r="r" b="b"/>
              <a:pathLst>
                <a:path w="225" h="196" extrusionOk="0">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31" name="Google Shape;1331;p59"/>
            <p:cNvSpPr/>
            <p:nvPr/>
          </p:nvSpPr>
          <p:spPr>
            <a:xfrm>
              <a:off x="4952100" y="2539400"/>
              <a:ext cx="5575" cy="4750"/>
            </a:xfrm>
            <a:custGeom>
              <a:avLst/>
              <a:gdLst/>
              <a:ahLst/>
              <a:cxnLst/>
              <a:rect l="l" t="t" r="r" b="b"/>
              <a:pathLst>
                <a:path w="223" h="190" extrusionOk="0">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32" name="Google Shape;1332;p59"/>
            <p:cNvSpPr/>
            <p:nvPr/>
          </p:nvSpPr>
          <p:spPr>
            <a:xfrm>
              <a:off x="4952050" y="2547175"/>
              <a:ext cx="5625" cy="4725"/>
            </a:xfrm>
            <a:custGeom>
              <a:avLst/>
              <a:gdLst/>
              <a:ahLst/>
              <a:cxnLst/>
              <a:rect l="l" t="t" r="r" b="b"/>
              <a:pathLst>
                <a:path w="225" h="189" extrusionOk="0">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33" name="Google Shape;1333;p59"/>
            <p:cNvSpPr/>
            <p:nvPr/>
          </p:nvSpPr>
          <p:spPr>
            <a:xfrm>
              <a:off x="4952050"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34" name="Google Shape;1334;p59"/>
            <p:cNvSpPr/>
            <p:nvPr/>
          </p:nvSpPr>
          <p:spPr>
            <a:xfrm>
              <a:off x="4952050" y="2562500"/>
              <a:ext cx="5625" cy="4800"/>
            </a:xfrm>
            <a:custGeom>
              <a:avLst/>
              <a:gdLst/>
              <a:ahLst/>
              <a:cxnLst/>
              <a:rect l="l" t="t" r="r" b="b"/>
              <a:pathLst>
                <a:path w="225" h="192" extrusionOk="0">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35" name="Google Shape;1335;p59"/>
            <p:cNvSpPr/>
            <p:nvPr/>
          </p:nvSpPr>
          <p:spPr>
            <a:xfrm>
              <a:off x="4952100" y="2570225"/>
              <a:ext cx="5575" cy="4750"/>
            </a:xfrm>
            <a:custGeom>
              <a:avLst/>
              <a:gdLst/>
              <a:ahLst/>
              <a:cxnLst/>
              <a:rect l="l" t="t" r="r" b="b"/>
              <a:pathLst>
                <a:path w="223" h="190" extrusionOk="0">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36" name="Google Shape;1336;p59"/>
            <p:cNvSpPr/>
            <p:nvPr/>
          </p:nvSpPr>
          <p:spPr>
            <a:xfrm>
              <a:off x="4952050"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37" name="Google Shape;1337;p59"/>
            <p:cNvSpPr/>
            <p:nvPr/>
          </p:nvSpPr>
          <p:spPr>
            <a:xfrm>
              <a:off x="4943575" y="2531675"/>
              <a:ext cx="5750" cy="4900"/>
            </a:xfrm>
            <a:custGeom>
              <a:avLst/>
              <a:gdLst/>
              <a:ahLst/>
              <a:cxnLst/>
              <a:rect l="l" t="t" r="r" b="b"/>
              <a:pathLst>
                <a:path w="230" h="196" extrusionOk="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38" name="Google Shape;1338;p59"/>
            <p:cNvSpPr/>
            <p:nvPr/>
          </p:nvSpPr>
          <p:spPr>
            <a:xfrm>
              <a:off x="4943625" y="2539400"/>
              <a:ext cx="5575" cy="4750"/>
            </a:xfrm>
            <a:custGeom>
              <a:avLst/>
              <a:gdLst/>
              <a:ahLst/>
              <a:cxnLst/>
              <a:rect l="l" t="t" r="r" b="b"/>
              <a:pathLst>
                <a:path w="223" h="190" extrusionOk="0">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39" name="Google Shape;1339;p59"/>
            <p:cNvSpPr/>
            <p:nvPr/>
          </p:nvSpPr>
          <p:spPr>
            <a:xfrm>
              <a:off x="4943575" y="2547175"/>
              <a:ext cx="5750" cy="4725"/>
            </a:xfrm>
            <a:custGeom>
              <a:avLst/>
              <a:gdLst/>
              <a:ahLst/>
              <a:cxnLst/>
              <a:rect l="l" t="t" r="r" b="b"/>
              <a:pathLst>
                <a:path w="230" h="189" extrusionOk="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40" name="Google Shape;1340;p59"/>
            <p:cNvSpPr/>
            <p:nvPr/>
          </p:nvSpPr>
          <p:spPr>
            <a:xfrm>
              <a:off x="4943575"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41" name="Google Shape;1341;p59"/>
            <p:cNvSpPr/>
            <p:nvPr/>
          </p:nvSpPr>
          <p:spPr>
            <a:xfrm>
              <a:off x="4943575" y="2562500"/>
              <a:ext cx="5750" cy="4800"/>
            </a:xfrm>
            <a:custGeom>
              <a:avLst/>
              <a:gdLst/>
              <a:ahLst/>
              <a:cxnLst/>
              <a:rect l="l" t="t" r="r" b="b"/>
              <a:pathLst>
                <a:path w="230" h="192" extrusionOk="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42" name="Google Shape;1342;p59"/>
            <p:cNvSpPr/>
            <p:nvPr/>
          </p:nvSpPr>
          <p:spPr>
            <a:xfrm>
              <a:off x="4943625" y="2570225"/>
              <a:ext cx="5700" cy="4750"/>
            </a:xfrm>
            <a:custGeom>
              <a:avLst/>
              <a:gdLst/>
              <a:ahLst/>
              <a:cxnLst/>
              <a:rect l="l" t="t" r="r" b="b"/>
              <a:pathLst>
                <a:path w="228" h="190" extrusionOk="0">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343" name="Google Shape;1343;p59"/>
            <p:cNvSpPr/>
            <p:nvPr/>
          </p:nvSpPr>
          <p:spPr>
            <a:xfrm>
              <a:off x="4943575"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344" name="Google Shape;1344;p59"/>
          <p:cNvGrpSpPr/>
          <p:nvPr/>
        </p:nvGrpSpPr>
        <p:grpSpPr>
          <a:xfrm>
            <a:off x="2653502" y="4564218"/>
            <a:ext cx="1287135" cy="179481"/>
            <a:chOff x="4411970" y="2962952"/>
            <a:chExt cx="706544" cy="104212"/>
          </a:xfrm>
        </p:grpSpPr>
        <p:sp>
          <p:nvSpPr>
            <p:cNvPr id="1345" name="Google Shape;1345;p59"/>
            <p:cNvSpPr/>
            <p:nvPr/>
          </p:nvSpPr>
          <p:spPr>
            <a:xfrm>
              <a:off x="4583864" y="2962952"/>
              <a:ext cx="534651" cy="104077"/>
            </a:xfrm>
            <a:custGeom>
              <a:avLst/>
              <a:gdLst/>
              <a:ahLst/>
              <a:cxnLst/>
              <a:rect l="l" t="t" r="r" b="b"/>
              <a:pathLst>
                <a:path w="11841" h="2305" extrusionOk="0">
                  <a:moveTo>
                    <a:pt x="1155" y="0"/>
                  </a:moveTo>
                  <a:lnTo>
                    <a:pt x="0" y="2304"/>
                  </a:lnTo>
                  <a:lnTo>
                    <a:pt x="11410" y="2304"/>
                  </a:lnTo>
                  <a:lnTo>
                    <a:pt x="11840" y="1153"/>
                  </a:lnTo>
                  <a:lnTo>
                    <a:pt x="11410" y="0"/>
                  </a:lnTo>
                  <a:close/>
                </a:path>
              </a:pathLst>
            </a:custGeom>
            <a:solidFill>
              <a:srgbClr val="D7DFE5"/>
            </a:solidFill>
            <a:ln>
              <a:noFill/>
            </a:ln>
          </p:spPr>
          <p:txBody>
            <a:bodyPr spcFirstLastPara="1" wrap="square" lIns="121900" tIns="121900" rIns="121900" bIns="121900" anchor="ctr" anchorCtr="0">
              <a:noAutofit/>
            </a:bodyPr>
            <a:lstStyle/>
            <a:p>
              <a:endParaRPr sz="2400"/>
            </a:p>
          </p:txBody>
        </p:sp>
        <p:sp>
          <p:nvSpPr>
            <p:cNvPr id="1346" name="Google Shape;1346;p59"/>
            <p:cNvSpPr/>
            <p:nvPr/>
          </p:nvSpPr>
          <p:spPr>
            <a:xfrm>
              <a:off x="4411970" y="2963088"/>
              <a:ext cx="124124" cy="104077"/>
            </a:xfrm>
            <a:custGeom>
              <a:avLst/>
              <a:gdLst/>
              <a:ahLst/>
              <a:cxnLst/>
              <a:rect l="l" t="t" r="r" b="b"/>
              <a:pathLst>
                <a:path w="2749" h="2305" extrusionOk="0">
                  <a:moveTo>
                    <a:pt x="2749" y="0"/>
                  </a:moveTo>
                  <a:lnTo>
                    <a:pt x="177" y="2"/>
                  </a:lnTo>
                  <a:cubicBezTo>
                    <a:pt x="79" y="2"/>
                    <a:pt x="1" y="79"/>
                    <a:pt x="1" y="176"/>
                  </a:cubicBezTo>
                  <a:lnTo>
                    <a:pt x="1" y="2130"/>
                  </a:lnTo>
                  <a:cubicBezTo>
                    <a:pt x="1" y="2226"/>
                    <a:pt x="79" y="2305"/>
                    <a:pt x="177" y="2305"/>
                  </a:cubicBezTo>
                  <a:lnTo>
                    <a:pt x="1522" y="2305"/>
                  </a:lnTo>
                  <a:lnTo>
                    <a:pt x="2749" y="0"/>
                  </a:lnTo>
                  <a:close/>
                </a:path>
              </a:pathLst>
            </a:custGeom>
            <a:solidFill>
              <a:srgbClr val="CCD6DE"/>
            </a:solidFill>
            <a:ln>
              <a:noFill/>
            </a:ln>
          </p:spPr>
          <p:txBody>
            <a:bodyPr spcFirstLastPara="1" wrap="square" lIns="121900" tIns="121900" rIns="121900" bIns="121900" anchor="ctr" anchorCtr="0">
              <a:noAutofit/>
            </a:bodyPr>
            <a:lstStyle/>
            <a:p>
              <a:endParaRPr sz="2400"/>
            </a:p>
          </p:txBody>
        </p:sp>
        <p:sp>
          <p:nvSpPr>
            <p:cNvPr id="1347" name="Google Shape;1347;p59"/>
            <p:cNvSpPr/>
            <p:nvPr/>
          </p:nvSpPr>
          <p:spPr>
            <a:xfrm>
              <a:off x="4496946" y="2963133"/>
              <a:ext cx="79920" cy="104031"/>
            </a:xfrm>
            <a:custGeom>
              <a:avLst/>
              <a:gdLst/>
              <a:ahLst/>
              <a:cxnLst/>
              <a:rect l="l" t="t" r="r" b="b"/>
              <a:pathLst>
                <a:path w="1770" h="2304" extrusionOk="0">
                  <a:moveTo>
                    <a:pt x="1227" y="1"/>
                  </a:moveTo>
                  <a:lnTo>
                    <a:pt x="0" y="2304"/>
                  </a:lnTo>
                  <a:lnTo>
                    <a:pt x="542" y="2304"/>
                  </a:lnTo>
                  <a:lnTo>
                    <a:pt x="1770" y="1"/>
                  </a:lnTo>
                  <a:close/>
                </a:path>
              </a:pathLst>
            </a:custGeom>
            <a:solidFill>
              <a:srgbClr val="D7DFE5"/>
            </a:solidFill>
            <a:ln>
              <a:noFill/>
            </a:ln>
          </p:spPr>
          <p:txBody>
            <a:bodyPr spcFirstLastPara="1" wrap="square" lIns="121900" tIns="121900" rIns="121900" bIns="121900" anchor="ctr" anchorCtr="0">
              <a:noAutofit/>
            </a:bodyPr>
            <a:lstStyle/>
            <a:p>
              <a:endParaRPr sz="2400"/>
            </a:p>
          </p:txBody>
        </p:sp>
        <p:sp>
          <p:nvSpPr>
            <p:cNvPr id="1348" name="Google Shape;1348;p59"/>
            <p:cNvSpPr/>
            <p:nvPr/>
          </p:nvSpPr>
          <p:spPr>
            <a:xfrm>
              <a:off x="4537628" y="2963133"/>
              <a:ext cx="79965" cy="104031"/>
            </a:xfrm>
            <a:custGeom>
              <a:avLst/>
              <a:gdLst/>
              <a:ahLst/>
              <a:cxnLst/>
              <a:rect l="l" t="t" r="r" b="b"/>
              <a:pathLst>
                <a:path w="1771" h="2304" extrusionOk="0">
                  <a:moveTo>
                    <a:pt x="1229" y="1"/>
                  </a:moveTo>
                  <a:lnTo>
                    <a:pt x="1" y="2304"/>
                  </a:lnTo>
                  <a:lnTo>
                    <a:pt x="544" y="2304"/>
                  </a:lnTo>
                  <a:lnTo>
                    <a:pt x="1770" y="1"/>
                  </a:lnTo>
                  <a:close/>
                </a:path>
              </a:pathLst>
            </a:custGeom>
            <a:solidFill>
              <a:srgbClr val="E0E7EB"/>
            </a:solidFill>
            <a:ln>
              <a:noFill/>
            </a:ln>
          </p:spPr>
          <p:txBody>
            <a:bodyPr spcFirstLastPara="1" wrap="square" lIns="121900" tIns="121900" rIns="121900" bIns="121900" anchor="ctr" anchorCtr="0">
              <a:noAutofit/>
            </a:bodyPr>
            <a:lstStyle/>
            <a:p>
              <a:endParaRPr sz="2400"/>
            </a:p>
          </p:txBody>
        </p:sp>
      </p:grpSp>
      <p:grpSp>
        <p:nvGrpSpPr>
          <p:cNvPr id="1349" name="Google Shape;1349;p59"/>
          <p:cNvGrpSpPr/>
          <p:nvPr/>
        </p:nvGrpSpPr>
        <p:grpSpPr>
          <a:xfrm>
            <a:off x="2653501" y="4016103"/>
            <a:ext cx="1280211" cy="385563"/>
            <a:chOff x="4411970" y="2726085"/>
            <a:chExt cx="643107" cy="193659"/>
          </a:xfrm>
        </p:grpSpPr>
        <p:sp>
          <p:nvSpPr>
            <p:cNvPr id="1350" name="Google Shape;1350;p59"/>
            <p:cNvSpPr/>
            <p:nvPr/>
          </p:nvSpPr>
          <p:spPr>
            <a:xfrm>
              <a:off x="4411970" y="2726085"/>
              <a:ext cx="118796" cy="193659"/>
            </a:xfrm>
            <a:custGeom>
              <a:avLst/>
              <a:gdLst/>
              <a:ahLst/>
              <a:cxnLst/>
              <a:rect l="l" t="t" r="r" b="b"/>
              <a:pathLst>
                <a:path w="2631" h="4289" extrusionOk="0">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1351" name="Google Shape;1351;p59"/>
            <p:cNvSpPr/>
            <p:nvPr/>
          </p:nvSpPr>
          <p:spPr>
            <a:xfrm>
              <a:off x="4426058" y="2791601"/>
              <a:ext cx="36167" cy="62627"/>
            </a:xfrm>
            <a:custGeom>
              <a:avLst/>
              <a:gdLst/>
              <a:ahLst/>
              <a:cxnLst/>
              <a:rect l="l" t="t" r="r" b="b"/>
              <a:pathLst>
                <a:path w="801" h="1387" extrusionOk="0">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1352" name="Google Shape;1352;p59"/>
            <p:cNvSpPr/>
            <p:nvPr/>
          </p:nvSpPr>
          <p:spPr>
            <a:xfrm>
              <a:off x="4456806" y="2743875"/>
              <a:ext cx="598271" cy="157989"/>
            </a:xfrm>
            <a:custGeom>
              <a:avLst/>
              <a:gdLst/>
              <a:ahLst/>
              <a:cxnLst/>
              <a:rect l="l" t="t" r="r" b="b"/>
              <a:pathLst>
                <a:path w="13250" h="3499" extrusionOk="0">
                  <a:moveTo>
                    <a:pt x="1" y="0"/>
                  </a:moveTo>
                  <a:lnTo>
                    <a:pt x="1495" y="1494"/>
                  </a:lnTo>
                  <a:cubicBezTo>
                    <a:pt x="1635" y="1635"/>
                    <a:pt x="1635" y="1866"/>
                    <a:pt x="1495" y="2007"/>
                  </a:cubicBezTo>
                  <a:lnTo>
                    <a:pt x="2" y="3499"/>
                  </a:lnTo>
                  <a:lnTo>
                    <a:pt x="11527" y="3499"/>
                  </a:lnTo>
                  <a:lnTo>
                    <a:pt x="13250" y="1750"/>
                  </a:lnTo>
                  <a:lnTo>
                    <a:pt x="11527" y="0"/>
                  </a:ln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grpSp>
        <p:nvGrpSpPr>
          <p:cNvPr id="1353" name="Google Shape;1353;p59"/>
          <p:cNvGrpSpPr/>
          <p:nvPr/>
        </p:nvGrpSpPr>
        <p:grpSpPr>
          <a:xfrm>
            <a:off x="1324025" y="4370917"/>
            <a:ext cx="1110897" cy="345612"/>
            <a:chOff x="4411970" y="4340222"/>
            <a:chExt cx="779467" cy="242683"/>
          </a:xfrm>
        </p:grpSpPr>
        <p:sp>
          <p:nvSpPr>
            <p:cNvPr id="1354" name="Google Shape;1354;p59"/>
            <p:cNvSpPr/>
            <p:nvPr/>
          </p:nvSpPr>
          <p:spPr>
            <a:xfrm>
              <a:off x="4411970" y="4340222"/>
              <a:ext cx="121370" cy="121370"/>
            </a:xfrm>
            <a:custGeom>
              <a:avLst/>
              <a:gdLst/>
              <a:ahLst/>
              <a:cxnLst/>
              <a:rect l="l" t="t" r="r" b="b"/>
              <a:pathLst>
                <a:path w="2688" h="2688" extrusionOk="0">
                  <a:moveTo>
                    <a:pt x="2688" y="1"/>
                  </a:moveTo>
                  <a:cubicBezTo>
                    <a:pt x="1205" y="1"/>
                    <a:pt x="1" y="1203"/>
                    <a:pt x="1" y="2688"/>
                  </a:cubicBezTo>
                  <a:lnTo>
                    <a:pt x="379" y="2688"/>
                  </a:lnTo>
                  <a:cubicBezTo>
                    <a:pt x="379" y="1411"/>
                    <a:pt x="1413" y="379"/>
                    <a:pt x="2688" y="379"/>
                  </a:cubicBezTo>
                  <a:lnTo>
                    <a:pt x="2688" y="1"/>
                  </a:ln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1355" name="Google Shape;1355;p59"/>
            <p:cNvSpPr/>
            <p:nvPr/>
          </p:nvSpPr>
          <p:spPr>
            <a:xfrm>
              <a:off x="4457032" y="4385284"/>
              <a:ext cx="152661" cy="152615"/>
            </a:xfrm>
            <a:custGeom>
              <a:avLst/>
              <a:gdLst/>
              <a:ahLst/>
              <a:cxnLst/>
              <a:rect l="l" t="t" r="r" b="b"/>
              <a:pathLst>
                <a:path w="3381" h="3380" extrusionOk="0">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1356" name="Google Shape;1356;p59"/>
            <p:cNvSpPr/>
            <p:nvPr/>
          </p:nvSpPr>
          <p:spPr>
            <a:xfrm>
              <a:off x="4533392" y="4383749"/>
              <a:ext cx="658046" cy="199155"/>
            </a:xfrm>
            <a:custGeom>
              <a:avLst/>
              <a:gdLst/>
              <a:ahLst/>
              <a:cxnLst/>
              <a:rect l="l" t="t" r="r" b="b"/>
              <a:pathLst>
                <a:path w="16511" h="4997" extrusionOk="0">
                  <a:moveTo>
                    <a:pt x="4619" y="1"/>
                  </a:moveTo>
                  <a:cubicBezTo>
                    <a:pt x="3342" y="1"/>
                    <a:pt x="2309" y="1035"/>
                    <a:pt x="2309" y="2310"/>
                  </a:cubicBezTo>
                  <a:cubicBezTo>
                    <a:pt x="2309" y="3586"/>
                    <a:pt x="1275" y="4619"/>
                    <a:pt x="0" y="4619"/>
                  </a:cubicBezTo>
                  <a:lnTo>
                    <a:pt x="0" y="4997"/>
                  </a:lnTo>
                  <a:cubicBezTo>
                    <a:pt x="482" y="4997"/>
                    <a:pt x="958" y="4867"/>
                    <a:pt x="1373" y="4619"/>
                  </a:cubicBezTo>
                  <a:lnTo>
                    <a:pt x="14185" y="4619"/>
                  </a:lnTo>
                  <a:cubicBezTo>
                    <a:pt x="15472" y="4619"/>
                    <a:pt x="16510" y="3567"/>
                    <a:pt x="16494" y="2279"/>
                  </a:cubicBezTo>
                  <a:cubicBezTo>
                    <a:pt x="16478" y="1006"/>
                    <a:pt x="15399" y="1"/>
                    <a:pt x="14126" y="1"/>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grpSp>
      <p:grpSp>
        <p:nvGrpSpPr>
          <p:cNvPr id="1357" name="Google Shape;1357;p59"/>
          <p:cNvGrpSpPr/>
          <p:nvPr/>
        </p:nvGrpSpPr>
        <p:grpSpPr>
          <a:xfrm>
            <a:off x="2653501" y="3565244"/>
            <a:ext cx="1286880" cy="288307"/>
            <a:chOff x="4411970" y="2468674"/>
            <a:chExt cx="747317" cy="167425"/>
          </a:xfrm>
        </p:grpSpPr>
        <p:sp>
          <p:nvSpPr>
            <p:cNvPr id="1358" name="Google Shape;1358;p59"/>
            <p:cNvSpPr/>
            <p:nvPr/>
          </p:nvSpPr>
          <p:spPr>
            <a:xfrm>
              <a:off x="4411970" y="2468674"/>
              <a:ext cx="216235" cy="167425"/>
            </a:xfrm>
            <a:custGeom>
              <a:avLst/>
              <a:gdLst/>
              <a:ahLst/>
              <a:cxnLst/>
              <a:rect l="l" t="t" r="r" b="b"/>
              <a:pathLst>
                <a:path w="4789" h="3708" extrusionOk="0">
                  <a:moveTo>
                    <a:pt x="1" y="0"/>
                  </a:moveTo>
                  <a:lnTo>
                    <a:pt x="1" y="3707"/>
                  </a:lnTo>
                  <a:lnTo>
                    <a:pt x="3381" y="3707"/>
                  </a:lnTo>
                  <a:lnTo>
                    <a:pt x="4789" y="1853"/>
                  </a:lnTo>
                  <a:lnTo>
                    <a:pt x="3381" y="0"/>
                  </a:ln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1359" name="Google Shape;1359;p59"/>
            <p:cNvSpPr/>
            <p:nvPr/>
          </p:nvSpPr>
          <p:spPr>
            <a:xfrm>
              <a:off x="4564629" y="2468674"/>
              <a:ext cx="594658" cy="167425"/>
            </a:xfrm>
            <a:custGeom>
              <a:avLst/>
              <a:gdLst/>
              <a:ahLst/>
              <a:cxnLst/>
              <a:rect l="l" t="t" r="r" b="b"/>
              <a:pathLst>
                <a:path w="13170" h="3708" extrusionOk="0">
                  <a:moveTo>
                    <a:pt x="0" y="0"/>
                  </a:moveTo>
                  <a:lnTo>
                    <a:pt x="1408" y="1853"/>
                  </a:lnTo>
                  <a:lnTo>
                    <a:pt x="0" y="3707"/>
                  </a:lnTo>
                  <a:lnTo>
                    <a:pt x="13169" y="3707"/>
                  </a:lnTo>
                  <a:lnTo>
                    <a:pt x="13169" y="0"/>
                  </a:lnTo>
                  <a:close/>
                </a:path>
              </a:pathLst>
            </a:custGeom>
            <a:solidFill>
              <a:srgbClr val="667E92"/>
            </a:solidFill>
            <a:ln>
              <a:noFill/>
            </a:ln>
          </p:spPr>
          <p:txBody>
            <a:bodyPr spcFirstLastPara="1" wrap="square" lIns="121900" tIns="121900" rIns="121900" bIns="121900" anchor="ctr" anchorCtr="0">
              <a:noAutofit/>
            </a:bodyPr>
            <a:lstStyle/>
            <a:p>
              <a:endParaRPr sz="2400"/>
            </a:p>
          </p:txBody>
        </p:sp>
      </p:grpSp>
      <p:grpSp>
        <p:nvGrpSpPr>
          <p:cNvPr id="1360" name="Google Shape;1360;p59"/>
          <p:cNvGrpSpPr/>
          <p:nvPr/>
        </p:nvGrpSpPr>
        <p:grpSpPr>
          <a:xfrm>
            <a:off x="1318498" y="3438200"/>
            <a:ext cx="1080601" cy="425531"/>
            <a:chOff x="4411970" y="3686602"/>
            <a:chExt cx="797845" cy="314215"/>
          </a:xfrm>
        </p:grpSpPr>
        <p:sp>
          <p:nvSpPr>
            <p:cNvPr id="1361" name="Google Shape;1361;p59"/>
            <p:cNvSpPr/>
            <p:nvPr/>
          </p:nvSpPr>
          <p:spPr>
            <a:xfrm>
              <a:off x="4411970" y="3780383"/>
              <a:ext cx="797845" cy="220435"/>
            </a:xfrm>
            <a:custGeom>
              <a:avLst/>
              <a:gdLst/>
              <a:ahLst/>
              <a:cxnLst/>
              <a:rect l="l" t="t" r="r" b="b"/>
              <a:pathLst>
                <a:path w="17670" h="4882" extrusionOk="0">
                  <a:moveTo>
                    <a:pt x="356" y="1"/>
                  </a:moveTo>
                  <a:cubicBezTo>
                    <a:pt x="159" y="1"/>
                    <a:pt x="1" y="161"/>
                    <a:pt x="1" y="356"/>
                  </a:cubicBezTo>
                  <a:lnTo>
                    <a:pt x="1" y="4881"/>
                  </a:lnTo>
                  <a:lnTo>
                    <a:pt x="17316" y="4881"/>
                  </a:lnTo>
                  <a:cubicBezTo>
                    <a:pt x="17511" y="4881"/>
                    <a:pt x="17670" y="4723"/>
                    <a:pt x="17670" y="4528"/>
                  </a:cubicBezTo>
                  <a:lnTo>
                    <a:pt x="17670" y="1"/>
                  </a:ln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1362" name="Google Shape;1362;p59"/>
            <p:cNvSpPr/>
            <p:nvPr/>
          </p:nvSpPr>
          <p:spPr>
            <a:xfrm>
              <a:off x="4411970" y="3940447"/>
              <a:ext cx="60414" cy="60369"/>
            </a:xfrm>
            <a:custGeom>
              <a:avLst/>
              <a:gdLst/>
              <a:ahLst/>
              <a:cxnLst/>
              <a:rect l="l" t="t" r="r" b="b"/>
              <a:pathLst>
                <a:path w="1338" h="1337" extrusionOk="0">
                  <a:moveTo>
                    <a:pt x="1" y="1"/>
                  </a:moveTo>
                  <a:lnTo>
                    <a:pt x="1" y="1336"/>
                  </a:lnTo>
                  <a:lnTo>
                    <a:pt x="1338" y="1336"/>
                  </a:lnTo>
                  <a:lnTo>
                    <a:pt x="1" y="1"/>
                  </a:ln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1363" name="Google Shape;1363;p59"/>
            <p:cNvSpPr/>
            <p:nvPr/>
          </p:nvSpPr>
          <p:spPr>
            <a:xfrm>
              <a:off x="4411970" y="3686602"/>
              <a:ext cx="228743" cy="228743"/>
            </a:xfrm>
            <a:custGeom>
              <a:avLst/>
              <a:gdLst/>
              <a:ahLst/>
              <a:cxnLst/>
              <a:rect l="l" t="t" r="r" b="b"/>
              <a:pathLst>
                <a:path w="5066" h="5066" extrusionOk="0">
                  <a:moveTo>
                    <a:pt x="2534" y="1"/>
                  </a:moveTo>
                  <a:cubicBezTo>
                    <a:pt x="1134" y="1"/>
                    <a:pt x="1" y="1134"/>
                    <a:pt x="1" y="2534"/>
                  </a:cubicBezTo>
                  <a:cubicBezTo>
                    <a:pt x="1" y="3932"/>
                    <a:pt x="1134" y="5066"/>
                    <a:pt x="2534" y="5066"/>
                  </a:cubicBezTo>
                  <a:cubicBezTo>
                    <a:pt x="3932" y="5066"/>
                    <a:pt x="5066" y="3932"/>
                    <a:pt x="5066" y="2534"/>
                  </a:cubicBezTo>
                  <a:cubicBezTo>
                    <a:pt x="5066" y="1134"/>
                    <a:pt x="3932" y="1"/>
                    <a:pt x="2534"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1364" name="Google Shape;1364;p59"/>
            <p:cNvSpPr/>
            <p:nvPr/>
          </p:nvSpPr>
          <p:spPr>
            <a:xfrm>
              <a:off x="4442628" y="3717261"/>
              <a:ext cx="167425" cy="167425"/>
            </a:xfrm>
            <a:custGeom>
              <a:avLst/>
              <a:gdLst/>
              <a:ahLst/>
              <a:cxnLst/>
              <a:rect l="l" t="t" r="r" b="b"/>
              <a:pathLst>
                <a:path w="3708" h="3708" extrusionOk="0">
                  <a:moveTo>
                    <a:pt x="3708" y="1855"/>
                  </a:moveTo>
                  <a:cubicBezTo>
                    <a:pt x="3708" y="2878"/>
                    <a:pt x="2878" y="3708"/>
                    <a:pt x="1855" y="3708"/>
                  </a:cubicBezTo>
                  <a:cubicBezTo>
                    <a:pt x="832" y="3708"/>
                    <a:pt x="1" y="2878"/>
                    <a:pt x="1" y="1855"/>
                  </a:cubicBezTo>
                  <a:cubicBezTo>
                    <a:pt x="1" y="830"/>
                    <a:pt x="832" y="1"/>
                    <a:pt x="1855" y="1"/>
                  </a:cubicBezTo>
                  <a:cubicBezTo>
                    <a:pt x="2878" y="1"/>
                    <a:pt x="3708" y="830"/>
                    <a:pt x="3708" y="1855"/>
                  </a:cubicBezTo>
                  <a:close/>
                </a:path>
              </a:pathLst>
            </a:custGeom>
            <a:solidFill>
              <a:srgbClr val="222D3A"/>
            </a:solidFill>
            <a:ln>
              <a:noFill/>
            </a:ln>
          </p:spPr>
          <p:txBody>
            <a:bodyPr spcFirstLastPara="1" wrap="square" lIns="121900" tIns="121900" rIns="121900" bIns="121900" anchor="ctr" anchorCtr="0">
              <a:noAutofit/>
            </a:bodyPr>
            <a:lstStyle/>
            <a:p>
              <a:endParaRPr sz="2400"/>
            </a:p>
          </p:txBody>
        </p:sp>
        <p:sp>
          <p:nvSpPr>
            <p:cNvPr id="1365" name="Google Shape;1365;p59"/>
            <p:cNvSpPr/>
            <p:nvPr/>
          </p:nvSpPr>
          <p:spPr>
            <a:xfrm>
              <a:off x="4455090" y="3729723"/>
              <a:ext cx="142546" cy="142546"/>
            </a:xfrm>
            <a:custGeom>
              <a:avLst/>
              <a:gdLst/>
              <a:ahLst/>
              <a:cxnLst/>
              <a:rect l="l" t="t" r="r" b="b"/>
              <a:pathLst>
                <a:path w="3157" h="3157" extrusionOk="0">
                  <a:moveTo>
                    <a:pt x="1579" y="0"/>
                  </a:moveTo>
                  <a:cubicBezTo>
                    <a:pt x="706" y="0"/>
                    <a:pt x="0" y="706"/>
                    <a:pt x="0" y="1579"/>
                  </a:cubicBezTo>
                  <a:cubicBezTo>
                    <a:pt x="0" y="2450"/>
                    <a:pt x="706" y="3156"/>
                    <a:pt x="1579" y="3156"/>
                  </a:cubicBezTo>
                  <a:cubicBezTo>
                    <a:pt x="2450" y="3156"/>
                    <a:pt x="3156" y="2450"/>
                    <a:pt x="3156" y="1579"/>
                  </a:cubicBezTo>
                  <a:cubicBezTo>
                    <a:pt x="3156" y="706"/>
                    <a:pt x="2450" y="0"/>
                    <a:pt x="1579"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sp>
        <p:nvSpPr>
          <p:cNvPr id="1366" name="Google Shape;1366;p59"/>
          <p:cNvSpPr/>
          <p:nvPr/>
        </p:nvSpPr>
        <p:spPr>
          <a:xfrm>
            <a:off x="1308963" y="3982983"/>
            <a:ext cx="1096727" cy="261111"/>
          </a:xfrm>
          <a:custGeom>
            <a:avLst/>
            <a:gdLst/>
            <a:ahLst/>
            <a:cxnLst/>
            <a:rect l="l" t="t" r="r" b="b"/>
            <a:pathLst>
              <a:path w="17936" h="4270" extrusionOk="0">
                <a:moveTo>
                  <a:pt x="2303" y="1110"/>
                </a:moveTo>
                <a:cubicBezTo>
                  <a:pt x="2883" y="1110"/>
                  <a:pt x="3355" y="1569"/>
                  <a:pt x="3355" y="2135"/>
                </a:cubicBezTo>
                <a:cubicBezTo>
                  <a:pt x="3353" y="2716"/>
                  <a:pt x="2883" y="3187"/>
                  <a:pt x="2303" y="3187"/>
                </a:cubicBezTo>
                <a:cubicBezTo>
                  <a:pt x="1722" y="3187"/>
                  <a:pt x="1251" y="2716"/>
                  <a:pt x="1251" y="2135"/>
                </a:cubicBezTo>
                <a:cubicBezTo>
                  <a:pt x="1251" y="1569"/>
                  <a:pt x="1722" y="1110"/>
                  <a:pt x="2303" y="1110"/>
                </a:cubicBezTo>
                <a:close/>
                <a:moveTo>
                  <a:pt x="2304" y="0"/>
                </a:moveTo>
                <a:cubicBezTo>
                  <a:pt x="1748" y="0"/>
                  <a:pt x="1201" y="218"/>
                  <a:pt x="793" y="626"/>
                </a:cubicBezTo>
                <a:cubicBezTo>
                  <a:pt x="183" y="1236"/>
                  <a:pt x="0" y="2154"/>
                  <a:pt x="330" y="2951"/>
                </a:cubicBezTo>
                <a:cubicBezTo>
                  <a:pt x="662" y="3749"/>
                  <a:pt x="1438" y="4269"/>
                  <a:pt x="2303" y="4269"/>
                </a:cubicBezTo>
                <a:cubicBezTo>
                  <a:pt x="3481" y="4269"/>
                  <a:pt x="4436" y="3313"/>
                  <a:pt x="4436" y="2135"/>
                </a:cubicBezTo>
                <a:lnTo>
                  <a:pt x="4436" y="3254"/>
                </a:lnTo>
                <a:cubicBezTo>
                  <a:pt x="4436" y="3814"/>
                  <a:pt x="4891" y="4269"/>
                  <a:pt x="5451" y="4269"/>
                </a:cubicBezTo>
                <a:lnTo>
                  <a:pt x="17600" y="4269"/>
                </a:lnTo>
                <a:cubicBezTo>
                  <a:pt x="17785" y="4269"/>
                  <a:pt x="17935" y="4119"/>
                  <a:pt x="17935" y="3936"/>
                </a:cubicBezTo>
                <a:lnTo>
                  <a:pt x="17935" y="333"/>
                </a:lnTo>
                <a:cubicBezTo>
                  <a:pt x="17934" y="149"/>
                  <a:pt x="17785" y="0"/>
                  <a:pt x="17602" y="0"/>
                </a:cubicBezTo>
                <a:lnTo>
                  <a:pt x="5451" y="0"/>
                </a:lnTo>
                <a:cubicBezTo>
                  <a:pt x="4891" y="0"/>
                  <a:pt x="4437" y="453"/>
                  <a:pt x="4437" y="1014"/>
                </a:cubicBezTo>
                <a:lnTo>
                  <a:pt x="4437" y="2133"/>
                </a:lnTo>
                <a:cubicBezTo>
                  <a:pt x="4436" y="1270"/>
                  <a:pt x="3915" y="492"/>
                  <a:pt x="3118" y="162"/>
                </a:cubicBezTo>
                <a:cubicBezTo>
                  <a:pt x="2855" y="53"/>
                  <a:pt x="2578" y="0"/>
                  <a:pt x="2304" y="0"/>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grpSp>
        <p:nvGrpSpPr>
          <p:cNvPr id="1372" name="Google Shape;1372;p59"/>
          <p:cNvGrpSpPr/>
          <p:nvPr/>
        </p:nvGrpSpPr>
        <p:grpSpPr>
          <a:xfrm>
            <a:off x="2653502" y="5254305"/>
            <a:ext cx="1262068" cy="204267"/>
            <a:chOff x="4404545" y="3301592"/>
            <a:chExt cx="782403" cy="129272"/>
          </a:xfrm>
        </p:grpSpPr>
        <p:sp>
          <p:nvSpPr>
            <p:cNvPr id="1373" name="Google Shape;1373;p59"/>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1374" name="Google Shape;1374;p59"/>
            <p:cNvSpPr/>
            <p:nvPr/>
          </p:nvSpPr>
          <p:spPr>
            <a:xfrm>
              <a:off x="4416034" y="3308320"/>
              <a:ext cx="120286" cy="11572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grpSp>
      <p:grpSp>
        <p:nvGrpSpPr>
          <p:cNvPr id="1375" name="Google Shape;1375;p59"/>
          <p:cNvGrpSpPr/>
          <p:nvPr/>
        </p:nvGrpSpPr>
        <p:grpSpPr>
          <a:xfrm>
            <a:off x="2653502" y="4906251"/>
            <a:ext cx="1283009" cy="185503"/>
            <a:chOff x="4411970" y="3131459"/>
            <a:chExt cx="710520" cy="117397"/>
          </a:xfrm>
        </p:grpSpPr>
        <p:sp>
          <p:nvSpPr>
            <p:cNvPr id="1376" name="Google Shape;1376;p59"/>
            <p:cNvSpPr/>
            <p:nvPr/>
          </p:nvSpPr>
          <p:spPr>
            <a:xfrm>
              <a:off x="4411970" y="3131459"/>
              <a:ext cx="710520" cy="117397"/>
            </a:xfrm>
            <a:custGeom>
              <a:avLst/>
              <a:gdLst/>
              <a:ahLst/>
              <a:cxnLst/>
              <a:rect l="l" t="t" r="r" b="b"/>
              <a:pathLst>
                <a:path w="15736" h="2600" extrusionOk="0">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1377" name="Google Shape;1377;p59"/>
            <p:cNvSpPr/>
            <p:nvPr/>
          </p:nvSpPr>
          <p:spPr>
            <a:xfrm>
              <a:off x="4411970" y="3131459"/>
              <a:ext cx="168012" cy="117397"/>
            </a:xfrm>
            <a:custGeom>
              <a:avLst/>
              <a:gdLst/>
              <a:ahLst/>
              <a:cxnLst/>
              <a:rect l="l" t="t" r="r" b="b"/>
              <a:pathLst>
                <a:path w="3721" h="2600" extrusionOk="0">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sp>
        <p:nvSpPr>
          <p:cNvPr id="1378" name="Google Shape;1378;p59" descr="Timeline background shape"/>
          <p:cNvSpPr/>
          <p:nvPr/>
        </p:nvSpPr>
        <p:spPr>
          <a:xfrm>
            <a:off x="2653501" y="5621124"/>
            <a:ext cx="1280400" cy="204000"/>
          </a:xfrm>
          <a:prstGeom prst="homePlate">
            <a:avLst>
              <a:gd name="adj" fmla="val 50000"/>
            </a:avLst>
          </a:prstGeom>
          <a:solidFill>
            <a:srgbClr val="667E92"/>
          </a:solidFill>
          <a:ln>
            <a:noFill/>
          </a:ln>
        </p:spPr>
        <p:txBody>
          <a:bodyPr spcFirstLastPara="1" wrap="square" lIns="121900" tIns="121900" rIns="121900" bIns="121900" anchor="ctr" anchorCtr="0">
            <a:noAutofit/>
          </a:bodyPr>
          <a:lstStyle/>
          <a:p>
            <a:endParaRPr sz="2400"/>
          </a:p>
        </p:txBody>
      </p:sp>
      <p:grpSp>
        <p:nvGrpSpPr>
          <p:cNvPr id="1379" name="Google Shape;1379;p59"/>
          <p:cNvGrpSpPr/>
          <p:nvPr/>
        </p:nvGrpSpPr>
        <p:grpSpPr>
          <a:xfrm>
            <a:off x="1320361" y="4819309"/>
            <a:ext cx="1098451" cy="611984"/>
            <a:chOff x="4411970" y="1801825"/>
            <a:chExt cx="734586" cy="409262"/>
          </a:xfrm>
        </p:grpSpPr>
        <p:sp>
          <p:nvSpPr>
            <p:cNvPr id="1380" name="Google Shape;1380;p59"/>
            <p:cNvSpPr/>
            <p:nvPr/>
          </p:nvSpPr>
          <p:spPr>
            <a:xfrm>
              <a:off x="4411970" y="1801825"/>
              <a:ext cx="734586" cy="409262"/>
            </a:xfrm>
            <a:custGeom>
              <a:avLst/>
              <a:gdLst/>
              <a:ahLst/>
              <a:cxnLst/>
              <a:rect l="l" t="t" r="r" b="b"/>
              <a:pathLst>
                <a:path w="16269" h="9064" extrusionOk="0">
                  <a:moveTo>
                    <a:pt x="428" y="0"/>
                  </a:moveTo>
                  <a:cubicBezTo>
                    <a:pt x="193" y="0"/>
                    <a:pt x="2" y="191"/>
                    <a:pt x="2" y="428"/>
                  </a:cubicBezTo>
                  <a:lnTo>
                    <a:pt x="2" y="6900"/>
                  </a:lnTo>
                  <a:cubicBezTo>
                    <a:pt x="1" y="7136"/>
                    <a:pt x="193" y="7328"/>
                    <a:pt x="428" y="7328"/>
                  </a:cubicBezTo>
                  <a:lnTo>
                    <a:pt x="12834" y="7328"/>
                  </a:lnTo>
                  <a:lnTo>
                    <a:pt x="13836" y="9064"/>
                  </a:lnTo>
                  <a:lnTo>
                    <a:pt x="14839" y="7328"/>
                  </a:lnTo>
                  <a:lnTo>
                    <a:pt x="15839" y="7328"/>
                  </a:lnTo>
                  <a:cubicBezTo>
                    <a:pt x="16076" y="7328"/>
                    <a:pt x="16269" y="7137"/>
                    <a:pt x="16269" y="6900"/>
                  </a:cubicBezTo>
                  <a:lnTo>
                    <a:pt x="16269" y="428"/>
                  </a:lnTo>
                  <a:cubicBezTo>
                    <a:pt x="16267" y="191"/>
                    <a:pt x="16076" y="0"/>
                    <a:pt x="15839"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1381" name="Google Shape;1381;p59"/>
            <p:cNvSpPr/>
            <p:nvPr/>
          </p:nvSpPr>
          <p:spPr>
            <a:xfrm>
              <a:off x="4411970" y="1801825"/>
              <a:ext cx="184087" cy="330923"/>
            </a:xfrm>
            <a:custGeom>
              <a:avLst/>
              <a:gdLst/>
              <a:ahLst/>
              <a:cxnLst/>
              <a:rect l="l" t="t" r="r" b="b"/>
              <a:pathLst>
                <a:path w="4077" h="7329" extrusionOk="0">
                  <a:moveTo>
                    <a:pt x="428" y="0"/>
                  </a:moveTo>
                  <a:cubicBezTo>
                    <a:pt x="193" y="0"/>
                    <a:pt x="2" y="191"/>
                    <a:pt x="2" y="428"/>
                  </a:cubicBezTo>
                  <a:lnTo>
                    <a:pt x="2" y="6900"/>
                  </a:lnTo>
                  <a:cubicBezTo>
                    <a:pt x="1" y="7136"/>
                    <a:pt x="193" y="7328"/>
                    <a:pt x="428" y="7328"/>
                  </a:cubicBezTo>
                  <a:lnTo>
                    <a:pt x="4076" y="7328"/>
                  </a:lnTo>
                  <a:lnTo>
                    <a:pt x="4076" y="0"/>
                  </a:lnTo>
                  <a:close/>
                </a:path>
              </a:pathLst>
            </a:custGeom>
            <a:solidFill>
              <a:srgbClr val="667E92"/>
            </a:solidFill>
            <a:ln>
              <a:noFill/>
            </a:ln>
          </p:spPr>
          <p:txBody>
            <a:bodyPr spcFirstLastPara="1" wrap="square" lIns="121900" tIns="121900" rIns="121900" bIns="121900" anchor="ctr" anchorCtr="0">
              <a:noAutofit/>
            </a:bodyPr>
            <a:lstStyle/>
            <a:p>
              <a:endParaRPr sz="2400"/>
            </a:p>
          </p:txBody>
        </p:sp>
      </p:grpSp>
      <p:grpSp>
        <p:nvGrpSpPr>
          <p:cNvPr id="1382" name="Google Shape;1382;p59"/>
          <p:cNvGrpSpPr/>
          <p:nvPr/>
        </p:nvGrpSpPr>
        <p:grpSpPr>
          <a:xfrm>
            <a:off x="1320362" y="5550545"/>
            <a:ext cx="1141797" cy="282719"/>
            <a:chOff x="4411970" y="2233974"/>
            <a:chExt cx="763574" cy="189068"/>
          </a:xfrm>
        </p:grpSpPr>
        <p:sp>
          <p:nvSpPr>
            <p:cNvPr id="1383" name="Google Shape;1383;p59"/>
            <p:cNvSpPr/>
            <p:nvPr/>
          </p:nvSpPr>
          <p:spPr>
            <a:xfrm>
              <a:off x="4411970" y="2278599"/>
              <a:ext cx="763574" cy="144443"/>
            </a:xfrm>
            <a:custGeom>
              <a:avLst/>
              <a:gdLst/>
              <a:ahLst/>
              <a:cxnLst/>
              <a:rect l="l" t="t" r="r" b="b"/>
              <a:pathLst>
                <a:path w="16911" h="3199" extrusionOk="0">
                  <a:moveTo>
                    <a:pt x="1" y="1"/>
                  </a:moveTo>
                  <a:lnTo>
                    <a:pt x="1" y="3198"/>
                  </a:lnTo>
                  <a:lnTo>
                    <a:pt x="16911" y="3198"/>
                  </a:lnTo>
                  <a:lnTo>
                    <a:pt x="16911" y="1"/>
                  </a:ln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1384" name="Google Shape;1384;p59"/>
            <p:cNvSpPr/>
            <p:nvPr/>
          </p:nvSpPr>
          <p:spPr>
            <a:xfrm>
              <a:off x="4411970" y="2233974"/>
              <a:ext cx="262291" cy="144443"/>
            </a:xfrm>
            <a:custGeom>
              <a:avLst/>
              <a:gdLst/>
              <a:ahLst/>
              <a:cxnLst/>
              <a:rect l="l" t="t" r="r" b="b"/>
              <a:pathLst>
                <a:path w="5809" h="3199" extrusionOk="0">
                  <a:moveTo>
                    <a:pt x="1" y="1"/>
                  </a:moveTo>
                  <a:lnTo>
                    <a:pt x="1" y="3198"/>
                  </a:lnTo>
                  <a:lnTo>
                    <a:pt x="5809" y="3198"/>
                  </a:lnTo>
                  <a:lnTo>
                    <a:pt x="4195" y="1"/>
                  </a:ln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1385" name="Google Shape;1385;p59"/>
          <p:cNvGrpSpPr/>
          <p:nvPr/>
        </p:nvGrpSpPr>
        <p:grpSpPr>
          <a:xfrm>
            <a:off x="4133956" y="3117659"/>
            <a:ext cx="682136" cy="682136"/>
            <a:chOff x="5681300" y="2527788"/>
            <a:chExt cx="805800" cy="805800"/>
          </a:xfrm>
        </p:grpSpPr>
        <p:sp>
          <p:nvSpPr>
            <p:cNvPr id="1386" name="Google Shape;1386;p59"/>
            <p:cNvSpPr/>
            <p:nvPr/>
          </p:nvSpPr>
          <p:spPr>
            <a:xfrm>
              <a:off x="5681300" y="2527788"/>
              <a:ext cx="805800" cy="805800"/>
            </a:xfrm>
            <a:prstGeom prst="ellipse">
              <a:avLst/>
            </a:prstGeom>
            <a:solidFill>
              <a:srgbClr val="CFD9E0"/>
            </a:solidFill>
            <a:ln>
              <a:noFill/>
            </a:ln>
          </p:spPr>
          <p:txBody>
            <a:bodyPr spcFirstLastPara="1" wrap="square" lIns="121900" tIns="121900" rIns="121900" bIns="121900" anchor="ctr" anchorCtr="0">
              <a:noAutofit/>
            </a:bodyPr>
            <a:lstStyle/>
            <a:p>
              <a:endParaRPr sz="2400"/>
            </a:p>
          </p:txBody>
        </p:sp>
        <p:sp>
          <p:nvSpPr>
            <p:cNvPr id="1387" name="Google Shape;1387;p59"/>
            <p:cNvSpPr/>
            <p:nvPr/>
          </p:nvSpPr>
          <p:spPr>
            <a:xfrm>
              <a:off x="5681300" y="2527788"/>
              <a:ext cx="805800" cy="805800"/>
            </a:xfrm>
            <a:prstGeom prst="pie">
              <a:avLst>
                <a:gd name="adj1" fmla="val 0"/>
                <a:gd name="adj2" fmla="val 16200000"/>
              </a:avLst>
            </a:prstGeom>
            <a:solidFill>
              <a:srgbClr val="667E92"/>
            </a:solidFill>
            <a:ln>
              <a:noFill/>
            </a:ln>
          </p:spPr>
          <p:txBody>
            <a:bodyPr spcFirstLastPara="1" wrap="square" lIns="121900" tIns="121900" rIns="121900" bIns="121900" anchor="ctr" anchorCtr="0">
              <a:noAutofit/>
            </a:bodyPr>
            <a:lstStyle/>
            <a:p>
              <a:endParaRPr sz="2400"/>
            </a:p>
          </p:txBody>
        </p:sp>
      </p:grpSp>
      <p:grpSp>
        <p:nvGrpSpPr>
          <p:cNvPr id="1388" name="Google Shape;1388;p59"/>
          <p:cNvGrpSpPr/>
          <p:nvPr/>
        </p:nvGrpSpPr>
        <p:grpSpPr>
          <a:xfrm>
            <a:off x="4130217" y="4139770"/>
            <a:ext cx="684028" cy="683913"/>
            <a:chOff x="4049800" y="640400"/>
            <a:chExt cx="858900" cy="858900"/>
          </a:xfrm>
        </p:grpSpPr>
        <p:sp>
          <p:nvSpPr>
            <p:cNvPr id="1389" name="Google Shape;1389;p59"/>
            <p:cNvSpPr/>
            <p:nvPr/>
          </p:nvSpPr>
          <p:spPr>
            <a:xfrm>
              <a:off x="4049800" y="640400"/>
              <a:ext cx="858900" cy="858900"/>
            </a:xfrm>
            <a:prstGeom prst="donut">
              <a:avLst>
                <a:gd name="adj" fmla="val 25000"/>
              </a:avLst>
            </a:prstGeom>
            <a:solidFill>
              <a:srgbClr val="CFD9E0"/>
            </a:solidFill>
            <a:ln>
              <a:noFill/>
            </a:ln>
          </p:spPr>
          <p:txBody>
            <a:bodyPr spcFirstLastPara="1" wrap="square" lIns="121900" tIns="121900" rIns="121900" bIns="121900" anchor="ctr" anchorCtr="0">
              <a:noAutofit/>
            </a:bodyPr>
            <a:lstStyle/>
            <a:p>
              <a:endParaRPr sz="2400"/>
            </a:p>
          </p:txBody>
        </p:sp>
        <p:sp>
          <p:nvSpPr>
            <p:cNvPr id="1390" name="Google Shape;1390;p59"/>
            <p:cNvSpPr/>
            <p:nvPr/>
          </p:nvSpPr>
          <p:spPr>
            <a:xfrm>
              <a:off x="4049800" y="640400"/>
              <a:ext cx="858900" cy="858900"/>
            </a:xfrm>
            <a:prstGeom prst="blockArc">
              <a:avLst>
                <a:gd name="adj1" fmla="val 7914150"/>
                <a:gd name="adj2" fmla="val 0"/>
                <a:gd name="adj3" fmla="val 25000"/>
              </a:avLst>
            </a:prstGeom>
            <a:solidFill>
              <a:srgbClr val="667E92"/>
            </a:solidFill>
            <a:ln>
              <a:noFill/>
            </a:ln>
          </p:spPr>
          <p:txBody>
            <a:bodyPr spcFirstLastPara="1" wrap="square" lIns="121900" tIns="121900" rIns="121900" bIns="121900" anchor="ctr" anchorCtr="0">
              <a:noAutofit/>
            </a:bodyPr>
            <a:lstStyle/>
            <a:p>
              <a:endParaRPr sz="2400"/>
            </a:p>
          </p:txBody>
        </p:sp>
      </p:grpSp>
      <p:grpSp>
        <p:nvGrpSpPr>
          <p:cNvPr id="1391" name="Google Shape;1391;p59"/>
          <p:cNvGrpSpPr/>
          <p:nvPr/>
        </p:nvGrpSpPr>
        <p:grpSpPr>
          <a:xfrm>
            <a:off x="4019815" y="5008959"/>
            <a:ext cx="915319" cy="915447"/>
            <a:chOff x="5080188" y="927900"/>
            <a:chExt cx="961200" cy="961200"/>
          </a:xfrm>
        </p:grpSpPr>
        <p:sp>
          <p:nvSpPr>
            <p:cNvPr id="1392" name="Google Shape;1392;p59"/>
            <p:cNvSpPr/>
            <p:nvPr/>
          </p:nvSpPr>
          <p:spPr>
            <a:xfrm>
              <a:off x="5201900" y="1050116"/>
              <a:ext cx="716700" cy="716700"/>
            </a:xfrm>
            <a:prstGeom prst="donut">
              <a:avLst>
                <a:gd name="adj" fmla="val 4716"/>
              </a:avLst>
            </a:prstGeom>
            <a:solidFill>
              <a:srgbClr val="869FB2"/>
            </a:solidFill>
            <a:ln>
              <a:noFill/>
            </a:ln>
          </p:spPr>
          <p:txBody>
            <a:bodyPr spcFirstLastPara="1" wrap="square" lIns="121900" tIns="121900" rIns="121900" bIns="121900" anchor="ctr" anchorCtr="0">
              <a:noAutofit/>
            </a:bodyPr>
            <a:lstStyle/>
            <a:p>
              <a:endParaRPr sz="2400"/>
            </a:p>
          </p:txBody>
        </p:sp>
        <p:sp>
          <p:nvSpPr>
            <p:cNvPr id="1393" name="Google Shape;1393;p59"/>
            <p:cNvSpPr/>
            <p:nvPr/>
          </p:nvSpPr>
          <p:spPr>
            <a:xfrm>
              <a:off x="5269594" y="1117818"/>
              <a:ext cx="581100" cy="581100"/>
            </a:xfrm>
            <a:prstGeom prst="donut">
              <a:avLst>
                <a:gd name="adj" fmla="val 5814"/>
              </a:avLst>
            </a:prstGeom>
            <a:solidFill>
              <a:srgbClr val="869FB2"/>
            </a:solidFill>
            <a:ln>
              <a:noFill/>
            </a:ln>
          </p:spPr>
          <p:txBody>
            <a:bodyPr spcFirstLastPara="1" wrap="square" lIns="121900" tIns="121900" rIns="121900" bIns="121900" anchor="ctr" anchorCtr="0">
              <a:noAutofit/>
            </a:bodyPr>
            <a:lstStyle/>
            <a:p>
              <a:endParaRPr sz="2400"/>
            </a:p>
          </p:txBody>
        </p:sp>
        <p:sp>
          <p:nvSpPr>
            <p:cNvPr id="1394" name="Google Shape;1394;p59"/>
            <p:cNvSpPr/>
            <p:nvPr/>
          </p:nvSpPr>
          <p:spPr>
            <a:xfrm>
              <a:off x="5339279" y="1187526"/>
              <a:ext cx="441900" cy="441600"/>
            </a:xfrm>
            <a:prstGeom prst="donut">
              <a:avLst>
                <a:gd name="adj" fmla="val 7648"/>
              </a:avLst>
            </a:prstGeom>
            <a:solidFill>
              <a:srgbClr val="869FB2"/>
            </a:solidFill>
            <a:ln>
              <a:noFill/>
            </a:ln>
          </p:spPr>
          <p:txBody>
            <a:bodyPr spcFirstLastPara="1" wrap="square" lIns="121900" tIns="121900" rIns="121900" bIns="121900" anchor="ctr" anchorCtr="0">
              <a:noAutofit/>
            </a:bodyPr>
            <a:lstStyle/>
            <a:p>
              <a:endParaRPr sz="2400"/>
            </a:p>
          </p:txBody>
        </p:sp>
        <p:sp>
          <p:nvSpPr>
            <p:cNvPr id="1395" name="Google Shape;1395;p59"/>
            <p:cNvSpPr/>
            <p:nvPr/>
          </p:nvSpPr>
          <p:spPr>
            <a:xfrm>
              <a:off x="5414892" y="1263155"/>
              <a:ext cx="290700" cy="290700"/>
            </a:xfrm>
            <a:prstGeom prst="donut">
              <a:avLst>
                <a:gd name="adj" fmla="val 10182"/>
              </a:avLst>
            </a:prstGeom>
            <a:solidFill>
              <a:srgbClr val="869FB2"/>
            </a:solidFill>
            <a:ln>
              <a:noFill/>
            </a:ln>
          </p:spPr>
          <p:txBody>
            <a:bodyPr spcFirstLastPara="1" wrap="square" lIns="121900" tIns="121900" rIns="121900" bIns="121900" anchor="ctr" anchorCtr="0">
              <a:noAutofit/>
            </a:bodyPr>
            <a:lstStyle/>
            <a:p>
              <a:endParaRPr sz="2400"/>
            </a:p>
          </p:txBody>
        </p:sp>
        <p:sp>
          <p:nvSpPr>
            <p:cNvPr id="1396" name="Google Shape;1396;p59"/>
            <p:cNvSpPr/>
            <p:nvPr/>
          </p:nvSpPr>
          <p:spPr>
            <a:xfrm rot="-3809958">
              <a:off x="5202435" y="1050148"/>
              <a:ext cx="716705" cy="716705"/>
            </a:xfrm>
            <a:prstGeom prst="blockArc">
              <a:avLst>
                <a:gd name="adj1" fmla="val 5266439"/>
                <a:gd name="adj2" fmla="val 19995741"/>
                <a:gd name="adj3" fmla="val 4692"/>
              </a:avLst>
            </a:prstGeom>
            <a:solidFill>
              <a:srgbClr val="E3E9ED"/>
            </a:solidFill>
            <a:ln>
              <a:noFill/>
            </a:ln>
          </p:spPr>
          <p:txBody>
            <a:bodyPr spcFirstLastPara="1" wrap="square" lIns="121900" tIns="121900" rIns="121900" bIns="121900" anchor="ctr" anchorCtr="0">
              <a:noAutofit/>
            </a:bodyPr>
            <a:lstStyle/>
            <a:p>
              <a:endParaRPr sz="2400"/>
            </a:p>
          </p:txBody>
        </p:sp>
        <p:sp>
          <p:nvSpPr>
            <p:cNvPr id="1397" name="Google Shape;1397;p59"/>
            <p:cNvSpPr/>
            <p:nvPr/>
          </p:nvSpPr>
          <p:spPr>
            <a:xfrm rot="-3906059">
              <a:off x="5269616" y="1117617"/>
              <a:ext cx="581445" cy="581445"/>
            </a:xfrm>
            <a:prstGeom prst="blockArc">
              <a:avLst>
                <a:gd name="adj1" fmla="val 3085776"/>
                <a:gd name="adj2" fmla="val 20100839"/>
                <a:gd name="adj3" fmla="val 5564"/>
              </a:avLst>
            </a:prstGeom>
            <a:solidFill>
              <a:srgbClr val="E3E9ED"/>
            </a:solidFill>
            <a:ln>
              <a:noFill/>
            </a:ln>
          </p:spPr>
          <p:txBody>
            <a:bodyPr spcFirstLastPara="1" wrap="square" lIns="121900" tIns="121900" rIns="121900" bIns="121900" anchor="ctr" anchorCtr="0">
              <a:noAutofit/>
            </a:bodyPr>
            <a:lstStyle/>
            <a:p>
              <a:endParaRPr sz="2400"/>
            </a:p>
          </p:txBody>
        </p:sp>
        <p:sp>
          <p:nvSpPr>
            <p:cNvPr id="1398" name="Google Shape;1398;p59"/>
            <p:cNvSpPr/>
            <p:nvPr/>
          </p:nvSpPr>
          <p:spPr>
            <a:xfrm rot="-4222340">
              <a:off x="5339825" y="1187386"/>
              <a:ext cx="442087" cy="442087"/>
            </a:xfrm>
            <a:prstGeom prst="blockArc">
              <a:avLst>
                <a:gd name="adj1" fmla="val 8884448"/>
                <a:gd name="adj2" fmla="val 20414899"/>
                <a:gd name="adj3" fmla="val 7688"/>
              </a:avLst>
            </a:prstGeom>
            <a:solidFill>
              <a:srgbClr val="E3E9ED"/>
            </a:solidFill>
            <a:ln>
              <a:noFill/>
            </a:ln>
          </p:spPr>
          <p:txBody>
            <a:bodyPr spcFirstLastPara="1" wrap="square" lIns="121900" tIns="121900" rIns="121900" bIns="121900" anchor="ctr" anchorCtr="0">
              <a:noAutofit/>
            </a:bodyPr>
            <a:lstStyle/>
            <a:p>
              <a:endParaRPr sz="2400"/>
            </a:p>
          </p:txBody>
        </p:sp>
        <p:sp>
          <p:nvSpPr>
            <p:cNvPr id="1399" name="Google Shape;1399;p59"/>
            <p:cNvSpPr/>
            <p:nvPr/>
          </p:nvSpPr>
          <p:spPr>
            <a:xfrm rot="-4538880">
              <a:off x="5414922" y="1262925"/>
              <a:ext cx="290465" cy="290465"/>
            </a:xfrm>
            <a:prstGeom prst="blockArc">
              <a:avLst>
                <a:gd name="adj1" fmla="val 6490304"/>
                <a:gd name="adj2" fmla="val 20700625"/>
                <a:gd name="adj3" fmla="val 10156"/>
              </a:avLst>
            </a:pr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1400" name="Google Shape;1400;p59"/>
          <p:cNvGrpSpPr/>
          <p:nvPr/>
        </p:nvGrpSpPr>
        <p:grpSpPr>
          <a:xfrm>
            <a:off x="5064017" y="5132598"/>
            <a:ext cx="680497" cy="681249"/>
            <a:chOff x="7508249" y="1522825"/>
            <a:chExt cx="1326332" cy="1322987"/>
          </a:xfrm>
        </p:grpSpPr>
        <p:sp>
          <p:nvSpPr>
            <p:cNvPr id="1401" name="Google Shape;1401;p59"/>
            <p:cNvSpPr/>
            <p:nvPr/>
          </p:nvSpPr>
          <p:spPr>
            <a:xfrm>
              <a:off x="8036275" y="1522825"/>
              <a:ext cx="568251" cy="419545"/>
            </a:xfrm>
            <a:custGeom>
              <a:avLst/>
              <a:gdLst/>
              <a:ahLst/>
              <a:cxnLst/>
              <a:rect l="l" t="t" r="r" b="b"/>
              <a:pathLst>
                <a:path w="77683" h="57354" extrusionOk="0">
                  <a:moveTo>
                    <a:pt x="18272" y="0"/>
                  </a:moveTo>
                  <a:cubicBezTo>
                    <a:pt x="17902" y="0"/>
                    <a:pt x="17532" y="2"/>
                    <a:pt x="17161" y="7"/>
                  </a:cubicBezTo>
                  <a:cubicBezTo>
                    <a:pt x="11496" y="71"/>
                    <a:pt x="5756" y="673"/>
                    <a:pt x="1" y="1850"/>
                  </a:cubicBezTo>
                  <a:lnTo>
                    <a:pt x="9295" y="47323"/>
                  </a:lnTo>
                  <a:lnTo>
                    <a:pt x="9299" y="47323"/>
                  </a:lnTo>
                  <a:cubicBezTo>
                    <a:pt x="12272" y="46715"/>
                    <a:pt x="13499" y="46536"/>
                    <a:pt x="16407" y="46536"/>
                  </a:cubicBezTo>
                  <a:cubicBezTo>
                    <a:pt x="16418" y="46536"/>
                    <a:pt x="16429" y="46536"/>
                    <a:pt x="16440" y="46536"/>
                  </a:cubicBezTo>
                  <a:lnTo>
                    <a:pt x="18189" y="46511"/>
                  </a:lnTo>
                  <a:lnTo>
                    <a:pt x="18193" y="46511"/>
                  </a:lnTo>
                  <a:cubicBezTo>
                    <a:pt x="27852" y="46511"/>
                    <a:pt x="36781" y="49623"/>
                    <a:pt x="44036" y="54905"/>
                  </a:cubicBezTo>
                  <a:lnTo>
                    <a:pt x="44057" y="54878"/>
                  </a:lnTo>
                  <a:cubicBezTo>
                    <a:pt x="45130" y="55658"/>
                    <a:pt x="46165" y="56484"/>
                    <a:pt x="47159" y="57353"/>
                  </a:cubicBezTo>
                  <a:lnTo>
                    <a:pt x="77683" y="22389"/>
                  </a:lnTo>
                  <a:cubicBezTo>
                    <a:pt x="73099" y="18379"/>
                    <a:pt x="68099" y="14821"/>
                    <a:pt x="62744" y="11787"/>
                  </a:cubicBezTo>
                  <a:lnTo>
                    <a:pt x="62752" y="11772"/>
                  </a:lnTo>
                  <a:cubicBezTo>
                    <a:pt x="49514" y="4246"/>
                    <a:pt x="34283" y="0"/>
                    <a:pt x="18272" y="0"/>
                  </a:cubicBezTo>
                  <a:close/>
                </a:path>
              </a:pathLst>
            </a:custGeom>
            <a:solidFill>
              <a:srgbClr val="BAC8D3"/>
            </a:solidFill>
            <a:ln>
              <a:noFill/>
            </a:ln>
          </p:spPr>
          <p:txBody>
            <a:bodyPr spcFirstLastPara="1" wrap="square" lIns="121900" tIns="121900" rIns="121900" bIns="121900" anchor="ctr" anchorCtr="0">
              <a:noAutofit/>
            </a:bodyPr>
            <a:lstStyle/>
            <a:p>
              <a:endParaRPr sz="2400"/>
            </a:p>
          </p:txBody>
        </p:sp>
        <p:sp>
          <p:nvSpPr>
            <p:cNvPr id="1402" name="Google Shape;1402;p59"/>
            <p:cNvSpPr/>
            <p:nvPr/>
          </p:nvSpPr>
          <p:spPr>
            <a:xfrm>
              <a:off x="8358375" y="1649762"/>
              <a:ext cx="456039" cy="463215"/>
            </a:xfrm>
            <a:custGeom>
              <a:avLst/>
              <a:gdLst/>
              <a:ahLst/>
              <a:cxnLst/>
              <a:rect l="l" t="t" r="r" b="b"/>
              <a:pathLst>
                <a:path w="62343" h="63324" extrusionOk="0">
                  <a:moveTo>
                    <a:pt x="27281" y="1"/>
                  </a:moveTo>
                  <a:lnTo>
                    <a:pt x="0" y="37551"/>
                  </a:lnTo>
                  <a:cubicBezTo>
                    <a:pt x="7426" y="42952"/>
                    <a:pt x="13092" y="50620"/>
                    <a:pt x="15988" y="59535"/>
                  </a:cubicBezTo>
                  <a:lnTo>
                    <a:pt x="16033" y="59519"/>
                  </a:lnTo>
                  <a:cubicBezTo>
                    <a:pt x="16439" y="60766"/>
                    <a:pt x="16790" y="62034"/>
                    <a:pt x="17084" y="63324"/>
                  </a:cubicBezTo>
                  <a:lnTo>
                    <a:pt x="62342" y="52975"/>
                  </a:lnTo>
                  <a:cubicBezTo>
                    <a:pt x="58048" y="34190"/>
                    <a:pt x="47853" y="17453"/>
                    <a:pt x="33650" y="5035"/>
                  </a:cubicBezTo>
                  <a:lnTo>
                    <a:pt x="33624" y="5063"/>
                  </a:lnTo>
                  <a:cubicBezTo>
                    <a:pt x="31588" y="3283"/>
                    <a:pt x="29473" y="1593"/>
                    <a:pt x="27281"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403" name="Google Shape;1403;p59"/>
            <p:cNvSpPr/>
            <p:nvPr/>
          </p:nvSpPr>
          <p:spPr>
            <a:xfrm>
              <a:off x="8465584" y="1980292"/>
              <a:ext cx="368998" cy="464042"/>
            </a:xfrm>
            <a:custGeom>
              <a:avLst/>
              <a:gdLst/>
              <a:ahLst/>
              <a:cxnLst/>
              <a:rect l="l" t="t" r="r" b="b"/>
              <a:pathLst>
                <a:path w="50444" h="63437" extrusionOk="0">
                  <a:moveTo>
                    <a:pt x="45483" y="0"/>
                  </a:moveTo>
                  <a:lnTo>
                    <a:pt x="1331" y="14347"/>
                  </a:lnTo>
                  <a:cubicBezTo>
                    <a:pt x="2720" y="18628"/>
                    <a:pt x="3473" y="23193"/>
                    <a:pt x="3473" y="27937"/>
                  </a:cubicBezTo>
                  <a:cubicBezTo>
                    <a:pt x="3473" y="32680"/>
                    <a:pt x="2721" y="37247"/>
                    <a:pt x="1331" y="41526"/>
                  </a:cubicBezTo>
                  <a:lnTo>
                    <a:pt x="1331" y="41531"/>
                  </a:lnTo>
                  <a:lnTo>
                    <a:pt x="1373" y="41544"/>
                  </a:lnTo>
                  <a:cubicBezTo>
                    <a:pt x="968" y="42791"/>
                    <a:pt x="509" y="44013"/>
                    <a:pt x="1" y="45206"/>
                  </a:cubicBezTo>
                  <a:lnTo>
                    <a:pt x="1" y="45210"/>
                  </a:lnTo>
                  <a:lnTo>
                    <a:pt x="42698" y="63436"/>
                  </a:lnTo>
                  <a:cubicBezTo>
                    <a:pt x="46328" y="54928"/>
                    <a:pt x="48703" y="45713"/>
                    <a:pt x="49573" y="36003"/>
                  </a:cubicBezTo>
                  <a:cubicBezTo>
                    <a:pt x="50444" y="26293"/>
                    <a:pt x="49743" y="16805"/>
                    <a:pt x="47685" y="7787"/>
                  </a:cubicBezTo>
                  <a:lnTo>
                    <a:pt x="47630" y="7800"/>
                  </a:lnTo>
                  <a:cubicBezTo>
                    <a:pt x="47029" y="5154"/>
                    <a:pt x="46310" y="2552"/>
                    <a:pt x="45483" y="0"/>
                  </a:cubicBezTo>
                  <a:close/>
                </a:path>
              </a:pathLst>
            </a:custGeom>
            <a:solidFill>
              <a:srgbClr val="BAC8D3"/>
            </a:solidFill>
            <a:ln>
              <a:noFill/>
            </a:ln>
          </p:spPr>
          <p:txBody>
            <a:bodyPr spcFirstLastPara="1" wrap="square" lIns="121900" tIns="121900" rIns="121900" bIns="121900" anchor="ctr" anchorCtr="0">
              <a:noAutofit/>
            </a:bodyPr>
            <a:lstStyle/>
            <a:p>
              <a:endParaRPr sz="2400"/>
            </a:p>
          </p:txBody>
        </p:sp>
        <p:sp>
          <p:nvSpPr>
            <p:cNvPr id="1404" name="Google Shape;1404;p59"/>
            <p:cNvSpPr/>
            <p:nvPr/>
          </p:nvSpPr>
          <p:spPr>
            <a:xfrm>
              <a:off x="8334786" y="2284073"/>
              <a:ext cx="463522" cy="468043"/>
            </a:xfrm>
            <a:custGeom>
              <a:avLst/>
              <a:gdLst/>
              <a:ahLst/>
              <a:cxnLst/>
              <a:rect l="l" t="t" r="r" b="b"/>
              <a:pathLst>
                <a:path w="63366" h="63984" extrusionOk="0">
                  <a:moveTo>
                    <a:pt x="19213" y="1"/>
                  </a:moveTo>
                  <a:cubicBezTo>
                    <a:pt x="16318" y="8917"/>
                    <a:pt x="10652" y="16583"/>
                    <a:pt x="3228" y="21984"/>
                  </a:cubicBezTo>
                  <a:lnTo>
                    <a:pt x="3243" y="22007"/>
                  </a:lnTo>
                  <a:cubicBezTo>
                    <a:pt x="2194" y="22766"/>
                    <a:pt x="1113" y="23483"/>
                    <a:pt x="0" y="24149"/>
                  </a:cubicBezTo>
                  <a:lnTo>
                    <a:pt x="23817" y="63984"/>
                  </a:lnTo>
                  <a:cubicBezTo>
                    <a:pt x="40003" y="54290"/>
                    <a:pt x="53013" y="39632"/>
                    <a:pt x="60578" y="21909"/>
                  </a:cubicBezTo>
                  <a:lnTo>
                    <a:pt x="60578" y="21907"/>
                  </a:lnTo>
                  <a:lnTo>
                    <a:pt x="60533" y="21888"/>
                  </a:lnTo>
                  <a:cubicBezTo>
                    <a:pt x="61585" y="19427"/>
                    <a:pt x="62530" y="16912"/>
                    <a:pt x="63363" y="14345"/>
                  </a:cubicBezTo>
                  <a:lnTo>
                    <a:pt x="63363" y="14344"/>
                  </a:lnTo>
                  <a:lnTo>
                    <a:pt x="63365" y="14344"/>
                  </a:lnTo>
                  <a:lnTo>
                    <a:pt x="19213"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405" name="Google Shape;1405;p59"/>
            <p:cNvSpPr/>
            <p:nvPr/>
          </p:nvSpPr>
          <p:spPr>
            <a:xfrm>
              <a:off x="8110685" y="2444876"/>
              <a:ext cx="447276" cy="400935"/>
            </a:xfrm>
            <a:custGeom>
              <a:avLst/>
              <a:gdLst/>
              <a:ahLst/>
              <a:cxnLst/>
              <a:rect l="l" t="t" r="r" b="b"/>
              <a:pathLst>
                <a:path w="61145" h="54810" extrusionOk="0">
                  <a:moveTo>
                    <a:pt x="33866" y="0"/>
                  </a:moveTo>
                  <a:cubicBezTo>
                    <a:pt x="26611" y="5284"/>
                    <a:pt x="17677" y="8398"/>
                    <a:pt x="8020" y="8398"/>
                  </a:cubicBezTo>
                  <a:lnTo>
                    <a:pt x="8016" y="8398"/>
                  </a:lnTo>
                  <a:lnTo>
                    <a:pt x="8016" y="8399"/>
                  </a:lnTo>
                  <a:cubicBezTo>
                    <a:pt x="6736" y="8396"/>
                    <a:pt x="5444" y="8338"/>
                    <a:pt x="4145" y="8221"/>
                  </a:cubicBezTo>
                  <a:lnTo>
                    <a:pt x="4142" y="8221"/>
                  </a:lnTo>
                  <a:lnTo>
                    <a:pt x="1" y="54444"/>
                  </a:lnTo>
                  <a:lnTo>
                    <a:pt x="3" y="54444"/>
                  </a:lnTo>
                  <a:cubicBezTo>
                    <a:pt x="2745" y="54689"/>
                    <a:pt x="5470" y="54810"/>
                    <a:pt x="8171" y="54810"/>
                  </a:cubicBezTo>
                  <a:cubicBezTo>
                    <a:pt x="24948" y="54810"/>
                    <a:pt x="40828" y="50164"/>
                    <a:pt x="54456" y="42000"/>
                  </a:cubicBezTo>
                  <a:lnTo>
                    <a:pt x="54445" y="41982"/>
                  </a:lnTo>
                  <a:cubicBezTo>
                    <a:pt x="56748" y="40604"/>
                    <a:pt x="58982" y="39124"/>
                    <a:pt x="61144" y="37550"/>
                  </a:cubicBezTo>
                  <a:lnTo>
                    <a:pt x="33866" y="0"/>
                  </a:lnTo>
                  <a:close/>
                </a:path>
              </a:pathLst>
            </a:custGeom>
            <a:solidFill>
              <a:srgbClr val="BAC8D3"/>
            </a:solidFill>
            <a:ln>
              <a:noFill/>
            </a:ln>
          </p:spPr>
          <p:txBody>
            <a:bodyPr spcFirstLastPara="1" wrap="square" lIns="121900" tIns="121900" rIns="121900" bIns="121900" anchor="ctr" anchorCtr="0">
              <a:noAutofit/>
            </a:bodyPr>
            <a:lstStyle/>
            <a:p>
              <a:endParaRPr sz="2400"/>
            </a:p>
          </p:txBody>
        </p:sp>
        <p:sp>
          <p:nvSpPr>
            <p:cNvPr id="1406" name="Google Shape;1406;p59"/>
            <p:cNvSpPr/>
            <p:nvPr/>
          </p:nvSpPr>
          <p:spPr>
            <a:xfrm>
              <a:off x="7734911" y="2426963"/>
              <a:ext cx="434445" cy="418813"/>
            </a:xfrm>
            <a:custGeom>
              <a:avLst/>
              <a:gdLst/>
              <a:ahLst/>
              <a:cxnLst/>
              <a:rect l="l" t="t" r="r" b="b"/>
              <a:pathLst>
                <a:path w="59391" h="57254" extrusionOk="0">
                  <a:moveTo>
                    <a:pt x="30519" y="1"/>
                  </a:moveTo>
                  <a:lnTo>
                    <a:pt x="1" y="34961"/>
                  </a:lnTo>
                  <a:cubicBezTo>
                    <a:pt x="2014" y="36723"/>
                    <a:pt x="4109" y="38397"/>
                    <a:pt x="6278" y="39979"/>
                  </a:cubicBezTo>
                  <a:lnTo>
                    <a:pt x="6266" y="39995"/>
                  </a:lnTo>
                  <a:cubicBezTo>
                    <a:pt x="21176" y="50851"/>
                    <a:pt x="39536" y="57253"/>
                    <a:pt x="59390" y="57253"/>
                  </a:cubicBezTo>
                  <a:lnTo>
                    <a:pt x="59390" y="10847"/>
                  </a:lnTo>
                  <a:cubicBezTo>
                    <a:pt x="58084" y="10847"/>
                    <a:pt x="56791" y="10791"/>
                    <a:pt x="55514" y="10678"/>
                  </a:cubicBezTo>
                  <a:lnTo>
                    <a:pt x="55514" y="10671"/>
                  </a:lnTo>
                  <a:cubicBezTo>
                    <a:pt x="45890" y="9810"/>
                    <a:pt x="37274" y="5908"/>
                    <a:pt x="30519"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407" name="Google Shape;1407;p59"/>
            <p:cNvSpPr/>
            <p:nvPr/>
          </p:nvSpPr>
          <p:spPr>
            <a:xfrm>
              <a:off x="7525051" y="2256329"/>
              <a:ext cx="455242" cy="463215"/>
            </a:xfrm>
            <a:custGeom>
              <a:avLst/>
              <a:gdLst/>
              <a:ahLst/>
              <a:cxnLst/>
              <a:rect l="l" t="t" r="r" b="b"/>
              <a:pathLst>
                <a:path w="62234" h="63324" extrusionOk="0">
                  <a:moveTo>
                    <a:pt x="45259" y="0"/>
                  </a:moveTo>
                  <a:lnTo>
                    <a:pt x="0" y="10349"/>
                  </a:lnTo>
                  <a:cubicBezTo>
                    <a:pt x="602" y="12981"/>
                    <a:pt x="1320" y="15573"/>
                    <a:pt x="2148" y="18119"/>
                  </a:cubicBezTo>
                  <a:lnTo>
                    <a:pt x="2101" y="18136"/>
                  </a:lnTo>
                  <a:cubicBezTo>
                    <a:pt x="8054" y="36464"/>
                    <a:pt x="19701" y="52224"/>
                    <a:pt x="34955" y="63323"/>
                  </a:cubicBezTo>
                  <a:lnTo>
                    <a:pt x="62234" y="25777"/>
                  </a:lnTo>
                  <a:cubicBezTo>
                    <a:pt x="61184" y="25014"/>
                    <a:pt x="60169" y="24203"/>
                    <a:pt x="59191" y="23352"/>
                  </a:cubicBezTo>
                  <a:lnTo>
                    <a:pt x="59211" y="23327"/>
                  </a:lnTo>
                  <a:cubicBezTo>
                    <a:pt x="52302" y="17286"/>
                    <a:pt x="47344" y="9145"/>
                    <a:pt x="45259" y="0"/>
                  </a:cubicBezTo>
                  <a:close/>
                </a:path>
              </a:pathLst>
            </a:custGeom>
            <a:solidFill>
              <a:srgbClr val="BAC8D3"/>
            </a:solidFill>
            <a:ln>
              <a:noFill/>
            </a:ln>
          </p:spPr>
          <p:txBody>
            <a:bodyPr spcFirstLastPara="1" wrap="square" lIns="121900" tIns="121900" rIns="121900" bIns="121900" anchor="ctr" anchorCtr="0">
              <a:noAutofit/>
            </a:bodyPr>
            <a:lstStyle/>
            <a:p>
              <a:endParaRPr sz="2400"/>
            </a:p>
          </p:txBody>
        </p:sp>
        <p:sp>
          <p:nvSpPr>
            <p:cNvPr id="1408" name="Google Shape;1408;p59"/>
            <p:cNvSpPr/>
            <p:nvPr/>
          </p:nvSpPr>
          <p:spPr>
            <a:xfrm>
              <a:off x="7508249" y="1924972"/>
              <a:ext cx="365633" cy="464042"/>
            </a:xfrm>
            <a:custGeom>
              <a:avLst/>
              <a:gdLst/>
              <a:ahLst/>
              <a:cxnLst/>
              <a:rect l="l" t="t" r="r" b="b"/>
              <a:pathLst>
                <a:path w="49984" h="63437" extrusionOk="0">
                  <a:moveTo>
                    <a:pt x="7285" y="1"/>
                  </a:moveTo>
                  <a:cubicBezTo>
                    <a:pt x="6231" y="2469"/>
                    <a:pt x="5284" y="4998"/>
                    <a:pt x="4449" y="7580"/>
                  </a:cubicBezTo>
                  <a:lnTo>
                    <a:pt x="4399" y="7563"/>
                  </a:lnTo>
                  <a:cubicBezTo>
                    <a:pt x="1543" y="16362"/>
                    <a:pt x="0" y="25750"/>
                    <a:pt x="0" y="35500"/>
                  </a:cubicBezTo>
                  <a:cubicBezTo>
                    <a:pt x="0" y="45248"/>
                    <a:pt x="1544" y="54639"/>
                    <a:pt x="4399" y="63437"/>
                  </a:cubicBezTo>
                  <a:lnTo>
                    <a:pt x="48589" y="49094"/>
                  </a:lnTo>
                  <a:cubicBezTo>
                    <a:pt x="48188" y="47857"/>
                    <a:pt x="47557" y="45303"/>
                    <a:pt x="47557" y="45303"/>
                  </a:cubicBezTo>
                  <a:cubicBezTo>
                    <a:pt x="46556" y="40915"/>
                    <a:pt x="46213" y="36301"/>
                    <a:pt x="46638" y="31576"/>
                  </a:cubicBezTo>
                  <a:cubicBezTo>
                    <a:pt x="47061" y="26851"/>
                    <a:pt x="48217" y="22370"/>
                    <a:pt x="49984" y="18231"/>
                  </a:cubicBezTo>
                  <a:lnTo>
                    <a:pt x="7285"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409" name="Google Shape;1409;p59"/>
            <p:cNvSpPr/>
            <p:nvPr/>
          </p:nvSpPr>
          <p:spPr>
            <a:xfrm>
              <a:off x="7540418" y="1617212"/>
              <a:ext cx="464261" cy="468058"/>
            </a:xfrm>
            <a:custGeom>
              <a:avLst/>
              <a:gdLst/>
              <a:ahLst/>
              <a:cxnLst/>
              <a:rect l="l" t="t" r="r" b="b"/>
              <a:pathLst>
                <a:path w="63467" h="63986" extrusionOk="0">
                  <a:moveTo>
                    <a:pt x="39644" y="0"/>
                  </a:moveTo>
                  <a:cubicBezTo>
                    <a:pt x="37320" y="1393"/>
                    <a:pt x="35061" y="2888"/>
                    <a:pt x="32875" y="4480"/>
                  </a:cubicBezTo>
                  <a:lnTo>
                    <a:pt x="32854" y="4452"/>
                  </a:lnTo>
                  <a:cubicBezTo>
                    <a:pt x="17600" y="15554"/>
                    <a:pt x="5953" y="31315"/>
                    <a:pt x="1" y="49638"/>
                  </a:cubicBezTo>
                  <a:lnTo>
                    <a:pt x="44153" y="63985"/>
                  </a:lnTo>
                  <a:cubicBezTo>
                    <a:pt x="44561" y="62727"/>
                    <a:pt x="45025" y="61492"/>
                    <a:pt x="45542" y="60287"/>
                  </a:cubicBezTo>
                  <a:lnTo>
                    <a:pt x="45586" y="60306"/>
                  </a:lnTo>
                  <a:cubicBezTo>
                    <a:pt x="49265" y="51684"/>
                    <a:pt x="55592" y="44553"/>
                    <a:pt x="63466" y="39836"/>
                  </a:cubicBezTo>
                  <a:lnTo>
                    <a:pt x="39644" y="0"/>
                  </a:lnTo>
                  <a:close/>
                </a:path>
              </a:pathLst>
            </a:custGeom>
            <a:solidFill>
              <a:srgbClr val="BAC8D3"/>
            </a:solidFill>
            <a:ln>
              <a:noFill/>
            </a:ln>
          </p:spPr>
          <p:txBody>
            <a:bodyPr spcFirstLastPara="1" wrap="square" lIns="121900" tIns="121900" rIns="121900" bIns="121900" anchor="ctr" anchorCtr="0">
              <a:noAutofit/>
            </a:bodyPr>
            <a:lstStyle/>
            <a:p>
              <a:endParaRPr sz="2400"/>
            </a:p>
          </p:txBody>
        </p:sp>
        <p:sp>
          <p:nvSpPr>
            <p:cNvPr id="1410" name="Google Shape;1410;p59"/>
            <p:cNvSpPr/>
            <p:nvPr/>
          </p:nvSpPr>
          <p:spPr>
            <a:xfrm>
              <a:off x="7780728" y="1524076"/>
              <a:ext cx="374828" cy="400379"/>
            </a:xfrm>
            <a:custGeom>
              <a:avLst/>
              <a:gdLst/>
              <a:ahLst/>
              <a:cxnLst/>
              <a:rect l="l" t="t" r="r" b="b"/>
              <a:pathLst>
                <a:path w="51241" h="54734" extrusionOk="0">
                  <a:moveTo>
                    <a:pt x="49286" y="0"/>
                  </a:moveTo>
                  <a:cubicBezTo>
                    <a:pt x="45747" y="149"/>
                    <a:pt x="42254" y="504"/>
                    <a:pt x="38820" y="1053"/>
                  </a:cubicBezTo>
                  <a:cubicBezTo>
                    <a:pt x="24474" y="3334"/>
                    <a:pt x="11256" y="8993"/>
                    <a:pt x="0" y="17185"/>
                  </a:cubicBezTo>
                  <a:lnTo>
                    <a:pt x="27281" y="54734"/>
                  </a:lnTo>
                  <a:cubicBezTo>
                    <a:pt x="27368" y="54663"/>
                    <a:pt x="27661" y="54495"/>
                    <a:pt x="28118" y="54252"/>
                  </a:cubicBezTo>
                  <a:cubicBezTo>
                    <a:pt x="33472" y="50543"/>
                    <a:pt x="39690" y="47993"/>
                    <a:pt x="46407" y="46962"/>
                  </a:cubicBezTo>
                  <a:cubicBezTo>
                    <a:pt x="47232" y="46770"/>
                    <a:pt x="47997" y="46633"/>
                    <a:pt x="48677" y="46563"/>
                  </a:cubicBezTo>
                  <a:lnTo>
                    <a:pt x="51241" y="46382"/>
                  </a:lnTo>
                  <a:lnTo>
                    <a:pt x="49286"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1411" name="Google Shape;1411;p59"/>
          <p:cNvGrpSpPr/>
          <p:nvPr/>
        </p:nvGrpSpPr>
        <p:grpSpPr>
          <a:xfrm>
            <a:off x="5986140" y="5134471"/>
            <a:ext cx="656869" cy="671131"/>
            <a:chOff x="6039282" y="1042577"/>
            <a:chExt cx="734315" cy="731929"/>
          </a:xfrm>
        </p:grpSpPr>
        <p:sp>
          <p:nvSpPr>
            <p:cNvPr id="1412" name="Google Shape;1412;p59"/>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413" name="Google Shape;1413;p59"/>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414" name="Google Shape;1414;p59"/>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415" name="Google Shape;1415;p59"/>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416" name="Google Shape;1416;p59"/>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1417" name="Google Shape;1417;p59"/>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1418" name="Google Shape;1418;p59"/>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1419" name="Google Shape;1419;p59"/>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1420" name="Google Shape;1420;p59"/>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1421" name="Google Shape;1421;p59"/>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1422" name="Google Shape;1422;p59"/>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1423" name="Google Shape;1423;p59"/>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1424" name="Google Shape;1424;p59"/>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1425" name="Google Shape;1425;p59"/>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1426" name="Google Shape;1426;p59"/>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427" name="Google Shape;1427;p59"/>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428" name="Google Shape;1428;p59"/>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429" name="Google Shape;1429;p59"/>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430" name="Google Shape;1430;p59"/>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431" name="Google Shape;1431;p59"/>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432" name="Google Shape;1432;p59"/>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spcFirstLastPara="1" wrap="square" lIns="121900" tIns="121900" rIns="121900" bIns="121900" anchor="ctr" anchorCtr="0">
              <a:noAutofit/>
            </a:bodyPr>
            <a:lstStyle/>
            <a:p>
              <a:endParaRPr sz="2400"/>
            </a:p>
          </p:txBody>
        </p:sp>
      </p:grpSp>
      <p:grpSp>
        <p:nvGrpSpPr>
          <p:cNvPr id="1433" name="Google Shape;1433;p59"/>
          <p:cNvGrpSpPr/>
          <p:nvPr/>
        </p:nvGrpSpPr>
        <p:grpSpPr>
          <a:xfrm>
            <a:off x="6840026" y="3129192"/>
            <a:ext cx="644405" cy="673203"/>
            <a:chOff x="1825800" y="1651625"/>
            <a:chExt cx="568125" cy="591775"/>
          </a:xfrm>
        </p:grpSpPr>
        <p:sp>
          <p:nvSpPr>
            <p:cNvPr id="1434" name="Google Shape;1434;p59"/>
            <p:cNvSpPr/>
            <p:nvPr/>
          </p:nvSpPr>
          <p:spPr>
            <a:xfrm>
              <a:off x="1898925" y="1777225"/>
              <a:ext cx="370875" cy="370500"/>
            </a:xfrm>
            <a:custGeom>
              <a:avLst/>
              <a:gdLst/>
              <a:ahLst/>
              <a:cxnLst/>
              <a:rect l="l" t="t" r="r" b="b"/>
              <a:pathLst>
                <a:path w="14835" h="14820" extrusionOk="0">
                  <a:moveTo>
                    <a:pt x="7417" y="0"/>
                  </a:moveTo>
                  <a:cubicBezTo>
                    <a:pt x="3338" y="0"/>
                    <a:pt x="23" y="3300"/>
                    <a:pt x="9" y="7382"/>
                  </a:cubicBezTo>
                  <a:cubicBezTo>
                    <a:pt x="1" y="9347"/>
                    <a:pt x="774" y="11235"/>
                    <a:pt x="2160" y="12630"/>
                  </a:cubicBezTo>
                  <a:cubicBezTo>
                    <a:pt x="3543" y="14025"/>
                    <a:pt x="5425" y="14811"/>
                    <a:pt x="7391" y="14819"/>
                  </a:cubicBezTo>
                  <a:cubicBezTo>
                    <a:pt x="7399" y="14819"/>
                    <a:pt x="7407" y="14819"/>
                    <a:pt x="7415" y="14819"/>
                  </a:cubicBezTo>
                  <a:cubicBezTo>
                    <a:pt x="9371" y="14819"/>
                    <a:pt x="11248" y="14046"/>
                    <a:pt x="12637" y="12668"/>
                  </a:cubicBezTo>
                  <a:cubicBezTo>
                    <a:pt x="14032" y="11283"/>
                    <a:pt x="14820" y="9402"/>
                    <a:pt x="14826" y="7437"/>
                  </a:cubicBezTo>
                  <a:cubicBezTo>
                    <a:pt x="14834" y="5472"/>
                    <a:pt x="14061" y="3584"/>
                    <a:pt x="12675" y="2189"/>
                  </a:cubicBezTo>
                  <a:cubicBezTo>
                    <a:pt x="11292" y="795"/>
                    <a:pt x="9410" y="8"/>
                    <a:pt x="7444" y="0"/>
                  </a:cubicBezTo>
                  <a:cubicBezTo>
                    <a:pt x="7435" y="0"/>
                    <a:pt x="7426" y="0"/>
                    <a:pt x="7417"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1435" name="Google Shape;1435;p59"/>
            <p:cNvSpPr/>
            <p:nvPr/>
          </p:nvSpPr>
          <p:spPr>
            <a:xfrm>
              <a:off x="2121325" y="1651625"/>
              <a:ext cx="272600" cy="287950"/>
            </a:xfrm>
            <a:custGeom>
              <a:avLst/>
              <a:gdLst/>
              <a:ahLst/>
              <a:cxnLst/>
              <a:rect l="l" t="t" r="r" b="b"/>
              <a:pathLst>
                <a:path w="10904" h="11518" extrusionOk="0">
                  <a:moveTo>
                    <a:pt x="2" y="1"/>
                  </a:moveTo>
                  <a:lnTo>
                    <a:pt x="0" y="11518"/>
                  </a:lnTo>
                  <a:lnTo>
                    <a:pt x="10904" y="11518"/>
                  </a:lnTo>
                  <a:cubicBezTo>
                    <a:pt x="10391" y="5596"/>
                    <a:pt x="5836" y="826"/>
                    <a:pt x="2"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1436" name="Google Shape;1436;p59"/>
            <p:cNvSpPr/>
            <p:nvPr/>
          </p:nvSpPr>
          <p:spPr>
            <a:xfrm>
              <a:off x="1825800" y="1987150"/>
              <a:ext cx="231900" cy="233575"/>
            </a:xfrm>
            <a:custGeom>
              <a:avLst/>
              <a:gdLst/>
              <a:ahLst/>
              <a:cxnLst/>
              <a:rect l="l" t="t" r="r" b="b"/>
              <a:pathLst>
                <a:path w="9276" h="9343" extrusionOk="0">
                  <a:moveTo>
                    <a:pt x="0" y="1"/>
                  </a:moveTo>
                  <a:cubicBezTo>
                    <a:pt x="465" y="4930"/>
                    <a:pt x="4350" y="8842"/>
                    <a:pt x="9275" y="9343"/>
                  </a:cubicBezTo>
                  <a:lnTo>
                    <a:pt x="9275" y="1"/>
                  </a:ln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1437" name="Google Shape;1437;p59"/>
            <p:cNvSpPr/>
            <p:nvPr/>
          </p:nvSpPr>
          <p:spPr>
            <a:xfrm>
              <a:off x="2121325" y="1987150"/>
              <a:ext cx="244350" cy="256250"/>
            </a:xfrm>
            <a:custGeom>
              <a:avLst/>
              <a:gdLst/>
              <a:ahLst/>
              <a:cxnLst/>
              <a:rect l="l" t="t" r="r" b="b"/>
              <a:pathLst>
                <a:path w="9774" h="10250" extrusionOk="0">
                  <a:moveTo>
                    <a:pt x="0" y="1"/>
                  </a:moveTo>
                  <a:lnTo>
                    <a:pt x="0" y="10249"/>
                  </a:lnTo>
                  <a:cubicBezTo>
                    <a:pt x="5200" y="9514"/>
                    <a:pt x="9280" y="5280"/>
                    <a:pt x="977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1438" name="Google Shape;1438;p59"/>
            <p:cNvSpPr/>
            <p:nvPr/>
          </p:nvSpPr>
          <p:spPr>
            <a:xfrm>
              <a:off x="1851375" y="1730300"/>
              <a:ext cx="206325" cy="209275"/>
            </a:xfrm>
            <a:custGeom>
              <a:avLst/>
              <a:gdLst/>
              <a:ahLst/>
              <a:cxnLst/>
              <a:rect l="l" t="t" r="r" b="b"/>
              <a:pathLst>
                <a:path w="8253" h="8371" extrusionOk="0">
                  <a:moveTo>
                    <a:pt x="8252" y="1"/>
                  </a:moveTo>
                  <a:cubicBezTo>
                    <a:pt x="3865" y="441"/>
                    <a:pt x="383" y="3959"/>
                    <a:pt x="1" y="8371"/>
                  </a:cubicBezTo>
                  <a:lnTo>
                    <a:pt x="8252" y="8371"/>
                  </a:lnTo>
                  <a:lnTo>
                    <a:pt x="8252" y="1"/>
                  </a:ln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1439" name="Google Shape;1439;p59"/>
            <p:cNvSpPr/>
            <p:nvPr/>
          </p:nvSpPr>
          <p:spPr>
            <a:xfrm>
              <a:off x="1956875" y="1835225"/>
              <a:ext cx="254975" cy="254475"/>
            </a:xfrm>
            <a:custGeom>
              <a:avLst/>
              <a:gdLst/>
              <a:ahLst/>
              <a:cxnLst/>
              <a:rect l="l" t="t" r="r" b="b"/>
              <a:pathLst>
                <a:path w="10199" h="10179" extrusionOk="0">
                  <a:moveTo>
                    <a:pt x="5097" y="1"/>
                  </a:moveTo>
                  <a:cubicBezTo>
                    <a:pt x="2296" y="1"/>
                    <a:pt x="21" y="2267"/>
                    <a:pt x="10" y="5070"/>
                  </a:cubicBezTo>
                  <a:cubicBezTo>
                    <a:pt x="0" y="7882"/>
                    <a:pt x="2271" y="10169"/>
                    <a:pt x="5081" y="10179"/>
                  </a:cubicBezTo>
                  <a:cubicBezTo>
                    <a:pt x="5088" y="10179"/>
                    <a:pt x="5095" y="10179"/>
                    <a:pt x="5102" y="10179"/>
                  </a:cubicBezTo>
                  <a:cubicBezTo>
                    <a:pt x="7903" y="10179"/>
                    <a:pt x="10178" y="7912"/>
                    <a:pt x="10189" y="5109"/>
                  </a:cubicBezTo>
                  <a:cubicBezTo>
                    <a:pt x="10199" y="2297"/>
                    <a:pt x="7928" y="10"/>
                    <a:pt x="5118" y="1"/>
                  </a:cubicBezTo>
                  <a:cubicBezTo>
                    <a:pt x="5111" y="1"/>
                    <a:pt x="5104" y="1"/>
                    <a:pt x="5097" y="1"/>
                  </a:cubicBezTo>
                  <a:close/>
                </a:path>
              </a:pathLst>
            </a:custGeom>
            <a:solidFill>
              <a:srgbClr val="F3F5F7"/>
            </a:solidFill>
            <a:ln>
              <a:noFill/>
            </a:ln>
          </p:spPr>
          <p:txBody>
            <a:bodyPr spcFirstLastPara="1" wrap="square" lIns="121900" tIns="121900" rIns="121900" bIns="121900" anchor="ctr" anchorCtr="0">
              <a:noAutofit/>
            </a:bodyPr>
            <a:lstStyle/>
            <a:p>
              <a:endParaRPr sz="2400"/>
            </a:p>
          </p:txBody>
        </p:sp>
      </p:grpSp>
      <p:sp>
        <p:nvSpPr>
          <p:cNvPr id="1440" name="Google Shape;1440;p59"/>
          <p:cNvSpPr/>
          <p:nvPr/>
        </p:nvSpPr>
        <p:spPr>
          <a:xfrm>
            <a:off x="10330144" y="4568089"/>
            <a:ext cx="232449" cy="232449"/>
          </a:xfrm>
          <a:custGeom>
            <a:avLst/>
            <a:gdLst/>
            <a:ahLst/>
            <a:cxnLst/>
            <a:rect l="l" t="t" r="r" b="b"/>
            <a:pathLst>
              <a:path w="208163" h="208163" extrusionOk="0">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1441" name="Google Shape;1441;p59"/>
          <p:cNvSpPr/>
          <p:nvPr/>
        </p:nvSpPr>
        <p:spPr>
          <a:xfrm>
            <a:off x="10751819" y="4606513"/>
            <a:ext cx="198000" cy="155600"/>
          </a:xfrm>
          <a:prstGeom prst="stripedRightArrow">
            <a:avLst>
              <a:gd name="adj1" fmla="val 50000"/>
              <a:gd name="adj2" fmla="val 50000"/>
            </a:avLst>
          </a:prstGeom>
          <a:solidFill>
            <a:srgbClr val="869FB2"/>
          </a:solidFill>
          <a:ln>
            <a:noFill/>
          </a:ln>
        </p:spPr>
        <p:txBody>
          <a:bodyPr spcFirstLastPara="1" wrap="square" lIns="121900" tIns="121900" rIns="121900" bIns="121900" anchor="ctr" anchorCtr="0">
            <a:noAutofit/>
          </a:bodyPr>
          <a:lstStyle/>
          <a:p>
            <a:endParaRPr sz="2400"/>
          </a:p>
        </p:txBody>
      </p:sp>
      <p:sp>
        <p:nvSpPr>
          <p:cNvPr id="1442" name="Google Shape;1442;p59"/>
          <p:cNvSpPr/>
          <p:nvPr/>
        </p:nvSpPr>
        <p:spPr>
          <a:xfrm>
            <a:off x="9554637" y="3701096"/>
            <a:ext cx="157600" cy="157600"/>
          </a:xfrm>
          <a:prstGeom prst="curvedRightArrow">
            <a:avLst>
              <a:gd name="adj1" fmla="val 25000"/>
              <a:gd name="adj2" fmla="val 50000"/>
              <a:gd name="adj3" fmla="val 25000"/>
            </a:avLst>
          </a:prstGeom>
          <a:solidFill>
            <a:srgbClr val="869FB2"/>
          </a:solidFill>
          <a:ln>
            <a:noFill/>
          </a:ln>
        </p:spPr>
        <p:txBody>
          <a:bodyPr spcFirstLastPara="1" wrap="square" lIns="121900" tIns="121900" rIns="121900" bIns="121900" anchor="ctr" anchorCtr="0">
            <a:noAutofit/>
          </a:bodyPr>
          <a:lstStyle/>
          <a:p>
            <a:endParaRPr sz="2400"/>
          </a:p>
        </p:txBody>
      </p:sp>
      <p:sp>
        <p:nvSpPr>
          <p:cNvPr id="1443" name="Google Shape;1443;p59"/>
          <p:cNvSpPr/>
          <p:nvPr/>
        </p:nvSpPr>
        <p:spPr>
          <a:xfrm flipH="1">
            <a:off x="9964459" y="3701096"/>
            <a:ext cx="157600" cy="157600"/>
          </a:xfrm>
          <a:prstGeom prst="curvedRightArrow">
            <a:avLst>
              <a:gd name="adj1" fmla="val 25000"/>
              <a:gd name="adj2" fmla="val 50000"/>
              <a:gd name="adj3" fmla="val 25000"/>
            </a:avLst>
          </a:prstGeom>
          <a:solidFill>
            <a:srgbClr val="869FB2"/>
          </a:solidFill>
          <a:ln>
            <a:noFill/>
          </a:ln>
        </p:spPr>
        <p:txBody>
          <a:bodyPr spcFirstLastPara="1" wrap="square" lIns="121900" tIns="121900" rIns="121900" bIns="121900" anchor="ctr" anchorCtr="0">
            <a:noAutofit/>
          </a:bodyPr>
          <a:lstStyle/>
          <a:p>
            <a:endParaRPr sz="2400"/>
          </a:p>
        </p:txBody>
      </p:sp>
      <p:sp>
        <p:nvSpPr>
          <p:cNvPr id="338" name="Dikdörtgen 337"/>
          <p:cNvSpPr/>
          <p:nvPr/>
        </p:nvSpPr>
        <p:spPr>
          <a:xfrm>
            <a:off x="-27447" y="-9813"/>
            <a:ext cx="10911016" cy="1077218"/>
          </a:xfrm>
          <a:prstGeom prst="rect">
            <a:avLst/>
          </a:prstGeom>
        </p:spPr>
        <p:txBody>
          <a:bodyPr wrap="square">
            <a:spAutoFit/>
          </a:bodyPr>
          <a:lstStyle/>
          <a:p>
            <a:pPr fontAlgn="ctr">
              <a:defRPr/>
            </a:pPr>
            <a:r>
              <a:rPr lang="tr-TR" sz="3200" b="1" noProof="1">
                <a:cs typeface="Helvetica" panose="020B0604020202020204" pitchFamily="34" charset="0"/>
                <a:sym typeface="Flama Ziraat Medium" charset="0"/>
              </a:rPr>
              <a:t>Sunumlarda Kullanılabilecek Çeşitli Şekiller</a:t>
            </a:r>
          </a:p>
          <a:p>
            <a:pPr fontAlgn="ctr">
              <a:defRPr/>
            </a:pPr>
            <a:r>
              <a:rPr lang="tr-TR" sz="3200" b="1" i="1" noProof="1">
                <a:solidFill>
                  <a:srgbClr val="C00000"/>
                </a:solidFill>
                <a:cs typeface="Helvetica" panose="020B0604020202020204" pitchFamily="34" charset="0"/>
                <a:sym typeface="Flama Ziraat Medium" charset="0"/>
              </a:rPr>
              <a:t>Hepsi Farklı Renklerde Boyanabilir ya da Değiştirilebilirdir…</a:t>
            </a:r>
          </a:p>
        </p:txBody>
      </p:sp>
    </p:spTree>
    <p:extLst>
      <p:ext uri="{BB962C8B-B14F-4D97-AF65-F5344CB8AC3E}">
        <p14:creationId xmlns:p14="http://schemas.microsoft.com/office/powerpoint/2010/main" val="231122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47"/>
        <p:cNvGrpSpPr/>
        <p:nvPr/>
      </p:nvGrpSpPr>
      <p:grpSpPr>
        <a:xfrm>
          <a:off x="0" y="0"/>
          <a:ext cx="0" cy="0"/>
          <a:chOff x="0" y="0"/>
          <a:chExt cx="0" cy="0"/>
        </a:xfrm>
      </p:grpSpPr>
      <p:grpSp>
        <p:nvGrpSpPr>
          <p:cNvPr id="1448" name="Google Shape;1448;p60"/>
          <p:cNvGrpSpPr/>
          <p:nvPr/>
        </p:nvGrpSpPr>
        <p:grpSpPr>
          <a:xfrm>
            <a:off x="994095" y="1558221"/>
            <a:ext cx="3323824" cy="1839835"/>
            <a:chOff x="2654821" y="2311071"/>
            <a:chExt cx="2279715" cy="1262120"/>
          </a:xfrm>
        </p:grpSpPr>
        <p:grpSp>
          <p:nvGrpSpPr>
            <p:cNvPr id="1449" name="Google Shape;1449;p60"/>
            <p:cNvGrpSpPr/>
            <p:nvPr/>
          </p:nvGrpSpPr>
          <p:grpSpPr>
            <a:xfrm>
              <a:off x="4034269" y="2840745"/>
              <a:ext cx="40212" cy="36437"/>
              <a:chOff x="4293400" y="2574725"/>
              <a:chExt cx="84425" cy="80100"/>
            </a:xfrm>
          </p:grpSpPr>
          <p:sp>
            <p:nvSpPr>
              <p:cNvPr id="1450" name="Google Shape;1450;p60"/>
              <p:cNvSpPr/>
              <p:nvPr/>
            </p:nvSpPr>
            <p:spPr>
              <a:xfrm>
                <a:off x="4293400" y="2574725"/>
                <a:ext cx="57150" cy="45250"/>
              </a:xfrm>
              <a:custGeom>
                <a:avLst/>
                <a:gdLst/>
                <a:ahLst/>
                <a:cxnLst/>
                <a:rect l="l" t="t" r="r" b="b"/>
                <a:pathLst>
                  <a:path w="2286" h="1810" extrusionOk="0">
                    <a:moveTo>
                      <a:pt x="2286" y="905"/>
                    </a:moveTo>
                    <a:lnTo>
                      <a:pt x="1857" y="476"/>
                    </a:lnTo>
                    <a:lnTo>
                      <a:pt x="0" y="0"/>
                    </a:lnTo>
                    <a:lnTo>
                      <a:pt x="95" y="834"/>
                    </a:lnTo>
                    <a:lnTo>
                      <a:pt x="952" y="1476"/>
                    </a:lnTo>
                    <a:lnTo>
                      <a:pt x="1952" y="1810"/>
                    </a:lnTo>
                    <a:close/>
                  </a:path>
                </a:pathLst>
              </a:custGeom>
              <a:solidFill>
                <a:srgbClr val="5F7D95"/>
              </a:solidFill>
              <a:ln>
                <a:noFill/>
              </a:ln>
            </p:spPr>
          </p:sp>
          <p:sp>
            <p:nvSpPr>
              <p:cNvPr id="1451" name="Google Shape;1451;p60"/>
              <p:cNvSpPr/>
              <p:nvPr/>
            </p:nvSpPr>
            <p:spPr>
              <a:xfrm>
                <a:off x="4299350" y="2589925"/>
                <a:ext cx="78475" cy="64900"/>
              </a:xfrm>
              <a:custGeom>
                <a:avLst/>
                <a:gdLst/>
                <a:ahLst/>
                <a:cxnLst/>
                <a:rect l="l" t="t" r="r" b="b"/>
                <a:pathLst>
                  <a:path w="3139" h="2596" extrusionOk="0">
                    <a:moveTo>
                      <a:pt x="2009" y="1"/>
                    </a:moveTo>
                    <a:lnTo>
                      <a:pt x="1820" y="252"/>
                    </a:lnTo>
                    <a:lnTo>
                      <a:pt x="1632" y="314"/>
                    </a:lnTo>
                    <a:lnTo>
                      <a:pt x="1590" y="419"/>
                    </a:lnTo>
                    <a:lnTo>
                      <a:pt x="1318" y="398"/>
                    </a:lnTo>
                    <a:lnTo>
                      <a:pt x="1255" y="273"/>
                    </a:lnTo>
                    <a:lnTo>
                      <a:pt x="983" y="63"/>
                    </a:lnTo>
                    <a:lnTo>
                      <a:pt x="837" y="42"/>
                    </a:lnTo>
                    <a:lnTo>
                      <a:pt x="795" y="63"/>
                    </a:lnTo>
                    <a:lnTo>
                      <a:pt x="753" y="252"/>
                    </a:lnTo>
                    <a:lnTo>
                      <a:pt x="900" y="314"/>
                    </a:lnTo>
                    <a:lnTo>
                      <a:pt x="983" y="461"/>
                    </a:lnTo>
                    <a:lnTo>
                      <a:pt x="963" y="670"/>
                    </a:lnTo>
                    <a:lnTo>
                      <a:pt x="753" y="566"/>
                    </a:lnTo>
                    <a:lnTo>
                      <a:pt x="544" y="524"/>
                    </a:lnTo>
                    <a:lnTo>
                      <a:pt x="209" y="356"/>
                    </a:lnTo>
                    <a:lnTo>
                      <a:pt x="0" y="419"/>
                    </a:lnTo>
                    <a:lnTo>
                      <a:pt x="0" y="524"/>
                    </a:lnTo>
                    <a:lnTo>
                      <a:pt x="105" y="628"/>
                    </a:lnTo>
                    <a:lnTo>
                      <a:pt x="314" y="670"/>
                    </a:lnTo>
                    <a:lnTo>
                      <a:pt x="419" y="796"/>
                    </a:lnTo>
                    <a:lnTo>
                      <a:pt x="377" y="921"/>
                    </a:lnTo>
                    <a:lnTo>
                      <a:pt x="377" y="1026"/>
                    </a:lnTo>
                    <a:lnTo>
                      <a:pt x="628" y="1214"/>
                    </a:lnTo>
                    <a:lnTo>
                      <a:pt x="628" y="1340"/>
                    </a:lnTo>
                    <a:lnTo>
                      <a:pt x="544" y="1423"/>
                    </a:lnTo>
                    <a:lnTo>
                      <a:pt x="628" y="1612"/>
                    </a:lnTo>
                    <a:lnTo>
                      <a:pt x="879" y="1737"/>
                    </a:lnTo>
                    <a:lnTo>
                      <a:pt x="1067" y="1737"/>
                    </a:lnTo>
                    <a:lnTo>
                      <a:pt x="1193" y="1863"/>
                    </a:lnTo>
                    <a:lnTo>
                      <a:pt x="1046" y="1884"/>
                    </a:lnTo>
                    <a:lnTo>
                      <a:pt x="1109" y="2051"/>
                    </a:lnTo>
                    <a:lnTo>
                      <a:pt x="1088" y="2093"/>
                    </a:lnTo>
                    <a:lnTo>
                      <a:pt x="1088" y="2239"/>
                    </a:lnTo>
                    <a:lnTo>
                      <a:pt x="1172" y="2260"/>
                    </a:lnTo>
                    <a:lnTo>
                      <a:pt x="1276" y="2198"/>
                    </a:lnTo>
                    <a:lnTo>
                      <a:pt x="1276" y="2156"/>
                    </a:lnTo>
                    <a:lnTo>
                      <a:pt x="1318" y="2093"/>
                    </a:lnTo>
                    <a:lnTo>
                      <a:pt x="1381" y="2072"/>
                    </a:lnTo>
                    <a:lnTo>
                      <a:pt x="1486" y="1946"/>
                    </a:lnTo>
                    <a:lnTo>
                      <a:pt x="1569" y="1926"/>
                    </a:lnTo>
                    <a:lnTo>
                      <a:pt x="1611" y="1821"/>
                    </a:lnTo>
                    <a:lnTo>
                      <a:pt x="1695" y="1821"/>
                    </a:lnTo>
                    <a:lnTo>
                      <a:pt x="1820" y="1737"/>
                    </a:lnTo>
                    <a:lnTo>
                      <a:pt x="1883" y="1737"/>
                    </a:lnTo>
                    <a:lnTo>
                      <a:pt x="1883" y="1758"/>
                    </a:lnTo>
                    <a:lnTo>
                      <a:pt x="1925" y="1758"/>
                    </a:lnTo>
                    <a:lnTo>
                      <a:pt x="1988" y="1863"/>
                    </a:lnTo>
                    <a:lnTo>
                      <a:pt x="2051" y="1946"/>
                    </a:lnTo>
                    <a:lnTo>
                      <a:pt x="2009" y="1988"/>
                    </a:lnTo>
                    <a:lnTo>
                      <a:pt x="2030" y="2051"/>
                    </a:lnTo>
                    <a:lnTo>
                      <a:pt x="2155" y="2135"/>
                    </a:lnTo>
                    <a:lnTo>
                      <a:pt x="1988" y="2260"/>
                    </a:lnTo>
                    <a:lnTo>
                      <a:pt x="2155" y="2470"/>
                    </a:lnTo>
                    <a:lnTo>
                      <a:pt x="2260" y="2511"/>
                    </a:lnTo>
                    <a:lnTo>
                      <a:pt x="2302" y="2574"/>
                    </a:lnTo>
                    <a:lnTo>
                      <a:pt x="2406" y="2595"/>
                    </a:lnTo>
                    <a:lnTo>
                      <a:pt x="2448" y="2574"/>
                    </a:lnTo>
                    <a:lnTo>
                      <a:pt x="2448" y="2365"/>
                    </a:lnTo>
                    <a:lnTo>
                      <a:pt x="2427" y="2302"/>
                    </a:lnTo>
                    <a:lnTo>
                      <a:pt x="2427" y="2198"/>
                    </a:lnTo>
                    <a:lnTo>
                      <a:pt x="2406" y="2072"/>
                    </a:lnTo>
                    <a:lnTo>
                      <a:pt x="2427" y="1967"/>
                    </a:lnTo>
                    <a:lnTo>
                      <a:pt x="2469" y="1946"/>
                    </a:lnTo>
                    <a:lnTo>
                      <a:pt x="2553" y="2030"/>
                    </a:lnTo>
                    <a:lnTo>
                      <a:pt x="2511" y="2135"/>
                    </a:lnTo>
                    <a:lnTo>
                      <a:pt x="2553" y="2198"/>
                    </a:lnTo>
                    <a:lnTo>
                      <a:pt x="2574" y="2135"/>
                    </a:lnTo>
                    <a:lnTo>
                      <a:pt x="2574" y="1946"/>
                    </a:lnTo>
                    <a:lnTo>
                      <a:pt x="2636" y="1884"/>
                    </a:lnTo>
                    <a:lnTo>
                      <a:pt x="2636" y="1779"/>
                    </a:lnTo>
                    <a:lnTo>
                      <a:pt x="2574" y="1737"/>
                    </a:lnTo>
                    <a:lnTo>
                      <a:pt x="2616" y="1633"/>
                    </a:lnTo>
                    <a:lnTo>
                      <a:pt x="2657" y="1549"/>
                    </a:lnTo>
                    <a:lnTo>
                      <a:pt x="2636" y="1444"/>
                    </a:lnTo>
                    <a:lnTo>
                      <a:pt x="2636" y="1298"/>
                    </a:lnTo>
                    <a:lnTo>
                      <a:pt x="2783" y="1151"/>
                    </a:lnTo>
                    <a:lnTo>
                      <a:pt x="2950" y="1130"/>
                    </a:lnTo>
                    <a:lnTo>
                      <a:pt x="3034" y="1089"/>
                    </a:lnTo>
                    <a:lnTo>
                      <a:pt x="3139" y="1089"/>
                    </a:lnTo>
                    <a:lnTo>
                      <a:pt x="3034" y="984"/>
                    </a:lnTo>
                    <a:lnTo>
                      <a:pt x="2888" y="900"/>
                    </a:lnTo>
                    <a:lnTo>
                      <a:pt x="2741" y="921"/>
                    </a:lnTo>
                    <a:lnTo>
                      <a:pt x="2616" y="817"/>
                    </a:lnTo>
                    <a:lnTo>
                      <a:pt x="2574" y="712"/>
                    </a:lnTo>
                    <a:lnTo>
                      <a:pt x="2406" y="586"/>
                    </a:lnTo>
                    <a:lnTo>
                      <a:pt x="2323" y="419"/>
                    </a:lnTo>
                    <a:lnTo>
                      <a:pt x="2323" y="314"/>
                    </a:lnTo>
                    <a:lnTo>
                      <a:pt x="2134" y="84"/>
                    </a:lnTo>
                    <a:lnTo>
                      <a:pt x="200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452" name="Google Shape;1452;p60"/>
            <p:cNvGrpSpPr/>
            <p:nvPr/>
          </p:nvGrpSpPr>
          <p:grpSpPr>
            <a:xfrm>
              <a:off x="3894606" y="2334874"/>
              <a:ext cx="913198" cy="518984"/>
              <a:chOff x="4000175" y="1462675"/>
              <a:chExt cx="1917275" cy="1140875"/>
            </a:xfrm>
          </p:grpSpPr>
          <p:sp>
            <p:nvSpPr>
              <p:cNvPr id="1453" name="Google Shape;1453;p60"/>
              <p:cNvSpPr/>
              <p:nvPr/>
            </p:nvSpPr>
            <p:spPr>
              <a:xfrm>
                <a:off x="4178050" y="2433300"/>
                <a:ext cx="60250" cy="65175"/>
              </a:xfrm>
              <a:custGeom>
                <a:avLst/>
                <a:gdLst/>
                <a:ahLst/>
                <a:cxnLst/>
                <a:rect l="l" t="t" r="r" b="b"/>
                <a:pathLst>
                  <a:path w="2410" h="2607" extrusionOk="0">
                    <a:moveTo>
                      <a:pt x="639" y="2410"/>
                    </a:moveTo>
                    <a:lnTo>
                      <a:pt x="1180" y="2607"/>
                    </a:lnTo>
                    <a:lnTo>
                      <a:pt x="2410" y="2017"/>
                    </a:lnTo>
                    <a:lnTo>
                      <a:pt x="2262" y="0"/>
                    </a:lnTo>
                    <a:lnTo>
                      <a:pt x="541" y="0"/>
                    </a:lnTo>
                    <a:lnTo>
                      <a:pt x="0" y="1771"/>
                    </a:lnTo>
                    <a:close/>
                  </a:path>
                </a:pathLst>
              </a:custGeom>
              <a:solidFill>
                <a:srgbClr val="5F7D95"/>
              </a:solidFill>
              <a:ln>
                <a:noFill/>
              </a:ln>
            </p:spPr>
          </p:sp>
          <p:grpSp>
            <p:nvGrpSpPr>
              <p:cNvPr id="1454" name="Google Shape;1454;p60"/>
              <p:cNvGrpSpPr/>
              <p:nvPr/>
            </p:nvGrpSpPr>
            <p:grpSpPr>
              <a:xfrm>
                <a:off x="4000175" y="1462675"/>
                <a:ext cx="1917275" cy="1140875"/>
                <a:chOff x="4000175" y="1462675"/>
                <a:chExt cx="1917275" cy="1140875"/>
              </a:xfrm>
            </p:grpSpPr>
            <p:sp>
              <p:nvSpPr>
                <p:cNvPr id="1455" name="Google Shape;1455;p60"/>
                <p:cNvSpPr/>
                <p:nvPr/>
              </p:nvSpPr>
              <p:spPr>
                <a:xfrm>
                  <a:off x="4000175" y="2000075"/>
                  <a:ext cx="1545875" cy="510000"/>
                </a:xfrm>
                <a:custGeom>
                  <a:avLst/>
                  <a:gdLst/>
                  <a:ahLst/>
                  <a:cxnLst/>
                  <a:rect l="l" t="t" r="r" b="b"/>
                  <a:pathLst>
                    <a:path w="61835" h="20400" extrusionOk="0">
                      <a:moveTo>
                        <a:pt x="1594" y="319"/>
                      </a:moveTo>
                      <a:lnTo>
                        <a:pt x="106" y="0"/>
                      </a:lnTo>
                      <a:lnTo>
                        <a:pt x="0" y="2444"/>
                      </a:lnTo>
                      <a:lnTo>
                        <a:pt x="1062" y="9031"/>
                      </a:lnTo>
                      <a:lnTo>
                        <a:pt x="3931" y="9775"/>
                      </a:lnTo>
                      <a:lnTo>
                        <a:pt x="2125" y="10200"/>
                      </a:lnTo>
                      <a:lnTo>
                        <a:pt x="531" y="10413"/>
                      </a:lnTo>
                      <a:lnTo>
                        <a:pt x="1487" y="13600"/>
                      </a:lnTo>
                      <a:lnTo>
                        <a:pt x="3931" y="17212"/>
                      </a:lnTo>
                      <a:lnTo>
                        <a:pt x="8393" y="18594"/>
                      </a:lnTo>
                      <a:lnTo>
                        <a:pt x="9987" y="18169"/>
                      </a:lnTo>
                      <a:lnTo>
                        <a:pt x="13281" y="20400"/>
                      </a:lnTo>
                      <a:lnTo>
                        <a:pt x="14343" y="18912"/>
                      </a:lnTo>
                      <a:lnTo>
                        <a:pt x="28793" y="17319"/>
                      </a:lnTo>
                      <a:lnTo>
                        <a:pt x="35699" y="16894"/>
                      </a:lnTo>
                      <a:lnTo>
                        <a:pt x="48342" y="16894"/>
                      </a:lnTo>
                      <a:lnTo>
                        <a:pt x="49617" y="15194"/>
                      </a:lnTo>
                      <a:lnTo>
                        <a:pt x="59285" y="20294"/>
                      </a:lnTo>
                      <a:lnTo>
                        <a:pt x="60135" y="19231"/>
                      </a:lnTo>
                      <a:lnTo>
                        <a:pt x="61835" y="18487"/>
                      </a:lnTo>
                      <a:lnTo>
                        <a:pt x="61092" y="13494"/>
                      </a:lnTo>
                      <a:lnTo>
                        <a:pt x="46323" y="3188"/>
                      </a:lnTo>
                      <a:lnTo>
                        <a:pt x="12962" y="10413"/>
                      </a:lnTo>
                      <a:lnTo>
                        <a:pt x="4569" y="7013"/>
                      </a:lnTo>
                      <a:lnTo>
                        <a:pt x="2444" y="3507"/>
                      </a:lnTo>
                      <a:lnTo>
                        <a:pt x="2019" y="1807"/>
                      </a:lnTo>
                      <a:close/>
                    </a:path>
                  </a:pathLst>
                </a:custGeom>
                <a:solidFill>
                  <a:srgbClr val="5F7D95"/>
                </a:solidFill>
                <a:ln>
                  <a:noFill/>
                </a:ln>
              </p:spPr>
            </p:sp>
            <p:sp>
              <p:nvSpPr>
                <p:cNvPr id="1456" name="Google Shape;1456;p60"/>
                <p:cNvSpPr/>
                <p:nvPr/>
              </p:nvSpPr>
              <p:spPr>
                <a:xfrm>
                  <a:off x="4624175" y="1521775"/>
                  <a:ext cx="58100" cy="73775"/>
                </a:xfrm>
                <a:custGeom>
                  <a:avLst/>
                  <a:gdLst/>
                  <a:ahLst/>
                  <a:cxnLst/>
                  <a:rect l="l" t="t" r="r" b="b"/>
                  <a:pathLst>
                    <a:path w="2324" h="2951" extrusionOk="0">
                      <a:moveTo>
                        <a:pt x="210" y="1"/>
                      </a:moveTo>
                      <a:lnTo>
                        <a:pt x="126" y="84"/>
                      </a:lnTo>
                      <a:lnTo>
                        <a:pt x="147" y="189"/>
                      </a:lnTo>
                      <a:lnTo>
                        <a:pt x="252" y="252"/>
                      </a:lnTo>
                      <a:lnTo>
                        <a:pt x="335" y="356"/>
                      </a:lnTo>
                      <a:lnTo>
                        <a:pt x="273" y="419"/>
                      </a:lnTo>
                      <a:lnTo>
                        <a:pt x="210" y="419"/>
                      </a:lnTo>
                      <a:lnTo>
                        <a:pt x="147" y="335"/>
                      </a:lnTo>
                      <a:lnTo>
                        <a:pt x="63" y="293"/>
                      </a:lnTo>
                      <a:lnTo>
                        <a:pt x="22" y="293"/>
                      </a:lnTo>
                      <a:lnTo>
                        <a:pt x="42" y="356"/>
                      </a:lnTo>
                      <a:lnTo>
                        <a:pt x="22" y="545"/>
                      </a:lnTo>
                      <a:lnTo>
                        <a:pt x="1" y="565"/>
                      </a:lnTo>
                      <a:lnTo>
                        <a:pt x="1" y="712"/>
                      </a:lnTo>
                      <a:lnTo>
                        <a:pt x="42" y="754"/>
                      </a:lnTo>
                      <a:lnTo>
                        <a:pt x="126" y="775"/>
                      </a:lnTo>
                      <a:lnTo>
                        <a:pt x="189" y="858"/>
                      </a:lnTo>
                      <a:lnTo>
                        <a:pt x="147" y="963"/>
                      </a:lnTo>
                      <a:lnTo>
                        <a:pt x="294" y="1256"/>
                      </a:lnTo>
                      <a:lnTo>
                        <a:pt x="356" y="1340"/>
                      </a:lnTo>
                      <a:lnTo>
                        <a:pt x="461" y="1340"/>
                      </a:lnTo>
                      <a:lnTo>
                        <a:pt x="398" y="1402"/>
                      </a:lnTo>
                      <a:lnTo>
                        <a:pt x="294" y="1444"/>
                      </a:lnTo>
                      <a:lnTo>
                        <a:pt x="231" y="1612"/>
                      </a:lnTo>
                      <a:lnTo>
                        <a:pt x="335" y="1821"/>
                      </a:lnTo>
                      <a:lnTo>
                        <a:pt x="398" y="1988"/>
                      </a:lnTo>
                      <a:lnTo>
                        <a:pt x="398" y="2114"/>
                      </a:lnTo>
                      <a:lnTo>
                        <a:pt x="440" y="2177"/>
                      </a:lnTo>
                      <a:lnTo>
                        <a:pt x="461" y="2281"/>
                      </a:lnTo>
                      <a:lnTo>
                        <a:pt x="419" y="2323"/>
                      </a:lnTo>
                      <a:lnTo>
                        <a:pt x="503" y="2511"/>
                      </a:lnTo>
                      <a:lnTo>
                        <a:pt x="545" y="2679"/>
                      </a:lnTo>
                      <a:lnTo>
                        <a:pt x="649" y="2762"/>
                      </a:lnTo>
                      <a:lnTo>
                        <a:pt x="649" y="2867"/>
                      </a:lnTo>
                      <a:lnTo>
                        <a:pt x="733" y="2951"/>
                      </a:lnTo>
                      <a:lnTo>
                        <a:pt x="879" y="2909"/>
                      </a:lnTo>
                      <a:lnTo>
                        <a:pt x="963" y="2742"/>
                      </a:lnTo>
                      <a:lnTo>
                        <a:pt x="1089" y="2553"/>
                      </a:lnTo>
                      <a:lnTo>
                        <a:pt x="1172" y="2511"/>
                      </a:lnTo>
                      <a:lnTo>
                        <a:pt x="1151" y="2428"/>
                      </a:lnTo>
                      <a:lnTo>
                        <a:pt x="1172" y="2323"/>
                      </a:lnTo>
                      <a:lnTo>
                        <a:pt x="1423" y="2135"/>
                      </a:lnTo>
                      <a:lnTo>
                        <a:pt x="1528" y="2114"/>
                      </a:lnTo>
                      <a:lnTo>
                        <a:pt x="1612" y="2177"/>
                      </a:lnTo>
                      <a:lnTo>
                        <a:pt x="1695" y="2177"/>
                      </a:lnTo>
                      <a:lnTo>
                        <a:pt x="1737" y="2072"/>
                      </a:lnTo>
                      <a:lnTo>
                        <a:pt x="1800" y="1988"/>
                      </a:lnTo>
                      <a:lnTo>
                        <a:pt x="1926" y="1926"/>
                      </a:lnTo>
                      <a:lnTo>
                        <a:pt x="2114" y="1779"/>
                      </a:lnTo>
                      <a:lnTo>
                        <a:pt x="2135" y="1674"/>
                      </a:lnTo>
                      <a:lnTo>
                        <a:pt x="2219" y="1612"/>
                      </a:lnTo>
                      <a:lnTo>
                        <a:pt x="2323" y="1382"/>
                      </a:lnTo>
                      <a:lnTo>
                        <a:pt x="2302" y="1256"/>
                      </a:lnTo>
                      <a:lnTo>
                        <a:pt x="2135" y="1068"/>
                      </a:lnTo>
                      <a:lnTo>
                        <a:pt x="2051" y="942"/>
                      </a:lnTo>
                      <a:lnTo>
                        <a:pt x="2051" y="837"/>
                      </a:lnTo>
                      <a:lnTo>
                        <a:pt x="1884" y="712"/>
                      </a:lnTo>
                      <a:lnTo>
                        <a:pt x="1779" y="712"/>
                      </a:lnTo>
                      <a:lnTo>
                        <a:pt x="1716" y="733"/>
                      </a:lnTo>
                      <a:lnTo>
                        <a:pt x="1633" y="670"/>
                      </a:lnTo>
                      <a:lnTo>
                        <a:pt x="1507" y="628"/>
                      </a:lnTo>
                      <a:lnTo>
                        <a:pt x="1382" y="503"/>
                      </a:lnTo>
                      <a:lnTo>
                        <a:pt x="1319" y="461"/>
                      </a:lnTo>
                      <a:lnTo>
                        <a:pt x="1298" y="524"/>
                      </a:lnTo>
                      <a:lnTo>
                        <a:pt x="1214" y="503"/>
                      </a:lnTo>
                      <a:lnTo>
                        <a:pt x="1193" y="419"/>
                      </a:lnTo>
                      <a:lnTo>
                        <a:pt x="1110" y="314"/>
                      </a:lnTo>
                      <a:lnTo>
                        <a:pt x="1047" y="314"/>
                      </a:lnTo>
                      <a:lnTo>
                        <a:pt x="1005" y="419"/>
                      </a:lnTo>
                      <a:lnTo>
                        <a:pt x="963" y="419"/>
                      </a:lnTo>
                      <a:lnTo>
                        <a:pt x="858" y="252"/>
                      </a:lnTo>
                      <a:lnTo>
                        <a:pt x="775" y="210"/>
                      </a:lnTo>
                      <a:lnTo>
                        <a:pt x="775" y="252"/>
                      </a:lnTo>
                      <a:lnTo>
                        <a:pt x="858" y="356"/>
                      </a:lnTo>
                      <a:lnTo>
                        <a:pt x="858" y="440"/>
                      </a:lnTo>
                      <a:lnTo>
                        <a:pt x="775" y="503"/>
                      </a:lnTo>
                      <a:lnTo>
                        <a:pt x="775" y="607"/>
                      </a:lnTo>
                      <a:lnTo>
                        <a:pt x="733" y="607"/>
                      </a:lnTo>
                      <a:lnTo>
                        <a:pt x="670" y="524"/>
                      </a:lnTo>
                      <a:lnTo>
                        <a:pt x="649" y="147"/>
                      </a:lnTo>
                      <a:lnTo>
                        <a:pt x="545" y="105"/>
                      </a:lnTo>
                      <a:lnTo>
                        <a:pt x="440" y="84"/>
                      </a:lnTo>
                      <a:lnTo>
                        <a:pt x="27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457" name="Google Shape;1457;p60"/>
                <p:cNvSpPr/>
                <p:nvPr/>
              </p:nvSpPr>
              <p:spPr>
                <a:xfrm>
                  <a:off x="4499150" y="1462675"/>
                  <a:ext cx="117200" cy="104100"/>
                </a:xfrm>
                <a:custGeom>
                  <a:avLst/>
                  <a:gdLst/>
                  <a:ahLst/>
                  <a:cxnLst/>
                  <a:rect l="l" t="t" r="r" b="b"/>
                  <a:pathLst>
                    <a:path w="4688" h="4164" extrusionOk="0">
                      <a:moveTo>
                        <a:pt x="398" y="0"/>
                      </a:moveTo>
                      <a:lnTo>
                        <a:pt x="357" y="63"/>
                      </a:lnTo>
                      <a:lnTo>
                        <a:pt x="336" y="168"/>
                      </a:lnTo>
                      <a:lnTo>
                        <a:pt x="357" y="251"/>
                      </a:lnTo>
                      <a:lnTo>
                        <a:pt x="357" y="398"/>
                      </a:lnTo>
                      <a:lnTo>
                        <a:pt x="252" y="523"/>
                      </a:lnTo>
                      <a:lnTo>
                        <a:pt x="147" y="712"/>
                      </a:lnTo>
                      <a:lnTo>
                        <a:pt x="22" y="879"/>
                      </a:lnTo>
                      <a:lnTo>
                        <a:pt x="1" y="984"/>
                      </a:lnTo>
                      <a:lnTo>
                        <a:pt x="22" y="1423"/>
                      </a:lnTo>
                      <a:lnTo>
                        <a:pt x="105" y="1507"/>
                      </a:lnTo>
                      <a:lnTo>
                        <a:pt x="210" y="1549"/>
                      </a:lnTo>
                      <a:lnTo>
                        <a:pt x="231" y="1653"/>
                      </a:lnTo>
                      <a:lnTo>
                        <a:pt x="189" y="1967"/>
                      </a:lnTo>
                      <a:lnTo>
                        <a:pt x="126" y="2093"/>
                      </a:lnTo>
                      <a:lnTo>
                        <a:pt x="105" y="2197"/>
                      </a:lnTo>
                      <a:lnTo>
                        <a:pt x="126" y="2281"/>
                      </a:lnTo>
                      <a:lnTo>
                        <a:pt x="189" y="2260"/>
                      </a:lnTo>
                      <a:lnTo>
                        <a:pt x="273" y="2155"/>
                      </a:lnTo>
                      <a:lnTo>
                        <a:pt x="419" y="2093"/>
                      </a:lnTo>
                      <a:lnTo>
                        <a:pt x="482" y="2155"/>
                      </a:lnTo>
                      <a:lnTo>
                        <a:pt x="503" y="2260"/>
                      </a:lnTo>
                      <a:lnTo>
                        <a:pt x="650" y="2385"/>
                      </a:lnTo>
                      <a:lnTo>
                        <a:pt x="754" y="2385"/>
                      </a:lnTo>
                      <a:lnTo>
                        <a:pt x="817" y="2344"/>
                      </a:lnTo>
                      <a:lnTo>
                        <a:pt x="901" y="2365"/>
                      </a:lnTo>
                      <a:cubicBezTo>
                        <a:pt x="859" y="2448"/>
                        <a:pt x="859" y="2511"/>
                        <a:pt x="859" y="2595"/>
                      </a:cubicBezTo>
                      <a:lnTo>
                        <a:pt x="838" y="2595"/>
                      </a:lnTo>
                      <a:lnTo>
                        <a:pt x="733" y="2657"/>
                      </a:lnTo>
                      <a:lnTo>
                        <a:pt x="629" y="2595"/>
                      </a:lnTo>
                      <a:lnTo>
                        <a:pt x="545" y="2595"/>
                      </a:lnTo>
                      <a:lnTo>
                        <a:pt x="440" y="2678"/>
                      </a:lnTo>
                      <a:lnTo>
                        <a:pt x="315" y="2678"/>
                      </a:lnTo>
                      <a:lnTo>
                        <a:pt x="294" y="2699"/>
                      </a:lnTo>
                      <a:lnTo>
                        <a:pt x="336" y="2783"/>
                      </a:lnTo>
                      <a:lnTo>
                        <a:pt x="482" y="2804"/>
                      </a:lnTo>
                      <a:lnTo>
                        <a:pt x="524" y="2909"/>
                      </a:lnTo>
                      <a:lnTo>
                        <a:pt x="650" y="2971"/>
                      </a:lnTo>
                      <a:lnTo>
                        <a:pt x="733" y="3076"/>
                      </a:lnTo>
                      <a:lnTo>
                        <a:pt x="901" y="3118"/>
                      </a:lnTo>
                      <a:lnTo>
                        <a:pt x="1110" y="3118"/>
                      </a:lnTo>
                      <a:lnTo>
                        <a:pt x="1173" y="3139"/>
                      </a:lnTo>
                      <a:lnTo>
                        <a:pt x="1131" y="3181"/>
                      </a:lnTo>
                      <a:lnTo>
                        <a:pt x="963" y="3222"/>
                      </a:lnTo>
                      <a:lnTo>
                        <a:pt x="838" y="3222"/>
                      </a:lnTo>
                      <a:lnTo>
                        <a:pt x="838" y="3285"/>
                      </a:lnTo>
                      <a:lnTo>
                        <a:pt x="942" y="3327"/>
                      </a:lnTo>
                      <a:lnTo>
                        <a:pt x="1068" y="3327"/>
                      </a:lnTo>
                      <a:lnTo>
                        <a:pt x="1173" y="3243"/>
                      </a:lnTo>
                      <a:lnTo>
                        <a:pt x="1319" y="3139"/>
                      </a:lnTo>
                      <a:lnTo>
                        <a:pt x="1382" y="3097"/>
                      </a:lnTo>
                      <a:lnTo>
                        <a:pt x="1445" y="2929"/>
                      </a:lnTo>
                      <a:lnTo>
                        <a:pt x="1528" y="2762"/>
                      </a:lnTo>
                      <a:lnTo>
                        <a:pt x="1486" y="2678"/>
                      </a:lnTo>
                      <a:lnTo>
                        <a:pt x="1256" y="2532"/>
                      </a:lnTo>
                      <a:lnTo>
                        <a:pt x="1152" y="2511"/>
                      </a:lnTo>
                      <a:lnTo>
                        <a:pt x="1152" y="2385"/>
                      </a:lnTo>
                      <a:lnTo>
                        <a:pt x="1256" y="2406"/>
                      </a:lnTo>
                      <a:lnTo>
                        <a:pt x="1382" y="2385"/>
                      </a:lnTo>
                      <a:lnTo>
                        <a:pt x="1570" y="2281"/>
                      </a:lnTo>
                      <a:lnTo>
                        <a:pt x="1654" y="2176"/>
                      </a:lnTo>
                      <a:lnTo>
                        <a:pt x="1654" y="2072"/>
                      </a:lnTo>
                      <a:lnTo>
                        <a:pt x="1779" y="1946"/>
                      </a:lnTo>
                      <a:lnTo>
                        <a:pt x="1968" y="1800"/>
                      </a:lnTo>
                      <a:lnTo>
                        <a:pt x="2114" y="1967"/>
                      </a:lnTo>
                      <a:lnTo>
                        <a:pt x="2010" y="2009"/>
                      </a:lnTo>
                      <a:lnTo>
                        <a:pt x="1968" y="2093"/>
                      </a:lnTo>
                      <a:lnTo>
                        <a:pt x="1968" y="2176"/>
                      </a:lnTo>
                      <a:lnTo>
                        <a:pt x="1800" y="2197"/>
                      </a:lnTo>
                      <a:lnTo>
                        <a:pt x="1696" y="2281"/>
                      </a:lnTo>
                      <a:lnTo>
                        <a:pt x="1654" y="2469"/>
                      </a:lnTo>
                      <a:lnTo>
                        <a:pt x="1654" y="2574"/>
                      </a:lnTo>
                      <a:lnTo>
                        <a:pt x="1758" y="2637"/>
                      </a:lnTo>
                      <a:lnTo>
                        <a:pt x="1821" y="2637"/>
                      </a:lnTo>
                      <a:lnTo>
                        <a:pt x="1884" y="2720"/>
                      </a:lnTo>
                      <a:lnTo>
                        <a:pt x="1758" y="2867"/>
                      </a:lnTo>
                      <a:lnTo>
                        <a:pt x="1717" y="2971"/>
                      </a:lnTo>
                      <a:lnTo>
                        <a:pt x="1779" y="3139"/>
                      </a:lnTo>
                      <a:lnTo>
                        <a:pt x="1758" y="3222"/>
                      </a:lnTo>
                      <a:lnTo>
                        <a:pt x="1570" y="3327"/>
                      </a:lnTo>
                      <a:lnTo>
                        <a:pt x="1549" y="3390"/>
                      </a:lnTo>
                      <a:lnTo>
                        <a:pt x="1675" y="3453"/>
                      </a:lnTo>
                      <a:lnTo>
                        <a:pt x="1738" y="3515"/>
                      </a:lnTo>
                      <a:lnTo>
                        <a:pt x="1779" y="3494"/>
                      </a:lnTo>
                      <a:lnTo>
                        <a:pt x="1758" y="3411"/>
                      </a:lnTo>
                      <a:lnTo>
                        <a:pt x="1779" y="3348"/>
                      </a:lnTo>
                      <a:lnTo>
                        <a:pt x="1884" y="3411"/>
                      </a:lnTo>
                      <a:lnTo>
                        <a:pt x="1989" y="3494"/>
                      </a:lnTo>
                      <a:lnTo>
                        <a:pt x="2093" y="3432"/>
                      </a:lnTo>
                      <a:lnTo>
                        <a:pt x="2177" y="3432"/>
                      </a:lnTo>
                      <a:lnTo>
                        <a:pt x="2240" y="3536"/>
                      </a:lnTo>
                      <a:lnTo>
                        <a:pt x="2323" y="3746"/>
                      </a:lnTo>
                      <a:lnTo>
                        <a:pt x="2407" y="3829"/>
                      </a:lnTo>
                      <a:lnTo>
                        <a:pt x="2533" y="3850"/>
                      </a:lnTo>
                      <a:lnTo>
                        <a:pt x="2658" y="3934"/>
                      </a:lnTo>
                      <a:lnTo>
                        <a:pt x="2763" y="3955"/>
                      </a:lnTo>
                      <a:lnTo>
                        <a:pt x="2909" y="3871"/>
                      </a:lnTo>
                      <a:lnTo>
                        <a:pt x="3056" y="3829"/>
                      </a:lnTo>
                      <a:lnTo>
                        <a:pt x="3139" y="3871"/>
                      </a:lnTo>
                      <a:lnTo>
                        <a:pt x="3286" y="3955"/>
                      </a:lnTo>
                      <a:lnTo>
                        <a:pt x="3579" y="3976"/>
                      </a:lnTo>
                      <a:lnTo>
                        <a:pt x="3683" y="3955"/>
                      </a:lnTo>
                      <a:lnTo>
                        <a:pt x="3767" y="3976"/>
                      </a:lnTo>
                      <a:lnTo>
                        <a:pt x="3872" y="3976"/>
                      </a:lnTo>
                      <a:lnTo>
                        <a:pt x="3955" y="4059"/>
                      </a:lnTo>
                      <a:lnTo>
                        <a:pt x="4060" y="4164"/>
                      </a:lnTo>
                      <a:lnTo>
                        <a:pt x="4165" y="4164"/>
                      </a:lnTo>
                      <a:lnTo>
                        <a:pt x="4269" y="4080"/>
                      </a:lnTo>
                      <a:lnTo>
                        <a:pt x="4395" y="3955"/>
                      </a:lnTo>
                      <a:lnTo>
                        <a:pt x="4541" y="3913"/>
                      </a:lnTo>
                      <a:lnTo>
                        <a:pt x="4688" y="3725"/>
                      </a:lnTo>
                      <a:lnTo>
                        <a:pt x="4688" y="3620"/>
                      </a:lnTo>
                      <a:lnTo>
                        <a:pt x="4541" y="3453"/>
                      </a:lnTo>
                      <a:lnTo>
                        <a:pt x="4479" y="3432"/>
                      </a:lnTo>
                      <a:lnTo>
                        <a:pt x="4332" y="3285"/>
                      </a:lnTo>
                      <a:lnTo>
                        <a:pt x="4186" y="3243"/>
                      </a:lnTo>
                      <a:lnTo>
                        <a:pt x="4060" y="3181"/>
                      </a:lnTo>
                      <a:lnTo>
                        <a:pt x="4018" y="3034"/>
                      </a:lnTo>
                      <a:lnTo>
                        <a:pt x="4102" y="3034"/>
                      </a:lnTo>
                      <a:lnTo>
                        <a:pt x="4186" y="3097"/>
                      </a:lnTo>
                      <a:lnTo>
                        <a:pt x="4290" y="3097"/>
                      </a:lnTo>
                      <a:lnTo>
                        <a:pt x="4290" y="3013"/>
                      </a:lnTo>
                      <a:lnTo>
                        <a:pt x="4165" y="2825"/>
                      </a:lnTo>
                      <a:lnTo>
                        <a:pt x="3976" y="2657"/>
                      </a:lnTo>
                      <a:lnTo>
                        <a:pt x="3976" y="2490"/>
                      </a:lnTo>
                      <a:lnTo>
                        <a:pt x="3955" y="2344"/>
                      </a:lnTo>
                      <a:lnTo>
                        <a:pt x="3851" y="2281"/>
                      </a:lnTo>
                      <a:lnTo>
                        <a:pt x="3851" y="2155"/>
                      </a:lnTo>
                      <a:lnTo>
                        <a:pt x="3788" y="2093"/>
                      </a:lnTo>
                      <a:lnTo>
                        <a:pt x="3746" y="2093"/>
                      </a:lnTo>
                      <a:lnTo>
                        <a:pt x="3370" y="1821"/>
                      </a:lnTo>
                      <a:lnTo>
                        <a:pt x="3160" y="1779"/>
                      </a:lnTo>
                      <a:lnTo>
                        <a:pt x="2972" y="1821"/>
                      </a:lnTo>
                      <a:lnTo>
                        <a:pt x="2951" y="1883"/>
                      </a:lnTo>
                      <a:lnTo>
                        <a:pt x="2972" y="1967"/>
                      </a:lnTo>
                      <a:lnTo>
                        <a:pt x="3139" y="2155"/>
                      </a:lnTo>
                      <a:lnTo>
                        <a:pt x="3139" y="2239"/>
                      </a:lnTo>
                      <a:lnTo>
                        <a:pt x="3077" y="2344"/>
                      </a:lnTo>
                      <a:lnTo>
                        <a:pt x="3077" y="2448"/>
                      </a:lnTo>
                      <a:lnTo>
                        <a:pt x="3056" y="2574"/>
                      </a:lnTo>
                      <a:lnTo>
                        <a:pt x="2972" y="2720"/>
                      </a:lnTo>
                      <a:lnTo>
                        <a:pt x="2930" y="2783"/>
                      </a:lnTo>
                      <a:lnTo>
                        <a:pt x="2909" y="2699"/>
                      </a:lnTo>
                      <a:lnTo>
                        <a:pt x="2951" y="2595"/>
                      </a:lnTo>
                      <a:lnTo>
                        <a:pt x="2972" y="2490"/>
                      </a:lnTo>
                      <a:lnTo>
                        <a:pt x="2930" y="2448"/>
                      </a:lnTo>
                      <a:lnTo>
                        <a:pt x="2972" y="2260"/>
                      </a:lnTo>
                      <a:lnTo>
                        <a:pt x="2930" y="2155"/>
                      </a:lnTo>
                      <a:lnTo>
                        <a:pt x="2742" y="1883"/>
                      </a:lnTo>
                      <a:lnTo>
                        <a:pt x="2595" y="1779"/>
                      </a:lnTo>
                      <a:lnTo>
                        <a:pt x="2386" y="1758"/>
                      </a:lnTo>
                      <a:lnTo>
                        <a:pt x="2323" y="1779"/>
                      </a:lnTo>
                      <a:lnTo>
                        <a:pt x="2282" y="1925"/>
                      </a:lnTo>
                      <a:lnTo>
                        <a:pt x="2240" y="1946"/>
                      </a:lnTo>
                      <a:cubicBezTo>
                        <a:pt x="2198" y="1883"/>
                        <a:pt x="2114" y="1841"/>
                        <a:pt x="2072" y="1821"/>
                      </a:cubicBezTo>
                      <a:lnTo>
                        <a:pt x="2114" y="1779"/>
                      </a:lnTo>
                      <a:lnTo>
                        <a:pt x="2177" y="1674"/>
                      </a:lnTo>
                      <a:lnTo>
                        <a:pt x="2177" y="1549"/>
                      </a:lnTo>
                      <a:lnTo>
                        <a:pt x="1989" y="1444"/>
                      </a:lnTo>
                      <a:lnTo>
                        <a:pt x="1800" y="1297"/>
                      </a:lnTo>
                      <a:lnTo>
                        <a:pt x="1696" y="1109"/>
                      </a:lnTo>
                      <a:lnTo>
                        <a:pt x="1696" y="984"/>
                      </a:lnTo>
                      <a:lnTo>
                        <a:pt x="1758" y="837"/>
                      </a:lnTo>
                      <a:lnTo>
                        <a:pt x="1758" y="733"/>
                      </a:lnTo>
                      <a:lnTo>
                        <a:pt x="1696" y="712"/>
                      </a:lnTo>
                      <a:lnTo>
                        <a:pt x="1403" y="712"/>
                      </a:lnTo>
                      <a:lnTo>
                        <a:pt x="1194" y="628"/>
                      </a:lnTo>
                      <a:lnTo>
                        <a:pt x="1047" y="523"/>
                      </a:lnTo>
                      <a:lnTo>
                        <a:pt x="817" y="251"/>
                      </a:lnTo>
                      <a:lnTo>
                        <a:pt x="650" y="105"/>
                      </a:lnTo>
                      <a:lnTo>
                        <a:pt x="46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458" name="Google Shape;1458;p60"/>
                <p:cNvSpPr/>
                <p:nvPr/>
              </p:nvSpPr>
              <p:spPr>
                <a:xfrm>
                  <a:off x="4241800" y="1706950"/>
                  <a:ext cx="130800" cy="246400"/>
                </a:xfrm>
                <a:custGeom>
                  <a:avLst/>
                  <a:gdLst/>
                  <a:ahLst/>
                  <a:cxnLst/>
                  <a:rect l="l" t="t" r="r" b="b"/>
                  <a:pathLst>
                    <a:path w="5232" h="9856" extrusionOk="0">
                      <a:moveTo>
                        <a:pt x="4750" y="1"/>
                      </a:moveTo>
                      <a:lnTo>
                        <a:pt x="4625" y="63"/>
                      </a:lnTo>
                      <a:lnTo>
                        <a:pt x="4604" y="126"/>
                      </a:lnTo>
                      <a:lnTo>
                        <a:pt x="4520" y="105"/>
                      </a:lnTo>
                      <a:lnTo>
                        <a:pt x="4436" y="42"/>
                      </a:lnTo>
                      <a:lnTo>
                        <a:pt x="4332" y="63"/>
                      </a:lnTo>
                      <a:lnTo>
                        <a:pt x="4206" y="168"/>
                      </a:lnTo>
                      <a:lnTo>
                        <a:pt x="4185" y="273"/>
                      </a:lnTo>
                      <a:lnTo>
                        <a:pt x="4101" y="335"/>
                      </a:lnTo>
                      <a:lnTo>
                        <a:pt x="4018" y="356"/>
                      </a:lnTo>
                      <a:lnTo>
                        <a:pt x="3934" y="440"/>
                      </a:lnTo>
                      <a:lnTo>
                        <a:pt x="3934" y="524"/>
                      </a:lnTo>
                      <a:lnTo>
                        <a:pt x="3871" y="628"/>
                      </a:lnTo>
                      <a:lnTo>
                        <a:pt x="3871" y="670"/>
                      </a:lnTo>
                      <a:lnTo>
                        <a:pt x="3934" y="775"/>
                      </a:lnTo>
                      <a:lnTo>
                        <a:pt x="3934" y="858"/>
                      </a:lnTo>
                      <a:lnTo>
                        <a:pt x="3829" y="858"/>
                      </a:lnTo>
                      <a:lnTo>
                        <a:pt x="3788" y="900"/>
                      </a:lnTo>
                      <a:lnTo>
                        <a:pt x="3788" y="984"/>
                      </a:lnTo>
                      <a:lnTo>
                        <a:pt x="3725" y="1047"/>
                      </a:lnTo>
                      <a:lnTo>
                        <a:pt x="3662" y="1109"/>
                      </a:lnTo>
                      <a:lnTo>
                        <a:pt x="3453" y="1256"/>
                      </a:lnTo>
                      <a:lnTo>
                        <a:pt x="3369" y="1298"/>
                      </a:lnTo>
                      <a:lnTo>
                        <a:pt x="3306" y="1277"/>
                      </a:lnTo>
                      <a:lnTo>
                        <a:pt x="3202" y="1277"/>
                      </a:lnTo>
                      <a:lnTo>
                        <a:pt x="3139" y="1319"/>
                      </a:lnTo>
                      <a:lnTo>
                        <a:pt x="3034" y="1486"/>
                      </a:lnTo>
                      <a:lnTo>
                        <a:pt x="2951" y="1528"/>
                      </a:lnTo>
                      <a:lnTo>
                        <a:pt x="2888" y="1507"/>
                      </a:lnTo>
                      <a:lnTo>
                        <a:pt x="2867" y="1423"/>
                      </a:lnTo>
                      <a:lnTo>
                        <a:pt x="2825" y="1423"/>
                      </a:lnTo>
                      <a:lnTo>
                        <a:pt x="2783" y="1507"/>
                      </a:lnTo>
                      <a:lnTo>
                        <a:pt x="2825" y="1633"/>
                      </a:lnTo>
                      <a:lnTo>
                        <a:pt x="2783" y="1695"/>
                      </a:lnTo>
                      <a:lnTo>
                        <a:pt x="2762" y="1591"/>
                      </a:lnTo>
                      <a:lnTo>
                        <a:pt x="2721" y="1486"/>
                      </a:lnTo>
                      <a:lnTo>
                        <a:pt x="2532" y="1507"/>
                      </a:lnTo>
                      <a:lnTo>
                        <a:pt x="2323" y="1570"/>
                      </a:lnTo>
                      <a:lnTo>
                        <a:pt x="2260" y="1612"/>
                      </a:lnTo>
                      <a:lnTo>
                        <a:pt x="2197" y="1633"/>
                      </a:lnTo>
                      <a:lnTo>
                        <a:pt x="2156" y="1695"/>
                      </a:lnTo>
                      <a:lnTo>
                        <a:pt x="2218" y="1842"/>
                      </a:lnTo>
                      <a:lnTo>
                        <a:pt x="2260" y="1905"/>
                      </a:lnTo>
                      <a:lnTo>
                        <a:pt x="2260" y="1946"/>
                      </a:lnTo>
                      <a:lnTo>
                        <a:pt x="2218" y="1988"/>
                      </a:lnTo>
                      <a:lnTo>
                        <a:pt x="2135" y="2093"/>
                      </a:lnTo>
                      <a:lnTo>
                        <a:pt x="2093" y="2051"/>
                      </a:lnTo>
                      <a:lnTo>
                        <a:pt x="2093" y="2009"/>
                      </a:lnTo>
                      <a:lnTo>
                        <a:pt x="2135" y="1946"/>
                      </a:lnTo>
                      <a:lnTo>
                        <a:pt x="2135" y="1884"/>
                      </a:lnTo>
                      <a:lnTo>
                        <a:pt x="2051" y="1884"/>
                      </a:lnTo>
                      <a:lnTo>
                        <a:pt x="1946" y="2009"/>
                      </a:lnTo>
                      <a:lnTo>
                        <a:pt x="1884" y="2051"/>
                      </a:lnTo>
                      <a:lnTo>
                        <a:pt x="1884" y="2135"/>
                      </a:lnTo>
                      <a:lnTo>
                        <a:pt x="1946" y="2156"/>
                      </a:lnTo>
                      <a:lnTo>
                        <a:pt x="1905" y="2218"/>
                      </a:lnTo>
                      <a:lnTo>
                        <a:pt x="1842" y="2323"/>
                      </a:lnTo>
                      <a:lnTo>
                        <a:pt x="1716" y="2323"/>
                      </a:lnTo>
                      <a:lnTo>
                        <a:pt x="1632" y="2365"/>
                      </a:lnTo>
                      <a:lnTo>
                        <a:pt x="1612" y="2449"/>
                      </a:lnTo>
                      <a:lnTo>
                        <a:pt x="1507" y="2470"/>
                      </a:lnTo>
                      <a:lnTo>
                        <a:pt x="1465" y="2553"/>
                      </a:lnTo>
                      <a:lnTo>
                        <a:pt x="1423" y="2721"/>
                      </a:lnTo>
                      <a:lnTo>
                        <a:pt x="1465" y="2742"/>
                      </a:lnTo>
                      <a:lnTo>
                        <a:pt x="1528" y="2742"/>
                      </a:lnTo>
                      <a:lnTo>
                        <a:pt x="1465" y="2825"/>
                      </a:lnTo>
                      <a:lnTo>
                        <a:pt x="1277" y="2825"/>
                      </a:lnTo>
                      <a:lnTo>
                        <a:pt x="1214" y="2867"/>
                      </a:lnTo>
                      <a:lnTo>
                        <a:pt x="1193" y="3034"/>
                      </a:lnTo>
                      <a:lnTo>
                        <a:pt x="1214" y="3097"/>
                      </a:lnTo>
                      <a:lnTo>
                        <a:pt x="1277" y="3097"/>
                      </a:lnTo>
                      <a:lnTo>
                        <a:pt x="1360" y="3076"/>
                      </a:lnTo>
                      <a:lnTo>
                        <a:pt x="1381" y="3139"/>
                      </a:lnTo>
                      <a:lnTo>
                        <a:pt x="1360" y="3181"/>
                      </a:lnTo>
                      <a:lnTo>
                        <a:pt x="1360" y="3286"/>
                      </a:lnTo>
                      <a:lnTo>
                        <a:pt x="1277" y="3348"/>
                      </a:lnTo>
                      <a:lnTo>
                        <a:pt x="1193" y="3306"/>
                      </a:lnTo>
                      <a:lnTo>
                        <a:pt x="1068" y="3286"/>
                      </a:lnTo>
                      <a:lnTo>
                        <a:pt x="942" y="3348"/>
                      </a:lnTo>
                      <a:lnTo>
                        <a:pt x="900" y="3411"/>
                      </a:lnTo>
                      <a:lnTo>
                        <a:pt x="900" y="3495"/>
                      </a:lnTo>
                      <a:lnTo>
                        <a:pt x="858" y="3599"/>
                      </a:lnTo>
                      <a:lnTo>
                        <a:pt x="754" y="3683"/>
                      </a:lnTo>
                      <a:lnTo>
                        <a:pt x="670" y="3620"/>
                      </a:lnTo>
                      <a:lnTo>
                        <a:pt x="628" y="3558"/>
                      </a:lnTo>
                      <a:lnTo>
                        <a:pt x="586" y="3474"/>
                      </a:lnTo>
                      <a:lnTo>
                        <a:pt x="544" y="3495"/>
                      </a:lnTo>
                      <a:lnTo>
                        <a:pt x="524" y="3662"/>
                      </a:lnTo>
                      <a:lnTo>
                        <a:pt x="544" y="3788"/>
                      </a:lnTo>
                      <a:lnTo>
                        <a:pt x="649" y="3871"/>
                      </a:lnTo>
                      <a:lnTo>
                        <a:pt x="733" y="3830"/>
                      </a:lnTo>
                      <a:lnTo>
                        <a:pt x="754" y="3871"/>
                      </a:lnTo>
                      <a:lnTo>
                        <a:pt x="754" y="3934"/>
                      </a:lnTo>
                      <a:lnTo>
                        <a:pt x="691" y="4081"/>
                      </a:lnTo>
                      <a:lnTo>
                        <a:pt x="733" y="4122"/>
                      </a:lnTo>
                      <a:lnTo>
                        <a:pt x="796" y="4143"/>
                      </a:lnTo>
                      <a:lnTo>
                        <a:pt x="858" y="4081"/>
                      </a:lnTo>
                      <a:lnTo>
                        <a:pt x="900" y="4081"/>
                      </a:lnTo>
                      <a:lnTo>
                        <a:pt x="963" y="4102"/>
                      </a:lnTo>
                      <a:lnTo>
                        <a:pt x="1068" y="4102"/>
                      </a:lnTo>
                      <a:lnTo>
                        <a:pt x="1151" y="4039"/>
                      </a:lnTo>
                      <a:lnTo>
                        <a:pt x="1172" y="4081"/>
                      </a:lnTo>
                      <a:lnTo>
                        <a:pt x="1109" y="4143"/>
                      </a:lnTo>
                      <a:lnTo>
                        <a:pt x="1047" y="4185"/>
                      </a:lnTo>
                      <a:lnTo>
                        <a:pt x="900" y="4185"/>
                      </a:lnTo>
                      <a:lnTo>
                        <a:pt x="858" y="4248"/>
                      </a:lnTo>
                      <a:lnTo>
                        <a:pt x="775" y="4227"/>
                      </a:lnTo>
                      <a:lnTo>
                        <a:pt x="733" y="4311"/>
                      </a:lnTo>
                      <a:lnTo>
                        <a:pt x="754" y="4436"/>
                      </a:lnTo>
                      <a:lnTo>
                        <a:pt x="837" y="4499"/>
                      </a:lnTo>
                      <a:lnTo>
                        <a:pt x="900" y="4520"/>
                      </a:lnTo>
                      <a:lnTo>
                        <a:pt x="984" y="4499"/>
                      </a:lnTo>
                      <a:lnTo>
                        <a:pt x="1005" y="4520"/>
                      </a:lnTo>
                      <a:lnTo>
                        <a:pt x="984" y="4562"/>
                      </a:lnTo>
                      <a:lnTo>
                        <a:pt x="858" y="4625"/>
                      </a:lnTo>
                      <a:lnTo>
                        <a:pt x="733" y="4625"/>
                      </a:lnTo>
                      <a:lnTo>
                        <a:pt x="649" y="4666"/>
                      </a:lnTo>
                      <a:lnTo>
                        <a:pt x="649" y="4729"/>
                      </a:lnTo>
                      <a:lnTo>
                        <a:pt x="691" y="4771"/>
                      </a:lnTo>
                      <a:lnTo>
                        <a:pt x="796" y="4750"/>
                      </a:lnTo>
                      <a:lnTo>
                        <a:pt x="900" y="4750"/>
                      </a:lnTo>
                      <a:lnTo>
                        <a:pt x="900" y="4813"/>
                      </a:lnTo>
                      <a:lnTo>
                        <a:pt x="837" y="4834"/>
                      </a:lnTo>
                      <a:lnTo>
                        <a:pt x="733" y="4855"/>
                      </a:lnTo>
                      <a:lnTo>
                        <a:pt x="733" y="4897"/>
                      </a:lnTo>
                      <a:lnTo>
                        <a:pt x="754" y="4938"/>
                      </a:lnTo>
                      <a:lnTo>
                        <a:pt x="879" y="4959"/>
                      </a:lnTo>
                      <a:lnTo>
                        <a:pt x="984" y="5043"/>
                      </a:lnTo>
                      <a:lnTo>
                        <a:pt x="984" y="5085"/>
                      </a:lnTo>
                      <a:lnTo>
                        <a:pt x="858" y="5085"/>
                      </a:lnTo>
                      <a:lnTo>
                        <a:pt x="754" y="5043"/>
                      </a:lnTo>
                      <a:lnTo>
                        <a:pt x="649" y="5043"/>
                      </a:lnTo>
                      <a:lnTo>
                        <a:pt x="565" y="5085"/>
                      </a:lnTo>
                      <a:lnTo>
                        <a:pt x="544" y="5169"/>
                      </a:lnTo>
                      <a:lnTo>
                        <a:pt x="482" y="5210"/>
                      </a:lnTo>
                      <a:lnTo>
                        <a:pt x="482" y="5273"/>
                      </a:lnTo>
                      <a:lnTo>
                        <a:pt x="544" y="5315"/>
                      </a:lnTo>
                      <a:lnTo>
                        <a:pt x="524" y="5378"/>
                      </a:lnTo>
                      <a:lnTo>
                        <a:pt x="461" y="5399"/>
                      </a:lnTo>
                      <a:lnTo>
                        <a:pt x="419" y="5399"/>
                      </a:lnTo>
                      <a:lnTo>
                        <a:pt x="335" y="5483"/>
                      </a:lnTo>
                      <a:lnTo>
                        <a:pt x="314" y="5566"/>
                      </a:lnTo>
                      <a:lnTo>
                        <a:pt x="335" y="5608"/>
                      </a:lnTo>
                      <a:lnTo>
                        <a:pt x="314" y="5671"/>
                      </a:lnTo>
                      <a:lnTo>
                        <a:pt x="210" y="5692"/>
                      </a:lnTo>
                      <a:lnTo>
                        <a:pt x="210" y="5713"/>
                      </a:lnTo>
                      <a:lnTo>
                        <a:pt x="335" y="5838"/>
                      </a:lnTo>
                      <a:lnTo>
                        <a:pt x="440" y="5901"/>
                      </a:lnTo>
                      <a:lnTo>
                        <a:pt x="482" y="5880"/>
                      </a:lnTo>
                      <a:lnTo>
                        <a:pt x="524" y="5796"/>
                      </a:lnTo>
                      <a:lnTo>
                        <a:pt x="586" y="5734"/>
                      </a:lnTo>
                      <a:lnTo>
                        <a:pt x="754" y="5629"/>
                      </a:lnTo>
                      <a:lnTo>
                        <a:pt x="858" y="5587"/>
                      </a:lnTo>
                      <a:lnTo>
                        <a:pt x="858" y="5629"/>
                      </a:lnTo>
                      <a:lnTo>
                        <a:pt x="837" y="5629"/>
                      </a:lnTo>
                      <a:lnTo>
                        <a:pt x="796" y="5713"/>
                      </a:lnTo>
                      <a:lnTo>
                        <a:pt x="649" y="5817"/>
                      </a:lnTo>
                      <a:lnTo>
                        <a:pt x="586" y="5922"/>
                      </a:lnTo>
                      <a:lnTo>
                        <a:pt x="565" y="6027"/>
                      </a:lnTo>
                      <a:lnTo>
                        <a:pt x="586" y="6131"/>
                      </a:lnTo>
                      <a:lnTo>
                        <a:pt x="565" y="6194"/>
                      </a:lnTo>
                      <a:lnTo>
                        <a:pt x="565" y="6236"/>
                      </a:lnTo>
                      <a:lnTo>
                        <a:pt x="754" y="6236"/>
                      </a:lnTo>
                      <a:lnTo>
                        <a:pt x="837" y="6194"/>
                      </a:lnTo>
                      <a:lnTo>
                        <a:pt x="837" y="6257"/>
                      </a:lnTo>
                      <a:lnTo>
                        <a:pt x="775" y="6299"/>
                      </a:lnTo>
                      <a:lnTo>
                        <a:pt x="586" y="6299"/>
                      </a:lnTo>
                      <a:lnTo>
                        <a:pt x="524" y="6340"/>
                      </a:lnTo>
                      <a:lnTo>
                        <a:pt x="356" y="6445"/>
                      </a:lnTo>
                      <a:lnTo>
                        <a:pt x="356" y="6571"/>
                      </a:lnTo>
                      <a:lnTo>
                        <a:pt x="335" y="6654"/>
                      </a:lnTo>
                      <a:lnTo>
                        <a:pt x="356" y="6759"/>
                      </a:lnTo>
                      <a:lnTo>
                        <a:pt x="461" y="6759"/>
                      </a:lnTo>
                      <a:lnTo>
                        <a:pt x="524" y="6822"/>
                      </a:lnTo>
                      <a:lnTo>
                        <a:pt x="482" y="6863"/>
                      </a:lnTo>
                      <a:lnTo>
                        <a:pt x="377" y="6863"/>
                      </a:lnTo>
                      <a:lnTo>
                        <a:pt x="252" y="6884"/>
                      </a:lnTo>
                      <a:lnTo>
                        <a:pt x="147" y="7052"/>
                      </a:lnTo>
                      <a:lnTo>
                        <a:pt x="147" y="7177"/>
                      </a:lnTo>
                      <a:lnTo>
                        <a:pt x="210" y="7240"/>
                      </a:lnTo>
                      <a:lnTo>
                        <a:pt x="272" y="7198"/>
                      </a:lnTo>
                      <a:lnTo>
                        <a:pt x="440" y="7135"/>
                      </a:lnTo>
                      <a:lnTo>
                        <a:pt x="461" y="7177"/>
                      </a:lnTo>
                      <a:lnTo>
                        <a:pt x="356" y="7261"/>
                      </a:lnTo>
                      <a:lnTo>
                        <a:pt x="335" y="7366"/>
                      </a:lnTo>
                      <a:lnTo>
                        <a:pt x="377" y="7366"/>
                      </a:lnTo>
                      <a:lnTo>
                        <a:pt x="461" y="7282"/>
                      </a:lnTo>
                      <a:lnTo>
                        <a:pt x="544" y="7261"/>
                      </a:lnTo>
                      <a:lnTo>
                        <a:pt x="565" y="7303"/>
                      </a:lnTo>
                      <a:lnTo>
                        <a:pt x="482" y="7387"/>
                      </a:lnTo>
                      <a:lnTo>
                        <a:pt x="461" y="7470"/>
                      </a:lnTo>
                      <a:lnTo>
                        <a:pt x="544" y="7554"/>
                      </a:lnTo>
                      <a:lnTo>
                        <a:pt x="649" y="7554"/>
                      </a:lnTo>
                      <a:lnTo>
                        <a:pt x="565" y="7575"/>
                      </a:lnTo>
                      <a:lnTo>
                        <a:pt x="482" y="7575"/>
                      </a:lnTo>
                      <a:lnTo>
                        <a:pt x="419" y="7659"/>
                      </a:lnTo>
                      <a:lnTo>
                        <a:pt x="419" y="7721"/>
                      </a:lnTo>
                      <a:lnTo>
                        <a:pt x="461" y="7826"/>
                      </a:lnTo>
                      <a:lnTo>
                        <a:pt x="419" y="7889"/>
                      </a:lnTo>
                      <a:lnTo>
                        <a:pt x="356" y="7868"/>
                      </a:lnTo>
                      <a:lnTo>
                        <a:pt x="252" y="7889"/>
                      </a:lnTo>
                      <a:lnTo>
                        <a:pt x="168" y="7826"/>
                      </a:lnTo>
                      <a:lnTo>
                        <a:pt x="105" y="7826"/>
                      </a:lnTo>
                      <a:lnTo>
                        <a:pt x="0" y="7972"/>
                      </a:lnTo>
                      <a:lnTo>
                        <a:pt x="0" y="8077"/>
                      </a:lnTo>
                      <a:lnTo>
                        <a:pt x="168" y="8265"/>
                      </a:lnTo>
                      <a:lnTo>
                        <a:pt x="147" y="8391"/>
                      </a:lnTo>
                      <a:lnTo>
                        <a:pt x="168" y="8496"/>
                      </a:lnTo>
                      <a:lnTo>
                        <a:pt x="335" y="8621"/>
                      </a:lnTo>
                      <a:lnTo>
                        <a:pt x="335" y="8705"/>
                      </a:lnTo>
                      <a:lnTo>
                        <a:pt x="482" y="8830"/>
                      </a:lnTo>
                      <a:lnTo>
                        <a:pt x="586" y="8872"/>
                      </a:lnTo>
                      <a:lnTo>
                        <a:pt x="649" y="8851"/>
                      </a:lnTo>
                      <a:lnTo>
                        <a:pt x="733" y="8830"/>
                      </a:lnTo>
                      <a:lnTo>
                        <a:pt x="837" y="8663"/>
                      </a:lnTo>
                      <a:lnTo>
                        <a:pt x="796" y="8516"/>
                      </a:lnTo>
                      <a:lnTo>
                        <a:pt x="837" y="8412"/>
                      </a:lnTo>
                      <a:lnTo>
                        <a:pt x="900" y="8307"/>
                      </a:lnTo>
                      <a:lnTo>
                        <a:pt x="858" y="8433"/>
                      </a:lnTo>
                      <a:lnTo>
                        <a:pt x="858" y="8516"/>
                      </a:lnTo>
                      <a:lnTo>
                        <a:pt x="900" y="8600"/>
                      </a:lnTo>
                      <a:lnTo>
                        <a:pt x="963" y="8747"/>
                      </a:lnTo>
                      <a:lnTo>
                        <a:pt x="1047" y="8788"/>
                      </a:lnTo>
                      <a:lnTo>
                        <a:pt x="1109" y="8726"/>
                      </a:lnTo>
                      <a:lnTo>
                        <a:pt x="1109" y="8642"/>
                      </a:lnTo>
                      <a:lnTo>
                        <a:pt x="1172" y="8537"/>
                      </a:lnTo>
                      <a:lnTo>
                        <a:pt x="1193" y="8600"/>
                      </a:lnTo>
                      <a:lnTo>
                        <a:pt x="1172" y="8642"/>
                      </a:lnTo>
                      <a:lnTo>
                        <a:pt x="1172" y="8747"/>
                      </a:lnTo>
                      <a:lnTo>
                        <a:pt x="1277" y="8935"/>
                      </a:lnTo>
                      <a:lnTo>
                        <a:pt x="1402" y="9019"/>
                      </a:lnTo>
                      <a:lnTo>
                        <a:pt x="1507" y="9019"/>
                      </a:lnTo>
                      <a:lnTo>
                        <a:pt x="1591" y="8956"/>
                      </a:lnTo>
                      <a:lnTo>
                        <a:pt x="1632" y="8998"/>
                      </a:lnTo>
                      <a:lnTo>
                        <a:pt x="1612" y="9040"/>
                      </a:lnTo>
                      <a:lnTo>
                        <a:pt x="1570" y="9040"/>
                      </a:lnTo>
                      <a:lnTo>
                        <a:pt x="1528" y="9123"/>
                      </a:lnTo>
                      <a:lnTo>
                        <a:pt x="1444" y="9165"/>
                      </a:lnTo>
                      <a:lnTo>
                        <a:pt x="1423" y="9249"/>
                      </a:lnTo>
                      <a:lnTo>
                        <a:pt x="1528" y="9332"/>
                      </a:lnTo>
                      <a:lnTo>
                        <a:pt x="1528" y="9416"/>
                      </a:lnTo>
                      <a:lnTo>
                        <a:pt x="1444" y="9416"/>
                      </a:lnTo>
                      <a:lnTo>
                        <a:pt x="1381" y="9374"/>
                      </a:lnTo>
                      <a:lnTo>
                        <a:pt x="1381" y="9458"/>
                      </a:lnTo>
                      <a:lnTo>
                        <a:pt x="1423" y="9521"/>
                      </a:lnTo>
                      <a:lnTo>
                        <a:pt x="1612" y="9542"/>
                      </a:lnTo>
                      <a:lnTo>
                        <a:pt x="1716" y="9584"/>
                      </a:lnTo>
                      <a:lnTo>
                        <a:pt x="1821" y="9563"/>
                      </a:lnTo>
                      <a:lnTo>
                        <a:pt x="1967" y="9604"/>
                      </a:lnTo>
                      <a:lnTo>
                        <a:pt x="1967" y="9521"/>
                      </a:lnTo>
                      <a:lnTo>
                        <a:pt x="2051" y="9542"/>
                      </a:lnTo>
                      <a:lnTo>
                        <a:pt x="2072" y="9625"/>
                      </a:lnTo>
                      <a:lnTo>
                        <a:pt x="2135" y="9772"/>
                      </a:lnTo>
                      <a:lnTo>
                        <a:pt x="2218" y="9856"/>
                      </a:lnTo>
                      <a:lnTo>
                        <a:pt x="2281" y="9856"/>
                      </a:lnTo>
                      <a:lnTo>
                        <a:pt x="2365" y="9751"/>
                      </a:lnTo>
                      <a:lnTo>
                        <a:pt x="2344" y="9625"/>
                      </a:lnTo>
                      <a:lnTo>
                        <a:pt x="2177" y="9542"/>
                      </a:lnTo>
                      <a:lnTo>
                        <a:pt x="2135" y="9521"/>
                      </a:lnTo>
                      <a:lnTo>
                        <a:pt x="2177" y="9479"/>
                      </a:lnTo>
                      <a:lnTo>
                        <a:pt x="2260" y="9521"/>
                      </a:lnTo>
                      <a:lnTo>
                        <a:pt x="2365" y="9584"/>
                      </a:lnTo>
                      <a:lnTo>
                        <a:pt x="2428" y="9667"/>
                      </a:lnTo>
                      <a:lnTo>
                        <a:pt x="2469" y="9772"/>
                      </a:lnTo>
                      <a:lnTo>
                        <a:pt x="2532" y="9772"/>
                      </a:lnTo>
                      <a:lnTo>
                        <a:pt x="2553" y="9667"/>
                      </a:lnTo>
                      <a:lnTo>
                        <a:pt x="2595" y="9646"/>
                      </a:lnTo>
                      <a:lnTo>
                        <a:pt x="2679" y="9751"/>
                      </a:lnTo>
                      <a:lnTo>
                        <a:pt x="2804" y="9793"/>
                      </a:lnTo>
                      <a:lnTo>
                        <a:pt x="2888" y="9793"/>
                      </a:lnTo>
                      <a:lnTo>
                        <a:pt x="2888" y="9730"/>
                      </a:lnTo>
                      <a:lnTo>
                        <a:pt x="2783" y="9646"/>
                      </a:lnTo>
                      <a:lnTo>
                        <a:pt x="2783" y="9584"/>
                      </a:lnTo>
                      <a:lnTo>
                        <a:pt x="2846" y="9563"/>
                      </a:lnTo>
                      <a:lnTo>
                        <a:pt x="2951" y="9604"/>
                      </a:lnTo>
                      <a:lnTo>
                        <a:pt x="2993" y="9667"/>
                      </a:lnTo>
                      <a:lnTo>
                        <a:pt x="3013" y="9667"/>
                      </a:lnTo>
                      <a:lnTo>
                        <a:pt x="3055" y="9772"/>
                      </a:lnTo>
                      <a:lnTo>
                        <a:pt x="3118" y="9814"/>
                      </a:lnTo>
                      <a:lnTo>
                        <a:pt x="3181" y="9793"/>
                      </a:lnTo>
                      <a:lnTo>
                        <a:pt x="3202" y="9688"/>
                      </a:lnTo>
                      <a:lnTo>
                        <a:pt x="3160" y="9604"/>
                      </a:lnTo>
                      <a:lnTo>
                        <a:pt x="3076" y="9604"/>
                      </a:lnTo>
                      <a:lnTo>
                        <a:pt x="3013" y="9563"/>
                      </a:lnTo>
                      <a:lnTo>
                        <a:pt x="3055" y="9500"/>
                      </a:lnTo>
                      <a:lnTo>
                        <a:pt x="3097" y="9542"/>
                      </a:lnTo>
                      <a:lnTo>
                        <a:pt x="3160" y="9542"/>
                      </a:lnTo>
                      <a:lnTo>
                        <a:pt x="3223" y="9437"/>
                      </a:lnTo>
                      <a:lnTo>
                        <a:pt x="3265" y="9353"/>
                      </a:lnTo>
                      <a:lnTo>
                        <a:pt x="3265" y="9312"/>
                      </a:lnTo>
                      <a:lnTo>
                        <a:pt x="3118" y="9207"/>
                      </a:lnTo>
                      <a:lnTo>
                        <a:pt x="3055" y="9228"/>
                      </a:lnTo>
                      <a:lnTo>
                        <a:pt x="2951" y="9207"/>
                      </a:lnTo>
                      <a:lnTo>
                        <a:pt x="2867" y="9040"/>
                      </a:lnTo>
                      <a:lnTo>
                        <a:pt x="2762" y="9040"/>
                      </a:lnTo>
                      <a:lnTo>
                        <a:pt x="2574" y="8872"/>
                      </a:lnTo>
                      <a:lnTo>
                        <a:pt x="2490" y="8788"/>
                      </a:lnTo>
                      <a:lnTo>
                        <a:pt x="2365" y="8788"/>
                      </a:lnTo>
                      <a:lnTo>
                        <a:pt x="2239" y="8516"/>
                      </a:lnTo>
                      <a:lnTo>
                        <a:pt x="2030" y="8286"/>
                      </a:lnTo>
                      <a:lnTo>
                        <a:pt x="1946" y="8014"/>
                      </a:lnTo>
                      <a:lnTo>
                        <a:pt x="1842" y="7847"/>
                      </a:lnTo>
                      <a:lnTo>
                        <a:pt x="1842" y="7554"/>
                      </a:lnTo>
                      <a:lnTo>
                        <a:pt x="1758" y="7387"/>
                      </a:lnTo>
                      <a:lnTo>
                        <a:pt x="1716" y="7073"/>
                      </a:lnTo>
                      <a:lnTo>
                        <a:pt x="1695" y="7010"/>
                      </a:lnTo>
                      <a:lnTo>
                        <a:pt x="1737" y="6905"/>
                      </a:lnTo>
                      <a:lnTo>
                        <a:pt x="1737" y="6822"/>
                      </a:lnTo>
                      <a:lnTo>
                        <a:pt x="1632" y="6801"/>
                      </a:lnTo>
                      <a:lnTo>
                        <a:pt x="1549" y="6843"/>
                      </a:lnTo>
                      <a:lnTo>
                        <a:pt x="1486" y="6801"/>
                      </a:lnTo>
                      <a:lnTo>
                        <a:pt x="1507" y="6759"/>
                      </a:lnTo>
                      <a:lnTo>
                        <a:pt x="1653" y="6759"/>
                      </a:lnTo>
                      <a:lnTo>
                        <a:pt x="1800" y="6696"/>
                      </a:lnTo>
                      <a:lnTo>
                        <a:pt x="1821" y="6487"/>
                      </a:lnTo>
                      <a:lnTo>
                        <a:pt x="1800" y="6382"/>
                      </a:lnTo>
                      <a:lnTo>
                        <a:pt x="1695" y="6403"/>
                      </a:lnTo>
                      <a:lnTo>
                        <a:pt x="1591" y="6424"/>
                      </a:lnTo>
                      <a:lnTo>
                        <a:pt x="1632" y="6382"/>
                      </a:lnTo>
                      <a:lnTo>
                        <a:pt x="1800" y="6319"/>
                      </a:lnTo>
                      <a:lnTo>
                        <a:pt x="1821" y="6236"/>
                      </a:lnTo>
                      <a:lnTo>
                        <a:pt x="1779" y="6194"/>
                      </a:lnTo>
                      <a:lnTo>
                        <a:pt x="1570" y="6194"/>
                      </a:lnTo>
                      <a:lnTo>
                        <a:pt x="1423" y="6173"/>
                      </a:lnTo>
                      <a:lnTo>
                        <a:pt x="1423" y="6110"/>
                      </a:lnTo>
                      <a:lnTo>
                        <a:pt x="1507" y="6068"/>
                      </a:lnTo>
                      <a:lnTo>
                        <a:pt x="1465" y="6006"/>
                      </a:lnTo>
                      <a:lnTo>
                        <a:pt x="1465" y="5922"/>
                      </a:lnTo>
                      <a:lnTo>
                        <a:pt x="1507" y="5964"/>
                      </a:lnTo>
                      <a:lnTo>
                        <a:pt x="1570" y="6068"/>
                      </a:lnTo>
                      <a:lnTo>
                        <a:pt x="1674" y="6110"/>
                      </a:lnTo>
                      <a:lnTo>
                        <a:pt x="1821" y="6110"/>
                      </a:lnTo>
                      <a:lnTo>
                        <a:pt x="1842" y="6068"/>
                      </a:lnTo>
                      <a:lnTo>
                        <a:pt x="1925" y="6027"/>
                      </a:lnTo>
                      <a:lnTo>
                        <a:pt x="1988" y="5901"/>
                      </a:lnTo>
                      <a:lnTo>
                        <a:pt x="1988" y="5775"/>
                      </a:lnTo>
                      <a:lnTo>
                        <a:pt x="2051" y="5650"/>
                      </a:lnTo>
                      <a:lnTo>
                        <a:pt x="2093" y="5545"/>
                      </a:lnTo>
                      <a:lnTo>
                        <a:pt x="2009" y="5462"/>
                      </a:lnTo>
                      <a:lnTo>
                        <a:pt x="1946" y="5336"/>
                      </a:lnTo>
                      <a:lnTo>
                        <a:pt x="1842" y="5294"/>
                      </a:lnTo>
                      <a:lnTo>
                        <a:pt x="1779" y="5294"/>
                      </a:lnTo>
                      <a:lnTo>
                        <a:pt x="1716" y="5252"/>
                      </a:lnTo>
                      <a:lnTo>
                        <a:pt x="1800" y="5231"/>
                      </a:lnTo>
                      <a:lnTo>
                        <a:pt x="1884" y="5252"/>
                      </a:lnTo>
                      <a:lnTo>
                        <a:pt x="1946" y="5231"/>
                      </a:lnTo>
                      <a:lnTo>
                        <a:pt x="2009" y="5294"/>
                      </a:lnTo>
                      <a:lnTo>
                        <a:pt x="2009" y="5378"/>
                      </a:lnTo>
                      <a:lnTo>
                        <a:pt x="2051" y="5399"/>
                      </a:lnTo>
                      <a:lnTo>
                        <a:pt x="2114" y="5336"/>
                      </a:lnTo>
                      <a:lnTo>
                        <a:pt x="2051" y="5148"/>
                      </a:lnTo>
                      <a:lnTo>
                        <a:pt x="1925" y="4980"/>
                      </a:lnTo>
                      <a:lnTo>
                        <a:pt x="1821" y="4834"/>
                      </a:lnTo>
                      <a:lnTo>
                        <a:pt x="1842" y="4771"/>
                      </a:lnTo>
                      <a:lnTo>
                        <a:pt x="1925" y="4855"/>
                      </a:lnTo>
                      <a:lnTo>
                        <a:pt x="1946" y="4938"/>
                      </a:lnTo>
                      <a:lnTo>
                        <a:pt x="2051" y="4980"/>
                      </a:lnTo>
                      <a:lnTo>
                        <a:pt x="2156" y="5022"/>
                      </a:lnTo>
                      <a:lnTo>
                        <a:pt x="2197" y="4938"/>
                      </a:lnTo>
                      <a:lnTo>
                        <a:pt x="2197" y="4855"/>
                      </a:lnTo>
                      <a:lnTo>
                        <a:pt x="2135" y="4813"/>
                      </a:lnTo>
                      <a:lnTo>
                        <a:pt x="2135" y="4729"/>
                      </a:lnTo>
                      <a:lnTo>
                        <a:pt x="2218" y="4625"/>
                      </a:lnTo>
                      <a:lnTo>
                        <a:pt x="2218" y="4520"/>
                      </a:lnTo>
                      <a:lnTo>
                        <a:pt x="2135" y="4415"/>
                      </a:lnTo>
                      <a:lnTo>
                        <a:pt x="2009" y="4248"/>
                      </a:lnTo>
                      <a:lnTo>
                        <a:pt x="2093" y="4248"/>
                      </a:lnTo>
                      <a:lnTo>
                        <a:pt x="2197" y="4332"/>
                      </a:lnTo>
                      <a:lnTo>
                        <a:pt x="2260" y="4311"/>
                      </a:lnTo>
                      <a:lnTo>
                        <a:pt x="2323" y="4185"/>
                      </a:lnTo>
                      <a:lnTo>
                        <a:pt x="2302" y="4143"/>
                      </a:lnTo>
                      <a:lnTo>
                        <a:pt x="2218" y="4143"/>
                      </a:lnTo>
                      <a:lnTo>
                        <a:pt x="2218" y="3997"/>
                      </a:lnTo>
                      <a:lnTo>
                        <a:pt x="2302" y="3976"/>
                      </a:lnTo>
                      <a:lnTo>
                        <a:pt x="2407" y="4039"/>
                      </a:lnTo>
                      <a:lnTo>
                        <a:pt x="2553" y="4102"/>
                      </a:lnTo>
                      <a:lnTo>
                        <a:pt x="2616" y="4018"/>
                      </a:lnTo>
                      <a:lnTo>
                        <a:pt x="2532" y="3976"/>
                      </a:lnTo>
                      <a:lnTo>
                        <a:pt x="2532" y="3913"/>
                      </a:lnTo>
                      <a:lnTo>
                        <a:pt x="2616" y="3913"/>
                      </a:lnTo>
                      <a:lnTo>
                        <a:pt x="2679" y="3934"/>
                      </a:lnTo>
                      <a:lnTo>
                        <a:pt x="2762" y="3871"/>
                      </a:lnTo>
                      <a:lnTo>
                        <a:pt x="2762" y="3767"/>
                      </a:lnTo>
                      <a:lnTo>
                        <a:pt x="2741" y="3704"/>
                      </a:lnTo>
                      <a:lnTo>
                        <a:pt x="2762" y="3662"/>
                      </a:lnTo>
                      <a:lnTo>
                        <a:pt x="2930" y="3578"/>
                      </a:lnTo>
                      <a:lnTo>
                        <a:pt x="2951" y="3495"/>
                      </a:lnTo>
                      <a:lnTo>
                        <a:pt x="2846" y="3453"/>
                      </a:lnTo>
                      <a:lnTo>
                        <a:pt x="2783" y="3369"/>
                      </a:lnTo>
                      <a:lnTo>
                        <a:pt x="2846" y="3265"/>
                      </a:lnTo>
                      <a:lnTo>
                        <a:pt x="2888" y="3369"/>
                      </a:lnTo>
                      <a:lnTo>
                        <a:pt x="2972" y="3306"/>
                      </a:lnTo>
                      <a:lnTo>
                        <a:pt x="3139" y="3097"/>
                      </a:lnTo>
                      <a:lnTo>
                        <a:pt x="3181" y="2972"/>
                      </a:lnTo>
                      <a:lnTo>
                        <a:pt x="3265" y="2930"/>
                      </a:lnTo>
                      <a:lnTo>
                        <a:pt x="3285" y="2783"/>
                      </a:lnTo>
                      <a:lnTo>
                        <a:pt x="3453" y="2679"/>
                      </a:lnTo>
                      <a:lnTo>
                        <a:pt x="3516" y="2532"/>
                      </a:lnTo>
                      <a:lnTo>
                        <a:pt x="3599" y="2323"/>
                      </a:lnTo>
                      <a:lnTo>
                        <a:pt x="3683" y="2323"/>
                      </a:lnTo>
                      <a:lnTo>
                        <a:pt x="3892" y="2156"/>
                      </a:lnTo>
                      <a:lnTo>
                        <a:pt x="4122" y="1905"/>
                      </a:lnTo>
                      <a:lnTo>
                        <a:pt x="4311" y="1737"/>
                      </a:lnTo>
                      <a:lnTo>
                        <a:pt x="4394" y="1737"/>
                      </a:lnTo>
                      <a:lnTo>
                        <a:pt x="4541" y="1612"/>
                      </a:lnTo>
                      <a:lnTo>
                        <a:pt x="4729" y="1570"/>
                      </a:lnTo>
                      <a:lnTo>
                        <a:pt x="4834" y="1486"/>
                      </a:lnTo>
                      <a:lnTo>
                        <a:pt x="4980" y="1277"/>
                      </a:lnTo>
                      <a:lnTo>
                        <a:pt x="5064" y="1214"/>
                      </a:lnTo>
                      <a:lnTo>
                        <a:pt x="5127" y="1214"/>
                      </a:lnTo>
                      <a:lnTo>
                        <a:pt x="5190" y="1193"/>
                      </a:lnTo>
                      <a:lnTo>
                        <a:pt x="5190" y="1109"/>
                      </a:lnTo>
                      <a:lnTo>
                        <a:pt x="5169" y="1068"/>
                      </a:lnTo>
                      <a:lnTo>
                        <a:pt x="5231" y="963"/>
                      </a:lnTo>
                      <a:lnTo>
                        <a:pt x="5190" y="858"/>
                      </a:lnTo>
                      <a:lnTo>
                        <a:pt x="5190" y="691"/>
                      </a:lnTo>
                      <a:lnTo>
                        <a:pt x="5169" y="670"/>
                      </a:lnTo>
                      <a:lnTo>
                        <a:pt x="5085" y="670"/>
                      </a:lnTo>
                      <a:lnTo>
                        <a:pt x="5085" y="524"/>
                      </a:lnTo>
                      <a:lnTo>
                        <a:pt x="5148" y="377"/>
                      </a:lnTo>
                      <a:lnTo>
                        <a:pt x="5127" y="335"/>
                      </a:lnTo>
                      <a:lnTo>
                        <a:pt x="5022" y="314"/>
                      </a:lnTo>
                      <a:lnTo>
                        <a:pt x="4959" y="252"/>
                      </a:lnTo>
                      <a:lnTo>
                        <a:pt x="4855" y="231"/>
                      </a:lnTo>
                      <a:lnTo>
                        <a:pt x="4813" y="147"/>
                      </a:lnTo>
                      <a:lnTo>
                        <a:pt x="4813" y="42"/>
                      </a:lnTo>
                      <a:lnTo>
                        <a:pt x="475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459" name="Google Shape;1459;p60"/>
                <p:cNvSpPr/>
                <p:nvPr/>
              </p:nvSpPr>
              <p:spPr>
                <a:xfrm>
                  <a:off x="4015475" y="1586100"/>
                  <a:ext cx="1901975" cy="1017450"/>
                </a:xfrm>
                <a:custGeom>
                  <a:avLst/>
                  <a:gdLst/>
                  <a:ahLst/>
                  <a:cxnLst/>
                  <a:rect l="l" t="t" r="r" b="b"/>
                  <a:pathLst>
                    <a:path w="76079" h="40698" extrusionOk="0">
                      <a:moveTo>
                        <a:pt x="27578" y="1"/>
                      </a:moveTo>
                      <a:lnTo>
                        <a:pt x="27431" y="126"/>
                      </a:lnTo>
                      <a:lnTo>
                        <a:pt x="27389" y="231"/>
                      </a:lnTo>
                      <a:lnTo>
                        <a:pt x="27285" y="273"/>
                      </a:lnTo>
                      <a:lnTo>
                        <a:pt x="27368" y="377"/>
                      </a:lnTo>
                      <a:lnTo>
                        <a:pt x="27264" y="482"/>
                      </a:lnTo>
                      <a:lnTo>
                        <a:pt x="27243" y="649"/>
                      </a:lnTo>
                      <a:lnTo>
                        <a:pt x="27285" y="796"/>
                      </a:lnTo>
                      <a:lnTo>
                        <a:pt x="27159" y="921"/>
                      </a:lnTo>
                      <a:lnTo>
                        <a:pt x="27138" y="1444"/>
                      </a:lnTo>
                      <a:lnTo>
                        <a:pt x="27264" y="1570"/>
                      </a:lnTo>
                      <a:lnTo>
                        <a:pt x="27264" y="1695"/>
                      </a:lnTo>
                      <a:lnTo>
                        <a:pt x="27159" y="1695"/>
                      </a:lnTo>
                      <a:lnTo>
                        <a:pt x="27180" y="1842"/>
                      </a:lnTo>
                      <a:lnTo>
                        <a:pt x="27285" y="1967"/>
                      </a:lnTo>
                      <a:lnTo>
                        <a:pt x="27389" y="1967"/>
                      </a:lnTo>
                      <a:lnTo>
                        <a:pt x="27536" y="2156"/>
                      </a:lnTo>
                      <a:lnTo>
                        <a:pt x="27682" y="2177"/>
                      </a:lnTo>
                      <a:lnTo>
                        <a:pt x="27536" y="2281"/>
                      </a:lnTo>
                      <a:lnTo>
                        <a:pt x="27578" y="2407"/>
                      </a:lnTo>
                      <a:lnTo>
                        <a:pt x="27578" y="2491"/>
                      </a:lnTo>
                      <a:lnTo>
                        <a:pt x="27787" y="2511"/>
                      </a:lnTo>
                      <a:lnTo>
                        <a:pt x="27912" y="2470"/>
                      </a:lnTo>
                      <a:lnTo>
                        <a:pt x="28101" y="2532"/>
                      </a:lnTo>
                      <a:lnTo>
                        <a:pt x="28289" y="2532"/>
                      </a:lnTo>
                      <a:lnTo>
                        <a:pt x="28331" y="2616"/>
                      </a:lnTo>
                      <a:lnTo>
                        <a:pt x="28226" y="2700"/>
                      </a:lnTo>
                      <a:lnTo>
                        <a:pt x="28122" y="2679"/>
                      </a:lnTo>
                      <a:lnTo>
                        <a:pt x="28059" y="2700"/>
                      </a:lnTo>
                      <a:lnTo>
                        <a:pt x="27933" y="2616"/>
                      </a:lnTo>
                      <a:lnTo>
                        <a:pt x="27661" y="2721"/>
                      </a:lnTo>
                      <a:lnTo>
                        <a:pt x="27578" y="2679"/>
                      </a:lnTo>
                      <a:lnTo>
                        <a:pt x="27473" y="2721"/>
                      </a:lnTo>
                      <a:lnTo>
                        <a:pt x="27368" y="2700"/>
                      </a:lnTo>
                      <a:lnTo>
                        <a:pt x="27264" y="2700"/>
                      </a:lnTo>
                      <a:lnTo>
                        <a:pt x="27201" y="2783"/>
                      </a:lnTo>
                      <a:lnTo>
                        <a:pt x="26950" y="2783"/>
                      </a:lnTo>
                      <a:lnTo>
                        <a:pt x="26887" y="2888"/>
                      </a:lnTo>
                      <a:lnTo>
                        <a:pt x="26908" y="2930"/>
                      </a:lnTo>
                      <a:lnTo>
                        <a:pt x="27034" y="2951"/>
                      </a:lnTo>
                      <a:lnTo>
                        <a:pt x="27054" y="3055"/>
                      </a:lnTo>
                      <a:lnTo>
                        <a:pt x="27201" y="3035"/>
                      </a:lnTo>
                      <a:lnTo>
                        <a:pt x="27264" y="3097"/>
                      </a:lnTo>
                      <a:lnTo>
                        <a:pt x="27410" y="3014"/>
                      </a:lnTo>
                      <a:lnTo>
                        <a:pt x="27515" y="3160"/>
                      </a:lnTo>
                      <a:lnTo>
                        <a:pt x="27661" y="3265"/>
                      </a:lnTo>
                      <a:lnTo>
                        <a:pt x="27787" y="3516"/>
                      </a:lnTo>
                      <a:lnTo>
                        <a:pt x="27682" y="3746"/>
                      </a:lnTo>
                      <a:lnTo>
                        <a:pt x="27410" y="4018"/>
                      </a:lnTo>
                      <a:lnTo>
                        <a:pt x="27515" y="3746"/>
                      </a:lnTo>
                      <a:lnTo>
                        <a:pt x="27431" y="3662"/>
                      </a:lnTo>
                      <a:lnTo>
                        <a:pt x="27431" y="3495"/>
                      </a:lnTo>
                      <a:lnTo>
                        <a:pt x="27243" y="3453"/>
                      </a:lnTo>
                      <a:lnTo>
                        <a:pt x="27180" y="3432"/>
                      </a:lnTo>
                      <a:lnTo>
                        <a:pt x="27180" y="3348"/>
                      </a:lnTo>
                      <a:lnTo>
                        <a:pt x="27117" y="3327"/>
                      </a:lnTo>
                      <a:lnTo>
                        <a:pt x="27013" y="3411"/>
                      </a:lnTo>
                      <a:lnTo>
                        <a:pt x="26845" y="3411"/>
                      </a:lnTo>
                      <a:lnTo>
                        <a:pt x="26720" y="3537"/>
                      </a:lnTo>
                      <a:lnTo>
                        <a:pt x="26845" y="3599"/>
                      </a:lnTo>
                      <a:lnTo>
                        <a:pt x="26803" y="3662"/>
                      </a:lnTo>
                      <a:lnTo>
                        <a:pt x="26657" y="3662"/>
                      </a:lnTo>
                      <a:lnTo>
                        <a:pt x="26741" y="3767"/>
                      </a:lnTo>
                      <a:lnTo>
                        <a:pt x="26720" y="3851"/>
                      </a:lnTo>
                      <a:lnTo>
                        <a:pt x="26552" y="3976"/>
                      </a:lnTo>
                      <a:lnTo>
                        <a:pt x="26531" y="3851"/>
                      </a:lnTo>
                      <a:lnTo>
                        <a:pt x="26490" y="3851"/>
                      </a:lnTo>
                      <a:lnTo>
                        <a:pt x="26406" y="3913"/>
                      </a:lnTo>
                      <a:lnTo>
                        <a:pt x="26448" y="4039"/>
                      </a:lnTo>
                      <a:lnTo>
                        <a:pt x="26406" y="4164"/>
                      </a:lnTo>
                      <a:lnTo>
                        <a:pt x="26301" y="4164"/>
                      </a:lnTo>
                      <a:lnTo>
                        <a:pt x="26280" y="3976"/>
                      </a:lnTo>
                      <a:lnTo>
                        <a:pt x="26176" y="3871"/>
                      </a:lnTo>
                      <a:lnTo>
                        <a:pt x="26134" y="3934"/>
                      </a:lnTo>
                      <a:lnTo>
                        <a:pt x="26176" y="4039"/>
                      </a:lnTo>
                      <a:lnTo>
                        <a:pt x="26071" y="4227"/>
                      </a:lnTo>
                      <a:lnTo>
                        <a:pt x="26008" y="4374"/>
                      </a:lnTo>
                      <a:lnTo>
                        <a:pt x="25883" y="4290"/>
                      </a:lnTo>
                      <a:lnTo>
                        <a:pt x="25883" y="4227"/>
                      </a:lnTo>
                      <a:lnTo>
                        <a:pt x="26008" y="3955"/>
                      </a:lnTo>
                      <a:lnTo>
                        <a:pt x="25966" y="3851"/>
                      </a:lnTo>
                      <a:lnTo>
                        <a:pt x="25820" y="3830"/>
                      </a:lnTo>
                      <a:lnTo>
                        <a:pt x="25506" y="3934"/>
                      </a:lnTo>
                      <a:lnTo>
                        <a:pt x="25401" y="3871"/>
                      </a:lnTo>
                      <a:lnTo>
                        <a:pt x="25255" y="4018"/>
                      </a:lnTo>
                      <a:lnTo>
                        <a:pt x="25150" y="3976"/>
                      </a:lnTo>
                      <a:lnTo>
                        <a:pt x="25046" y="3934"/>
                      </a:lnTo>
                      <a:lnTo>
                        <a:pt x="24878" y="3955"/>
                      </a:lnTo>
                      <a:lnTo>
                        <a:pt x="25025" y="4081"/>
                      </a:lnTo>
                      <a:lnTo>
                        <a:pt x="24941" y="4164"/>
                      </a:lnTo>
                      <a:lnTo>
                        <a:pt x="24920" y="4143"/>
                      </a:lnTo>
                      <a:lnTo>
                        <a:pt x="24878" y="4081"/>
                      </a:lnTo>
                      <a:lnTo>
                        <a:pt x="24837" y="4060"/>
                      </a:lnTo>
                      <a:lnTo>
                        <a:pt x="24774" y="4164"/>
                      </a:lnTo>
                      <a:lnTo>
                        <a:pt x="24732" y="4227"/>
                      </a:lnTo>
                      <a:lnTo>
                        <a:pt x="24732" y="4478"/>
                      </a:lnTo>
                      <a:lnTo>
                        <a:pt x="24816" y="4562"/>
                      </a:lnTo>
                      <a:lnTo>
                        <a:pt x="24941" y="4436"/>
                      </a:lnTo>
                      <a:lnTo>
                        <a:pt x="25025" y="4478"/>
                      </a:lnTo>
                      <a:lnTo>
                        <a:pt x="25192" y="4353"/>
                      </a:lnTo>
                      <a:lnTo>
                        <a:pt x="25276" y="4374"/>
                      </a:lnTo>
                      <a:lnTo>
                        <a:pt x="25255" y="4478"/>
                      </a:lnTo>
                      <a:lnTo>
                        <a:pt x="24941" y="4604"/>
                      </a:lnTo>
                      <a:lnTo>
                        <a:pt x="24878" y="4750"/>
                      </a:lnTo>
                      <a:lnTo>
                        <a:pt x="24753" y="4813"/>
                      </a:lnTo>
                      <a:lnTo>
                        <a:pt x="24502" y="4855"/>
                      </a:lnTo>
                      <a:lnTo>
                        <a:pt x="24460" y="4918"/>
                      </a:lnTo>
                      <a:lnTo>
                        <a:pt x="24523" y="5001"/>
                      </a:lnTo>
                      <a:lnTo>
                        <a:pt x="24313" y="5064"/>
                      </a:lnTo>
                      <a:lnTo>
                        <a:pt x="24209" y="5001"/>
                      </a:lnTo>
                      <a:lnTo>
                        <a:pt x="24146" y="5022"/>
                      </a:lnTo>
                      <a:lnTo>
                        <a:pt x="24125" y="5127"/>
                      </a:lnTo>
                      <a:lnTo>
                        <a:pt x="24041" y="5169"/>
                      </a:lnTo>
                      <a:lnTo>
                        <a:pt x="23895" y="5211"/>
                      </a:lnTo>
                      <a:lnTo>
                        <a:pt x="23832" y="5294"/>
                      </a:lnTo>
                      <a:lnTo>
                        <a:pt x="23916" y="5399"/>
                      </a:lnTo>
                      <a:lnTo>
                        <a:pt x="23874" y="5399"/>
                      </a:lnTo>
                      <a:lnTo>
                        <a:pt x="23832" y="5504"/>
                      </a:lnTo>
                      <a:lnTo>
                        <a:pt x="23790" y="5524"/>
                      </a:lnTo>
                      <a:lnTo>
                        <a:pt x="23728" y="5441"/>
                      </a:lnTo>
                      <a:lnTo>
                        <a:pt x="23686" y="5441"/>
                      </a:lnTo>
                      <a:lnTo>
                        <a:pt x="23581" y="5608"/>
                      </a:lnTo>
                      <a:lnTo>
                        <a:pt x="23602" y="5650"/>
                      </a:lnTo>
                      <a:lnTo>
                        <a:pt x="23560" y="5713"/>
                      </a:lnTo>
                      <a:lnTo>
                        <a:pt x="23560" y="5817"/>
                      </a:lnTo>
                      <a:lnTo>
                        <a:pt x="23456" y="5943"/>
                      </a:lnTo>
                      <a:lnTo>
                        <a:pt x="23477" y="6048"/>
                      </a:lnTo>
                      <a:lnTo>
                        <a:pt x="23309" y="6110"/>
                      </a:lnTo>
                      <a:lnTo>
                        <a:pt x="23142" y="6110"/>
                      </a:lnTo>
                      <a:lnTo>
                        <a:pt x="23037" y="6173"/>
                      </a:lnTo>
                      <a:lnTo>
                        <a:pt x="23037" y="6278"/>
                      </a:lnTo>
                      <a:lnTo>
                        <a:pt x="23100" y="6278"/>
                      </a:lnTo>
                      <a:lnTo>
                        <a:pt x="23163" y="6215"/>
                      </a:lnTo>
                      <a:lnTo>
                        <a:pt x="23414" y="6257"/>
                      </a:lnTo>
                      <a:lnTo>
                        <a:pt x="23372" y="6340"/>
                      </a:lnTo>
                      <a:lnTo>
                        <a:pt x="23246" y="6320"/>
                      </a:lnTo>
                      <a:lnTo>
                        <a:pt x="23204" y="6361"/>
                      </a:lnTo>
                      <a:lnTo>
                        <a:pt x="23288" y="6445"/>
                      </a:lnTo>
                      <a:lnTo>
                        <a:pt x="23267" y="6675"/>
                      </a:lnTo>
                      <a:lnTo>
                        <a:pt x="23163" y="6759"/>
                      </a:lnTo>
                      <a:lnTo>
                        <a:pt x="23184" y="6843"/>
                      </a:lnTo>
                      <a:lnTo>
                        <a:pt x="23163" y="6947"/>
                      </a:lnTo>
                      <a:lnTo>
                        <a:pt x="23037" y="6759"/>
                      </a:lnTo>
                      <a:lnTo>
                        <a:pt x="22932" y="6780"/>
                      </a:lnTo>
                      <a:lnTo>
                        <a:pt x="22786" y="6633"/>
                      </a:lnTo>
                      <a:lnTo>
                        <a:pt x="22723" y="6592"/>
                      </a:lnTo>
                      <a:lnTo>
                        <a:pt x="22681" y="6654"/>
                      </a:lnTo>
                      <a:lnTo>
                        <a:pt x="22765" y="6738"/>
                      </a:lnTo>
                      <a:lnTo>
                        <a:pt x="22765" y="6843"/>
                      </a:lnTo>
                      <a:lnTo>
                        <a:pt x="22723" y="6905"/>
                      </a:lnTo>
                      <a:lnTo>
                        <a:pt x="22786" y="7010"/>
                      </a:lnTo>
                      <a:lnTo>
                        <a:pt x="22891" y="6968"/>
                      </a:lnTo>
                      <a:lnTo>
                        <a:pt x="23079" y="7010"/>
                      </a:lnTo>
                      <a:lnTo>
                        <a:pt x="23204" y="7052"/>
                      </a:lnTo>
                      <a:lnTo>
                        <a:pt x="23246" y="7156"/>
                      </a:lnTo>
                      <a:lnTo>
                        <a:pt x="23351" y="7219"/>
                      </a:lnTo>
                      <a:lnTo>
                        <a:pt x="23456" y="7198"/>
                      </a:lnTo>
                      <a:lnTo>
                        <a:pt x="23497" y="7177"/>
                      </a:lnTo>
                      <a:lnTo>
                        <a:pt x="23560" y="7261"/>
                      </a:lnTo>
                      <a:lnTo>
                        <a:pt x="23414" y="7303"/>
                      </a:lnTo>
                      <a:lnTo>
                        <a:pt x="23288" y="7303"/>
                      </a:lnTo>
                      <a:lnTo>
                        <a:pt x="23184" y="7198"/>
                      </a:lnTo>
                      <a:lnTo>
                        <a:pt x="23142" y="7219"/>
                      </a:lnTo>
                      <a:lnTo>
                        <a:pt x="23100" y="7303"/>
                      </a:lnTo>
                      <a:lnTo>
                        <a:pt x="23058" y="7366"/>
                      </a:lnTo>
                      <a:lnTo>
                        <a:pt x="23184" y="7512"/>
                      </a:lnTo>
                      <a:lnTo>
                        <a:pt x="23267" y="7470"/>
                      </a:lnTo>
                      <a:lnTo>
                        <a:pt x="23456" y="7470"/>
                      </a:lnTo>
                      <a:lnTo>
                        <a:pt x="23497" y="7617"/>
                      </a:lnTo>
                      <a:lnTo>
                        <a:pt x="23581" y="7680"/>
                      </a:lnTo>
                      <a:lnTo>
                        <a:pt x="23623" y="7596"/>
                      </a:lnTo>
                      <a:lnTo>
                        <a:pt x="23811" y="7596"/>
                      </a:lnTo>
                      <a:lnTo>
                        <a:pt x="23790" y="7701"/>
                      </a:lnTo>
                      <a:lnTo>
                        <a:pt x="23937" y="7805"/>
                      </a:lnTo>
                      <a:lnTo>
                        <a:pt x="24083" y="7805"/>
                      </a:lnTo>
                      <a:lnTo>
                        <a:pt x="24146" y="7952"/>
                      </a:lnTo>
                      <a:lnTo>
                        <a:pt x="24083" y="8161"/>
                      </a:lnTo>
                      <a:lnTo>
                        <a:pt x="23832" y="8307"/>
                      </a:lnTo>
                      <a:lnTo>
                        <a:pt x="23769" y="8433"/>
                      </a:lnTo>
                      <a:lnTo>
                        <a:pt x="23769" y="8517"/>
                      </a:lnTo>
                      <a:lnTo>
                        <a:pt x="23979" y="8726"/>
                      </a:lnTo>
                      <a:lnTo>
                        <a:pt x="24104" y="8768"/>
                      </a:lnTo>
                      <a:lnTo>
                        <a:pt x="23895" y="8768"/>
                      </a:lnTo>
                      <a:lnTo>
                        <a:pt x="23665" y="8579"/>
                      </a:lnTo>
                      <a:lnTo>
                        <a:pt x="23665" y="8454"/>
                      </a:lnTo>
                      <a:lnTo>
                        <a:pt x="23769" y="8224"/>
                      </a:lnTo>
                      <a:lnTo>
                        <a:pt x="23832" y="8161"/>
                      </a:lnTo>
                      <a:lnTo>
                        <a:pt x="23832" y="8098"/>
                      </a:lnTo>
                      <a:lnTo>
                        <a:pt x="23895" y="7952"/>
                      </a:lnTo>
                      <a:lnTo>
                        <a:pt x="23832" y="7910"/>
                      </a:lnTo>
                      <a:lnTo>
                        <a:pt x="23456" y="8098"/>
                      </a:lnTo>
                      <a:lnTo>
                        <a:pt x="23246" y="8161"/>
                      </a:lnTo>
                      <a:lnTo>
                        <a:pt x="23184" y="8307"/>
                      </a:lnTo>
                      <a:lnTo>
                        <a:pt x="23058" y="8349"/>
                      </a:lnTo>
                      <a:lnTo>
                        <a:pt x="22953" y="8307"/>
                      </a:lnTo>
                      <a:lnTo>
                        <a:pt x="22828" y="8328"/>
                      </a:lnTo>
                      <a:lnTo>
                        <a:pt x="22660" y="8454"/>
                      </a:lnTo>
                      <a:lnTo>
                        <a:pt x="22221" y="8621"/>
                      </a:lnTo>
                      <a:lnTo>
                        <a:pt x="21907" y="8684"/>
                      </a:lnTo>
                      <a:lnTo>
                        <a:pt x="21782" y="8684"/>
                      </a:lnTo>
                      <a:lnTo>
                        <a:pt x="21614" y="8851"/>
                      </a:lnTo>
                      <a:lnTo>
                        <a:pt x="21468" y="8851"/>
                      </a:lnTo>
                      <a:lnTo>
                        <a:pt x="21384" y="8935"/>
                      </a:lnTo>
                      <a:lnTo>
                        <a:pt x="21510" y="9040"/>
                      </a:lnTo>
                      <a:lnTo>
                        <a:pt x="21510" y="9165"/>
                      </a:lnTo>
                      <a:lnTo>
                        <a:pt x="21489" y="9291"/>
                      </a:lnTo>
                      <a:lnTo>
                        <a:pt x="21572" y="9374"/>
                      </a:lnTo>
                      <a:lnTo>
                        <a:pt x="21677" y="9374"/>
                      </a:lnTo>
                      <a:lnTo>
                        <a:pt x="21698" y="9458"/>
                      </a:lnTo>
                      <a:lnTo>
                        <a:pt x="21635" y="9521"/>
                      </a:lnTo>
                      <a:lnTo>
                        <a:pt x="21844" y="9667"/>
                      </a:lnTo>
                      <a:lnTo>
                        <a:pt x="22012" y="9918"/>
                      </a:lnTo>
                      <a:lnTo>
                        <a:pt x="22012" y="10128"/>
                      </a:lnTo>
                      <a:lnTo>
                        <a:pt x="22054" y="10232"/>
                      </a:lnTo>
                      <a:lnTo>
                        <a:pt x="22116" y="10232"/>
                      </a:lnTo>
                      <a:lnTo>
                        <a:pt x="22137" y="10400"/>
                      </a:lnTo>
                      <a:lnTo>
                        <a:pt x="22305" y="10504"/>
                      </a:lnTo>
                      <a:lnTo>
                        <a:pt x="22430" y="10462"/>
                      </a:lnTo>
                      <a:lnTo>
                        <a:pt x="22828" y="10504"/>
                      </a:lnTo>
                      <a:lnTo>
                        <a:pt x="22953" y="10421"/>
                      </a:lnTo>
                      <a:lnTo>
                        <a:pt x="22953" y="10504"/>
                      </a:lnTo>
                      <a:lnTo>
                        <a:pt x="22995" y="10609"/>
                      </a:lnTo>
                      <a:lnTo>
                        <a:pt x="22995" y="10755"/>
                      </a:lnTo>
                      <a:lnTo>
                        <a:pt x="23184" y="10839"/>
                      </a:lnTo>
                      <a:lnTo>
                        <a:pt x="23288" y="10986"/>
                      </a:lnTo>
                      <a:lnTo>
                        <a:pt x="23581" y="10986"/>
                      </a:lnTo>
                      <a:lnTo>
                        <a:pt x="23790" y="11132"/>
                      </a:lnTo>
                      <a:lnTo>
                        <a:pt x="23874" y="11132"/>
                      </a:lnTo>
                      <a:lnTo>
                        <a:pt x="23979" y="11258"/>
                      </a:lnTo>
                      <a:lnTo>
                        <a:pt x="24000" y="11550"/>
                      </a:lnTo>
                      <a:lnTo>
                        <a:pt x="24041" y="11676"/>
                      </a:lnTo>
                      <a:lnTo>
                        <a:pt x="24000" y="11864"/>
                      </a:lnTo>
                      <a:lnTo>
                        <a:pt x="24125" y="12011"/>
                      </a:lnTo>
                      <a:lnTo>
                        <a:pt x="24230" y="12094"/>
                      </a:lnTo>
                      <a:lnTo>
                        <a:pt x="24418" y="12346"/>
                      </a:lnTo>
                      <a:lnTo>
                        <a:pt x="24502" y="12618"/>
                      </a:lnTo>
                      <a:lnTo>
                        <a:pt x="24648" y="12743"/>
                      </a:lnTo>
                      <a:lnTo>
                        <a:pt x="24711" y="12869"/>
                      </a:lnTo>
                      <a:lnTo>
                        <a:pt x="24585" y="13141"/>
                      </a:lnTo>
                      <a:lnTo>
                        <a:pt x="24502" y="13162"/>
                      </a:lnTo>
                      <a:lnTo>
                        <a:pt x="24418" y="13141"/>
                      </a:lnTo>
                      <a:lnTo>
                        <a:pt x="24418" y="13141"/>
                      </a:lnTo>
                      <a:lnTo>
                        <a:pt x="24523" y="13287"/>
                      </a:lnTo>
                      <a:lnTo>
                        <a:pt x="24732" y="13329"/>
                      </a:lnTo>
                      <a:lnTo>
                        <a:pt x="24837" y="13392"/>
                      </a:lnTo>
                      <a:lnTo>
                        <a:pt x="25046" y="13643"/>
                      </a:lnTo>
                      <a:lnTo>
                        <a:pt x="25255" y="13706"/>
                      </a:lnTo>
                      <a:lnTo>
                        <a:pt x="25276" y="13685"/>
                      </a:lnTo>
                      <a:lnTo>
                        <a:pt x="25360" y="13706"/>
                      </a:lnTo>
                      <a:lnTo>
                        <a:pt x="25548" y="13559"/>
                      </a:lnTo>
                      <a:lnTo>
                        <a:pt x="25736" y="13517"/>
                      </a:lnTo>
                      <a:lnTo>
                        <a:pt x="25945" y="13685"/>
                      </a:lnTo>
                      <a:lnTo>
                        <a:pt x="26092" y="13747"/>
                      </a:lnTo>
                      <a:lnTo>
                        <a:pt x="26197" y="13747"/>
                      </a:lnTo>
                      <a:lnTo>
                        <a:pt x="26280" y="13894"/>
                      </a:lnTo>
                      <a:lnTo>
                        <a:pt x="26301" y="14124"/>
                      </a:lnTo>
                      <a:lnTo>
                        <a:pt x="26238" y="13915"/>
                      </a:lnTo>
                      <a:lnTo>
                        <a:pt x="26176" y="13810"/>
                      </a:lnTo>
                      <a:lnTo>
                        <a:pt x="25987" y="13810"/>
                      </a:lnTo>
                      <a:lnTo>
                        <a:pt x="25757" y="13643"/>
                      </a:lnTo>
                      <a:lnTo>
                        <a:pt x="25611" y="13643"/>
                      </a:lnTo>
                      <a:lnTo>
                        <a:pt x="25443" y="13810"/>
                      </a:lnTo>
                      <a:lnTo>
                        <a:pt x="25443" y="13978"/>
                      </a:lnTo>
                      <a:lnTo>
                        <a:pt x="25464" y="14061"/>
                      </a:lnTo>
                      <a:lnTo>
                        <a:pt x="25234" y="13810"/>
                      </a:lnTo>
                      <a:lnTo>
                        <a:pt x="24983" y="13810"/>
                      </a:lnTo>
                      <a:lnTo>
                        <a:pt x="24857" y="13706"/>
                      </a:lnTo>
                      <a:lnTo>
                        <a:pt x="24857" y="13580"/>
                      </a:lnTo>
                      <a:lnTo>
                        <a:pt x="24753" y="13434"/>
                      </a:lnTo>
                      <a:lnTo>
                        <a:pt x="24565" y="13371"/>
                      </a:lnTo>
                      <a:lnTo>
                        <a:pt x="24397" y="13371"/>
                      </a:lnTo>
                      <a:lnTo>
                        <a:pt x="24188" y="13245"/>
                      </a:lnTo>
                      <a:lnTo>
                        <a:pt x="24230" y="13182"/>
                      </a:lnTo>
                      <a:lnTo>
                        <a:pt x="24230" y="13057"/>
                      </a:lnTo>
                      <a:lnTo>
                        <a:pt x="24313" y="13015"/>
                      </a:lnTo>
                      <a:lnTo>
                        <a:pt x="24272" y="12910"/>
                      </a:lnTo>
                      <a:lnTo>
                        <a:pt x="24230" y="12638"/>
                      </a:lnTo>
                      <a:lnTo>
                        <a:pt x="24167" y="12429"/>
                      </a:lnTo>
                      <a:lnTo>
                        <a:pt x="24083" y="12387"/>
                      </a:lnTo>
                      <a:lnTo>
                        <a:pt x="24021" y="12555"/>
                      </a:lnTo>
                      <a:lnTo>
                        <a:pt x="23958" y="12597"/>
                      </a:lnTo>
                      <a:lnTo>
                        <a:pt x="23979" y="12743"/>
                      </a:lnTo>
                      <a:lnTo>
                        <a:pt x="23895" y="12827"/>
                      </a:lnTo>
                      <a:lnTo>
                        <a:pt x="23916" y="12910"/>
                      </a:lnTo>
                      <a:lnTo>
                        <a:pt x="23895" y="13036"/>
                      </a:lnTo>
                      <a:lnTo>
                        <a:pt x="23811" y="13036"/>
                      </a:lnTo>
                      <a:lnTo>
                        <a:pt x="23769" y="12659"/>
                      </a:lnTo>
                      <a:lnTo>
                        <a:pt x="23853" y="12555"/>
                      </a:lnTo>
                      <a:lnTo>
                        <a:pt x="23811" y="12429"/>
                      </a:lnTo>
                      <a:lnTo>
                        <a:pt x="23644" y="12283"/>
                      </a:lnTo>
                      <a:lnTo>
                        <a:pt x="23644" y="12094"/>
                      </a:lnTo>
                      <a:lnTo>
                        <a:pt x="23560" y="11969"/>
                      </a:lnTo>
                      <a:lnTo>
                        <a:pt x="23560" y="11802"/>
                      </a:lnTo>
                      <a:lnTo>
                        <a:pt x="23707" y="11697"/>
                      </a:lnTo>
                      <a:lnTo>
                        <a:pt x="23707" y="11613"/>
                      </a:lnTo>
                      <a:lnTo>
                        <a:pt x="23686" y="11509"/>
                      </a:lnTo>
                      <a:lnTo>
                        <a:pt x="23707" y="11299"/>
                      </a:lnTo>
                      <a:lnTo>
                        <a:pt x="23581" y="11278"/>
                      </a:lnTo>
                      <a:lnTo>
                        <a:pt x="23539" y="11299"/>
                      </a:lnTo>
                      <a:lnTo>
                        <a:pt x="23456" y="11216"/>
                      </a:lnTo>
                      <a:lnTo>
                        <a:pt x="23225" y="11383"/>
                      </a:lnTo>
                      <a:lnTo>
                        <a:pt x="22912" y="11425"/>
                      </a:lnTo>
                      <a:lnTo>
                        <a:pt x="22744" y="11425"/>
                      </a:lnTo>
                      <a:lnTo>
                        <a:pt x="22514" y="11195"/>
                      </a:lnTo>
                      <a:lnTo>
                        <a:pt x="22388" y="11111"/>
                      </a:lnTo>
                      <a:lnTo>
                        <a:pt x="22347" y="11006"/>
                      </a:lnTo>
                      <a:lnTo>
                        <a:pt x="22012" y="10965"/>
                      </a:lnTo>
                      <a:lnTo>
                        <a:pt x="21886" y="10860"/>
                      </a:lnTo>
                      <a:lnTo>
                        <a:pt x="21761" y="10693"/>
                      </a:lnTo>
                      <a:lnTo>
                        <a:pt x="21363" y="10693"/>
                      </a:lnTo>
                      <a:lnTo>
                        <a:pt x="21259" y="10651"/>
                      </a:lnTo>
                      <a:lnTo>
                        <a:pt x="21133" y="10734"/>
                      </a:lnTo>
                      <a:lnTo>
                        <a:pt x="20987" y="10944"/>
                      </a:lnTo>
                      <a:lnTo>
                        <a:pt x="20966" y="11069"/>
                      </a:lnTo>
                      <a:lnTo>
                        <a:pt x="20924" y="11111"/>
                      </a:lnTo>
                      <a:lnTo>
                        <a:pt x="20861" y="11090"/>
                      </a:lnTo>
                      <a:lnTo>
                        <a:pt x="20840" y="11174"/>
                      </a:lnTo>
                      <a:lnTo>
                        <a:pt x="20924" y="11258"/>
                      </a:lnTo>
                      <a:lnTo>
                        <a:pt x="21091" y="11132"/>
                      </a:lnTo>
                      <a:lnTo>
                        <a:pt x="21300" y="11174"/>
                      </a:lnTo>
                      <a:lnTo>
                        <a:pt x="21405" y="11383"/>
                      </a:lnTo>
                      <a:lnTo>
                        <a:pt x="21280" y="11613"/>
                      </a:lnTo>
                      <a:lnTo>
                        <a:pt x="21133" y="11655"/>
                      </a:lnTo>
                      <a:lnTo>
                        <a:pt x="20861" y="11550"/>
                      </a:lnTo>
                      <a:lnTo>
                        <a:pt x="20715" y="11362"/>
                      </a:lnTo>
                      <a:lnTo>
                        <a:pt x="20610" y="11362"/>
                      </a:lnTo>
                      <a:lnTo>
                        <a:pt x="20443" y="11467"/>
                      </a:lnTo>
                      <a:lnTo>
                        <a:pt x="20401" y="11550"/>
                      </a:lnTo>
                      <a:lnTo>
                        <a:pt x="20317" y="11571"/>
                      </a:lnTo>
                      <a:lnTo>
                        <a:pt x="20505" y="11822"/>
                      </a:lnTo>
                      <a:lnTo>
                        <a:pt x="20568" y="11822"/>
                      </a:lnTo>
                      <a:lnTo>
                        <a:pt x="20631" y="11969"/>
                      </a:lnTo>
                      <a:lnTo>
                        <a:pt x="20840" y="12136"/>
                      </a:lnTo>
                      <a:lnTo>
                        <a:pt x="21028" y="12136"/>
                      </a:lnTo>
                      <a:lnTo>
                        <a:pt x="21112" y="12220"/>
                      </a:lnTo>
                      <a:lnTo>
                        <a:pt x="21405" y="12241"/>
                      </a:lnTo>
                      <a:lnTo>
                        <a:pt x="21489" y="12178"/>
                      </a:lnTo>
                      <a:lnTo>
                        <a:pt x="21531" y="12178"/>
                      </a:lnTo>
                      <a:lnTo>
                        <a:pt x="21572" y="12283"/>
                      </a:lnTo>
                      <a:lnTo>
                        <a:pt x="21782" y="12283"/>
                      </a:lnTo>
                      <a:lnTo>
                        <a:pt x="21824" y="12429"/>
                      </a:lnTo>
                      <a:lnTo>
                        <a:pt x="21907" y="12450"/>
                      </a:lnTo>
                      <a:lnTo>
                        <a:pt x="21928" y="12555"/>
                      </a:lnTo>
                      <a:lnTo>
                        <a:pt x="22158" y="12597"/>
                      </a:lnTo>
                      <a:lnTo>
                        <a:pt x="22263" y="12513"/>
                      </a:lnTo>
                      <a:lnTo>
                        <a:pt x="22200" y="12618"/>
                      </a:lnTo>
                      <a:lnTo>
                        <a:pt x="21949" y="12659"/>
                      </a:lnTo>
                      <a:lnTo>
                        <a:pt x="21803" y="12576"/>
                      </a:lnTo>
                      <a:lnTo>
                        <a:pt x="21698" y="12555"/>
                      </a:lnTo>
                      <a:lnTo>
                        <a:pt x="21531" y="12366"/>
                      </a:lnTo>
                      <a:lnTo>
                        <a:pt x="21426" y="12346"/>
                      </a:lnTo>
                      <a:lnTo>
                        <a:pt x="21321" y="12408"/>
                      </a:lnTo>
                      <a:lnTo>
                        <a:pt x="21196" y="12408"/>
                      </a:lnTo>
                      <a:lnTo>
                        <a:pt x="21091" y="12534"/>
                      </a:lnTo>
                      <a:lnTo>
                        <a:pt x="21049" y="12429"/>
                      </a:lnTo>
                      <a:lnTo>
                        <a:pt x="20945" y="12346"/>
                      </a:lnTo>
                      <a:lnTo>
                        <a:pt x="20840" y="12408"/>
                      </a:lnTo>
                      <a:lnTo>
                        <a:pt x="20631" y="12408"/>
                      </a:lnTo>
                      <a:lnTo>
                        <a:pt x="20464" y="12304"/>
                      </a:lnTo>
                      <a:lnTo>
                        <a:pt x="20338" y="12325"/>
                      </a:lnTo>
                      <a:lnTo>
                        <a:pt x="20296" y="12220"/>
                      </a:lnTo>
                      <a:lnTo>
                        <a:pt x="20401" y="12136"/>
                      </a:lnTo>
                      <a:lnTo>
                        <a:pt x="20401" y="12053"/>
                      </a:lnTo>
                      <a:lnTo>
                        <a:pt x="20296" y="11990"/>
                      </a:lnTo>
                      <a:lnTo>
                        <a:pt x="20296" y="11885"/>
                      </a:lnTo>
                      <a:lnTo>
                        <a:pt x="20108" y="11718"/>
                      </a:lnTo>
                      <a:lnTo>
                        <a:pt x="20024" y="11592"/>
                      </a:lnTo>
                      <a:lnTo>
                        <a:pt x="20087" y="11425"/>
                      </a:lnTo>
                      <a:lnTo>
                        <a:pt x="19982" y="11278"/>
                      </a:lnTo>
                      <a:lnTo>
                        <a:pt x="19982" y="11006"/>
                      </a:lnTo>
                      <a:lnTo>
                        <a:pt x="19836" y="10881"/>
                      </a:lnTo>
                      <a:lnTo>
                        <a:pt x="19836" y="10693"/>
                      </a:lnTo>
                      <a:lnTo>
                        <a:pt x="19794" y="10651"/>
                      </a:lnTo>
                      <a:lnTo>
                        <a:pt x="19710" y="10630"/>
                      </a:lnTo>
                      <a:lnTo>
                        <a:pt x="19689" y="10462"/>
                      </a:lnTo>
                      <a:lnTo>
                        <a:pt x="19522" y="10337"/>
                      </a:lnTo>
                      <a:lnTo>
                        <a:pt x="19459" y="10379"/>
                      </a:lnTo>
                      <a:lnTo>
                        <a:pt x="19689" y="10860"/>
                      </a:lnTo>
                      <a:lnTo>
                        <a:pt x="19752" y="11174"/>
                      </a:lnTo>
                      <a:lnTo>
                        <a:pt x="19710" y="11425"/>
                      </a:lnTo>
                      <a:lnTo>
                        <a:pt x="19522" y="11676"/>
                      </a:lnTo>
                      <a:lnTo>
                        <a:pt x="19396" y="11802"/>
                      </a:lnTo>
                      <a:lnTo>
                        <a:pt x="19396" y="11885"/>
                      </a:lnTo>
                      <a:lnTo>
                        <a:pt x="19480" y="11948"/>
                      </a:lnTo>
                      <a:lnTo>
                        <a:pt x="19501" y="12136"/>
                      </a:lnTo>
                      <a:lnTo>
                        <a:pt x="19417" y="12346"/>
                      </a:lnTo>
                      <a:lnTo>
                        <a:pt x="19417" y="12471"/>
                      </a:lnTo>
                      <a:lnTo>
                        <a:pt x="19627" y="12618"/>
                      </a:lnTo>
                      <a:lnTo>
                        <a:pt x="19899" y="12848"/>
                      </a:lnTo>
                      <a:lnTo>
                        <a:pt x="19940" y="12994"/>
                      </a:lnTo>
                      <a:lnTo>
                        <a:pt x="20108" y="12994"/>
                      </a:lnTo>
                      <a:lnTo>
                        <a:pt x="20233" y="13141"/>
                      </a:lnTo>
                      <a:lnTo>
                        <a:pt x="20338" y="13371"/>
                      </a:lnTo>
                      <a:lnTo>
                        <a:pt x="20317" y="13727"/>
                      </a:lnTo>
                      <a:lnTo>
                        <a:pt x="20275" y="13894"/>
                      </a:lnTo>
                      <a:lnTo>
                        <a:pt x="20422" y="14103"/>
                      </a:lnTo>
                      <a:lnTo>
                        <a:pt x="20380" y="14354"/>
                      </a:lnTo>
                      <a:lnTo>
                        <a:pt x="20464" y="14501"/>
                      </a:lnTo>
                      <a:lnTo>
                        <a:pt x="20673" y="14731"/>
                      </a:lnTo>
                      <a:lnTo>
                        <a:pt x="20715" y="14856"/>
                      </a:lnTo>
                      <a:lnTo>
                        <a:pt x="20673" y="15024"/>
                      </a:lnTo>
                      <a:lnTo>
                        <a:pt x="20736" y="15087"/>
                      </a:lnTo>
                      <a:lnTo>
                        <a:pt x="20882" y="15149"/>
                      </a:lnTo>
                      <a:lnTo>
                        <a:pt x="21070" y="15045"/>
                      </a:lnTo>
                      <a:lnTo>
                        <a:pt x="21280" y="15087"/>
                      </a:lnTo>
                      <a:lnTo>
                        <a:pt x="21363" y="15045"/>
                      </a:lnTo>
                      <a:lnTo>
                        <a:pt x="21384" y="14877"/>
                      </a:lnTo>
                      <a:lnTo>
                        <a:pt x="21510" y="14752"/>
                      </a:lnTo>
                      <a:lnTo>
                        <a:pt x="21677" y="14815"/>
                      </a:lnTo>
                      <a:lnTo>
                        <a:pt x="21782" y="14773"/>
                      </a:lnTo>
                      <a:lnTo>
                        <a:pt x="21991" y="14919"/>
                      </a:lnTo>
                      <a:lnTo>
                        <a:pt x="22116" y="14856"/>
                      </a:lnTo>
                      <a:lnTo>
                        <a:pt x="22200" y="14982"/>
                      </a:lnTo>
                      <a:lnTo>
                        <a:pt x="22451" y="15087"/>
                      </a:lnTo>
                      <a:lnTo>
                        <a:pt x="22640" y="15087"/>
                      </a:lnTo>
                      <a:lnTo>
                        <a:pt x="22765" y="15275"/>
                      </a:lnTo>
                      <a:lnTo>
                        <a:pt x="22765" y="15379"/>
                      </a:lnTo>
                      <a:lnTo>
                        <a:pt x="22953" y="15484"/>
                      </a:lnTo>
                      <a:lnTo>
                        <a:pt x="23016" y="15589"/>
                      </a:lnTo>
                      <a:lnTo>
                        <a:pt x="23037" y="15610"/>
                      </a:lnTo>
                      <a:lnTo>
                        <a:pt x="23058" y="15693"/>
                      </a:lnTo>
                      <a:lnTo>
                        <a:pt x="23142" y="15777"/>
                      </a:lnTo>
                      <a:lnTo>
                        <a:pt x="23058" y="15861"/>
                      </a:lnTo>
                      <a:lnTo>
                        <a:pt x="22953" y="15882"/>
                      </a:lnTo>
                      <a:lnTo>
                        <a:pt x="22953" y="16070"/>
                      </a:lnTo>
                      <a:lnTo>
                        <a:pt x="23037" y="16216"/>
                      </a:lnTo>
                      <a:lnTo>
                        <a:pt x="23121" y="16279"/>
                      </a:lnTo>
                      <a:lnTo>
                        <a:pt x="23079" y="16384"/>
                      </a:lnTo>
                      <a:lnTo>
                        <a:pt x="23163" y="16488"/>
                      </a:lnTo>
                      <a:lnTo>
                        <a:pt x="23288" y="16488"/>
                      </a:lnTo>
                      <a:lnTo>
                        <a:pt x="23372" y="16593"/>
                      </a:lnTo>
                      <a:lnTo>
                        <a:pt x="23518" y="16593"/>
                      </a:lnTo>
                      <a:lnTo>
                        <a:pt x="23602" y="16426"/>
                      </a:lnTo>
                      <a:lnTo>
                        <a:pt x="23665" y="16509"/>
                      </a:lnTo>
                      <a:lnTo>
                        <a:pt x="23769" y="16488"/>
                      </a:lnTo>
                      <a:lnTo>
                        <a:pt x="23832" y="16509"/>
                      </a:lnTo>
                      <a:lnTo>
                        <a:pt x="23790" y="16530"/>
                      </a:lnTo>
                      <a:lnTo>
                        <a:pt x="23728" y="16593"/>
                      </a:lnTo>
                      <a:lnTo>
                        <a:pt x="23560" y="16614"/>
                      </a:lnTo>
                      <a:lnTo>
                        <a:pt x="23456" y="16635"/>
                      </a:lnTo>
                      <a:lnTo>
                        <a:pt x="23288" y="16656"/>
                      </a:lnTo>
                      <a:lnTo>
                        <a:pt x="23142" y="16551"/>
                      </a:lnTo>
                      <a:lnTo>
                        <a:pt x="22995" y="16551"/>
                      </a:lnTo>
                      <a:lnTo>
                        <a:pt x="22932" y="16426"/>
                      </a:lnTo>
                      <a:lnTo>
                        <a:pt x="22974" y="16384"/>
                      </a:lnTo>
                      <a:lnTo>
                        <a:pt x="22953" y="16237"/>
                      </a:lnTo>
                      <a:lnTo>
                        <a:pt x="22849" y="16112"/>
                      </a:lnTo>
                      <a:lnTo>
                        <a:pt x="22828" y="15986"/>
                      </a:lnTo>
                      <a:lnTo>
                        <a:pt x="22723" y="15923"/>
                      </a:lnTo>
                      <a:lnTo>
                        <a:pt x="22744" y="15798"/>
                      </a:lnTo>
                      <a:lnTo>
                        <a:pt x="22619" y="15610"/>
                      </a:lnTo>
                      <a:lnTo>
                        <a:pt x="22556" y="15610"/>
                      </a:lnTo>
                      <a:lnTo>
                        <a:pt x="22430" y="15526"/>
                      </a:lnTo>
                      <a:lnTo>
                        <a:pt x="22242" y="15421"/>
                      </a:lnTo>
                      <a:lnTo>
                        <a:pt x="22242" y="15254"/>
                      </a:lnTo>
                      <a:lnTo>
                        <a:pt x="22054" y="15066"/>
                      </a:lnTo>
                      <a:lnTo>
                        <a:pt x="21907" y="15066"/>
                      </a:lnTo>
                      <a:lnTo>
                        <a:pt x="21677" y="15317"/>
                      </a:lnTo>
                      <a:lnTo>
                        <a:pt x="21510" y="15338"/>
                      </a:lnTo>
                      <a:lnTo>
                        <a:pt x="21405" y="15463"/>
                      </a:lnTo>
                      <a:lnTo>
                        <a:pt x="21217" y="15589"/>
                      </a:lnTo>
                      <a:lnTo>
                        <a:pt x="21259" y="15944"/>
                      </a:lnTo>
                      <a:lnTo>
                        <a:pt x="21321" y="16049"/>
                      </a:lnTo>
                      <a:lnTo>
                        <a:pt x="21572" y="16175"/>
                      </a:lnTo>
                      <a:lnTo>
                        <a:pt x="21761" y="16593"/>
                      </a:lnTo>
                      <a:lnTo>
                        <a:pt x="21719" y="16698"/>
                      </a:lnTo>
                      <a:lnTo>
                        <a:pt x="21531" y="17012"/>
                      </a:lnTo>
                      <a:lnTo>
                        <a:pt x="21510" y="17179"/>
                      </a:lnTo>
                      <a:lnTo>
                        <a:pt x="21614" y="17367"/>
                      </a:lnTo>
                      <a:lnTo>
                        <a:pt x="21510" y="17639"/>
                      </a:lnTo>
                      <a:lnTo>
                        <a:pt x="21510" y="17744"/>
                      </a:lnTo>
                      <a:lnTo>
                        <a:pt x="21363" y="17890"/>
                      </a:lnTo>
                      <a:lnTo>
                        <a:pt x="21363" y="17974"/>
                      </a:lnTo>
                      <a:lnTo>
                        <a:pt x="21259" y="18016"/>
                      </a:lnTo>
                      <a:lnTo>
                        <a:pt x="21175" y="18120"/>
                      </a:lnTo>
                      <a:lnTo>
                        <a:pt x="21175" y="18267"/>
                      </a:lnTo>
                      <a:lnTo>
                        <a:pt x="21259" y="18330"/>
                      </a:lnTo>
                      <a:lnTo>
                        <a:pt x="21259" y="18434"/>
                      </a:lnTo>
                      <a:lnTo>
                        <a:pt x="21070" y="18539"/>
                      </a:lnTo>
                      <a:lnTo>
                        <a:pt x="20840" y="18497"/>
                      </a:lnTo>
                      <a:lnTo>
                        <a:pt x="20798" y="18434"/>
                      </a:lnTo>
                      <a:lnTo>
                        <a:pt x="20589" y="18434"/>
                      </a:lnTo>
                      <a:lnTo>
                        <a:pt x="20380" y="18476"/>
                      </a:lnTo>
                      <a:lnTo>
                        <a:pt x="20212" y="18413"/>
                      </a:lnTo>
                      <a:lnTo>
                        <a:pt x="19794" y="18330"/>
                      </a:lnTo>
                      <a:lnTo>
                        <a:pt x="19627" y="18183"/>
                      </a:lnTo>
                      <a:lnTo>
                        <a:pt x="19585" y="18079"/>
                      </a:lnTo>
                      <a:lnTo>
                        <a:pt x="19396" y="18100"/>
                      </a:lnTo>
                      <a:lnTo>
                        <a:pt x="19334" y="18204"/>
                      </a:lnTo>
                      <a:lnTo>
                        <a:pt x="19313" y="18162"/>
                      </a:lnTo>
                      <a:lnTo>
                        <a:pt x="19229" y="18120"/>
                      </a:lnTo>
                      <a:lnTo>
                        <a:pt x="19313" y="17974"/>
                      </a:lnTo>
                      <a:lnTo>
                        <a:pt x="19480" y="17953"/>
                      </a:lnTo>
                      <a:lnTo>
                        <a:pt x="19794" y="17890"/>
                      </a:lnTo>
                      <a:lnTo>
                        <a:pt x="19836" y="17807"/>
                      </a:lnTo>
                      <a:lnTo>
                        <a:pt x="20108" y="17974"/>
                      </a:lnTo>
                      <a:lnTo>
                        <a:pt x="20171" y="17974"/>
                      </a:lnTo>
                      <a:lnTo>
                        <a:pt x="20212" y="17890"/>
                      </a:lnTo>
                      <a:lnTo>
                        <a:pt x="20338" y="17890"/>
                      </a:lnTo>
                      <a:lnTo>
                        <a:pt x="20338" y="17974"/>
                      </a:lnTo>
                      <a:lnTo>
                        <a:pt x="20150" y="18079"/>
                      </a:lnTo>
                      <a:lnTo>
                        <a:pt x="20254" y="18183"/>
                      </a:lnTo>
                      <a:lnTo>
                        <a:pt x="20464" y="18162"/>
                      </a:lnTo>
                      <a:lnTo>
                        <a:pt x="20547" y="18058"/>
                      </a:lnTo>
                      <a:lnTo>
                        <a:pt x="20673" y="17995"/>
                      </a:lnTo>
                      <a:lnTo>
                        <a:pt x="20673" y="17911"/>
                      </a:lnTo>
                      <a:lnTo>
                        <a:pt x="20568" y="17786"/>
                      </a:lnTo>
                      <a:lnTo>
                        <a:pt x="20568" y="17702"/>
                      </a:lnTo>
                      <a:lnTo>
                        <a:pt x="20694" y="17786"/>
                      </a:lnTo>
                      <a:lnTo>
                        <a:pt x="20756" y="17702"/>
                      </a:lnTo>
                      <a:lnTo>
                        <a:pt x="20756" y="17472"/>
                      </a:lnTo>
                      <a:lnTo>
                        <a:pt x="20882" y="17388"/>
                      </a:lnTo>
                      <a:lnTo>
                        <a:pt x="20861" y="17325"/>
                      </a:lnTo>
                      <a:lnTo>
                        <a:pt x="20777" y="17346"/>
                      </a:lnTo>
                      <a:lnTo>
                        <a:pt x="20756" y="17284"/>
                      </a:lnTo>
                      <a:lnTo>
                        <a:pt x="20882" y="17242"/>
                      </a:lnTo>
                      <a:lnTo>
                        <a:pt x="20882" y="17012"/>
                      </a:lnTo>
                      <a:lnTo>
                        <a:pt x="20840" y="16928"/>
                      </a:lnTo>
                      <a:lnTo>
                        <a:pt x="20903" y="16823"/>
                      </a:lnTo>
                      <a:lnTo>
                        <a:pt x="20903" y="16760"/>
                      </a:lnTo>
                      <a:lnTo>
                        <a:pt x="21008" y="16698"/>
                      </a:lnTo>
                      <a:lnTo>
                        <a:pt x="20987" y="16509"/>
                      </a:lnTo>
                      <a:lnTo>
                        <a:pt x="20861" y="16384"/>
                      </a:lnTo>
                      <a:lnTo>
                        <a:pt x="20777" y="16175"/>
                      </a:lnTo>
                      <a:lnTo>
                        <a:pt x="20798" y="16007"/>
                      </a:lnTo>
                      <a:lnTo>
                        <a:pt x="20798" y="15882"/>
                      </a:lnTo>
                      <a:lnTo>
                        <a:pt x="20861" y="15903"/>
                      </a:lnTo>
                      <a:lnTo>
                        <a:pt x="20861" y="15819"/>
                      </a:lnTo>
                      <a:lnTo>
                        <a:pt x="20673" y="15651"/>
                      </a:lnTo>
                      <a:lnTo>
                        <a:pt x="20589" y="15610"/>
                      </a:lnTo>
                      <a:lnTo>
                        <a:pt x="20526" y="15505"/>
                      </a:lnTo>
                      <a:lnTo>
                        <a:pt x="20338" y="15463"/>
                      </a:lnTo>
                      <a:lnTo>
                        <a:pt x="20108" y="15170"/>
                      </a:lnTo>
                      <a:lnTo>
                        <a:pt x="20045" y="14940"/>
                      </a:lnTo>
                      <a:lnTo>
                        <a:pt x="20003" y="14877"/>
                      </a:lnTo>
                      <a:lnTo>
                        <a:pt x="20045" y="14794"/>
                      </a:lnTo>
                      <a:lnTo>
                        <a:pt x="19919" y="14710"/>
                      </a:lnTo>
                      <a:lnTo>
                        <a:pt x="19836" y="14563"/>
                      </a:lnTo>
                      <a:lnTo>
                        <a:pt x="19899" y="14417"/>
                      </a:lnTo>
                      <a:lnTo>
                        <a:pt x="19710" y="14145"/>
                      </a:lnTo>
                      <a:lnTo>
                        <a:pt x="19710" y="13978"/>
                      </a:lnTo>
                      <a:lnTo>
                        <a:pt x="19585" y="13831"/>
                      </a:lnTo>
                      <a:lnTo>
                        <a:pt x="19606" y="13768"/>
                      </a:lnTo>
                      <a:lnTo>
                        <a:pt x="19606" y="13685"/>
                      </a:lnTo>
                      <a:lnTo>
                        <a:pt x="19501" y="13580"/>
                      </a:lnTo>
                      <a:lnTo>
                        <a:pt x="19438" y="13224"/>
                      </a:lnTo>
                      <a:lnTo>
                        <a:pt x="19375" y="13078"/>
                      </a:lnTo>
                      <a:lnTo>
                        <a:pt x="19229" y="12973"/>
                      </a:lnTo>
                      <a:lnTo>
                        <a:pt x="19292" y="12910"/>
                      </a:lnTo>
                      <a:lnTo>
                        <a:pt x="19250" y="12848"/>
                      </a:lnTo>
                      <a:lnTo>
                        <a:pt x="19166" y="12869"/>
                      </a:lnTo>
                      <a:lnTo>
                        <a:pt x="19166" y="12848"/>
                      </a:lnTo>
                      <a:lnTo>
                        <a:pt x="19041" y="12806"/>
                      </a:lnTo>
                      <a:lnTo>
                        <a:pt x="18957" y="12638"/>
                      </a:lnTo>
                      <a:lnTo>
                        <a:pt x="18831" y="12534"/>
                      </a:lnTo>
                      <a:lnTo>
                        <a:pt x="18769" y="12408"/>
                      </a:lnTo>
                      <a:lnTo>
                        <a:pt x="18852" y="12387"/>
                      </a:lnTo>
                      <a:lnTo>
                        <a:pt x="18873" y="12283"/>
                      </a:lnTo>
                      <a:lnTo>
                        <a:pt x="18831" y="12178"/>
                      </a:lnTo>
                      <a:lnTo>
                        <a:pt x="18852" y="12094"/>
                      </a:lnTo>
                      <a:lnTo>
                        <a:pt x="18790" y="11990"/>
                      </a:lnTo>
                      <a:lnTo>
                        <a:pt x="18852" y="11676"/>
                      </a:lnTo>
                      <a:lnTo>
                        <a:pt x="18769" y="11488"/>
                      </a:lnTo>
                      <a:lnTo>
                        <a:pt x="18769" y="11278"/>
                      </a:lnTo>
                      <a:lnTo>
                        <a:pt x="18727" y="11195"/>
                      </a:lnTo>
                      <a:lnTo>
                        <a:pt x="18727" y="11069"/>
                      </a:lnTo>
                      <a:lnTo>
                        <a:pt x="18643" y="10944"/>
                      </a:lnTo>
                      <a:lnTo>
                        <a:pt x="18748" y="10881"/>
                      </a:lnTo>
                      <a:lnTo>
                        <a:pt x="18685" y="10776"/>
                      </a:lnTo>
                      <a:lnTo>
                        <a:pt x="18559" y="10755"/>
                      </a:lnTo>
                      <a:lnTo>
                        <a:pt x="18413" y="10755"/>
                      </a:lnTo>
                      <a:lnTo>
                        <a:pt x="18057" y="10630"/>
                      </a:lnTo>
                      <a:lnTo>
                        <a:pt x="17932" y="10630"/>
                      </a:lnTo>
                      <a:lnTo>
                        <a:pt x="17890" y="10672"/>
                      </a:lnTo>
                      <a:lnTo>
                        <a:pt x="17785" y="10630"/>
                      </a:lnTo>
                      <a:lnTo>
                        <a:pt x="17681" y="10630"/>
                      </a:lnTo>
                      <a:lnTo>
                        <a:pt x="17534" y="10714"/>
                      </a:lnTo>
                      <a:lnTo>
                        <a:pt x="17388" y="10714"/>
                      </a:lnTo>
                      <a:lnTo>
                        <a:pt x="17262" y="10755"/>
                      </a:lnTo>
                      <a:lnTo>
                        <a:pt x="17220" y="10714"/>
                      </a:lnTo>
                      <a:lnTo>
                        <a:pt x="17262" y="10651"/>
                      </a:lnTo>
                      <a:lnTo>
                        <a:pt x="17158" y="10609"/>
                      </a:lnTo>
                      <a:lnTo>
                        <a:pt x="17053" y="10630"/>
                      </a:lnTo>
                      <a:lnTo>
                        <a:pt x="17074" y="10860"/>
                      </a:lnTo>
                      <a:lnTo>
                        <a:pt x="17053" y="11069"/>
                      </a:lnTo>
                      <a:lnTo>
                        <a:pt x="17158" y="11195"/>
                      </a:lnTo>
                      <a:lnTo>
                        <a:pt x="17116" y="11258"/>
                      </a:lnTo>
                      <a:lnTo>
                        <a:pt x="17074" y="11467"/>
                      </a:lnTo>
                      <a:lnTo>
                        <a:pt x="17158" y="11550"/>
                      </a:lnTo>
                      <a:lnTo>
                        <a:pt x="17158" y="11676"/>
                      </a:lnTo>
                      <a:lnTo>
                        <a:pt x="17199" y="11760"/>
                      </a:lnTo>
                      <a:lnTo>
                        <a:pt x="17158" y="11822"/>
                      </a:lnTo>
                      <a:lnTo>
                        <a:pt x="17158" y="12011"/>
                      </a:lnTo>
                      <a:lnTo>
                        <a:pt x="17220" y="12136"/>
                      </a:lnTo>
                      <a:lnTo>
                        <a:pt x="17158" y="12304"/>
                      </a:lnTo>
                      <a:lnTo>
                        <a:pt x="17158" y="12408"/>
                      </a:lnTo>
                      <a:lnTo>
                        <a:pt x="17199" y="12534"/>
                      </a:lnTo>
                      <a:lnTo>
                        <a:pt x="17178" y="12618"/>
                      </a:lnTo>
                      <a:lnTo>
                        <a:pt x="17053" y="12701"/>
                      </a:lnTo>
                      <a:lnTo>
                        <a:pt x="16844" y="13015"/>
                      </a:lnTo>
                      <a:lnTo>
                        <a:pt x="16760" y="13057"/>
                      </a:lnTo>
                      <a:lnTo>
                        <a:pt x="16781" y="13162"/>
                      </a:lnTo>
                      <a:lnTo>
                        <a:pt x="16865" y="13266"/>
                      </a:lnTo>
                      <a:lnTo>
                        <a:pt x="16802" y="13371"/>
                      </a:lnTo>
                      <a:lnTo>
                        <a:pt x="16781" y="13559"/>
                      </a:lnTo>
                      <a:lnTo>
                        <a:pt x="16906" y="13685"/>
                      </a:lnTo>
                      <a:lnTo>
                        <a:pt x="16990" y="13643"/>
                      </a:lnTo>
                      <a:lnTo>
                        <a:pt x="17074" y="13706"/>
                      </a:lnTo>
                      <a:lnTo>
                        <a:pt x="17158" y="13915"/>
                      </a:lnTo>
                      <a:lnTo>
                        <a:pt x="17283" y="13915"/>
                      </a:lnTo>
                      <a:lnTo>
                        <a:pt x="17388" y="14019"/>
                      </a:lnTo>
                      <a:lnTo>
                        <a:pt x="17304" y="13999"/>
                      </a:lnTo>
                      <a:lnTo>
                        <a:pt x="17220" y="14103"/>
                      </a:lnTo>
                      <a:lnTo>
                        <a:pt x="17220" y="14271"/>
                      </a:lnTo>
                      <a:lnTo>
                        <a:pt x="17409" y="14396"/>
                      </a:lnTo>
                      <a:lnTo>
                        <a:pt x="17409" y="14522"/>
                      </a:lnTo>
                      <a:lnTo>
                        <a:pt x="17325" y="14605"/>
                      </a:lnTo>
                      <a:lnTo>
                        <a:pt x="17262" y="14543"/>
                      </a:lnTo>
                      <a:lnTo>
                        <a:pt x="17262" y="14626"/>
                      </a:lnTo>
                      <a:lnTo>
                        <a:pt x="17367" y="14898"/>
                      </a:lnTo>
                      <a:lnTo>
                        <a:pt x="17430" y="14961"/>
                      </a:lnTo>
                      <a:lnTo>
                        <a:pt x="17492" y="15149"/>
                      </a:lnTo>
                      <a:lnTo>
                        <a:pt x="17534" y="15066"/>
                      </a:lnTo>
                      <a:lnTo>
                        <a:pt x="17639" y="15149"/>
                      </a:lnTo>
                      <a:lnTo>
                        <a:pt x="17764" y="15149"/>
                      </a:lnTo>
                      <a:lnTo>
                        <a:pt x="17911" y="15233"/>
                      </a:lnTo>
                      <a:lnTo>
                        <a:pt x="18015" y="15066"/>
                      </a:lnTo>
                      <a:lnTo>
                        <a:pt x="18057" y="15128"/>
                      </a:lnTo>
                      <a:lnTo>
                        <a:pt x="18057" y="15338"/>
                      </a:lnTo>
                      <a:lnTo>
                        <a:pt x="18141" y="15442"/>
                      </a:lnTo>
                      <a:lnTo>
                        <a:pt x="18183" y="15463"/>
                      </a:lnTo>
                      <a:lnTo>
                        <a:pt x="18434" y="15756"/>
                      </a:lnTo>
                      <a:lnTo>
                        <a:pt x="18559" y="15777"/>
                      </a:lnTo>
                      <a:lnTo>
                        <a:pt x="18643" y="15735"/>
                      </a:lnTo>
                      <a:lnTo>
                        <a:pt x="18748" y="15735"/>
                      </a:lnTo>
                      <a:lnTo>
                        <a:pt x="18769" y="15777"/>
                      </a:lnTo>
                      <a:lnTo>
                        <a:pt x="18873" y="15777"/>
                      </a:lnTo>
                      <a:lnTo>
                        <a:pt x="18769" y="15861"/>
                      </a:lnTo>
                      <a:lnTo>
                        <a:pt x="18769" y="16175"/>
                      </a:lnTo>
                      <a:lnTo>
                        <a:pt x="18748" y="16258"/>
                      </a:lnTo>
                      <a:lnTo>
                        <a:pt x="18811" y="16384"/>
                      </a:lnTo>
                      <a:lnTo>
                        <a:pt x="18790" y="16426"/>
                      </a:lnTo>
                      <a:lnTo>
                        <a:pt x="18706" y="16426"/>
                      </a:lnTo>
                      <a:lnTo>
                        <a:pt x="18748" y="16593"/>
                      </a:lnTo>
                      <a:lnTo>
                        <a:pt x="18748" y="16677"/>
                      </a:lnTo>
                      <a:lnTo>
                        <a:pt x="18601" y="16635"/>
                      </a:lnTo>
                      <a:lnTo>
                        <a:pt x="18476" y="16384"/>
                      </a:lnTo>
                      <a:lnTo>
                        <a:pt x="18329" y="16258"/>
                      </a:lnTo>
                      <a:lnTo>
                        <a:pt x="18141" y="16216"/>
                      </a:lnTo>
                      <a:lnTo>
                        <a:pt x="18057" y="16070"/>
                      </a:lnTo>
                      <a:lnTo>
                        <a:pt x="17932" y="15965"/>
                      </a:lnTo>
                      <a:lnTo>
                        <a:pt x="17618" y="15944"/>
                      </a:lnTo>
                      <a:lnTo>
                        <a:pt x="17304" y="15756"/>
                      </a:lnTo>
                      <a:lnTo>
                        <a:pt x="17116" y="15735"/>
                      </a:lnTo>
                      <a:lnTo>
                        <a:pt x="17095" y="15631"/>
                      </a:lnTo>
                      <a:lnTo>
                        <a:pt x="17011" y="15631"/>
                      </a:lnTo>
                      <a:lnTo>
                        <a:pt x="16906" y="15547"/>
                      </a:lnTo>
                      <a:lnTo>
                        <a:pt x="16760" y="15589"/>
                      </a:lnTo>
                      <a:lnTo>
                        <a:pt x="16655" y="15693"/>
                      </a:lnTo>
                      <a:lnTo>
                        <a:pt x="16593" y="15568"/>
                      </a:lnTo>
                      <a:lnTo>
                        <a:pt x="16614" y="15526"/>
                      </a:lnTo>
                      <a:lnTo>
                        <a:pt x="16593" y="15442"/>
                      </a:lnTo>
                      <a:lnTo>
                        <a:pt x="16237" y="15317"/>
                      </a:lnTo>
                      <a:lnTo>
                        <a:pt x="16070" y="15212"/>
                      </a:lnTo>
                      <a:lnTo>
                        <a:pt x="15526" y="15170"/>
                      </a:lnTo>
                      <a:lnTo>
                        <a:pt x="15086" y="15233"/>
                      </a:lnTo>
                      <a:lnTo>
                        <a:pt x="14982" y="15191"/>
                      </a:lnTo>
                      <a:lnTo>
                        <a:pt x="14877" y="15233"/>
                      </a:lnTo>
                      <a:lnTo>
                        <a:pt x="14772" y="15170"/>
                      </a:lnTo>
                      <a:lnTo>
                        <a:pt x="14710" y="15212"/>
                      </a:lnTo>
                      <a:lnTo>
                        <a:pt x="14605" y="15170"/>
                      </a:lnTo>
                      <a:lnTo>
                        <a:pt x="14521" y="15233"/>
                      </a:lnTo>
                      <a:lnTo>
                        <a:pt x="14584" y="15359"/>
                      </a:lnTo>
                      <a:lnTo>
                        <a:pt x="14584" y="15463"/>
                      </a:lnTo>
                      <a:lnTo>
                        <a:pt x="14458" y="15505"/>
                      </a:lnTo>
                      <a:lnTo>
                        <a:pt x="14458" y="15568"/>
                      </a:lnTo>
                      <a:lnTo>
                        <a:pt x="14521" y="15693"/>
                      </a:lnTo>
                      <a:lnTo>
                        <a:pt x="14605" y="15756"/>
                      </a:lnTo>
                      <a:lnTo>
                        <a:pt x="14668" y="15965"/>
                      </a:lnTo>
                      <a:lnTo>
                        <a:pt x="14710" y="16070"/>
                      </a:lnTo>
                      <a:lnTo>
                        <a:pt x="14751" y="15965"/>
                      </a:lnTo>
                      <a:lnTo>
                        <a:pt x="14814" y="15965"/>
                      </a:lnTo>
                      <a:lnTo>
                        <a:pt x="14919" y="16133"/>
                      </a:lnTo>
                      <a:lnTo>
                        <a:pt x="14919" y="16237"/>
                      </a:lnTo>
                      <a:lnTo>
                        <a:pt x="15044" y="16279"/>
                      </a:lnTo>
                      <a:lnTo>
                        <a:pt x="15212" y="16447"/>
                      </a:lnTo>
                      <a:lnTo>
                        <a:pt x="15044" y="16426"/>
                      </a:lnTo>
                      <a:lnTo>
                        <a:pt x="15002" y="16384"/>
                      </a:lnTo>
                      <a:lnTo>
                        <a:pt x="14919" y="16384"/>
                      </a:lnTo>
                      <a:lnTo>
                        <a:pt x="14877" y="16551"/>
                      </a:lnTo>
                      <a:lnTo>
                        <a:pt x="14772" y="16635"/>
                      </a:lnTo>
                      <a:lnTo>
                        <a:pt x="14605" y="16551"/>
                      </a:lnTo>
                      <a:lnTo>
                        <a:pt x="14521" y="16614"/>
                      </a:lnTo>
                      <a:lnTo>
                        <a:pt x="14521" y="16656"/>
                      </a:lnTo>
                      <a:lnTo>
                        <a:pt x="14668" y="16823"/>
                      </a:lnTo>
                      <a:lnTo>
                        <a:pt x="14710" y="16865"/>
                      </a:lnTo>
                      <a:lnTo>
                        <a:pt x="14710" y="16949"/>
                      </a:lnTo>
                      <a:lnTo>
                        <a:pt x="14668" y="17032"/>
                      </a:lnTo>
                      <a:lnTo>
                        <a:pt x="14375" y="17032"/>
                      </a:lnTo>
                      <a:lnTo>
                        <a:pt x="14291" y="16949"/>
                      </a:lnTo>
                      <a:lnTo>
                        <a:pt x="14312" y="16865"/>
                      </a:lnTo>
                      <a:lnTo>
                        <a:pt x="14270" y="16760"/>
                      </a:lnTo>
                      <a:lnTo>
                        <a:pt x="14375" y="16698"/>
                      </a:lnTo>
                      <a:lnTo>
                        <a:pt x="14375" y="16635"/>
                      </a:lnTo>
                      <a:lnTo>
                        <a:pt x="14270" y="16530"/>
                      </a:lnTo>
                      <a:lnTo>
                        <a:pt x="14186" y="16509"/>
                      </a:lnTo>
                      <a:lnTo>
                        <a:pt x="14270" y="16405"/>
                      </a:lnTo>
                      <a:lnTo>
                        <a:pt x="14249" y="16384"/>
                      </a:lnTo>
                      <a:lnTo>
                        <a:pt x="14165" y="16426"/>
                      </a:lnTo>
                      <a:lnTo>
                        <a:pt x="14103" y="16426"/>
                      </a:lnTo>
                      <a:lnTo>
                        <a:pt x="13956" y="16593"/>
                      </a:lnTo>
                      <a:lnTo>
                        <a:pt x="13873" y="16614"/>
                      </a:lnTo>
                      <a:lnTo>
                        <a:pt x="13768" y="16719"/>
                      </a:lnTo>
                      <a:lnTo>
                        <a:pt x="13768" y="16760"/>
                      </a:lnTo>
                      <a:lnTo>
                        <a:pt x="13642" y="16760"/>
                      </a:lnTo>
                      <a:lnTo>
                        <a:pt x="13580" y="16844"/>
                      </a:lnTo>
                      <a:lnTo>
                        <a:pt x="13580" y="16928"/>
                      </a:lnTo>
                      <a:lnTo>
                        <a:pt x="13517" y="16970"/>
                      </a:lnTo>
                      <a:lnTo>
                        <a:pt x="13245" y="16970"/>
                      </a:lnTo>
                      <a:lnTo>
                        <a:pt x="13161" y="16949"/>
                      </a:lnTo>
                      <a:lnTo>
                        <a:pt x="13119" y="16970"/>
                      </a:lnTo>
                      <a:lnTo>
                        <a:pt x="13036" y="16970"/>
                      </a:lnTo>
                      <a:lnTo>
                        <a:pt x="12952" y="16928"/>
                      </a:lnTo>
                      <a:lnTo>
                        <a:pt x="12805" y="17032"/>
                      </a:lnTo>
                      <a:lnTo>
                        <a:pt x="12785" y="17074"/>
                      </a:lnTo>
                      <a:lnTo>
                        <a:pt x="12680" y="17116"/>
                      </a:lnTo>
                      <a:lnTo>
                        <a:pt x="12575" y="17221"/>
                      </a:lnTo>
                      <a:lnTo>
                        <a:pt x="12575" y="17263"/>
                      </a:lnTo>
                      <a:lnTo>
                        <a:pt x="12638" y="17325"/>
                      </a:lnTo>
                      <a:lnTo>
                        <a:pt x="12617" y="17388"/>
                      </a:lnTo>
                      <a:lnTo>
                        <a:pt x="12638" y="17472"/>
                      </a:lnTo>
                      <a:lnTo>
                        <a:pt x="12617" y="17535"/>
                      </a:lnTo>
                      <a:lnTo>
                        <a:pt x="12513" y="17451"/>
                      </a:lnTo>
                      <a:lnTo>
                        <a:pt x="12471" y="17367"/>
                      </a:lnTo>
                      <a:lnTo>
                        <a:pt x="12408" y="17367"/>
                      </a:lnTo>
                      <a:lnTo>
                        <a:pt x="12282" y="17493"/>
                      </a:lnTo>
                      <a:lnTo>
                        <a:pt x="12220" y="17639"/>
                      </a:lnTo>
                      <a:lnTo>
                        <a:pt x="12220" y="17493"/>
                      </a:lnTo>
                      <a:lnTo>
                        <a:pt x="12094" y="17451"/>
                      </a:lnTo>
                      <a:lnTo>
                        <a:pt x="12010" y="17493"/>
                      </a:lnTo>
                      <a:lnTo>
                        <a:pt x="11948" y="17493"/>
                      </a:lnTo>
                      <a:lnTo>
                        <a:pt x="11864" y="17535"/>
                      </a:lnTo>
                      <a:lnTo>
                        <a:pt x="11759" y="17493"/>
                      </a:lnTo>
                      <a:lnTo>
                        <a:pt x="11738" y="17388"/>
                      </a:lnTo>
                      <a:lnTo>
                        <a:pt x="11864" y="17284"/>
                      </a:lnTo>
                      <a:lnTo>
                        <a:pt x="11969" y="17284"/>
                      </a:lnTo>
                      <a:lnTo>
                        <a:pt x="12010" y="17221"/>
                      </a:lnTo>
                      <a:lnTo>
                        <a:pt x="11948" y="17074"/>
                      </a:lnTo>
                      <a:lnTo>
                        <a:pt x="11969" y="17032"/>
                      </a:lnTo>
                      <a:lnTo>
                        <a:pt x="12052" y="16970"/>
                      </a:lnTo>
                      <a:lnTo>
                        <a:pt x="11906" y="16844"/>
                      </a:lnTo>
                      <a:lnTo>
                        <a:pt x="11864" y="16865"/>
                      </a:lnTo>
                      <a:lnTo>
                        <a:pt x="11780" y="16844"/>
                      </a:lnTo>
                      <a:lnTo>
                        <a:pt x="11759" y="16802"/>
                      </a:lnTo>
                      <a:lnTo>
                        <a:pt x="11969" y="16698"/>
                      </a:lnTo>
                      <a:lnTo>
                        <a:pt x="12052" y="16698"/>
                      </a:lnTo>
                      <a:lnTo>
                        <a:pt x="12157" y="16635"/>
                      </a:lnTo>
                      <a:lnTo>
                        <a:pt x="12115" y="16593"/>
                      </a:lnTo>
                      <a:lnTo>
                        <a:pt x="11906" y="16614"/>
                      </a:lnTo>
                      <a:lnTo>
                        <a:pt x="11592" y="16740"/>
                      </a:lnTo>
                      <a:lnTo>
                        <a:pt x="11529" y="16823"/>
                      </a:lnTo>
                      <a:lnTo>
                        <a:pt x="11571" y="16886"/>
                      </a:lnTo>
                      <a:lnTo>
                        <a:pt x="11592" y="16970"/>
                      </a:lnTo>
                      <a:lnTo>
                        <a:pt x="11655" y="17053"/>
                      </a:lnTo>
                      <a:lnTo>
                        <a:pt x="11592" y="17137"/>
                      </a:lnTo>
                      <a:lnTo>
                        <a:pt x="11529" y="17158"/>
                      </a:lnTo>
                      <a:lnTo>
                        <a:pt x="11425" y="17053"/>
                      </a:lnTo>
                      <a:lnTo>
                        <a:pt x="11445" y="17012"/>
                      </a:lnTo>
                      <a:lnTo>
                        <a:pt x="11487" y="16991"/>
                      </a:lnTo>
                      <a:lnTo>
                        <a:pt x="11466" y="16907"/>
                      </a:lnTo>
                      <a:lnTo>
                        <a:pt x="11445" y="16907"/>
                      </a:lnTo>
                      <a:lnTo>
                        <a:pt x="11236" y="17116"/>
                      </a:lnTo>
                      <a:lnTo>
                        <a:pt x="11236" y="17158"/>
                      </a:lnTo>
                      <a:lnTo>
                        <a:pt x="11320" y="17242"/>
                      </a:lnTo>
                      <a:lnTo>
                        <a:pt x="11383" y="17263"/>
                      </a:lnTo>
                      <a:lnTo>
                        <a:pt x="11383" y="17346"/>
                      </a:lnTo>
                      <a:lnTo>
                        <a:pt x="11257" y="17472"/>
                      </a:lnTo>
                      <a:lnTo>
                        <a:pt x="11215" y="17430"/>
                      </a:lnTo>
                      <a:lnTo>
                        <a:pt x="11257" y="17346"/>
                      </a:lnTo>
                      <a:lnTo>
                        <a:pt x="11236" y="17263"/>
                      </a:lnTo>
                      <a:lnTo>
                        <a:pt x="11173" y="17263"/>
                      </a:lnTo>
                      <a:lnTo>
                        <a:pt x="11173" y="17200"/>
                      </a:lnTo>
                      <a:lnTo>
                        <a:pt x="10943" y="17263"/>
                      </a:lnTo>
                      <a:lnTo>
                        <a:pt x="10922" y="17346"/>
                      </a:lnTo>
                      <a:lnTo>
                        <a:pt x="10755" y="17430"/>
                      </a:lnTo>
                      <a:lnTo>
                        <a:pt x="10629" y="17409"/>
                      </a:lnTo>
                      <a:lnTo>
                        <a:pt x="10546" y="17430"/>
                      </a:lnTo>
                      <a:lnTo>
                        <a:pt x="10546" y="17472"/>
                      </a:lnTo>
                      <a:lnTo>
                        <a:pt x="10316" y="17765"/>
                      </a:lnTo>
                      <a:lnTo>
                        <a:pt x="10274" y="17786"/>
                      </a:lnTo>
                      <a:lnTo>
                        <a:pt x="10064" y="18058"/>
                      </a:lnTo>
                      <a:lnTo>
                        <a:pt x="9960" y="18100"/>
                      </a:lnTo>
                      <a:lnTo>
                        <a:pt x="9876" y="18037"/>
                      </a:lnTo>
                      <a:lnTo>
                        <a:pt x="9813" y="18037"/>
                      </a:lnTo>
                      <a:lnTo>
                        <a:pt x="9876" y="18141"/>
                      </a:lnTo>
                      <a:lnTo>
                        <a:pt x="10023" y="18246"/>
                      </a:lnTo>
                      <a:lnTo>
                        <a:pt x="10064" y="18309"/>
                      </a:lnTo>
                      <a:lnTo>
                        <a:pt x="10064" y="18309"/>
                      </a:lnTo>
                      <a:lnTo>
                        <a:pt x="9876" y="18246"/>
                      </a:lnTo>
                      <a:lnTo>
                        <a:pt x="9813" y="18288"/>
                      </a:lnTo>
                      <a:lnTo>
                        <a:pt x="9500" y="18309"/>
                      </a:lnTo>
                      <a:lnTo>
                        <a:pt x="9458" y="18372"/>
                      </a:lnTo>
                      <a:lnTo>
                        <a:pt x="9541" y="18476"/>
                      </a:lnTo>
                      <a:lnTo>
                        <a:pt x="9541" y="18581"/>
                      </a:lnTo>
                      <a:lnTo>
                        <a:pt x="9458" y="18706"/>
                      </a:lnTo>
                      <a:lnTo>
                        <a:pt x="9500" y="18895"/>
                      </a:lnTo>
                      <a:lnTo>
                        <a:pt x="9458" y="19020"/>
                      </a:lnTo>
                      <a:lnTo>
                        <a:pt x="9248" y="19104"/>
                      </a:lnTo>
                      <a:lnTo>
                        <a:pt x="9228" y="19146"/>
                      </a:lnTo>
                      <a:lnTo>
                        <a:pt x="9081" y="19146"/>
                      </a:lnTo>
                      <a:lnTo>
                        <a:pt x="9039" y="19229"/>
                      </a:lnTo>
                      <a:lnTo>
                        <a:pt x="8956" y="19104"/>
                      </a:lnTo>
                      <a:lnTo>
                        <a:pt x="8809" y="19208"/>
                      </a:lnTo>
                      <a:lnTo>
                        <a:pt x="8579" y="19208"/>
                      </a:lnTo>
                      <a:lnTo>
                        <a:pt x="8328" y="18916"/>
                      </a:lnTo>
                      <a:lnTo>
                        <a:pt x="8098" y="18706"/>
                      </a:lnTo>
                      <a:lnTo>
                        <a:pt x="8014" y="18644"/>
                      </a:lnTo>
                      <a:lnTo>
                        <a:pt x="8014" y="18476"/>
                      </a:lnTo>
                      <a:lnTo>
                        <a:pt x="8056" y="18413"/>
                      </a:lnTo>
                      <a:lnTo>
                        <a:pt x="8098" y="18455"/>
                      </a:lnTo>
                      <a:lnTo>
                        <a:pt x="8160" y="18372"/>
                      </a:lnTo>
                      <a:lnTo>
                        <a:pt x="8119" y="18309"/>
                      </a:lnTo>
                      <a:lnTo>
                        <a:pt x="8181" y="18267"/>
                      </a:lnTo>
                      <a:lnTo>
                        <a:pt x="8370" y="18267"/>
                      </a:lnTo>
                      <a:lnTo>
                        <a:pt x="8412" y="18183"/>
                      </a:lnTo>
                      <a:lnTo>
                        <a:pt x="8621" y="18183"/>
                      </a:lnTo>
                      <a:lnTo>
                        <a:pt x="8642" y="18100"/>
                      </a:lnTo>
                      <a:lnTo>
                        <a:pt x="8495" y="17890"/>
                      </a:lnTo>
                      <a:lnTo>
                        <a:pt x="8474" y="17807"/>
                      </a:lnTo>
                      <a:lnTo>
                        <a:pt x="8328" y="17786"/>
                      </a:lnTo>
                      <a:lnTo>
                        <a:pt x="8202" y="17660"/>
                      </a:lnTo>
                      <a:lnTo>
                        <a:pt x="8202" y="17556"/>
                      </a:lnTo>
                      <a:lnTo>
                        <a:pt x="8077" y="17451"/>
                      </a:lnTo>
                      <a:lnTo>
                        <a:pt x="7763" y="17430"/>
                      </a:lnTo>
                      <a:lnTo>
                        <a:pt x="7554" y="17451"/>
                      </a:lnTo>
                      <a:lnTo>
                        <a:pt x="7449" y="17493"/>
                      </a:lnTo>
                      <a:lnTo>
                        <a:pt x="7323" y="17493"/>
                      </a:lnTo>
                      <a:lnTo>
                        <a:pt x="7072" y="17346"/>
                      </a:lnTo>
                      <a:lnTo>
                        <a:pt x="6947" y="17346"/>
                      </a:lnTo>
                      <a:lnTo>
                        <a:pt x="6947" y="17388"/>
                      </a:lnTo>
                      <a:lnTo>
                        <a:pt x="7240" y="17639"/>
                      </a:lnTo>
                      <a:lnTo>
                        <a:pt x="7386" y="17744"/>
                      </a:lnTo>
                      <a:lnTo>
                        <a:pt x="7470" y="17974"/>
                      </a:lnTo>
                      <a:lnTo>
                        <a:pt x="7470" y="18100"/>
                      </a:lnTo>
                      <a:lnTo>
                        <a:pt x="7533" y="18183"/>
                      </a:lnTo>
                      <a:lnTo>
                        <a:pt x="7470" y="18225"/>
                      </a:lnTo>
                      <a:lnTo>
                        <a:pt x="7470" y="18330"/>
                      </a:lnTo>
                      <a:lnTo>
                        <a:pt x="7491" y="18413"/>
                      </a:lnTo>
                      <a:lnTo>
                        <a:pt x="7449" y="18434"/>
                      </a:lnTo>
                      <a:lnTo>
                        <a:pt x="7449" y="18706"/>
                      </a:lnTo>
                      <a:lnTo>
                        <a:pt x="7386" y="18853"/>
                      </a:lnTo>
                      <a:lnTo>
                        <a:pt x="7449" y="18999"/>
                      </a:lnTo>
                      <a:lnTo>
                        <a:pt x="7595" y="18999"/>
                      </a:lnTo>
                      <a:lnTo>
                        <a:pt x="7742" y="19062"/>
                      </a:lnTo>
                      <a:lnTo>
                        <a:pt x="7805" y="19167"/>
                      </a:lnTo>
                      <a:lnTo>
                        <a:pt x="7784" y="19229"/>
                      </a:lnTo>
                      <a:lnTo>
                        <a:pt x="7805" y="19313"/>
                      </a:lnTo>
                      <a:lnTo>
                        <a:pt x="7784" y="19355"/>
                      </a:lnTo>
                      <a:lnTo>
                        <a:pt x="7784" y="19418"/>
                      </a:lnTo>
                      <a:lnTo>
                        <a:pt x="7847" y="19460"/>
                      </a:lnTo>
                      <a:lnTo>
                        <a:pt x="7784" y="19543"/>
                      </a:lnTo>
                      <a:lnTo>
                        <a:pt x="7784" y="19794"/>
                      </a:lnTo>
                      <a:lnTo>
                        <a:pt x="7742" y="19857"/>
                      </a:lnTo>
                      <a:lnTo>
                        <a:pt x="7805" y="20004"/>
                      </a:lnTo>
                      <a:lnTo>
                        <a:pt x="7847" y="20213"/>
                      </a:lnTo>
                      <a:lnTo>
                        <a:pt x="7763" y="20171"/>
                      </a:lnTo>
                      <a:lnTo>
                        <a:pt x="7700" y="20045"/>
                      </a:lnTo>
                      <a:lnTo>
                        <a:pt x="7575" y="19941"/>
                      </a:lnTo>
                      <a:lnTo>
                        <a:pt x="7449" y="20066"/>
                      </a:lnTo>
                      <a:lnTo>
                        <a:pt x="7470" y="19941"/>
                      </a:lnTo>
                      <a:lnTo>
                        <a:pt x="7428" y="19857"/>
                      </a:lnTo>
                      <a:lnTo>
                        <a:pt x="7240" y="19836"/>
                      </a:lnTo>
                      <a:lnTo>
                        <a:pt x="7072" y="19857"/>
                      </a:lnTo>
                      <a:lnTo>
                        <a:pt x="6968" y="19773"/>
                      </a:lnTo>
                      <a:lnTo>
                        <a:pt x="6821" y="19753"/>
                      </a:lnTo>
                      <a:lnTo>
                        <a:pt x="6738" y="19794"/>
                      </a:lnTo>
                      <a:lnTo>
                        <a:pt x="6612" y="20087"/>
                      </a:lnTo>
                      <a:lnTo>
                        <a:pt x="6424" y="20255"/>
                      </a:lnTo>
                      <a:lnTo>
                        <a:pt x="6298" y="20276"/>
                      </a:lnTo>
                      <a:lnTo>
                        <a:pt x="6194" y="20380"/>
                      </a:lnTo>
                      <a:lnTo>
                        <a:pt x="6173" y="20527"/>
                      </a:lnTo>
                      <a:lnTo>
                        <a:pt x="6026" y="20694"/>
                      </a:lnTo>
                      <a:lnTo>
                        <a:pt x="5963" y="20757"/>
                      </a:lnTo>
                      <a:lnTo>
                        <a:pt x="5963" y="20841"/>
                      </a:lnTo>
                      <a:lnTo>
                        <a:pt x="6005" y="21029"/>
                      </a:lnTo>
                      <a:lnTo>
                        <a:pt x="6277" y="21301"/>
                      </a:lnTo>
                      <a:lnTo>
                        <a:pt x="6424" y="21531"/>
                      </a:lnTo>
                      <a:lnTo>
                        <a:pt x="6340" y="21636"/>
                      </a:lnTo>
                      <a:lnTo>
                        <a:pt x="6277" y="21636"/>
                      </a:lnTo>
                      <a:lnTo>
                        <a:pt x="6277" y="21761"/>
                      </a:lnTo>
                      <a:lnTo>
                        <a:pt x="6173" y="21845"/>
                      </a:lnTo>
                      <a:lnTo>
                        <a:pt x="6110" y="21949"/>
                      </a:lnTo>
                      <a:lnTo>
                        <a:pt x="5963" y="21782"/>
                      </a:lnTo>
                      <a:lnTo>
                        <a:pt x="5587" y="21615"/>
                      </a:lnTo>
                      <a:lnTo>
                        <a:pt x="5461" y="21615"/>
                      </a:lnTo>
                      <a:lnTo>
                        <a:pt x="5398" y="21531"/>
                      </a:lnTo>
                      <a:lnTo>
                        <a:pt x="5189" y="21531"/>
                      </a:lnTo>
                      <a:lnTo>
                        <a:pt x="5085" y="21447"/>
                      </a:lnTo>
                      <a:lnTo>
                        <a:pt x="5022" y="21322"/>
                      </a:lnTo>
                      <a:lnTo>
                        <a:pt x="4854" y="21301"/>
                      </a:lnTo>
                      <a:lnTo>
                        <a:pt x="4729" y="21217"/>
                      </a:lnTo>
                      <a:lnTo>
                        <a:pt x="4603" y="21217"/>
                      </a:lnTo>
                      <a:lnTo>
                        <a:pt x="4562" y="21301"/>
                      </a:lnTo>
                      <a:lnTo>
                        <a:pt x="4603" y="21364"/>
                      </a:lnTo>
                      <a:lnTo>
                        <a:pt x="4562" y="21426"/>
                      </a:lnTo>
                      <a:lnTo>
                        <a:pt x="4603" y="21468"/>
                      </a:lnTo>
                      <a:lnTo>
                        <a:pt x="4520" y="21552"/>
                      </a:lnTo>
                      <a:lnTo>
                        <a:pt x="4415" y="21552"/>
                      </a:lnTo>
                      <a:lnTo>
                        <a:pt x="4499" y="21719"/>
                      </a:lnTo>
                      <a:lnTo>
                        <a:pt x="4520" y="21845"/>
                      </a:lnTo>
                      <a:lnTo>
                        <a:pt x="4666" y="21929"/>
                      </a:lnTo>
                      <a:lnTo>
                        <a:pt x="4771" y="22054"/>
                      </a:lnTo>
                      <a:lnTo>
                        <a:pt x="4917" y="22138"/>
                      </a:lnTo>
                      <a:lnTo>
                        <a:pt x="5022" y="22075"/>
                      </a:lnTo>
                      <a:lnTo>
                        <a:pt x="5085" y="22075"/>
                      </a:lnTo>
                      <a:lnTo>
                        <a:pt x="5168" y="22033"/>
                      </a:lnTo>
                      <a:lnTo>
                        <a:pt x="5189" y="22096"/>
                      </a:lnTo>
                      <a:lnTo>
                        <a:pt x="5336" y="22159"/>
                      </a:lnTo>
                      <a:lnTo>
                        <a:pt x="5336" y="22201"/>
                      </a:lnTo>
                      <a:lnTo>
                        <a:pt x="5273" y="22263"/>
                      </a:lnTo>
                      <a:lnTo>
                        <a:pt x="5357" y="22347"/>
                      </a:lnTo>
                      <a:lnTo>
                        <a:pt x="5357" y="22514"/>
                      </a:lnTo>
                      <a:lnTo>
                        <a:pt x="5273" y="22556"/>
                      </a:lnTo>
                      <a:lnTo>
                        <a:pt x="5168" y="22556"/>
                      </a:lnTo>
                      <a:lnTo>
                        <a:pt x="5043" y="22682"/>
                      </a:lnTo>
                      <a:lnTo>
                        <a:pt x="4980" y="22682"/>
                      </a:lnTo>
                      <a:lnTo>
                        <a:pt x="4875" y="22577"/>
                      </a:lnTo>
                      <a:lnTo>
                        <a:pt x="4729" y="22577"/>
                      </a:lnTo>
                      <a:lnTo>
                        <a:pt x="4645" y="22514"/>
                      </a:lnTo>
                      <a:lnTo>
                        <a:pt x="4457" y="22514"/>
                      </a:lnTo>
                      <a:lnTo>
                        <a:pt x="4415" y="22473"/>
                      </a:lnTo>
                      <a:lnTo>
                        <a:pt x="4415" y="22347"/>
                      </a:lnTo>
                      <a:lnTo>
                        <a:pt x="4310" y="22284"/>
                      </a:lnTo>
                      <a:lnTo>
                        <a:pt x="4227" y="22180"/>
                      </a:lnTo>
                      <a:lnTo>
                        <a:pt x="4185" y="22180"/>
                      </a:lnTo>
                      <a:lnTo>
                        <a:pt x="4080" y="22263"/>
                      </a:lnTo>
                      <a:lnTo>
                        <a:pt x="3829" y="22180"/>
                      </a:lnTo>
                      <a:lnTo>
                        <a:pt x="3787" y="22075"/>
                      </a:lnTo>
                      <a:lnTo>
                        <a:pt x="3725" y="22033"/>
                      </a:lnTo>
                      <a:lnTo>
                        <a:pt x="3787" y="21949"/>
                      </a:lnTo>
                      <a:lnTo>
                        <a:pt x="3766" y="21824"/>
                      </a:lnTo>
                      <a:lnTo>
                        <a:pt x="3766" y="21719"/>
                      </a:lnTo>
                      <a:lnTo>
                        <a:pt x="3662" y="21636"/>
                      </a:lnTo>
                      <a:lnTo>
                        <a:pt x="3662" y="21531"/>
                      </a:lnTo>
                      <a:lnTo>
                        <a:pt x="3494" y="21385"/>
                      </a:lnTo>
                      <a:lnTo>
                        <a:pt x="3494" y="21238"/>
                      </a:lnTo>
                      <a:lnTo>
                        <a:pt x="3411" y="21217"/>
                      </a:lnTo>
                      <a:lnTo>
                        <a:pt x="3453" y="21113"/>
                      </a:lnTo>
                      <a:lnTo>
                        <a:pt x="3515" y="21092"/>
                      </a:lnTo>
                      <a:lnTo>
                        <a:pt x="3557" y="20903"/>
                      </a:lnTo>
                      <a:lnTo>
                        <a:pt x="3557" y="20799"/>
                      </a:lnTo>
                      <a:lnTo>
                        <a:pt x="3515" y="20778"/>
                      </a:lnTo>
                      <a:lnTo>
                        <a:pt x="3515" y="20694"/>
                      </a:lnTo>
                      <a:lnTo>
                        <a:pt x="3578" y="20610"/>
                      </a:lnTo>
                      <a:lnTo>
                        <a:pt x="3515" y="20589"/>
                      </a:lnTo>
                      <a:lnTo>
                        <a:pt x="3390" y="20401"/>
                      </a:lnTo>
                      <a:lnTo>
                        <a:pt x="3139" y="20297"/>
                      </a:lnTo>
                      <a:lnTo>
                        <a:pt x="3055" y="20359"/>
                      </a:lnTo>
                      <a:lnTo>
                        <a:pt x="2992" y="20297"/>
                      </a:lnTo>
                      <a:lnTo>
                        <a:pt x="2930" y="20297"/>
                      </a:lnTo>
                      <a:lnTo>
                        <a:pt x="2867" y="20338"/>
                      </a:lnTo>
                      <a:lnTo>
                        <a:pt x="2741" y="20297"/>
                      </a:lnTo>
                      <a:lnTo>
                        <a:pt x="2783" y="20255"/>
                      </a:lnTo>
                      <a:lnTo>
                        <a:pt x="2888" y="20234"/>
                      </a:lnTo>
                      <a:lnTo>
                        <a:pt x="2930" y="20150"/>
                      </a:lnTo>
                      <a:lnTo>
                        <a:pt x="2783" y="20108"/>
                      </a:lnTo>
                      <a:lnTo>
                        <a:pt x="2783" y="20087"/>
                      </a:lnTo>
                      <a:lnTo>
                        <a:pt x="2867" y="20066"/>
                      </a:lnTo>
                      <a:lnTo>
                        <a:pt x="2783" y="20004"/>
                      </a:lnTo>
                      <a:lnTo>
                        <a:pt x="2720" y="20066"/>
                      </a:lnTo>
                      <a:lnTo>
                        <a:pt x="2532" y="20108"/>
                      </a:lnTo>
                      <a:lnTo>
                        <a:pt x="2511" y="20087"/>
                      </a:lnTo>
                      <a:lnTo>
                        <a:pt x="2553" y="20004"/>
                      </a:lnTo>
                      <a:lnTo>
                        <a:pt x="2658" y="19962"/>
                      </a:lnTo>
                      <a:lnTo>
                        <a:pt x="2637" y="19941"/>
                      </a:lnTo>
                      <a:lnTo>
                        <a:pt x="2448" y="19899"/>
                      </a:lnTo>
                      <a:lnTo>
                        <a:pt x="2427" y="19836"/>
                      </a:lnTo>
                      <a:lnTo>
                        <a:pt x="2302" y="19753"/>
                      </a:lnTo>
                      <a:lnTo>
                        <a:pt x="2260" y="19585"/>
                      </a:lnTo>
                      <a:lnTo>
                        <a:pt x="2134" y="19522"/>
                      </a:lnTo>
                      <a:lnTo>
                        <a:pt x="2155" y="19481"/>
                      </a:lnTo>
                      <a:lnTo>
                        <a:pt x="2260" y="19481"/>
                      </a:lnTo>
                      <a:lnTo>
                        <a:pt x="2302" y="19522"/>
                      </a:lnTo>
                      <a:lnTo>
                        <a:pt x="2448" y="19543"/>
                      </a:lnTo>
                      <a:lnTo>
                        <a:pt x="2469" y="19648"/>
                      </a:lnTo>
                      <a:lnTo>
                        <a:pt x="2720" y="19857"/>
                      </a:lnTo>
                      <a:lnTo>
                        <a:pt x="2783" y="19857"/>
                      </a:lnTo>
                      <a:lnTo>
                        <a:pt x="2825" y="19794"/>
                      </a:lnTo>
                      <a:lnTo>
                        <a:pt x="2950" y="19878"/>
                      </a:lnTo>
                      <a:lnTo>
                        <a:pt x="3139" y="19878"/>
                      </a:lnTo>
                      <a:lnTo>
                        <a:pt x="3160" y="19836"/>
                      </a:lnTo>
                      <a:lnTo>
                        <a:pt x="3243" y="19899"/>
                      </a:lnTo>
                      <a:lnTo>
                        <a:pt x="3160" y="19962"/>
                      </a:lnTo>
                      <a:lnTo>
                        <a:pt x="3202" y="19983"/>
                      </a:lnTo>
                      <a:lnTo>
                        <a:pt x="3202" y="20045"/>
                      </a:lnTo>
                      <a:lnTo>
                        <a:pt x="3306" y="20045"/>
                      </a:lnTo>
                      <a:lnTo>
                        <a:pt x="3369" y="19983"/>
                      </a:lnTo>
                      <a:lnTo>
                        <a:pt x="3557" y="19983"/>
                      </a:lnTo>
                      <a:lnTo>
                        <a:pt x="3494" y="20004"/>
                      </a:lnTo>
                      <a:lnTo>
                        <a:pt x="3599" y="20004"/>
                      </a:lnTo>
                      <a:lnTo>
                        <a:pt x="3704" y="19983"/>
                      </a:lnTo>
                      <a:lnTo>
                        <a:pt x="3704" y="20066"/>
                      </a:lnTo>
                      <a:lnTo>
                        <a:pt x="3871" y="20192"/>
                      </a:lnTo>
                      <a:lnTo>
                        <a:pt x="3934" y="20150"/>
                      </a:lnTo>
                      <a:lnTo>
                        <a:pt x="4038" y="20171"/>
                      </a:lnTo>
                      <a:lnTo>
                        <a:pt x="4080" y="20213"/>
                      </a:lnTo>
                      <a:lnTo>
                        <a:pt x="4227" y="20213"/>
                      </a:lnTo>
                      <a:lnTo>
                        <a:pt x="4331" y="20255"/>
                      </a:lnTo>
                      <a:lnTo>
                        <a:pt x="4415" y="20192"/>
                      </a:lnTo>
                      <a:lnTo>
                        <a:pt x="4541" y="20297"/>
                      </a:lnTo>
                      <a:lnTo>
                        <a:pt x="4729" y="20359"/>
                      </a:lnTo>
                      <a:lnTo>
                        <a:pt x="5064" y="20380"/>
                      </a:lnTo>
                      <a:lnTo>
                        <a:pt x="5336" y="20359"/>
                      </a:lnTo>
                      <a:lnTo>
                        <a:pt x="5357" y="20297"/>
                      </a:lnTo>
                      <a:lnTo>
                        <a:pt x="5545" y="20297"/>
                      </a:lnTo>
                      <a:lnTo>
                        <a:pt x="5608" y="20255"/>
                      </a:lnTo>
                      <a:lnTo>
                        <a:pt x="5796" y="20213"/>
                      </a:lnTo>
                      <a:lnTo>
                        <a:pt x="5963" y="20150"/>
                      </a:lnTo>
                      <a:lnTo>
                        <a:pt x="6173" y="19857"/>
                      </a:lnTo>
                      <a:lnTo>
                        <a:pt x="6194" y="19773"/>
                      </a:lnTo>
                      <a:lnTo>
                        <a:pt x="6319" y="19627"/>
                      </a:lnTo>
                      <a:lnTo>
                        <a:pt x="6319" y="19543"/>
                      </a:lnTo>
                      <a:lnTo>
                        <a:pt x="6340" y="19460"/>
                      </a:lnTo>
                      <a:lnTo>
                        <a:pt x="6382" y="19313"/>
                      </a:lnTo>
                      <a:lnTo>
                        <a:pt x="6382" y="19167"/>
                      </a:lnTo>
                      <a:lnTo>
                        <a:pt x="6382" y="19041"/>
                      </a:lnTo>
                      <a:lnTo>
                        <a:pt x="6319" y="18999"/>
                      </a:lnTo>
                      <a:lnTo>
                        <a:pt x="6277" y="18999"/>
                      </a:lnTo>
                      <a:lnTo>
                        <a:pt x="6173" y="18832"/>
                      </a:lnTo>
                      <a:lnTo>
                        <a:pt x="6089" y="18790"/>
                      </a:lnTo>
                      <a:lnTo>
                        <a:pt x="6068" y="18644"/>
                      </a:lnTo>
                      <a:lnTo>
                        <a:pt x="5963" y="18392"/>
                      </a:lnTo>
                      <a:lnTo>
                        <a:pt x="5859" y="18372"/>
                      </a:lnTo>
                      <a:lnTo>
                        <a:pt x="5817" y="18413"/>
                      </a:lnTo>
                      <a:lnTo>
                        <a:pt x="5691" y="18372"/>
                      </a:lnTo>
                      <a:lnTo>
                        <a:pt x="5691" y="18288"/>
                      </a:lnTo>
                      <a:lnTo>
                        <a:pt x="5461" y="18120"/>
                      </a:lnTo>
                      <a:lnTo>
                        <a:pt x="5461" y="18016"/>
                      </a:lnTo>
                      <a:lnTo>
                        <a:pt x="5336" y="17890"/>
                      </a:lnTo>
                      <a:lnTo>
                        <a:pt x="5273" y="17890"/>
                      </a:lnTo>
                      <a:lnTo>
                        <a:pt x="5294" y="17953"/>
                      </a:lnTo>
                      <a:lnTo>
                        <a:pt x="5378" y="18079"/>
                      </a:lnTo>
                      <a:lnTo>
                        <a:pt x="5294" y="18100"/>
                      </a:lnTo>
                      <a:lnTo>
                        <a:pt x="5168" y="17974"/>
                      </a:lnTo>
                      <a:lnTo>
                        <a:pt x="5085" y="17974"/>
                      </a:lnTo>
                      <a:lnTo>
                        <a:pt x="4938" y="17807"/>
                      </a:lnTo>
                      <a:lnTo>
                        <a:pt x="4875" y="17807"/>
                      </a:lnTo>
                      <a:lnTo>
                        <a:pt x="4875" y="17869"/>
                      </a:lnTo>
                      <a:lnTo>
                        <a:pt x="4917" y="17911"/>
                      </a:lnTo>
                      <a:lnTo>
                        <a:pt x="4834" y="17890"/>
                      </a:lnTo>
                      <a:lnTo>
                        <a:pt x="4708" y="17681"/>
                      </a:lnTo>
                      <a:lnTo>
                        <a:pt x="4603" y="17660"/>
                      </a:lnTo>
                      <a:lnTo>
                        <a:pt x="4520" y="17556"/>
                      </a:lnTo>
                      <a:lnTo>
                        <a:pt x="4122" y="17284"/>
                      </a:lnTo>
                      <a:lnTo>
                        <a:pt x="3515" y="16970"/>
                      </a:lnTo>
                      <a:lnTo>
                        <a:pt x="3390" y="16928"/>
                      </a:lnTo>
                      <a:lnTo>
                        <a:pt x="3369" y="16970"/>
                      </a:lnTo>
                      <a:lnTo>
                        <a:pt x="3243" y="16907"/>
                      </a:lnTo>
                      <a:lnTo>
                        <a:pt x="3097" y="16865"/>
                      </a:lnTo>
                      <a:lnTo>
                        <a:pt x="3097" y="16928"/>
                      </a:lnTo>
                      <a:lnTo>
                        <a:pt x="3034" y="16970"/>
                      </a:lnTo>
                      <a:lnTo>
                        <a:pt x="2930" y="16928"/>
                      </a:lnTo>
                      <a:lnTo>
                        <a:pt x="2762" y="16928"/>
                      </a:lnTo>
                      <a:lnTo>
                        <a:pt x="2678" y="16823"/>
                      </a:lnTo>
                      <a:lnTo>
                        <a:pt x="2574" y="16760"/>
                      </a:lnTo>
                      <a:lnTo>
                        <a:pt x="2574" y="16802"/>
                      </a:lnTo>
                      <a:lnTo>
                        <a:pt x="2637" y="16865"/>
                      </a:lnTo>
                      <a:lnTo>
                        <a:pt x="2616" y="16928"/>
                      </a:lnTo>
                      <a:lnTo>
                        <a:pt x="2532" y="16865"/>
                      </a:lnTo>
                      <a:lnTo>
                        <a:pt x="2406" y="16907"/>
                      </a:lnTo>
                      <a:lnTo>
                        <a:pt x="2344" y="16949"/>
                      </a:lnTo>
                      <a:lnTo>
                        <a:pt x="2365" y="17032"/>
                      </a:lnTo>
                      <a:lnTo>
                        <a:pt x="2302" y="17158"/>
                      </a:lnTo>
                      <a:lnTo>
                        <a:pt x="2155" y="17158"/>
                      </a:lnTo>
                      <a:lnTo>
                        <a:pt x="2239" y="17053"/>
                      </a:lnTo>
                      <a:lnTo>
                        <a:pt x="2323" y="17012"/>
                      </a:lnTo>
                      <a:lnTo>
                        <a:pt x="2260" y="16949"/>
                      </a:lnTo>
                      <a:lnTo>
                        <a:pt x="2197" y="16949"/>
                      </a:lnTo>
                      <a:lnTo>
                        <a:pt x="2218" y="16907"/>
                      </a:lnTo>
                      <a:lnTo>
                        <a:pt x="2239" y="16844"/>
                      </a:lnTo>
                      <a:lnTo>
                        <a:pt x="2197" y="16823"/>
                      </a:lnTo>
                      <a:lnTo>
                        <a:pt x="2134" y="16886"/>
                      </a:lnTo>
                      <a:lnTo>
                        <a:pt x="2030" y="17012"/>
                      </a:lnTo>
                      <a:lnTo>
                        <a:pt x="2030" y="16928"/>
                      </a:lnTo>
                      <a:lnTo>
                        <a:pt x="2030" y="16886"/>
                      </a:lnTo>
                      <a:lnTo>
                        <a:pt x="2009" y="16844"/>
                      </a:lnTo>
                      <a:lnTo>
                        <a:pt x="1946" y="16928"/>
                      </a:lnTo>
                      <a:lnTo>
                        <a:pt x="1925" y="16928"/>
                      </a:lnTo>
                      <a:lnTo>
                        <a:pt x="1925" y="16844"/>
                      </a:lnTo>
                      <a:lnTo>
                        <a:pt x="1821" y="16823"/>
                      </a:lnTo>
                      <a:lnTo>
                        <a:pt x="1716" y="16907"/>
                      </a:lnTo>
                      <a:lnTo>
                        <a:pt x="1695" y="16802"/>
                      </a:lnTo>
                      <a:lnTo>
                        <a:pt x="1632" y="16760"/>
                      </a:lnTo>
                      <a:lnTo>
                        <a:pt x="1569" y="16844"/>
                      </a:lnTo>
                      <a:lnTo>
                        <a:pt x="1528" y="16740"/>
                      </a:lnTo>
                      <a:lnTo>
                        <a:pt x="1528" y="16614"/>
                      </a:lnTo>
                      <a:lnTo>
                        <a:pt x="1590" y="16530"/>
                      </a:lnTo>
                      <a:lnTo>
                        <a:pt x="1590" y="16614"/>
                      </a:lnTo>
                      <a:lnTo>
                        <a:pt x="1674" y="16698"/>
                      </a:lnTo>
                      <a:lnTo>
                        <a:pt x="1800" y="16656"/>
                      </a:lnTo>
                      <a:lnTo>
                        <a:pt x="1883" y="16719"/>
                      </a:lnTo>
                      <a:lnTo>
                        <a:pt x="1988" y="16635"/>
                      </a:lnTo>
                      <a:lnTo>
                        <a:pt x="1988" y="16593"/>
                      </a:lnTo>
                      <a:lnTo>
                        <a:pt x="1904" y="16530"/>
                      </a:lnTo>
                      <a:lnTo>
                        <a:pt x="1883" y="16509"/>
                      </a:lnTo>
                      <a:lnTo>
                        <a:pt x="1800" y="16488"/>
                      </a:lnTo>
                      <a:lnTo>
                        <a:pt x="1737" y="16530"/>
                      </a:lnTo>
                      <a:lnTo>
                        <a:pt x="1695" y="16488"/>
                      </a:lnTo>
                      <a:lnTo>
                        <a:pt x="1632" y="16405"/>
                      </a:lnTo>
                      <a:lnTo>
                        <a:pt x="1528" y="16342"/>
                      </a:lnTo>
                      <a:lnTo>
                        <a:pt x="1423" y="16342"/>
                      </a:lnTo>
                      <a:lnTo>
                        <a:pt x="1402" y="16384"/>
                      </a:lnTo>
                      <a:lnTo>
                        <a:pt x="1465" y="16426"/>
                      </a:lnTo>
                      <a:lnTo>
                        <a:pt x="1486" y="16426"/>
                      </a:lnTo>
                      <a:lnTo>
                        <a:pt x="1486" y="16488"/>
                      </a:lnTo>
                      <a:lnTo>
                        <a:pt x="1402" y="16509"/>
                      </a:lnTo>
                      <a:lnTo>
                        <a:pt x="1360" y="16509"/>
                      </a:lnTo>
                      <a:lnTo>
                        <a:pt x="1360" y="16551"/>
                      </a:lnTo>
                      <a:lnTo>
                        <a:pt x="1465" y="16635"/>
                      </a:lnTo>
                      <a:lnTo>
                        <a:pt x="1402" y="16656"/>
                      </a:lnTo>
                      <a:lnTo>
                        <a:pt x="1318" y="16656"/>
                      </a:lnTo>
                      <a:lnTo>
                        <a:pt x="1277" y="16740"/>
                      </a:lnTo>
                      <a:lnTo>
                        <a:pt x="1256" y="16886"/>
                      </a:lnTo>
                      <a:lnTo>
                        <a:pt x="1193" y="16802"/>
                      </a:lnTo>
                      <a:lnTo>
                        <a:pt x="1193" y="16698"/>
                      </a:lnTo>
                      <a:lnTo>
                        <a:pt x="1151" y="16635"/>
                      </a:lnTo>
                      <a:lnTo>
                        <a:pt x="1005" y="16614"/>
                      </a:lnTo>
                      <a:lnTo>
                        <a:pt x="1005" y="16740"/>
                      </a:lnTo>
                      <a:lnTo>
                        <a:pt x="942" y="16823"/>
                      </a:lnTo>
                      <a:lnTo>
                        <a:pt x="795" y="16781"/>
                      </a:lnTo>
                      <a:lnTo>
                        <a:pt x="691" y="16781"/>
                      </a:lnTo>
                      <a:lnTo>
                        <a:pt x="691" y="16928"/>
                      </a:lnTo>
                      <a:lnTo>
                        <a:pt x="628" y="17053"/>
                      </a:lnTo>
                      <a:lnTo>
                        <a:pt x="481" y="17095"/>
                      </a:lnTo>
                      <a:lnTo>
                        <a:pt x="335" y="17242"/>
                      </a:lnTo>
                      <a:lnTo>
                        <a:pt x="335" y="17451"/>
                      </a:lnTo>
                      <a:lnTo>
                        <a:pt x="251" y="17451"/>
                      </a:lnTo>
                      <a:lnTo>
                        <a:pt x="105" y="17514"/>
                      </a:lnTo>
                      <a:lnTo>
                        <a:pt x="0" y="17556"/>
                      </a:lnTo>
                      <a:lnTo>
                        <a:pt x="105" y="17576"/>
                      </a:lnTo>
                      <a:lnTo>
                        <a:pt x="63" y="17744"/>
                      </a:lnTo>
                      <a:lnTo>
                        <a:pt x="21" y="17932"/>
                      </a:lnTo>
                      <a:lnTo>
                        <a:pt x="105" y="18037"/>
                      </a:lnTo>
                      <a:lnTo>
                        <a:pt x="209" y="18288"/>
                      </a:lnTo>
                      <a:lnTo>
                        <a:pt x="272" y="18288"/>
                      </a:lnTo>
                      <a:lnTo>
                        <a:pt x="440" y="18372"/>
                      </a:lnTo>
                      <a:lnTo>
                        <a:pt x="523" y="18497"/>
                      </a:lnTo>
                      <a:lnTo>
                        <a:pt x="565" y="18602"/>
                      </a:lnTo>
                      <a:lnTo>
                        <a:pt x="837" y="18769"/>
                      </a:lnTo>
                      <a:lnTo>
                        <a:pt x="900" y="18832"/>
                      </a:lnTo>
                      <a:lnTo>
                        <a:pt x="858" y="19020"/>
                      </a:lnTo>
                      <a:lnTo>
                        <a:pt x="753" y="19208"/>
                      </a:lnTo>
                      <a:lnTo>
                        <a:pt x="649" y="19460"/>
                      </a:lnTo>
                      <a:lnTo>
                        <a:pt x="774" y="19627"/>
                      </a:lnTo>
                      <a:lnTo>
                        <a:pt x="837" y="19773"/>
                      </a:lnTo>
                      <a:lnTo>
                        <a:pt x="1067" y="20234"/>
                      </a:lnTo>
                      <a:lnTo>
                        <a:pt x="1318" y="20820"/>
                      </a:lnTo>
                      <a:lnTo>
                        <a:pt x="1214" y="20861"/>
                      </a:lnTo>
                      <a:lnTo>
                        <a:pt x="1193" y="21217"/>
                      </a:lnTo>
                      <a:lnTo>
                        <a:pt x="1193" y="21322"/>
                      </a:lnTo>
                      <a:lnTo>
                        <a:pt x="1297" y="21343"/>
                      </a:lnTo>
                      <a:lnTo>
                        <a:pt x="1214" y="21447"/>
                      </a:lnTo>
                      <a:lnTo>
                        <a:pt x="1214" y="21636"/>
                      </a:lnTo>
                      <a:lnTo>
                        <a:pt x="1297" y="21740"/>
                      </a:lnTo>
                      <a:lnTo>
                        <a:pt x="1423" y="21761"/>
                      </a:lnTo>
                      <a:lnTo>
                        <a:pt x="1486" y="21866"/>
                      </a:lnTo>
                      <a:lnTo>
                        <a:pt x="1423" y="21929"/>
                      </a:lnTo>
                      <a:lnTo>
                        <a:pt x="1423" y="22138"/>
                      </a:lnTo>
                      <a:lnTo>
                        <a:pt x="1486" y="22263"/>
                      </a:lnTo>
                      <a:lnTo>
                        <a:pt x="1674" y="22389"/>
                      </a:lnTo>
                      <a:lnTo>
                        <a:pt x="1674" y="22577"/>
                      </a:lnTo>
                      <a:lnTo>
                        <a:pt x="1569" y="22745"/>
                      </a:lnTo>
                      <a:lnTo>
                        <a:pt x="1507" y="22912"/>
                      </a:lnTo>
                      <a:lnTo>
                        <a:pt x="1779" y="23289"/>
                      </a:lnTo>
                      <a:lnTo>
                        <a:pt x="1925" y="23330"/>
                      </a:lnTo>
                      <a:lnTo>
                        <a:pt x="2197" y="23623"/>
                      </a:lnTo>
                      <a:lnTo>
                        <a:pt x="2218" y="23812"/>
                      </a:lnTo>
                      <a:lnTo>
                        <a:pt x="2051" y="24230"/>
                      </a:lnTo>
                      <a:lnTo>
                        <a:pt x="1821" y="24628"/>
                      </a:lnTo>
                      <a:lnTo>
                        <a:pt x="1695" y="24900"/>
                      </a:lnTo>
                      <a:lnTo>
                        <a:pt x="1528" y="25151"/>
                      </a:lnTo>
                      <a:lnTo>
                        <a:pt x="1381" y="25402"/>
                      </a:lnTo>
                      <a:lnTo>
                        <a:pt x="1256" y="25486"/>
                      </a:lnTo>
                      <a:lnTo>
                        <a:pt x="984" y="25737"/>
                      </a:lnTo>
                      <a:lnTo>
                        <a:pt x="1005" y="25904"/>
                      </a:lnTo>
                      <a:cubicBezTo>
                        <a:pt x="1005" y="25883"/>
                        <a:pt x="1046" y="25883"/>
                        <a:pt x="1046" y="25883"/>
                      </a:cubicBezTo>
                      <a:cubicBezTo>
                        <a:pt x="1067" y="25883"/>
                        <a:pt x="1193" y="25799"/>
                        <a:pt x="1193" y="25799"/>
                      </a:cubicBezTo>
                      <a:lnTo>
                        <a:pt x="1318" y="25779"/>
                      </a:lnTo>
                      <a:lnTo>
                        <a:pt x="1256" y="25841"/>
                      </a:lnTo>
                      <a:lnTo>
                        <a:pt x="1297" y="25925"/>
                      </a:lnTo>
                      <a:lnTo>
                        <a:pt x="1297" y="26030"/>
                      </a:lnTo>
                      <a:lnTo>
                        <a:pt x="1172" y="25925"/>
                      </a:lnTo>
                      <a:lnTo>
                        <a:pt x="1151" y="26009"/>
                      </a:lnTo>
                      <a:lnTo>
                        <a:pt x="1277" y="26155"/>
                      </a:lnTo>
                      <a:lnTo>
                        <a:pt x="1402" y="26155"/>
                      </a:lnTo>
                      <a:lnTo>
                        <a:pt x="1486" y="26260"/>
                      </a:lnTo>
                      <a:lnTo>
                        <a:pt x="1611" y="26260"/>
                      </a:lnTo>
                      <a:lnTo>
                        <a:pt x="1674" y="26239"/>
                      </a:lnTo>
                      <a:lnTo>
                        <a:pt x="1779" y="26239"/>
                      </a:lnTo>
                      <a:lnTo>
                        <a:pt x="1883" y="26364"/>
                      </a:lnTo>
                      <a:lnTo>
                        <a:pt x="1800" y="26448"/>
                      </a:lnTo>
                      <a:lnTo>
                        <a:pt x="1611" y="26406"/>
                      </a:lnTo>
                      <a:lnTo>
                        <a:pt x="1528" y="26427"/>
                      </a:lnTo>
                      <a:lnTo>
                        <a:pt x="1507" y="26532"/>
                      </a:lnTo>
                      <a:lnTo>
                        <a:pt x="1381" y="26636"/>
                      </a:lnTo>
                      <a:lnTo>
                        <a:pt x="1277" y="26553"/>
                      </a:lnTo>
                      <a:lnTo>
                        <a:pt x="1214" y="26615"/>
                      </a:lnTo>
                      <a:lnTo>
                        <a:pt x="1214" y="26720"/>
                      </a:lnTo>
                      <a:lnTo>
                        <a:pt x="1109" y="26741"/>
                      </a:lnTo>
                      <a:lnTo>
                        <a:pt x="1067" y="26636"/>
                      </a:lnTo>
                      <a:lnTo>
                        <a:pt x="1005" y="26657"/>
                      </a:lnTo>
                      <a:lnTo>
                        <a:pt x="1005" y="26720"/>
                      </a:lnTo>
                      <a:lnTo>
                        <a:pt x="1067" y="26783"/>
                      </a:lnTo>
                      <a:lnTo>
                        <a:pt x="1046" y="26929"/>
                      </a:lnTo>
                      <a:lnTo>
                        <a:pt x="1088" y="26992"/>
                      </a:lnTo>
                      <a:lnTo>
                        <a:pt x="1088" y="27034"/>
                      </a:lnTo>
                      <a:lnTo>
                        <a:pt x="1067" y="27055"/>
                      </a:lnTo>
                      <a:lnTo>
                        <a:pt x="984" y="27159"/>
                      </a:lnTo>
                      <a:lnTo>
                        <a:pt x="942" y="27306"/>
                      </a:lnTo>
                      <a:lnTo>
                        <a:pt x="858" y="27369"/>
                      </a:lnTo>
                      <a:lnTo>
                        <a:pt x="795" y="27808"/>
                      </a:lnTo>
                      <a:lnTo>
                        <a:pt x="1067" y="28289"/>
                      </a:lnTo>
                      <a:lnTo>
                        <a:pt x="1067" y="28394"/>
                      </a:lnTo>
                      <a:lnTo>
                        <a:pt x="984" y="28457"/>
                      </a:lnTo>
                      <a:lnTo>
                        <a:pt x="1005" y="28561"/>
                      </a:lnTo>
                      <a:lnTo>
                        <a:pt x="942" y="28708"/>
                      </a:lnTo>
                      <a:lnTo>
                        <a:pt x="1046" y="28729"/>
                      </a:lnTo>
                      <a:lnTo>
                        <a:pt x="1067" y="28833"/>
                      </a:lnTo>
                      <a:lnTo>
                        <a:pt x="1046" y="28875"/>
                      </a:lnTo>
                      <a:lnTo>
                        <a:pt x="1088" y="28938"/>
                      </a:lnTo>
                      <a:lnTo>
                        <a:pt x="1109" y="29043"/>
                      </a:lnTo>
                      <a:lnTo>
                        <a:pt x="1088" y="29126"/>
                      </a:lnTo>
                      <a:lnTo>
                        <a:pt x="1172" y="29252"/>
                      </a:lnTo>
                      <a:lnTo>
                        <a:pt x="1193" y="29294"/>
                      </a:lnTo>
                      <a:lnTo>
                        <a:pt x="1256" y="29461"/>
                      </a:lnTo>
                      <a:lnTo>
                        <a:pt x="1318" y="29566"/>
                      </a:lnTo>
                      <a:lnTo>
                        <a:pt x="1360" y="29712"/>
                      </a:lnTo>
                      <a:lnTo>
                        <a:pt x="1402" y="29712"/>
                      </a:lnTo>
                      <a:lnTo>
                        <a:pt x="1507" y="29796"/>
                      </a:lnTo>
                      <a:lnTo>
                        <a:pt x="1632" y="29712"/>
                      </a:lnTo>
                      <a:lnTo>
                        <a:pt x="1737" y="29900"/>
                      </a:lnTo>
                      <a:lnTo>
                        <a:pt x="1883" y="29817"/>
                      </a:lnTo>
                      <a:lnTo>
                        <a:pt x="2009" y="29859"/>
                      </a:lnTo>
                      <a:lnTo>
                        <a:pt x="2113" y="30026"/>
                      </a:lnTo>
                      <a:lnTo>
                        <a:pt x="2260" y="29921"/>
                      </a:lnTo>
                      <a:lnTo>
                        <a:pt x="2427" y="29880"/>
                      </a:lnTo>
                      <a:lnTo>
                        <a:pt x="2511" y="29963"/>
                      </a:lnTo>
                      <a:lnTo>
                        <a:pt x="2574" y="29963"/>
                      </a:lnTo>
                      <a:lnTo>
                        <a:pt x="2846" y="30026"/>
                      </a:lnTo>
                      <a:lnTo>
                        <a:pt x="2867" y="30172"/>
                      </a:lnTo>
                      <a:lnTo>
                        <a:pt x="2825" y="30319"/>
                      </a:lnTo>
                      <a:lnTo>
                        <a:pt x="2930" y="30424"/>
                      </a:lnTo>
                      <a:lnTo>
                        <a:pt x="2930" y="30612"/>
                      </a:lnTo>
                      <a:lnTo>
                        <a:pt x="3055" y="30737"/>
                      </a:lnTo>
                      <a:lnTo>
                        <a:pt x="3139" y="30905"/>
                      </a:lnTo>
                      <a:lnTo>
                        <a:pt x="3285" y="31114"/>
                      </a:lnTo>
                      <a:lnTo>
                        <a:pt x="3390" y="31177"/>
                      </a:lnTo>
                      <a:lnTo>
                        <a:pt x="3453" y="31365"/>
                      </a:lnTo>
                      <a:lnTo>
                        <a:pt x="3620" y="31428"/>
                      </a:lnTo>
                      <a:lnTo>
                        <a:pt x="3829" y="31595"/>
                      </a:lnTo>
                      <a:lnTo>
                        <a:pt x="3871" y="31700"/>
                      </a:lnTo>
                      <a:lnTo>
                        <a:pt x="4018" y="31805"/>
                      </a:lnTo>
                      <a:lnTo>
                        <a:pt x="3934" y="31867"/>
                      </a:lnTo>
                      <a:lnTo>
                        <a:pt x="3829" y="32056"/>
                      </a:lnTo>
                      <a:lnTo>
                        <a:pt x="3557" y="32097"/>
                      </a:lnTo>
                      <a:lnTo>
                        <a:pt x="3411" y="31993"/>
                      </a:lnTo>
                      <a:lnTo>
                        <a:pt x="3369" y="32097"/>
                      </a:lnTo>
                      <a:lnTo>
                        <a:pt x="3369" y="32223"/>
                      </a:lnTo>
                      <a:lnTo>
                        <a:pt x="3474" y="32411"/>
                      </a:lnTo>
                      <a:lnTo>
                        <a:pt x="3453" y="32579"/>
                      </a:lnTo>
                      <a:lnTo>
                        <a:pt x="3578" y="32725"/>
                      </a:lnTo>
                      <a:lnTo>
                        <a:pt x="3578" y="32893"/>
                      </a:lnTo>
                      <a:lnTo>
                        <a:pt x="3683" y="32913"/>
                      </a:lnTo>
                      <a:lnTo>
                        <a:pt x="3808" y="32893"/>
                      </a:lnTo>
                      <a:lnTo>
                        <a:pt x="3808" y="32746"/>
                      </a:lnTo>
                      <a:lnTo>
                        <a:pt x="3892" y="32683"/>
                      </a:lnTo>
                      <a:lnTo>
                        <a:pt x="4185" y="32788"/>
                      </a:lnTo>
                      <a:lnTo>
                        <a:pt x="4457" y="32788"/>
                      </a:lnTo>
                      <a:lnTo>
                        <a:pt x="4624" y="32704"/>
                      </a:lnTo>
                      <a:lnTo>
                        <a:pt x="4750" y="32704"/>
                      </a:lnTo>
                      <a:lnTo>
                        <a:pt x="4834" y="32955"/>
                      </a:lnTo>
                      <a:lnTo>
                        <a:pt x="4959" y="33060"/>
                      </a:lnTo>
                      <a:lnTo>
                        <a:pt x="4875" y="33206"/>
                      </a:lnTo>
                      <a:lnTo>
                        <a:pt x="5043" y="33416"/>
                      </a:lnTo>
                      <a:lnTo>
                        <a:pt x="5357" y="33353"/>
                      </a:lnTo>
                      <a:lnTo>
                        <a:pt x="5461" y="33457"/>
                      </a:lnTo>
                      <a:lnTo>
                        <a:pt x="5482" y="33583"/>
                      </a:lnTo>
                      <a:lnTo>
                        <a:pt x="5587" y="33625"/>
                      </a:lnTo>
                      <a:lnTo>
                        <a:pt x="5587" y="33771"/>
                      </a:lnTo>
                      <a:lnTo>
                        <a:pt x="5650" y="33960"/>
                      </a:lnTo>
                      <a:lnTo>
                        <a:pt x="5901" y="34211"/>
                      </a:lnTo>
                      <a:lnTo>
                        <a:pt x="6005" y="34106"/>
                      </a:lnTo>
                      <a:lnTo>
                        <a:pt x="6173" y="34190"/>
                      </a:lnTo>
                      <a:lnTo>
                        <a:pt x="6298" y="34169"/>
                      </a:lnTo>
                      <a:lnTo>
                        <a:pt x="6424" y="34190"/>
                      </a:lnTo>
                      <a:lnTo>
                        <a:pt x="6612" y="34043"/>
                      </a:lnTo>
                      <a:lnTo>
                        <a:pt x="6696" y="34043"/>
                      </a:lnTo>
                      <a:lnTo>
                        <a:pt x="6821" y="34315"/>
                      </a:lnTo>
                      <a:lnTo>
                        <a:pt x="7010" y="34420"/>
                      </a:lnTo>
                      <a:lnTo>
                        <a:pt x="7051" y="34525"/>
                      </a:lnTo>
                      <a:lnTo>
                        <a:pt x="7135" y="34462"/>
                      </a:lnTo>
                      <a:lnTo>
                        <a:pt x="7344" y="34504"/>
                      </a:lnTo>
                      <a:lnTo>
                        <a:pt x="7491" y="34504"/>
                      </a:lnTo>
                      <a:lnTo>
                        <a:pt x="7595" y="34587"/>
                      </a:lnTo>
                      <a:lnTo>
                        <a:pt x="7742" y="34566"/>
                      </a:lnTo>
                      <a:lnTo>
                        <a:pt x="7888" y="34671"/>
                      </a:lnTo>
                      <a:lnTo>
                        <a:pt x="8077" y="34692"/>
                      </a:lnTo>
                      <a:lnTo>
                        <a:pt x="8160" y="34608"/>
                      </a:lnTo>
                      <a:lnTo>
                        <a:pt x="8202" y="34734"/>
                      </a:lnTo>
                      <a:lnTo>
                        <a:pt x="8286" y="34797"/>
                      </a:lnTo>
                      <a:lnTo>
                        <a:pt x="8286" y="34943"/>
                      </a:lnTo>
                      <a:lnTo>
                        <a:pt x="8181" y="35090"/>
                      </a:lnTo>
                      <a:lnTo>
                        <a:pt x="8056" y="35110"/>
                      </a:lnTo>
                      <a:lnTo>
                        <a:pt x="8014" y="35362"/>
                      </a:lnTo>
                      <a:lnTo>
                        <a:pt x="8181" y="35466"/>
                      </a:lnTo>
                      <a:lnTo>
                        <a:pt x="8202" y="35634"/>
                      </a:lnTo>
                      <a:lnTo>
                        <a:pt x="8119" y="35843"/>
                      </a:lnTo>
                      <a:lnTo>
                        <a:pt x="8160" y="35989"/>
                      </a:lnTo>
                      <a:lnTo>
                        <a:pt x="8056" y="36073"/>
                      </a:lnTo>
                      <a:lnTo>
                        <a:pt x="7763" y="36094"/>
                      </a:lnTo>
                      <a:lnTo>
                        <a:pt x="7637" y="36303"/>
                      </a:lnTo>
                      <a:lnTo>
                        <a:pt x="7554" y="36345"/>
                      </a:lnTo>
                      <a:lnTo>
                        <a:pt x="7533" y="36596"/>
                      </a:lnTo>
                      <a:lnTo>
                        <a:pt x="7554" y="36596"/>
                      </a:lnTo>
                      <a:lnTo>
                        <a:pt x="7658" y="36617"/>
                      </a:lnTo>
                      <a:lnTo>
                        <a:pt x="7784" y="36554"/>
                      </a:lnTo>
                      <a:lnTo>
                        <a:pt x="7951" y="36512"/>
                      </a:lnTo>
                      <a:lnTo>
                        <a:pt x="7972" y="36575"/>
                      </a:lnTo>
                      <a:lnTo>
                        <a:pt x="7951" y="36659"/>
                      </a:lnTo>
                      <a:lnTo>
                        <a:pt x="7637" y="36805"/>
                      </a:lnTo>
                      <a:lnTo>
                        <a:pt x="7491" y="36889"/>
                      </a:lnTo>
                      <a:lnTo>
                        <a:pt x="7554" y="36931"/>
                      </a:lnTo>
                      <a:lnTo>
                        <a:pt x="7637" y="36931"/>
                      </a:lnTo>
                      <a:lnTo>
                        <a:pt x="7554" y="37014"/>
                      </a:lnTo>
                      <a:lnTo>
                        <a:pt x="7428" y="36994"/>
                      </a:lnTo>
                      <a:lnTo>
                        <a:pt x="7240" y="37014"/>
                      </a:lnTo>
                      <a:lnTo>
                        <a:pt x="7323" y="37203"/>
                      </a:lnTo>
                      <a:lnTo>
                        <a:pt x="7386" y="37286"/>
                      </a:lnTo>
                      <a:lnTo>
                        <a:pt x="7449" y="37224"/>
                      </a:lnTo>
                      <a:lnTo>
                        <a:pt x="7470" y="37286"/>
                      </a:lnTo>
                      <a:lnTo>
                        <a:pt x="7575" y="37307"/>
                      </a:lnTo>
                      <a:lnTo>
                        <a:pt x="7575" y="37349"/>
                      </a:lnTo>
                      <a:lnTo>
                        <a:pt x="7491" y="37391"/>
                      </a:lnTo>
                      <a:lnTo>
                        <a:pt x="7449" y="37454"/>
                      </a:lnTo>
                      <a:lnTo>
                        <a:pt x="7365" y="37454"/>
                      </a:lnTo>
                      <a:lnTo>
                        <a:pt x="7323" y="37517"/>
                      </a:lnTo>
                      <a:lnTo>
                        <a:pt x="7323" y="37559"/>
                      </a:lnTo>
                      <a:lnTo>
                        <a:pt x="7177" y="37705"/>
                      </a:lnTo>
                      <a:lnTo>
                        <a:pt x="7177" y="37831"/>
                      </a:lnTo>
                      <a:lnTo>
                        <a:pt x="7240" y="37851"/>
                      </a:lnTo>
                      <a:lnTo>
                        <a:pt x="7219" y="38019"/>
                      </a:lnTo>
                      <a:lnTo>
                        <a:pt x="7114" y="37977"/>
                      </a:lnTo>
                      <a:lnTo>
                        <a:pt x="7072" y="38019"/>
                      </a:lnTo>
                      <a:lnTo>
                        <a:pt x="6968" y="37935"/>
                      </a:lnTo>
                      <a:lnTo>
                        <a:pt x="6842" y="37914"/>
                      </a:lnTo>
                      <a:lnTo>
                        <a:pt x="6842" y="37956"/>
                      </a:lnTo>
                      <a:lnTo>
                        <a:pt x="6905" y="38040"/>
                      </a:lnTo>
                      <a:lnTo>
                        <a:pt x="6821" y="38061"/>
                      </a:lnTo>
                      <a:lnTo>
                        <a:pt x="6738" y="38144"/>
                      </a:lnTo>
                      <a:lnTo>
                        <a:pt x="6863" y="38165"/>
                      </a:lnTo>
                      <a:lnTo>
                        <a:pt x="6947" y="38165"/>
                      </a:lnTo>
                      <a:lnTo>
                        <a:pt x="7114" y="38291"/>
                      </a:lnTo>
                      <a:lnTo>
                        <a:pt x="7114" y="38375"/>
                      </a:lnTo>
                      <a:lnTo>
                        <a:pt x="7240" y="38500"/>
                      </a:lnTo>
                      <a:lnTo>
                        <a:pt x="7449" y="38479"/>
                      </a:lnTo>
                      <a:lnTo>
                        <a:pt x="7679" y="38605"/>
                      </a:lnTo>
                      <a:lnTo>
                        <a:pt x="7847" y="38647"/>
                      </a:lnTo>
                      <a:lnTo>
                        <a:pt x="8202" y="38898"/>
                      </a:lnTo>
                      <a:lnTo>
                        <a:pt x="8286" y="39023"/>
                      </a:lnTo>
                      <a:lnTo>
                        <a:pt x="8391" y="39065"/>
                      </a:lnTo>
                      <a:lnTo>
                        <a:pt x="8412" y="39128"/>
                      </a:lnTo>
                      <a:lnTo>
                        <a:pt x="8516" y="39211"/>
                      </a:lnTo>
                      <a:lnTo>
                        <a:pt x="8600" y="39211"/>
                      </a:lnTo>
                      <a:lnTo>
                        <a:pt x="8621" y="39295"/>
                      </a:lnTo>
                      <a:lnTo>
                        <a:pt x="8725" y="39337"/>
                      </a:lnTo>
                      <a:lnTo>
                        <a:pt x="8788" y="39337"/>
                      </a:lnTo>
                      <a:lnTo>
                        <a:pt x="8893" y="39483"/>
                      </a:lnTo>
                      <a:lnTo>
                        <a:pt x="8997" y="39504"/>
                      </a:lnTo>
                      <a:lnTo>
                        <a:pt x="9039" y="39525"/>
                      </a:lnTo>
                      <a:lnTo>
                        <a:pt x="9102" y="39504"/>
                      </a:lnTo>
                      <a:lnTo>
                        <a:pt x="9248" y="39630"/>
                      </a:lnTo>
                      <a:lnTo>
                        <a:pt x="9248" y="39714"/>
                      </a:lnTo>
                      <a:lnTo>
                        <a:pt x="9374" y="39735"/>
                      </a:lnTo>
                      <a:lnTo>
                        <a:pt x="9520" y="39923"/>
                      </a:lnTo>
                      <a:lnTo>
                        <a:pt x="9583" y="40007"/>
                      </a:lnTo>
                      <a:lnTo>
                        <a:pt x="9625" y="40237"/>
                      </a:lnTo>
                      <a:lnTo>
                        <a:pt x="9730" y="40425"/>
                      </a:lnTo>
                      <a:lnTo>
                        <a:pt x="9688" y="40488"/>
                      </a:lnTo>
                      <a:lnTo>
                        <a:pt x="9730" y="40572"/>
                      </a:lnTo>
                      <a:cubicBezTo>
                        <a:pt x="9939" y="40572"/>
                        <a:pt x="10483" y="40572"/>
                        <a:pt x="10462" y="40446"/>
                      </a:cubicBezTo>
                      <a:lnTo>
                        <a:pt x="10420" y="40279"/>
                      </a:lnTo>
                      <a:lnTo>
                        <a:pt x="11090" y="40258"/>
                      </a:lnTo>
                      <a:cubicBezTo>
                        <a:pt x="11090" y="40258"/>
                        <a:pt x="11215" y="40383"/>
                        <a:pt x="11320" y="40383"/>
                      </a:cubicBezTo>
                      <a:cubicBezTo>
                        <a:pt x="11425" y="40383"/>
                        <a:pt x="11948" y="40153"/>
                        <a:pt x="11948" y="40153"/>
                      </a:cubicBezTo>
                      <a:cubicBezTo>
                        <a:pt x="11948" y="40153"/>
                        <a:pt x="12073" y="40174"/>
                        <a:pt x="12136" y="40279"/>
                      </a:cubicBezTo>
                      <a:cubicBezTo>
                        <a:pt x="12159" y="40337"/>
                        <a:pt x="12208" y="40350"/>
                        <a:pt x="12254" y="40350"/>
                      </a:cubicBezTo>
                      <a:cubicBezTo>
                        <a:pt x="12291" y="40350"/>
                        <a:pt x="12327" y="40341"/>
                        <a:pt x="12345" y="40341"/>
                      </a:cubicBezTo>
                      <a:lnTo>
                        <a:pt x="12345" y="40320"/>
                      </a:lnTo>
                      <a:lnTo>
                        <a:pt x="12492" y="40341"/>
                      </a:lnTo>
                      <a:lnTo>
                        <a:pt x="12764" y="40551"/>
                      </a:lnTo>
                      <a:lnTo>
                        <a:pt x="12826" y="40676"/>
                      </a:lnTo>
                      <a:lnTo>
                        <a:pt x="13098" y="40697"/>
                      </a:lnTo>
                      <a:lnTo>
                        <a:pt x="13140" y="40592"/>
                      </a:lnTo>
                      <a:lnTo>
                        <a:pt x="13308" y="40488"/>
                      </a:lnTo>
                      <a:lnTo>
                        <a:pt x="13496" y="40258"/>
                      </a:lnTo>
                      <a:lnTo>
                        <a:pt x="13433" y="40237"/>
                      </a:lnTo>
                      <a:lnTo>
                        <a:pt x="13119" y="39965"/>
                      </a:lnTo>
                      <a:lnTo>
                        <a:pt x="12910" y="39714"/>
                      </a:lnTo>
                      <a:lnTo>
                        <a:pt x="12889" y="39546"/>
                      </a:lnTo>
                      <a:lnTo>
                        <a:pt x="12805" y="39442"/>
                      </a:lnTo>
                      <a:lnTo>
                        <a:pt x="12805" y="39295"/>
                      </a:lnTo>
                      <a:lnTo>
                        <a:pt x="12785" y="39211"/>
                      </a:lnTo>
                      <a:lnTo>
                        <a:pt x="12764" y="39170"/>
                      </a:lnTo>
                      <a:lnTo>
                        <a:pt x="12680" y="39170"/>
                      </a:lnTo>
                      <a:lnTo>
                        <a:pt x="12680" y="39065"/>
                      </a:lnTo>
                      <a:lnTo>
                        <a:pt x="12722" y="39086"/>
                      </a:lnTo>
                      <a:lnTo>
                        <a:pt x="12764" y="38981"/>
                      </a:lnTo>
                      <a:lnTo>
                        <a:pt x="12805" y="38877"/>
                      </a:lnTo>
                      <a:lnTo>
                        <a:pt x="12722" y="38877"/>
                      </a:lnTo>
                      <a:lnTo>
                        <a:pt x="12680" y="38919"/>
                      </a:lnTo>
                      <a:lnTo>
                        <a:pt x="12554" y="38856"/>
                      </a:lnTo>
                      <a:lnTo>
                        <a:pt x="12554" y="38667"/>
                      </a:lnTo>
                      <a:lnTo>
                        <a:pt x="12450" y="38647"/>
                      </a:lnTo>
                      <a:lnTo>
                        <a:pt x="12366" y="38563"/>
                      </a:lnTo>
                      <a:lnTo>
                        <a:pt x="12282" y="38584"/>
                      </a:lnTo>
                      <a:lnTo>
                        <a:pt x="12178" y="38584"/>
                      </a:lnTo>
                      <a:lnTo>
                        <a:pt x="12136" y="38375"/>
                      </a:lnTo>
                      <a:lnTo>
                        <a:pt x="12157" y="38270"/>
                      </a:lnTo>
                      <a:lnTo>
                        <a:pt x="12199" y="38228"/>
                      </a:lnTo>
                      <a:lnTo>
                        <a:pt x="12199" y="38019"/>
                      </a:lnTo>
                      <a:lnTo>
                        <a:pt x="12261" y="37914"/>
                      </a:lnTo>
                      <a:lnTo>
                        <a:pt x="12282" y="37768"/>
                      </a:lnTo>
                      <a:lnTo>
                        <a:pt x="12345" y="37726"/>
                      </a:lnTo>
                      <a:lnTo>
                        <a:pt x="12366" y="37600"/>
                      </a:lnTo>
                      <a:lnTo>
                        <a:pt x="12408" y="37517"/>
                      </a:lnTo>
                      <a:lnTo>
                        <a:pt x="12408" y="37433"/>
                      </a:lnTo>
                      <a:lnTo>
                        <a:pt x="12471" y="37454"/>
                      </a:lnTo>
                      <a:lnTo>
                        <a:pt x="12513" y="37517"/>
                      </a:lnTo>
                      <a:lnTo>
                        <a:pt x="12575" y="37496"/>
                      </a:lnTo>
                      <a:lnTo>
                        <a:pt x="12596" y="37412"/>
                      </a:lnTo>
                      <a:lnTo>
                        <a:pt x="12659" y="37454"/>
                      </a:lnTo>
                      <a:lnTo>
                        <a:pt x="12701" y="37412"/>
                      </a:lnTo>
                      <a:lnTo>
                        <a:pt x="12785" y="37412"/>
                      </a:lnTo>
                      <a:lnTo>
                        <a:pt x="12868" y="37349"/>
                      </a:lnTo>
                      <a:lnTo>
                        <a:pt x="12826" y="37307"/>
                      </a:lnTo>
                      <a:lnTo>
                        <a:pt x="12764" y="37286"/>
                      </a:lnTo>
                      <a:lnTo>
                        <a:pt x="12805" y="37286"/>
                      </a:lnTo>
                      <a:cubicBezTo>
                        <a:pt x="12805" y="37286"/>
                        <a:pt x="12826" y="37307"/>
                        <a:pt x="12868" y="37307"/>
                      </a:cubicBezTo>
                      <a:cubicBezTo>
                        <a:pt x="12889" y="37307"/>
                        <a:pt x="12931" y="37286"/>
                        <a:pt x="12931" y="37286"/>
                      </a:cubicBezTo>
                      <a:lnTo>
                        <a:pt x="12994" y="37328"/>
                      </a:lnTo>
                      <a:lnTo>
                        <a:pt x="13036" y="37307"/>
                      </a:lnTo>
                      <a:lnTo>
                        <a:pt x="13015" y="37245"/>
                      </a:lnTo>
                      <a:lnTo>
                        <a:pt x="12847" y="37140"/>
                      </a:lnTo>
                      <a:lnTo>
                        <a:pt x="12931" y="37119"/>
                      </a:lnTo>
                      <a:lnTo>
                        <a:pt x="13036" y="37140"/>
                      </a:lnTo>
                      <a:lnTo>
                        <a:pt x="13098" y="37119"/>
                      </a:lnTo>
                      <a:lnTo>
                        <a:pt x="13161" y="37140"/>
                      </a:lnTo>
                      <a:lnTo>
                        <a:pt x="13161" y="37077"/>
                      </a:lnTo>
                      <a:lnTo>
                        <a:pt x="13119" y="37035"/>
                      </a:lnTo>
                      <a:lnTo>
                        <a:pt x="13161" y="37035"/>
                      </a:lnTo>
                      <a:lnTo>
                        <a:pt x="13161" y="36994"/>
                      </a:lnTo>
                      <a:lnTo>
                        <a:pt x="13119" y="36931"/>
                      </a:lnTo>
                      <a:lnTo>
                        <a:pt x="13203" y="36910"/>
                      </a:lnTo>
                      <a:lnTo>
                        <a:pt x="13203" y="36868"/>
                      </a:lnTo>
                      <a:lnTo>
                        <a:pt x="13203" y="36805"/>
                      </a:lnTo>
                      <a:lnTo>
                        <a:pt x="13057" y="36722"/>
                      </a:lnTo>
                      <a:lnTo>
                        <a:pt x="12910" y="36784"/>
                      </a:lnTo>
                      <a:lnTo>
                        <a:pt x="12701" y="36659"/>
                      </a:lnTo>
                      <a:lnTo>
                        <a:pt x="12701" y="36554"/>
                      </a:lnTo>
                      <a:lnTo>
                        <a:pt x="12910" y="36554"/>
                      </a:lnTo>
                      <a:lnTo>
                        <a:pt x="12680" y="36157"/>
                      </a:lnTo>
                      <a:lnTo>
                        <a:pt x="12408" y="35885"/>
                      </a:lnTo>
                      <a:lnTo>
                        <a:pt x="12052" y="35780"/>
                      </a:lnTo>
                      <a:lnTo>
                        <a:pt x="11989" y="35864"/>
                      </a:lnTo>
                      <a:lnTo>
                        <a:pt x="11822" y="35717"/>
                      </a:lnTo>
                      <a:lnTo>
                        <a:pt x="11843" y="35634"/>
                      </a:lnTo>
                      <a:lnTo>
                        <a:pt x="11738" y="35466"/>
                      </a:lnTo>
                      <a:lnTo>
                        <a:pt x="11508" y="35403"/>
                      </a:lnTo>
                      <a:lnTo>
                        <a:pt x="11571" y="35194"/>
                      </a:lnTo>
                      <a:lnTo>
                        <a:pt x="11634" y="34818"/>
                      </a:lnTo>
                      <a:lnTo>
                        <a:pt x="11550" y="34734"/>
                      </a:lnTo>
                      <a:lnTo>
                        <a:pt x="11529" y="34462"/>
                      </a:lnTo>
                      <a:lnTo>
                        <a:pt x="11634" y="34399"/>
                      </a:lnTo>
                      <a:lnTo>
                        <a:pt x="11780" y="34211"/>
                      </a:lnTo>
                      <a:lnTo>
                        <a:pt x="11780" y="34064"/>
                      </a:lnTo>
                      <a:lnTo>
                        <a:pt x="11864" y="33960"/>
                      </a:lnTo>
                      <a:lnTo>
                        <a:pt x="12178" y="34253"/>
                      </a:lnTo>
                      <a:lnTo>
                        <a:pt x="12199" y="34357"/>
                      </a:lnTo>
                      <a:lnTo>
                        <a:pt x="12387" y="34462"/>
                      </a:lnTo>
                      <a:lnTo>
                        <a:pt x="12575" y="34420"/>
                      </a:lnTo>
                      <a:lnTo>
                        <a:pt x="12554" y="34253"/>
                      </a:lnTo>
                      <a:lnTo>
                        <a:pt x="12617" y="34190"/>
                      </a:lnTo>
                      <a:lnTo>
                        <a:pt x="12492" y="33729"/>
                      </a:lnTo>
                      <a:lnTo>
                        <a:pt x="12680" y="33688"/>
                      </a:lnTo>
                      <a:lnTo>
                        <a:pt x="12868" y="33688"/>
                      </a:lnTo>
                      <a:lnTo>
                        <a:pt x="12868" y="33562"/>
                      </a:lnTo>
                      <a:lnTo>
                        <a:pt x="12785" y="33457"/>
                      </a:lnTo>
                      <a:lnTo>
                        <a:pt x="12805" y="33332"/>
                      </a:lnTo>
                      <a:lnTo>
                        <a:pt x="12994" y="33227"/>
                      </a:lnTo>
                      <a:lnTo>
                        <a:pt x="13077" y="33227"/>
                      </a:lnTo>
                      <a:lnTo>
                        <a:pt x="13119" y="33060"/>
                      </a:lnTo>
                      <a:lnTo>
                        <a:pt x="13203" y="32997"/>
                      </a:lnTo>
                      <a:lnTo>
                        <a:pt x="13329" y="33018"/>
                      </a:lnTo>
                      <a:lnTo>
                        <a:pt x="13349" y="32913"/>
                      </a:lnTo>
                      <a:lnTo>
                        <a:pt x="13329" y="32809"/>
                      </a:lnTo>
                      <a:lnTo>
                        <a:pt x="13349" y="32725"/>
                      </a:lnTo>
                      <a:lnTo>
                        <a:pt x="13538" y="32830"/>
                      </a:lnTo>
                      <a:lnTo>
                        <a:pt x="13663" y="32893"/>
                      </a:lnTo>
                      <a:lnTo>
                        <a:pt x="13642" y="32955"/>
                      </a:lnTo>
                      <a:lnTo>
                        <a:pt x="13559" y="33060"/>
                      </a:lnTo>
                      <a:lnTo>
                        <a:pt x="13621" y="33123"/>
                      </a:lnTo>
                      <a:lnTo>
                        <a:pt x="13726" y="33060"/>
                      </a:lnTo>
                      <a:lnTo>
                        <a:pt x="13747" y="32997"/>
                      </a:lnTo>
                      <a:lnTo>
                        <a:pt x="13831" y="32934"/>
                      </a:lnTo>
                      <a:lnTo>
                        <a:pt x="13831" y="33039"/>
                      </a:lnTo>
                      <a:lnTo>
                        <a:pt x="13914" y="32955"/>
                      </a:lnTo>
                      <a:lnTo>
                        <a:pt x="13935" y="32893"/>
                      </a:lnTo>
                      <a:lnTo>
                        <a:pt x="14040" y="32893"/>
                      </a:lnTo>
                      <a:lnTo>
                        <a:pt x="14165" y="32809"/>
                      </a:lnTo>
                      <a:lnTo>
                        <a:pt x="14270" y="32809"/>
                      </a:lnTo>
                      <a:lnTo>
                        <a:pt x="14312" y="32955"/>
                      </a:lnTo>
                      <a:lnTo>
                        <a:pt x="14458" y="33039"/>
                      </a:lnTo>
                      <a:lnTo>
                        <a:pt x="14668" y="32955"/>
                      </a:lnTo>
                      <a:lnTo>
                        <a:pt x="14772" y="32955"/>
                      </a:lnTo>
                      <a:lnTo>
                        <a:pt x="14814" y="33039"/>
                      </a:lnTo>
                      <a:lnTo>
                        <a:pt x="14898" y="33039"/>
                      </a:lnTo>
                      <a:lnTo>
                        <a:pt x="15002" y="33206"/>
                      </a:lnTo>
                      <a:lnTo>
                        <a:pt x="15128" y="33206"/>
                      </a:lnTo>
                      <a:lnTo>
                        <a:pt x="15233" y="33332"/>
                      </a:lnTo>
                      <a:lnTo>
                        <a:pt x="15400" y="33457"/>
                      </a:lnTo>
                      <a:lnTo>
                        <a:pt x="15463" y="33457"/>
                      </a:lnTo>
                      <a:lnTo>
                        <a:pt x="15526" y="33541"/>
                      </a:lnTo>
                      <a:lnTo>
                        <a:pt x="15526" y="33667"/>
                      </a:lnTo>
                      <a:lnTo>
                        <a:pt x="15609" y="33688"/>
                      </a:lnTo>
                      <a:lnTo>
                        <a:pt x="15672" y="33583"/>
                      </a:lnTo>
                      <a:lnTo>
                        <a:pt x="15672" y="33437"/>
                      </a:lnTo>
                      <a:lnTo>
                        <a:pt x="15777" y="33353"/>
                      </a:lnTo>
                      <a:lnTo>
                        <a:pt x="15860" y="33457"/>
                      </a:lnTo>
                      <a:lnTo>
                        <a:pt x="16070" y="33478"/>
                      </a:lnTo>
                      <a:lnTo>
                        <a:pt x="16153" y="33583"/>
                      </a:lnTo>
                      <a:lnTo>
                        <a:pt x="16258" y="33625"/>
                      </a:lnTo>
                      <a:lnTo>
                        <a:pt x="16383" y="33520"/>
                      </a:lnTo>
                      <a:lnTo>
                        <a:pt x="16383" y="33311"/>
                      </a:lnTo>
                      <a:lnTo>
                        <a:pt x="16509" y="33311"/>
                      </a:lnTo>
                      <a:lnTo>
                        <a:pt x="16509" y="33206"/>
                      </a:lnTo>
                      <a:lnTo>
                        <a:pt x="16614" y="33165"/>
                      </a:lnTo>
                      <a:lnTo>
                        <a:pt x="16697" y="33248"/>
                      </a:lnTo>
                      <a:lnTo>
                        <a:pt x="16760" y="33144"/>
                      </a:lnTo>
                      <a:lnTo>
                        <a:pt x="16886" y="33123"/>
                      </a:lnTo>
                      <a:lnTo>
                        <a:pt x="17032" y="33269"/>
                      </a:lnTo>
                      <a:lnTo>
                        <a:pt x="17074" y="33332"/>
                      </a:lnTo>
                      <a:lnTo>
                        <a:pt x="17220" y="33311"/>
                      </a:lnTo>
                      <a:lnTo>
                        <a:pt x="17199" y="33165"/>
                      </a:lnTo>
                      <a:lnTo>
                        <a:pt x="17283" y="33144"/>
                      </a:lnTo>
                      <a:lnTo>
                        <a:pt x="17409" y="33144"/>
                      </a:lnTo>
                      <a:lnTo>
                        <a:pt x="17451" y="33060"/>
                      </a:lnTo>
                      <a:lnTo>
                        <a:pt x="17597" y="33144"/>
                      </a:lnTo>
                      <a:lnTo>
                        <a:pt x="17660" y="33206"/>
                      </a:lnTo>
                      <a:lnTo>
                        <a:pt x="17639" y="33269"/>
                      </a:lnTo>
                      <a:lnTo>
                        <a:pt x="17555" y="33332"/>
                      </a:lnTo>
                      <a:lnTo>
                        <a:pt x="17660" y="33457"/>
                      </a:lnTo>
                      <a:lnTo>
                        <a:pt x="17764" y="33478"/>
                      </a:lnTo>
                      <a:lnTo>
                        <a:pt x="17827" y="33457"/>
                      </a:lnTo>
                      <a:lnTo>
                        <a:pt x="17911" y="33520"/>
                      </a:lnTo>
                      <a:lnTo>
                        <a:pt x="18078" y="33520"/>
                      </a:lnTo>
                      <a:lnTo>
                        <a:pt x="18287" y="33625"/>
                      </a:lnTo>
                      <a:lnTo>
                        <a:pt x="18434" y="33583"/>
                      </a:lnTo>
                      <a:lnTo>
                        <a:pt x="18476" y="33457"/>
                      </a:lnTo>
                      <a:lnTo>
                        <a:pt x="18476" y="33353"/>
                      </a:lnTo>
                      <a:lnTo>
                        <a:pt x="18539" y="33311"/>
                      </a:lnTo>
                      <a:lnTo>
                        <a:pt x="18706" y="33416"/>
                      </a:lnTo>
                      <a:lnTo>
                        <a:pt x="18873" y="33437"/>
                      </a:lnTo>
                      <a:lnTo>
                        <a:pt x="19062" y="33353"/>
                      </a:lnTo>
                      <a:lnTo>
                        <a:pt x="19103" y="33248"/>
                      </a:lnTo>
                      <a:lnTo>
                        <a:pt x="19083" y="32809"/>
                      </a:lnTo>
                      <a:lnTo>
                        <a:pt x="19020" y="32746"/>
                      </a:lnTo>
                      <a:lnTo>
                        <a:pt x="18852" y="32746"/>
                      </a:lnTo>
                      <a:lnTo>
                        <a:pt x="18748" y="32683"/>
                      </a:lnTo>
                      <a:lnTo>
                        <a:pt x="18706" y="32621"/>
                      </a:lnTo>
                      <a:lnTo>
                        <a:pt x="18580" y="32600"/>
                      </a:lnTo>
                      <a:lnTo>
                        <a:pt x="18497" y="32516"/>
                      </a:lnTo>
                      <a:lnTo>
                        <a:pt x="18371" y="32516"/>
                      </a:lnTo>
                      <a:lnTo>
                        <a:pt x="18371" y="32432"/>
                      </a:lnTo>
                      <a:lnTo>
                        <a:pt x="18350" y="32369"/>
                      </a:lnTo>
                      <a:lnTo>
                        <a:pt x="18371" y="32307"/>
                      </a:lnTo>
                      <a:lnTo>
                        <a:pt x="18476" y="32307"/>
                      </a:lnTo>
                      <a:lnTo>
                        <a:pt x="18497" y="32181"/>
                      </a:lnTo>
                      <a:lnTo>
                        <a:pt x="18580" y="32077"/>
                      </a:lnTo>
                      <a:lnTo>
                        <a:pt x="18559" y="31951"/>
                      </a:lnTo>
                      <a:lnTo>
                        <a:pt x="18476" y="31951"/>
                      </a:lnTo>
                      <a:lnTo>
                        <a:pt x="18476" y="31805"/>
                      </a:lnTo>
                      <a:lnTo>
                        <a:pt x="18601" y="31637"/>
                      </a:lnTo>
                      <a:lnTo>
                        <a:pt x="18748" y="31491"/>
                      </a:lnTo>
                      <a:lnTo>
                        <a:pt x="18978" y="31470"/>
                      </a:lnTo>
                      <a:lnTo>
                        <a:pt x="19083" y="31491"/>
                      </a:lnTo>
                      <a:lnTo>
                        <a:pt x="19166" y="31449"/>
                      </a:lnTo>
                      <a:lnTo>
                        <a:pt x="19166" y="31344"/>
                      </a:lnTo>
                      <a:lnTo>
                        <a:pt x="19062" y="31323"/>
                      </a:lnTo>
                      <a:lnTo>
                        <a:pt x="18978" y="31219"/>
                      </a:lnTo>
                      <a:lnTo>
                        <a:pt x="18873" y="31219"/>
                      </a:lnTo>
                      <a:lnTo>
                        <a:pt x="18790" y="31260"/>
                      </a:lnTo>
                      <a:lnTo>
                        <a:pt x="18685" y="31219"/>
                      </a:lnTo>
                      <a:lnTo>
                        <a:pt x="18539" y="31219"/>
                      </a:lnTo>
                      <a:lnTo>
                        <a:pt x="18539" y="31135"/>
                      </a:lnTo>
                      <a:lnTo>
                        <a:pt x="18580" y="31072"/>
                      </a:lnTo>
                      <a:lnTo>
                        <a:pt x="18748" y="31072"/>
                      </a:lnTo>
                      <a:lnTo>
                        <a:pt x="18685" y="30947"/>
                      </a:lnTo>
                      <a:lnTo>
                        <a:pt x="18539" y="30968"/>
                      </a:lnTo>
                      <a:lnTo>
                        <a:pt x="18434" y="30947"/>
                      </a:lnTo>
                      <a:lnTo>
                        <a:pt x="18476" y="30905"/>
                      </a:lnTo>
                      <a:lnTo>
                        <a:pt x="18434" y="30758"/>
                      </a:lnTo>
                      <a:lnTo>
                        <a:pt x="18476" y="30737"/>
                      </a:lnTo>
                      <a:lnTo>
                        <a:pt x="18601" y="30737"/>
                      </a:lnTo>
                      <a:lnTo>
                        <a:pt x="18664" y="30654"/>
                      </a:lnTo>
                      <a:lnTo>
                        <a:pt x="18748" y="30654"/>
                      </a:lnTo>
                      <a:lnTo>
                        <a:pt x="18769" y="30716"/>
                      </a:lnTo>
                      <a:lnTo>
                        <a:pt x="18894" y="30696"/>
                      </a:lnTo>
                      <a:lnTo>
                        <a:pt x="18999" y="30758"/>
                      </a:lnTo>
                      <a:lnTo>
                        <a:pt x="19062" y="30716"/>
                      </a:lnTo>
                      <a:lnTo>
                        <a:pt x="19062" y="30633"/>
                      </a:lnTo>
                      <a:lnTo>
                        <a:pt x="19166" y="30591"/>
                      </a:lnTo>
                      <a:lnTo>
                        <a:pt x="19271" y="30591"/>
                      </a:lnTo>
                      <a:lnTo>
                        <a:pt x="19334" y="30696"/>
                      </a:lnTo>
                      <a:lnTo>
                        <a:pt x="19396" y="30612"/>
                      </a:lnTo>
                      <a:lnTo>
                        <a:pt x="19396" y="30528"/>
                      </a:lnTo>
                      <a:lnTo>
                        <a:pt x="19606" y="30486"/>
                      </a:lnTo>
                      <a:lnTo>
                        <a:pt x="19731" y="30486"/>
                      </a:lnTo>
                      <a:lnTo>
                        <a:pt x="19899" y="30403"/>
                      </a:lnTo>
                      <a:lnTo>
                        <a:pt x="20045" y="30403"/>
                      </a:lnTo>
                      <a:lnTo>
                        <a:pt x="20066" y="30340"/>
                      </a:lnTo>
                      <a:lnTo>
                        <a:pt x="20233" y="30235"/>
                      </a:lnTo>
                      <a:lnTo>
                        <a:pt x="20359" y="30235"/>
                      </a:lnTo>
                      <a:lnTo>
                        <a:pt x="20443" y="30193"/>
                      </a:lnTo>
                      <a:lnTo>
                        <a:pt x="20526" y="30193"/>
                      </a:lnTo>
                      <a:lnTo>
                        <a:pt x="20589" y="30214"/>
                      </a:lnTo>
                      <a:lnTo>
                        <a:pt x="20652" y="30172"/>
                      </a:lnTo>
                      <a:lnTo>
                        <a:pt x="20652" y="30026"/>
                      </a:lnTo>
                      <a:lnTo>
                        <a:pt x="20736" y="29984"/>
                      </a:lnTo>
                      <a:lnTo>
                        <a:pt x="20861" y="29984"/>
                      </a:lnTo>
                      <a:lnTo>
                        <a:pt x="20882" y="29900"/>
                      </a:lnTo>
                      <a:lnTo>
                        <a:pt x="20966" y="29859"/>
                      </a:lnTo>
                      <a:lnTo>
                        <a:pt x="21008" y="29900"/>
                      </a:lnTo>
                      <a:lnTo>
                        <a:pt x="21091" y="29921"/>
                      </a:lnTo>
                      <a:lnTo>
                        <a:pt x="21196" y="29880"/>
                      </a:lnTo>
                      <a:lnTo>
                        <a:pt x="21321" y="29817"/>
                      </a:lnTo>
                      <a:lnTo>
                        <a:pt x="21572" y="29670"/>
                      </a:lnTo>
                      <a:lnTo>
                        <a:pt x="21614" y="29670"/>
                      </a:lnTo>
                      <a:lnTo>
                        <a:pt x="21677" y="29649"/>
                      </a:lnTo>
                      <a:lnTo>
                        <a:pt x="21803" y="29608"/>
                      </a:lnTo>
                      <a:lnTo>
                        <a:pt x="21886" y="29503"/>
                      </a:lnTo>
                      <a:lnTo>
                        <a:pt x="21949" y="29545"/>
                      </a:lnTo>
                      <a:lnTo>
                        <a:pt x="22116" y="29503"/>
                      </a:lnTo>
                      <a:lnTo>
                        <a:pt x="22116" y="29440"/>
                      </a:lnTo>
                      <a:lnTo>
                        <a:pt x="22054" y="29356"/>
                      </a:lnTo>
                      <a:lnTo>
                        <a:pt x="22116" y="29336"/>
                      </a:lnTo>
                      <a:lnTo>
                        <a:pt x="22284" y="29336"/>
                      </a:lnTo>
                      <a:lnTo>
                        <a:pt x="22305" y="29231"/>
                      </a:lnTo>
                      <a:lnTo>
                        <a:pt x="22409" y="29168"/>
                      </a:lnTo>
                      <a:lnTo>
                        <a:pt x="22472" y="29168"/>
                      </a:lnTo>
                      <a:lnTo>
                        <a:pt x="22556" y="29147"/>
                      </a:lnTo>
                      <a:lnTo>
                        <a:pt x="22681" y="29189"/>
                      </a:lnTo>
                      <a:lnTo>
                        <a:pt x="22849" y="29168"/>
                      </a:lnTo>
                      <a:lnTo>
                        <a:pt x="22974" y="29273"/>
                      </a:lnTo>
                      <a:lnTo>
                        <a:pt x="23100" y="29273"/>
                      </a:lnTo>
                      <a:lnTo>
                        <a:pt x="23246" y="29210"/>
                      </a:lnTo>
                      <a:lnTo>
                        <a:pt x="23372" y="29210"/>
                      </a:lnTo>
                      <a:lnTo>
                        <a:pt x="23414" y="29356"/>
                      </a:lnTo>
                      <a:lnTo>
                        <a:pt x="23477" y="29377"/>
                      </a:lnTo>
                      <a:lnTo>
                        <a:pt x="23539" y="29503"/>
                      </a:lnTo>
                      <a:lnTo>
                        <a:pt x="23602" y="29608"/>
                      </a:lnTo>
                      <a:lnTo>
                        <a:pt x="23686" y="29670"/>
                      </a:lnTo>
                      <a:lnTo>
                        <a:pt x="23686" y="29712"/>
                      </a:lnTo>
                      <a:lnTo>
                        <a:pt x="23665" y="29817"/>
                      </a:lnTo>
                      <a:lnTo>
                        <a:pt x="23686" y="29921"/>
                      </a:lnTo>
                      <a:lnTo>
                        <a:pt x="23686" y="29984"/>
                      </a:lnTo>
                      <a:lnTo>
                        <a:pt x="23602" y="30005"/>
                      </a:lnTo>
                      <a:lnTo>
                        <a:pt x="23665" y="30110"/>
                      </a:lnTo>
                      <a:lnTo>
                        <a:pt x="23749" y="30152"/>
                      </a:lnTo>
                      <a:lnTo>
                        <a:pt x="23874" y="30089"/>
                      </a:lnTo>
                      <a:lnTo>
                        <a:pt x="23937" y="30152"/>
                      </a:lnTo>
                      <a:lnTo>
                        <a:pt x="24000" y="30131"/>
                      </a:lnTo>
                      <a:lnTo>
                        <a:pt x="24021" y="30026"/>
                      </a:lnTo>
                      <a:lnTo>
                        <a:pt x="24104" y="30005"/>
                      </a:lnTo>
                      <a:lnTo>
                        <a:pt x="24125" y="30110"/>
                      </a:lnTo>
                      <a:lnTo>
                        <a:pt x="24209" y="30110"/>
                      </a:lnTo>
                      <a:lnTo>
                        <a:pt x="24230" y="30026"/>
                      </a:lnTo>
                      <a:lnTo>
                        <a:pt x="24188" y="29921"/>
                      </a:lnTo>
                      <a:lnTo>
                        <a:pt x="24209" y="29900"/>
                      </a:lnTo>
                      <a:lnTo>
                        <a:pt x="24418" y="30026"/>
                      </a:lnTo>
                      <a:lnTo>
                        <a:pt x="24439" y="30214"/>
                      </a:lnTo>
                      <a:lnTo>
                        <a:pt x="24523" y="30340"/>
                      </a:lnTo>
                      <a:lnTo>
                        <a:pt x="24606" y="30340"/>
                      </a:lnTo>
                      <a:lnTo>
                        <a:pt x="24669" y="30256"/>
                      </a:lnTo>
                      <a:lnTo>
                        <a:pt x="24627" y="30235"/>
                      </a:lnTo>
                      <a:lnTo>
                        <a:pt x="24606" y="30193"/>
                      </a:lnTo>
                      <a:lnTo>
                        <a:pt x="24732" y="30152"/>
                      </a:lnTo>
                      <a:lnTo>
                        <a:pt x="24941" y="30256"/>
                      </a:lnTo>
                      <a:lnTo>
                        <a:pt x="25025" y="30256"/>
                      </a:lnTo>
                      <a:lnTo>
                        <a:pt x="25088" y="30193"/>
                      </a:lnTo>
                      <a:lnTo>
                        <a:pt x="25150" y="30214"/>
                      </a:lnTo>
                      <a:lnTo>
                        <a:pt x="25088" y="30319"/>
                      </a:lnTo>
                      <a:lnTo>
                        <a:pt x="25025" y="30361"/>
                      </a:lnTo>
                      <a:lnTo>
                        <a:pt x="25025" y="30528"/>
                      </a:lnTo>
                      <a:lnTo>
                        <a:pt x="25088" y="30633"/>
                      </a:lnTo>
                      <a:lnTo>
                        <a:pt x="25171" y="30633"/>
                      </a:lnTo>
                      <a:lnTo>
                        <a:pt x="25255" y="30549"/>
                      </a:lnTo>
                      <a:lnTo>
                        <a:pt x="25381" y="30528"/>
                      </a:lnTo>
                      <a:lnTo>
                        <a:pt x="25611" y="30570"/>
                      </a:lnTo>
                      <a:lnTo>
                        <a:pt x="25673" y="30612"/>
                      </a:lnTo>
                      <a:lnTo>
                        <a:pt x="25757" y="30549"/>
                      </a:lnTo>
                      <a:lnTo>
                        <a:pt x="25715" y="30424"/>
                      </a:lnTo>
                      <a:lnTo>
                        <a:pt x="25820" y="30361"/>
                      </a:lnTo>
                      <a:lnTo>
                        <a:pt x="25987" y="30340"/>
                      </a:lnTo>
                      <a:lnTo>
                        <a:pt x="26092" y="30256"/>
                      </a:lnTo>
                      <a:lnTo>
                        <a:pt x="26134" y="30152"/>
                      </a:lnTo>
                      <a:lnTo>
                        <a:pt x="26217" y="30089"/>
                      </a:lnTo>
                      <a:lnTo>
                        <a:pt x="26217" y="30005"/>
                      </a:lnTo>
                      <a:lnTo>
                        <a:pt x="26343" y="29880"/>
                      </a:lnTo>
                      <a:lnTo>
                        <a:pt x="26448" y="29838"/>
                      </a:lnTo>
                      <a:lnTo>
                        <a:pt x="26531" y="29733"/>
                      </a:lnTo>
                      <a:lnTo>
                        <a:pt x="26657" y="29712"/>
                      </a:lnTo>
                      <a:lnTo>
                        <a:pt x="26824" y="29670"/>
                      </a:lnTo>
                      <a:lnTo>
                        <a:pt x="26866" y="29712"/>
                      </a:lnTo>
                      <a:lnTo>
                        <a:pt x="26866" y="29817"/>
                      </a:lnTo>
                      <a:lnTo>
                        <a:pt x="27138" y="29900"/>
                      </a:lnTo>
                      <a:lnTo>
                        <a:pt x="27054" y="29921"/>
                      </a:lnTo>
                      <a:lnTo>
                        <a:pt x="27117" y="30005"/>
                      </a:lnTo>
                      <a:lnTo>
                        <a:pt x="28163" y="30800"/>
                      </a:lnTo>
                      <a:lnTo>
                        <a:pt x="29565" y="32579"/>
                      </a:lnTo>
                      <a:lnTo>
                        <a:pt x="29712" y="32537"/>
                      </a:lnTo>
                      <a:lnTo>
                        <a:pt x="29816" y="32495"/>
                      </a:lnTo>
                      <a:lnTo>
                        <a:pt x="29837" y="32411"/>
                      </a:lnTo>
                      <a:lnTo>
                        <a:pt x="29816" y="32390"/>
                      </a:lnTo>
                      <a:lnTo>
                        <a:pt x="29816" y="32265"/>
                      </a:lnTo>
                      <a:lnTo>
                        <a:pt x="29879" y="32202"/>
                      </a:lnTo>
                      <a:lnTo>
                        <a:pt x="30047" y="32286"/>
                      </a:lnTo>
                      <a:lnTo>
                        <a:pt x="30026" y="32369"/>
                      </a:lnTo>
                      <a:lnTo>
                        <a:pt x="30026" y="32432"/>
                      </a:lnTo>
                      <a:lnTo>
                        <a:pt x="30151" y="32474"/>
                      </a:lnTo>
                      <a:lnTo>
                        <a:pt x="30214" y="32537"/>
                      </a:lnTo>
                      <a:lnTo>
                        <a:pt x="30319" y="32537"/>
                      </a:lnTo>
                      <a:lnTo>
                        <a:pt x="30402" y="32495"/>
                      </a:lnTo>
                      <a:lnTo>
                        <a:pt x="30507" y="32474"/>
                      </a:lnTo>
                      <a:lnTo>
                        <a:pt x="30674" y="32537"/>
                      </a:lnTo>
                      <a:lnTo>
                        <a:pt x="30800" y="32495"/>
                      </a:lnTo>
                      <a:lnTo>
                        <a:pt x="30904" y="32516"/>
                      </a:lnTo>
                      <a:lnTo>
                        <a:pt x="31009" y="32474"/>
                      </a:lnTo>
                      <a:lnTo>
                        <a:pt x="31030" y="32411"/>
                      </a:lnTo>
                      <a:lnTo>
                        <a:pt x="31009" y="32369"/>
                      </a:lnTo>
                      <a:lnTo>
                        <a:pt x="31030" y="32307"/>
                      </a:lnTo>
                      <a:lnTo>
                        <a:pt x="31218" y="32286"/>
                      </a:lnTo>
                      <a:lnTo>
                        <a:pt x="31427" y="32286"/>
                      </a:lnTo>
                      <a:lnTo>
                        <a:pt x="31616" y="32328"/>
                      </a:lnTo>
                      <a:lnTo>
                        <a:pt x="31783" y="32474"/>
                      </a:lnTo>
                      <a:lnTo>
                        <a:pt x="31888" y="32621"/>
                      </a:lnTo>
                      <a:lnTo>
                        <a:pt x="31951" y="32746"/>
                      </a:lnTo>
                      <a:lnTo>
                        <a:pt x="32013" y="32746"/>
                      </a:lnTo>
                      <a:lnTo>
                        <a:pt x="32139" y="32788"/>
                      </a:lnTo>
                      <a:lnTo>
                        <a:pt x="32264" y="32851"/>
                      </a:lnTo>
                      <a:lnTo>
                        <a:pt x="32327" y="32851"/>
                      </a:lnTo>
                      <a:lnTo>
                        <a:pt x="32390" y="32913"/>
                      </a:lnTo>
                      <a:lnTo>
                        <a:pt x="32390" y="32997"/>
                      </a:lnTo>
                      <a:lnTo>
                        <a:pt x="32369" y="33039"/>
                      </a:lnTo>
                      <a:lnTo>
                        <a:pt x="32369" y="33144"/>
                      </a:lnTo>
                      <a:lnTo>
                        <a:pt x="32390" y="33227"/>
                      </a:lnTo>
                      <a:lnTo>
                        <a:pt x="32453" y="33269"/>
                      </a:lnTo>
                      <a:lnTo>
                        <a:pt x="32474" y="33311"/>
                      </a:lnTo>
                      <a:lnTo>
                        <a:pt x="32536" y="33311"/>
                      </a:lnTo>
                      <a:lnTo>
                        <a:pt x="32641" y="33353"/>
                      </a:lnTo>
                      <a:lnTo>
                        <a:pt x="32704" y="33416"/>
                      </a:lnTo>
                      <a:lnTo>
                        <a:pt x="32746" y="33353"/>
                      </a:lnTo>
                      <a:lnTo>
                        <a:pt x="32850" y="33311"/>
                      </a:lnTo>
                      <a:lnTo>
                        <a:pt x="33101" y="33269"/>
                      </a:lnTo>
                      <a:lnTo>
                        <a:pt x="33227" y="33248"/>
                      </a:lnTo>
                      <a:lnTo>
                        <a:pt x="33290" y="33144"/>
                      </a:lnTo>
                      <a:lnTo>
                        <a:pt x="33394" y="33102"/>
                      </a:lnTo>
                      <a:lnTo>
                        <a:pt x="33436" y="33123"/>
                      </a:lnTo>
                      <a:lnTo>
                        <a:pt x="33394" y="33248"/>
                      </a:lnTo>
                      <a:lnTo>
                        <a:pt x="33415" y="33353"/>
                      </a:lnTo>
                      <a:lnTo>
                        <a:pt x="33499" y="33374"/>
                      </a:lnTo>
                      <a:lnTo>
                        <a:pt x="33624" y="33478"/>
                      </a:lnTo>
                      <a:lnTo>
                        <a:pt x="33792" y="33541"/>
                      </a:lnTo>
                      <a:lnTo>
                        <a:pt x="33813" y="33562"/>
                      </a:lnTo>
                      <a:lnTo>
                        <a:pt x="33896" y="33562"/>
                      </a:lnTo>
                      <a:lnTo>
                        <a:pt x="34001" y="33625"/>
                      </a:lnTo>
                      <a:lnTo>
                        <a:pt x="34043" y="33625"/>
                      </a:lnTo>
                      <a:lnTo>
                        <a:pt x="34043" y="33583"/>
                      </a:lnTo>
                      <a:lnTo>
                        <a:pt x="34127" y="33374"/>
                      </a:lnTo>
                      <a:lnTo>
                        <a:pt x="34231" y="33332"/>
                      </a:lnTo>
                      <a:lnTo>
                        <a:pt x="34482" y="33332"/>
                      </a:lnTo>
                      <a:lnTo>
                        <a:pt x="34524" y="33269"/>
                      </a:lnTo>
                      <a:lnTo>
                        <a:pt x="34629" y="33165"/>
                      </a:lnTo>
                      <a:lnTo>
                        <a:pt x="34796" y="33102"/>
                      </a:lnTo>
                      <a:lnTo>
                        <a:pt x="34796" y="32997"/>
                      </a:lnTo>
                      <a:lnTo>
                        <a:pt x="34859" y="32893"/>
                      </a:lnTo>
                      <a:lnTo>
                        <a:pt x="35005" y="32809"/>
                      </a:lnTo>
                      <a:lnTo>
                        <a:pt x="35005" y="32725"/>
                      </a:lnTo>
                      <a:lnTo>
                        <a:pt x="35110" y="32621"/>
                      </a:lnTo>
                      <a:lnTo>
                        <a:pt x="35215" y="32600"/>
                      </a:lnTo>
                      <a:lnTo>
                        <a:pt x="35298" y="32495"/>
                      </a:lnTo>
                      <a:lnTo>
                        <a:pt x="35361" y="32432"/>
                      </a:lnTo>
                      <a:lnTo>
                        <a:pt x="35298" y="32390"/>
                      </a:lnTo>
                      <a:lnTo>
                        <a:pt x="35298" y="32307"/>
                      </a:lnTo>
                      <a:lnTo>
                        <a:pt x="35319" y="32265"/>
                      </a:lnTo>
                      <a:lnTo>
                        <a:pt x="35508" y="32307"/>
                      </a:lnTo>
                      <a:lnTo>
                        <a:pt x="35591" y="32265"/>
                      </a:lnTo>
                      <a:lnTo>
                        <a:pt x="35633" y="32097"/>
                      </a:lnTo>
                      <a:lnTo>
                        <a:pt x="35717" y="32077"/>
                      </a:lnTo>
                      <a:lnTo>
                        <a:pt x="35926" y="32056"/>
                      </a:lnTo>
                      <a:lnTo>
                        <a:pt x="36031" y="32014"/>
                      </a:lnTo>
                      <a:lnTo>
                        <a:pt x="36261" y="32014"/>
                      </a:lnTo>
                      <a:lnTo>
                        <a:pt x="36345" y="31972"/>
                      </a:lnTo>
                      <a:lnTo>
                        <a:pt x="36365" y="31972"/>
                      </a:lnTo>
                      <a:lnTo>
                        <a:pt x="36449" y="32077"/>
                      </a:lnTo>
                      <a:lnTo>
                        <a:pt x="36449" y="32160"/>
                      </a:lnTo>
                      <a:lnTo>
                        <a:pt x="36533" y="32223"/>
                      </a:lnTo>
                      <a:lnTo>
                        <a:pt x="36658" y="32223"/>
                      </a:lnTo>
                      <a:lnTo>
                        <a:pt x="36700" y="32202"/>
                      </a:lnTo>
                      <a:lnTo>
                        <a:pt x="36805" y="32202"/>
                      </a:lnTo>
                      <a:lnTo>
                        <a:pt x="36889" y="32160"/>
                      </a:lnTo>
                      <a:lnTo>
                        <a:pt x="37077" y="32160"/>
                      </a:lnTo>
                      <a:lnTo>
                        <a:pt x="37098" y="32223"/>
                      </a:lnTo>
                      <a:lnTo>
                        <a:pt x="37119" y="32328"/>
                      </a:lnTo>
                      <a:lnTo>
                        <a:pt x="37161" y="32411"/>
                      </a:lnTo>
                      <a:lnTo>
                        <a:pt x="37453" y="32579"/>
                      </a:lnTo>
                      <a:lnTo>
                        <a:pt x="37537" y="32641"/>
                      </a:lnTo>
                      <a:lnTo>
                        <a:pt x="37746" y="32746"/>
                      </a:lnTo>
                      <a:lnTo>
                        <a:pt x="37830" y="32704"/>
                      </a:lnTo>
                      <a:lnTo>
                        <a:pt x="37935" y="32641"/>
                      </a:lnTo>
                      <a:lnTo>
                        <a:pt x="38060" y="32579"/>
                      </a:lnTo>
                      <a:lnTo>
                        <a:pt x="38165" y="32579"/>
                      </a:lnTo>
                      <a:lnTo>
                        <a:pt x="38269" y="32600"/>
                      </a:lnTo>
                      <a:lnTo>
                        <a:pt x="38353" y="32641"/>
                      </a:lnTo>
                      <a:lnTo>
                        <a:pt x="38437" y="32621"/>
                      </a:lnTo>
                      <a:lnTo>
                        <a:pt x="38688" y="32621"/>
                      </a:lnTo>
                      <a:lnTo>
                        <a:pt x="38793" y="32683"/>
                      </a:lnTo>
                      <a:lnTo>
                        <a:pt x="38897" y="32683"/>
                      </a:lnTo>
                      <a:lnTo>
                        <a:pt x="38939" y="32641"/>
                      </a:lnTo>
                      <a:lnTo>
                        <a:pt x="39044" y="32683"/>
                      </a:lnTo>
                      <a:lnTo>
                        <a:pt x="39211" y="32641"/>
                      </a:lnTo>
                      <a:lnTo>
                        <a:pt x="39316" y="32474"/>
                      </a:lnTo>
                      <a:lnTo>
                        <a:pt x="39274" y="32390"/>
                      </a:lnTo>
                      <a:lnTo>
                        <a:pt x="39169" y="32307"/>
                      </a:lnTo>
                      <a:lnTo>
                        <a:pt x="39169" y="32118"/>
                      </a:lnTo>
                      <a:lnTo>
                        <a:pt x="39190" y="31951"/>
                      </a:lnTo>
                      <a:lnTo>
                        <a:pt x="39169" y="31867"/>
                      </a:lnTo>
                      <a:lnTo>
                        <a:pt x="39065" y="31846"/>
                      </a:lnTo>
                      <a:lnTo>
                        <a:pt x="39002" y="31763"/>
                      </a:lnTo>
                      <a:lnTo>
                        <a:pt x="38834" y="31700"/>
                      </a:lnTo>
                      <a:lnTo>
                        <a:pt x="38772" y="31574"/>
                      </a:lnTo>
                      <a:lnTo>
                        <a:pt x="38772" y="31281"/>
                      </a:lnTo>
                      <a:lnTo>
                        <a:pt x="38876" y="31156"/>
                      </a:lnTo>
                      <a:lnTo>
                        <a:pt x="38876" y="31072"/>
                      </a:lnTo>
                      <a:lnTo>
                        <a:pt x="38939" y="30968"/>
                      </a:lnTo>
                      <a:lnTo>
                        <a:pt x="39044" y="30947"/>
                      </a:lnTo>
                      <a:lnTo>
                        <a:pt x="39086" y="30968"/>
                      </a:lnTo>
                      <a:lnTo>
                        <a:pt x="39148" y="30863"/>
                      </a:lnTo>
                      <a:lnTo>
                        <a:pt x="39106" y="30758"/>
                      </a:lnTo>
                      <a:lnTo>
                        <a:pt x="39148" y="30696"/>
                      </a:lnTo>
                      <a:lnTo>
                        <a:pt x="39211" y="30633"/>
                      </a:lnTo>
                      <a:lnTo>
                        <a:pt x="39316" y="30633"/>
                      </a:lnTo>
                      <a:lnTo>
                        <a:pt x="39399" y="30696"/>
                      </a:lnTo>
                      <a:lnTo>
                        <a:pt x="39567" y="30737"/>
                      </a:lnTo>
                      <a:lnTo>
                        <a:pt x="39713" y="30821"/>
                      </a:lnTo>
                      <a:lnTo>
                        <a:pt x="39734" y="30863"/>
                      </a:lnTo>
                      <a:lnTo>
                        <a:pt x="39881" y="30926"/>
                      </a:lnTo>
                      <a:lnTo>
                        <a:pt x="40236" y="30926"/>
                      </a:lnTo>
                      <a:lnTo>
                        <a:pt x="40320" y="30968"/>
                      </a:lnTo>
                      <a:lnTo>
                        <a:pt x="40362" y="31030"/>
                      </a:lnTo>
                      <a:lnTo>
                        <a:pt x="40529" y="31051"/>
                      </a:lnTo>
                      <a:lnTo>
                        <a:pt x="40613" y="31114"/>
                      </a:lnTo>
                      <a:lnTo>
                        <a:pt x="40718" y="31135"/>
                      </a:lnTo>
                      <a:lnTo>
                        <a:pt x="40948" y="31135"/>
                      </a:lnTo>
                      <a:lnTo>
                        <a:pt x="41031" y="31156"/>
                      </a:lnTo>
                      <a:lnTo>
                        <a:pt x="41073" y="31240"/>
                      </a:lnTo>
                      <a:lnTo>
                        <a:pt x="41073" y="31323"/>
                      </a:lnTo>
                      <a:lnTo>
                        <a:pt x="41136" y="31386"/>
                      </a:lnTo>
                      <a:lnTo>
                        <a:pt x="41136" y="31470"/>
                      </a:lnTo>
                      <a:lnTo>
                        <a:pt x="41178" y="31533"/>
                      </a:lnTo>
                      <a:lnTo>
                        <a:pt x="41241" y="31658"/>
                      </a:lnTo>
                      <a:lnTo>
                        <a:pt x="41241" y="31763"/>
                      </a:lnTo>
                      <a:lnTo>
                        <a:pt x="41303" y="31805"/>
                      </a:lnTo>
                      <a:lnTo>
                        <a:pt x="41387" y="31805"/>
                      </a:lnTo>
                      <a:lnTo>
                        <a:pt x="41492" y="31909"/>
                      </a:lnTo>
                      <a:lnTo>
                        <a:pt x="41513" y="31972"/>
                      </a:lnTo>
                      <a:lnTo>
                        <a:pt x="41680" y="32014"/>
                      </a:lnTo>
                      <a:lnTo>
                        <a:pt x="41868" y="32118"/>
                      </a:lnTo>
                      <a:lnTo>
                        <a:pt x="41931" y="32118"/>
                      </a:lnTo>
                      <a:lnTo>
                        <a:pt x="41994" y="32077"/>
                      </a:lnTo>
                      <a:lnTo>
                        <a:pt x="42182" y="32077"/>
                      </a:lnTo>
                      <a:lnTo>
                        <a:pt x="42245" y="32014"/>
                      </a:lnTo>
                      <a:lnTo>
                        <a:pt x="42329" y="32014"/>
                      </a:lnTo>
                      <a:lnTo>
                        <a:pt x="42412" y="32056"/>
                      </a:lnTo>
                      <a:lnTo>
                        <a:pt x="42496" y="32014"/>
                      </a:lnTo>
                      <a:lnTo>
                        <a:pt x="42601" y="31909"/>
                      </a:lnTo>
                      <a:lnTo>
                        <a:pt x="42747" y="31867"/>
                      </a:lnTo>
                      <a:lnTo>
                        <a:pt x="42977" y="31846"/>
                      </a:lnTo>
                      <a:lnTo>
                        <a:pt x="43124" y="31763"/>
                      </a:lnTo>
                      <a:lnTo>
                        <a:pt x="43270" y="31763"/>
                      </a:lnTo>
                      <a:lnTo>
                        <a:pt x="43396" y="31700"/>
                      </a:lnTo>
                      <a:lnTo>
                        <a:pt x="43542" y="31784"/>
                      </a:lnTo>
                      <a:lnTo>
                        <a:pt x="43710" y="31805"/>
                      </a:lnTo>
                      <a:lnTo>
                        <a:pt x="43961" y="31805"/>
                      </a:lnTo>
                      <a:lnTo>
                        <a:pt x="44065" y="31972"/>
                      </a:lnTo>
                      <a:lnTo>
                        <a:pt x="44275" y="32056"/>
                      </a:lnTo>
                      <a:lnTo>
                        <a:pt x="44421" y="32056"/>
                      </a:lnTo>
                      <a:lnTo>
                        <a:pt x="44547" y="32014"/>
                      </a:lnTo>
                      <a:lnTo>
                        <a:pt x="44609" y="32077"/>
                      </a:lnTo>
                      <a:lnTo>
                        <a:pt x="44651" y="32265"/>
                      </a:lnTo>
                      <a:lnTo>
                        <a:pt x="44756" y="32328"/>
                      </a:lnTo>
                      <a:lnTo>
                        <a:pt x="44840" y="32390"/>
                      </a:lnTo>
                      <a:lnTo>
                        <a:pt x="44923" y="32411"/>
                      </a:lnTo>
                      <a:lnTo>
                        <a:pt x="45028" y="32516"/>
                      </a:lnTo>
                      <a:lnTo>
                        <a:pt x="45112" y="32516"/>
                      </a:lnTo>
                      <a:lnTo>
                        <a:pt x="45363" y="32495"/>
                      </a:lnTo>
                      <a:lnTo>
                        <a:pt x="45593" y="32579"/>
                      </a:lnTo>
                      <a:lnTo>
                        <a:pt x="45948" y="32579"/>
                      </a:lnTo>
                      <a:lnTo>
                        <a:pt x="46095" y="32537"/>
                      </a:lnTo>
                      <a:lnTo>
                        <a:pt x="46158" y="32495"/>
                      </a:lnTo>
                      <a:lnTo>
                        <a:pt x="46283" y="32495"/>
                      </a:lnTo>
                      <a:lnTo>
                        <a:pt x="46388" y="32537"/>
                      </a:lnTo>
                      <a:lnTo>
                        <a:pt x="46472" y="32537"/>
                      </a:lnTo>
                      <a:lnTo>
                        <a:pt x="46534" y="32411"/>
                      </a:lnTo>
                      <a:lnTo>
                        <a:pt x="46744" y="32286"/>
                      </a:lnTo>
                      <a:lnTo>
                        <a:pt x="46890" y="32286"/>
                      </a:lnTo>
                      <a:lnTo>
                        <a:pt x="46953" y="32181"/>
                      </a:lnTo>
                      <a:lnTo>
                        <a:pt x="47329" y="32181"/>
                      </a:lnTo>
                      <a:lnTo>
                        <a:pt x="47434" y="32077"/>
                      </a:lnTo>
                      <a:lnTo>
                        <a:pt x="47455" y="31972"/>
                      </a:lnTo>
                      <a:lnTo>
                        <a:pt x="47455" y="31909"/>
                      </a:lnTo>
                      <a:lnTo>
                        <a:pt x="47539" y="31805"/>
                      </a:lnTo>
                      <a:lnTo>
                        <a:pt x="47664" y="31763"/>
                      </a:lnTo>
                      <a:lnTo>
                        <a:pt x="47748" y="31679"/>
                      </a:lnTo>
                      <a:lnTo>
                        <a:pt x="47790" y="31553"/>
                      </a:lnTo>
                      <a:lnTo>
                        <a:pt x="47873" y="31470"/>
                      </a:lnTo>
                      <a:lnTo>
                        <a:pt x="47978" y="31470"/>
                      </a:lnTo>
                      <a:lnTo>
                        <a:pt x="47999" y="31491"/>
                      </a:lnTo>
                      <a:lnTo>
                        <a:pt x="48187" y="31449"/>
                      </a:lnTo>
                      <a:lnTo>
                        <a:pt x="48292" y="31449"/>
                      </a:lnTo>
                      <a:lnTo>
                        <a:pt x="48417" y="31533"/>
                      </a:lnTo>
                      <a:lnTo>
                        <a:pt x="48501" y="31637"/>
                      </a:lnTo>
                      <a:lnTo>
                        <a:pt x="48585" y="31658"/>
                      </a:lnTo>
                      <a:lnTo>
                        <a:pt x="48689" y="31595"/>
                      </a:lnTo>
                      <a:lnTo>
                        <a:pt x="48731" y="31658"/>
                      </a:lnTo>
                      <a:lnTo>
                        <a:pt x="48836" y="31658"/>
                      </a:lnTo>
                      <a:lnTo>
                        <a:pt x="48982" y="31574"/>
                      </a:lnTo>
                      <a:lnTo>
                        <a:pt x="48982" y="31533"/>
                      </a:lnTo>
                      <a:lnTo>
                        <a:pt x="49150" y="31491"/>
                      </a:lnTo>
                      <a:lnTo>
                        <a:pt x="49359" y="31574"/>
                      </a:lnTo>
                      <a:lnTo>
                        <a:pt x="49422" y="31637"/>
                      </a:lnTo>
                      <a:lnTo>
                        <a:pt x="49464" y="31595"/>
                      </a:lnTo>
                      <a:lnTo>
                        <a:pt x="49547" y="31595"/>
                      </a:lnTo>
                      <a:lnTo>
                        <a:pt x="49568" y="31658"/>
                      </a:lnTo>
                      <a:lnTo>
                        <a:pt x="49673" y="31637"/>
                      </a:lnTo>
                      <a:lnTo>
                        <a:pt x="49840" y="31658"/>
                      </a:lnTo>
                      <a:lnTo>
                        <a:pt x="49924" y="31742"/>
                      </a:lnTo>
                      <a:lnTo>
                        <a:pt x="49966" y="31742"/>
                      </a:lnTo>
                      <a:lnTo>
                        <a:pt x="50259" y="31470"/>
                      </a:lnTo>
                      <a:lnTo>
                        <a:pt x="50384" y="31365"/>
                      </a:lnTo>
                      <a:lnTo>
                        <a:pt x="50594" y="31344"/>
                      </a:lnTo>
                      <a:lnTo>
                        <a:pt x="50677" y="31260"/>
                      </a:lnTo>
                      <a:lnTo>
                        <a:pt x="50698" y="31156"/>
                      </a:lnTo>
                      <a:lnTo>
                        <a:pt x="50677" y="31030"/>
                      </a:lnTo>
                      <a:lnTo>
                        <a:pt x="50614" y="31009"/>
                      </a:lnTo>
                      <a:lnTo>
                        <a:pt x="50573" y="31030"/>
                      </a:lnTo>
                      <a:lnTo>
                        <a:pt x="50510" y="31009"/>
                      </a:lnTo>
                      <a:lnTo>
                        <a:pt x="50468" y="31009"/>
                      </a:lnTo>
                      <a:lnTo>
                        <a:pt x="50468" y="30842"/>
                      </a:lnTo>
                      <a:lnTo>
                        <a:pt x="50489" y="30800"/>
                      </a:lnTo>
                      <a:lnTo>
                        <a:pt x="50489" y="30633"/>
                      </a:lnTo>
                      <a:lnTo>
                        <a:pt x="50447" y="30528"/>
                      </a:lnTo>
                      <a:lnTo>
                        <a:pt x="50468" y="30444"/>
                      </a:lnTo>
                      <a:lnTo>
                        <a:pt x="50552" y="30424"/>
                      </a:lnTo>
                      <a:lnTo>
                        <a:pt x="50552" y="30319"/>
                      </a:lnTo>
                      <a:lnTo>
                        <a:pt x="50468" y="30235"/>
                      </a:lnTo>
                      <a:lnTo>
                        <a:pt x="50447" y="30110"/>
                      </a:lnTo>
                      <a:lnTo>
                        <a:pt x="50468" y="30068"/>
                      </a:lnTo>
                      <a:lnTo>
                        <a:pt x="50405" y="29963"/>
                      </a:lnTo>
                      <a:lnTo>
                        <a:pt x="50405" y="29859"/>
                      </a:lnTo>
                      <a:lnTo>
                        <a:pt x="50489" y="29754"/>
                      </a:lnTo>
                      <a:lnTo>
                        <a:pt x="50573" y="29691"/>
                      </a:lnTo>
                      <a:lnTo>
                        <a:pt x="50594" y="29566"/>
                      </a:lnTo>
                      <a:lnTo>
                        <a:pt x="50677" y="29461"/>
                      </a:lnTo>
                      <a:lnTo>
                        <a:pt x="50761" y="29398"/>
                      </a:lnTo>
                      <a:lnTo>
                        <a:pt x="50761" y="29273"/>
                      </a:lnTo>
                      <a:lnTo>
                        <a:pt x="50719" y="29189"/>
                      </a:lnTo>
                      <a:lnTo>
                        <a:pt x="50719" y="29126"/>
                      </a:lnTo>
                      <a:lnTo>
                        <a:pt x="50656" y="29064"/>
                      </a:lnTo>
                      <a:lnTo>
                        <a:pt x="50594" y="28959"/>
                      </a:lnTo>
                      <a:lnTo>
                        <a:pt x="50510" y="28833"/>
                      </a:lnTo>
                      <a:lnTo>
                        <a:pt x="50447" y="28812"/>
                      </a:lnTo>
                      <a:lnTo>
                        <a:pt x="50363" y="28833"/>
                      </a:lnTo>
                      <a:lnTo>
                        <a:pt x="50238" y="28917"/>
                      </a:lnTo>
                      <a:lnTo>
                        <a:pt x="50175" y="28917"/>
                      </a:lnTo>
                      <a:lnTo>
                        <a:pt x="50154" y="28854"/>
                      </a:lnTo>
                      <a:lnTo>
                        <a:pt x="50154" y="28603"/>
                      </a:lnTo>
                      <a:lnTo>
                        <a:pt x="50175" y="28540"/>
                      </a:lnTo>
                      <a:lnTo>
                        <a:pt x="50175" y="28499"/>
                      </a:lnTo>
                      <a:lnTo>
                        <a:pt x="50238" y="28436"/>
                      </a:lnTo>
                      <a:lnTo>
                        <a:pt x="50259" y="28331"/>
                      </a:lnTo>
                      <a:lnTo>
                        <a:pt x="50342" y="28227"/>
                      </a:lnTo>
                      <a:lnTo>
                        <a:pt x="50342" y="28143"/>
                      </a:lnTo>
                      <a:lnTo>
                        <a:pt x="50384" y="28101"/>
                      </a:lnTo>
                      <a:lnTo>
                        <a:pt x="50552" y="28080"/>
                      </a:lnTo>
                      <a:lnTo>
                        <a:pt x="50614" y="28038"/>
                      </a:lnTo>
                      <a:lnTo>
                        <a:pt x="50698" y="28038"/>
                      </a:lnTo>
                      <a:lnTo>
                        <a:pt x="50719" y="28017"/>
                      </a:lnTo>
                      <a:lnTo>
                        <a:pt x="50803" y="28017"/>
                      </a:lnTo>
                      <a:lnTo>
                        <a:pt x="50886" y="27996"/>
                      </a:lnTo>
                      <a:lnTo>
                        <a:pt x="50928" y="27913"/>
                      </a:lnTo>
                      <a:lnTo>
                        <a:pt x="51033" y="27913"/>
                      </a:lnTo>
                      <a:lnTo>
                        <a:pt x="51117" y="27829"/>
                      </a:lnTo>
                      <a:lnTo>
                        <a:pt x="51242" y="27871"/>
                      </a:lnTo>
                      <a:lnTo>
                        <a:pt x="51451" y="27871"/>
                      </a:lnTo>
                      <a:lnTo>
                        <a:pt x="51514" y="27808"/>
                      </a:lnTo>
                      <a:lnTo>
                        <a:pt x="51556" y="27808"/>
                      </a:lnTo>
                      <a:lnTo>
                        <a:pt x="51598" y="27724"/>
                      </a:lnTo>
                      <a:lnTo>
                        <a:pt x="51744" y="27703"/>
                      </a:lnTo>
                      <a:lnTo>
                        <a:pt x="51765" y="27683"/>
                      </a:lnTo>
                      <a:lnTo>
                        <a:pt x="51849" y="27703"/>
                      </a:lnTo>
                      <a:lnTo>
                        <a:pt x="51933" y="27703"/>
                      </a:lnTo>
                      <a:lnTo>
                        <a:pt x="52016" y="27745"/>
                      </a:lnTo>
                      <a:lnTo>
                        <a:pt x="52184" y="27787"/>
                      </a:lnTo>
                      <a:lnTo>
                        <a:pt x="52267" y="27829"/>
                      </a:lnTo>
                      <a:lnTo>
                        <a:pt x="52288" y="27892"/>
                      </a:lnTo>
                      <a:lnTo>
                        <a:pt x="52435" y="27892"/>
                      </a:lnTo>
                      <a:lnTo>
                        <a:pt x="52498" y="27850"/>
                      </a:lnTo>
                      <a:lnTo>
                        <a:pt x="52539" y="27892"/>
                      </a:lnTo>
                      <a:lnTo>
                        <a:pt x="52644" y="27934"/>
                      </a:lnTo>
                      <a:lnTo>
                        <a:pt x="52686" y="27913"/>
                      </a:lnTo>
                      <a:lnTo>
                        <a:pt x="52686" y="27829"/>
                      </a:lnTo>
                      <a:lnTo>
                        <a:pt x="52749" y="27808"/>
                      </a:lnTo>
                      <a:lnTo>
                        <a:pt x="52790" y="27829"/>
                      </a:lnTo>
                      <a:lnTo>
                        <a:pt x="52874" y="27829"/>
                      </a:lnTo>
                      <a:lnTo>
                        <a:pt x="52916" y="27808"/>
                      </a:lnTo>
                      <a:lnTo>
                        <a:pt x="52979" y="27892"/>
                      </a:lnTo>
                      <a:lnTo>
                        <a:pt x="53021" y="27892"/>
                      </a:lnTo>
                      <a:lnTo>
                        <a:pt x="53104" y="27913"/>
                      </a:lnTo>
                      <a:lnTo>
                        <a:pt x="53125" y="27955"/>
                      </a:lnTo>
                      <a:lnTo>
                        <a:pt x="53104" y="28017"/>
                      </a:lnTo>
                      <a:lnTo>
                        <a:pt x="53125" y="28059"/>
                      </a:lnTo>
                      <a:lnTo>
                        <a:pt x="53188" y="28059"/>
                      </a:lnTo>
                      <a:lnTo>
                        <a:pt x="53209" y="28122"/>
                      </a:lnTo>
                      <a:lnTo>
                        <a:pt x="53272" y="28059"/>
                      </a:lnTo>
                      <a:lnTo>
                        <a:pt x="53335" y="28101"/>
                      </a:lnTo>
                      <a:lnTo>
                        <a:pt x="53376" y="28143"/>
                      </a:lnTo>
                      <a:lnTo>
                        <a:pt x="53335" y="28206"/>
                      </a:lnTo>
                      <a:lnTo>
                        <a:pt x="53376" y="28247"/>
                      </a:lnTo>
                      <a:lnTo>
                        <a:pt x="53481" y="28268"/>
                      </a:lnTo>
                      <a:lnTo>
                        <a:pt x="53523" y="28268"/>
                      </a:lnTo>
                      <a:lnTo>
                        <a:pt x="53586" y="28310"/>
                      </a:lnTo>
                      <a:lnTo>
                        <a:pt x="53586" y="28352"/>
                      </a:lnTo>
                      <a:lnTo>
                        <a:pt x="53627" y="28373"/>
                      </a:lnTo>
                      <a:lnTo>
                        <a:pt x="53690" y="28457"/>
                      </a:lnTo>
                      <a:lnTo>
                        <a:pt x="53690" y="28540"/>
                      </a:lnTo>
                      <a:lnTo>
                        <a:pt x="53711" y="28624"/>
                      </a:lnTo>
                      <a:lnTo>
                        <a:pt x="53711" y="28666"/>
                      </a:lnTo>
                      <a:lnTo>
                        <a:pt x="53732" y="28687"/>
                      </a:lnTo>
                      <a:lnTo>
                        <a:pt x="53899" y="28687"/>
                      </a:lnTo>
                      <a:lnTo>
                        <a:pt x="53920" y="28750"/>
                      </a:lnTo>
                      <a:lnTo>
                        <a:pt x="53899" y="28833"/>
                      </a:lnTo>
                      <a:lnTo>
                        <a:pt x="53899" y="28875"/>
                      </a:lnTo>
                      <a:lnTo>
                        <a:pt x="54025" y="28959"/>
                      </a:lnTo>
                      <a:lnTo>
                        <a:pt x="54067" y="29064"/>
                      </a:lnTo>
                      <a:lnTo>
                        <a:pt x="54151" y="29147"/>
                      </a:lnTo>
                      <a:lnTo>
                        <a:pt x="54171" y="29210"/>
                      </a:lnTo>
                      <a:lnTo>
                        <a:pt x="54234" y="29252"/>
                      </a:lnTo>
                      <a:lnTo>
                        <a:pt x="54255" y="29356"/>
                      </a:lnTo>
                      <a:lnTo>
                        <a:pt x="54339" y="29398"/>
                      </a:lnTo>
                      <a:lnTo>
                        <a:pt x="54339" y="29461"/>
                      </a:lnTo>
                      <a:lnTo>
                        <a:pt x="54318" y="29503"/>
                      </a:lnTo>
                      <a:lnTo>
                        <a:pt x="54339" y="29524"/>
                      </a:lnTo>
                      <a:lnTo>
                        <a:pt x="54381" y="29503"/>
                      </a:lnTo>
                      <a:lnTo>
                        <a:pt x="54443" y="29587"/>
                      </a:lnTo>
                      <a:lnTo>
                        <a:pt x="54464" y="29670"/>
                      </a:lnTo>
                      <a:lnTo>
                        <a:pt x="54569" y="29817"/>
                      </a:lnTo>
                      <a:lnTo>
                        <a:pt x="54778" y="29963"/>
                      </a:lnTo>
                      <a:lnTo>
                        <a:pt x="54799" y="30047"/>
                      </a:lnTo>
                      <a:lnTo>
                        <a:pt x="54841" y="30152"/>
                      </a:lnTo>
                      <a:lnTo>
                        <a:pt x="54883" y="30193"/>
                      </a:lnTo>
                      <a:lnTo>
                        <a:pt x="54883" y="30298"/>
                      </a:lnTo>
                      <a:lnTo>
                        <a:pt x="54967" y="30319"/>
                      </a:lnTo>
                      <a:lnTo>
                        <a:pt x="55008" y="30319"/>
                      </a:lnTo>
                      <a:lnTo>
                        <a:pt x="55050" y="30424"/>
                      </a:lnTo>
                      <a:lnTo>
                        <a:pt x="55050" y="30507"/>
                      </a:lnTo>
                      <a:lnTo>
                        <a:pt x="55092" y="30612"/>
                      </a:lnTo>
                      <a:lnTo>
                        <a:pt x="55218" y="30737"/>
                      </a:lnTo>
                      <a:lnTo>
                        <a:pt x="55322" y="30758"/>
                      </a:lnTo>
                      <a:lnTo>
                        <a:pt x="55385" y="30842"/>
                      </a:lnTo>
                      <a:lnTo>
                        <a:pt x="55469" y="30842"/>
                      </a:lnTo>
                      <a:lnTo>
                        <a:pt x="55511" y="30821"/>
                      </a:lnTo>
                      <a:lnTo>
                        <a:pt x="55573" y="30842"/>
                      </a:lnTo>
                      <a:lnTo>
                        <a:pt x="55615" y="30821"/>
                      </a:lnTo>
                      <a:lnTo>
                        <a:pt x="55741" y="30842"/>
                      </a:lnTo>
                      <a:lnTo>
                        <a:pt x="55803" y="30779"/>
                      </a:lnTo>
                      <a:lnTo>
                        <a:pt x="55887" y="30779"/>
                      </a:lnTo>
                      <a:lnTo>
                        <a:pt x="55887" y="30821"/>
                      </a:lnTo>
                      <a:lnTo>
                        <a:pt x="55824" y="30863"/>
                      </a:lnTo>
                      <a:lnTo>
                        <a:pt x="55845" y="30905"/>
                      </a:lnTo>
                      <a:lnTo>
                        <a:pt x="55992" y="30905"/>
                      </a:lnTo>
                      <a:lnTo>
                        <a:pt x="56034" y="30926"/>
                      </a:lnTo>
                      <a:lnTo>
                        <a:pt x="56055" y="30968"/>
                      </a:lnTo>
                      <a:lnTo>
                        <a:pt x="56138" y="31030"/>
                      </a:lnTo>
                      <a:lnTo>
                        <a:pt x="56159" y="30968"/>
                      </a:lnTo>
                      <a:lnTo>
                        <a:pt x="56222" y="30947"/>
                      </a:lnTo>
                      <a:lnTo>
                        <a:pt x="56264" y="30968"/>
                      </a:lnTo>
                      <a:lnTo>
                        <a:pt x="56306" y="30905"/>
                      </a:lnTo>
                      <a:lnTo>
                        <a:pt x="56348" y="30905"/>
                      </a:lnTo>
                      <a:lnTo>
                        <a:pt x="56410" y="30947"/>
                      </a:lnTo>
                      <a:lnTo>
                        <a:pt x="56431" y="31009"/>
                      </a:lnTo>
                      <a:lnTo>
                        <a:pt x="56473" y="31072"/>
                      </a:lnTo>
                      <a:lnTo>
                        <a:pt x="56536" y="31072"/>
                      </a:lnTo>
                      <a:lnTo>
                        <a:pt x="56557" y="31135"/>
                      </a:lnTo>
                      <a:lnTo>
                        <a:pt x="56620" y="31177"/>
                      </a:lnTo>
                      <a:lnTo>
                        <a:pt x="56640" y="31177"/>
                      </a:lnTo>
                      <a:lnTo>
                        <a:pt x="56682" y="31240"/>
                      </a:lnTo>
                      <a:lnTo>
                        <a:pt x="56724" y="31281"/>
                      </a:lnTo>
                      <a:lnTo>
                        <a:pt x="56850" y="31344"/>
                      </a:lnTo>
                      <a:lnTo>
                        <a:pt x="56871" y="31365"/>
                      </a:lnTo>
                      <a:lnTo>
                        <a:pt x="56933" y="31365"/>
                      </a:lnTo>
                      <a:lnTo>
                        <a:pt x="56975" y="31407"/>
                      </a:lnTo>
                      <a:lnTo>
                        <a:pt x="57059" y="31449"/>
                      </a:lnTo>
                      <a:lnTo>
                        <a:pt x="57122" y="31407"/>
                      </a:lnTo>
                      <a:lnTo>
                        <a:pt x="57184" y="31407"/>
                      </a:lnTo>
                      <a:lnTo>
                        <a:pt x="57247" y="31365"/>
                      </a:lnTo>
                      <a:lnTo>
                        <a:pt x="57289" y="31365"/>
                      </a:lnTo>
                      <a:lnTo>
                        <a:pt x="57352" y="31386"/>
                      </a:lnTo>
                      <a:lnTo>
                        <a:pt x="57352" y="31470"/>
                      </a:lnTo>
                      <a:lnTo>
                        <a:pt x="57289" y="31553"/>
                      </a:lnTo>
                      <a:lnTo>
                        <a:pt x="57289" y="31637"/>
                      </a:lnTo>
                      <a:lnTo>
                        <a:pt x="57289" y="31700"/>
                      </a:lnTo>
                      <a:lnTo>
                        <a:pt x="57394" y="31700"/>
                      </a:lnTo>
                      <a:lnTo>
                        <a:pt x="57436" y="31805"/>
                      </a:lnTo>
                      <a:lnTo>
                        <a:pt x="57456" y="31909"/>
                      </a:lnTo>
                      <a:lnTo>
                        <a:pt x="57436" y="32014"/>
                      </a:lnTo>
                      <a:lnTo>
                        <a:pt x="57394" y="32056"/>
                      </a:lnTo>
                      <a:lnTo>
                        <a:pt x="57394" y="32118"/>
                      </a:lnTo>
                      <a:lnTo>
                        <a:pt x="57498" y="32265"/>
                      </a:lnTo>
                      <a:lnTo>
                        <a:pt x="57561" y="32286"/>
                      </a:lnTo>
                      <a:lnTo>
                        <a:pt x="57645" y="32390"/>
                      </a:lnTo>
                      <a:lnTo>
                        <a:pt x="57666" y="32432"/>
                      </a:lnTo>
                      <a:lnTo>
                        <a:pt x="57749" y="32411"/>
                      </a:lnTo>
                      <a:lnTo>
                        <a:pt x="57812" y="32369"/>
                      </a:lnTo>
                      <a:lnTo>
                        <a:pt x="57896" y="32369"/>
                      </a:lnTo>
                      <a:lnTo>
                        <a:pt x="57938" y="32432"/>
                      </a:lnTo>
                      <a:lnTo>
                        <a:pt x="57980" y="32516"/>
                      </a:lnTo>
                      <a:lnTo>
                        <a:pt x="58042" y="32495"/>
                      </a:lnTo>
                      <a:lnTo>
                        <a:pt x="58105" y="32432"/>
                      </a:lnTo>
                      <a:lnTo>
                        <a:pt x="58189" y="32474"/>
                      </a:lnTo>
                      <a:lnTo>
                        <a:pt x="58231" y="32432"/>
                      </a:lnTo>
                      <a:lnTo>
                        <a:pt x="58398" y="32411"/>
                      </a:lnTo>
                      <a:lnTo>
                        <a:pt x="58461" y="32328"/>
                      </a:lnTo>
                      <a:lnTo>
                        <a:pt x="58524" y="32307"/>
                      </a:lnTo>
                      <a:lnTo>
                        <a:pt x="58524" y="32244"/>
                      </a:lnTo>
                      <a:lnTo>
                        <a:pt x="58544" y="32160"/>
                      </a:lnTo>
                      <a:lnTo>
                        <a:pt x="58628" y="32097"/>
                      </a:lnTo>
                      <a:lnTo>
                        <a:pt x="58628" y="31993"/>
                      </a:lnTo>
                      <a:lnTo>
                        <a:pt x="58649" y="31909"/>
                      </a:lnTo>
                      <a:lnTo>
                        <a:pt x="58837" y="31909"/>
                      </a:lnTo>
                      <a:lnTo>
                        <a:pt x="58858" y="31805"/>
                      </a:lnTo>
                      <a:lnTo>
                        <a:pt x="58921" y="31805"/>
                      </a:lnTo>
                      <a:lnTo>
                        <a:pt x="58963" y="31784"/>
                      </a:lnTo>
                      <a:lnTo>
                        <a:pt x="59005" y="31700"/>
                      </a:lnTo>
                      <a:lnTo>
                        <a:pt x="59047" y="31658"/>
                      </a:lnTo>
                      <a:lnTo>
                        <a:pt x="59151" y="31658"/>
                      </a:lnTo>
                      <a:lnTo>
                        <a:pt x="59214" y="31595"/>
                      </a:lnTo>
                      <a:lnTo>
                        <a:pt x="59319" y="31658"/>
                      </a:lnTo>
                      <a:lnTo>
                        <a:pt x="59361" y="31700"/>
                      </a:lnTo>
                      <a:lnTo>
                        <a:pt x="59465" y="31700"/>
                      </a:lnTo>
                      <a:lnTo>
                        <a:pt x="59486" y="31763"/>
                      </a:lnTo>
                      <a:lnTo>
                        <a:pt x="59549" y="31867"/>
                      </a:lnTo>
                      <a:lnTo>
                        <a:pt x="59486" y="31909"/>
                      </a:lnTo>
                      <a:lnTo>
                        <a:pt x="59528" y="31972"/>
                      </a:lnTo>
                      <a:lnTo>
                        <a:pt x="59633" y="32077"/>
                      </a:lnTo>
                      <a:lnTo>
                        <a:pt x="59633" y="32139"/>
                      </a:lnTo>
                      <a:lnTo>
                        <a:pt x="59674" y="32202"/>
                      </a:lnTo>
                      <a:lnTo>
                        <a:pt x="59758" y="32244"/>
                      </a:lnTo>
                      <a:lnTo>
                        <a:pt x="59737" y="32390"/>
                      </a:lnTo>
                      <a:lnTo>
                        <a:pt x="59737" y="32495"/>
                      </a:lnTo>
                      <a:lnTo>
                        <a:pt x="59695" y="32537"/>
                      </a:lnTo>
                      <a:lnTo>
                        <a:pt x="59633" y="32558"/>
                      </a:lnTo>
                      <a:lnTo>
                        <a:pt x="59549" y="32662"/>
                      </a:lnTo>
                      <a:lnTo>
                        <a:pt x="59549" y="32725"/>
                      </a:lnTo>
                      <a:lnTo>
                        <a:pt x="59591" y="32809"/>
                      </a:lnTo>
                      <a:lnTo>
                        <a:pt x="59633" y="32830"/>
                      </a:lnTo>
                      <a:lnTo>
                        <a:pt x="59633" y="32934"/>
                      </a:lnTo>
                      <a:lnTo>
                        <a:pt x="59591" y="33018"/>
                      </a:lnTo>
                      <a:lnTo>
                        <a:pt x="59633" y="33060"/>
                      </a:lnTo>
                      <a:lnTo>
                        <a:pt x="59674" y="33081"/>
                      </a:lnTo>
                      <a:lnTo>
                        <a:pt x="59674" y="33144"/>
                      </a:lnTo>
                      <a:lnTo>
                        <a:pt x="59695" y="33185"/>
                      </a:lnTo>
                      <a:lnTo>
                        <a:pt x="59695" y="33248"/>
                      </a:lnTo>
                      <a:lnTo>
                        <a:pt x="59674" y="33269"/>
                      </a:lnTo>
                      <a:lnTo>
                        <a:pt x="59653" y="33290"/>
                      </a:lnTo>
                      <a:lnTo>
                        <a:pt x="59653" y="33437"/>
                      </a:lnTo>
                      <a:lnTo>
                        <a:pt x="59695" y="33562"/>
                      </a:lnTo>
                      <a:lnTo>
                        <a:pt x="59737" y="33604"/>
                      </a:lnTo>
                      <a:lnTo>
                        <a:pt x="59737" y="33667"/>
                      </a:lnTo>
                      <a:lnTo>
                        <a:pt x="59674" y="33709"/>
                      </a:lnTo>
                      <a:lnTo>
                        <a:pt x="59653" y="33792"/>
                      </a:lnTo>
                      <a:lnTo>
                        <a:pt x="59674" y="33855"/>
                      </a:lnTo>
                      <a:lnTo>
                        <a:pt x="59674" y="33897"/>
                      </a:lnTo>
                      <a:lnTo>
                        <a:pt x="59695" y="33960"/>
                      </a:lnTo>
                      <a:lnTo>
                        <a:pt x="59633" y="34001"/>
                      </a:lnTo>
                      <a:lnTo>
                        <a:pt x="59591" y="34022"/>
                      </a:lnTo>
                      <a:lnTo>
                        <a:pt x="59633" y="34085"/>
                      </a:lnTo>
                      <a:lnTo>
                        <a:pt x="59653" y="34169"/>
                      </a:lnTo>
                      <a:lnTo>
                        <a:pt x="59633" y="34211"/>
                      </a:lnTo>
                      <a:lnTo>
                        <a:pt x="59570" y="34315"/>
                      </a:lnTo>
                      <a:lnTo>
                        <a:pt x="59591" y="34378"/>
                      </a:lnTo>
                      <a:lnTo>
                        <a:pt x="59633" y="34420"/>
                      </a:lnTo>
                      <a:lnTo>
                        <a:pt x="59591" y="34483"/>
                      </a:lnTo>
                      <a:lnTo>
                        <a:pt x="59591" y="34525"/>
                      </a:lnTo>
                      <a:lnTo>
                        <a:pt x="59633" y="34587"/>
                      </a:lnTo>
                      <a:lnTo>
                        <a:pt x="59653" y="34650"/>
                      </a:lnTo>
                      <a:lnTo>
                        <a:pt x="59591" y="34713"/>
                      </a:lnTo>
                      <a:lnTo>
                        <a:pt x="59549" y="34713"/>
                      </a:lnTo>
                      <a:lnTo>
                        <a:pt x="59486" y="34692"/>
                      </a:lnTo>
                      <a:lnTo>
                        <a:pt x="59130" y="34608"/>
                      </a:lnTo>
                      <a:lnTo>
                        <a:pt x="59047" y="34587"/>
                      </a:lnTo>
                      <a:lnTo>
                        <a:pt x="58942" y="34546"/>
                      </a:lnTo>
                      <a:lnTo>
                        <a:pt x="58900" y="34546"/>
                      </a:lnTo>
                      <a:lnTo>
                        <a:pt x="58796" y="34713"/>
                      </a:lnTo>
                      <a:lnTo>
                        <a:pt x="58754" y="34797"/>
                      </a:lnTo>
                      <a:lnTo>
                        <a:pt x="58712" y="34859"/>
                      </a:lnTo>
                      <a:lnTo>
                        <a:pt x="58628" y="34859"/>
                      </a:lnTo>
                      <a:lnTo>
                        <a:pt x="58544" y="34922"/>
                      </a:lnTo>
                      <a:lnTo>
                        <a:pt x="58524" y="34964"/>
                      </a:lnTo>
                      <a:lnTo>
                        <a:pt x="58586" y="35069"/>
                      </a:lnTo>
                      <a:lnTo>
                        <a:pt x="58712" y="35278"/>
                      </a:lnTo>
                      <a:lnTo>
                        <a:pt x="58733" y="35362"/>
                      </a:lnTo>
                      <a:lnTo>
                        <a:pt x="58754" y="35445"/>
                      </a:lnTo>
                      <a:lnTo>
                        <a:pt x="58837" y="35550"/>
                      </a:lnTo>
                      <a:lnTo>
                        <a:pt x="58837" y="35654"/>
                      </a:lnTo>
                      <a:lnTo>
                        <a:pt x="58837" y="35780"/>
                      </a:lnTo>
                      <a:lnTo>
                        <a:pt x="58837" y="35885"/>
                      </a:lnTo>
                      <a:lnTo>
                        <a:pt x="58837" y="36094"/>
                      </a:lnTo>
                      <a:lnTo>
                        <a:pt x="58921" y="36157"/>
                      </a:lnTo>
                      <a:lnTo>
                        <a:pt x="58921" y="36261"/>
                      </a:lnTo>
                      <a:lnTo>
                        <a:pt x="58921" y="36366"/>
                      </a:lnTo>
                      <a:lnTo>
                        <a:pt x="58900" y="36408"/>
                      </a:lnTo>
                      <a:lnTo>
                        <a:pt x="58900" y="36491"/>
                      </a:lnTo>
                      <a:lnTo>
                        <a:pt x="58921" y="36533"/>
                      </a:lnTo>
                      <a:lnTo>
                        <a:pt x="58921" y="36638"/>
                      </a:lnTo>
                      <a:lnTo>
                        <a:pt x="58858" y="36638"/>
                      </a:lnTo>
                      <a:lnTo>
                        <a:pt x="58733" y="36617"/>
                      </a:lnTo>
                      <a:lnTo>
                        <a:pt x="58649" y="36680"/>
                      </a:lnTo>
                      <a:lnTo>
                        <a:pt x="58649" y="36722"/>
                      </a:lnTo>
                      <a:lnTo>
                        <a:pt x="58691" y="36826"/>
                      </a:lnTo>
                      <a:lnTo>
                        <a:pt x="58733" y="36847"/>
                      </a:lnTo>
                      <a:lnTo>
                        <a:pt x="58733" y="36931"/>
                      </a:lnTo>
                      <a:lnTo>
                        <a:pt x="58733" y="36952"/>
                      </a:lnTo>
                      <a:lnTo>
                        <a:pt x="58837" y="37098"/>
                      </a:lnTo>
                      <a:lnTo>
                        <a:pt x="58858" y="37098"/>
                      </a:lnTo>
                      <a:lnTo>
                        <a:pt x="58921" y="36931"/>
                      </a:lnTo>
                      <a:lnTo>
                        <a:pt x="59068" y="36910"/>
                      </a:lnTo>
                      <a:lnTo>
                        <a:pt x="59130" y="36952"/>
                      </a:lnTo>
                      <a:lnTo>
                        <a:pt x="59172" y="36784"/>
                      </a:lnTo>
                      <a:lnTo>
                        <a:pt x="59256" y="36722"/>
                      </a:lnTo>
                      <a:lnTo>
                        <a:pt x="59256" y="36512"/>
                      </a:lnTo>
                      <a:lnTo>
                        <a:pt x="59361" y="36429"/>
                      </a:lnTo>
                      <a:lnTo>
                        <a:pt x="59361" y="36324"/>
                      </a:lnTo>
                      <a:lnTo>
                        <a:pt x="59381" y="36282"/>
                      </a:lnTo>
                      <a:lnTo>
                        <a:pt x="59528" y="36366"/>
                      </a:lnTo>
                      <a:lnTo>
                        <a:pt x="59653" y="36303"/>
                      </a:lnTo>
                      <a:lnTo>
                        <a:pt x="59695" y="36366"/>
                      </a:lnTo>
                      <a:lnTo>
                        <a:pt x="59695" y="36575"/>
                      </a:lnTo>
                      <a:lnTo>
                        <a:pt x="59884" y="36617"/>
                      </a:lnTo>
                      <a:lnTo>
                        <a:pt x="60072" y="36722"/>
                      </a:lnTo>
                      <a:lnTo>
                        <a:pt x="60114" y="36680"/>
                      </a:lnTo>
                      <a:lnTo>
                        <a:pt x="60197" y="36742"/>
                      </a:lnTo>
                      <a:lnTo>
                        <a:pt x="60323" y="36617"/>
                      </a:lnTo>
                      <a:lnTo>
                        <a:pt x="60490" y="36596"/>
                      </a:lnTo>
                      <a:lnTo>
                        <a:pt x="60511" y="36512"/>
                      </a:lnTo>
                      <a:lnTo>
                        <a:pt x="60595" y="36512"/>
                      </a:lnTo>
                      <a:lnTo>
                        <a:pt x="60679" y="36366"/>
                      </a:lnTo>
                      <a:lnTo>
                        <a:pt x="60846" y="36115"/>
                      </a:lnTo>
                      <a:lnTo>
                        <a:pt x="60825" y="36073"/>
                      </a:lnTo>
                      <a:lnTo>
                        <a:pt x="60951" y="36010"/>
                      </a:lnTo>
                      <a:lnTo>
                        <a:pt x="60951" y="35926"/>
                      </a:lnTo>
                      <a:lnTo>
                        <a:pt x="60909" y="35780"/>
                      </a:lnTo>
                      <a:lnTo>
                        <a:pt x="60993" y="35822"/>
                      </a:lnTo>
                      <a:lnTo>
                        <a:pt x="60993" y="35843"/>
                      </a:lnTo>
                      <a:lnTo>
                        <a:pt x="61118" y="35654"/>
                      </a:lnTo>
                      <a:lnTo>
                        <a:pt x="61055" y="35550"/>
                      </a:lnTo>
                      <a:lnTo>
                        <a:pt x="61118" y="35529"/>
                      </a:lnTo>
                      <a:lnTo>
                        <a:pt x="61118" y="35341"/>
                      </a:lnTo>
                      <a:lnTo>
                        <a:pt x="61223" y="35299"/>
                      </a:lnTo>
                      <a:lnTo>
                        <a:pt x="61223" y="35194"/>
                      </a:lnTo>
                      <a:lnTo>
                        <a:pt x="61369" y="35090"/>
                      </a:lnTo>
                      <a:lnTo>
                        <a:pt x="61411" y="35027"/>
                      </a:lnTo>
                      <a:lnTo>
                        <a:pt x="61348" y="34985"/>
                      </a:lnTo>
                      <a:lnTo>
                        <a:pt x="61369" y="34838"/>
                      </a:lnTo>
                      <a:lnTo>
                        <a:pt x="61453" y="34818"/>
                      </a:lnTo>
                      <a:lnTo>
                        <a:pt x="61557" y="34315"/>
                      </a:lnTo>
                      <a:lnTo>
                        <a:pt x="61683" y="34169"/>
                      </a:lnTo>
                      <a:lnTo>
                        <a:pt x="61683" y="34064"/>
                      </a:lnTo>
                      <a:lnTo>
                        <a:pt x="61829" y="33960"/>
                      </a:lnTo>
                      <a:lnTo>
                        <a:pt x="61850" y="33834"/>
                      </a:lnTo>
                      <a:lnTo>
                        <a:pt x="61976" y="33667"/>
                      </a:lnTo>
                      <a:lnTo>
                        <a:pt x="61976" y="33541"/>
                      </a:lnTo>
                      <a:lnTo>
                        <a:pt x="61934" y="33520"/>
                      </a:lnTo>
                      <a:lnTo>
                        <a:pt x="61892" y="33353"/>
                      </a:lnTo>
                      <a:lnTo>
                        <a:pt x="62039" y="33227"/>
                      </a:lnTo>
                      <a:lnTo>
                        <a:pt x="61976" y="32955"/>
                      </a:lnTo>
                      <a:lnTo>
                        <a:pt x="62081" y="32830"/>
                      </a:lnTo>
                      <a:lnTo>
                        <a:pt x="62081" y="32746"/>
                      </a:lnTo>
                      <a:lnTo>
                        <a:pt x="62039" y="32746"/>
                      </a:lnTo>
                      <a:lnTo>
                        <a:pt x="62101" y="32579"/>
                      </a:lnTo>
                      <a:lnTo>
                        <a:pt x="62101" y="32411"/>
                      </a:lnTo>
                      <a:lnTo>
                        <a:pt x="62206" y="32307"/>
                      </a:lnTo>
                      <a:lnTo>
                        <a:pt x="62206" y="32118"/>
                      </a:lnTo>
                      <a:lnTo>
                        <a:pt x="62185" y="32097"/>
                      </a:lnTo>
                      <a:lnTo>
                        <a:pt x="62164" y="31909"/>
                      </a:lnTo>
                      <a:lnTo>
                        <a:pt x="62248" y="31742"/>
                      </a:lnTo>
                      <a:lnTo>
                        <a:pt x="62248" y="31574"/>
                      </a:lnTo>
                      <a:lnTo>
                        <a:pt x="62394" y="31386"/>
                      </a:lnTo>
                      <a:lnTo>
                        <a:pt x="62394" y="31240"/>
                      </a:lnTo>
                      <a:lnTo>
                        <a:pt x="62353" y="31135"/>
                      </a:lnTo>
                      <a:lnTo>
                        <a:pt x="62353" y="30947"/>
                      </a:lnTo>
                      <a:lnTo>
                        <a:pt x="62394" y="30905"/>
                      </a:lnTo>
                      <a:lnTo>
                        <a:pt x="62394" y="30758"/>
                      </a:lnTo>
                      <a:lnTo>
                        <a:pt x="62311" y="30758"/>
                      </a:lnTo>
                      <a:lnTo>
                        <a:pt x="62269" y="30486"/>
                      </a:lnTo>
                      <a:lnTo>
                        <a:pt x="62269" y="30403"/>
                      </a:lnTo>
                      <a:lnTo>
                        <a:pt x="62248" y="30319"/>
                      </a:lnTo>
                      <a:lnTo>
                        <a:pt x="62248" y="30110"/>
                      </a:lnTo>
                      <a:lnTo>
                        <a:pt x="62081" y="29921"/>
                      </a:lnTo>
                      <a:lnTo>
                        <a:pt x="62039" y="29921"/>
                      </a:lnTo>
                      <a:lnTo>
                        <a:pt x="61976" y="29817"/>
                      </a:lnTo>
                      <a:lnTo>
                        <a:pt x="62039" y="29775"/>
                      </a:lnTo>
                      <a:lnTo>
                        <a:pt x="62101" y="29608"/>
                      </a:lnTo>
                      <a:lnTo>
                        <a:pt x="62101" y="29566"/>
                      </a:lnTo>
                      <a:lnTo>
                        <a:pt x="61997" y="29649"/>
                      </a:lnTo>
                      <a:lnTo>
                        <a:pt x="61892" y="29608"/>
                      </a:lnTo>
                      <a:lnTo>
                        <a:pt x="61788" y="29231"/>
                      </a:lnTo>
                      <a:lnTo>
                        <a:pt x="61788" y="29126"/>
                      </a:lnTo>
                      <a:lnTo>
                        <a:pt x="61767" y="29043"/>
                      </a:lnTo>
                      <a:lnTo>
                        <a:pt x="61746" y="28833"/>
                      </a:lnTo>
                      <a:lnTo>
                        <a:pt x="61788" y="28750"/>
                      </a:lnTo>
                      <a:lnTo>
                        <a:pt x="61683" y="28457"/>
                      </a:lnTo>
                      <a:lnTo>
                        <a:pt x="61767" y="28394"/>
                      </a:lnTo>
                      <a:lnTo>
                        <a:pt x="61725" y="28352"/>
                      </a:lnTo>
                      <a:lnTo>
                        <a:pt x="61746" y="28310"/>
                      </a:lnTo>
                      <a:lnTo>
                        <a:pt x="61746" y="28227"/>
                      </a:lnTo>
                      <a:lnTo>
                        <a:pt x="61683" y="28185"/>
                      </a:lnTo>
                      <a:lnTo>
                        <a:pt x="61746" y="28080"/>
                      </a:lnTo>
                      <a:lnTo>
                        <a:pt x="61683" y="27975"/>
                      </a:lnTo>
                      <a:lnTo>
                        <a:pt x="61683" y="27892"/>
                      </a:lnTo>
                      <a:lnTo>
                        <a:pt x="61767" y="27829"/>
                      </a:lnTo>
                      <a:lnTo>
                        <a:pt x="61662" y="27766"/>
                      </a:lnTo>
                      <a:lnTo>
                        <a:pt x="61641" y="27620"/>
                      </a:lnTo>
                      <a:lnTo>
                        <a:pt x="61683" y="27557"/>
                      </a:lnTo>
                      <a:lnTo>
                        <a:pt x="61662" y="27452"/>
                      </a:lnTo>
                      <a:lnTo>
                        <a:pt x="61578" y="27515"/>
                      </a:lnTo>
                      <a:lnTo>
                        <a:pt x="61474" y="27494"/>
                      </a:lnTo>
                      <a:lnTo>
                        <a:pt x="61348" y="27390"/>
                      </a:lnTo>
                      <a:lnTo>
                        <a:pt x="61348" y="27264"/>
                      </a:lnTo>
                      <a:lnTo>
                        <a:pt x="61411" y="27180"/>
                      </a:lnTo>
                      <a:lnTo>
                        <a:pt x="61411" y="27076"/>
                      </a:lnTo>
                      <a:lnTo>
                        <a:pt x="61244" y="26887"/>
                      </a:lnTo>
                      <a:lnTo>
                        <a:pt x="61160" y="26887"/>
                      </a:lnTo>
                      <a:lnTo>
                        <a:pt x="61055" y="26762"/>
                      </a:lnTo>
                      <a:lnTo>
                        <a:pt x="61139" y="26720"/>
                      </a:lnTo>
                      <a:lnTo>
                        <a:pt x="61139" y="26615"/>
                      </a:lnTo>
                      <a:lnTo>
                        <a:pt x="61202" y="26511"/>
                      </a:lnTo>
                      <a:lnTo>
                        <a:pt x="61097" y="26323"/>
                      </a:lnTo>
                      <a:lnTo>
                        <a:pt x="61013" y="26323"/>
                      </a:lnTo>
                      <a:lnTo>
                        <a:pt x="60930" y="26239"/>
                      </a:lnTo>
                      <a:lnTo>
                        <a:pt x="60825" y="26218"/>
                      </a:lnTo>
                      <a:lnTo>
                        <a:pt x="60804" y="26134"/>
                      </a:lnTo>
                      <a:lnTo>
                        <a:pt x="60532" y="26051"/>
                      </a:lnTo>
                      <a:lnTo>
                        <a:pt x="60490" y="25988"/>
                      </a:lnTo>
                      <a:lnTo>
                        <a:pt x="60323" y="25946"/>
                      </a:lnTo>
                      <a:lnTo>
                        <a:pt x="60260" y="25904"/>
                      </a:lnTo>
                      <a:lnTo>
                        <a:pt x="60197" y="25779"/>
                      </a:lnTo>
                      <a:lnTo>
                        <a:pt x="60114" y="25695"/>
                      </a:lnTo>
                      <a:lnTo>
                        <a:pt x="59988" y="25695"/>
                      </a:lnTo>
                      <a:lnTo>
                        <a:pt x="59863" y="25590"/>
                      </a:lnTo>
                      <a:lnTo>
                        <a:pt x="59737" y="25695"/>
                      </a:lnTo>
                      <a:lnTo>
                        <a:pt x="59633" y="25695"/>
                      </a:lnTo>
                      <a:lnTo>
                        <a:pt x="59570" y="25779"/>
                      </a:lnTo>
                      <a:lnTo>
                        <a:pt x="59486" y="25779"/>
                      </a:lnTo>
                      <a:lnTo>
                        <a:pt x="59444" y="25716"/>
                      </a:lnTo>
                      <a:lnTo>
                        <a:pt x="59444" y="25674"/>
                      </a:lnTo>
                      <a:lnTo>
                        <a:pt x="59340" y="25611"/>
                      </a:lnTo>
                      <a:lnTo>
                        <a:pt x="59235" y="25611"/>
                      </a:lnTo>
                      <a:lnTo>
                        <a:pt x="59277" y="25799"/>
                      </a:lnTo>
                      <a:lnTo>
                        <a:pt x="59381" y="25904"/>
                      </a:lnTo>
                      <a:lnTo>
                        <a:pt x="59340" y="26009"/>
                      </a:lnTo>
                      <a:lnTo>
                        <a:pt x="59381" y="26197"/>
                      </a:lnTo>
                      <a:lnTo>
                        <a:pt x="59340" y="26343"/>
                      </a:lnTo>
                      <a:lnTo>
                        <a:pt x="59256" y="26406"/>
                      </a:lnTo>
                      <a:lnTo>
                        <a:pt x="59256" y="26239"/>
                      </a:lnTo>
                      <a:lnTo>
                        <a:pt x="59277" y="26113"/>
                      </a:lnTo>
                      <a:lnTo>
                        <a:pt x="59214" y="25946"/>
                      </a:lnTo>
                      <a:lnTo>
                        <a:pt x="59151" y="26030"/>
                      </a:lnTo>
                      <a:lnTo>
                        <a:pt x="59172" y="26134"/>
                      </a:lnTo>
                      <a:lnTo>
                        <a:pt x="59130" y="26323"/>
                      </a:lnTo>
                      <a:lnTo>
                        <a:pt x="59005" y="26406"/>
                      </a:lnTo>
                      <a:lnTo>
                        <a:pt x="58733" y="26427"/>
                      </a:lnTo>
                      <a:lnTo>
                        <a:pt x="58712" y="26364"/>
                      </a:lnTo>
                      <a:lnTo>
                        <a:pt x="58816" y="26302"/>
                      </a:lnTo>
                      <a:lnTo>
                        <a:pt x="58858" y="26302"/>
                      </a:lnTo>
                      <a:lnTo>
                        <a:pt x="58858" y="26134"/>
                      </a:lnTo>
                      <a:lnTo>
                        <a:pt x="58921" y="26051"/>
                      </a:lnTo>
                      <a:lnTo>
                        <a:pt x="58963" y="26009"/>
                      </a:lnTo>
                      <a:lnTo>
                        <a:pt x="58837" y="26009"/>
                      </a:lnTo>
                      <a:lnTo>
                        <a:pt x="58796" y="26051"/>
                      </a:lnTo>
                      <a:lnTo>
                        <a:pt x="58733" y="26009"/>
                      </a:lnTo>
                      <a:lnTo>
                        <a:pt x="58649" y="26030"/>
                      </a:lnTo>
                      <a:lnTo>
                        <a:pt x="58607" y="26134"/>
                      </a:lnTo>
                      <a:lnTo>
                        <a:pt x="58524" y="26197"/>
                      </a:lnTo>
                      <a:lnTo>
                        <a:pt x="58503" y="26197"/>
                      </a:lnTo>
                      <a:lnTo>
                        <a:pt x="58419" y="26302"/>
                      </a:lnTo>
                      <a:lnTo>
                        <a:pt x="58272" y="26155"/>
                      </a:lnTo>
                      <a:lnTo>
                        <a:pt x="58293" y="26009"/>
                      </a:lnTo>
                      <a:lnTo>
                        <a:pt x="58231" y="25820"/>
                      </a:lnTo>
                      <a:lnTo>
                        <a:pt x="58105" y="25632"/>
                      </a:lnTo>
                      <a:lnTo>
                        <a:pt x="58105" y="25339"/>
                      </a:lnTo>
                      <a:lnTo>
                        <a:pt x="57980" y="25381"/>
                      </a:lnTo>
                      <a:lnTo>
                        <a:pt x="57917" y="25381"/>
                      </a:lnTo>
                      <a:lnTo>
                        <a:pt x="57812" y="25423"/>
                      </a:lnTo>
                      <a:lnTo>
                        <a:pt x="57749" y="25465"/>
                      </a:lnTo>
                      <a:lnTo>
                        <a:pt x="57603" y="25548"/>
                      </a:lnTo>
                      <a:lnTo>
                        <a:pt x="57498" y="25548"/>
                      </a:lnTo>
                      <a:lnTo>
                        <a:pt x="57394" y="25486"/>
                      </a:lnTo>
                      <a:lnTo>
                        <a:pt x="57289" y="25527"/>
                      </a:lnTo>
                      <a:lnTo>
                        <a:pt x="57184" y="25444"/>
                      </a:lnTo>
                      <a:lnTo>
                        <a:pt x="57143" y="25339"/>
                      </a:lnTo>
                      <a:lnTo>
                        <a:pt x="57184" y="25255"/>
                      </a:lnTo>
                      <a:lnTo>
                        <a:pt x="57226" y="25109"/>
                      </a:lnTo>
                      <a:lnTo>
                        <a:pt x="57331" y="24942"/>
                      </a:lnTo>
                      <a:lnTo>
                        <a:pt x="57477" y="24774"/>
                      </a:lnTo>
                      <a:lnTo>
                        <a:pt x="57477" y="24586"/>
                      </a:lnTo>
                      <a:lnTo>
                        <a:pt x="57666" y="24439"/>
                      </a:lnTo>
                      <a:lnTo>
                        <a:pt x="57666" y="24272"/>
                      </a:lnTo>
                      <a:lnTo>
                        <a:pt x="57708" y="24251"/>
                      </a:lnTo>
                      <a:lnTo>
                        <a:pt x="57708" y="24188"/>
                      </a:lnTo>
                      <a:lnTo>
                        <a:pt x="57812" y="24021"/>
                      </a:lnTo>
                      <a:lnTo>
                        <a:pt x="57854" y="23874"/>
                      </a:lnTo>
                      <a:lnTo>
                        <a:pt x="57917" y="23749"/>
                      </a:lnTo>
                      <a:lnTo>
                        <a:pt x="57875" y="23623"/>
                      </a:lnTo>
                      <a:lnTo>
                        <a:pt x="57917" y="23540"/>
                      </a:lnTo>
                      <a:lnTo>
                        <a:pt x="57917" y="23330"/>
                      </a:lnTo>
                      <a:lnTo>
                        <a:pt x="57980" y="23038"/>
                      </a:lnTo>
                      <a:lnTo>
                        <a:pt x="58021" y="23038"/>
                      </a:lnTo>
                      <a:lnTo>
                        <a:pt x="58063" y="22828"/>
                      </a:lnTo>
                      <a:lnTo>
                        <a:pt x="58168" y="22786"/>
                      </a:lnTo>
                      <a:lnTo>
                        <a:pt x="58126" y="22661"/>
                      </a:lnTo>
                      <a:lnTo>
                        <a:pt x="58293" y="22473"/>
                      </a:lnTo>
                      <a:lnTo>
                        <a:pt x="58314" y="22305"/>
                      </a:lnTo>
                      <a:lnTo>
                        <a:pt x="58419" y="22242"/>
                      </a:lnTo>
                      <a:lnTo>
                        <a:pt x="58377" y="22033"/>
                      </a:lnTo>
                      <a:lnTo>
                        <a:pt x="58419" y="21970"/>
                      </a:lnTo>
                      <a:lnTo>
                        <a:pt x="58419" y="21845"/>
                      </a:lnTo>
                      <a:lnTo>
                        <a:pt x="58503" y="21782"/>
                      </a:lnTo>
                      <a:lnTo>
                        <a:pt x="58544" y="21782"/>
                      </a:lnTo>
                      <a:lnTo>
                        <a:pt x="58544" y="21657"/>
                      </a:lnTo>
                      <a:lnTo>
                        <a:pt x="58503" y="21573"/>
                      </a:lnTo>
                      <a:lnTo>
                        <a:pt x="58503" y="21343"/>
                      </a:lnTo>
                      <a:lnTo>
                        <a:pt x="58482" y="21217"/>
                      </a:lnTo>
                      <a:lnTo>
                        <a:pt x="58544" y="21029"/>
                      </a:lnTo>
                      <a:lnTo>
                        <a:pt x="58712" y="20841"/>
                      </a:lnTo>
                      <a:lnTo>
                        <a:pt x="58754" y="20631"/>
                      </a:lnTo>
                      <a:lnTo>
                        <a:pt x="58607" y="20401"/>
                      </a:lnTo>
                      <a:lnTo>
                        <a:pt x="58628" y="20276"/>
                      </a:lnTo>
                      <a:lnTo>
                        <a:pt x="58733" y="20171"/>
                      </a:lnTo>
                      <a:lnTo>
                        <a:pt x="58754" y="20045"/>
                      </a:lnTo>
                      <a:lnTo>
                        <a:pt x="58963" y="19878"/>
                      </a:lnTo>
                      <a:lnTo>
                        <a:pt x="59005" y="19773"/>
                      </a:lnTo>
                      <a:lnTo>
                        <a:pt x="59068" y="19773"/>
                      </a:lnTo>
                      <a:lnTo>
                        <a:pt x="59151" y="19857"/>
                      </a:lnTo>
                      <a:lnTo>
                        <a:pt x="59277" y="19836"/>
                      </a:lnTo>
                      <a:lnTo>
                        <a:pt x="59486" y="19669"/>
                      </a:lnTo>
                      <a:lnTo>
                        <a:pt x="59674" y="19669"/>
                      </a:lnTo>
                      <a:lnTo>
                        <a:pt x="59842" y="19564"/>
                      </a:lnTo>
                      <a:lnTo>
                        <a:pt x="59967" y="19564"/>
                      </a:lnTo>
                      <a:lnTo>
                        <a:pt x="60072" y="19481"/>
                      </a:lnTo>
                      <a:lnTo>
                        <a:pt x="60177" y="19481"/>
                      </a:lnTo>
                      <a:lnTo>
                        <a:pt x="60281" y="19460"/>
                      </a:lnTo>
                      <a:lnTo>
                        <a:pt x="60323" y="19376"/>
                      </a:lnTo>
                      <a:lnTo>
                        <a:pt x="60428" y="19460"/>
                      </a:lnTo>
                      <a:lnTo>
                        <a:pt x="60386" y="19585"/>
                      </a:lnTo>
                      <a:lnTo>
                        <a:pt x="60469" y="19627"/>
                      </a:lnTo>
                      <a:lnTo>
                        <a:pt x="60574" y="19732"/>
                      </a:lnTo>
                      <a:lnTo>
                        <a:pt x="60616" y="19627"/>
                      </a:lnTo>
                      <a:lnTo>
                        <a:pt x="60721" y="19543"/>
                      </a:lnTo>
                      <a:lnTo>
                        <a:pt x="60574" y="19418"/>
                      </a:lnTo>
                      <a:lnTo>
                        <a:pt x="60574" y="19355"/>
                      </a:lnTo>
                      <a:lnTo>
                        <a:pt x="60700" y="19271"/>
                      </a:lnTo>
                      <a:lnTo>
                        <a:pt x="60909" y="19313"/>
                      </a:lnTo>
                      <a:lnTo>
                        <a:pt x="61013" y="19250"/>
                      </a:lnTo>
                      <a:lnTo>
                        <a:pt x="61244" y="19250"/>
                      </a:lnTo>
                      <a:lnTo>
                        <a:pt x="61306" y="19334"/>
                      </a:lnTo>
                      <a:lnTo>
                        <a:pt x="61348" y="19334"/>
                      </a:lnTo>
                      <a:lnTo>
                        <a:pt x="61432" y="19250"/>
                      </a:lnTo>
                      <a:lnTo>
                        <a:pt x="61516" y="19250"/>
                      </a:lnTo>
                      <a:lnTo>
                        <a:pt x="61474" y="19146"/>
                      </a:lnTo>
                      <a:lnTo>
                        <a:pt x="61557" y="19104"/>
                      </a:lnTo>
                      <a:lnTo>
                        <a:pt x="61746" y="19104"/>
                      </a:lnTo>
                      <a:lnTo>
                        <a:pt x="61829" y="19208"/>
                      </a:lnTo>
                      <a:lnTo>
                        <a:pt x="62039" y="19125"/>
                      </a:lnTo>
                      <a:lnTo>
                        <a:pt x="62039" y="19041"/>
                      </a:lnTo>
                      <a:lnTo>
                        <a:pt x="61955" y="18999"/>
                      </a:lnTo>
                      <a:lnTo>
                        <a:pt x="61892" y="19041"/>
                      </a:lnTo>
                      <a:lnTo>
                        <a:pt x="61767" y="18957"/>
                      </a:lnTo>
                      <a:lnTo>
                        <a:pt x="61850" y="18832"/>
                      </a:lnTo>
                      <a:lnTo>
                        <a:pt x="61871" y="18916"/>
                      </a:lnTo>
                      <a:lnTo>
                        <a:pt x="62039" y="18853"/>
                      </a:lnTo>
                      <a:lnTo>
                        <a:pt x="61871" y="18748"/>
                      </a:lnTo>
                      <a:lnTo>
                        <a:pt x="61871" y="18685"/>
                      </a:lnTo>
                      <a:lnTo>
                        <a:pt x="61955" y="18685"/>
                      </a:lnTo>
                      <a:lnTo>
                        <a:pt x="62101" y="18497"/>
                      </a:lnTo>
                      <a:lnTo>
                        <a:pt x="62269" y="18497"/>
                      </a:lnTo>
                      <a:lnTo>
                        <a:pt x="62353" y="18581"/>
                      </a:lnTo>
                      <a:lnTo>
                        <a:pt x="62457" y="18518"/>
                      </a:lnTo>
                      <a:lnTo>
                        <a:pt x="62666" y="18581"/>
                      </a:lnTo>
                      <a:lnTo>
                        <a:pt x="62813" y="18581"/>
                      </a:lnTo>
                      <a:lnTo>
                        <a:pt x="62813" y="18623"/>
                      </a:lnTo>
                      <a:lnTo>
                        <a:pt x="62897" y="18685"/>
                      </a:lnTo>
                      <a:lnTo>
                        <a:pt x="62959" y="18644"/>
                      </a:lnTo>
                      <a:lnTo>
                        <a:pt x="62918" y="18581"/>
                      </a:lnTo>
                      <a:lnTo>
                        <a:pt x="63106" y="18581"/>
                      </a:lnTo>
                      <a:lnTo>
                        <a:pt x="63252" y="18602"/>
                      </a:lnTo>
                      <a:lnTo>
                        <a:pt x="63357" y="18602"/>
                      </a:lnTo>
                      <a:lnTo>
                        <a:pt x="63462" y="18685"/>
                      </a:lnTo>
                      <a:lnTo>
                        <a:pt x="63462" y="18727"/>
                      </a:lnTo>
                      <a:lnTo>
                        <a:pt x="63629" y="18748"/>
                      </a:lnTo>
                      <a:lnTo>
                        <a:pt x="63734" y="18664"/>
                      </a:lnTo>
                      <a:lnTo>
                        <a:pt x="63796" y="18685"/>
                      </a:lnTo>
                      <a:lnTo>
                        <a:pt x="63838" y="18769"/>
                      </a:lnTo>
                      <a:lnTo>
                        <a:pt x="63629" y="18916"/>
                      </a:lnTo>
                      <a:lnTo>
                        <a:pt x="63441" y="18916"/>
                      </a:lnTo>
                      <a:lnTo>
                        <a:pt x="63378" y="18978"/>
                      </a:lnTo>
                      <a:lnTo>
                        <a:pt x="63378" y="19083"/>
                      </a:lnTo>
                      <a:lnTo>
                        <a:pt x="63273" y="19083"/>
                      </a:lnTo>
                      <a:lnTo>
                        <a:pt x="63252" y="19125"/>
                      </a:lnTo>
                      <a:lnTo>
                        <a:pt x="63315" y="19146"/>
                      </a:lnTo>
                      <a:lnTo>
                        <a:pt x="63378" y="19146"/>
                      </a:lnTo>
                      <a:lnTo>
                        <a:pt x="63545" y="19355"/>
                      </a:lnTo>
                      <a:lnTo>
                        <a:pt x="63587" y="19313"/>
                      </a:lnTo>
                      <a:lnTo>
                        <a:pt x="63775" y="19250"/>
                      </a:lnTo>
                      <a:lnTo>
                        <a:pt x="63859" y="19146"/>
                      </a:lnTo>
                      <a:lnTo>
                        <a:pt x="63838" y="19104"/>
                      </a:lnTo>
                      <a:lnTo>
                        <a:pt x="63964" y="19041"/>
                      </a:lnTo>
                      <a:lnTo>
                        <a:pt x="63880" y="18916"/>
                      </a:lnTo>
                      <a:lnTo>
                        <a:pt x="63964" y="18916"/>
                      </a:lnTo>
                      <a:lnTo>
                        <a:pt x="64089" y="19083"/>
                      </a:lnTo>
                      <a:lnTo>
                        <a:pt x="64173" y="19104"/>
                      </a:lnTo>
                      <a:lnTo>
                        <a:pt x="64215" y="19020"/>
                      </a:lnTo>
                      <a:lnTo>
                        <a:pt x="64173" y="18978"/>
                      </a:lnTo>
                      <a:lnTo>
                        <a:pt x="64257" y="18916"/>
                      </a:lnTo>
                      <a:lnTo>
                        <a:pt x="64298" y="18832"/>
                      </a:lnTo>
                      <a:lnTo>
                        <a:pt x="64319" y="18832"/>
                      </a:lnTo>
                      <a:lnTo>
                        <a:pt x="64319" y="18727"/>
                      </a:lnTo>
                      <a:lnTo>
                        <a:pt x="64298" y="18664"/>
                      </a:lnTo>
                      <a:lnTo>
                        <a:pt x="64382" y="18623"/>
                      </a:lnTo>
                      <a:lnTo>
                        <a:pt x="64466" y="18685"/>
                      </a:lnTo>
                      <a:lnTo>
                        <a:pt x="64529" y="18623"/>
                      </a:lnTo>
                      <a:lnTo>
                        <a:pt x="64591" y="18685"/>
                      </a:lnTo>
                      <a:lnTo>
                        <a:pt x="64612" y="18769"/>
                      </a:lnTo>
                      <a:lnTo>
                        <a:pt x="64696" y="18811"/>
                      </a:lnTo>
                      <a:lnTo>
                        <a:pt x="64842" y="18664"/>
                      </a:lnTo>
                      <a:lnTo>
                        <a:pt x="64780" y="18602"/>
                      </a:lnTo>
                      <a:lnTo>
                        <a:pt x="64780" y="18581"/>
                      </a:lnTo>
                      <a:lnTo>
                        <a:pt x="64842" y="18518"/>
                      </a:lnTo>
                      <a:lnTo>
                        <a:pt x="64926" y="18560"/>
                      </a:lnTo>
                      <a:lnTo>
                        <a:pt x="65010" y="18497"/>
                      </a:lnTo>
                      <a:lnTo>
                        <a:pt x="65094" y="18497"/>
                      </a:lnTo>
                      <a:lnTo>
                        <a:pt x="65114" y="18455"/>
                      </a:lnTo>
                      <a:lnTo>
                        <a:pt x="65010" y="18351"/>
                      </a:lnTo>
                      <a:lnTo>
                        <a:pt x="65031" y="18288"/>
                      </a:lnTo>
                      <a:lnTo>
                        <a:pt x="65031" y="18246"/>
                      </a:lnTo>
                      <a:lnTo>
                        <a:pt x="64926" y="18183"/>
                      </a:lnTo>
                      <a:lnTo>
                        <a:pt x="64884" y="18141"/>
                      </a:lnTo>
                      <a:lnTo>
                        <a:pt x="64884" y="18162"/>
                      </a:lnTo>
                      <a:lnTo>
                        <a:pt x="64884" y="18204"/>
                      </a:lnTo>
                      <a:lnTo>
                        <a:pt x="64822" y="18204"/>
                      </a:lnTo>
                      <a:lnTo>
                        <a:pt x="64717" y="18162"/>
                      </a:lnTo>
                      <a:lnTo>
                        <a:pt x="64696" y="18183"/>
                      </a:lnTo>
                      <a:lnTo>
                        <a:pt x="64696" y="18246"/>
                      </a:lnTo>
                      <a:lnTo>
                        <a:pt x="64591" y="18246"/>
                      </a:lnTo>
                      <a:lnTo>
                        <a:pt x="64529" y="18288"/>
                      </a:lnTo>
                      <a:lnTo>
                        <a:pt x="64466" y="18246"/>
                      </a:lnTo>
                      <a:lnTo>
                        <a:pt x="64487" y="18141"/>
                      </a:lnTo>
                      <a:lnTo>
                        <a:pt x="64529" y="18100"/>
                      </a:lnTo>
                      <a:lnTo>
                        <a:pt x="64382" y="17890"/>
                      </a:lnTo>
                      <a:lnTo>
                        <a:pt x="64487" y="17828"/>
                      </a:lnTo>
                      <a:lnTo>
                        <a:pt x="64382" y="17660"/>
                      </a:lnTo>
                      <a:lnTo>
                        <a:pt x="64424" y="17451"/>
                      </a:lnTo>
                      <a:lnTo>
                        <a:pt x="64424" y="17325"/>
                      </a:lnTo>
                      <a:lnTo>
                        <a:pt x="64508" y="17221"/>
                      </a:lnTo>
                      <a:lnTo>
                        <a:pt x="64508" y="17032"/>
                      </a:lnTo>
                      <a:lnTo>
                        <a:pt x="64612" y="16928"/>
                      </a:lnTo>
                      <a:lnTo>
                        <a:pt x="64612" y="16802"/>
                      </a:lnTo>
                      <a:lnTo>
                        <a:pt x="64591" y="16781"/>
                      </a:lnTo>
                      <a:lnTo>
                        <a:pt x="64717" y="16719"/>
                      </a:lnTo>
                      <a:lnTo>
                        <a:pt x="64591" y="16572"/>
                      </a:lnTo>
                      <a:lnTo>
                        <a:pt x="64633" y="16175"/>
                      </a:lnTo>
                      <a:lnTo>
                        <a:pt x="64738" y="16091"/>
                      </a:lnTo>
                      <a:lnTo>
                        <a:pt x="64633" y="15944"/>
                      </a:lnTo>
                      <a:lnTo>
                        <a:pt x="64612" y="15777"/>
                      </a:lnTo>
                      <a:lnTo>
                        <a:pt x="64529" y="15735"/>
                      </a:lnTo>
                      <a:lnTo>
                        <a:pt x="64529" y="15672"/>
                      </a:lnTo>
                      <a:lnTo>
                        <a:pt x="64633" y="15589"/>
                      </a:lnTo>
                      <a:lnTo>
                        <a:pt x="64612" y="15442"/>
                      </a:lnTo>
                      <a:lnTo>
                        <a:pt x="64696" y="15379"/>
                      </a:lnTo>
                      <a:lnTo>
                        <a:pt x="64822" y="15170"/>
                      </a:lnTo>
                      <a:lnTo>
                        <a:pt x="64947" y="15212"/>
                      </a:lnTo>
                      <a:lnTo>
                        <a:pt x="65031" y="15149"/>
                      </a:lnTo>
                      <a:lnTo>
                        <a:pt x="65114" y="15170"/>
                      </a:lnTo>
                      <a:lnTo>
                        <a:pt x="65156" y="15107"/>
                      </a:lnTo>
                      <a:lnTo>
                        <a:pt x="65366" y="15107"/>
                      </a:lnTo>
                      <a:lnTo>
                        <a:pt x="65407" y="15045"/>
                      </a:lnTo>
                      <a:lnTo>
                        <a:pt x="65470" y="15024"/>
                      </a:lnTo>
                      <a:lnTo>
                        <a:pt x="65512" y="14919"/>
                      </a:lnTo>
                      <a:lnTo>
                        <a:pt x="65554" y="14919"/>
                      </a:lnTo>
                      <a:lnTo>
                        <a:pt x="65617" y="14898"/>
                      </a:lnTo>
                      <a:lnTo>
                        <a:pt x="65742" y="14898"/>
                      </a:lnTo>
                      <a:lnTo>
                        <a:pt x="65763" y="15003"/>
                      </a:lnTo>
                      <a:lnTo>
                        <a:pt x="65826" y="14961"/>
                      </a:lnTo>
                      <a:lnTo>
                        <a:pt x="65868" y="14961"/>
                      </a:lnTo>
                      <a:lnTo>
                        <a:pt x="65951" y="15107"/>
                      </a:lnTo>
                      <a:lnTo>
                        <a:pt x="65993" y="15107"/>
                      </a:lnTo>
                      <a:lnTo>
                        <a:pt x="66098" y="14961"/>
                      </a:lnTo>
                      <a:lnTo>
                        <a:pt x="66098" y="14835"/>
                      </a:lnTo>
                      <a:lnTo>
                        <a:pt x="66182" y="14815"/>
                      </a:lnTo>
                      <a:lnTo>
                        <a:pt x="66203" y="14689"/>
                      </a:lnTo>
                      <a:lnTo>
                        <a:pt x="66265" y="14689"/>
                      </a:lnTo>
                      <a:lnTo>
                        <a:pt x="66286" y="14794"/>
                      </a:lnTo>
                      <a:lnTo>
                        <a:pt x="66412" y="14856"/>
                      </a:lnTo>
                      <a:lnTo>
                        <a:pt x="66412" y="15003"/>
                      </a:lnTo>
                      <a:lnTo>
                        <a:pt x="66391" y="15045"/>
                      </a:lnTo>
                      <a:lnTo>
                        <a:pt x="66454" y="15107"/>
                      </a:lnTo>
                      <a:lnTo>
                        <a:pt x="66475" y="15212"/>
                      </a:lnTo>
                      <a:lnTo>
                        <a:pt x="66391" y="15275"/>
                      </a:lnTo>
                      <a:lnTo>
                        <a:pt x="66454" y="15317"/>
                      </a:lnTo>
                      <a:lnTo>
                        <a:pt x="66475" y="15442"/>
                      </a:lnTo>
                      <a:lnTo>
                        <a:pt x="66454" y="15442"/>
                      </a:lnTo>
                      <a:lnTo>
                        <a:pt x="66454" y="15526"/>
                      </a:lnTo>
                      <a:lnTo>
                        <a:pt x="66475" y="15568"/>
                      </a:lnTo>
                      <a:lnTo>
                        <a:pt x="66412" y="15651"/>
                      </a:lnTo>
                      <a:lnTo>
                        <a:pt x="66391" y="15693"/>
                      </a:lnTo>
                      <a:lnTo>
                        <a:pt x="66412" y="15756"/>
                      </a:lnTo>
                      <a:lnTo>
                        <a:pt x="66516" y="15651"/>
                      </a:lnTo>
                      <a:lnTo>
                        <a:pt x="66558" y="15735"/>
                      </a:lnTo>
                      <a:lnTo>
                        <a:pt x="66663" y="15756"/>
                      </a:lnTo>
                      <a:lnTo>
                        <a:pt x="66684" y="15965"/>
                      </a:lnTo>
                      <a:lnTo>
                        <a:pt x="66726" y="15903"/>
                      </a:lnTo>
                      <a:lnTo>
                        <a:pt x="66726" y="15840"/>
                      </a:lnTo>
                      <a:lnTo>
                        <a:pt x="66830" y="15735"/>
                      </a:lnTo>
                      <a:lnTo>
                        <a:pt x="66914" y="15735"/>
                      </a:lnTo>
                      <a:lnTo>
                        <a:pt x="66977" y="15777"/>
                      </a:lnTo>
                      <a:lnTo>
                        <a:pt x="66872" y="15944"/>
                      </a:lnTo>
                      <a:lnTo>
                        <a:pt x="66977" y="16049"/>
                      </a:lnTo>
                      <a:lnTo>
                        <a:pt x="66998" y="16175"/>
                      </a:lnTo>
                      <a:lnTo>
                        <a:pt x="67081" y="15986"/>
                      </a:lnTo>
                      <a:lnTo>
                        <a:pt x="67144" y="15944"/>
                      </a:lnTo>
                      <a:lnTo>
                        <a:pt x="67144" y="15861"/>
                      </a:lnTo>
                      <a:lnTo>
                        <a:pt x="67207" y="15777"/>
                      </a:lnTo>
                      <a:lnTo>
                        <a:pt x="67207" y="15484"/>
                      </a:lnTo>
                      <a:lnTo>
                        <a:pt x="67291" y="15421"/>
                      </a:lnTo>
                      <a:lnTo>
                        <a:pt x="67207" y="15338"/>
                      </a:lnTo>
                      <a:lnTo>
                        <a:pt x="67311" y="15254"/>
                      </a:lnTo>
                      <a:lnTo>
                        <a:pt x="67311" y="15149"/>
                      </a:lnTo>
                      <a:lnTo>
                        <a:pt x="67249" y="15128"/>
                      </a:lnTo>
                      <a:lnTo>
                        <a:pt x="67249" y="15066"/>
                      </a:lnTo>
                      <a:lnTo>
                        <a:pt x="67311" y="15045"/>
                      </a:lnTo>
                      <a:lnTo>
                        <a:pt x="67332" y="14856"/>
                      </a:lnTo>
                      <a:lnTo>
                        <a:pt x="67249" y="14794"/>
                      </a:lnTo>
                      <a:lnTo>
                        <a:pt x="67311" y="14605"/>
                      </a:lnTo>
                      <a:lnTo>
                        <a:pt x="67395" y="14522"/>
                      </a:lnTo>
                      <a:lnTo>
                        <a:pt x="67542" y="14501"/>
                      </a:lnTo>
                      <a:lnTo>
                        <a:pt x="67604" y="14584"/>
                      </a:lnTo>
                      <a:lnTo>
                        <a:pt x="67667" y="14647"/>
                      </a:lnTo>
                      <a:lnTo>
                        <a:pt x="67730" y="14584"/>
                      </a:lnTo>
                      <a:lnTo>
                        <a:pt x="67646" y="14501"/>
                      </a:lnTo>
                      <a:lnTo>
                        <a:pt x="67688" y="14375"/>
                      </a:lnTo>
                      <a:lnTo>
                        <a:pt x="67521" y="14291"/>
                      </a:lnTo>
                      <a:lnTo>
                        <a:pt x="67479" y="14061"/>
                      </a:lnTo>
                      <a:lnTo>
                        <a:pt x="67395" y="13999"/>
                      </a:lnTo>
                      <a:lnTo>
                        <a:pt x="67395" y="13957"/>
                      </a:lnTo>
                      <a:lnTo>
                        <a:pt x="67291" y="13873"/>
                      </a:lnTo>
                      <a:lnTo>
                        <a:pt x="67270" y="13706"/>
                      </a:lnTo>
                      <a:lnTo>
                        <a:pt x="67311" y="13664"/>
                      </a:lnTo>
                      <a:lnTo>
                        <a:pt x="67291" y="13538"/>
                      </a:lnTo>
                      <a:lnTo>
                        <a:pt x="67165" y="13434"/>
                      </a:lnTo>
                      <a:lnTo>
                        <a:pt x="67186" y="13329"/>
                      </a:lnTo>
                      <a:lnTo>
                        <a:pt x="67123" y="13266"/>
                      </a:lnTo>
                      <a:lnTo>
                        <a:pt x="67291" y="13141"/>
                      </a:lnTo>
                      <a:lnTo>
                        <a:pt x="67416" y="13141"/>
                      </a:lnTo>
                      <a:lnTo>
                        <a:pt x="67521" y="13015"/>
                      </a:lnTo>
                      <a:lnTo>
                        <a:pt x="67688" y="13015"/>
                      </a:lnTo>
                      <a:lnTo>
                        <a:pt x="67730" y="12952"/>
                      </a:lnTo>
                      <a:lnTo>
                        <a:pt x="67897" y="13078"/>
                      </a:lnTo>
                      <a:lnTo>
                        <a:pt x="68044" y="13078"/>
                      </a:lnTo>
                      <a:lnTo>
                        <a:pt x="68107" y="13120"/>
                      </a:lnTo>
                      <a:lnTo>
                        <a:pt x="68211" y="13141"/>
                      </a:lnTo>
                      <a:lnTo>
                        <a:pt x="68274" y="13120"/>
                      </a:lnTo>
                      <a:lnTo>
                        <a:pt x="68127" y="13182"/>
                      </a:lnTo>
                      <a:lnTo>
                        <a:pt x="68211" y="13245"/>
                      </a:lnTo>
                      <a:lnTo>
                        <a:pt x="68065" y="13287"/>
                      </a:lnTo>
                      <a:lnTo>
                        <a:pt x="67939" y="13266"/>
                      </a:lnTo>
                      <a:lnTo>
                        <a:pt x="67793" y="13434"/>
                      </a:lnTo>
                      <a:lnTo>
                        <a:pt x="67793" y="13496"/>
                      </a:lnTo>
                      <a:lnTo>
                        <a:pt x="67835" y="13643"/>
                      </a:lnTo>
                      <a:lnTo>
                        <a:pt x="67835" y="13768"/>
                      </a:lnTo>
                      <a:lnTo>
                        <a:pt x="67918" y="13810"/>
                      </a:lnTo>
                      <a:lnTo>
                        <a:pt x="67939" y="13894"/>
                      </a:lnTo>
                      <a:lnTo>
                        <a:pt x="68065" y="14061"/>
                      </a:lnTo>
                      <a:lnTo>
                        <a:pt x="68065" y="14103"/>
                      </a:lnTo>
                      <a:lnTo>
                        <a:pt x="68107" y="14103"/>
                      </a:lnTo>
                      <a:lnTo>
                        <a:pt x="68065" y="14166"/>
                      </a:lnTo>
                      <a:lnTo>
                        <a:pt x="68211" y="14208"/>
                      </a:lnTo>
                      <a:lnTo>
                        <a:pt x="68232" y="14333"/>
                      </a:lnTo>
                      <a:lnTo>
                        <a:pt x="68232" y="14396"/>
                      </a:lnTo>
                      <a:lnTo>
                        <a:pt x="68169" y="14438"/>
                      </a:lnTo>
                      <a:lnTo>
                        <a:pt x="68211" y="14710"/>
                      </a:lnTo>
                      <a:lnTo>
                        <a:pt x="68253" y="14731"/>
                      </a:lnTo>
                      <a:lnTo>
                        <a:pt x="68316" y="14647"/>
                      </a:lnTo>
                      <a:lnTo>
                        <a:pt x="68358" y="14647"/>
                      </a:lnTo>
                      <a:lnTo>
                        <a:pt x="68441" y="14752"/>
                      </a:lnTo>
                      <a:lnTo>
                        <a:pt x="68483" y="14835"/>
                      </a:lnTo>
                      <a:lnTo>
                        <a:pt x="68420" y="15024"/>
                      </a:lnTo>
                      <a:lnTo>
                        <a:pt x="68420" y="15233"/>
                      </a:lnTo>
                      <a:lnTo>
                        <a:pt x="68483" y="15317"/>
                      </a:lnTo>
                      <a:lnTo>
                        <a:pt x="68567" y="15254"/>
                      </a:lnTo>
                      <a:lnTo>
                        <a:pt x="68672" y="15275"/>
                      </a:lnTo>
                      <a:lnTo>
                        <a:pt x="68692" y="15338"/>
                      </a:lnTo>
                      <a:lnTo>
                        <a:pt x="68672" y="15421"/>
                      </a:lnTo>
                      <a:lnTo>
                        <a:pt x="68588" y="15421"/>
                      </a:lnTo>
                      <a:lnTo>
                        <a:pt x="68483" y="15484"/>
                      </a:lnTo>
                      <a:lnTo>
                        <a:pt x="68462" y="15484"/>
                      </a:lnTo>
                      <a:lnTo>
                        <a:pt x="68337" y="15631"/>
                      </a:lnTo>
                      <a:lnTo>
                        <a:pt x="68316" y="15735"/>
                      </a:lnTo>
                      <a:lnTo>
                        <a:pt x="68169" y="15798"/>
                      </a:lnTo>
                      <a:lnTo>
                        <a:pt x="68148" y="15861"/>
                      </a:lnTo>
                      <a:lnTo>
                        <a:pt x="68065" y="15882"/>
                      </a:lnTo>
                      <a:lnTo>
                        <a:pt x="68065" y="15986"/>
                      </a:lnTo>
                      <a:lnTo>
                        <a:pt x="68023" y="16070"/>
                      </a:lnTo>
                      <a:lnTo>
                        <a:pt x="68065" y="16195"/>
                      </a:lnTo>
                      <a:lnTo>
                        <a:pt x="68148" y="16175"/>
                      </a:lnTo>
                      <a:lnTo>
                        <a:pt x="68148" y="16321"/>
                      </a:lnTo>
                      <a:lnTo>
                        <a:pt x="68044" y="16509"/>
                      </a:lnTo>
                      <a:lnTo>
                        <a:pt x="68065" y="16593"/>
                      </a:lnTo>
                      <a:lnTo>
                        <a:pt x="68127" y="16614"/>
                      </a:lnTo>
                      <a:lnTo>
                        <a:pt x="68107" y="16844"/>
                      </a:lnTo>
                      <a:lnTo>
                        <a:pt x="68127" y="17032"/>
                      </a:lnTo>
                      <a:lnTo>
                        <a:pt x="68065" y="17116"/>
                      </a:lnTo>
                      <a:lnTo>
                        <a:pt x="67939" y="17158"/>
                      </a:lnTo>
                      <a:lnTo>
                        <a:pt x="67918" y="17263"/>
                      </a:lnTo>
                      <a:lnTo>
                        <a:pt x="67960" y="17325"/>
                      </a:lnTo>
                      <a:lnTo>
                        <a:pt x="67939" y="17535"/>
                      </a:lnTo>
                      <a:lnTo>
                        <a:pt x="67918" y="17576"/>
                      </a:lnTo>
                      <a:lnTo>
                        <a:pt x="67939" y="17660"/>
                      </a:lnTo>
                      <a:lnTo>
                        <a:pt x="68044" y="17765"/>
                      </a:lnTo>
                      <a:lnTo>
                        <a:pt x="67960" y="17765"/>
                      </a:lnTo>
                      <a:lnTo>
                        <a:pt x="67939" y="17953"/>
                      </a:lnTo>
                      <a:lnTo>
                        <a:pt x="67960" y="17995"/>
                      </a:lnTo>
                      <a:lnTo>
                        <a:pt x="67960" y="18141"/>
                      </a:lnTo>
                      <a:lnTo>
                        <a:pt x="67855" y="18246"/>
                      </a:lnTo>
                      <a:lnTo>
                        <a:pt x="67939" y="18372"/>
                      </a:lnTo>
                      <a:lnTo>
                        <a:pt x="67939" y="18602"/>
                      </a:lnTo>
                      <a:lnTo>
                        <a:pt x="68023" y="18811"/>
                      </a:lnTo>
                      <a:lnTo>
                        <a:pt x="67835" y="19146"/>
                      </a:lnTo>
                      <a:lnTo>
                        <a:pt x="67939" y="19292"/>
                      </a:lnTo>
                      <a:lnTo>
                        <a:pt x="67835" y="19250"/>
                      </a:lnTo>
                      <a:lnTo>
                        <a:pt x="67625" y="19292"/>
                      </a:lnTo>
                      <a:lnTo>
                        <a:pt x="67625" y="19501"/>
                      </a:lnTo>
                      <a:lnTo>
                        <a:pt x="67646" y="19564"/>
                      </a:lnTo>
                      <a:lnTo>
                        <a:pt x="67521" y="19711"/>
                      </a:lnTo>
                      <a:lnTo>
                        <a:pt x="67291" y="19606"/>
                      </a:lnTo>
                      <a:lnTo>
                        <a:pt x="67186" y="19711"/>
                      </a:lnTo>
                      <a:lnTo>
                        <a:pt x="67186" y="19773"/>
                      </a:lnTo>
                      <a:lnTo>
                        <a:pt x="67332" y="19773"/>
                      </a:lnTo>
                      <a:lnTo>
                        <a:pt x="67542" y="20087"/>
                      </a:lnTo>
                      <a:lnTo>
                        <a:pt x="67542" y="20380"/>
                      </a:lnTo>
                      <a:lnTo>
                        <a:pt x="67500" y="20464"/>
                      </a:lnTo>
                      <a:lnTo>
                        <a:pt x="67542" y="20548"/>
                      </a:lnTo>
                      <a:lnTo>
                        <a:pt x="67437" y="20569"/>
                      </a:lnTo>
                      <a:lnTo>
                        <a:pt x="67416" y="20778"/>
                      </a:lnTo>
                      <a:lnTo>
                        <a:pt x="67291" y="20924"/>
                      </a:lnTo>
                      <a:lnTo>
                        <a:pt x="67270" y="21175"/>
                      </a:lnTo>
                      <a:lnTo>
                        <a:pt x="67374" y="21385"/>
                      </a:lnTo>
                      <a:lnTo>
                        <a:pt x="67416" y="21761"/>
                      </a:lnTo>
                      <a:lnTo>
                        <a:pt x="67583" y="22033"/>
                      </a:lnTo>
                      <a:lnTo>
                        <a:pt x="67583" y="22242"/>
                      </a:lnTo>
                      <a:lnTo>
                        <a:pt x="67835" y="22807"/>
                      </a:lnTo>
                      <a:lnTo>
                        <a:pt x="68148" y="23414"/>
                      </a:lnTo>
                      <a:lnTo>
                        <a:pt x="68462" y="23916"/>
                      </a:lnTo>
                      <a:lnTo>
                        <a:pt x="68630" y="24063"/>
                      </a:lnTo>
                      <a:lnTo>
                        <a:pt x="68630" y="24251"/>
                      </a:lnTo>
                      <a:lnTo>
                        <a:pt x="69048" y="24732"/>
                      </a:lnTo>
                      <a:lnTo>
                        <a:pt x="69488" y="25527"/>
                      </a:lnTo>
                      <a:lnTo>
                        <a:pt x="69697" y="25632"/>
                      </a:lnTo>
                      <a:lnTo>
                        <a:pt x="69843" y="25632"/>
                      </a:lnTo>
                      <a:lnTo>
                        <a:pt x="69927" y="25590"/>
                      </a:lnTo>
                      <a:lnTo>
                        <a:pt x="69927" y="25590"/>
                      </a:lnTo>
                      <a:lnTo>
                        <a:pt x="69885" y="25695"/>
                      </a:lnTo>
                      <a:lnTo>
                        <a:pt x="69780" y="25737"/>
                      </a:lnTo>
                      <a:lnTo>
                        <a:pt x="69697" y="25737"/>
                      </a:lnTo>
                      <a:lnTo>
                        <a:pt x="69843" y="25988"/>
                      </a:lnTo>
                      <a:lnTo>
                        <a:pt x="70052" y="26469"/>
                      </a:lnTo>
                      <a:lnTo>
                        <a:pt x="70094" y="26678"/>
                      </a:lnTo>
                      <a:lnTo>
                        <a:pt x="70220" y="26867"/>
                      </a:lnTo>
                      <a:lnTo>
                        <a:pt x="70450" y="26887"/>
                      </a:lnTo>
                      <a:lnTo>
                        <a:pt x="70471" y="26971"/>
                      </a:lnTo>
                      <a:lnTo>
                        <a:pt x="70471" y="27076"/>
                      </a:lnTo>
                      <a:lnTo>
                        <a:pt x="70513" y="27159"/>
                      </a:lnTo>
                      <a:lnTo>
                        <a:pt x="70471" y="27285"/>
                      </a:lnTo>
                      <a:lnTo>
                        <a:pt x="70617" y="27034"/>
                      </a:lnTo>
                      <a:lnTo>
                        <a:pt x="70659" y="26762"/>
                      </a:lnTo>
                      <a:lnTo>
                        <a:pt x="70680" y="26741"/>
                      </a:lnTo>
                      <a:lnTo>
                        <a:pt x="70680" y="26636"/>
                      </a:lnTo>
                      <a:lnTo>
                        <a:pt x="70827" y="26511"/>
                      </a:lnTo>
                      <a:lnTo>
                        <a:pt x="70848" y="26406"/>
                      </a:lnTo>
                      <a:lnTo>
                        <a:pt x="70827" y="26343"/>
                      </a:lnTo>
                      <a:lnTo>
                        <a:pt x="70868" y="26239"/>
                      </a:lnTo>
                      <a:lnTo>
                        <a:pt x="70931" y="25988"/>
                      </a:lnTo>
                      <a:lnTo>
                        <a:pt x="70868" y="25883"/>
                      </a:lnTo>
                      <a:lnTo>
                        <a:pt x="70889" y="25695"/>
                      </a:lnTo>
                      <a:lnTo>
                        <a:pt x="70994" y="25611"/>
                      </a:lnTo>
                      <a:lnTo>
                        <a:pt x="70889" y="25507"/>
                      </a:lnTo>
                      <a:lnTo>
                        <a:pt x="70848" y="25527"/>
                      </a:lnTo>
                      <a:lnTo>
                        <a:pt x="70764" y="25507"/>
                      </a:lnTo>
                      <a:lnTo>
                        <a:pt x="70827" y="25423"/>
                      </a:lnTo>
                      <a:lnTo>
                        <a:pt x="70743" y="25276"/>
                      </a:lnTo>
                      <a:lnTo>
                        <a:pt x="70785" y="25297"/>
                      </a:lnTo>
                      <a:lnTo>
                        <a:pt x="70848" y="25255"/>
                      </a:lnTo>
                      <a:lnTo>
                        <a:pt x="70743" y="25151"/>
                      </a:lnTo>
                      <a:lnTo>
                        <a:pt x="70764" y="25067"/>
                      </a:lnTo>
                      <a:lnTo>
                        <a:pt x="70785" y="24942"/>
                      </a:lnTo>
                      <a:lnTo>
                        <a:pt x="70659" y="24942"/>
                      </a:lnTo>
                      <a:lnTo>
                        <a:pt x="70576" y="24879"/>
                      </a:lnTo>
                      <a:lnTo>
                        <a:pt x="70638" y="24774"/>
                      </a:lnTo>
                      <a:lnTo>
                        <a:pt x="70743" y="24879"/>
                      </a:lnTo>
                      <a:lnTo>
                        <a:pt x="70889" y="24732"/>
                      </a:lnTo>
                      <a:lnTo>
                        <a:pt x="70973" y="24753"/>
                      </a:lnTo>
                      <a:lnTo>
                        <a:pt x="71078" y="24649"/>
                      </a:lnTo>
                      <a:lnTo>
                        <a:pt x="71182" y="24565"/>
                      </a:lnTo>
                      <a:lnTo>
                        <a:pt x="71203" y="24586"/>
                      </a:lnTo>
                      <a:lnTo>
                        <a:pt x="71350" y="24628"/>
                      </a:lnTo>
                      <a:lnTo>
                        <a:pt x="71266" y="24523"/>
                      </a:lnTo>
                      <a:lnTo>
                        <a:pt x="71099" y="24439"/>
                      </a:lnTo>
                      <a:lnTo>
                        <a:pt x="71099" y="24314"/>
                      </a:lnTo>
                      <a:lnTo>
                        <a:pt x="70952" y="24230"/>
                      </a:lnTo>
                      <a:lnTo>
                        <a:pt x="70848" y="23895"/>
                      </a:lnTo>
                      <a:lnTo>
                        <a:pt x="70931" y="23602"/>
                      </a:lnTo>
                      <a:lnTo>
                        <a:pt x="70827" y="23498"/>
                      </a:lnTo>
                      <a:lnTo>
                        <a:pt x="70889" y="23414"/>
                      </a:lnTo>
                      <a:lnTo>
                        <a:pt x="70931" y="23268"/>
                      </a:lnTo>
                      <a:lnTo>
                        <a:pt x="71036" y="23058"/>
                      </a:lnTo>
                      <a:lnTo>
                        <a:pt x="71078" y="23372"/>
                      </a:lnTo>
                      <a:lnTo>
                        <a:pt x="71161" y="23393"/>
                      </a:lnTo>
                      <a:lnTo>
                        <a:pt x="71350" y="23289"/>
                      </a:lnTo>
                      <a:lnTo>
                        <a:pt x="71371" y="23330"/>
                      </a:lnTo>
                      <a:lnTo>
                        <a:pt x="71705" y="23205"/>
                      </a:lnTo>
                      <a:lnTo>
                        <a:pt x="71705" y="23058"/>
                      </a:lnTo>
                      <a:lnTo>
                        <a:pt x="71789" y="22975"/>
                      </a:lnTo>
                      <a:lnTo>
                        <a:pt x="71664" y="22891"/>
                      </a:lnTo>
                      <a:lnTo>
                        <a:pt x="71454" y="22598"/>
                      </a:lnTo>
                      <a:lnTo>
                        <a:pt x="71371" y="22598"/>
                      </a:lnTo>
                      <a:lnTo>
                        <a:pt x="71078" y="22159"/>
                      </a:lnTo>
                      <a:lnTo>
                        <a:pt x="71078" y="22054"/>
                      </a:lnTo>
                      <a:lnTo>
                        <a:pt x="70994" y="21970"/>
                      </a:lnTo>
                      <a:lnTo>
                        <a:pt x="70973" y="21594"/>
                      </a:lnTo>
                      <a:lnTo>
                        <a:pt x="70994" y="21531"/>
                      </a:lnTo>
                      <a:lnTo>
                        <a:pt x="70952" y="21343"/>
                      </a:lnTo>
                      <a:lnTo>
                        <a:pt x="71036" y="21217"/>
                      </a:lnTo>
                      <a:lnTo>
                        <a:pt x="71036" y="21092"/>
                      </a:lnTo>
                      <a:lnTo>
                        <a:pt x="70889" y="21113"/>
                      </a:lnTo>
                      <a:lnTo>
                        <a:pt x="70868" y="21029"/>
                      </a:lnTo>
                      <a:lnTo>
                        <a:pt x="70973" y="20882"/>
                      </a:lnTo>
                      <a:lnTo>
                        <a:pt x="71078" y="20841"/>
                      </a:lnTo>
                      <a:lnTo>
                        <a:pt x="71078" y="20778"/>
                      </a:lnTo>
                      <a:lnTo>
                        <a:pt x="71078" y="20757"/>
                      </a:lnTo>
                      <a:lnTo>
                        <a:pt x="71161" y="20673"/>
                      </a:lnTo>
                      <a:lnTo>
                        <a:pt x="71182" y="20778"/>
                      </a:lnTo>
                      <a:lnTo>
                        <a:pt x="71182" y="20903"/>
                      </a:lnTo>
                      <a:lnTo>
                        <a:pt x="71140" y="21029"/>
                      </a:lnTo>
                      <a:lnTo>
                        <a:pt x="71140" y="21196"/>
                      </a:lnTo>
                      <a:lnTo>
                        <a:pt x="71308" y="21238"/>
                      </a:lnTo>
                      <a:lnTo>
                        <a:pt x="71475" y="21343"/>
                      </a:lnTo>
                      <a:lnTo>
                        <a:pt x="71559" y="21322"/>
                      </a:lnTo>
                      <a:lnTo>
                        <a:pt x="71559" y="21154"/>
                      </a:lnTo>
                      <a:lnTo>
                        <a:pt x="71601" y="21092"/>
                      </a:lnTo>
                      <a:lnTo>
                        <a:pt x="71496" y="20903"/>
                      </a:lnTo>
                      <a:lnTo>
                        <a:pt x="71245" y="20673"/>
                      </a:lnTo>
                      <a:lnTo>
                        <a:pt x="71245" y="20401"/>
                      </a:lnTo>
                      <a:lnTo>
                        <a:pt x="71099" y="20359"/>
                      </a:lnTo>
                      <a:lnTo>
                        <a:pt x="71078" y="20317"/>
                      </a:lnTo>
                      <a:lnTo>
                        <a:pt x="71057" y="20380"/>
                      </a:lnTo>
                      <a:lnTo>
                        <a:pt x="70973" y="20464"/>
                      </a:lnTo>
                      <a:lnTo>
                        <a:pt x="70973" y="20506"/>
                      </a:lnTo>
                      <a:lnTo>
                        <a:pt x="70931" y="20569"/>
                      </a:lnTo>
                      <a:lnTo>
                        <a:pt x="70785" y="20485"/>
                      </a:lnTo>
                      <a:lnTo>
                        <a:pt x="70785" y="20276"/>
                      </a:lnTo>
                      <a:lnTo>
                        <a:pt x="70722" y="20150"/>
                      </a:lnTo>
                      <a:lnTo>
                        <a:pt x="70617" y="19941"/>
                      </a:lnTo>
                      <a:lnTo>
                        <a:pt x="70680" y="19836"/>
                      </a:lnTo>
                      <a:lnTo>
                        <a:pt x="70743" y="19794"/>
                      </a:lnTo>
                      <a:lnTo>
                        <a:pt x="70722" y="19690"/>
                      </a:lnTo>
                      <a:lnTo>
                        <a:pt x="70785" y="19585"/>
                      </a:lnTo>
                      <a:lnTo>
                        <a:pt x="70722" y="19522"/>
                      </a:lnTo>
                      <a:lnTo>
                        <a:pt x="70743" y="19439"/>
                      </a:lnTo>
                      <a:lnTo>
                        <a:pt x="70743" y="19334"/>
                      </a:lnTo>
                      <a:lnTo>
                        <a:pt x="70659" y="19271"/>
                      </a:lnTo>
                      <a:lnTo>
                        <a:pt x="70555" y="19313"/>
                      </a:lnTo>
                      <a:lnTo>
                        <a:pt x="70366" y="19146"/>
                      </a:lnTo>
                      <a:lnTo>
                        <a:pt x="70241" y="19146"/>
                      </a:lnTo>
                      <a:lnTo>
                        <a:pt x="70157" y="19229"/>
                      </a:lnTo>
                      <a:lnTo>
                        <a:pt x="70157" y="19313"/>
                      </a:lnTo>
                      <a:lnTo>
                        <a:pt x="70304" y="19460"/>
                      </a:lnTo>
                      <a:lnTo>
                        <a:pt x="70262" y="19564"/>
                      </a:lnTo>
                      <a:lnTo>
                        <a:pt x="70220" y="19627"/>
                      </a:lnTo>
                      <a:lnTo>
                        <a:pt x="70094" y="19564"/>
                      </a:lnTo>
                      <a:lnTo>
                        <a:pt x="69927" y="19355"/>
                      </a:lnTo>
                      <a:lnTo>
                        <a:pt x="69822" y="19250"/>
                      </a:lnTo>
                      <a:lnTo>
                        <a:pt x="69739" y="19208"/>
                      </a:lnTo>
                      <a:lnTo>
                        <a:pt x="69801" y="19146"/>
                      </a:lnTo>
                      <a:lnTo>
                        <a:pt x="69697" y="18936"/>
                      </a:lnTo>
                      <a:lnTo>
                        <a:pt x="69697" y="18811"/>
                      </a:lnTo>
                      <a:lnTo>
                        <a:pt x="69697" y="18727"/>
                      </a:lnTo>
                      <a:lnTo>
                        <a:pt x="69634" y="18623"/>
                      </a:lnTo>
                      <a:lnTo>
                        <a:pt x="69697" y="18539"/>
                      </a:lnTo>
                      <a:lnTo>
                        <a:pt x="69634" y="18372"/>
                      </a:lnTo>
                      <a:lnTo>
                        <a:pt x="69718" y="18267"/>
                      </a:lnTo>
                      <a:lnTo>
                        <a:pt x="69718" y="18162"/>
                      </a:lnTo>
                      <a:lnTo>
                        <a:pt x="69739" y="18037"/>
                      </a:lnTo>
                      <a:lnTo>
                        <a:pt x="69739" y="17890"/>
                      </a:lnTo>
                      <a:lnTo>
                        <a:pt x="69697" y="17932"/>
                      </a:lnTo>
                      <a:lnTo>
                        <a:pt x="69592" y="17786"/>
                      </a:lnTo>
                      <a:lnTo>
                        <a:pt x="69613" y="17744"/>
                      </a:lnTo>
                      <a:lnTo>
                        <a:pt x="69697" y="17723"/>
                      </a:lnTo>
                      <a:lnTo>
                        <a:pt x="69801" y="17786"/>
                      </a:lnTo>
                      <a:lnTo>
                        <a:pt x="69801" y="17744"/>
                      </a:lnTo>
                      <a:lnTo>
                        <a:pt x="69718" y="17660"/>
                      </a:lnTo>
                      <a:lnTo>
                        <a:pt x="69634" y="17576"/>
                      </a:lnTo>
                      <a:lnTo>
                        <a:pt x="69676" y="17514"/>
                      </a:lnTo>
                      <a:lnTo>
                        <a:pt x="69718" y="17514"/>
                      </a:lnTo>
                      <a:lnTo>
                        <a:pt x="69697" y="17430"/>
                      </a:lnTo>
                      <a:lnTo>
                        <a:pt x="69613" y="17346"/>
                      </a:lnTo>
                      <a:lnTo>
                        <a:pt x="69488" y="17325"/>
                      </a:lnTo>
                      <a:lnTo>
                        <a:pt x="69467" y="17242"/>
                      </a:lnTo>
                      <a:lnTo>
                        <a:pt x="69508" y="17221"/>
                      </a:lnTo>
                      <a:lnTo>
                        <a:pt x="69488" y="17074"/>
                      </a:lnTo>
                      <a:lnTo>
                        <a:pt x="69383" y="16970"/>
                      </a:lnTo>
                      <a:lnTo>
                        <a:pt x="69404" y="16886"/>
                      </a:lnTo>
                      <a:lnTo>
                        <a:pt x="69425" y="16781"/>
                      </a:lnTo>
                      <a:lnTo>
                        <a:pt x="69488" y="16719"/>
                      </a:lnTo>
                      <a:lnTo>
                        <a:pt x="69404" y="16614"/>
                      </a:lnTo>
                      <a:lnTo>
                        <a:pt x="69425" y="16530"/>
                      </a:lnTo>
                      <a:lnTo>
                        <a:pt x="69508" y="16530"/>
                      </a:lnTo>
                      <a:lnTo>
                        <a:pt x="69613" y="16593"/>
                      </a:lnTo>
                      <a:lnTo>
                        <a:pt x="69697" y="16572"/>
                      </a:lnTo>
                      <a:lnTo>
                        <a:pt x="69739" y="16405"/>
                      </a:lnTo>
                      <a:lnTo>
                        <a:pt x="69822" y="16405"/>
                      </a:lnTo>
                      <a:lnTo>
                        <a:pt x="69885" y="16488"/>
                      </a:lnTo>
                      <a:lnTo>
                        <a:pt x="69927" y="16488"/>
                      </a:lnTo>
                      <a:lnTo>
                        <a:pt x="70011" y="16614"/>
                      </a:lnTo>
                      <a:lnTo>
                        <a:pt x="70136" y="16363"/>
                      </a:lnTo>
                      <a:lnTo>
                        <a:pt x="70011" y="16300"/>
                      </a:lnTo>
                      <a:lnTo>
                        <a:pt x="70032" y="16195"/>
                      </a:lnTo>
                      <a:lnTo>
                        <a:pt x="70115" y="16154"/>
                      </a:lnTo>
                      <a:lnTo>
                        <a:pt x="70241" y="15903"/>
                      </a:lnTo>
                      <a:lnTo>
                        <a:pt x="70241" y="15777"/>
                      </a:lnTo>
                      <a:lnTo>
                        <a:pt x="70324" y="15882"/>
                      </a:lnTo>
                      <a:lnTo>
                        <a:pt x="70429" y="15944"/>
                      </a:lnTo>
                      <a:lnTo>
                        <a:pt x="70429" y="16070"/>
                      </a:lnTo>
                      <a:lnTo>
                        <a:pt x="70555" y="16426"/>
                      </a:lnTo>
                      <a:lnTo>
                        <a:pt x="70638" y="16509"/>
                      </a:lnTo>
                      <a:lnTo>
                        <a:pt x="70680" y="16468"/>
                      </a:lnTo>
                      <a:lnTo>
                        <a:pt x="70722" y="16154"/>
                      </a:lnTo>
                      <a:lnTo>
                        <a:pt x="70743" y="16049"/>
                      </a:lnTo>
                      <a:lnTo>
                        <a:pt x="70722" y="15903"/>
                      </a:lnTo>
                      <a:lnTo>
                        <a:pt x="70785" y="15798"/>
                      </a:lnTo>
                      <a:lnTo>
                        <a:pt x="70722" y="15651"/>
                      </a:lnTo>
                      <a:lnTo>
                        <a:pt x="70827" y="15693"/>
                      </a:lnTo>
                      <a:lnTo>
                        <a:pt x="70889" y="15631"/>
                      </a:lnTo>
                      <a:lnTo>
                        <a:pt x="70952" y="15421"/>
                      </a:lnTo>
                      <a:lnTo>
                        <a:pt x="71057" y="15421"/>
                      </a:lnTo>
                      <a:lnTo>
                        <a:pt x="71182" y="15254"/>
                      </a:lnTo>
                      <a:lnTo>
                        <a:pt x="71308" y="15233"/>
                      </a:lnTo>
                      <a:lnTo>
                        <a:pt x="71371" y="15275"/>
                      </a:lnTo>
                      <a:lnTo>
                        <a:pt x="71559" y="15149"/>
                      </a:lnTo>
                      <a:lnTo>
                        <a:pt x="71705" y="15170"/>
                      </a:lnTo>
                      <a:lnTo>
                        <a:pt x="72019" y="15359"/>
                      </a:lnTo>
                      <a:lnTo>
                        <a:pt x="72040" y="15463"/>
                      </a:lnTo>
                      <a:lnTo>
                        <a:pt x="72124" y="15484"/>
                      </a:lnTo>
                      <a:lnTo>
                        <a:pt x="72229" y="15463"/>
                      </a:lnTo>
                      <a:lnTo>
                        <a:pt x="72291" y="15484"/>
                      </a:lnTo>
                      <a:lnTo>
                        <a:pt x="72229" y="15547"/>
                      </a:lnTo>
                      <a:lnTo>
                        <a:pt x="72396" y="15714"/>
                      </a:lnTo>
                      <a:lnTo>
                        <a:pt x="72438" y="15672"/>
                      </a:lnTo>
                      <a:lnTo>
                        <a:pt x="72542" y="15777"/>
                      </a:lnTo>
                      <a:lnTo>
                        <a:pt x="72668" y="15756"/>
                      </a:lnTo>
                      <a:lnTo>
                        <a:pt x="72752" y="15777"/>
                      </a:lnTo>
                      <a:lnTo>
                        <a:pt x="72752" y="15672"/>
                      </a:lnTo>
                      <a:lnTo>
                        <a:pt x="72647" y="15526"/>
                      </a:lnTo>
                      <a:lnTo>
                        <a:pt x="72710" y="15442"/>
                      </a:lnTo>
                      <a:lnTo>
                        <a:pt x="72668" y="15359"/>
                      </a:lnTo>
                      <a:lnTo>
                        <a:pt x="72605" y="15338"/>
                      </a:lnTo>
                      <a:lnTo>
                        <a:pt x="72605" y="15233"/>
                      </a:lnTo>
                      <a:lnTo>
                        <a:pt x="72668" y="15128"/>
                      </a:lnTo>
                      <a:lnTo>
                        <a:pt x="72731" y="14856"/>
                      </a:lnTo>
                      <a:lnTo>
                        <a:pt x="72814" y="14647"/>
                      </a:lnTo>
                      <a:lnTo>
                        <a:pt x="72773" y="14543"/>
                      </a:lnTo>
                      <a:lnTo>
                        <a:pt x="72919" y="14375"/>
                      </a:lnTo>
                      <a:lnTo>
                        <a:pt x="72856" y="14291"/>
                      </a:lnTo>
                      <a:lnTo>
                        <a:pt x="72940" y="14229"/>
                      </a:lnTo>
                      <a:lnTo>
                        <a:pt x="72856" y="14061"/>
                      </a:lnTo>
                      <a:lnTo>
                        <a:pt x="72773" y="13999"/>
                      </a:lnTo>
                      <a:lnTo>
                        <a:pt x="72773" y="13957"/>
                      </a:lnTo>
                      <a:lnTo>
                        <a:pt x="72940" y="13957"/>
                      </a:lnTo>
                      <a:lnTo>
                        <a:pt x="72982" y="13810"/>
                      </a:lnTo>
                      <a:lnTo>
                        <a:pt x="72814" y="13747"/>
                      </a:lnTo>
                      <a:lnTo>
                        <a:pt x="72752" y="13643"/>
                      </a:lnTo>
                      <a:lnTo>
                        <a:pt x="72835" y="13601"/>
                      </a:lnTo>
                      <a:lnTo>
                        <a:pt x="72877" y="13664"/>
                      </a:lnTo>
                      <a:lnTo>
                        <a:pt x="72961" y="13643"/>
                      </a:lnTo>
                      <a:lnTo>
                        <a:pt x="72982" y="13559"/>
                      </a:lnTo>
                      <a:lnTo>
                        <a:pt x="72940" y="13475"/>
                      </a:lnTo>
                      <a:lnTo>
                        <a:pt x="73065" y="13371"/>
                      </a:lnTo>
                      <a:lnTo>
                        <a:pt x="73065" y="13287"/>
                      </a:lnTo>
                      <a:lnTo>
                        <a:pt x="72982" y="13224"/>
                      </a:lnTo>
                      <a:lnTo>
                        <a:pt x="73065" y="13162"/>
                      </a:lnTo>
                      <a:lnTo>
                        <a:pt x="73149" y="13182"/>
                      </a:lnTo>
                      <a:lnTo>
                        <a:pt x="73191" y="13078"/>
                      </a:lnTo>
                      <a:lnTo>
                        <a:pt x="73233" y="13036"/>
                      </a:lnTo>
                      <a:lnTo>
                        <a:pt x="73170" y="12973"/>
                      </a:lnTo>
                      <a:lnTo>
                        <a:pt x="73275" y="12952"/>
                      </a:lnTo>
                      <a:lnTo>
                        <a:pt x="73400" y="12827"/>
                      </a:lnTo>
                      <a:lnTo>
                        <a:pt x="73358" y="12743"/>
                      </a:lnTo>
                      <a:lnTo>
                        <a:pt x="73379" y="12638"/>
                      </a:lnTo>
                      <a:lnTo>
                        <a:pt x="73421" y="12722"/>
                      </a:lnTo>
                      <a:lnTo>
                        <a:pt x="73526" y="12618"/>
                      </a:lnTo>
                      <a:lnTo>
                        <a:pt x="73463" y="12450"/>
                      </a:lnTo>
                      <a:lnTo>
                        <a:pt x="73463" y="12304"/>
                      </a:lnTo>
                      <a:lnTo>
                        <a:pt x="73568" y="12304"/>
                      </a:lnTo>
                      <a:lnTo>
                        <a:pt x="73589" y="12325"/>
                      </a:lnTo>
                      <a:lnTo>
                        <a:pt x="73651" y="12283"/>
                      </a:lnTo>
                      <a:lnTo>
                        <a:pt x="73819" y="12074"/>
                      </a:lnTo>
                      <a:lnTo>
                        <a:pt x="73756" y="12032"/>
                      </a:lnTo>
                      <a:lnTo>
                        <a:pt x="73756" y="11927"/>
                      </a:lnTo>
                      <a:lnTo>
                        <a:pt x="73861" y="11927"/>
                      </a:lnTo>
                      <a:lnTo>
                        <a:pt x="74070" y="11760"/>
                      </a:lnTo>
                      <a:lnTo>
                        <a:pt x="73986" y="11697"/>
                      </a:lnTo>
                      <a:lnTo>
                        <a:pt x="74028" y="11655"/>
                      </a:lnTo>
                      <a:lnTo>
                        <a:pt x="74174" y="11655"/>
                      </a:lnTo>
                      <a:lnTo>
                        <a:pt x="74342" y="11550"/>
                      </a:lnTo>
                      <a:lnTo>
                        <a:pt x="74300" y="11467"/>
                      </a:lnTo>
                      <a:lnTo>
                        <a:pt x="74321" y="11404"/>
                      </a:lnTo>
                      <a:lnTo>
                        <a:pt x="74405" y="11467"/>
                      </a:lnTo>
                      <a:lnTo>
                        <a:pt x="74426" y="11571"/>
                      </a:lnTo>
                      <a:lnTo>
                        <a:pt x="74530" y="11592"/>
                      </a:lnTo>
                      <a:lnTo>
                        <a:pt x="74614" y="11550"/>
                      </a:lnTo>
                      <a:lnTo>
                        <a:pt x="74739" y="11613"/>
                      </a:lnTo>
                      <a:lnTo>
                        <a:pt x="75158" y="11613"/>
                      </a:lnTo>
                      <a:lnTo>
                        <a:pt x="75242" y="11676"/>
                      </a:lnTo>
                      <a:lnTo>
                        <a:pt x="75283" y="11655"/>
                      </a:lnTo>
                      <a:lnTo>
                        <a:pt x="75242" y="11488"/>
                      </a:lnTo>
                      <a:lnTo>
                        <a:pt x="75137" y="11404"/>
                      </a:lnTo>
                      <a:lnTo>
                        <a:pt x="75137" y="11362"/>
                      </a:lnTo>
                      <a:lnTo>
                        <a:pt x="75221" y="11341"/>
                      </a:lnTo>
                      <a:lnTo>
                        <a:pt x="75221" y="10986"/>
                      </a:lnTo>
                      <a:lnTo>
                        <a:pt x="75053" y="10755"/>
                      </a:lnTo>
                      <a:lnTo>
                        <a:pt x="74928" y="10734"/>
                      </a:lnTo>
                      <a:lnTo>
                        <a:pt x="74760" y="10525"/>
                      </a:lnTo>
                      <a:lnTo>
                        <a:pt x="74844" y="10442"/>
                      </a:lnTo>
                      <a:lnTo>
                        <a:pt x="74677" y="10316"/>
                      </a:lnTo>
                      <a:lnTo>
                        <a:pt x="74426" y="10253"/>
                      </a:lnTo>
                      <a:lnTo>
                        <a:pt x="74153" y="10086"/>
                      </a:lnTo>
                      <a:lnTo>
                        <a:pt x="74049" y="9918"/>
                      </a:lnTo>
                      <a:lnTo>
                        <a:pt x="74028" y="10023"/>
                      </a:lnTo>
                      <a:lnTo>
                        <a:pt x="73944" y="10002"/>
                      </a:lnTo>
                      <a:lnTo>
                        <a:pt x="73902" y="10023"/>
                      </a:lnTo>
                      <a:lnTo>
                        <a:pt x="73881" y="10149"/>
                      </a:lnTo>
                      <a:lnTo>
                        <a:pt x="73735" y="10190"/>
                      </a:lnTo>
                      <a:lnTo>
                        <a:pt x="73693" y="10107"/>
                      </a:lnTo>
                      <a:lnTo>
                        <a:pt x="73693" y="9981"/>
                      </a:lnTo>
                      <a:lnTo>
                        <a:pt x="73819" y="9897"/>
                      </a:lnTo>
                      <a:lnTo>
                        <a:pt x="73735" y="9793"/>
                      </a:lnTo>
                      <a:lnTo>
                        <a:pt x="73777" y="9730"/>
                      </a:lnTo>
                      <a:lnTo>
                        <a:pt x="73840" y="9730"/>
                      </a:lnTo>
                      <a:lnTo>
                        <a:pt x="73923" y="9814"/>
                      </a:lnTo>
                      <a:lnTo>
                        <a:pt x="73693" y="9458"/>
                      </a:lnTo>
                      <a:lnTo>
                        <a:pt x="73526" y="9312"/>
                      </a:lnTo>
                      <a:lnTo>
                        <a:pt x="73526" y="9479"/>
                      </a:lnTo>
                      <a:lnTo>
                        <a:pt x="73526" y="9521"/>
                      </a:lnTo>
                      <a:lnTo>
                        <a:pt x="73463" y="9521"/>
                      </a:lnTo>
                      <a:lnTo>
                        <a:pt x="73254" y="9312"/>
                      </a:lnTo>
                      <a:lnTo>
                        <a:pt x="73254" y="9207"/>
                      </a:lnTo>
                      <a:lnTo>
                        <a:pt x="73358" y="9249"/>
                      </a:lnTo>
                      <a:lnTo>
                        <a:pt x="73296" y="9144"/>
                      </a:lnTo>
                      <a:lnTo>
                        <a:pt x="73003" y="8893"/>
                      </a:lnTo>
                      <a:lnTo>
                        <a:pt x="72961" y="8893"/>
                      </a:lnTo>
                      <a:lnTo>
                        <a:pt x="72982" y="8977"/>
                      </a:lnTo>
                      <a:lnTo>
                        <a:pt x="72940" y="9081"/>
                      </a:lnTo>
                      <a:lnTo>
                        <a:pt x="72773" y="9102"/>
                      </a:lnTo>
                      <a:lnTo>
                        <a:pt x="72647" y="8977"/>
                      </a:lnTo>
                      <a:lnTo>
                        <a:pt x="72521" y="8956"/>
                      </a:lnTo>
                      <a:lnTo>
                        <a:pt x="72375" y="8726"/>
                      </a:lnTo>
                      <a:lnTo>
                        <a:pt x="72375" y="8642"/>
                      </a:lnTo>
                      <a:lnTo>
                        <a:pt x="72312" y="8579"/>
                      </a:lnTo>
                      <a:lnTo>
                        <a:pt x="72208" y="8621"/>
                      </a:lnTo>
                      <a:lnTo>
                        <a:pt x="72019" y="8768"/>
                      </a:lnTo>
                      <a:lnTo>
                        <a:pt x="72019" y="8830"/>
                      </a:lnTo>
                      <a:lnTo>
                        <a:pt x="71915" y="8789"/>
                      </a:lnTo>
                      <a:lnTo>
                        <a:pt x="71831" y="8851"/>
                      </a:lnTo>
                      <a:lnTo>
                        <a:pt x="71831" y="9081"/>
                      </a:lnTo>
                      <a:lnTo>
                        <a:pt x="71894" y="9144"/>
                      </a:lnTo>
                      <a:lnTo>
                        <a:pt x="71894" y="9144"/>
                      </a:lnTo>
                      <a:lnTo>
                        <a:pt x="71789" y="9081"/>
                      </a:lnTo>
                      <a:lnTo>
                        <a:pt x="71705" y="8872"/>
                      </a:lnTo>
                      <a:lnTo>
                        <a:pt x="71747" y="8726"/>
                      </a:lnTo>
                      <a:lnTo>
                        <a:pt x="71580" y="8621"/>
                      </a:lnTo>
                      <a:lnTo>
                        <a:pt x="71517" y="8454"/>
                      </a:lnTo>
                      <a:lnTo>
                        <a:pt x="71475" y="8454"/>
                      </a:lnTo>
                      <a:lnTo>
                        <a:pt x="71580" y="8433"/>
                      </a:lnTo>
                      <a:lnTo>
                        <a:pt x="71685" y="8558"/>
                      </a:lnTo>
                      <a:lnTo>
                        <a:pt x="71685" y="8433"/>
                      </a:lnTo>
                      <a:lnTo>
                        <a:pt x="71810" y="8433"/>
                      </a:lnTo>
                      <a:lnTo>
                        <a:pt x="71915" y="8475"/>
                      </a:lnTo>
                      <a:lnTo>
                        <a:pt x="72061" y="8370"/>
                      </a:lnTo>
                      <a:lnTo>
                        <a:pt x="72019" y="8265"/>
                      </a:lnTo>
                      <a:lnTo>
                        <a:pt x="71705" y="8140"/>
                      </a:lnTo>
                      <a:lnTo>
                        <a:pt x="71622" y="8265"/>
                      </a:lnTo>
                      <a:lnTo>
                        <a:pt x="71475" y="8265"/>
                      </a:lnTo>
                      <a:lnTo>
                        <a:pt x="71329" y="8224"/>
                      </a:lnTo>
                      <a:lnTo>
                        <a:pt x="71475" y="8224"/>
                      </a:lnTo>
                      <a:lnTo>
                        <a:pt x="71580" y="8098"/>
                      </a:lnTo>
                      <a:lnTo>
                        <a:pt x="71685" y="8056"/>
                      </a:lnTo>
                      <a:lnTo>
                        <a:pt x="71789" y="8119"/>
                      </a:lnTo>
                      <a:lnTo>
                        <a:pt x="71936" y="8140"/>
                      </a:lnTo>
                      <a:lnTo>
                        <a:pt x="72061" y="8245"/>
                      </a:lnTo>
                      <a:lnTo>
                        <a:pt x="72229" y="8433"/>
                      </a:lnTo>
                      <a:lnTo>
                        <a:pt x="72354" y="8433"/>
                      </a:lnTo>
                      <a:lnTo>
                        <a:pt x="72417" y="8537"/>
                      </a:lnTo>
                      <a:lnTo>
                        <a:pt x="72480" y="8558"/>
                      </a:lnTo>
                      <a:lnTo>
                        <a:pt x="72626" y="8475"/>
                      </a:lnTo>
                      <a:lnTo>
                        <a:pt x="72668" y="8558"/>
                      </a:lnTo>
                      <a:lnTo>
                        <a:pt x="72940" y="8349"/>
                      </a:lnTo>
                      <a:lnTo>
                        <a:pt x="72961" y="8391"/>
                      </a:lnTo>
                      <a:lnTo>
                        <a:pt x="72940" y="8496"/>
                      </a:lnTo>
                      <a:lnTo>
                        <a:pt x="73045" y="8433"/>
                      </a:lnTo>
                      <a:lnTo>
                        <a:pt x="73045" y="8286"/>
                      </a:lnTo>
                      <a:lnTo>
                        <a:pt x="73170" y="8077"/>
                      </a:lnTo>
                      <a:lnTo>
                        <a:pt x="73149" y="8014"/>
                      </a:lnTo>
                      <a:lnTo>
                        <a:pt x="73149" y="7847"/>
                      </a:lnTo>
                      <a:lnTo>
                        <a:pt x="73086" y="7617"/>
                      </a:lnTo>
                      <a:lnTo>
                        <a:pt x="73191" y="7240"/>
                      </a:lnTo>
                      <a:lnTo>
                        <a:pt x="73191" y="7010"/>
                      </a:lnTo>
                      <a:lnTo>
                        <a:pt x="73086" y="6884"/>
                      </a:lnTo>
                      <a:lnTo>
                        <a:pt x="73045" y="6759"/>
                      </a:lnTo>
                      <a:lnTo>
                        <a:pt x="72877" y="6612"/>
                      </a:lnTo>
                      <a:lnTo>
                        <a:pt x="72793" y="6445"/>
                      </a:lnTo>
                      <a:lnTo>
                        <a:pt x="72856" y="6445"/>
                      </a:lnTo>
                      <a:lnTo>
                        <a:pt x="72961" y="6571"/>
                      </a:lnTo>
                      <a:lnTo>
                        <a:pt x="72982" y="6571"/>
                      </a:lnTo>
                      <a:lnTo>
                        <a:pt x="72940" y="6403"/>
                      </a:lnTo>
                      <a:lnTo>
                        <a:pt x="72773" y="6340"/>
                      </a:lnTo>
                      <a:lnTo>
                        <a:pt x="72647" y="6382"/>
                      </a:lnTo>
                      <a:lnTo>
                        <a:pt x="72417" y="6340"/>
                      </a:lnTo>
                      <a:lnTo>
                        <a:pt x="72103" y="5943"/>
                      </a:lnTo>
                      <a:lnTo>
                        <a:pt x="72019" y="5880"/>
                      </a:lnTo>
                      <a:lnTo>
                        <a:pt x="72040" y="5817"/>
                      </a:lnTo>
                      <a:lnTo>
                        <a:pt x="72208" y="5817"/>
                      </a:lnTo>
                      <a:lnTo>
                        <a:pt x="72249" y="5671"/>
                      </a:lnTo>
                      <a:lnTo>
                        <a:pt x="72166" y="5608"/>
                      </a:lnTo>
                      <a:lnTo>
                        <a:pt x="72040" y="5608"/>
                      </a:lnTo>
                      <a:lnTo>
                        <a:pt x="71998" y="5545"/>
                      </a:lnTo>
                      <a:lnTo>
                        <a:pt x="72061" y="5504"/>
                      </a:lnTo>
                      <a:lnTo>
                        <a:pt x="72019" y="5336"/>
                      </a:lnTo>
                      <a:lnTo>
                        <a:pt x="72040" y="5315"/>
                      </a:lnTo>
                      <a:lnTo>
                        <a:pt x="72166" y="5462"/>
                      </a:lnTo>
                      <a:lnTo>
                        <a:pt x="72354" y="5566"/>
                      </a:lnTo>
                      <a:lnTo>
                        <a:pt x="72375" y="5504"/>
                      </a:lnTo>
                      <a:lnTo>
                        <a:pt x="72312" y="5420"/>
                      </a:lnTo>
                      <a:lnTo>
                        <a:pt x="72312" y="5315"/>
                      </a:lnTo>
                      <a:lnTo>
                        <a:pt x="72270" y="5232"/>
                      </a:lnTo>
                      <a:lnTo>
                        <a:pt x="72333" y="5190"/>
                      </a:lnTo>
                      <a:lnTo>
                        <a:pt x="72375" y="5252"/>
                      </a:lnTo>
                      <a:lnTo>
                        <a:pt x="72417" y="5336"/>
                      </a:lnTo>
                      <a:lnTo>
                        <a:pt x="72521" y="5357"/>
                      </a:lnTo>
                      <a:lnTo>
                        <a:pt x="72563" y="5650"/>
                      </a:lnTo>
                      <a:lnTo>
                        <a:pt x="72542" y="5734"/>
                      </a:lnTo>
                      <a:lnTo>
                        <a:pt x="72835" y="5943"/>
                      </a:lnTo>
                      <a:lnTo>
                        <a:pt x="72940" y="5880"/>
                      </a:lnTo>
                      <a:lnTo>
                        <a:pt x="73065" y="5943"/>
                      </a:lnTo>
                      <a:lnTo>
                        <a:pt x="73065" y="6152"/>
                      </a:lnTo>
                      <a:lnTo>
                        <a:pt x="73170" y="6152"/>
                      </a:lnTo>
                      <a:lnTo>
                        <a:pt x="73379" y="5859"/>
                      </a:lnTo>
                      <a:lnTo>
                        <a:pt x="73421" y="5734"/>
                      </a:lnTo>
                      <a:lnTo>
                        <a:pt x="73379" y="5608"/>
                      </a:lnTo>
                      <a:lnTo>
                        <a:pt x="73400" y="5357"/>
                      </a:lnTo>
                      <a:lnTo>
                        <a:pt x="73379" y="5252"/>
                      </a:lnTo>
                      <a:lnTo>
                        <a:pt x="73421" y="5357"/>
                      </a:lnTo>
                      <a:lnTo>
                        <a:pt x="73421" y="5524"/>
                      </a:lnTo>
                      <a:lnTo>
                        <a:pt x="73505" y="5524"/>
                      </a:lnTo>
                      <a:lnTo>
                        <a:pt x="73609" y="5420"/>
                      </a:lnTo>
                      <a:lnTo>
                        <a:pt x="73798" y="5357"/>
                      </a:lnTo>
                      <a:lnTo>
                        <a:pt x="73819" y="5232"/>
                      </a:lnTo>
                      <a:lnTo>
                        <a:pt x="74007" y="5294"/>
                      </a:lnTo>
                      <a:lnTo>
                        <a:pt x="73986" y="5336"/>
                      </a:lnTo>
                      <a:lnTo>
                        <a:pt x="74007" y="5399"/>
                      </a:lnTo>
                      <a:lnTo>
                        <a:pt x="74300" y="5608"/>
                      </a:lnTo>
                      <a:lnTo>
                        <a:pt x="74342" y="5629"/>
                      </a:lnTo>
                      <a:lnTo>
                        <a:pt x="74405" y="5776"/>
                      </a:lnTo>
                      <a:lnTo>
                        <a:pt x="74405" y="5838"/>
                      </a:lnTo>
                      <a:lnTo>
                        <a:pt x="74446" y="5859"/>
                      </a:lnTo>
                      <a:lnTo>
                        <a:pt x="74698" y="5817"/>
                      </a:lnTo>
                      <a:lnTo>
                        <a:pt x="74739" y="5838"/>
                      </a:lnTo>
                      <a:lnTo>
                        <a:pt x="74739" y="5880"/>
                      </a:lnTo>
                      <a:lnTo>
                        <a:pt x="74760" y="5880"/>
                      </a:lnTo>
                      <a:lnTo>
                        <a:pt x="74865" y="5776"/>
                      </a:lnTo>
                      <a:lnTo>
                        <a:pt x="74823" y="5671"/>
                      </a:lnTo>
                      <a:lnTo>
                        <a:pt x="74844" y="5650"/>
                      </a:lnTo>
                      <a:lnTo>
                        <a:pt x="74928" y="5650"/>
                      </a:lnTo>
                      <a:lnTo>
                        <a:pt x="74886" y="5504"/>
                      </a:lnTo>
                      <a:lnTo>
                        <a:pt x="74970" y="5524"/>
                      </a:lnTo>
                      <a:lnTo>
                        <a:pt x="75032" y="5608"/>
                      </a:lnTo>
                      <a:lnTo>
                        <a:pt x="74990" y="5671"/>
                      </a:lnTo>
                      <a:lnTo>
                        <a:pt x="75095" y="5671"/>
                      </a:lnTo>
                      <a:lnTo>
                        <a:pt x="75200" y="5629"/>
                      </a:lnTo>
                      <a:lnTo>
                        <a:pt x="75472" y="5650"/>
                      </a:lnTo>
                      <a:lnTo>
                        <a:pt x="75555" y="5713"/>
                      </a:lnTo>
                      <a:lnTo>
                        <a:pt x="75618" y="5713"/>
                      </a:lnTo>
                      <a:lnTo>
                        <a:pt x="75660" y="5755"/>
                      </a:lnTo>
                      <a:lnTo>
                        <a:pt x="75702" y="5755"/>
                      </a:lnTo>
                      <a:lnTo>
                        <a:pt x="75786" y="5671"/>
                      </a:lnTo>
                      <a:lnTo>
                        <a:pt x="75723" y="5462"/>
                      </a:lnTo>
                      <a:lnTo>
                        <a:pt x="75786" y="5504"/>
                      </a:lnTo>
                      <a:lnTo>
                        <a:pt x="75911" y="5671"/>
                      </a:lnTo>
                      <a:lnTo>
                        <a:pt x="76078" y="5608"/>
                      </a:lnTo>
                      <a:lnTo>
                        <a:pt x="76078" y="5524"/>
                      </a:lnTo>
                      <a:lnTo>
                        <a:pt x="75995" y="5357"/>
                      </a:lnTo>
                      <a:lnTo>
                        <a:pt x="75869" y="5378"/>
                      </a:lnTo>
                      <a:lnTo>
                        <a:pt x="75744" y="5294"/>
                      </a:lnTo>
                      <a:lnTo>
                        <a:pt x="75806" y="5190"/>
                      </a:lnTo>
                      <a:lnTo>
                        <a:pt x="75911" y="5232"/>
                      </a:lnTo>
                      <a:lnTo>
                        <a:pt x="75995" y="5211"/>
                      </a:lnTo>
                      <a:lnTo>
                        <a:pt x="75995" y="5064"/>
                      </a:lnTo>
                      <a:lnTo>
                        <a:pt x="75890" y="5022"/>
                      </a:lnTo>
                      <a:lnTo>
                        <a:pt x="75806" y="4980"/>
                      </a:lnTo>
                      <a:lnTo>
                        <a:pt x="75744" y="5022"/>
                      </a:lnTo>
                      <a:lnTo>
                        <a:pt x="75744" y="5127"/>
                      </a:lnTo>
                      <a:lnTo>
                        <a:pt x="75681" y="5064"/>
                      </a:lnTo>
                      <a:lnTo>
                        <a:pt x="75555" y="5085"/>
                      </a:lnTo>
                      <a:lnTo>
                        <a:pt x="75576" y="4918"/>
                      </a:lnTo>
                      <a:lnTo>
                        <a:pt x="75493" y="4855"/>
                      </a:lnTo>
                      <a:lnTo>
                        <a:pt x="75388" y="4876"/>
                      </a:lnTo>
                      <a:lnTo>
                        <a:pt x="75388" y="4980"/>
                      </a:lnTo>
                      <a:lnTo>
                        <a:pt x="75346" y="4897"/>
                      </a:lnTo>
                      <a:lnTo>
                        <a:pt x="75346" y="4813"/>
                      </a:lnTo>
                      <a:lnTo>
                        <a:pt x="75472" y="4771"/>
                      </a:lnTo>
                      <a:lnTo>
                        <a:pt x="75451" y="4583"/>
                      </a:lnTo>
                      <a:lnTo>
                        <a:pt x="75367" y="4562"/>
                      </a:lnTo>
                      <a:lnTo>
                        <a:pt x="75493" y="4457"/>
                      </a:lnTo>
                      <a:lnTo>
                        <a:pt x="75430" y="4290"/>
                      </a:lnTo>
                      <a:lnTo>
                        <a:pt x="75451" y="4227"/>
                      </a:lnTo>
                      <a:lnTo>
                        <a:pt x="75283" y="4081"/>
                      </a:lnTo>
                      <a:lnTo>
                        <a:pt x="75158" y="4102"/>
                      </a:lnTo>
                      <a:lnTo>
                        <a:pt x="75032" y="4248"/>
                      </a:lnTo>
                      <a:lnTo>
                        <a:pt x="75053" y="4060"/>
                      </a:lnTo>
                      <a:lnTo>
                        <a:pt x="75158" y="4018"/>
                      </a:lnTo>
                      <a:lnTo>
                        <a:pt x="75053" y="3851"/>
                      </a:lnTo>
                      <a:lnTo>
                        <a:pt x="75053" y="3746"/>
                      </a:lnTo>
                      <a:lnTo>
                        <a:pt x="75011" y="3746"/>
                      </a:lnTo>
                      <a:lnTo>
                        <a:pt x="74928" y="3830"/>
                      </a:lnTo>
                      <a:lnTo>
                        <a:pt x="74865" y="3746"/>
                      </a:lnTo>
                      <a:lnTo>
                        <a:pt x="74739" y="3746"/>
                      </a:lnTo>
                      <a:lnTo>
                        <a:pt x="74593" y="3767"/>
                      </a:lnTo>
                      <a:lnTo>
                        <a:pt x="74718" y="3662"/>
                      </a:lnTo>
                      <a:lnTo>
                        <a:pt x="74865" y="3662"/>
                      </a:lnTo>
                      <a:lnTo>
                        <a:pt x="75011" y="3558"/>
                      </a:lnTo>
                      <a:lnTo>
                        <a:pt x="75053" y="3620"/>
                      </a:lnTo>
                      <a:lnTo>
                        <a:pt x="75158" y="3432"/>
                      </a:lnTo>
                      <a:lnTo>
                        <a:pt x="75283" y="3411"/>
                      </a:lnTo>
                      <a:lnTo>
                        <a:pt x="75325" y="3307"/>
                      </a:lnTo>
                      <a:lnTo>
                        <a:pt x="75242" y="3202"/>
                      </a:lnTo>
                      <a:lnTo>
                        <a:pt x="74970" y="3139"/>
                      </a:lnTo>
                      <a:lnTo>
                        <a:pt x="75158" y="3118"/>
                      </a:lnTo>
                      <a:lnTo>
                        <a:pt x="75346" y="3118"/>
                      </a:lnTo>
                      <a:lnTo>
                        <a:pt x="75388" y="3035"/>
                      </a:lnTo>
                      <a:lnTo>
                        <a:pt x="75346" y="2909"/>
                      </a:lnTo>
                      <a:lnTo>
                        <a:pt x="75221" y="2867"/>
                      </a:lnTo>
                      <a:lnTo>
                        <a:pt x="75137" y="2721"/>
                      </a:lnTo>
                      <a:lnTo>
                        <a:pt x="75032" y="2763"/>
                      </a:lnTo>
                      <a:lnTo>
                        <a:pt x="75011" y="2679"/>
                      </a:lnTo>
                      <a:lnTo>
                        <a:pt x="75053" y="2511"/>
                      </a:lnTo>
                      <a:lnTo>
                        <a:pt x="74949" y="2198"/>
                      </a:lnTo>
                      <a:lnTo>
                        <a:pt x="74970" y="2135"/>
                      </a:lnTo>
                      <a:lnTo>
                        <a:pt x="75032" y="2051"/>
                      </a:lnTo>
                      <a:lnTo>
                        <a:pt x="75032" y="1967"/>
                      </a:lnTo>
                      <a:lnTo>
                        <a:pt x="74928" y="1905"/>
                      </a:lnTo>
                      <a:lnTo>
                        <a:pt x="74823" y="2051"/>
                      </a:lnTo>
                      <a:lnTo>
                        <a:pt x="74718" y="2135"/>
                      </a:lnTo>
                      <a:lnTo>
                        <a:pt x="74718" y="1967"/>
                      </a:lnTo>
                      <a:lnTo>
                        <a:pt x="74614" y="1967"/>
                      </a:lnTo>
                      <a:lnTo>
                        <a:pt x="74614" y="2051"/>
                      </a:lnTo>
                      <a:lnTo>
                        <a:pt x="74530" y="2072"/>
                      </a:lnTo>
                      <a:lnTo>
                        <a:pt x="74509" y="2030"/>
                      </a:lnTo>
                      <a:lnTo>
                        <a:pt x="74530" y="1884"/>
                      </a:lnTo>
                      <a:lnTo>
                        <a:pt x="74174" y="1842"/>
                      </a:lnTo>
                      <a:lnTo>
                        <a:pt x="74091" y="1884"/>
                      </a:lnTo>
                      <a:lnTo>
                        <a:pt x="73923" y="1863"/>
                      </a:lnTo>
                      <a:lnTo>
                        <a:pt x="73819" y="1758"/>
                      </a:lnTo>
                      <a:lnTo>
                        <a:pt x="73798" y="1716"/>
                      </a:lnTo>
                      <a:lnTo>
                        <a:pt x="73693" y="1675"/>
                      </a:lnTo>
                      <a:lnTo>
                        <a:pt x="73651" y="1716"/>
                      </a:lnTo>
                      <a:lnTo>
                        <a:pt x="73589" y="1633"/>
                      </a:lnTo>
                      <a:lnTo>
                        <a:pt x="73484" y="1633"/>
                      </a:lnTo>
                      <a:lnTo>
                        <a:pt x="73379" y="1779"/>
                      </a:lnTo>
                      <a:lnTo>
                        <a:pt x="73275" y="1821"/>
                      </a:lnTo>
                      <a:lnTo>
                        <a:pt x="73233" y="1842"/>
                      </a:lnTo>
                      <a:lnTo>
                        <a:pt x="73170" y="1884"/>
                      </a:lnTo>
                      <a:lnTo>
                        <a:pt x="73296" y="1884"/>
                      </a:lnTo>
                      <a:lnTo>
                        <a:pt x="73254" y="1967"/>
                      </a:lnTo>
                      <a:lnTo>
                        <a:pt x="73128" y="2051"/>
                      </a:lnTo>
                      <a:lnTo>
                        <a:pt x="73065" y="2051"/>
                      </a:lnTo>
                      <a:lnTo>
                        <a:pt x="73086" y="2156"/>
                      </a:lnTo>
                      <a:lnTo>
                        <a:pt x="73191" y="2239"/>
                      </a:lnTo>
                      <a:lnTo>
                        <a:pt x="73170" y="2281"/>
                      </a:lnTo>
                      <a:lnTo>
                        <a:pt x="73065" y="2260"/>
                      </a:lnTo>
                      <a:lnTo>
                        <a:pt x="72982" y="2051"/>
                      </a:lnTo>
                      <a:lnTo>
                        <a:pt x="73024" y="1988"/>
                      </a:lnTo>
                      <a:lnTo>
                        <a:pt x="73024" y="1988"/>
                      </a:lnTo>
                      <a:lnTo>
                        <a:pt x="72940" y="2030"/>
                      </a:lnTo>
                      <a:lnTo>
                        <a:pt x="72773" y="2239"/>
                      </a:lnTo>
                      <a:lnTo>
                        <a:pt x="72710" y="2386"/>
                      </a:lnTo>
                      <a:lnTo>
                        <a:pt x="72605" y="2491"/>
                      </a:lnTo>
                      <a:lnTo>
                        <a:pt x="72626" y="2553"/>
                      </a:lnTo>
                      <a:lnTo>
                        <a:pt x="72773" y="2407"/>
                      </a:lnTo>
                      <a:lnTo>
                        <a:pt x="72856" y="2407"/>
                      </a:lnTo>
                      <a:lnTo>
                        <a:pt x="72919" y="2511"/>
                      </a:lnTo>
                      <a:lnTo>
                        <a:pt x="73024" y="2616"/>
                      </a:lnTo>
                      <a:lnTo>
                        <a:pt x="73233" y="2783"/>
                      </a:lnTo>
                      <a:lnTo>
                        <a:pt x="73254" y="2909"/>
                      </a:lnTo>
                      <a:lnTo>
                        <a:pt x="73170" y="2993"/>
                      </a:lnTo>
                      <a:lnTo>
                        <a:pt x="73191" y="3097"/>
                      </a:lnTo>
                      <a:lnTo>
                        <a:pt x="73358" y="3076"/>
                      </a:lnTo>
                      <a:lnTo>
                        <a:pt x="73505" y="2993"/>
                      </a:lnTo>
                      <a:lnTo>
                        <a:pt x="73589" y="3097"/>
                      </a:lnTo>
                      <a:lnTo>
                        <a:pt x="73589" y="3202"/>
                      </a:lnTo>
                      <a:lnTo>
                        <a:pt x="73672" y="3390"/>
                      </a:lnTo>
                      <a:lnTo>
                        <a:pt x="73672" y="3432"/>
                      </a:lnTo>
                      <a:lnTo>
                        <a:pt x="73568" y="3327"/>
                      </a:lnTo>
                      <a:lnTo>
                        <a:pt x="73484" y="3181"/>
                      </a:lnTo>
                      <a:lnTo>
                        <a:pt x="73400" y="3139"/>
                      </a:lnTo>
                      <a:lnTo>
                        <a:pt x="73358" y="3244"/>
                      </a:lnTo>
                      <a:lnTo>
                        <a:pt x="73379" y="3348"/>
                      </a:lnTo>
                      <a:lnTo>
                        <a:pt x="73442" y="3390"/>
                      </a:lnTo>
                      <a:lnTo>
                        <a:pt x="73400" y="3411"/>
                      </a:lnTo>
                      <a:lnTo>
                        <a:pt x="73296" y="3390"/>
                      </a:lnTo>
                      <a:lnTo>
                        <a:pt x="73191" y="3223"/>
                      </a:lnTo>
                      <a:lnTo>
                        <a:pt x="73045" y="3202"/>
                      </a:lnTo>
                      <a:lnTo>
                        <a:pt x="72940" y="3307"/>
                      </a:lnTo>
                      <a:lnTo>
                        <a:pt x="72856" y="3286"/>
                      </a:lnTo>
                      <a:lnTo>
                        <a:pt x="72835" y="3139"/>
                      </a:lnTo>
                      <a:lnTo>
                        <a:pt x="72877" y="3097"/>
                      </a:lnTo>
                      <a:lnTo>
                        <a:pt x="72814" y="2972"/>
                      </a:lnTo>
                      <a:lnTo>
                        <a:pt x="72710" y="2888"/>
                      </a:lnTo>
                      <a:lnTo>
                        <a:pt x="72668" y="2763"/>
                      </a:lnTo>
                      <a:lnTo>
                        <a:pt x="72459" y="2700"/>
                      </a:lnTo>
                      <a:lnTo>
                        <a:pt x="72291" y="2365"/>
                      </a:lnTo>
                      <a:lnTo>
                        <a:pt x="72187" y="2239"/>
                      </a:lnTo>
                      <a:lnTo>
                        <a:pt x="72208" y="2177"/>
                      </a:lnTo>
                      <a:lnTo>
                        <a:pt x="72124" y="2093"/>
                      </a:lnTo>
                      <a:lnTo>
                        <a:pt x="72019" y="2072"/>
                      </a:lnTo>
                      <a:lnTo>
                        <a:pt x="72019" y="2072"/>
                      </a:lnTo>
                      <a:lnTo>
                        <a:pt x="72040" y="2135"/>
                      </a:lnTo>
                      <a:lnTo>
                        <a:pt x="72019" y="2239"/>
                      </a:lnTo>
                      <a:lnTo>
                        <a:pt x="71977" y="2198"/>
                      </a:lnTo>
                      <a:lnTo>
                        <a:pt x="71915" y="2072"/>
                      </a:lnTo>
                      <a:lnTo>
                        <a:pt x="71685" y="1947"/>
                      </a:lnTo>
                      <a:lnTo>
                        <a:pt x="71559" y="1926"/>
                      </a:lnTo>
                      <a:lnTo>
                        <a:pt x="71454" y="1947"/>
                      </a:lnTo>
                      <a:lnTo>
                        <a:pt x="71475" y="2030"/>
                      </a:lnTo>
                      <a:lnTo>
                        <a:pt x="71580" y="2072"/>
                      </a:lnTo>
                      <a:lnTo>
                        <a:pt x="71789" y="2156"/>
                      </a:lnTo>
                      <a:lnTo>
                        <a:pt x="71622" y="2198"/>
                      </a:lnTo>
                      <a:lnTo>
                        <a:pt x="71413" y="2135"/>
                      </a:lnTo>
                      <a:lnTo>
                        <a:pt x="71308" y="2030"/>
                      </a:lnTo>
                      <a:lnTo>
                        <a:pt x="71350" y="1947"/>
                      </a:lnTo>
                      <a:lnTo>
                        <a:pt x="71287" y="1926"/>
                      </a:lnTo>
                      <a:lnTo>
                        <a:pt x="71099" y="1926"/>
                      </a:lnTo>
                      <a:lnTo>
                        <a:pt x="71161" y="1947"/>
                      </a:lnTo>
                      <a:lnTo>
                        <a:pt x="71161" y="1988"/>
                      </a:lnTo>
                      <a:lnTo>
                        <a:pt x="70994" y="2051"/>
                      </a:lnTo>
                      <a:lnTo>
                        <a:pt x="70931" y="1947"/>
                      </a:lnTo>
                      <a:lnTo>
                        <a:pt x="70952" y="1884"/>
                      </a:lnTo>
                      <a:lnTo>
                        <a:pt x="70764" y="1863"/>
                      </a:lnTo>
                      <a:lnTo>
                        <a:pt x="70722" y="1884"/>
                      </a:lnTo>
                      <a:lnTo>
                        <a:pt x="70743" y="1988"/>
                      </a:lnTo>
                      <a:lnTo>
                        <a:pt x="70638" y="1967"/>
                      </a:lnTo>
                      <a:lnTo>
                        <a:pt x="70576" y="1863"/>
                      </a:lnTo>
                      <a:lnTo>
                        <a:pt x="70429" y="1863"/>
                      </a:lnTo>
                      <a:lnTo>
                        <a:pt x="70471" y="1967"/>
                      </a:lnTo>
                      <a:lnTo>
                        <a:pt x="70471" y="1967"/>
                      </a:lnTo>
                      <a:lnTo>
                        <a:pt x="69990" y="1863"/>
                      </a:lnTo>
                      <a:lnTo>
                        <a:pt x="69843" y="1926"/>
                      </a:lnTo>
                      <a:lnTo>
                        <a:pt x="69676" y="1842"/>
                      </a:lnTo>
                      <a:lnTo>
                        <a:pt x="69676" y="1758"/>
                      </a:lnTo>
                      <a:lnTo>
                        <a:pt x="69508" y="1716"/>
                      </a:lnTo>
                      <a:lnTo>
                        <a:pt x="69488" y="1737"/>
                      </a:lnTo>
                      <a:lnTo>
                        <a:pt x="69488" y="1779"/>
                      </a:lnTo>
                      <a:lnTo>
                        <a:pt x="69425" y="1737"/>
                      </a:lnTo>
                      <a:lnTo>
                        <a:pt x="69320" y="1716"/>
                      </a:lnTo>
                      <a:lnTo>
                        <a:pt x="69216" y="1633"/>
                      </a:lnTo>
                      <a:lnTo>
                        <a:pt x="69153" y="1654"/>
                      </a:lnTo>
                      <a:lnTo>
                        <a:pt x="69174" y="1758"/>
                      </a:lnTo>
                      <a:lnTo>
                        <a:pt x="69006" y="1758"/>
                      </a:lnTo>
                      <a:lnTo>
                        <a:pt x="68860" y="1779"/>
                      </a:lnTo>
                      <a:lnTo>
                        <a:pt x="68839" y="1884"/>
                      </a:lnTo>
                      <a:lnTo>
                        <a:pt x="68651" y="1884"/>
                      </a:lnTo>
                      <a:lnTo>
                        <a:pt x="68316" y="1758"/>
                      </a:lnTo>
                      <a:lnTo>
                        <a:pt x="68337" y="1716"/>
                      </a:lnTo>
                      <a:lnTo>
                        <a:pt x="68546" y="1779"/>
                      </a:lnTo>
                      <a:lnTo>
                        <a:pt x="68651" y="1842"/>
                      </a:lnTo>
                      <a:lnTo>
                        <a:pt x="68672" y="1779"/>
                      </a:lnTo>
                      <a:lnTo>
                        <a:pt x="68337" y="1549"/>
                      </a:lnTo>
                      <a:lnTo>
                        <a:pt x="67939" y="1507"/>
                      </a:lnTo>
                      <a:lnTo>
                        <a:pt x="67793" y="1549"/>
                      </a:lnTo>
                      <a:lnTo>
                        <a:pt x="67730" y="1507"/>
                      </a:lnTo>
                      <a:lnTo>
                        <a:pt x="67793" y="1444"/>
                      </a:lnTo>
                      <a:lnTo>
                        <a:pt x="67688" y="1402"/>
                      </a:lnTo>
                      <a:lnTo>
                        <a:pt x="67542" y="1423"/>
                      </a:lnTo>
                      <a:lnTo>
                        <a:pt x="67604" y="1444"/>
                      </a:lnTo>
                      <a:lnTo>
                        <a:pt x="67521" y="1465"/>
                      </a:lnTo>
                      <a:lnTo>
                        <a:pt x="67395" y="1423"/>
                      </a:lnTo>
                      <a:lnTo>
                        <a:pt x="67019" y="1319"/>
                      </a:lnTo>
                      <a:lnTo>
                        <a:pt x="66851" y="1340"/>
                      </a:lnTo>
                      <a:lnTo>
                        <a:pt x="66788" y="1423"/>
                      </a:lnTo>
                      <a:lnTo>
                        <a:pt x="66705" y="1402"/>
                      </a:lnTo>
                      <a:lnTo>
                        <a:pt x="66663" y="1319"/>
                      </a:lnTo>
                      <a:lnTo>
                        <a:pt x="66558" y="1361"/>
                      </a:lnTo>
                      <a:lnTo>
                        <a:pt x="66349" y="1361"/>
                      </a:lnTo>
                      <a:lnTo>
                        <a:pt x="66244" y="1298"/>
                      </a:lnTo>
                      <a:lnTo>
                        <a:pt x="66161" y="1319"/>
                      </a:lnTo>
                      <a:lnTo>
                        <a:pt x="66014" y="1340"/>
                      </a:lnTo>
                      <a:lnTo>
                        <a:pt x="65951" y="1319"/>
                      </a:lnTo>
                      <a:lnTo>
                        <a:pt x="65847" y="1402"/>
                      </a:lnTo>
                      <a:lnTo>
                        <a:pt x="65826" y="1507"/>
                      </a:lnTo>
                      <a:lnTo>
                        <a:pt x="65763" y="1402"/>
                      </a:lnTo>
                      <a:lnTo>
                        <a:pt x="65303" y="1528"/>
                      </a:lnTo>
                      <a:lnTo>
                        <a:pt x="65303" y="1633"/>
                      </a:lnTo>
                      <a:lnTo>
                        <a:pt x="65198" y="1612"/>
                      </a:lnTo>
                      <a:lnTo>
                        <a:pt x="65135" y="1737"/>
                      </a:lnTo>
                      <a:lnTo>
                        <a:pt x="65094" y="1737"/>
                      </a:lnTo>
                      <a:lnTo>
                        <a:pt x="65031" y="1654"/>
                      </a:lnTo>
                      <a:lnTo>
                        <a:pt x="64884" y="1675"/>
                      </a:lnTo>
                      <a:lnTo>
                        <a:pt x="64884" y="1779"/>
                      </a:lnTo>
                      <a:lnTo>
                        <a:pt x="64801" y="1779"/>
                      </a:lnTo>
                      <a:lnTo>
                        <a:pt x="64696" y="1842"/>
                      </a:lnTo>
                      <a:lnTo>
                        <a:pt x="64529" y="1737"/>
                      </a:lnTo>
                      <a:lnTo>
                        <a:pt x="64403" y="1779"/>
                      </a:lnTo>
                      <a:lnTo>
                        <a:pt x="64403" y="1863"/>
                      </a:lnTo>
                      <a:lnTo>
                        <a:pt x="64152" y="1863"/>
                      </a:lnTo>
                      <a:lnTo>
                        <a:pt x="63838" y="1884"/>
                      </a:lnTo>
                      <a:lnTo>
                        <a:pt x="63754" y="1842"/>
                      </a:lnTo>
                      <a:lnTo>
                        <a:pt x="63482" y="1884"/>
                      </a:lnTo>
                      <a:lnTo>
                        <a:pt x="63462" y="1905"/>
                      </a:lnTo>
                      <a:lnTo>
                        <a:pt x="63629" y="2009"/>
                      </a:lnTo>
                      <a:lnTo>
                        <a:pt x="63692" y="2198"/>
                      </a:lnTo>
                      <a:lnTo>
                        <a:pt x="63775" y="2260"/>
                      </a:lnTo>
                      <a:lnTo>
                        <a:pt x="63796" y="2386"/>
                      </a:lnTo>
                      <a:lnTo>
                        <a:pt x="63880" y="2574"/>
                      </a:lnTo>
                      <a:lnTo>
                        <a:pt x="63838" y="2637"/>
                      </a:lnTo>
                      <a:lnTo>
                        <a:pt x="63838" y="2804"/>
                      </a:lnTo>
                      <a:lnTo>
                        <a:pt x="63880" y="2804"/>
                      </a:lnTo>
                      <a:lnTo>
                        <a:pt x="63985" y="2700"/>
                      </a:lnTo>
                      <a:lnTo>
                        <a:pt x="64194" y="2804"/>
                      </a:lnTo>
                      <a:lnTo>
                        <a:pt x="64257" y="2888"/>
                      </a:lnTo>
                      <a:lnTo>
                        <a:pt x="64319" y="2909"/>
                      </a:lnTo>
                      <a:lnTo>
                        <a:pt x="64529" y="3118"/>
                      </a:lnTo>
                      <a:lnTo>
                        <a:pt x="64570" y="3307"/>
                      </a:lnTo>
                      <a:lnTo>
                        <a:pt x="64717" y="3348"/>
                      </a:lnTo>
                      <a:lnTo>
                        <a:pt x="64822" y="3516"/>
                      </a:lnTo>
                      <a:lnTo>
                        <a:pt x="64822" y="3579"/>
                      </a:lnTo>
                      <a:lnTo>
                        <a:pt x="64842" y="3662"/>
                      </a:lnTo>
                      <a:lnTo>
                        <a:pt x="64801" y="3725"/>
                      </a:lnTo>
                      <a:lnTo>
                        <a:pt x="64884" y="3830"/>
                      </a:lnTo>
                      <a:lnTo>
                        <a:pt x="64822" y="3871"/>
                      </a:lnTo>
                      <a:lnTo>
                        <a:pt x="64738" y="3851"/>
                      </a:lnTo>
                      <a:lnTo>
                        <a:pt x="64612" y="3934"/>
                      </a:lnTo>
                      <a:lnTo>
                        <a:pt x="64633" y="4039"/>
                      </a:lnTo>
                      <a:lnTo>
                        <a:pt x="64508" y="4060"/>
                      </a:lnTo>
                      <a:lnTo>
                        <a:pt x="64403" y="4143"/>
                      </a:lnTo>
                      <a:lnTo>
                        <a:pt x="64215" y="4102"/>
                      </a:lnTo>
                      <a:lnTo>
                        <a:pt x="64152" y="4039"/>
                      </a:lnTo>
                      <a:lnTo>
                        <a:pt x="64152" y="3892"/>
                      </a:lnTo>
                      <a:lnTo>
                        <a:pt x="63964" y="3641"/>
                      </a:lnTo>
                      <a:lnTo>
                        <a:pt x="63880" y="3641"/>
                      </a:lnTo>
                      <a:lnTo>
                        <a:pt x="63838" y="3662"/>
                      </a:lnTo>
                      <a:lnTo>
                        <a:pt x="63566" y="3620"/>
                      </a:lnTo>
                      <a:lnTo>
                        <a:pt x="63378" y="3641"/>
                      </a:lnTo>
                      <a:lnTo>
                        <a:pt x="63315" y="3579"/>
                      </a:lnTo>
                      <a:lnTo>
                        <a:pt x="63148" y="3411"/>
                      </a:lnTo>
                      <a:lnTo>
                        <a:pt x="63148" y="3286"/>
                      </a:lnTo>
                      <a:lnTo>
                        <a:pt x="63043" y="3202"/>
                      </a:lnTo>
                      <a:lnTo>
                        <a:pt x="62897" y="3181"/>
                      </a:lnTo>
                      <a:lnTo>
                        <a:pt x="62855" y="3097"/>
                      </a:lnTo>
                      <a:lnTo>
                        <a:pt x="62813" y="2951"/>
                      </a:lnTo>
                      <a:lnTo>
                        <a:pt x="62625" y="2909"/>
                      </a:lnTo>
                      <a:lnTo>
                        <a:pt x="62583" y="2951"/>
                      </a:lnTo>
                      <a:lnTo>
                        <a:pt x="62583" y="3097"/>
                      </a:lnTo>
                      <a:lnTo>
                        <a:pt x="62583" y="3244"/>
                      </a:lnTo>
                      <a:lnTo>
                        <a:pt x="62604" y="3327"/>
                      </a:lnTo>
                      <a:lnTo>
                        <a:pt x="62478" y="3516"/>
                      </a:lnTo>
                      <a:lnTo>
                        <a:pt x="62415" y="3641"/>
                      </a:lnTo>
                      <a:lnTo>
                        <a:pt x="62332" y="3558"/>
                      </a:lnTo>
                      <a:lnTo>
                        <a:pt x="62311" y="3474"/>
                      </a:lnTo>
                      <a:lnTo>
                        <a:pt x="62269" y="3474"/>
                      </a:lnTo>
                      <a:lnTo>
                        <a:pt x="62164" y="3558"/>
                      </a:lnTo>
                      <a:lnTo>
                        <a:pt x="61913" y="3537"/>
                      </a:lnTo>
                      <a:lnTo>
                        <a:pt x="61704" y="3620"/>
                      </a:lnTo>
                      <a:lnTo>
                        <a:pt x="61641" y="3579"/>
                      </a:lnTo>
                      <a:lnTo>
                        <a:pt x="61474" y="3725"/>
                      </a:lnTo>
                      <a:lnTo>
                        <a:pt x="61327" y="3746"/>
                      </a:lnTo>
                      <a:lnTo>
                        <a:pt x="61223" y="3725"/>
                      </a:lnTo>
                      <a:lnTo>
                        <a:pt x="61118" y="3620"/>
                      </a:lnTo>
                      <a:lnTo>
                        <a:pt x="61034" y="3620"/>
                      </a:lnTo>
                      <a:lnTo>
                        <a:pt x="60972" y="3662"/>
                      </a:lnTo>
                      <a:lnTo>
                        <a:pt x="61013" y="3746"/>
                      </a:lnTo>
                      <a:lnTo>
                        <a:pt x="60804" y="3830"/>
                      </a:lnTo>
                      <a:lnTo>
                        <a:pt x="60700" y="3913"/>
                      </a:lnTo>
                      <a:lnTo>
                        <a:pt x="60449" y="3934"/>
                      </a:lnTo>
                      <a:lnTo>
                        <a:pt x="60323" y="4081"/>
                      </a:lnTo>
                      <a:lnTo>
                        <a:pt x="60323" y="4290"/>
                      </a:lnTo>
                      <a:lnTo>
                        <a:pt x="60323" y="4562"/>
                      </a:lnTo>
                      <a:lnTo>
                        <a:pt x="60532" y="4855"/>
                      </a:lnTo>
                      <a:lnTo>
                        <a:pt x="60553" y="5022"/>
                      </a:lnTo>
                      <a:lnTo>
                        <a:pt x="60407" y="4813"/>
                      </a:lnTo>
                      <a:lnTo>
                        <a:pt x="60281" y="4688"/>
                      </a:lnTo>
                      <a:lnTo>
                        <a:pt x="60177" y="4708"/>
                      </a:lnTo>
                      <a:lnTo>
                        <a:pt x="60030" y="4625"/>
                      </a:lnTo>
                      <a:lnTo>
                        <a:pt x="60072" y="4729"/>
                      </a:lnTo>
                      <a:lnTo>
                        <a:pt x="60177" y="4792"/>
                      </a:lnTo>
                      <a:lnTo>
                        <a:pt x="60218" y="4980"/>
                      </a:lnTo>
                      <a:lnTo>
                        <a:pt x="60218" y="5022"/>
                      </a:lnTo>
                      <a:lnTo>
                        <a:pt x="60072" y="4813"/>
                      </a:lnTo>
                      <a:lnTo>
                        <a:pt x="59967" y="4813"/>
                      </a:lnTo>
                      <a:lnTo>
                        <a:pt x="59925" y="4604"/>
                      </a:lnTo>
                      <a:lnTo>
                        <a:pt x="59758" y="4415"/>
                      </a:lnTo>
                      <a:lnTo>
                        <a:pt x="59674" y="4269"/>
                      </a:lnTo>
                      <a:lnTo>
                        <a:pt x="59570" y="4269"/>
                      </a:lnTo>
                      <a:lnTo>
                        <a:pt x="59612" y="4457"/>
                      </a:lnTo>
                      <a:lnTo>
                        <a:pt x="59591" y="4562"/>
                      </a:lnTo>
                      <a:lnTo>
                        <a:pt x="59549" y="4415"/>
                      </a:lnTo>
                      <a:lnTo>
                        <a:pt x="59402" y="4353"/>
                      </a:lnTo>
                      <a:lnTo>
                        <a:pt x="59256" y="4374"/>
                      </a:lnTo>
                      <a:lnTo>
                        <a:pt x="59256" y="4457"/>
                      </a:lnTo>
                      <a:lnTo>
                        <a:pt x="59172" y="4374"/>
                      </a:lnTo>
                      <a:lnTo>
                        <a:pt x="59026" y="4374"/>
                      </a:lnTo>
                      <a:lnTo>
                        <a:pt x="58879" y="4520"/>
                      </a:lnTo>
                      <a:lnTo>
                        <a:pt x="58754" y="4562"/>
                      </a:lnTo>
                      <a:lnTo>
                        <a:pt x="58837" y="4415"/>
                      </a:lnTo>
                      <a:lnTo>
                        <a:pt x="58837" y="4311"/>
                      </a:lnTo>
                      <a:lnTo>
                        <a:pt x="58712" y="4081"/>
                      </a:lnTo>
                      <a:lnTo>
                        <a:pt x="58712" y="3934"/>
                      </a:lnTo>
                      <a:lnTo>
                        <a:pt x="58649" y="3871"/>
                      </a:lnTo>
                      <a:lnTo>
                        <a:pt x="58649" y="3767"/>
                      </a:lnTo>
                      <a:lnTo>
                        <a:pt x="58544" y="3558"/>
                      </a:lnTo>
                      <a:lnTo>
                        <a:pt x="58335" y="3327"/>
                      </a:lnTo>
                      <a:lnTo>
                        <a:pt x="58105" y="3202"/>
                      </a:lnTo>
                      <a:lnTo>
                        <a:pt x="57875" y="2930"/>
                      </a:lnTo>
                      <a:lnTo>
                        <a:pt x="57310" y="2742"/>
                      </a:lnTo>
                      <a:lnTo>
                        <a:pt x="57038" y="2742"/>
                      </a:lnTo>
                      <a:lnTo>
                        <a:pt x="56892" y="2783"/>
                      </a:lnTo>
                      <a:lnTo>
                        <a:pt x="56661" y="2930"/>
                      </a:lnTo>
                      <a:lnTo>
                        <a:pt x="56661" y="2993"/>
                      </a:lnTo>
                      <a:lnTo>
                        <a:pt x="56536" y="2951"/>
                      </a:lnTo>
                      <a:lnTo>
                        <a:pt x="56327" y="3035"/>
                      </a:lnTo>
                      <a:lnTo>
                        <a:pt x="55887" y="3244"/>
                      </a:lnTo>
                      <a:lnTo>
                        <a:pt x="55720" y="3265"/>
                      </a:lnTo>
                      <a:lnTo>
                        <a:pt x="55531" y="3453"/>
                      </a:lnTo>
                      <a:lnTo>
                        <a:pt x="55427" y="3516"/>
                      </a:lnTo>
                      <a:lnTo>
                        <a:pt x="55197" y="3683"/>
                      </a:lnTo>
                      <a:lnTo>
                        <a:pt x="55071" y="3746"/>
                      </a:lnTo>
                      <a:lnTo>
                        <a:pt x="54946" y="3871"/>
                      </a:lnTo>
                      <a:lnTo>
                        <a:pt x="54757" y="3934"/>
                      </a:lnTo>
                      <a:lnTo>
                        <a:pt x="54590" y="3871"/>
                      </a:lnTo>
                      <a:lnTo>
                        <a:pt x="54360" y="3934"/>
                      </a:lnTo>
                      <a:lnTo>
                        <a:pt x="54213" y="3997"/>
                      </a:lnTo>
                      <a:lnTo>
                        <a:pt x="54339" y="3871"/>
                      </a:lnTo>
                      <a:lnTo>
                        <a:pt x="54527" y="3767"/>
                      </a:lnTo>
                      <a:lnTo>
                        <a:pt x="54548" y="3662"/>
                      </a:lnTo>
                      <a:lnTo>
                        <a:pt x="54381" y="3474"/>
                      </a:lnTo>
                      <a:lnTo>
                        <a:pt x="54109" y="3411"/>
                      </a:lnTo>
                      <a:lnTo>
                        <a:pt x="53837" y="3223"/>
                      </a:lnTo>
                      <a:lnTo>
                        <a:pt x="53753" y="3160"/>
                      </a:lnTo>
                      <a:lnTo>
                        <a:pt x="53711" y="3223"/>
                      </a:lnTo>
                      <a:lnTo>
                        <a:pt x="53607" y="3453"/>
                      </a:lnTo>
                      <a:lnTo>
                        <a:pt x="53607" y="3579"/>
                      </a:lnTo>
                      <a:lnTo>
                        <a:pt x="53544" y="3516"/>
                      </a:lnTo>
                      <a:lnTo>
                        <a:pt x="53502" y="3537"/>
                      </a:lnTo>
                      <a:lnTo>
                        <a:pt x="53439" y="3662"/>
                      </a:lnTo>
                      <a:lnTo>
                        <a:pt x="53376" y="3725"/>
                      </a:lnTo>
                      <a:lnTo>
                        <a:pt x="53335" y="3662"/>
                      </a:lnTo>
                      <a:lnTo>
                        <a:pt x="53397" y="3516"/>
                      </a:lnTo>
                      <a:lnTo>
                        <a:pt x="53439" y="3432"/>
                      </a:lnTo>
                      <a:lnTo>
                        <a:pt x="53397" y="3265"/>
                      </a:lnTo>
                      <a:lnTo>
                        <a:pt x="53272" y="3202"/>
                      </a:lnTo>
                      <a:lnTo>
                        <a:pt x="53125" y="3327"/>
                      </a:lnTo>
                      <a:lnTo>
                        <a:pt x="53167" y="3411"/>
                      </a:lnTo>
                      <a:lnTo>
                        <a:pt x="53083" y="3537"/>
                      </a:lnTo>
                      <a:lnTo>
                        <a:pt x="53000" y="3453"/>
                      </a:lnTo>
                      <a:lnTo>
                        <a:pt x="52979" y="3307"/>
                      </a:lnTo>
                      <a:lnTo>
                        <a:pt x="52916" y="3160"/>
                      </a:lnTo>
                      <a:lnTo>
                        <a:pt x="52874" y="3014"/>
                      </a:lnTo>
                      <a:lnTo>
                        <a:pt x="52770" y="3118"/>
                      </a:lnTo>
                      <a:lnTo>
                        <a:pt x="52560" y="3139"/>
                      </a:lnTo>
                      <a:lnTo>
                        <a:pt x="52246" y="3223"/>
                      </a:lnTo>
                      <a:lnTo>
                        <a:pt x="52163" y="3202"/>
                      </a:lnTo>
                      <a:lnTo>
                        <a:pt x="52267" y="3118"/>
                      </a:lnTo>
                      <a:lnTo>
                        <a:pt x="52246" y="3014"/>
                      </a:lnTo>
                      <a:lnTo>
                        <a:pt x="52246" y="2909"/>
                      </a:lnTo>
                      <a:lnTo>
                        <a:pt x="52226" y="2783"/>
                      </a:lnTo>
                      <a:lnTo>
                        <a:pt x="52246" y="2763"/>
                      </a:lnTo>
                      <a:lnTo>
                        <a:pt x="52456" y="2909"/>
                      </a:lnTo>
                      <a:lnTo>
                        <a:pt x="52560" y="2825"/>
                      </a:lnTo>
                      <a:lnTo>
                        <a:pt x="52581" y="2700"/>
                      </a:lnTo>
                      <a:lnTo>
                        <a:pt x="52393" y="2428"/>
                      </a:lnTo>
                      <a:lnTo>
                        <a:pt x="52016" y="2302"/>
                      </a:lnTo>
                      <a:lnTo>
                        <a:pt x="51702" y="2281"/>
                      </a:lnTo>
                      <a:lnTo>
                        <a:pt x="51347" y="2365"/>
                      </a:lnTo>
                      <a:lnTo>
                        <a:pt x="51033" y="2407"/>
                      </a:lnTo>
                      <a:lnTo>
                        <a:pt x="50824" y="2574"/>
                      </a:lnTo>
                      <a:lnTo>
                        <a:pt x="50886" y="3139"/>
                      </a:lnTo>
                      <a:lnTo>
                        <a:pt x="50866" y="3307"/>
                      </a:lnTo>
                      <a:lnTo>
                        <a:pt x="50907" y="3411"/>
                      </a:lnTo>
                      <a:lnTo>
                        <a:pt x="50803" y="3579"/>
                      </a:lnTo>
                      <a:lnTo>
                        <a:pt x="50803" y="3746"/>
                      </a:lnTo>
                      <a:lnTo>
                        <a:pt x="50656" y="3851"/>
                      </a:lnTo>
                      <a:lnTo>
                        <a:pt x="50552" y="3851"/>
                      </a:lnTo>
                      <a:lnTo>
                        <a:pt x="50489" y="3788"/>
                      </a:lnTo>
                      <a:lnTo>
                        <a:pt x="50489" y="3725"/>
                      </a:lnTo>
                      <a:lnTo>
                        <a:pt x="50363" y="3620"/>
                      </a:lnTo>
                      <a:lnTo>
                        <a:pt x="50447" y="3537"/>
                      </a:lnTo>
                      <a:lnTo>
                        <a:pt x="50510" y="3558"/>
                      </a:lnTo>
                      <a:lnTo>
                        <a:pt x="50594" y="3369"/>
                      </a:lnTo>
                      <a:lnTo>
                        <a:pt x="50552" y="3139"/>
                      </a:lnTo>
                      <a:lnTo>
                        <a:pt x="50405" y="3097"/>
                      </a:lnTo>
                      <a:lnTo>
                        <a:pt x="50342" y="2888"/>
                      </a:lnTo>
                      <a:lnTo>
                        <a:pt x="50405" y="2909"/>
                      </a:lnTo>
                      <a:lnTo>
                        <a:pt x="50510" y="2804"/>
                      </a:lnTo>
                      <a:lnTo>
                        <a:pt x="50510" y="2930"/>
                      </a:lnTo>
                      <a:lnTo>
                        <a:pt x="50614" y="3035"/>
                      </a:lnTo>
                      <a:lnTo>
                        <a:pt x="50698" y="3223"/>
                      </a:lnTo>
                      <a:lnTo>
                        <a:pt x="50719" y="3160"/>
                      </a:lnTo>
                      <a:lnTo>
                        <a:pt x="50698" y="2888"/>
                      </a:lnTo>
                      <a:lnTo>
                        <a:pt x="50656" y="2679"/>
                      </a:lnTo>
                      <a:lnTo>
                        <a:pt x="50259" y="2825"/>
                      </a:lnTo>
                      <a:lnTo>
                        <a:pt x="49945" y="3035"/>
                      </a:lnTo>
                      <a:lnTo>
                        <a:pt x="49945" y="3160"/>
                      </a:lnTo>
                      <a:lnTo>
                        <a:pt x="49757" y="3307"/>
                      </a:lnTo>
                      <a:lnTo>
                        <a:pt x="49652" y="3223"/>
                      </a:lnTo>
                      <a:lnTo>
                        <a:pt x="49673" y="3139"/>
                      </a:lnTo>
                      <a:lnTo>
                        <a:pt x="49777" y="3118"/>
                      </a:lnTo>
                      <a:lnTo>
                        <a:pt x="49673" y="2993"/>
                      </a:lnTo>
                      <a:lnTo>
                        <a:pt x="49757" y="2742"/>
                      </a:lnTo>
                      <a:lnTo>
                        <a:pt x="49882" y="2804"/>
                      </a:lnTo>
                      <a:lnTo>
                        <a:pt x="49945" y="2783"/>
                      </a:lnTo>
                      <a:lnTo>
                        <a:pt x="50070" y="2825"/>
                      </a:lnTo>
                      <a:lnTo>
                        <a:pt x="50468" y="2637"/>
                      </a:lnTo>
                      <a:lnTo>
                        <a:pt x="50614" y="2595"/>
                      </a:lnTo>
                      <a:lnTo>
                        <a:pt x="50342" y="2595"/>
                      </a:lnTo>
                      <a:lnTo>
                        <a:pt x="50175" y="2616"/>
                      </a:lnTo>
                      <a:lnTo>
                        <a:pt x="49945" y="2595"/>
                      </a:lnTo>
                      <a:lnTo>
                        <a:pt x="49443" y="2595"/>
                      </a:lnTo>
                      <a:lnTo>
                        <a:pt x="49338" y="2637"/>
                      </a:lnTo>
                      <a:lnTo>
                        <a:pt x="48669" y="2700"/>
                      </a:lnTo>
                      <a:lnTo>
                        <a:pt x="48271" y="2700"/>
                      </a:lnTo>
                      <a:lnTo>
                        <a:pt x="48041" y="2742"/>
                      </a:lnTo>
                      <a:lnTo>
                        <a:pt x="47769" y="2637"/>
                      </a:lnTo>
                      <a:lnTo>
                        <a:pt x="47539" y="2679"/>
                      </a:lnTo>
                      <a:lnTo>
                        <a:pt x="47371" y="2742"/>
                      </a:lnTo>
                      <a:lnTo>
                        <a:pt x="47518" y="2909"/>
                      </a:lnTo>
                      <a:lnTo>
                        <a:pt x="47685" y="2909"/>
                      </a:lnTo>
                      <a:lnTo>
                        <a:pt x="47790" y="2951"/>
                      </a:lnTo>
                      <a:lnTo>
                        <a:pt x="47894" y="2930"/>
                      </a:lnTo>
                      <a:lnTo>
                        <a:pt x="48041" y="3055"/>
                      </a:lnTo>
                      <a:lnTo>
                        <a:pt x="48041" y="3139"/>
                      </a:lnTo>
                      <a:lnTo>
                        <a:pt x="47832" y="3327"/>
                      </a:lnTo>
                      <a:lnTo>
                        <a:pt x="47685" y="3307"/>
                      </a:lnTo>
                      <a:lnTo>
                        <a:pt x="47518" y="3369"/>
                      </a:lnTo>
                      <a:lnTo>
                        <a:pt x="47476" y="3537"/>
                      </a:lnTo>
                      <a:lnTo>
                        <a:pt x="47434" y="3641"/>
                      </a:lnTo>
                      <a:lnTo>
                        <a:pt x="47560" y="3871"/>
                      </a:lnTo>
                      <a:lnTo>
                        <a:pt x="47769" y="3934"/>
                      </a:lnTo>
                      <a:lnTo>
                        <a:pt x="47790" y="3788"/>
                      </a:lnTo>
                      <a:lnTo>
                        <a:pt x="47936" y="3662"/>
                      </a:lnTo>
                      <a:lnTo>
                        <a:pt x="48145" y="3579"/>
                      </a:lnTo>
                      <a:lnTo>
                        <a:pt x="48104" y="3788"/>
                      </a:lnTo>
                      <a:lnTo>
                        <a:pt x="47894" y="3788"/>
                      </a:lnTo>
                      <a:lnTo>
                        <a:pt x="47999" y="3934"/>
                      </a:lnTo>
                      <a:lnTo>
                        <a:pt x="47978" y="3955"/>
                      </a:lnTo>
                      <a:lnTo>
                        <a:pt x="48041" y="4060"/>
                      </a:lnTo>
                      <a:lnTo>
                        <a:pt x="47894" y="4143"/>
                      </a:lnTo>
                      <a:lnTo>
                        <a:pt x="48041" y="4164"/>
                      </a:lnTo>
                      <a:lnTo>
                        <a:pt x="48166" y="4102"/>
                      </a:lnTo>
                      <a:lnTo>
                        <a:pt x="48208" y="4206"/>
                      </a:lnTo>
                      <a:lnTo>
                        <a:pt x="48187" y="4353"/>
                      </a:lnTo>
                      <a:lnTo>
                        <a:pt x="48313" y="4478"/>
                      </a:lnTo>
                      <a:lnTo>
                        <a:pt x="48459" y="4499"/>
                      </a:lnTo>
                      <a:lnTo>
                        <a:pt x="48627" y="4708"/>
                      </a:lnTo>
                      <a:lnTo>
                        <a:pt x="48606" y="4813"/>
                      </a:lnTo>
                      <a:lnTo>
                        <a:pt x="48522" y="4771"/>
                      </a:lnTo>
                      <a:lnTo>
                        <a:pt x="48397" y="4813"/>
                      </a:lnTo>
                      <a:lnTo>
                        <a:pt x="48459" y="4939"/>
                      </a:lnTo>
                      <a:lnTo>
                        <a:pt x="48376" y="5001"/>
                      </a:lnTo>
                      <a:lnTo>
                        <a:pt x="48313" y="4939"/>
                      </a:lnTo>
                      <a:lnTo>
                        <a:pt x="48250" y="4980"/>
                      </a:lnTo>
                      <a:lnTo>
                        <a:pt x="48187" y="4834"/>
                      </a:lnTo>
                      <a:lnTo>
                        <a:pt x="47999" y="4708"/>
                      </a:lnTo>
                      <a:lnTo>
                        <a:pt x="47936" y="4729"/>
                      </a:lnTo>
                      <a:lnTo>
                        <a:pt x="47978" y="4813"/>
                      </a:lnTo>
                      <a:lnTo>
                        <a:pt x="47873" y="4897"/>
                      </a:lnTo>
                      <a:lnTo>
                        <a:pt x="47790" y="4834"/>
                      </a:lnTo>
                      <a:lnTo>
                        <a:pt x="47727" y="4897"/>
                      </a:lnTo>
                      <a:lnTo>
                        <a:pt x="47769" y="5022"/>
                      </a:lnTo>
                      <a:lnTo>
                        <a:pt x="47790" y="5211"/>
                      </a:lnTo>
                      <a:lnTo>
                        <a:pt x="47936" y="5232"/>
                      </a:lnTo>
                      <a:lnTo>
                        <a:pt x="48083" y="5148"/>
                      </a:lnTo>
                      <a:lnTo>
                        <a:pt x="48187" y="5252"/>
                      </a:lnTo>
                      <a:lnTo>
                        <a:pt x="48104" y="5336"/>
                      </a:lnTo>
                      <a:lnTo>
                        <a:pt x="48250" y="5399"/>
                      </a:lnTo>
                      <a:lnTo>
                        <a:pt x="48145" y="5462"/>
                      </a:lnTo>
                      <a:lnTo>
                        <a:pt x="47978" y="5420"/>
                      </a:lnTo>
                      <a:lnTo>
                        <a:pt x="47978" y="5462"/>
                      </a:lnTo>
                      <a:lnTo>
                        <a:pt x="48145" y="5566"/>
                      </a:lnTo>
                      <a:lnTo>
                        <a:pt x="47873" y="5566"/>
                      </a:lnTo>
                      <a:lnTo>
                        <a:pt x="47832" y="5462"/>
                      </a:lnTo>
                      <a:lnTo>
                        <a:pt x="47643" y="5462"/>
                      </a:lnTo>
                      <a:lnTo>
                        <a:pt x="47560" y="5336"/>
                      </a:lnTo>
                      <a:lnTo>
                        <a:pt x="47434" y="5315"/>
                      </a:lnTo>
                      <a:lnTo>
                        <a:pt x="47308" y="5190"/>
                      </a:lnTo>
                      <a:lnTo>
                        <a:pt x="47120" y="5190"/>
                      </a:lnTo>
                      <a:lnTo>
                        <a:pt x="46995" y="5106"/>
                      </a:lnTo>
                      <a:lnTo>
                        <a:pt x="46890" y="5127"/>
                      </a:lnTo>
                      <a:lnTo>
                        <a:pt x="46827" y="5106"/>
                      </a:lnTo>
                      <a:lnTo>
                        <a:pt x="46430" y="5252"/>
                      </a:lnTo>
                      <a:lnTo>
                        <a:pt x="46409" y="5357"/>
                      </a:lnTo>
                      <a:lnTo>
                        <a:pt x="46367" y="5420"/>
                      </a:lnTo>
                      <a:lnTo>
                        <a:pt x="46430" y="5504"/>
                      </a:lnTo>
                      <a:lnTo>
                        <a:pt x="46409" y="5566"/>
                      </a:lnTo>
                      <a:lnTo>
                        <a:pt x="46492" y="5713"/>
                      </a:lnTo>
                      <a:lnTo>
                        <a:pt x="46472" y="5734"/>
                      </a:lnTo>
                      <a:lnTo>
                        <a:pt x="46367" y="5629"/>
                      </a:lnTo>
                      <a:lnTo>
                        <a:pt x="46283" y="5671"/>
                      </a:lnTo>
                      <a:lnTo>
                        <a:pt x="46179" y="5629"/>
                      </a:lnTo>
                      <a:lnTo>
                        <a:pt x="45739" y="5671"/>
                      </a:lnTo>
                      <a:lnTo>
                        <a:pt x="45530" y="5650"/>
                      </a:lnTo>
                      <a:lnTo>
                        <a:pt x="45384" y="5524"/>
                      </a:lnTo>
                      <a:lnTo>
                        <a:pt x="45258" y="5504"/>
                      </a:lnTo>
                      <a:lnTo>
                        <a:pt x="45132" y="5357"/>
                      </a:lnTo>
                      <a:lnTo>
                        <a:pt x="45049" y="5211"/>
                      </a:lnTo>
                      <a:lnTo>
                        <a:pt x="44944" y="5148"/>
                      </a:lnTo>
                      <a:lnTo>
                        <a:pt x="44944" y="5232"/>
                      </a:lnTo>
                      <a:lnTo>
                        <a:pt x="45028" y="5420"/>
                      </a:lnTo>
                      <a:lnTo>
                        <a:pt x="45049" y="5734"/>
                      </a:lnTo>
                      <a:lnTo>
                        <a:pt x="45216" y="6068"/>
                      </a:lnTo>
                      <a:lnTo>
                        <a:pt x="45342" y="6340"/>
                      </a:lnTo>
                      <a:lnTo>
                        <a:pt x="45446" y="6926"/>
                      </a:lnTo>
                      <a:lnTo>
                        <a:pt x="45425" y="7073"/>
                      </a:lnTo>
                      <a:lnTo>
                        <a:pt x="45342" y="7073"/>
                      </a:lnTo>
                      <a:lnTo>
                        <a:pt x="45258" y="6968"/>
                      </a:lnTo>
                      <a:lnTo>
                        <a:pt x="45237" y="6864"/>
                      </a:lnTo>
                      <a:lnTo>
                        <a:pt x="45132" y="6759"/>
                      </a:lnTo>
                      <a:lnTo>
                        <a:pt x="45070" y="6801"/>
                      </a:lnTo>
                      <a:lnTo>
                        <a:pt x="45132" y="6884"/>
                      </a:lnTo>
                      <a:lnTo>
                        <a:pt x="45112" y="6968"/>
                      </a:lnTo>
                      <a:lnTo>
                        <a:pt x="44923" y="6905"/>
                      </a:lnTo>
                      <a:lnTo>
                        <a:pt x="44756" y="6717"/>
                      </a:lnTo>
                      <a:lnTo>
                        <a:pt x="44505" y="6696"/>
                      </a:lnTo>
                      <a:lnTo>
                        <a:pt x="44379" y="6550"/>
                      </a:lnTo>
                      <a:lnTo>
                        <a:pt x="44275" y="6508"/>
                      </a:lnTo>
                      <a:lnTo>
                        <a:pt x="43898" y="6173"/>
                      </a:lnTo>
                      <a:lnTo>
                        <a:pt x="43877" y="6173"/>
                      </a:lnTo>
                      <a:lnTo>
                        <a:pt x="43793" y="6236"/>
                      </a:lnTo>
                      <a:lnTo>
                        <a:pt x="43689" y="6236"/>
                      </a:lnTo>
                      <a:lnTo>
                        <a:pt x="43647" y="6152"/>
                      </a:lnTo>
                      <a:lnTo>
                        <a:pt x="43877" y="5943"/>
                      </a:lnTo>
                      <a:lnTo>
                        <a:pt x="43982" y="5943"/>
                      </a:lnTo>
                      <a:lnTo>
                        <a:pt x="43898" y="5880"/>
                      </a:lnTo>
                      <a:lnTo>
                        <a:pt x="43772" y="5817"/>
                      </a:lnTo>
                      <a:lnTo>
                        <a:pt x="43647" y="5671"/>
                      </a:lnTo>
                      <a:lnTo>
                        <a:pt x="43626" y="5671"/>
                      </a:lnTo>
                      <a:lnTo>
                        <a:pt x="43647" y="5755"/>
                      </a:lnTo>
                      <a:lnTo>
                        <a:pt x="43751" y="5859"/>
                      </a:lnTo>
                      <a:lnTo>
                        <a:pt x="43751" y="5964"/>
                      </a:lnTo>
                      <a:lnTo>
                        <a:pt x="43626" y="6048"/>
                      </a:lnTo>
                      <a:lnTo>
                        <a:pt x="43417" y="5985"/>
                      </a:lnTo>
                      <a:lnTo>
                        <a:pt x="43207" y="5838"/>
                      </a:lnTo>
                      <a:lnTo>
                        <a:pt x="43145" y="5755"/>
                      </a:lnTo>
                      <a:lnTo>
                        <a:pt x="42935" y="5734"/>
                      </a:lnTo>
                      <a:lnTo>
                        <a:pt x="42894" y="5608"/>
                      </a:lnTo>
                      <a:lnTo>
                        <a:pt x="42789" y="5545"/>
                      </a:lnTo>
                      <a:lnTo>
                        <a:pt x="43040" y="5545"/>
                      </a:lnTo>
                      <a:lnTo>
                        <a:pt x="43270" y="5608"/>
                      </a:lnTo>
                      <a:lnTo>
                        <a:pt x="43375" y="5671"/>
                      </a:lnTo>
                      <a:lnTo>
                        <a:pt x="43521" y="5629"/>
                      </a:lnTo>
                      <a:lnTo>
                        <a:pt x="43626" y="5441"/>
                      </a:lnTo>
                      <a:lnTo>
                        <a:pt x="43626" y="5378"/>
                      </a:lnTo>
                      <a:lnTo>
                        <a:pt x="43542" y="5420"/>
                      </a:lnTo>
                      <a:lnTo>
                        <a:pt x="43521" y="5336"/>
                      </a:lnTo>
                      <a:lnTo>
                        <a:pt x="43417" y="5357"/>
                      </a:lnTo>
                      <a:lnTo>
                        <a:pt x="43459" y="5190"/>
                      </a:lnTo>
                      <a:lnTo>
                        <a:pt x="43333" y="5043"/>
                      </a:lnTo>
                      <a:lnTo>
                        <a:pt x="43249" y="5106"/>
                      </a:lnTo>
                      <a:lnTo>
                        <a:pt x="43228" y="5001"/>
                      </a:lnTo>
                      <a:lnTo>
                        <a:pt x="43145" y="4980"/>
                      </a:lnTo>
                      <a:lnTo>
                        <a:pt x="43061" y="5022"/>
                      </a:lnTo>
                      <a:lnTo>
                        <a:pt x="43019" y="5085"/>
                      </a:lnTo>
                      <a:lnTo>
                        <a:pt x="42831" y="5043"/>
                      </a:lnTo>
                      <a:lnTo>
                        <a:pt x="42810" y="4897"/>
                      </a:lnTo>
                      <a:lnTo>
                        <a:pt x="43019" y="4708"/>
                      </a:lnTo>
                      <a:lnTo>
                        <a:pt x="42998" y="4625"/>
                      </a:lnTo>
                      <a:lnTo>
                        <a:pt x="42894" y="4625"/>
                      </a:lnTo>
                      <a:lnTo>
                        <a:pt x="42726" y="4792"/>
                      </a:lnTo>
                      <a:lnTo>
                        <a:pt x="42705" y="4667"/>
                      </a:lnTo>
                      <a:lnTo>
                        <a:pt x="42768" y="4562"/>
                      </a:lnTo>
                      <a:lnTo>
                        <a:pt x="42726" y="4415"/>
                      </a:lnTo>
                      <a:lnTo>
                        <a:pt x="42663" y="4457"/>
                      </a:lnTo>
                      <a:lnTo>
                        <a:pt x="42622" y="4499"/>
                      </a:lnTo>
                      <a:lnTo>
                        <a:pt x="42601" y="4395"/>
                      </a:lnTo>
                      <a:lnTo>
                        <a:pt x="42496" y="4395"/>
                      </a:lnTo>
                      <a:lnTo>
                        <a:pt x="42454" y="4353"/>
                      </a:lnTo>
                      <a:lnTo>
                        <a:pt x="42391" y="4269"/>
                      </a:lnTo>
                      <a:lnTo>
                        <a:pt x="42433" y="4102"/>
                      </a:lnTo>
                      <a:lnTo>
                        <a:pt x="42391" y="4060"/>
                      </a:lnTo>
                      <a:lnTo>
                        <a:pt x="42308" y="4102"/>
                      </a:lnTo>
                      <a:lnTo>
                        <a:pt x="42224" y="4248"/>
                      </a:lnTo>
                      <a:lnTo>
                        <a:pt x="42203" y="4039"/>
                      </a:lnTo>
                      <a:lnTo>
                        <a:pt x="42099" y="3955"/>
                      </a:lnTo>
                      <a:lnTo>
                        <a:pt x="41994" y="4039"/>
                      </a:lnTo>
                      <a:lnTo>
                        <a:pt x="41910" y="4039"/>
                      </a:lnTo>
                      <a:lnTo>
                        <a:pt x="41868" y="3871"/>
                      </a:lnTo>
                      <a:lnTo>
                        <a:pt x="41764" y="3976"/>
                      </a:lnTo>
                      <a:lnTo>
                        <a:pt x="41701" y="3976"/>
                      </a:lnTo>
                      <a:lnTo>
                        <a:pt x="41680" y="4060"/>
                      </a:lnTo>
                      <a:lnTo>
                        <a:pt x="41659" y="3892"/>
                      </a:lnTo>
                      <a:lnTo>
                        <a:pt x="41659" y="3830"/>
                      </a:lnTo>
                      <a:lnTo>
                        <a:pt x="41492" y="3830"/>
                      </a:lnTo>
                      <a:lnTo>
                        <a:pt x="41408" y="3851"/>
                      </a:lnTo>
                      <a:lnTo>
                        <a:pt x="41366" y="3788"/>
                      </a:lnTo>
                      <a:lnTo>
                        <a:pt x="41199" y="3851"/>
                      </a:lnTo>
                      <a:lnTo>
                        <a:pt x="41094" y="3851"/>
                      </a:lnTo>
                      <a:lnTo>
                        <a:pt x="41073" y="3892"/>
                      </a:lnTo>
                      <a:lnTo>
                        <a:pt x="41136" y="3955"/>
                      </a:lnTo>
                      <a:lnTo>
                        <a:pt x="41178" y="4081"/>
                      </a:lnTo>
                      <a:lnTo>
                        <a:pt x="41115" y="4060"/>
                      </a:lnTo>
                      <a:lnTo>
                        <a:pt x="41052" y="4081"/>
                      </a:lnTo>
                      <a:lnTo>
                        <a:pt x="41052" y="4164"/>
                      </a:lnTo>
                      <a:lnTo>
                        <a:pt x="41031" y="4143"/>
                      </a:lnTo>
                      <a:lnTo>
                        <a:pt x="40885" y="4164"/>
                      </a:lnTo>
                      <a:lnTo>
                        <a:pt x="40843" y="4143"/>
                      </a:lnTo>
                      <a:lnTo>
                        <a:pt x="40885" y="4039"/>
                      </a:lnTo>
                      <a:lnTo>
                        <a:pt x="40969" y="3976"/>
                      </a:lnTo>
                      <a:lnTo>
                        <a:pt x="40927" y="3871"/>
                      </a:lnTo>
                      <a:lnTo>
                        <a:pt x="40822" y="3851"/>
                      </a:lnTo>
                      <a:lnTo>
                        <a:pt x="40822" y="3955"/>
                      </a:lnTo>
                      <a:lnTo>
                        <a:pt x="40738" y="3997"/>
                      </a:lnTo>
                      <a:lnTo>
                        <a:pt x="40655" y="3892"/>
                      </a:lnTo>
                      <a:lnTo>
                        <a:pt x="40550" y="3871"/>
                      </a:lnTo>
                      <a:lnTo>
                        <a:pt x="40446" y="3767"/>
                      </a:lnTo>
                      <a:lnTo>
                        <a:pt x="40425" y="3851"/>
                      </a:lnTo>
                      <a:lnTo>
                        <a:pt x="40341" y="3871"/>
                      </a:lnTo>
                      <a:lnTo>
                        <a:pt x="40194" y="3871"/>
                      </a:lnTo>
                      <a:lnTo>
                        <a:pt x="40132" y="3788"/>
                      </a:lnTo>
                      <a:lnTo>
                        <a:pt x="40111" y="3892"/>
                      </a:lnTo>
                      <a:lnTo>
                        <a:pt x="40027" y="3955"/>
                      </a:lnTo>
                      <a:lnTo>
                        <a:pt x="39902" y="3851"/>
                      </a:lnTo>
                      <a:lnTo>
                        <a:pt x="39818" y="3851"/>
                      </a:lnTo>
                      <a:lnTo>
                        <a:pt x="39860" y="3955"/>
                      </a:lnTo>
                      <a:lnTo>
                        <a:pt x="39881" y="3997"/>
                      </a:lnTo>
                      <a:lnTo>
                        <a:pt x="39755" y="4102"/>
                      </a:lnTo>
                      <a:lnTo>
                        <a:pt x="39692" y="4081"/>
                      </a:lnTo>
                      <a:lnTo>
                        <a:pt x="39671" y="3997"/>
                      </a:lnTo>
                      <a:lnTo>
                        <a:pt x="39609" y="4102"/>
                      </a:lnTo>
                      <a:lnTo>
                        <a:pt x="39630" y="4269"/>
                      </a:lnTo>
                      <a:lnTo>
                        <a:pt x="39713" y="4353"/>
                      </a:lnTo>
                      <a:lnTo>
                        <a:pt x="39734" y="4457"/>
                      </a:lnTo>
                      <a:lnTo>
                        <a:pt x="39797" y="4478"/>
                      </a:lnTo>
                      <a:lnTo>
                        <a:pt x="39818" y="4625"/>
                      </a:lnTo>
                      <a:lnTo>
                        <a:pt x="39964" y="4667"/>
                      </a:lnTo>
                      <a:lnTo>
                        <a:pt x="40006" y="4729"/>
                      </a:lnTo>
                      <a:lnTo>
                        <a:pt x="40006" y="4834"/>
                      </a:lnTo>
                      <a:lnTo>
                        <a:pt x="40111" y="4918"/>
                      </a:lnTo>
                      <a:lnTo>
                        <a:pt x="40132" y="5001"/>
                      </a:lnTo>
                      <a:lnTo>
                        <a:pt x="40069" y="5106"/>
                      </a:lnTo>
                      <a:lnTo>
                        <a:pt x="40006" y="5085"/>
                      </a:lnTo>
                      <a:lnTo>
                        <a:pt x="39985" y="5001"/>
                      </a:lnTo>
                      <a:lnTo>
                        <a:pt x="39818" y="5043"/>
                      </a:lnTo>
                      <a:lnTo>
                        <a:pt x="39713" y="5022"/>
                      </a:lnTo>
                      <a:lnTo>
                        <a:pt x="39609" y="5043"/>
                      </a:lnTo>
                      <a:lnTo>
                        <a:pt x="39671" y="5127"/>
                      </a:lnTo>
                      <a:lnTo>
                        <a:pt x="39588" y="5232"/>
                      </a:lnTo>
                      <a:lnTo>
                        <a:pt x="39462" y="5232"/>
                      </a:lnTo>
                      <a:lnTo>
                        <a:pt x="39378" y="5211"/>
                      </a:lnTo>
                      <a:lnTo>
                        <a:pt x="39127" y="5336"/>
                      </a:lnTo>
                      <a:lnTo>
                        <a:pt x="38751" y="5399"/>
                      </a:lnTo>
                      <a:lnTo>
                        <a:pt x="38625" y="5336"/>
                      </a:lnTo>
                      <a:lnTo>
                        <a:pt x="38437" y="5336"/>
                      </a:lnTo>
                      <a:lnTo>
                        <a:pt x="38416" y="5357"/>
                      </a:lnTo>
                      <a:lnTo>
                        <a:pt x="38311" y="5336"/>
                      </a:lnTo>
                      <a:lnTo>
                        <a:pt x="37788" y="5315"/>
                      </a:lnTo>
                      <a:lnTo>
                        <a:pt x="37621" y="5190"/>
                      </a:lnTo>
                      <a:lnTo>
                        <a:pt x="37579" y="4980"/>
                      </a:lnTo>
                      <a:lnTo>
                        <a:pt x="37663" y="4834"/>
                      </a:lnTo>
                      <a:lnTo>
                        <a:pt x="37705" y="4813"/>
                      </a:lnTo>
                      <a:lnTo>
                        <a:pt x="37705" y="4729"/>
                      </a:lnTo>
                      <a:lnTo>
                        <a:pt x="37558" y="4688"/>
                      </a:lnTo>
                      <a:lnTo>
                        <a:pt x="37370" y="4688"/>
                      </a:lnTo>
                      <a:lnTo>
                        <a:pt x="37035" y="4834"/>
                      </a:lnTo>
                      <a:lnTo>
                        <a:pt x="36554" y="4876"/>
                      </a:lnTo>
                      <a:lnTo>
                        <a:pt x="36156" y="4980"/>
                      </a:lnTo>
                      <a:lnTo>
                        <a:pt x="35926" y="5022"/>
                      </a:lnTo>
                      <a:lnTo>
                        <a:pt x="35884" y="5106"/>
                      </a:lnTo>
                      <a:lnTo>
                        <a:pt x="35801" y="5106"/>
                      </a:lnTo>
                      <a:lnTo>
                        <a:pt x="35738" y="5190"/>
                      </a:lnTo>
                      <a:lnTo>
                        <a:pt x="35612" y="5252"/>
                      </a:lnTo>
                      <a:lnTo>
                        <a:pt x="35466" y="5399"/>
                      </a:lnTo>
                      <a:lnTo>
                        <a:pt x="35529" y="5545"/>
                      </a:lnTo>
                      <a:lnTo>
                        <a:pt x="35612" y="5566"/>
                      </a:lnTo>
                      <a:lnTo>
                        <a:pt x="35717" y="5524"/>
                      </a:lnTo>
                      <a:lnTo>
                        <a:pt x="35780" y="5545"/>
                      </a:lnTo>
                      <a:lnTo>
                        <a:pt x="35717" y="5629"/>
                      </a:lnTo>
                      <a:lnTo>
                        <a:pt x="35654" y="5650"/>
                      </a:lnTo>
                      <a:lnTo>
                        <a:pt x="35549" y="5755"/>
                      </a:lnTo>
                      <a:lnTo>
                        <a:pt x="35549" y="5817"/>
                      </a:lnTo>
                      <a:lnTo>
                        <a:pt x="35508" y="5755"/>
                      </a:lnTo>
                      <a:lnTo>
                        <a:pt x="35487" y="5545"/>
                      </a:lnTo>
                      <a:lnTo>
                        <a:pt x="35319" y="5420"/>
                      </a:lnTo>
                      <a:lnTo>
                        <a:pt x="35298" y="5336"/>
                      </a:lnTo>
                      <a:lnTo>
                        <a:pt x="35319" y="5252"/>
                      </a:lnTo>
                      <a:lnTo>
                        <a:pt x="35194" y="5148"/>
                      </a:lnTo>
                      <a:lnTo>
                        <a:pt x="35110" y="5148"/>
                      </a:lnTo>
                      <a:lnTo>
                        <a:pt x="34880" y="4939"/>
                      </a:lnTo>
                      <a:lnTo>
                        <a:pt x="34817" y="4939"/>
                      </a:lnTo>
                      <a:lnTo>
                        <a:pt x="34817" y="5022"/>
                      </a:lnTo>
                      <a:lnTo>
                        <a:pt x="35005" y="5232"/>
                      </a:lnTo>
                      <a:lnTo>
                        <a:pt x="35026" y="5357"/>
                      </a:lnTo>
                      <a:lnTo>
                        <a:pt x="34922" y="5462"/>
                      </a:lnTo>
                      <a:lnTo>
                        <a:pt x="34733" y="5504"/>
                      </a:lnTo>
                      <a:lnTo>
                        <a:pt x="34650" y="5545"/>
                      </a:lnTo>
                      <a:lnTo>
                        <a:pt x="34482" y="5545"/>
                      </a:lnTo>
                      <a:lnTo>
                        <a:pt x="34168" y="5294"/>
                      </a:lnTo>
                      <a:lnTo>
                        <a:pt x="34168" y="5190"/>
                      </a:lnTo>
                      <a:lnTo>
                        <a:pt x="34231" y="5106"/>
                      </a:lnTo>
                      <a:lnTo>
                        <a:pt x="34210" y="5022"/>
                      </a:lnTo>
                      <a:lnTo>
                        <a:pt x="34043" y="5085"/>
                      </a:lnTo>
                      <a:lnTo>
                        <a:pt x="34043" y="5211"/>
                      </a:lnTo>
                      <a:lnTo>
                        <a:pt x="33959" y="5294"/>
                      </a:lnTo>
                      <a:lnTo>
                        <a:pt x="33750" y="5148"/>
                      </a:lnTo>
                      <a:lnTo>
                        <a:pt x="33604" y="5148"/>
                      </a:lnTo>
                      <a:lnTo>
                        <a:pt x="33499" y="5252"/>
                      </a:lnTo>
                      <a:lnTo>
                        <a:pt x="33520" y="5441"/>
                      </a:lnTo>
                      <a:lnTo>
                        <a:pt x="33436" y="5566"/>
                      </a:lnTo>
                      <a:lnTo>
                        <a:pt x="33520" y="5734"/>
                      </a:lnTo>
                      <a:lnTo>
                        <a:pt x="33645" y="5776"/>
                      </a:lnTo>
                      <a:lnTo>
                        <a:pt x="33813" y="5650"/>
                      </a:lnTo>
                      <a:lnTo>
                        <a:pt x="33834" y="5566"/>
                      </a:lnTo>
                      <a:lnTo>
                        <a:pt x="34043" y="5441"/>
                      </a:lnTo>
                      <a:lnTo>
                        <a:pt x="34106" y="5524"/>
                      </a:lnTo>
                      <a:lnTo>
                        <a:pt x="34064" y="5650"/>
                      </a:lnTo>
                      <a:lnTo>
                        <a:pt x="33855" y="5817"/>
                      </a:lnTo>
                      <a:lnTo>
                        <a:pt x="33938" y="5880"/>
                      </a:lnTo>
                      <a:lnTo>
                        <a:pt x="33855" y="6027"/>
                      </a:lnTo>
                      <a:lnTo>
                        <a:pt x="33729" y="6068"/>
                      </a:lnTo>
                      <a:lnTo>
                        <a:pt x="33604" y="5985"/>
                      </a:lnTo>
                      <a:lnTo>
                        <a:pt x="33604" y="6048"/>
                      </a:lnTo>
                      <a:lnTo>
                        <a:pt x="33645" y="6173"/>
                      </a:lnTo>
                      <a:lnTo>
                        <a:pt x="33583" y="6299"/>
                      </a:lnTo>
                      <a:lnTo>
                        <a:pt x="33394" y="6445"/>
                      </a:lnTo>
                      <a:lnTo>
                        <a:pt x="33436" y="6550"/>
                      </a:lnTo>
                      <a:lnTo>
                        <a:pt x="33394" y="6592"/>
                      </a:lnTo>
                      <a:lnTo>
                        <a:pt x="33311" y="6592"/>
                      </a:lnTo>
                      <a:lnTo>
                        <a:pt x="33164" y="6759"/>
                      </a:lnTo>
                      <a:lnTo>
                        <a:pt x="32955" y="6780"/>
                      </a:lnTo>
                      <a:lnTo>
                        <a:pt x="32746" y="6801"/>
                      </a:lnTo>
                      <a:lnTo>
                        <a:pt x="32683" y="6926"/>
                      </a:lnTo>
                      <a:lnTo>
                        <a:pt x="32746" y="7094"/>
                      </a:lnTo>
                      <a:lnTo>
                        <a:pt x="32913" y="7303"/>
                      </a:lnTo>
                      <a:lnTo>
                        <a:pt x="32997" y="7324"/>
                      </a:lnTo>
                      <a:lnTo>
                        <a:pt x="32913" y="7345"/>
                      </a:lnTo>
                      <a:lnTo>
                        <a:pt x="32767" y="7345"/>
                      </a:lnTo>
                      <a:lnTo>
                        <a:pt x="32746" y="7429"/>
                      </a:lnTo>
                      <a:lnTo>
                        <a:pt x="32767" y="7491"/>
                      </a:lnTo>
                      <a:lnTo>
                        <a:pt x="32704" y="7596"/>
                      </a:lnTo>
                      <a:lnTo>
                        <a:pt x="32599" y="7701"/>
                      </a:lnTo>
                      <a:lnTo>
                        <a:pt x="32495" y="7701"/>
                      </a:lnTo>
                      <a:lnTo>
                        <a:pt x="32474" y="7763"/>
                      </a:lnTo>
                      <a:lnTo>
                        <a:pt x="32495" y="7659"/>
                      </a:lnTo>
                      <a:lnTo>
                        <a:pt x="32599" y="7596"/>
                      </a:lnTo>
                      <a:lnTo>
                        <a:pt x="32683" y="7282"/>
                      </a:lnTo>
                      <a:lnTo>
                        <a:pt x="32599" y="7219"/>
                      </a:lnTo>
                      <a:lnTo>
                        <a:pt x="32599" y="7115"/>
                      </a:lnTo>
                      <a:lnTo>
                        <a:pt x="32662" y="7073"/>
                      </a:lnTo>
                      <a:lnTo>
                        <a:pt x="32662" y="6926"/>
                      </a:lnTo>
                      <a:lnTo>
                        <a:pt x="32599" y="6780"/>
                      </a:lnTo>
                      <a:lnTo>
                        <a:pt x="32662" y="6612"/>
                      </a:lnTo>
                      <a:lnTo>
                        <a:pt x="32767" y="6550"/>
                      </a:lnTo>
                      <a:lnTo>
                        <a:pt x="32808" y="6445"/>
                      </a:lnTo>
                      <a:lnTo>
                        <a:pt x="32767" y="6194"/>
                      </a:lnTo>
                      <a:lnTo>
                        <a:pt x="32746" y="6152"/>
                      </a:lnTo>
                      <a:lnTo>
                        <a:pt x="32788" y="6068"/>
                      </a:lnTo>
                      <a:lnTo>
                        <a:pt x="32871" y="6068"/>
                      </a:lnTo>
                      <a:lnTo>
                        <a:pt x="32913" y="6089"/>
                      </a:lnTo>
                      <a:lnTo>
                        <a:pt x="33080" y="6048"/>
                      </a:lnTo>
                      <a:lnTo>
                        <a:pt x="33185" y="5776"/>
                      </a:lnTo>
                      <a:lnTo>
                        <a:pt x="33164" y="5671"/>
                      </a:lnTo>
                      <a:lnTo>
                        <a:pt x="33101" y="5545"/>
                      </a:lnTo>
                      <a:lnTo>
                        <a:pt x="33185" y="5252"/>
                      </a:lnTo>
                      <a:lnTo>
                        <a:pt x="33269" y="5127"/>
                      </a:lnTo>
                      <a:lnTo>
                        <a:pt x="33373" y="4939"/>
                      </a:lnTo>
                      <a:lnTo>
                        <a:pt x="33311" y="4792"/>
                      </a:lnTo>
                      <a:lnTo>
                        <a:pt x="33290" y="4792"/>
                      </a:lnTo>
                      <a:lnTo>
                        <a:pt x="33206" y="4876"/>
                      </a:lnTo>
                      <a:lnTo>
                        <a:pt x="33122" y="4876"/>
                      </a:lnTo>
                      <a:lnTo>
                        <a:pt x="32997" y="4813"/>
                      </a:lnTo>
                      <a:lnTo>
                        <a:pt x="33122" y="4813"/>
                      </a:lnTo>
                      <a:lnTo>
                        <a:pt x="33269" y="4708"/>
                      </a:lnTo>
                      <a:lnTo>
                        <a:pt x="33373" y="4667"/>
                      </a:lnTo>
                      <a:lnTo>
                        <a:pt x="33415" y="4562"/>
                      </a:lnTo>
                      <a:lnTo>
                        <a:pt x="33394" y="4499"/>
                      </a:lnTo>
                      <a:lnTo>
                        <a:pt x="33436" y="4415"/>
                      </a:lnTo>
                      <a:lnTo>
                        <a:pt x="33520" y="4248"/>
                      </a:lnTo>
                      <a:lnTo>
                        <a:pt x="33499" y="4185"/>
                      </a:lnTo>
                      <a:lnTo>
                        <a:pt x="33541" y="4081"/>
                      </a:lnTo>
                      <a:lnTo>
                        <a:pt x="33708" y="3997"/>
                      </a:lnTo>
                      <a:lnTo>
                        <a:pt x="33708" y="3892"/>
                      </a:lnTo>
                      <a:lnTo>
                        <a:pt x="33624" y="3830"/>
                      </a:lnTo>
                      <a:lnTo>
                        <a:pt x="33624" y="3767"/>
                      </a:lnTo>
                      <a:lnTo>
                        <a:pt x="33708" y="3641"/>
                      </a:lnTo>
                      <a:lnTo>
                        <a:pt x="33687" y="3537"/>
                      </a:lnTo>
                      <a:lnTo>
                        <a:pt x="33729" y="3432"/>
                      </a:lnTo>
                      <a:lnTo>
                        <a:pt x="33792" y="3411"/>
                      </a:lnTo>
                      <a:lnTo>
                        <a:pt x="33855" y="3223"/>
                      </a:lnTo>
                      <a:lnTo>
                        <a:pt x="33855" y="3014"/>
                      </a:lnTo>
                      <a:lnTo>
                        <a:pt x="33813" y="2804"/>
                      </a:lnTo>
                      <a:lnTo>
                        <a:pt x="33708" y="2616"/>
                      </a:lnTo>
                      <a:lnTo>
                        <a:pt x="33729" y="2574"/>
                      </a:lnTo>
                      <a:lnTo>
                        <a:pt x="33708" y="2491"/>
                      </a:lnTo>
                      <a:lnTo>
                        <a:pt x="33645" y="2470"/>
                      </a:lnTo>
                      <a:lnTo>
                        <a:pt x="33604" y="2491"/>
                      </a:lnTo>
                      <a:lnTo>
                        <a:pt x="33520" y="2428"/>
                      </a:lnTo>
                      <a:lnTo>
                        <a:pt x="33478" y="2365"/>
                      </a:lnTo>
                      <a:lnTo>
                        <a:pt x="33436" y="2365"/>
                      </a:lnTo>
                      <a:lnTo>
                        <a:pt x="33394" y="2491"/>
                      </a:lnTo>
                      <a:lnTo>
                        <a:pt x="33332" y="2532"/>
                      </a:lnTo>
                      <a:lnTo>
                        <a:pt x="33290" y="2491"/>
                      </a:lnTo>
                      <a:lnTo>
                        <a:pt x="33206" y="2365"/>
                      </a:lnTo>
                      <a:lnTo>
                        <a:pt x="33227" y="2323"/>
                      </a:lnTo>
                      <a:lnTo>
                        <a:pt x="33185" y="2302"/>
                      </a:lnTo>
                      <a:lnTo>
                        <a:pt x="33018" y="2281"/>
                      </a:lnTo>
                      <a:lnTo>
                        <a:pt x="32955" y="2177"/>
                      </a:lnTo>
                      <a:lnTo>
                        <a:pt x="32976" y="2156"/>
                      </a:lnTo>
                      <a:lnTo>
                        <a:pt x="33122" y="2156"/>
                      </a:lnTo>
                      <a:lnTo>
                        <a:pt x="33332" y="2219"/>
                      </a:lnTo>
                      <a:lnTo>
                        <a:pt x="33415" y="2302"/>
                      </a:lnTo>
                      <a:lnTo>
                        <a:pt x="33478" y="2260"/>
                      </a:lnTo>
                      <a:lnTo>
                        <a:pt x="33520" y="2260"/>
                      </a:lnTo>
                      <a:lnTo>
                        <a:pt x="33583" y="2323"/>
                      </a:lnTo>
                      <a:lnTo>
                        <a:pt x="33604" y="2386"/>
                      </a:lnTo>
                      <a:lnTo>
                        <a:pt x="33645" y="2386"/>
                      </a:lnTo>
                      <a:lnTo>
                        <a:pt x="33645" y="2302"/>
                      </a:lnTo>
                      <a:lnTo>
                        <a:pt x="33541" y="2177"/>
                      </a:lnTo>
                      <a:lnTo>
                        <a:pt x="33541" y="2072"/>
                      </a:lnTo>
                      <a:lnTo>
                        <a:pt x="33478" y="1967"/>
                      </a:lnTo>
                      <a:lnTo>
                        <a:pt x="33394" y="1905"/>
                      </a:lnTo>
                      <a:lnTo>
                        <a:pt x="33332" y="1905"/>
                      </a:lnTo>
                      <a:lnTo>
                        <a:pt x="33290" y="1967"/>
                      </a:lnTo>
                      <a:lnTo>
                        <a:pt x="33206" y="1947"/>
                      </a:lnTo>
                      <a:lnTo>
                        <a:pt x="33185" y="1800"/>
                      </a:lnTo>
                      <a:lnTo>
                        <a:pt x="33018" y="1654"/>
                      </a:lnTo>
                      <a:lnTo>
                        <a:pt x="33018" y="1549"/>
                      </a:lnTo>
                      <a:lnTo>
                        <a:pt x="32955" y="1465"/>
                      </a:lnTo>
                      <a:lnTo>
                        <a:pt x="32892" y="1382"/>
                      </a:lnTo>
                      <a:lnTo>
                        <a:pt x="32808" y="1382"/>
                      </a:lnTo>
                      <a:lnTo>
                        <a:pt x="32704" y="1444"/>
                      </a:lnTo>
                      <a:lnTo>
                        <a:pt x="32704" y="1549"/>
                      </a:lnTo>
                      <a:lnTo>
                        <a:pt x="32808" y="1549"/>
                      </a:lnTo>
                      <a:lnTo>
                        <a:pt x="32892" y="1591"/>
                      </a:lnTo>
                      <a:lnTo>
                        <a:pt x="32871" y="1654"/>
                      </a:lnTo>
                      <a:lnTo>
                        <a:pt x="32788" y="1695"/>
                      </a:lnTo>
                      <a:lnTo>
                        <a:pt x="32788" y="1779"/>
                      </a:lnTo>
                      <a:lnTo>
                        <a:pt x="32746" y="1800"/>
                      </a:lnTo>
                      <a:lnTo>
                        <a:pt x="32536" y="1570"/>
                      </a:lnTo>
                      <a:lnTo>
                        <a:pt x="32536" y="1486"/>
                      </a:lnTo>
                      <a:lnTo>
                        <a:pt x="32474" y="1361"/>
                      </a:lnTo>
                      <a:lnTo>
                        <a:pt x="32369" y="1340"/>
                      </a:lnTo>
                      <a:lnTo>
                        <a:pt x="31930" y="1068"/>
                      </a:lnTo>
                      <a:lnTo>
                        <a:pt x="31825" y="1026"/>
                      </a:lnTo>
                      <a:lnTo>
                        <a:pt x="31804" y="1005"/>
                      </a:lnTo>
                      <a:lnTo>
                        <a:pt x="31532" y="1026"/>
                      </a:lnTo>
                      <a:lnTo>
                        <a:pt x="31511" y="921"/>
                      </a:lnTo>
                      <a:lnTo>
                        <a:pt x="31553" y="858"/>
                      </a:lnTo>
                      <a:lnTo>
                        <a:pt x="31532" y="796"/>
                      </a:lnTo>
                      <a:lnTo>
                        <a:pt x="31407" y="817"/>
                      </a:lnTo>
                      <a:lnTo>
                        <a:pt x="31344" y="754"/>
                      </a:lnTo>
                      <a:lnTo>
                        <a:pt x="31218" y="796"/>
                      </a:lnTo>
                      <a:lnTo>
                        <a:pt x="31135" y="858"/>
                      </a:lnTo>
                      <a:lnTo>
                        <a:pt x="31093" y="838"/>
                      </a:lnTo>
                      <a:lnTo>
                        <a:pt x="30988" y="942"/>
                      </a:lnTo>
                      <a:lnTo>
                        <a:pt x="30925" y="1047"/>
                      </a:lnTo>
                      <a:lnTo>
                        <a:pt x="30779" y="1047"/>
                      </a:lnTo>
                      <a:lnTo>
                        <a:pt x="30695" y="1026"/>
                      </a:lnTo>
                      <a:lnTo>
                        <a:pt x="30570" y="1172"/>
                      </a:lnTo>
                      <a:lnTo>
                        <a:pt x="30381" y="1235"/>
                      </a:lnTo>
                      <a:lnTo>
                        <a:pt x="30298" y="1256"/>
                      </a:lnTo>
                      <a:lnTo>
                        <a:pt x="30256" y="1214"/>
                      </a:lnTo>
                      <a:lnTo>
                        <a:pt x="30172" y="1214"/>
                      </a:lnTo>
                      <a:lnTo>
                        <a:pt x="30130" y="1256"/>
                      </a:lnTo>
                      <a:lnTo>
                        <a:pt x="30130" y="1361"/>
                      </a:lnTo>
                      <a:lnTo>
                        <a:pt x="30193" y="1382"/>
                      </a:lnTo>
                      <a:lnTo>
                        <a:pt x="30256" y="1382"/>
                      </a:lnTo>
                      <a:lnTo>
                        <a:pt x="30298" y="1549"/>
                      </a:lnTo>
                      <a:lnTo>
                        <a:pt x="30339" y="1758"/>
                      </a:lnTo>
                      <a:lnTo>
                        <a:pt x="30256" y="1905"/>
                      </a:lnTo>
                      <a:lnTo>
                        <a:pt x="30067" y="1905"/>
                      </a:lnTo>
                      <a:lnTo>
                        <a:pt x="29942" y="2051"/>
                      </a:lnTo>
                      <a:lnTo>
                        <a:pt x="29733" y="2093"/>
                      </a:lnTo>
                      <a:lnTo>
                        <a:pt x="29649" y="2072"/>
                      </a:lnTo>
                      <a:lnTo>
                        <a:pt x="29754" y="1988"/>
                      </a:lnTo>
                      <a:lnTo>
                        <a:pt x="29837" y="1967"/>
                      </a:lnTo>
                      <a:lnTo>
                        <a:pt x="29858" y="1842"/>
                      </a:lnTo>
                      <a:lnTo>
                        <a:pt x="29733" y="1591"/>
                      </a:lnTo>
                      <a:lnTo>
                        <a:pt x="29816" y="1444"/>
                      </a:lnTo>
                      <a:lnTo>
                        <a:pt x="29816" y="1340"/>
                      </a:lnTo>
                      <a:lnTo>
                        <a:pt x="29858" y="1256"/>
                      </a:lnTo>
                      <a:lnTo>
                        <a:pt x="29775" y="1068"/>
                      </a:lnTo>
                      <a:lnTo>
                        <a:pt x="29775" y="963"/>
                      </a:lnTo>
                      <a:lnTo>
                        <a:pt x="29628" y="817"/>
                      </a:lnTo>
                      <a:lnTo>
                        <a:pt x="29523" y="858"/>
                      </a:lnTo>
                      <a:lnTo>
                        <a:pt x="29440" y="817"/>
                      </a:lnTo>
                      <a:lnTo>
                        <a:pt x="29398" y="817"/>
                      </a:lnTo>
                      <a:lnTo>
                        <a:pt x="29356" y="942"/>
                      </a:lnTo>
                      <a:lnTo>
                        <a:pt x="29210" y="963"/>
                      </a:lnTo>
                      <a:lnTo>
                        <a:pt x="29147" y="921"/>
                      </a:lnTo>
                      <a:lnTo>
                        <a:pt x="29042" y="963"/>
                      </a:lnTo>
                      <a:lnTo>
                        <a:pt x="28938" y="1130"/>
                      </a:lnTo>
                      <a:lnTo>
                        <a:pt x="28707" y="1130"/>
                      </a:lnTo>
                      <a:lnTo>
                        <a:pt x="28707" y="1047"/>
                      </a:lnTo>
                      <a:lnTo>
                        <a:pt x="28791" y="921"/>
                      </a:lnTo>
                      <a:lnTo>
                        <a:pt x="28791" y="838"/>
                      </a:lnTo>
                      <a:lnTo>
                        <a:pt x="28707" y="817"/>
                      </a:lnTo>
                      <a:lnTo>
                        <a:pt x="28519" y="1110"/>
                      </a:lnTo>
                      <a:lnTo>
                        <a:pt x="28268" y="1214"/>
                      </a:lnTo>
                      <a:lnTo>
                        <a:pt x="28163" y="1172"/>
                      </a:lnTo>
                      <a:lnTo>
                        <a:pt x="28268" y="1026"/>
                      </a:lnTo>
                      <a:lnTo>
                        <a:pt x="28394" y="1005"/>
                      </a:lnTo>
                      <a:lnTo>
                        <a:pt x="28519" y="817"/>
                      </a:lnTo>
                      <a:lnTo>
                        <a:pt x="28498" y="691"/>
                      </a:lnTo>
                      <a:lnTo>
                        <a:pt x="28561" y="586"/>
                      </a:lnTo>
                      <a:lnTo>
                        <a:pt x="28561" y="524"/>
                      </a:lnTo>
                      <a:lnTo>
                        <a:pt x="28645" y="440"/>
                      </a:lnTo>
                      <a:lnTo>
                        <a:pt x="28645" y="398"/>
                      </a:lnTo>
                      <a:lnTo>
                        <a:pt x="28477" y="335"/>
                      </a:lnTo>
                      <a:lnTo>
                        <a:pt x="28414" y="294"/>
                      </a:lnTo>
                      <a:lnTo>
                        <a:pt x="28414" y="126"/>
                      </a:lnTo>
                      <a:lnTo>
                        <a:pt x="28373" y="105"/>
                      </a:lnTo>
                      <a:lnTo>
                        <a:pt x="28205" y="231"/>
                      </a:lnTo>
                      <a:lnTo>
                        <a:pt x="28059" y="210"/>
                      </a:lnTo>
                      <a:lnTo>
                        <a:pt x="27996" y="63"/>
                      </a:lnTo>
                      <a:lnTo>
                        <a:pt x="27891" y="63"/>
                      </a:lnTo>
                      <a:lnTo>
                        <a:pt x="27787" y="168"/>
                      </a:lnTo>
                      <a:lnTo>
                        <a:pt x="27661"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A6CBC2"/>
                    </a:solidFill>
                  </a:endParaRPr>
                </a:p>
              </p:txBody>
            </p:sp>
            <p:sp>
              <p:nvSpPr>
                <p:cNvPr id="1460" name="Google Shape;1460;p60"/>
                <p:cNvSpPr/>
                <p:nvPr/>
              </p:nvSpPr>
              <p:spPr>
                <a:xfrm>
                  <a:off x="5538025" y="2213300"/>
                  <a:ext cx="94175" cy="208750"/>
                </a:xfrm>
                <a:custGeom>
                  <a:avLst/>
                  <a:gdLst/>
                  <a:ahLst/>
                  <a:cxnLst/>
                  <a:rect l="l" t="t" r="r" b="b"/>
                  <a:pathLst>
                    <a:path w="3767" h="8350" extrusionOk="0">
                      <a:moveTo>
                        <a:pt x="251" y="1"/>
                      </a:moveTo>
                      <a:lnTo>
                        <a:pt x="209" y="63"/>
                      </a:lnTo>
                      <a:lnTo>
                        <a:pt x="251" y="105"/>
                      </a:lnTo>
                      <a:lnTo>
                        <a:pt x="251" y="189"/>
                      </a:lnTo>
                      <a:lnTo>
                        <a:pt x="188" y="210"/>
                      </a:lnTo>
                      <a:lnTo>
                        <a:pt x="105" y="168"/>
                      </a:lnTo>
                      <a:lnTo>
                        <a:pt x="0" y="168"/>
                      </a:lnTo>
                      <a:lnTo>
                        <a:pt x="168" y="314"/>
                      </a:lnTo>
                      <a:lnTo>
                        <a:pt x="356" y="461"/>
                      </a:lnTo>
                      <a:lnTo>
                        <a:pt x="419" y="524"/>
                      </a:lnTo>
                      <a:lnTo>
                        <a:pt x="398" y="670"/>
                      </a:lnTo>
                      <a:lnTo>
                        <a:pt x="460" y="607"/>
                      </a:lnTo>
                      <a:lnTo>
                        <a:pt x="502" y="607"/>
                      </a:lnTo>
                      <a:lnTo>
                        <a:pt x="565" y="691"/>
                      </a:lnTo>
                      <a:lnTo>
                        <a:pt x="502" y="733"/>
                      </a:lnTo>
                      <a:lnTo>
                        <a:pt x="419" y="775"/>
                      </a:lnTo>
                      <a:lnTo>
                        <a:pt x="460" y="838"/>
                      </a:lnTo>
                      <a:lnTo>
                        <a:pt x="523" y="838"/>
                      </a:lnTo>
                      <a:lnTo>
                        <a:pt x="565" y="984"/>
                      </a:lnTo>
                      <a:lnTo>
                        <a:pt x="481" y="1026"/>
                      </a:lnTo>
                      <a:lnTo>
                        <a:pt x="377" y="1005"/>
                      </a:lnTo>
                      <a:lnTo>
                        <a:pt x="314" y="900"/>
                      </a:lnTo>
                      <a:lnTo>
                        <a:pt x="251" y="984"/>
                      </a:lnTo>
                      <a:lnTo>
                        <a:pt x="168" y="1130"/>
                      </a:lnTo>
                      <a:lnTo>
                        <a:pt x="272" y="1235"/>
                      </a:lnTo>
                      <a:lnTo>
                        <a:pt x="314" y="1382"/>
                      </a:lnTo>
                      <a:lnTo>
                        <a:pt x="419" y="1528"/>
                      </a:lnTo>
                      <a:lnTo>
                        <a:pt x="523" y="1716"/>
                      </a:lnTo>
                      <a:lnTo>
                        <a:pt x="523" y="1946"/>
                      </a:lnTo>
                      <a:lnTo>
                        <a:pt x="586" y="1988"/>
                      </a:lnTo>
                      <a:lnTo>
                        <a:pt x="607" y="2177"/>
                      </a:lnTo>
                      <a:lnTo>
                        <a:pt x="691" y="2470"/>
                      </a:lnTo>
                      <a:lnTo>
                        <a:pt x="774" y="2658"/>
                      </a:lnTo>
                      <a:lnTo>
                        <a:pt x="900" y="2700"/>
                      </a:lnTo>
                      <a:lnTo>
                        <a:pt x="900" y="2762"/>
                      </a:lnTo>
                      <a:lnTo>
                        <a:pt x="837" y="2804"/>
                      </a:lnTo>
                      <a:lnTo>
                        <a:pt x="1130" y="3097"/>
                      </a:lnTo>
                      <a:lnTo>
                        <a:pt x="1235" y="3118"/>
                      </a:lnTo>
                      <a:lnTo>
                        <a:pt x="1360" y="3307"/>
                      </a:lnTo>
                      <a:lnTo>
                        <a:pt x="1402" y="3516"/>
                      </a:lnTo>
                      <a:lnTo>
                        <a:pt x="1402" y="3641"/>
                      </a:lnTo>
                      <a:lnTo>
                        <a:pt x="1465" y="3809"/>
                      </a:lnTo>
                      <a:lnTo>
                        <a:pt x="1465" y="3934"/>
                      </a:lnTo>
                      <a:lnTo>
                        <a:pt x="1569" y="3976"/>
                      </a:lnTo>
                      <a:lnTo>
                        <a:pt x="1674" y="4123"/>
                      </a:lnTo>
                      <a:lnTo>
                        <a:pt x="1653" y="4143"/>
                      </a:lnTo>
                      <a:lnTo>
                        <a:pt x="1653" y="4227"/>
                      </a:lnTo>
                      <a:lnTo>
                        <a:pt x="1779" y="4436"/>
                      </a:lnTo>
                      <a:lnTo>
                        <a:pt x="1821" y="4562"/>
                      </a:lnTo>
                      <a:lnTo>
                        <a:pt x="1883" y="4708"/>
                      </a:lnTo>
                      <a:lnTo>
                        <a:pt x="1883" y="4918"/>
                      </a:lnTo>
                      <a:lnTo>
                        <a:pt x="1946" y="5001"/>
                      </a:lnTo>
                      <a:lnTo>
                        <a:pt x="1925" y="5106"/>
                      </a:lnTo>
                      <a:lnTo>
                        <a:pt x="1946" y="5315"/>
                      </a:lnTo>
                      <a:lnTo>
                        <a:pt x="2051" y="5524"/>
                      </a:lnTo>
                      <a:lnTo>
                        <a:pt x="2030" y="5608"/>
                      </a:lnTo>
                      <a:lnTo>
                        <a:pt x="2030" y="5755"/>
                      </a:lnTo>
                      <a:lnTo>
                        <a:pt x="2155" y="5859"/>
                      </a:lnTo>
                      <a:lnTo>
                        <a:pt x="2365" y="6131"/>
                      </a:lnTo>
                      <a:lnTo>
                        <a:pt x="2365" y="6257"/>
                      </a:lnTo>
                      <a:lnTo>
                        <a:pt x="2448" y="6424"/>
                      </a:lnTo>
                      <a:lnTo>
                        <a:pt x="2406" y="6654"/>
                      </a:lnTo>
                      <a:lnTo>
                        <a:pt x="2448" y="6843"/>
                      </a:lnTo>
                      <a:lnTo>
                        <a:pt x="2553" y="7010"/>
                      </a:lnTo>
                      <a:lnTo>
                        <a:pt x="2574" y="7156"/>
                      </a:lnTo>
                      <a:lnTo>
                        <a:pt x="2720" y="7324"/>
                      </a:lnTo>
                      <a:lnTo>
                        <a:pt x="2762" y="7408"/>
                      </a:lnTo>
                      <a:lnTo>
                        <a:pt x="2699" y="7596"/>
                      </a:lnTo>
                      <a:lnTo>
                        <a:pt x="2699" y="7847"/>
                      </a:lnTo>
                      <a:lnTo>
                        <a:pt x="2762" y="7993"/>
                      </a:lnTo>
                      <a:lnTo>
                        <a:pt x="2867" y="8098"/>
                      </a:lnTo>
                      <a:lnTo>
                        <a:pt x="2929" y="8244"/>
                      </a:lnTo>
                      <a:lnTo>
                        <a:pt x="3097" y="8349"/>
                      </a:lnTo>
                      <a:lnTo>
                        <a:pt x="3097" y="8349"/>
                      </a:lnTo>
                      <a:lnTo>
                        <a:pt x="3076" y="8224"/>
                      </a:lnTo>
                      <a:lnTo>
                        <a:pt x="3097" y="8098"/>
                      </a:lnTo>
                      <a:lnTo>
                        <a:pt x="3034" y="7993"/>
                      </a:lnTo>
                      <a:lnTo>
                        <a:pt x="3013" y="7847"/>
                      </a:lnTo>
                      <a:lnTo>
                        <a:pt x="3034" y="7680"/>
                      </a:lnTo>
                      <a:lnTo>
                        <a:pt x="3139" y="7575"/>
                      </a:lnTo>
                      <a:lnTo>
                        <a:pt x="3201" y="7596"/>
                      </a:lnTo>
                      <a:lnTo>
                        <a:pt x="3201" y="7680"/>
                      </a:lnTo>
                      <a:lnTo>
                        <a:pt x="3243" y="7721"/>
                      </a:lnTo>
                      <a:lnTo>
                        <a:pt x="3494" y="7700"/>
                      </a:lnTo>
                      <a:lnTo>
                        <a:pt x="3515" y="7638"/>
                      </a:lnTo>
                      <a:lnTo>
                        <a:pt x="3557" y="7638"/>
                      </a:lnTo>
                      <a:lnTo>
                        <a:pt x="3599" y="7700"/>
                      </a:lnTo>
                      <a:lnTo>
                        <a:pt x="3557" y="7721"/>
                      </a:lnTo>
                      <a:lnTo>
                        <a:pt x="3557" y="7826"/>
                      </a:lnTo>
                      <a:lnTo>
                        <a:pt x="3704" y="7952"/>
                      </a:lnTo>
                      <a:lnTo>
                        <a:pt x="3725" y="8056"/>
                      </a:lnTo>
                      <a:lnTo>
                        <a:pt x="3766" y="8119"/>
                      </a:lnTo>
                      <a:lnTo>
                        <a:pt x="3766" y="8035"/>
                      </a:lnTo>
                      <a:lnTo>
                        <a:pt x="3745" y="7993"/>
                      </a:lnTo>
                      <a:lnTo>
                        <a:pt x="3766" y="7847"/>
                      </a:lnTo>
                      <a:lnTo>
                        <a:pt x="3766" y="7721"/>
                      </a:lnTo>
                      <a:lnTo>
                        <a:pt x="3662" y="7638"/>
                      </a:lnTo>
                      <a:lnTo>
                        <a:pt x="3641" y="7491"/>
                      </a:lnTo>
                      <a:lnTo>
                        <a:pt x="3599" y="7387"/>
                      </a:lnTo>
                      <a:lnTo>
                        <a:pt x="3515" y="7428"/>
                      </a:lnTo>
                      <a:lnTo>
                        <a:pt x="3432" y="7428"/>
                      </a:lnTo>
                      <a:lnTo>
                        <a:pt x="3285" y="7324"/>
                      </a:lnTo>
                      <a:lnTo>
                        <a:pt x="3243" y="7156"/>
                      </a:lnTo>
                      <a:lnTo>
                        <a:pt x="3181" y="7010"/>
                      </a:lnTo>
                      <a:lnTo>
                        <a:pt x="3034" y="6905"/>
                      </a:lnTo>
                      <a:lnTo>
                        <a:pt x="2929" y="6884"/>
                      </a:lnTo>
                      <a:lnTo>
                        <a:pt x="2867" y="6780"/>
                      </a:lnTo>
                      <a:lnTo>
                        <a:pt x="2804" y="6571"/>
                      </a:lnTo>
                      <a:lnTo>
                        <a:pt x="2720" y="6424"/>
                      </a:lnTo>
                      <a:lnTo>
                        <a:pt x="2678" y="6278"/>
                      </a:lnTo>
                      <a:lnTo>
                        <a:pt x="2678" y="6089"/>
                      </a:lnTo>
                      <a:lnTo>
                        <a:pt x="2657" y="5859"/>
                      </a:lnTo>
                      <a:lnTo>
                        <a:pt x="2595" y="5755"/>
                      </a:lnTo>
                      <a:lnTo>
                        <a:pt x="2616" y="5545"/>
                      </a:lnTo>
                      <a:lnTo>
                        <a:pt x="2595" y="5441"/>
                      </a:lnTo>
                      <a:lnTo>
                        <a:pt x="2511" y="5294"/>
                      </a:lnTo>
                      <a:lnTo>
                        <a:pt x="2574" y="5211"/>
                      </a:lnTo>
                      <a:lnTo>
                        <a:pt x="2595" y="5127"/>
                      </a:lnTo>
                      <a:lnTo>
                        <a:pt x="2595" y="5085"/>
                      </a:lnTo>
                      <a:lnTo>
                        <a:pt x="2657" y="5043"/>
                      </a:lnTo>
                      <a:lnTo>
                        <a:pt x="2720" y="5085"/>
                      </a:lnTo>
                      <a:lnTo>
                        <a:pt x="2867" y="5043"/>
                      </a:lnTo>
                      <a:lnTo>
                        <a:pt x="2992" y="5043"/>
                      </a:lnTo>
                      <a:lnTo>
                        <a:pt x="3118" y="5127"/>
                      </a:lnTo>
                      <a:lnTo>
                        <a:pt x="3201" y="5315"/>
                      </a:lnTo>
                      <a:lnTo>
                        <a:pt x="3306" y="5336"/>
                      </a:lnTo>
                      <a:lnTo>
                        <a:pt x="3411" y="5420"/>
                      </a:lnTo>
                      <a:lnTo>
                        <a:pt x="3515" y="5566"/>
                      </a:lnTo>
                      <a:lnTo>
                        <a:pt x="3599" y="5608"/>
                      </a:lnTo>
                      <a:lnTo>
                        <a:pt x="3536" y="5483"/>
                      </a:lnTo>
                      <a:lnTo>
                        <a:pt x="3411" y="5315"/>
                      </a:lnTo>
                      <a:lnTo>
                        <a:pt x="3243" y="5211"/>
                      </a:lnTo>
                      <a:lnTo>
                        <a:pt x="3139" y="5022"/>
                      </a:lnTo>
                      <a:lnTo>
                        <a:pt x="3034" y="4897"/>
                      </a:lnTo>
                      <a:lnTo>
                        <a:pt x="3034" y="4813"/>
                      </a:lnTo>
                      <a:lnTo>
                        <a:pt x="2992" y="4771"/>
                      </a:lnTo>
                      <a:lnTo>
                        <a:pt x="2888" y="4562"/>
                      </a:lnTo>
                      <a:lnTo>
                        <a:pt x="2825" y="4436"/>
                      </a:lnTo>
                      <a:lnTo>
                        <a:pt x="2762" y="4395"/>
                      </a:lnTo>
                      <a:lnTo>
                        <a:pt x="2720" y="4269"/>
                      </a:lnTo>
                      <a:lnTo>
                        <a:pt x="2574" y="4060"/>
                      </a:lnTo>
                      <a:lnTo>
                        <a:pt x="2406" y="3809"/>
                      </a:lnTo>
                      <a:lnTo>
                        <a:pt x="2365" y="3641"/>
                      </a:lnTo>
                      <a:lnTo>
                        <a:pt x="2155" y="3390"/>
                      </a:lnTo>
                      <a:lnTo>
                        <a:pt x="2072" y="3181"/>
                      </a:lnTo>
                      <a:lnTo>
                        <a:pt x="1967" y="3118"/>
                      </a:lnTo>
                      <a:lnTo>
                        <a:pt x="1967" y="3014"/>
                      </a:lnTo>
                      <a:lnTo>
                        <a:pt x="1925" y="2888"/>
                      </a:lnTo>
                      <a:lnTo>
                        <a:pt x="1841" y="2867"/>
                      </a:lnTo>
                      <a:lnTo>
                        <a:pt x="1841" y="2909"/>
                      </a:lnTo>
                      <a:lnTo>
                        <a:pt x="1758" y="2909"/>
                      </a:lnTo>
                      <a:lnTo>
                        <a:pt x="1737" y="2867"/>
                      </a:lnTo>
                      <a:lnTo>
                        <a:pt x="1758" y="2762"/>
                      </a:lnTo>
                      <a:lnTo>
                        <a:pt x="1737" y="2679"/>
                      </a:lnTo>
                      <a:lnTo>
                        <a:pt x="1632" y="2616"/>
                      </a:lnTo>
                      <a:lnTo>
                        <a:pt x="1528" y="2490"/>
                      </a:lnTo>
                      <a:lnTo>
                        <a:pt x="1465" y="2344"/>
                      </a:lnTo>
                      <a:lnTo>
                        <a:pt x="1402" y="2260"/>
                      </a:lnTo>
                      <a:lnTo>
                        <a:pt x="1402" y="2135"/>
                      </a:lnTo>
                      <a:lnTo>
                        <a:pt x="1423" y="2030"/>
                      </a:lnTo>
                      <a:lnTo>
                        <a:pt x="1444" y="2051"/>
                      </a:lnTo>
                      <a:lnTo>
                        <a:pt x="1423" y="1884"/>
                      </a:lnTo>
                      <a:lnTo>
                        <a:pt x="1402" y="1716"/>
                      </a:lnTo>
                      <a:lnTo>
                        <a:pt x="1360" y="1570"/>
                      </a:lnTo>
                      <a:lnTo>
                        <a:pt x="1235" y="1528"/>
                      </a:lnTo>
                      <a:lnTo>
                        <a:pt x="1109" y="1382"/>
                      </a:lnTo>
                      <a:lnTo>
                        <a:pt x="1109" y="1319"/>
                      </a:lnTo>
                      <a:lnTo>
                        <a:pt x="1046" y="1256"/>
                      </a:lnTo>
                      <a:lnTo>
                        <a:pt x="1046" y="1193"/>
                      </a:lnTo>
                      <a:lnTo>
                        <a:pt x="1109" y="1193"/>
                      </a:lnTo>
                      <a:lnTo>
                        <a:pt x="1214" y="1298"/>
                      </a:lnTo>
                      <a:lnTo>
                        <a:pt x="1318" y="1444"/>
                      </a:lnTo>
                      <a:lnTo>
                        <a:pt x="1318" y="1444"/>
                      </a:lnTo>
                      <a:lnTo>
                        <a:pt x="1256" y="1298"/>
                      </a:lnTo>
                      <a:lnTo>
                        <a:pt x="1130" y="1110"/>
                      </a:lnTo>
                      <a:lnTo>
                        <a:pt x="1005" y="942"/>
                      </a:lnTo>
                      <a:lnTo>
                        <a:pt x="942" y="942"/>
                      </a:lnTo>
                      <a:lnTo>
                        <a:pt x="921" y="858"/>
                      </a:lnTo>
                      <a:lnTo>
                        <a:pt x="691" y="670"/>
                      </a:lnTo>
                      <a:lnTo>
                        <a:pt x="607" y="566"/>
                      </a:lnTo>
                      <a:lnTo>
                        <a:pt x="607" y="335"/>
                      </a:lnTo>
                      <a:lnTo>
                        <a:pt x="523" y="273"/>
                      </a:lnTo>
                      <a:lnTo>
                        <a:pt x="377" y="210"/>
                      </a:lnTo>
                      <a:lnTo>
                        <a:pt x="293" y="63"/>
                      </a:lnTo>
                      <a:lnTo>
                        <a:pt x="25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grpSp>
          <p:nvGrpSpPr>
            <p:cNvPr id="1461" name="Google Shape;1461;p60"/>
            <p:cNvGrpSpPr/>
            <p:nvPr/>
          </p:nvGrpSpPr>
          <p:grpSpPr>
            <a:xfrm>
              <a:off x="3875768" y="2846704"/>
              <a:ext cx="44796" cy="47366"/>
              <a:chOff x="3960625" y="2587825"/>
              <a:chExt cx="94050" cy="104125"/>
            </a:xfrm>
          </p:grpSpPr>
          <p:sp>
            <p:nvSpPr>
              <p:cNvPr id="1462" name="Google Shape;1462;p60"/>
              <p:cNvSpPr/>
              <p:nvPr/>
            </p:nvSpPr>
            <p:spPr>
              <a:xfrm>
                <a:off x="3960625" y="2587825"/>
                <a:ext cx="94050" cy="51200"/>
              </a:xfrm>
              <a:custGeom>
                <a:avLst/>
                <a:gdLst/>
                <a:ahLst/>
                <a:cxnLst/>
                <a:rect l="l" t="t" r="r" b="b"/>
                <a:pathLst>
                  <a:path w="3762" h="2048" extrusionOk="0">
                    <a:moveTo>
                      <a:pt x="190" y="2048"/>
                    </a:moveTo>
                    <a:lnTo>
                      <a:pt x="0" y="1762"/>
                    </a:lnTo>
                    <a:lnTo>
                      <a:pt x="309" y="1048"/>
                    </a:lnTo>
                    <a:lnTo>
                      <a:pt x="3762" y="0"/>
                    </a:lnTo>
                    <a:lnTo>
                      <a:pt x="3714" y="1072"/>
                    </a:lnTo>
                    <a:lnTo>
                      <a:pt x="2929" y="1143"/>
                    </a:lnTo>
                    <a:lnTo>
                      <a:pt x="2167" y="1000"/>
                    </a:lnTo>
                    <a:close/>
                  </a:path>
                </a:pathLst>
              </a:custGeom>
              <a:solidFill>
                <a:srgbClr val="5F7D95"/>
              </a:solidFill>
              <a:ln>
                <a:noFill/>
              </a:ln>
            </p:spPr>
          </p:sp>
          <p:sp>
            <p:nvSpPr>
              <p:cNvPr id="1463" name="Google Shape;1463;p60"/>
              <p:cNvSpPr/>
              <p:nvPr/>
            </p:nvSpPr>
            <p:spPr>
              <a:xfrm>
                <a:off x="3963000" y="2596725"/>
                <a:ext cx="86850" cy="95225"/>
              </a:xfrm>
              <a:custGeom>
                <a:avLst/>
                <a:gdLst/>
                <a:ahLst/>
                <a:cxnLst/>
                <a:rect l="l" t="t" r="r" b="b"/>
                <a:pathLst>
                  <a:path w="3474" h="3809" extrusionOk="0">
                    <a:moveTo>
                      <a:pt x="1549" y="2009"/>
                    </a:moveTo>
                    <a:lnTo>
                      <a:pt x="1632" y="2030"/>
                    </a:lnTo>
                    <a:lnTo>
                      <a:pt x="1695" y="2093"/>
                    </a:lnTo>
                    <a:lnTo>
                      <a:pt x="1674" y="2135"/>
                    </a:lnTo>
                    <a:lnTo>
                      <a:pt x="1674" y="2189"/>
                    </a:lnTo>
                    <a:lnTo>
                      <a:pt x="1674" y="2189"/>
                    </a:lnTo>
                    <a:cubicBezTo>
                      <a:pt x="1645" y="2167"/>
                      <a:pt x="1613" y="2146"/>
                      <a:pt x="1569" y="2135"/>
                    </a:cubicBezTo>
                    <a:cubicBezTo>
                      <a:pt x="1549" y="2114"/>
                      <a:pt x="1528" y="2114"/>
                      <a:pt x="1486" y="2114"/>
                    </a:cubicBezTo>
                    <a:lnTo>
                      <a:pt x="1549" y="2072"/>
                    </a:lnTo>
                    <a:lnTo>
                      <a:pt x="1549" y="2009"/>
                    </a:lnTo>
                    <a:close/>
                    <a:moveTo>
                      <a:pt x="3327" y="1"/>
                    </a:moveTo>
                    <a:lnTo>
                      <a:pt x="3201" y="105"/>
                    </a:lnTo>
                    <a:lnTo>
                      <a:pt x="3201" y="231"/>
                    </a:lnTo>
                    <a:lnTo>
                      <a:pt x="3243" y="335"/>
                    </a:lnTo>
                    <a:lnTo>
                      <a:pt x="3160" y="377"/>
                    </a:lnTo>
                    <a:lnTo>
                      <a:pt x="2929" y="356"/>
                    </a:lnTo>
                    <a:lnTo>
                      <a:pt x="2825" y="419"/>
                    </a:lnTo>
                    <a:lnTo>
                      <a:pt x="2720" y="356"/>
                    </a:lnTo>
                    <a:lnTo>
                      <a:pt x="2616" y="356"/>
                    </a:lnTo>
                    <a:lnTo>
                      <a:pt x="2532" y="419"/>
                    </a:lnTo>
                    <a:lnTo>
                      <a:pt x="2427" y="419"/>
                    </a:lnTo>
                    <a:lnTo>
                      <a:pt x="2406" y="314"/>
                    </a:lnTo>
                    <a:lnTo>
                      <a:pt x="2260" y="314"/>
                    </a:lnTo>
                    <a:lnTo>
                      <a:pt x="2113" y="273"/>
                    </a:lnTo>
                    <a:lnTo>
                      <a:pt x="2009" y="377"/>
                    </a:lnTo>
                    <a:lnTo>
                      <a:pt x="1862" y="419"/>
                    </a:lnTo>
                    <a:lnTo>
                      <a:pt x="1674" y="419"/>
                    </a:lnTo>
                    <a:lnTo>
                      <a:pt x="1632" y="377"/>
                    </a:lnTo>
                    <a:lnTo>
                      <a:pt x="1549" y="440"/>
                    </a:lnTo>
                    <a:lnTo>
                      <a:pt x="1444" y="440"/>
                    </a:lnTo>
                    <a:lnTo>
                      <a:pt x="1318" y="524"/>
                    </a:lnTo>
                    <a:lnTo>
                      <a:pt x="1025" y="524"/>
                    </a:lnTo>
                    <a:lnTo>
                      <a:pt x="900" y="586"/>
                    </a:lnTo>
                    <a:lnTo>
                      <a:pt x="900" y="649"/>
                    </a:lnTo>
                    <a:lnTo>
                      <a:pt x="732" y="691"/>
                    </a:lnTo>
                    <a:lnTo>
                      <a:pt x="502" y="838"/>
                    </a:lnTo>
                    <a:lnTo>
                      <a:pt x="481" y="984"/>
                    </a:lnTo>
                    <a:lnTo>
                      <a:pt x="398" y="1151"/>
                    </a:lnTo>
                    <a:lnTo>
                      <a:pt x="168" y="1214"/>
                    </a:lnTo>
                    <a:lnTo>
                      <a:pt x="168" y="1361"/>
                    </a:lnTo>
                    <a:lnTo>
                      <a:pt x="84" y="1507"/>
                    </a:lnTo>
                    <a:lnTo>
                      <a:pt x="0" y="1570"/>
                    </a:lnTo>
                    <a:lnTo>
                      <a:pt x="0" y="1716"/>
                    </a:lnTo>
                    <a:lnTo>
                      <a:pt x="209" y="1884"/>
                    </a:lnTo>
                    <a:lnTo>
                      <a:pt x="335" y="2072"/>
                    </a:lnTo>
                    <a:lnTo>
                      <a:pt x="398" y="2093"/>
                    </a:lnTo>
                    <a:lnTo>
                      <a:pt x="398" y="2135"/>
                    </a:lnTo>
                    <a:lnTo>
                      <a:pt x="544" y="2365"/>
                    </a:lnTo>
                    <a:lnTo>
                      <a:pt x="586" y="2532"/>
                    </a:lnTo>
                    <a:lnTo>
                      <a:pt x="649" y="2553"/>
                    </a:lnTo>
                    <a:lnTo>
                      <a:pt x="753" y="2449"/>
                    </a:lnTo>
                    <a:lnTo>
                      <a:pt x="837" y="2553"/>
                    </a:lnTo>
                    <a:lnTo>
                      <a:pt x="963" y="2595"/>
                    </a:lnTo>
                    <a:lnTo>
                      <a:pt x="1025" y="2511"/>
                    </a:lnTo>
                    <a:lnTo>
                      <a:pt x="1130" y="2511"/>
                    </a:lnTo>
                    <a:lnTo>
                      <a:pt x="1277" y="2595"/>
                    </a:lnTo>
                    <a:lnTo>
                      <a:pt x="1360" y="2532"/>
                    </a:lnTo>
                    <a:lnTo>
                      <a:pt x="1381" y="2616"/>
                    </a:lnTo>
                    <a:lnTo>
                      <a:pt x="1465" y="2616"/>
                    </a:lnTo>
                    <a:lnTo>
                      <a:pt x="1528" y="2658"/>
                    </a:lnTo>
                    <a:lnTo>
                      <a:pt x="1653" y="2700"/>
                    </a:lnTo>
                    <a:lnTo>
                      <a:pt x="1569" y="2742"/>
                    </a:lnTo>
                    <a:lnTo>
                      <a:pt x="1486" y="2825"/>
                    </a:lnTo>
                    <a:lnTo>
                      <a:pt x="1423" y="2762"/>
                    </a:lnTo>
                    <a:lnTo>
                      <a:pt x="1318" y="2742"/>
                    </a:lnTo>
                    <a:lnTo>
                      <a:pt x="1067" y="2595"/>
                    </a:lnTo>
                    <a:lnTo>
                      <a:pt x="963" y="2616"/>
                    </a:lnTo>
                    <a:lnTo>
                      <a:pt x="858" y="2658"/>
                    </a:lnTo>
                    <a:lnTo>
                      <a:pt x="753" y="2616"/>
                    </a:lnTo>
                    <a:lnTo>
                      <a:pt x="691" y="2721"/>
                    </a:lnTo>
                    <a:lnTo>
                      <a:pt x="628" y="2742"/>
                    </a:lnTo>
                    <a:lnTo>
                      <a:pt x="607" y="2846"/>
                    </a:lnTo>
                    <a:lnTo>
                      <a:pt x="732" y="2972"/>
                    </a:lnTo>
                    <a:lnTo>
                      <a:pt x="858" y="3035"/>
                    </a:lnTo>
                    <a:lnTo>
                      <a:pt x="1004" y="3139"/>
                    </a:lnTo>
                    <a:lnTo>
                      <a:pt x="1004" y="3223"/>
                    </a:lnTo>
                    <a:lnTo>
                      <a:pt x="942" y="3265"/>
                    </a:lnTo>
                    <a:lnTo>
                      <a:pt x="942" y="3369"/>
                    </a:lnTo>
                    <a:lnTo>
                      <a:pt x="1046" y="3495"/>
                    </a:lnTo>
                    <a:lnTo>
                      <a:pt x="1130" y="3579"/>
                    </a:lnTo>
                    <a:lnTo>
                      <a:pt x="1151" y="3495"/>
                    </a:lnTo>
                    <a:lnTo>
                      <a:pt x="1130" y="3453"/>
                    </a:lnTo>
                    <a:lnTo>
                      <a:pt x="1172" y="3348"/>
                    </a:lnTo>
                    <a:lnTo>
                      <a:pt x="1214" y="3474"/>
                    </a:lnTo>
                    <a:lnTo>
                      <a:pt x="1360" y="3537"/>
                    </a:lnTo>
                    <a:lnTo>
                      <a:pt x="1381" y="3599"/>
                    </a:lnTo>
                    <a:lnTo>
                      <a:pt x="1360" y="3704"/>
                    </a:lnTo>
                    <a:lnTo>
                      <a:pt x="1423" y="3788"/>
                    </a:lnTo>
                    <a:lnTo>
                      <a:pt x="1423" y="3746"/>
                    </a:lnTo>
                    <a:lnTo>
                      <a:pt x="1465" y="3599"/>
                    </a:lnTo>
                    <a:lnTo>
                      <a:pt x="1569" y="3599"/>
                    </a:lnTo>
                    <a:lnTo>
                      <a:pt x="1632" y="3704"/>
                    </a:lnTo>
                    <a:lnTo>
                      <a:pt x="1800" y="3809"/>
                    </a:lnTo>
                    <a:lnTo>
                      <a:pt x="1800" y="3809"/>
                    </a:lnTo>
                    <a:lnTo>
                      <a:pt x="1737" y="3704"/>
                    </a:lnTo>
                    <a:lnTo>
                      <a:pt x="1758" y="3641"/>
                    </a:lnTo>
                    <a:lnTo>
                      <a:pt x="1695" y="3537"/>
                    </a:lnTo>
                    <a:lnTo>
                      <a:pt x="1632" y="3348"/>
                    </a:lnTo>
                    <a:lnTo>
                      <a:pt x="1549" y="3244"/>
                    </a:lnTo>
                    <a:lnTo>
                      <a:pt x="1549" y="3181"/>
                    </a:lnTo>
                    <a:lnTo>
                      <a:pt x="1632" y="3181"/>
                    </a:lnTo>
                    <a:lnTo>
                      <a:pt x="1758" y="3265"/>
                    </a:lnTo>
                    <a:lnTo>
                      <a:pt x="1737" y="3327"/>
                    </a:lnTo>
                    <a:lnTo>
                      <a:pt x="1758" y="3369"/>
                    </a:lnTo>
                    <a:lnTo>
                      <a:pt x="1841" y="3286"/>
                    </a:lnTo>
                    <a:lnTo>
                      <a:pt x="1967" y="3348"/>
                    </a:lnTo>
                    <a:lnTo>
                      <a:pt x="1967" y="3286"/>
                    </a:lnTo>
                    <a:lnTo>
                      <a:pt x="1904" y="3244"/>
                    </a:lnTo>
                    <a:lnTo>
                      <a:pt x="1904" y="3181"/>
                    </a:lnTo>
                    <a:lnTo>
                      <a:pt x="1862" y="3181"/>
                    </a:lnTo>
                    <a:lnTo>
                      <a:pt x="1758" y="3139"/>
                    </a:lnTo>
                    <a:lnTo>
                      <a:pt x="1758" y="3076"/>
                    </a:lnTo>
                    <a:lnTo>
                      <a:pt x="1653" y="3014"/>
                    </a:lnTo>
                    <a:lnTo>
                      <a:pt x="1758" y="2951"/>
                    </a:lnTo>
                    <a:lnTo>
                      <a:pt x="1862" y="2951"/>
                    </a:lnTo>
                    <a:lnTo>
                      <a:pt x="1904" y="2909"/>
                    </a:lnTo>
                    <a:lnTo>
                      <a:pt x="2072" y="3014"/>
                    </a:lnTo>
                    <a:lnTo>
                      <a:pt x="2093" y="3055"/>
                    </a:lnTo>
                    <a:lnTo>
                      <a:pt x="2197" y="3076"/>
                    </a:lnTo>
                    <a:lnTo>
                      <a:pt x="2218" y="3035"/>
                    </a:lnTo>
                    <a:lnTo>
                      <a:pt x="2113" y="2909"/>
                    </a:lnTo>
                    <a:lnTo>
                      <a:pt x="2155" y="2762"/>
                    </a:lnTo>
                    <a:lnTo>
                      <a:pt x="2093" y="2700"/>
                    </a:lnTo>
                    <a:lnTo>
                      <a:pt x="1841" y="2532"/>
                    </a:lnTo>
                    <a:lnTo>
                      <a:pt x="1758" y="2511"/>
                    </a:lnTo>
                    <a:lnTo>
                      <a:pt x="1737" y="2490"/>
                    </a:lnTo>
                    <a:cubicBezTo>
                      <a:pt x="1758" y="2490"/>
                      <a:pt x="1779" y="2449"/>
                      <a:pt x="1800" y="2407"/>
                    </a:cubicBezTo>
                    <a:lnTo>
                      <a:pt x="1862" y="2449"/>
                    </a:lnTo>
                    <a:lnTo>
                      <a:pt x="1946" y="2490"/>
                    </a:lnTo>
                    <a:lnTo>
                      <a:pt x="1988" y="2553"/>
                    </a:lnTo>
                    <a:lnTo>
                      <a:pt x="2093" y="2616"/>
                    </a:lnTo>
                    <a:lnTo>
                      <a:pt x="2176" y="2616"/>
                    </a:lnTo>
                    <a:lnTo>
                      <a:pt x="2197" y="2658"/>
                    </a:lnTo>
                    <a:lnTo>
                      <a:pt x="2281" y="2762"/>
                    </a:lnTo>
                    <a:lnTo>
                      <a:pt x="2323" y="2825"/>
                    </a:lnTo>
                    <a:lnTo>
                      <a:pt x="2323" y="2867"/>
                    </a:lnTo>
                    <a:lnTo>
                      <a:pt x="2365" y="2930"/>
                    </a:lnTo>
                    <a:lnTo>
                      <a:pt x="2427" y="2972"/>
                    </a:lnTo>
                    <a:lnTo>
                      <a:pt x="2490" y="2951"/>
                    </a:lnTo>
                    <a:lnTo>
                      <a:pt x="2532" y="2972"/>
                    </a:lnTo>
                    <a:lnTo>
                      <a:pt x="2595" y="2867"/>
                    </a:lnTo>
                    <a:lnTo>
                      <a:pt x="2490" y="2867"/>
                    </a:lnTo>
                    <a:lnTo>
                      <a:pt x="2469" y="2888"/>
                    </a:lnTo>
                    <a:lnTo>
                      <a:pt x="2385" y="2825"/>
                    </a:lnTo>
                    <a:lnTo>
                      <a:pt x="2385" y="2742"/>
                    </a:lnTo>
                    <a:lnTo>
                      <a:pt x="2365" y="2679"/>
                    </a:lnTo>
                    <a:lnTo>
                      <a:pt x="2365" y="2637"/>
                    </a:lnTo>
                    <a:lnTo>
                      <a:pt x="2302" y="2553"/>
                    </a:lnTo>
                    <a:lnTo>
                      <a:pt x="2176" y="2428"/>
                    </a:lnTo>
                    <a:lnTo>
                      <a:pt x="2176" y="2449"/>
                    </a:lnTo>
                    <a:lnTo>
                      <a:pt x="2093" y="2449"/>
                    </a:lnTo>
                    <a:lnTo>
                      <a:pt x="2093" y="2428"/>
                    </a:lnTo>
                    <a:lnTo>
                      <a:pt x="1988" y="2365"/>
                    </a:lnTo>
                    <a:lnTo>
                      <a:pt x="1883" y="2344"/>
                    </a:lnTo>
                    <a:lnTo>
                      <a:pt x="1800" y="2239"/>
                    </a:lnTo>
                    <a:lnTo>
                      <a:pt x="1758" y="2239"/>
                    </a:lnTo>
                    <a:cubicBezTo>
                      <a:pt x="1730" y="2230"/>
                      <a:pt x="1706" y="2212"/>
                      <a:pt x="1680" y="2193"/>
                    </a:cubicBezTo>
                    <a:lnTo>
                      <a:pt x="1680" y="2193"/>
                    </a:lnTo>
                    <a:lnTo>
                      <a:pt x="1737" y="2156"/>
                    </a:lnTo>
                    <a:lnTo>
                      <a:pt x="1758" y="2030"/>
                    </a:lnTo>
                    <a:lnTo>
                      <a:pt x="1674" y="1946"/>
                    </a:lnTo>
                    <a:lnTo>
                      <a:pt x="1486" y="1737"/>
                    </a:lnTo>
                    <a:lnTo>
                      <a:pt x="1423" y="1695"/>
                    </a:lnTo>
                    <a:lnTo>
                      <a:pt x="1381" y="1612"/>
                    </a:lnTo>
                    <a:lnTo>
                      <a:pt x="1256" y="1507"/>
                    </a:lnTo>
                    <a:lnTo>
                      <a:pt x="1318" y="1465"/>
                    </a:lnTo>
                    <a:lnTo>
                      <a:pt x="1277" y="1235"/>
                    </a:lnTo>
                    <a:lnTo>
                      <a:pt x="1360" y="1130"/>
                    </a:lnTo>
                    <a:lnTo>
                      <a:pt x="1486" y="1089"/>
                    </a:lnTo>
                    <a:lnTo>
                      <a:pt x="1528" y="1193"/>
                    </a:lnTo>
                    <a:lnTo>
                      <a:pt x="1465" y="1193"/>
                    </a:lnTo>
                    <a:lnTo>
                      <a:pt x="1465" y="1256"/>
                    </a:lnTo>
                    <a:lnTo>
                      <a:pt x="1653" y="1319"/>
                    </a:lnTo>
                    <a:lnTo>
                      <a:pt x="1674" y="1465"/>
                    </a:lnTo>
                    <a:lnTo>
                      <a:pt x="1779" y="1570"/>
                    </a:lnTo>
                    <a:lnTo>
                      <a:pt x="1904" y="1570"/>
                    </a:lnTo>
                    <a:lnTo>
                      <a:pt x="1841" y="1507"/>
                    </a:lnTo>
                    <a:lnTo>
                      <a:pt x="1779" y="1423"/>
                    </a:lnTo>
                    <a:lnTo>
                      <a:pt x="1800" y="1361"/>
                    </a:lnTo>
                    <a:lnTo>
                      <a:pt x="1946" y="1402"/>
                    </a:lnTo>
                    <a:lnTo>
                      <a:pt x="2009" y="1528"/>
                    </a:lnTo>
                    <a:lnTo>
                      <a:pt x="2093" y="1570"/>
                    </a:lnTo>
                    <a:lnTo>
                      <a:pt x="2155" y="1486"/>
                    </a:lnTo>
                    <a:lnTo>
                      <a:pt x="2072" y="1423"/>
                    </a:lnTo>
                    <a:lnTo>
                      <a:pt x="1988" y="1402"/>
                    </a:lnTo>
                    <a:lnTo>
                      <a:pt x="1988" y="1361"/>
                    </a:lnTo>
                    <a:lnTo>
                      <a:pt x="2197" y="1361"/>
                    </a:lnTo>
                    <a:lnTo>
                      <a:pt x="2281" y="1423"/>
                    </a:lnTo>
                    <a:lnTo>
                      <a:pt x="2302" y="1402"/>
                    </a:lnTo>
                    <a:lnTo>
                      <a:pt x="2176" y="1298"/>
                    </a:lnTo>
                    <a:lnTo>
                      <a:pt x="2051" y="1277"/>
                    </a:lnTo>
                    <a:lnTo>
                      <a:pt x="1946" y="1151"/>
                    </a:lnTo>
                    <a:lnTo>
                      <a:pt x="1988" y="1068"/>
                    </a:lnTo>
                    <a:lnTo>
                      <a:pt x="2093" y="1089"/>
                    </a:lnTo>
                    <a:lnTo>
                      <a:pt x="2176" y="1047"/>
                    </a:lnTo>
                    <a:lnTo>
                      <a:pt x="2218" y="879"/>
                    </a:lnTo>
                    <a:lnTo>
                      <a:pt x="2302" y="858"/>
                    </a:lnTo>
                    <a:lnTo>
                      <a:pt x="2427" y="963"/>
                    </a:lnTo>
                    <a:lnTo>
                      <a:pt x="2532" y="963"/>
                    </a:lnTo>
                    <a:lnTo>
                      <a:pt x="2637" y="858"/>
                    </a:lnTo>
                    <a:lnTo>
                      <a:pt x="2637" y="796"/>
                    </a:lnTo>
                    <a:lnTo>
                      <a:pt x="2699" y="796"/>
                    </a:lnTo>
                    <a:lnTo>
                      <a:pt x="2783" y="879"/>
                    </a:lnTo>
                    <a:lnTo>
                      <a:pt x="3013" y="879"/>
                    </a:lnTo>
                    <a:lnTo>
                      <a:pt x="3201" y="942"/>
                    </a:lnTo>
                    <a:lnTo>
                      <a:pt x="3327" y="900"/>
                    </a:lnTo>
                    <a:lnTo>
                      <a:pt x="3348" y="566"/>
                    </a:lnTo>
                    <a:lnTo>
                      <a:pt x="3327" y="440"/>
                    </a:lnTo>
                    <a:lnTo>
                      <a:pt x="3473" y="335"/>
                    </a:lnTo>
                    <a:lnTo>
                      <a:pt x="3473" y="210"/>
                    </a:lnTo>
                    <a:lnTo>
                      <a:pt x="3369" y="147"/>
                    </a:lnTo>
                    <a:lnTo>
                      <a:pt x="341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464" name="Google Shape;1464;p60"/>
            <p:cNvGrpSpPr/>
            <p:nvPr/>
          </p:nvGrpSpPr>
          <p:grpSpPr>
            <a:xfrm>
              <a:off x="3782759" y="2807162"/>
              <a:ext cx="82686" cy="85487"/>
              <a:chOff x="3765350" y="2500900"/>
              <a:chExt cx="173600" cy="187925"/>
            </a:xfrm>
          </p:grpSpPr>
          <p:sp>
            <p:nvSpPr>
              <p:cNvPr id="1465" name="Google Shape;1465;p60"/>
              <p:cNvSpPr/>
              <p:nvPr/>
            </p:nvSpPr>
            <p:spPr>
              <a:xfrm>
                <a:off x="3765350" y="2500900"/>
                <a:ext cx="108950" cy="64300"/>
              </a:xfrm>
              <a:custGeom>
                <a:avLst/>
                <a:gdLst/>
                <a:ahLst/>
                <a:cxnLst/>
                <a:rect l="l" t="t" r="r" b="b"/>
                <a:pathLst>
                  <a:path w="4358" h="2572" extrusionOk="0">
                    <a:moveTo>
                      <a:pt x="1286" y="596"/>
                    </a:moveTo>
                    <a:lnTo>
                      <a:pt x="0" y="1072"/>
                    </a:lnTo>
                    <a:lnTo>
                      <a:pt x="429" y="2239"/>
                    </a:lnTo>
                    <a:lnTo>
                      <a:pt x="857" y="2572"/>
                    </a:lnTo>
                    <a:lnTo>
                      <a:pt x="2191" y="1215"/>
                    </a:lnTo>
                    <a:lnTo>
                      <a:pt x="4024" y="1072"/>
                    </a:lnTo>
                    <a:lnTo>
                      <a:pt x="4358" y="429"/>
                    </a:lnTo>
                    <a:lnTo>
                      <a:pt x="3120" y="0"/>
                    </a:lnTo>
                    <a:lnTo>
                      <a:pt x="2477" y="358"/>
                    </a:lnTo>
                    <a:close/>
                  </a:path>
                </a:pathLst>
              </a:custGeom>
              <a:solidFill>
                <a:srgbClr val="5F7D95"/>
              </a:solidFill>
              <a:ln>
                <a:noFill/>
              </a:ln>
            </p:spPr>
          </p:sp>
          <p:sp>
            <p:nvSpPr>
              <p:cNvPr id="1466" name="Google Shape;1466;p60"/>
              <p:cNvSpPr/>
              <p:nvPr/>
            </p:nvSpPr>
            <p:spPr>
              <a:xfrm>
                <a:off x="3797175" y="2609800"/>
                <a:ext cx="2625" cy="3700"/>
              </a:xfrm>
              <a:custGeom>
                <a:avLst/>
                <a:gdLst/>
                <a:ahLst/>
                <a:cxnLst/>
                <a:rect l="l" t="t" r="r" b="b"/>
                <a:pathLst>
                  <a:path w="105" h="148" extrusionOk="0">
                    <a:moveTo>
                      <a:pt x="42" y="1"/>
                    </a:moveTo>
                    <a:lnTo>
                      <a:pt x="21" y="43"/>
                    </a:lnTo>
                    <a:lnTo>
                      <a:pt x="0" y="84"/>
                    </a:lnTo>
                    <a:lnTo>
                      <a:pt x="0" y="147"/>
                    </a:lnTo>
                    <a:lnTo>
                      <a:pt x="21" y="147"/>
                    </a:lnTo>
                    <a:lnTo>
                      <a:pt x="42" y="105"/>
                    </a:lnTo>
                    <a:lnTo>
                      <a:pt x="105" y="22"/>
                    </a:lnTo>
                    <a:lnTo>
                      <a:pt x="4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467" name="Google Shape;1467;p60"/>
              <p:cNvSpPr/>
              <p:nvPr/>
            </p:nvSpPr>
            <p:spPr>
              <a:xfrm>
                <a:off x="3796125" y="2610325"/>
                <a:ext cx="22525" cy="41875"/>
              </a:xfrm>
              <a:custGeom>
                <a:avLst/>
                <a:gdLst/>
                <a:ahLst/>
                <a:cxnLst/>
                <a:rect l="l" t="t" r="r" b="b"/>
                <a:pathLst>
                  <a:path w="901" h="1675" extrusionOk="0">
                    <a:moveTo>
                      <a:pt x="565" y="1"/>
                    </a:moveTo>
                    <a:lnTo>
                      <a:pt x="461" y="22"/>
                    </a:lnTo>
                    <a:lnTo>
                      <a:pt x="252" y="273"/>
                    </a:lnTo>
                    <a:lnTo>
                      <a:pt x="168" y="273"/>
                    </a:lnTo>
                    <a:lnTo>
                      <a:pt x="42" y="189"/>
                    </a:lnTo>
                    <a:lnTo>
                      <a:pt x="42" y="314"/>
                    </a:lnTo>
                    <a:lnTo>
                      <a:pt x="1" y="398"/>
                    </a:lnTo>
                    <a:lnTo>
                      <a:pt x="105" y="503"/>
                    </a:lnTo>
                    <a:lnTo>
                      <a:pt x="105" y="586"/>
                    </a:lnTo>
                    <a:lnTo>
                      <a:pt x="189" y="649"/>
                    </a:lnTo>
                    <a:lnTo>
                      <a:pt x="189" y="796"/>
                    </a:lnTo>
                    <a:lnTo>
                      <a:pt x="105" y="858"/>
                    </a:lnTo>
                    <a:lnTo>
                      <a:pt x="147" y="942"/>
                    </a:lnTo>
                    <a:lnTo>
                      <a:pt x="273" y="942"/>
                    </a:lnTo>
                    <a:lnTo>
                      <a:pt x="273" y="1005"/>
                    </a:lnTo>
                    <a:lnTo>
                      <a:pt x="189" y="1068"/>
                    </a:lnTo>
                    <a:lnTo>
                      <a:pt x="147" y="1277"/>
                    </a:lnTo>
                    <a:lnTo>
                      <a:pt x="189" y="1361"/>
                    </a:lnTo>
                    <a:lnTo>
                      <a:pt x="252" y="1591"/>
                    </a:lnTo>
                    <a:lnTo>
                      <a:pt x="314" y="1674"/>
                    </a:lnTo>
                    <a:lnTo>
                      <a:pt x="377" y="1654"/>
                    </a:lnTo>
                    <a:lnTo>
                      <a:pt x="419" y="1674"/>
                    </a:lnTo>
                    <a:lnTo>
                      <a:pt x="503" y="1654"/>
                    </a:lnTo>
                    <a:lnTo>
                      <a:pt x="524" y="1528"/>
                    </a:lnTo>
                    <a:lnTo>
                      <a:pt x="565" y="1444"/>
                    </a:lnTo>
                    <a:lnTo>
                      <a:pt x="670" y="1444"/>
                    </a:lnTo>
                    <a:lnTo>
                      <a:pt x="733" y="1528"/>
                    </a:lnTo>
                    <a:lnTo>
                      <a:pt x="796" y="1528"/>
                    </a:lnTo>
                    <a:lnTo>
                      <a:pt x="837" y="1444"/>
                    </a:lnTo>
                    <a:lnTo>
                      <a:pt x="837" y="1214"/>
                    </a:lnTo>
                    <a:lnTo>
                      <a:pt x="879" y="1151"/>
                    </a:lnTo>
                    <a:lnTo>
                      <a:pt x="837" y="921"/>
                    </a:lnTo>
                    <a:lnTo>
                      <a:pt x="900" y="712"/>
                    </a:lnTo>
                    <a:lnTo>
                      <a:pt x="733" y="586"/>
                    </a:lnTo>
                    <a:lnTo>
                      <a:pt x="879" y="503"/>
                    </a:lnTo>
                    <a:lnTo>
                      <a:pt x="879" y="419"/>
                    </a:lnTo>
                    <a:lnTo>
                      <a:pt x="837" y="294"/>
                    </a:lnTo>
                    <a:lnTo>
                      <a:pt x="775" y="189"/>
                    </a:lnTo>
                    <a:lnTo>
                      <a:pt x="691" y="63"/>
                    </a:lnTo>
                    <a:lnTo>
                      <a:pt x="670" y="84"/>
                    </a:lnTo>
                    <a:lnTo>
                      <a:pt x="56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468" name="Google Shape;1468;p60"/>
              <p:cNvSpPr/>
              <p:nvPr/>
            </p:nvSpPr>
            <p:spPr>
              <a:xfrm>
                <a:off x="3821225" y="2579475"/>
                <a:ext cx="6300" cy="4200"/>
              </a:xfrm>
              <a:custGeom>
                <a:avLst/>
                <a:gdLst/>
                <a:ahLst/>
                <a:cxnLst/>
                <a:rect l="l" t="t" r="r" b="b"/>
                <a:pathLst>
                  <a:path w="252" h="168" extrusionOk="0">
                    <a:moveTo>
                      <a:pt x="189" y="0"/>
                    </a:moveTo>
                    <a:lnTo>
                      <a:pt x="147" y="42"/>
                    </a:lnTo>
                    <a:lnTo>
                      <a:pt x="43" y="84"/>
                    </a:lnTo>
                    <a:lnTo>
                      <a:pt x="1" y="147"/>
                    </a:lnTo>
                    <a:lnTo>
                      <a:pt x="43" y="167"/>
                    </a:lnTo>
                    <a:lnTo>
                      <a:pt x="189" y="147"/>
                    </a:lnTo>
                    <a:lnTo>
                      <a:pt x="252" y="147"/>
                    </a:lnTo>
                    <a:lnTo>
                      <a:pt x="252" y="63"/>
                    </a:lnTo>
                    <a:lnTo>
                      <a:pt x="18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469" name="Google Shape;1469;p60"/>
              <p:cNvSpPr/>
              <p:nvPr/>
            </p:nvSpPr>
            <p:spPr>
              <a:xfrm>
                <a:off x="3833800" y="2589400"/>
                <a:ext cx="1575" cy="1600"/>
              </a:xfrm>
              <a:custGeom>
                <a:avLst/>
                <a:gdLst/>
                <a:ahLst/>
                <a:cxnLst/>
                <a:rect l="l" t="t" r="r" b="b"/>
                <a:pathLst>
                  <a:path w="63" h="64" extrusionOk="0">
                    <a:moveTo>
                      <a:pt x="42" y="1"/>
                    </a:moveTo>
                    <a:lnTo>
                      <a:pt x="0" y="22"/>
                    </a:lnTo>
                    <a:lnTo>
                      <a:pt x="63" y="63"/>
                    </a:lnTo>
                    <a:lnTo>
                      <a:pt x="4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470" name="Google Shape;1470;p60"/>
              <p:cNvSpPr/>
              <p:nvPr/>
            </p:nvSpPr>
            <p:spPr>
              <a:xfrm>
                <a:off x="3774675" y="2506225"/>
                <a:ext cx="164275" cy="182600"/>
              </a:xfrm>
              <a:custGeom>
                <a:avLst/>
                <a:gdLst/>
                <a:ahLst/>
                <a:cxnLst/>
                <a:rect l="l" t="t" r="r" b="b"/>
                <a:pathLst>
                  <a:path w="6571" h="7304" extrusionOk="0">
                    <a:moveTo>
                      <a:pt x="2595" y="1"/>
                    </a:moveTo>
                    <a:lnTo>
                      <a:pt x="2302" y="189"/>
                    </a:lnTo>
                    <a:lnTo>
                      <a:pt x="2114" y="105"/>
                    </a:lnTo>
                    <a:lnTo>
                      <a:pt x="2009" y="252"/>
                    </a:lnTo>
                    <a:lnTo>
                      <a:pt x="2072" y="419"/>
                    </a:lnTo>
                    <a:lnTo>
                      <a:pt x="1842" y="482"/>
                    </a:lnTo>
                    <a:lnTo>
                      <a:pt x="1800" y="691"/>
                    </a:lnTo>
                    <a:lnTo>
                      <a:pt x="1695" y="608"/>
                    </a:lnTo>
                    <a:lnTo>
                      <a:pt x="1591" y="608"/>
                    </a:lnTo>
                    <a:lnTo>
                      <a:pt x="1340" y="524"/>
                    </a:lnTo>
                    <a:lnTo>
                      <a:pt x="1340" y="691"/>
                    </a:lnTo>
                    <a:lnTo>
                      <a:pt x="1235" y="901"/>
                    </a:lnTo>
                    <a:lnTo>
                      <a:pt x="1172" y="796"/>
                    </a:lnTo>
                    <a:lnTo>
                      <a:pt x="1005" y="712"/>
                    </a:lnTo>
                    <a:lnTo>
                      <a:pt x="1026" y="587"/>
                    </a:lnTo>
                    <a:lnTo>
                      <a:pt x="900" y="503"/>
                    </a:lnTo>
                    <a:lnTo>
                      <a:pt x="691" y="880"/>
                    </a:lnTo>
                    <a:lnTo>
                      <a:pt x="524" y="796"/>
                    </a:lnTo>
                    <a:lnTo>
                      <a:pt x="294" y="942"/>
                    </a:lnTo>
                    <a:lnTo>
                      <a:pt x="168" y="901"/>
                    </a:lnTo>
                    <a:lnTo>
                      <a:pt x="105" y="942"/>
                    </a:lnTo>
                    <a:lnTo>
                      <a:pt x="126" y="1089"/>
                    </a:lnTo>
                    <a:lnTo>
                      <a:pt x="231" y="1193"/>
                    </a:lnTo>
                    <a:lnTo>
                      <a:pt x="210" y="1361"/>
                    </a:lnTo>
                    <a:lnTo>
                      <a:pt x="84" y="1403"/>
                    </a:lnTo>
                    <a:lnTo>
                      <a:pt x="1" y="1465"/>
                    </a:lnTo>
                    <a:lnTo>
                      <a:pt x="126" y="1633"/>
                    </a:lnTo>
                    <a:lnTo>
                      <a:pt x="168" y="1926"/>
                    </a:lnTo>
                    <a:lnTo>
                      <a:pt x="335" y="2051"/>
                    </a:lnTo>
                    <a:lnTo>
                      <a:pt x="524" y="2051"/>
                    </a:lnTo>
                    <a:lnTo>
                      <a:pt x="440" y="2240"/>
                    </a:lnTo>
                    <a:lnTo>
                      <a:pt x="503" y="2365"/>
                    </a:lnTo>
                    <a:lnTo>
                      <a:pt x="796" y="2302"/>
                    </a:lnTo>
                    <a:lnTo>
                      <a:pt x="900" y="2177"/>
                    </a:lnTo>
                    <a:lnTo>
                      <a:pt x="900" y="2072"/>
                    </a:lnTo>
                    <a:lnTo>
                      <a:pt x="1172" y="1926"/>
                    </a:lnTo>
                    <a:lnTo>
                      <a:pt x="1570" y="2030"/>
                    </a:lnTo>
                    <a:lnTo>
                      <a:pt x="1675" y="2093"/>
                    </a:lnTo>
                    <a:lnTo>
                      <a:pt x="1842" y="2156"/>
                    </a:lnTo>
                    <a:lnTo>
                      <a:pt x="1884" y="2261"/>
                    </a:lnTo>
                    <a:lnTo>
                      <a:pt x="1905" y="2302"/>
                    </a:lnTo>
                    <a:lnTo>
                      <a:pt x="1967" y="2386"/>
                    </a:lnTo>
                    <a:lnTo>
                      <a:pt x="2072" y="2574"/>
                    </a:lnTo>
                    <a:lnTo>
                      <a:pt x="2072" y="2679"/>
                    </a:lnTo>
                    <a:lnTo>
                      <a:pt x="2156" y="2721"/>
                    </a:lnTo>
                    <a:lnTo>
                      <a:pt x="2156" y="2888"/>
                    </a:lnTo>
                    <a:lnTo>
                      <a:pt x="2281" y="2930"/>
                    </a:lnTo>
                    <a:lnTo>
                      <a:pt x="2365" y="3035"/>
                    </a:lnTo>
                    <a:lnTo>
                      <a:pt x="2511" y="3202"/>
                    </a:lnTo>
                    <a:lnTo>
                      <a:pt x="2532" y="3307"/>
                    </a:lnTo>
                    <a:lnTo>
                      <a:pt x="2700" y="3307"/>
                    </a:lnTo>
                    <a:lnTo>
                      <a:pt x="2804" y="3432"/>
                    </a:lnTo>
                    <a:lnTo>
                      <a:pt x="2825" y="3537"/>
                    </a:lnTo>
                    <a:lnTo>
                      <a:pt x="2909" y="3558"/>
                    </a:lnTo>
                    <a:lnTo>
                      <a:pt x="3139" y="3851"/>
                    </a:lnTo>
                    <a:lnTo>
                      <a:pt x="3369" y="4018"/>
                    </a:lnTo>
                    <a:lnTo>
                      <a:pt x="3474" y="4039"/>
                    </a:lnTo>
                    <a:lnTo>
                      <a:pt x="3579" y="4081"/>
                    </a:lnTo>
                    <a:lnTo>
                      <a:pt x="3620" y="4186"/>
                    </a:lnTo>
                    <a:lnTo>
                      <a:pt x="3725" y="4186"/>
                    </a:lnTo>
                    <a:lnTo>
                      <a:pt x="3788" y="4123"/>
                    </a:lnTo>
                    <a:lnTo>
                      <a:pt x="3934" y="4165"/>
                    </a:lnTo>
                    <a:lnTo>
                      <a:pt x="4039" y="4165"/>
                    </a:lnTo>
                    <a:lnTo>
                      <a:pt x="4164" y="4395"/>
                    </a:lnTo>
                    <a:lnTo>
                      <a:pt x="4248" y="4458"/>
                    </a:lnTo>
                    <a:lnTo>
                      <a:pt x="4290" y="4416"/>
                    </a:lnTo>
                    <a:lnTo>
                      <a:pt x="4395" y="4458"/>
                    </a:lnTo>
                    <a:lnTo>
                      <a:pt x="4395" y="4520"/>
                    </a:lnTo>
                    <a:lnTo>
                      <a:pt x="4604" y="4520"/>
                    </a:lnTo>
                    <a:lnTo>
                      <a:pt x="4688" y="4625"/>
                    </a:lnTo>
                    <a:lnTo>
                      <a:pt x="4688" y="4730"/>
                    </a:lnTo>
                    <a:lnTo>
                      <a:pt x="4646" y="4792"/>
                    </a:lnTo>
                    <a:lnTo>
                      <a:pt x="4708" y="4834"/>
                    </a:lnTo>
                    <a:lnTo>
                      <a:pt x="4834" y="4834"/>
                    </a:lnTo>
                    <a:lnTo>
                      <a:pt x="4897" y="4939"/>
                    </a:lnTo>
                    <a:lnTo>
                      <a:pt x="5043" y="4981"/>
                    </a:lnTo>
                    <a:lnTo>
                      <a:pt x="5106" y="4939"/>
                    </a:lnTo>
                    <a:lnTo>
                      <a:pt x="5169" y="5002"/>
                    </a:lnTo>
                    <a:lnTo>
                      <a:pt x="5232" y="5190"/>
                    </a:lnTo>
                    <a:lnTo>
                      <a:pt x="5252" y="5357"/>
                    </a:lnTo>
                    <a:lnTo>
                      <a:pt x="5315" y="5441"/>
                    </a:lnTo>
                    <a:lnTo>
                      <a:pt x="5357" y="5650"/>
                    </a:lnTo>
                    <a:lnTo>
                      <a:pt x="5420" y="5755"/>
                    </a:lnTo>
                    <a:lnTo>
                      <a:pt x="5420" y="5859"/>
                    </a:lnTo>
                    <a:lnTo>
                      <a:pt x="5357" y="5943"/>
                    </a:lnTo>
                    <a:lnTo>
                      <a:pt x="5315" y="5943"/>
                    </a:lnTo>
                    <a:lnTo>
                      <a:pt x="5273" y="5964"/>
                    </a:lnTo>
                    <a:lnTo>
                      <a:pt x="5315" y="6069"/>
                    </a:lnTo>
                    <a:lnTo>
                      <a:pt x="5273" y="6173"/>
                    </a:lnTo>
                    <a:lnTo>
                      <a:pt x="5211" y="6257"/>
                    </a:lnTo>
                    <a:lnTo>
                      <a:pt x="5127" y="6278"/>
                    </a:lnTo>
                    <a:lnTo>
                      <a:pt x="5106" y="6341"/>
                    </a:lnTo>
                    <a:lnTo>
                      <a:pt x="5106" y="6362"/>
                    </a:lnTo>
                    <a:lnTo>
                      <a:pt x="5211" y="6466"/>
                    </a:lnTo>
                    <a:lnTo>
                      <a:pt x="5357" y="6445"/>
                    </a:lnTo>
                    <a:lnTo>
                      <a:pt x="5441" y="6341"/>
                    </a:lnTo>
                    <a:lnTo>
                      <a:pt x="5462" y="6194"/>
                    </a:lnTo>
                    <a:lnTo>
                      <a:pt x="5629" y="6069"/>
                    </a:lnTo>
                    <a:lnTo>
                      <a:pt x="5650" y="5818"/>
                    </a:lnTo>
                    <a:lnTo>
                      <a:pt x="5755" y="5713"/>
                    </a:lnTo>
                    <a:lnTo>
                      <a:pt x="5859" y="5671"/>
                    </a:lnTo>
                    <a:lnTo>
                      <a:pt x="5880" y="5608"/>
                    </a:lnTo>
                    <a:lnTo>
                      <a:pt x="5859" y="5546"/>
                    </a:lnTo>
                    <a:lnTo>
                      <a:pt x="5880" y="5399"/>
                    </a:lnTo>
                    <a:lnTo>
                      <a:pt x="5859" y="5336"/>
                    </a:lnTo>
                    <a:lnTo>
                      <a:pt x="5692" y="5190"/>
                    </a:lnTo>
                    <a:lnTo>
                      <a:pt x="5587" y="5190"/>
                    </a:lnTo>
                    <a:lnTo>
                      <a:pt x="5566" y="5127"/>
                    </a:lnTo>
                    <a:lnTo>
                      <a:pt x="5566" y="5043"/>
                    </a:lnTo>
                    <a:lnTo>
                      <a:pt x="5650" y="5002"/>
                    </a:lnTo>
                    <a:lnTo>
                      <a:pt x="5671" y="4918"/>
                    </a:lnTo>
                    <a:lnTo>
                      <a:pt x="5671" y="4834"/>
                    </a:lnTo>
                    <a:lnTo>
                      <a:pt x="5734" y="4771"/>
                    </a:lnTo>
                    <a:lnTo>
                      <a:pt x="5776" y="4625"/>
                    </a:lnTo>
                    <a:lnTo>
                      <a:pt x="5838" y="4604"/>
                    </a:lnTo>
                    <a:lnTo>
                      <a:pt x="5901" y="4604"/>
                    </a:lnTo>
                    <a:lnTo>
                      <a:pt x="6006" y="4667"/>
                    </a:lnTo>
                    <a:lnTo>
                      <a:pt x="6048" y="4709"/>
                    </a:lnTo>
                    <a:lnTo>
                      <a:pt x="6215" y="4709"/>
                    </a:lnTo>
                    <a:lnTo>
                      <a:pt x="6278" y="4730"/>
                    </a:lnTo>
                    <a:lnTo>
                      <a:pt x="6257" y="4813"/>
                    </a:lnTo>
                    <a:lnTo>
                      <a:pt x="6299" y="4918"/>
                    </a:lnTo>
                    <a:lnTo>
                      <a:pt x="6382" y="5022"/>
                    </a:lnTo>
                    <a:lnTo>
                      <a:pt x="6487" y="5085"/>
                    </a:lnTo>
                    <a:lnTo>
                      <a:pt x="6487" y="5043"/>
                    </a:lnTo>
                    <a:lnTo>
                      <a:pt x="6508" y="5022"/>
                    </a:lnTo>
                    <a:lnTo>
                      <a:pt x="6487" y="5002"/>
                    </a:lnTo>
                    <a:lnTo>
                      <a:pt x="6550" y="4918"/>
                    </a:lnTo>
                    <a:lnTo>
                      <a:pt x="6571" y="4771"/>
                    </a:lnTo>
                    <a:lnTo>
                      <a:pt x="6508" y="4688"/>
                    </a:lnTo>
                    <a:lnTo>
                      <a:pt x="6403" y="4604"/>
                    </a:lnTo>
                    <a:lnTo>
                      <a:pt x="6236" y="4562"/>
                    </a:lnTo>
                    <a:lnTo>
                      <a:pt x="6131" y="4416"/>
                    </a:lnTo>
                    <a:lnTo>
                      <a:pt x="5943" y="4290"/>
                    </a:lnTo>
                    <a:lnTo>
                      <a:pt x="5504" y="4060"/>
                    </a:lnTo>
                    <a:lnTo>
                      <a:pt x="5294" y="4018"/>
                    </a:lnTo>
                    <a:lnTo>
                      <a:pt x="5148" y="4018"/>
                    </a:lnTo>
                    <a:lnTo>
                      <a:pt x="5106" y="3914"/>
                    </a:lnTo>
                    <a:lnTo>
                      <a:pt x="5106" y="3851"/>
                    </a:lnTo>
                    <a:lnTo>
                      <a:pt x="5232" y="3746"/>
                    </a:lnTo>
                    <a:lnTo>
                      <a:pt x="5252" y="3662"/>
                    </a:lnTo>
                    <a:lnTo>
                      <a:pt x="5148" y="3621"/>
                    </a:lnTo>
                    <a:lnTo>
                      <a:pt x="5022" y="3642"/>
                    </a:lnTo>
                    <a:lnTo>
                      <a:pt x="4918" y="3621"/>
                    </a:lnTo>
                    <a:lnTo>
                      <a:pt x="4708" y="3621"/>
                    </a:lnTo>
                    <a:lnTo>
                      <a:pt x="4625" y="3558"/>
                    </a:lnTo>
                    <a:lnTo>
                      <a:pt x="4520" y="3537"/>
                    </a:lnTo>
                    <a:lnTo>
                      <a:pt x="4457" y="3453"/>
                    </a:lnTo>
                    <a:lnTo>
                      <a:pt x="4290" y="3328"/>
                    </a:lnTo>
                    <a:lnTo>
                      <a:pt x="4206" y="3202"/>
                    </a:lnTo>
                    <a:lnTo>
                      <a:pt x="4102" y="3097"/>
                    </a:lnTo>
                    <a:lnTo>
                      <a:pt x="4039" y="2993"/>
                    </a:lnTo>
                    <a:lnTo>
                      <a:pt x="4039" y="2867"/>
                    </a:lnTo>
                    <a:lnTo>
                      <a:pt x="3976" y="2825"/>
                    </a:lnTo>
                    <a:lnTo>
                      <a:pt x="3976" y="2721"/>
                    </a:lnTo>
                    <a:lnTo>
                      <a:pt x="3620" y="2365"/>
                    </a:lnTo>
                    <a:lnTo>
                      <a:pt x="3537" y="2261"/>
                    </a:lnTo>
                    <a:lnTo>
                      <a:pt x="3411" y="2177"/>
                    </a:lnTo>
                    <a:lnTo>
                      <a:pt x="3139" y="2051"/>
                    </a:lnTo>
                    <a:lnTo>
                      <a:pt x="3097" y="1968"/>
                    </a:lnTo>
                    <a:lnTo>
                      <a:pt x="3056" y="1821"/>
                    </a:lnTo>
                    <a:lnTo>
                      <a:pt x="3014" y="1654"/>
                    </a:lnTo>
                    <a:lnTo>
                      <a:pt x="3056" y="1612"/>
                    </a:lnTo>
                    <a:lnTo>
                      <a:pt x="3139" y="1465"/>
                    </a:lnTo>
                    <a:lnTo>
                      <a:pt x="3056" y="1361"/>
                    </a:lnTo>
                    <a:lnTo>
                      <a:pt x="3014" y="1235"/>
                    </a:lnTo>
                    <a:lnTo>
                      <a:pt x="3056" y="1152"/>
                    </a:lnTo>
                    <a:lnTo>
                      <a:pt x="3202" y="1131"/>
                    </a:lnTo>
                    <a:lnTo>
                      <a:pt x="3307" y="1026"/>
                    </a:lnTo>
                    <a:lnTo>
                      <a:pt x="3432" y="1026"/>
                    </a:lnTo>
                    <a:lnTo>
                      <a:pt x="3516" y="942"/>
                    </a:lnTo>
                    <a:lnTo>
                      <a:pt x="3579" y="901"/>
                    </a:lnTo>
                    <a:lnTo>
                      <a:pt x="3725" y="921"/>
                    </a:lnTo>
                    <a:lnTo>
                      <a:pt x="3683" y="712"/>
                    </a:lnTo>
                    <a:lnTo>
                      <a:pt x="3725" y="691"/>
                    </a:lnTo>
                    <a:lnTo>
                      <a:pt x="3662" y="587"/>
                    </a:lnTo>
                    <a:lnTo>
                      <a:pt x="3788" y="398"/>
                    </a:lnTo>
                    <a:lnTo>
                      <a:pt x="3725" y="315"/>
                    </a:lnTo>
                    <a:lnTo>
                      <a:pt x="3537" y="356"/>
                    </a:lnTo>
                    <a:lnTo>
                      <a:pt x="3202" y="273"/>
                    </a:lnTo>
                    <a:lnTo>
                      <a:pt x="2909" y="105"/>
                    </a:lnTo>
                    <a:lnTo>
                      <a:pt x="2930" y="1"/>
                    </a:lnTo>
                    <a:lnTo>
                      <a:pt x="2721" y="43"/>
                    </a:lnTo>
                    <a:lnTo>
                      <a:pt x="2595" y="1"/>
                    </a:lnTo>
                    <a:close/>
                    <a:moveTo>
                      <a:pt x="4960" y="6236"/>
                    </a:moveTo>
                    <a:lnTo>
                      <a:pt x="4813" y="6362"/>
                    </a:lnTo>
                    <a:lnTo>
                      <a:pt x="4750" y="6362"/>
                    </a:lnTo>
                    <a:lnTo>
                      <a:pt x="4625" y="6278"/>
                    </a:lnTo>
                    <a:lnTo>
                      <a:pt x="4499" y="6403"/>
                    </a:lnTo>
                    <a:lnTo>
                      <a:pt x="4227" y="6382"/>
                    </a:lnTo>
                    <a:lnTo>
                      <a:pt x="4018" y="6445"/>
                    </a:lnTo>
                    <a:lnTo>
                      <a:pt x="3872" y="6403"/>
                    </a:lnTo>
                    <a:lnTo>
                      <a:pt x="3767" y="6341"/>
                    </a:lnTo>
                    <a:lnTo>
                      <a:pt x="3641" y="6341"/>
                    </a:lnTo>
                    <a:lnTo>
                      <a:pt x="3558" y="6382"/>
                    </a:lnTo>
                    <a:lnTo>
                      <a:pt x="3495" y="6341"/>
                    </a:lnTo>
                    <a:lnTo>
                      <a:pt x="3369" y="6382"/>
                    </a:lnTo>
                    <a:lnTo>
                      <a:pt x="3348" y="6571"/>
                    </a:lnTo>
                    <a:lnTo>
                      <a:pt x="3474" y="6675"/>
                    </a:lnTo>
                    <a:lnTo>
                      <a:pt x="3600" y="6655"/>
                    </a:lnTo>
                    <a:lnTo>
                      <a:pt x="3809" y="6801"/>
                    </a:lnTo>
                    <a:lnTo>
                      <a:pt x="3955" y="6822"/>
                    </a:lnTo>
                    <a:lnTo>
                      <a:pt x="4060" y="6927"/>
                    </a:lnTo>
                    <a:lnTo>
                      <a:pt x="4311" y="7031"/>
                    </a:lnTo>
                    <a:lnTo>
                      <a:pt x="4374" y="7010"/>
                    </a:lnTo>
                    <a:lnTo>
                      <a:pt x="4478" y="7094"/>
                    </a:lnTo>
                    <a:lnTo>
                      <a:pt x="4499" y="7199"/>
                    </a:lnTo>
                    <a:lnTo>
                      <a:pt x="4750" y="7303"/>
                    </a:lnTo>
                    <a:lnTo>
                      <a:pt x="4855" y="7282"/>
                    </a:lnTo>
                    <a:lnTo>
                      <a:pt x="4855" y="7136"/>
                    </a:lnTo>
                    <a:lnTo>
                      <a:pt x="4918" y="7073"/>
                    </a:lnTo>
                    <a:lnTo>
                      <a:pt x="4918" y="6927"/>
                    </a:lnTo>
                    <a:lnTo>
                      <a:pt x="4813" y="6801"/>
                    </a:lnTo>
                    <a:lnTo>
                      <a:pt x="4918" y="6508"/>
                    </a:lnTo>
                    <a:lnTo>
                      <a:pt x="5022" y="6403"/>
                    </a:lnTo>
                    <a:lnTo>
                      <a:pt x="5022" y="6362"/>
                    </a:lnTo>
                    <a:lnTo>
                      <a:pt x="5043" y="6362"/>
                    </a:lnTo>
                    <a:lnTo>
                      <a:pt x="5043" y="6341"/>
                    </a:lnTo>
                    <a:lnTo>
                      <a:pt x="4960" y="6236"/>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471" name="Google Shape;1471;p60"/>
            <p:cNvGrpSpPr/>
            <p:nvPr/>
          </p:nvGrpSpPr>
          <p:grpSpPr>
            <a:xfrm>
              <a:off x="3775674" y="2798496"/>
              <a:ext cx="40545" cy="23564"/>
              <a:chOff x="3750475" y="2481850"/>
              <a:chExt cx="85125" cy="51800"/>
            </a:xfrm>
          </p:grpSpPr>
          <p:sp>
            <p:nvSpPr>
              <p:cNvPr id="1472" name="Google Shape;1472;p60"/>
              <p:cNvSpPr/>
              <p:nvPr/>
            </p:nvSpPr>
            <p:spPr>
              <a:xfrm>
                <a:off x="3762125" y="2492625"/>
                <a:ext cx="64900" cy="36650"/>
              </a:xfrm>
              <a:custGeom>
                <a:avLst/>
                <a:gdLst/>
                <a:ahLst/>
                <a:cxnLst/>
                <a:rect l="l" t="t" r="r" b="b"/>
                <a:pathLst>
                  <a:path w="2596" h="1466" extrusionOk="0">
                    <a:moveTo>
                      <a:pt x="1507" y="1"/>
                    </a:moveTo>
                    <a:lnTo>
                      <a:pt x="1361" y="64"/>
                    </a:lnTo>
                    <a:lnTo>
                      <a:pt x="1402" y="105"/>
                    </a:lnTo>
                    <a:lnTo>
                      <a:pt x="1340" y="189"/>
                    </a:lnTo>
                    <a:lnTo>
                      <a:pt x="1214" y="126"/>
                    </a:lnTo>
                    <a:lnTo>
                      <a:pt x="1109" y="189"/>
                    </a:lnTo>
                    <a:lnTo>
                      <a:pt x="1005" y="168"/>
                    </a:lnTo>
                    <a:lnTo>
                      <a:pt x="817" y="210"/>
                    </a:lnTo>
                    <a:lnTo>
                      <a:pt x="712" y="210"/>
                    </a:lnTo>
                    <a:lnTo>
                      <a:pt x="691" y="126"/>
                    </a:lnTo>
                    <a:lnTo>
                      <a:pt x="565" y="126"/>
                    </a:lnTo>
                    <a:lnTo>
                      <a:pt x="482" y="231"/>
                    </a:lnTo>
                    <a:lnTo>
                      <a:pt x="607" y="294"/>
                    </a:lnTo>
                    <a:lnTo>
                      <a:pt x="607" y="398"/>
                    </a:lnTo>
                    <a:lnTo>
                      <a:pt x="503" y="440"/>
                    </a:lnTo>
                    <a:lnTo>
                      <a:pt x="398" y="608"/>
                    </a:lnTo>
                    <a:lnTo>
                      <a:pt x="314" y="628"/>
                    </a:lnTo>
                    <a:lnTo>
                      <a:pt x="168" y="859"/>
                    </a:lnTo>
                    <a:lnTo>
                      <a:pt x="147" y="1047"/>
                    </a:lnTo>
                    <a:lnTo>
                      <a:pt x="147" y="1152"/>
                    </a:lnTo>
                    <a:lnTo>
                      <a:pt x="84" y="1152"/>
                    </a:lnTo>
                    <a:lnTo>
                      <a:pt x="0" y="1173"/>
                    </a:lnTo>
                    <a:lnTo>
                      <a:pt x="42" y="1277"/>
                    </a:lnTo>
                    <a:lnTo>
                      <a:pt x="147" y="1277"/>
                    </a:lnTo>
                    <a:lnTo>
                      <a:pt x="293" y="1235"/>
                    </a:lnTo>
                    <a:lnTo>
                      <a:pt x="252" y="1068"/>
                    </a:lnTo>
                    <a:lnTo>
                      <a:pt x="314" y="1026"/>
                    </a:lnTo>
                    <a:lnTo>
                      <a:pt x="482" y="1026"/>
                    </a:lnTo>
                    <a:lnTo>
                      <a:pt x="524" y="1131"/>
                    </a:lnTo>
                    <a:lnTo>
                      <a:pt x="586" y="1277"/>
                    </a:lnTo>
                    <a:lnTo>
                      <a:pt x="670" y="1340"/>
                    </a:lnTo>
                    <a:lnTo>
                      <a:pt x="670" y="1424"/>
                    </a:lnTo>
                    <a:lnTo>
                      <a:pt x="796" y="1465"/>
                    </a:lnTo>
                    <a:lnTo>
                      <a:pt x="1026" y="1319"/>
                    </a:lnTo>
                    <a:lnTo>
                      <a:pt x="1151" y="1361"/>
                    </a:lnTo>
                    <a:lnTo>
                      <a:pt x="1361" y="1026"/>
                    </a:lnTo>
                    <a:lnTo>
                      <a:pt x="1507" y="1110"/>
                    </a:lnTo>
                    <a:lnTo>
                      <a:pt x="1507" y="1235"/>
                    </a:lnTo>
                    <a:lnTo>
                      <a:pt x="1674" y="1319"/>
                    </a:lnTo>
                    <a:lnTo>
                      <a:pt x="1737" y="1445"/>
                    </a:lnTo>
                    <a:lnTo>
                      <a:pt x="1842" y="1235"/>
                    </a:lnTo>
                    <a:lnTo>
                      <a:pt x="1842" y="1068"/>
                    </a:lnTo>
                    <a:lnTo>
                      <a:pt x="2093" y="1131"/>
                    </a:lnTo>
                    <a:lnTo>
                      <a:pt x="2197" y="1131"/>
                    </a:lnTo>
                    <a:lnTo>
                      <a:pt x="2302" y="1214"/>
                    </a:lnTo>
                    <a:lnTo>
                      <a:pt x="2302" y="1005"/>
                    </a:lnTo>
                    <a:lnTo>
                      <a:pt x="2553" y="942"/>
                    </a:lnTo>
                    <a:lnTo>
                      <a:pt x="2490" y="754"/>
                    </a:lnTo>
                    <a:lnTo>
                      <a:pt x="2595" y="628"/>
                    </a:lnTo>
                    <a:lnTo>
                      <a:pt x="2553" y="524"/>
                    </a:lnTo>
                    <a:lnTo>
                      <a:pt x="2469" y="524"/>
                    </a:lnTo>
                    <a:lnTo>
                      <a:pt x="2365" y="628"/>
                    </a:lnTo>
                    <a:lnTo>
                      <a:pt x="2260" y="503"/>
                    </a:lnTo>
                    <a:lnTo>
                      <a:pt x="2177" y="524"/>
                    </a:lnTo>
                    <a:lnTo>
                      <a:pt x="2030" y="524"/>
                    </a:lnTo>
                    <a:lnTo>
                      <a:pt x="1988" y="440"/>
                    </a:lnTo>
                    <a:lnTo>
                      <a:pt x="2030" y="398"/>
                    </a:lnTo>
                    <a:lnTo>
                      <a:pt x="2030" y="294"/>
                    </a:lnTo>
                    <a:lnTo>
                      <a:pt x="1884" y="210"/>
                    </a:lnTo>
                    <a:lnTo>
                      <a:pt x="1737" y="84"/>
                    </a:lnTo>
                    <a:lnTo>
                      <a:pt x="1653" y="84"/>
                    </a:lnTo>
                    <a:lnTo>
                      <a:pt x="1612" y="126"/>
                    </a:lnTo>
                    <a:lnTo>
                      <a:pt x="1528" y="105"/>
                    </a:lnTo>
                    <a:lnTo>
                      <a:pt x="150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473" name="Google Shape;1473;p60"/>
              <p:cNvSpPr/>
              <p:nvPr/>
            </p:nvSpPr>
            <p:spPr>
              <a:xfrm>
                <a:off x="3750475" y="2481850"/>
                <a:ext cx="85125" cy="51800"/>
              </a:xfrm>
              <a:custGeom>
                <a:avLst/>
                <a:gdLst/>
                <a:ahLst/>
                <a:cxnLst/>
                <a:rect l="l" t="t" r="r" b="b"/>
                <a:pathLst>
                  <a:path w="3405" h="2072" extrusionOk="0">
                    <a:moveTo>
                      <a:pt x="1095" y="286"/>
                    </a:moveTo>
                    <a:lnTo>
                      <a:pt x="0" y="1667"/>
                    </a:lnTo>
                    <a:lnTo>
                      <a:pt x="547" y="2072"/>
                    </a:lnTo>
                    <a:lnTo>
                      <a:pt x="1214" y="1858"/>
                    </a:lnTo>
                    <a:lnTo>
                      <a:pt x="1881" y="1262"/>
                    </a:lnTo>
                    <a:lnTo>
                      <a:pt x="2976" y="1286"/>
                    </a:lnTo>
                    <a:lnTo>
                      <a:pt x="3405" y="786"/>
                    </a:lnTo>
                    <a:lnTo>
                      <a:pt x="2167" y="0"/>
                    </a:lnTo>
                    <a:close/>
                  </a:path>
                </a:pathLst>
              </a:custGeom>
              <a:solidFill>
                <a:srgbClr val="5F7D95"/>
              </a:solidFill>
              <a:ln>
                <a:noFill/>
              </a:ln>
            </p:spPr>
          </p:sp>
        </p:grpSp>
        <p:grpSp>
          <p:nvGrpSpPr>
            <p:cNvPr id="1474" name="Google Shape;1474;p60"/>
            <p:cNvGrpSpPr/>
            <p:nvPr/>
          </p:nvGrpSpPr>
          <p:grpSpPr>
            <a:xfrm>
              <a:off x="3716946" y="2776024"/>
              <a:ext cx="81971" cy="76912"/>
              <a:chOff x="3627175" y="2432450"/>
              <a:chExt cx="172100" cy="169075"/>
            </a:xfrm>
          </p:grpSpPr>
          <p:sp>
            <p:nvSpPr>
              <p:cNvPr id="1475" name="Google Shape;1475;p60"/>
              <p:cNvSpPr/>
              <p:nvPr/>
            </p:nvSpPr>
            <p:spPr>
              <a:xfrm>
                <a:off x="3627175" y="2433000"/>
                <a:ext cx="164800" cy="156950"/>
              </a:xfrm>
              <a:custGeom>
                <a:avLst/>
                <a:gdLst/>
                <a:ahLst/>
                <a:cxnLst/>
                <a:rect l="l" t="t" r="r" b="b"/>
                <a:pathLst>
                  <a:path w="6592" h="6278" extrusionOk="0">
                    <a:moveTo>
                      <a:pt x="3829" y="0"/>
                    </a:moveTo>
                    <a:lnTo>
                      <a:pt x="3808" y="42"/>
                    </a:lnTo>
                    <a:lnTo>
                      <a:pt x="3599" y="105"/>
                    </a:lnTo>
                    <a:lnTo>
                      <a:pt x="3578" y="63"/>
                    </a:lnTo>
                    <a:lnTo>
                      <a:pt x="3390" y="168"/>
                    </a:lnTo>
                    <a:lnTo>
                      <a:pt x="3369" y="272"/>
                    </a:lnTo>
                    <a:lnTo>
                      <a:pt x="3390" y="398"/>
                    </a:lnTo>
                    <a:lnTo>
                      <a:pt x="3348" y="607"/>
                    </a:lnTo>
                    <a:lnTo>
                      <a:pt x="3181" y="796"/>
                    </a:lnTo>
                    <a:lnTo>
                      <a:pt x="3181" y="837"/>
                    </a:lnTo>
                    <a:lnTo>
                      <a:pt x="2992" y="900"/>
                    </a:lnTo>
                    <a:lnTo>
                      <a:pt x="2888" y="900"/>
                    </a:lnTo>
                    <a:lnTo>
                      <a:pt x="2783" y="879"/>
                    </a:lnTo>
                    <a:lnTo>
                      <a:pt x="2574" y="1005"/>
                    </a:lnTo>
                    <a:lnTo>
                      <a:pt x="2532" y="1089"/>
                    </a:lnTo>
                    <a:lnTo>
                      <a:pt x="2574" y="1151"/>
                    </a:lnTo>
                    <a:lnTo>
                      <a:pt x="2658" y="1193"/>
                    </a:lnTo>
                    <a:lnTo>
                      <a:pt x="2532" y="1298"/>
                    </a:lnTo>
                    <a:lnTo>
                      <a:pt x="2365" y="1319"/>
                    </a:lnTo>
                    <a:lnTo>
                      <a:pt x="2134" y="1298"/>
                    </a:lnTo>
                    <a:lnTo>
                      <a:pt x="2030" y="1235"/>
                    </a:lnTo>
                    <a:lnTo>
                      <a:pt x="1946" y="1298"/>
                    </a:lnTo>
                    <a:lnTo>
                      <a:pt x="1925" y="1214"/>
                    </a:lnTo>
                    <a:lnTo>
                      <a:pt x="1841" y="1151"/>
                    </a:lnTo>
                    <a:lnTo>
                      <a:pt x="1883" y="1047"/>
                    </a:lnTo>
                    <a:lnTo>
                      <a:pt x="1800" y="1026"/>
                    </a:lnTo>
                    <a:lnTo>
                      <a:pt x="1695" y="1047"/>
                    </a:lnTo>
                    <a:lnTo>
                      <a:pt x="1569" y="1047"/>
                    </a:lnTo>
                    <a:lnTo>
                      <a:pt x="1507" y="1026"/>
                    </a:lnTo>
                    <a:lnTo>
                      <a:pt x="1528" y="1151"/>
                    </a:lnTo>
                    <a:lnTo>
                      <a:pt x="1507" y="1214"/>
                    </a:lnTo>
                    <a:lnTo>
                      <a:pt x="1716" y="1402"/>
                    </a:lnTo>
                    <a:lnTo>
                      <a:pt x="1674" y="1444"/>
                    </a:lnTo>
                    <a:lnTo>
                      <a:pt x="1695" y="1528"/>
                    </a:lnTo>
                    <a:lnTo>
                      <a:pt x="1695" y="1633"/>
                    </a:lnTo>
                    <a:lnTo>
                      <a:pt x="1737" y="1716"/>
                    </a:lnTo>
                    <a:lnTo>
                      <a:pt x="1737" y="1821"/>
                    </a:lnTo>
                    <a:lnTo>
                      <a:pt x="1569" y="1779"/>
                    </a:lnTo>
                    <a:lnTo>
                      <a:pt x="1465" y="1821"/>
                    </a:lnTo>
                    <a:lnTo>
                      <a:pt x="1381" y="1779"/>
                    </a:lnTo>
                    <a:lnTo>
                      <a:pt x="1277" y="1821"/>
                    </a:lnTo>
                    <a:lnTo>
                      <a:pt x="1256" y="1758"/>
                    </a:lnTo>
                    <a:lnTo>
                      <a:pt x="1109" y="1863"/>
                    </a:lnTo>
                    <a:lnTo>
                      <a:pt x="963" y="1653"/>
                    </a:lnTo>
                    <a:lnTo>
                      <a:pt x="858" y="1633"/>
                    </a:lnTo>
                    <a:lnTo>
                      <a:pt x="733" y="1653"/>
                    </a:lnTo>
                    <a:lnTo>
                      <a:pt x="628" y="1758"/>
                    </a:lnTo>
                    <a:lnTo>
                      <a:pt x="565" y="1737"/>
                    </a:lnTo>
                    <a:lnTo>
                      <a:pt x="481" y="1779"/>
                    </a:lnTo>
                    <a:lnTo>
                      <a:pt x="440" y="1758"/>
                    </a:lnTo>
                    <a:lnTo>
                      <a:pt x="335" y="1758"/>
                    </a:lnTo>
                    <a:lnTo>
                      <a:pt x="251" y="1842"/>
                    </a:lnTo>
                    <a:lnTo>
                      <a:pt x="63" y="1863"/>
                    </a:lnTo>
                    <a:lnTo>
                      <a:pt x="0" y="1946"/>
                    </a:lnTo>
                    <a:lnTo>
                      <a:pt x="42" y="2030"/>
                    </a:lnTo>
                    <a:lnTo>
                      <a:pt x="147" y="1988"/>
                    </a:lnTo>
                    <a:lnTo>
                      <a:pt x="251" y="2030"/>
                    </a:lnTo>
                    <a:lnTo>
                      <a:pt x="272" y="2051"/>
                    </a:lnTo>
                    <a:lnTo>
                      <a:pt x="272" y="2051"/>
                    </a:lnTo>
                    <a:lnTo>
                      <a:pt x="147" y="2030"/>
                    </a:lnTo>
                    <a:lnTo>
                      <a:pt x="105" y="2051"/>
                    </a:lnTo>
                    <a:lnTo>
                      <a:pt x="126" y="2156"/>
                    </a:lnTo>
                    <a:lnTo>
                      <a:pt x="168" y="2072"/>
                    </a:lnTo>
                    <a:lnTo>
                      <a:pt x="230" y="2093"/>
                    </a:lnTo>
                    <a:lnTo>
                      <a:pt x="251" y="2177"/>
                    </a:lnTo>
                    <a:lnTo>
                      <a:pt x="209" y="2197"/>
                    </a:lnTo>
                    <a:lnTo>
                      <a:pt x="105" y="2239"/>
                    </a:lnTo>
                    <a:lnTo>
                      <a:pt x="105" y="2260"/>
                    </a:lnTo>
                    <a:lnTo>
                      <a:pt x="209" y="2260"/>
                    </a:lnTo>
                    <a:lnTo>
                      <a:pt x="230" y="2386"/>
                    </a:lnTo>
                    <a:lnTo>
                      <a:pt x="230" y="2469"/>
                    </a:lnTo>
                    <a:lnTo>
                      <a:pt x="335" y="2386"/>
                    </a:lnTo>
                    <a:lnTo>
                      <a:pt x="481" y="2386"/>
                    </a:lnTo>
                    <a:lnTo>
                      <a:pt x="670" y="2469"/>
                    </a:lnTo>
                    <a:lnTo>
                      <a:pt x="733" y="2511"/>
                    </a:lnTo>
                    <a:lnTo>
                      <a:pt x="774" y="2511"/>
                    </a:lnTo>
                    <a:lnTo>
                      <a:pt x="900" y="2595"/>
                    </a:lnTo>
                    <a:lnTo>
                      <a:pt x="1005" y="2511"/>
                    </a:lnTo>
                    <a:lnTo>
                      <a:pt x="1067" y="2553"/>
                    </a:lnTo>
                    <a:lnTo>
                      <a:pt x="1046" y="2595"/>
                    </a:lnTo>
                    <a:lnTo>
                      <a:pt x="1067" y="2658"/>
                    </a:lnTo>
                    <a:lnTo>
                      <a:pt x="1172" y="2595"/>
                    </a:lnTo>
                    <a:lnTo>
                      <a:pt x="1214" y="2658"/>
                    </a:lnTo>
                    <a:lnTo>
                      <a:pt x="1172" y="2762"/>
                    </a:lnTo>
                    <a:lnTo>
                      <a:pt x="1214" y="2825"/>
                    </a:lnTo>
                    <a:lnTo>
                      <a:pt x="1297" y="2825"/>
                    </a:lnTo>
                    <a:lnTo>
                      <a:pt x="1402" y="2783"/>
                    </a:lnTo>
                    <a:lnTo>
                      <a:pt x="1528" y="2783"/>
                    </a:lnTo>
                    <a:lnTo>
                      <a:pt x="1611" y="2888"/>
                    </a:lnTo>
                    <a:lnTo>
                      <a:pt x="1507" y="2825"/>
                    </a:lnTo>
                    <a:lnTo>
                      <a:pt x="1402" y="2825"/>
                    </a:lnTo>
                    <a:lnTo>
                      <a:pt x="1360" y="2930"/>
                    </a:lnTo>
                    <a:lnTo>
                      <a:pt x="1402" y="2972"/>
                    </a:lnTo>
                    <a:lnTo>
                      <a:pt x="1423" y="3076"/>
                    </a:lnTo>
                    <a:lnTo>
                      <a:pt x="1381" y="3181"/>
                    </a:lnTo>
                    <a:lnTo>
                      <a:pt x="1402" y="3244"/>
                    </a:lnTo>
                    <a:lnTo>
                      <a:pt x="1486" y="3244"/>
                    </a:lnTo>
                    <a:lnTo>
                      <a:pt x="1632" y="3432"/>
                    </a:lnTo>
                    <a:lnTo>
                      <a:pt x="1779" y="3453"/>
                    </a:lnTo>
                    <a:lnTo>
                      <a:pt x="1904" y="3537"/>
                    </a:lnTo>
                    <a:lnTo>
                      <a:pt x="1904" y="3641"/>
                    </a:lnTo>
                    <a:lnTo>
                      <a:pt x="1946" y="3725"/>
                    </a:lnTo>
                    <a:lnTo>
                      <a:pt x="1904" y="3830"/>
                    </a:lnTo>
                    <a:lnTo>
                      <a:pt x="1883" y="3850"/>
                    </a:lnTo>
                    <a:lnTo>
                      <a:pt x="1841" y="3934"/>
                    </a:lnTo>
                    <a:lnTo>
                      <a:pt x="1946" y="3955"/>
                    </a:lnTo>
                    <a:lnTo>
                      <a:pt x="2134" y="4081"/>
                    </a:lnTo>
                    <a:lnTo>
                      <a:pt x="2260" y="4436"/>
                    </a:lnTo>
                    <a:lnTo>
                      <a:pt x="2260" y="4436"/>
                    </a:lnTo>
                    <a:lnTo>
                      <a:pt x="2113" y="4269"/>
                    </a:lnTo>
                    <a:lnTo>
                      <a:pt x="2093" y="4143"/>
                    </a:lnTo>
                    <a:lnTo>
                      <a:pt x="1946" y="4081"/>
                    </a:lnTo>
                    <a:lnTo>
                      <a:pt x="1904" y="4122"/>
                    </a:lnTo>
                    <a:lnTo>
                      <a:pt x="1841" y="4394"/>
                    </a:lnTo>
                    <a:lnTo>
                      <a:pt x="1841" y="4604"/>
                    </a:lnTo>
                    <a:lnTo>
                      <a:pt x="1946" y="4687"/>
                    </a:lnTo>
                    <a:lnTo>
                      <a:pt x="1883" y="4750"/>
                    </a:lnTo>
                    <a:lnTo>
                      <a:pt x="1841" y="5127"/>
                    </a:lnTo>
                    <a:lnTo>
                      <a:pt x="1737" y="5482"/>
                    </a:lnTo>
                    <a:lnTo>
                      <a:pt x="1590" y="5545"/>
                    </a:lnTo>
                    <a:lnTo>
                      <a:pt x="1695" y="5608"/>
                    </a:lnTo>
                    <a:lnTo>
                      <a:pt x="1716" y="5629"/>
                    </a:lnTo>
                    <a:lnTo>
                      <a:pt x="1779" y="5629"/>
                    </a:lnTo>
                    <a:lnTo>
                      <a:pt x="1800" y="5754"/>
                    </a:lnTo>
                    <a:lnTo>
                      <a:pt x="1800" y="5859"/>
                    </a:lnTo>
                    <a:lnTo>
                      <a:pt x="1946" y="5838"/>
                    </a:lnTo>
                    <a:lnTo>
                      <a:pt x="2197" y="5922"/>
                    </a:lnTo>
                    <a:lnTo>
                      <a:pt x="2302" y="6047"/>
                    </a:lnTo>
                    <a:lnTo>
                      <a:pt x="2406" y="6006"/>
                    </a:lnTo>
                    <a:lnTo>
                      <a:pt x="2532" y="6131"/>
                    </a:lnTo>
                    <a:lnTo>
                      <a:pt x="2678" y="6131"/>
                    </a:lnTo>
                    <a:lnTo>
                      <a:pt x="2762" y="6152"/>
                    </a:lnTo>
                    <a:lnTo>
                      <a:pt x="2867" y="6047"/>
                    </a:lnTo>
                    <a:lnTo>
                      <a:pt x="3139" y="6047"/>
                    </a:lnTo>
                    <a:lnTo>
                      <a:pt x="3243" y="6110"/>
                    </a:lnTo>
                    <a:lnTo>
                      <a:pt x="3390" y="6068"/>
                    </a:lnTo>
                    <a:lnTo>
                      <a:pt x="3557" y="6173"/>
                    </a:lnTo>
                    <a:lnTo>
                      <a:pt x="3829" y="6152"/>
                    </a:lnTo>
                    <a:lnTo>
                      <a:pt x="4018" y="6257"/>
                    </a:lnTo>
                    <a:lnTo>
                      <a:pt x="4101" y="6278"/>
                    </a:lnTo>
                    <a:lnTo>
                      <a:pt x="4101" y="6236"/>
                    </a:lnTo>
                    <a:lnTo>
                      <a:pt x="4038" y="6068"/>
                    </a:lnTo>
                    <a:lnTo>
                      <a:pt x="4101" y="5859"/>
                    </a:lnTo>
                    <a:lnTo>
                      <a:pt x="4101" y="5796"/>
                    </a:lnTo>
                    <a:lnTo>
                      <a:pt x="4227" y="5650"/>
                    </a:lnTo>
                    <a:lnTo>
                      <a:pt x="4436" y="5441"/>
                    </a:lnTo>
                    <a:lnTo>
                      <a:pt x="4499" y="5441"/>
                    </a:lnTo>
                    <a:lnTo>
                      <a:pt x="4562" y="5503"/>
                    </a:lnTo>
                    <a:lnTo>
                      <a:pt x="4708" y="5503"/>
                    </a:lnTo>
                    <a:lnTo>
                      <a:pt x="4834" y="5587"/>
                    </a:lnTo>
                    <a:lnTo>
                      <a:pt x="4938" y="5587"/>
                    </a:lnTo>
                    <a:lnTo>
                      <a:pt x="5022" y="5524"/>
                    </a:lnTo>
                    <a:lnTo>
                      <a:pt x="5085" y="5503"/>
                    </a:lnTo>
                    <a:lnTo>
                      <a:pt x="5461" y="5734"/>
                    </a:lnTo>
                    <a:lnTo>
                      <a:pt x="5545" y="5817"/>
                    </a:lnTo>
                    <a:lnTo>
                      <a:pt x="5796" y="5817"/>
                    </a:lnTo>
                    <a:lnTo>
                      <a:pt x="5901" y="5734"/>
                    </a:lnTo>
                    <a:lnTo>
                      <a:pt x="5880" y="5692"/>
                    </a:lnTo>
                    <a:lnTo>
                      <a:pt x="5984" y="5545"/>
                    </a:lnTo>
                    <a:lnTo>
                      <a:pt x="6340" y="5294"/>
                    </a:lnTo>
                    <a:lnTo>
                      <a:pt x="6382" y="5273"/>
                    </a:lnTo>
                    <a:lnTo>
                      <a:pt x="6319" y="5169"/>
                    </a:lnTo>
                    <a:lnTo>
                      <a:pt x="6403" y="4980"/>
                    </a:lnTo>
                    <a:lnTo>
                      <a:pt x="6235" y="4980"/>
                    </a:lnTo>
                    <a:lnTo>
                      <a:pt x="6068" y="4855"/>
                    </a:lnTo>
                    <a:lnTo>
                      <a:pt x="6026" y="4562"/>
                    </a:lnTo>
                    <a:lnTo>
                      <a:pt x="5880" y="4394"/>
                    </a:lnTo>
                    <a:lnTo>
                      <a:pt x="5963" y="4332"/>
                    </a:lnTo>
                    <a:lnTo>
                      <a:pt x="6089" y="4290"/>
                    </a:lnTo>
                    <a:lnTo>
                      <a:pt x="6131" y="4122"/>
                    </a:lnTo>
                    <a:lnTo>
                      <a:pt x="6026" y="4018"/>
                    </a:lnTo>
                    <a:lnTo>
                      <a:pt x="6005" y="3850"/>
                    </a:lnTo>
                    <a:lnTo>
                      <a:pt x="6068" y="3809"/>
                    </a:lnTo>
                    <a:lnTo>
                      <a:pt x="6068" y="3725"/>
                    </a:lnTo>
                    <a:lnTo>
                      <a:pt x="5984" y="3662"/>
                    </a:lnTo>
                    <a:lnTo>
                      <a:pt x="5922" y="3516"/>
                    </a:lnTo>
                    <a:lnTo>
                      <a:pt x="5880" y="3411"/>
                    </a:lnTo>
                    <a:lnTo>
                      <a:pt x="5712" y="3411"/>
                    </a:lnTo>
                    <a:lnTo>
                      <a:pt x="5650" y="3453"/>
                    </a:lnTo>
                    <a:lnTo>
                      <a:pt x="5691" y="3620"/>
                    </a:lnTo>
                    <a:lnTo>
                      <a:pt x="5545" y="3662"/>
                    </a:lnTo>
                    <a:lnTo>
                      <a:pt x="5440" y="3662"/>
                    </a:lnTo>
                    <a:lnTo>
                      <a:pt x="5398" y="3558"/>
                    </a:lnTo>
                    <a:lnTo>
                      <a:pt x="5482" y="3537"/>
                    </a:lnTo>
                    <a:lnTo>
                      <a:pt x="5545" y="3537"/>
                    </a:lnTo>
                    <a:lnTo>
                      <a:pt x="5545" y="3432"/>
                    </a:lnTo>
                    <a:lnTo>
                      <a:pt x="5566" y="3244"/>
                    </a:lnTo>
                    <a:lnTo>
                      <a:pt x="5712" y="3013"/>
                    </a:lnTo>
                    <a:lnTo>
                      <a:pt x="5796" y="2993"/>
                    </a:lnTo>
                    <a:lnTo>
                      <a:pt x="5901" y="2825"/>
                    </a:lnTo>
                    <a:lnTo>
                      <a:pt x="6005" y="2783"/>
                    </a:lnTo>
                    <a:lnTo>
                      <a:pt x="6005" y="2679"/>
                    </a:lnTo>
                    <a:lnTo>
                      <a:pt x="5880" y="2616"/>
                    </a:lnTo>
                    <a:lnTo>
                      <a:pt x="5963" y="2511"/>
                    </a:lnTo>
                    <a:lnTo>
                      <a:pt x="6089" y="2511"/>
                    </a:lnTo>
                    <a:lnTo>
                      <a:pt x="6110" y="2595"/>
                    </a:lnTo>
                    <a:lnTo>
                      <a:pt x="6215" y="2595"/>
                    </a:lnTo>
                    <a:lnTo>
                      <a:pt x="6403" y="2553"/>
                    </a:lnTo>
                    <a:lnTo>
                      <a:pt x="6340" y="2449"/>
                    </a:lnTo>
                    <a:lnTo>
                      <a:pt x="6235" y="2365"/>
                    </a:lnTo>
                    <a:lnTo>
                      <a:pt x="6235" y="2197"/>
                    </a:lnTo>
                    <a:lnTo>
                      <a:pt x="6298" y="2030"/>
                    </a:lnTo>
                    <a:lnTo>
                      <a:pt x="6382" y="1946"/>
                    </a:lnTo>
                    <a:lnTo>
                      <a:pt x="6382" y="1842"/>
                    </a:lnTo>
                    <a:lnTo>
                      <a:pt x="6445" y="1674"/>
                    </a:lnTo>
                    <a:lnTo>
                      <a:pt x="6591" y="1549"/>
                    </a:lnTo>
                    <a:lnTo>
                      <a:pt x="6445" y="1465"/>
                    </a:lnTo>
                    <a:lnTo>
                      <a:pt x="6340" y="1465"/>
                    </a:lnTo>
                    <a:lnTo>
                      <a:pt x="6215" y="1402"/>
                    </a:lnTo>
                    <a:lnTo>
                      <a:pt x="6110" y="1444"/>
                    </a:lnTo>
                    <a:lnTo>
                      <a:pt x="6026" y="1402"/>
                    </a:lnTo>
                    <a:lnTo>
                      <a:pt x="5922" y="1402"/>
                    </a:lnTo>
                    <a:lnTo>
                      <a:pt x="5859" y="1444"/>
                    </a:lnTo>
                    <a:lnTo>
                      <a:pt x="5754" y="1361"/>
                    </a:lnTo>
                    <a:lnTo>
                      <a:pt x="5754" y="1298"/>
                    </a:lnTo>
                    <a:lnTo>
                      <a:pt x="5650" y="1214"/>
                    </a:lnTo>
                    <a:lnTo>
                      <a:pt x="5566" y="1235"/>
                    </a:lnTo>
                    <a:lnTo>
                      <a:pt x="5398" y="1193"/>
                    </a:lnTo>
                    <a:lnTo>
                      <a:pt x="5357" y="1089"/>
                    </a:lnTo>
                    <a:lnTo>
                      <a:pt x="5252" y="1089"/>
                    </a:lnTo>
                    <a:lnTo>
                      <a:pt x="5189" y="1130"/>
                    </a:lnTo>
                    <a:lnTo>
                      <a:pt x="5085" y="1047"/>
                    </a:lnTo>
                    <a:lnTo>
                      <a:pt x="4980" y="1026"/>
                    </a:lnTo>
                    <a:lnTo>
                      <a:pt x="4854" y="879"/>
                    </a:lnTo>
                    <a:lnTo>
                      <a:pt x="4771" y="837"/>
                    </a:lnTo>
                    <a:lnTo>
                      <a:pt x="4729" y="796"/>
                    </a:lnTo>
                    <a:lnTo>
                      <a:pt x="4645" y="796"/>
                    </a:lnTo>
                    <a:lnTo>
                      <a:pt x="4603" y="837"/>
                    </a:lnTo>
                    <a:lnTo>
                      <a:pt x="4457" y="775"/>
                    </a:lnTo>
                    <a:lnTo>
                      <a:pt x="4457" y="607"/>
                    </a:lnTo>
                    <a:lnTo>
                      <a:pt x="4394" y="586"/>
                    </a:lnTo>
                    <a:lnTo>
                      <a:pt x="4310" y="524"/>
                    </a:lnTo>
                    <a:lnTo>
                      <a:pt x="4227" y="524"/>
                    </a:lnTo>
                    <a:lnTo>
                      <a:pt x="4080" y="398"/>
                    </a:lnTo>
                    <a:lnTo>
                      <a:pt x="4038" y="293"/>
                    </a:lnTo>
                    <a:lnTo>
                      <a:pt x="3913" y="252"/>
                    </a:lnTo>
                    <a:lnTo>
                      <a:pt x="3892" y="63"/>
                    </a:lnTo>
                    <a:lnTo>
                      <a:pt x="382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476" name="Google Shape;1476;p60"/>
              <p:cNvSpPr/>
              <p:nvPr/>
            </p:nvSpPr>
            <p:spPr>
              <a:xfrm>
                <a:off x="3658200" y="2557475"/>
                <a:ext cx="70850" cy="44050"/>
              </a:xfrm>
              <a:custGeom>
                <a:avLst/>
                <a:gdLst/>
                <a:ahLst/>
                <a:cxnLst/>
                <a:rect l="l" t="t" r="r" b="b"/>
                <a:pathLst>
                  <a:path w="2834" h="1762" extrusionOk="0">
                    <a:moveTo>
                      <a:pt x="571" y="595"/>
                    </a:moveTo>
                    <a:lnTo>
                      <a:pt x="0" y="1119"/>
                    </a:lnTo>
                    <a:lnTo>
                      <a:pt x="1833" y="1762"/>
                    </a:lnTo>
                    <a:lnTo>
                      <a:pt x="2714" y="1476"/>
                    </a:lnTo>
                    <a:lnTo>
                      <a:pt x="2834" y="1071"/>
                    </a:lnTo>
                    <a:lnTo>
                      <a:pt x="1833" y="0"/>
                    </a:lnTo>
                    <a:close/>
                  </a:path>
                </a:pathLst>
              </a:custGeom>
              <a:solidFill>
                <a:srgbClr val="5F7D95"/>
              </a:solidFill>
              <a:ln>
                <a:noFill/>
              </a:ln>
            </p:spPr>
          </p:sp>
          <p:sp>
            <p:nvSpPr>
              <p:cNvPr id="1477" name="Google Shape;1477;p60"/>
              <p:cNvSpPr/>
              <p:nvPr/>
            </p:nvSpPr>
            <p:spPr>
              <a:xfrm>
                <a:off x="3719525" y="2432450"/>
                <a:ext cx="79750" cy="89900"/>
              </a:xfrm>
              <a:custGeom>
                <a:avLst/>
                <a:gdLst/>
                <a:ahLst/>
                <a:cxnLst/>
                <a:rect l="l" t="t" r="r" b="b"/>
                <a:pathLst>
                  <a:path w="3190" h="3596" extrusionOk="0">
                    <a:moveTo>
                      <a:pt x="0" y="167"/>
                    </a:moveTo>
                    <a:lnTo>
                      <a:pt x="261" y="0"/>
                    </a:lnTo>
                    <a:lnTo>
                      <a:pt x="1619" y="1095"/>
                    </a:lnTo>
                    <a:lnTo>
                      <a:pt x="2381" y="1286"/>
                    </a:lnTo>
                    <a:lnTo>
                      <a:pt x="3190" y="1429"/>
                    </a:lnTo>
                    <a:lnTo>
                      <a:pt x="2809" y="2595"/>
                    </a:lnTo>
                    <a:lnTo>
                      <a:pt x="2071" y="2429"/>
                    </a:lnTo>
                    <a:lnTo>
                      <a:pt x="1524" y="3596"/>
                    </a:lnTo>
                    <a:close/>
                  </a:path>
                </a:pathLst>
              </a:custGeom>
              <a:solidFill>
                <a:srgbClr val="5F7D95"/>
              </a:solidFill>
              <a:ln>
                <a:noFill/>
              </a:ln>
            </p:spPr>
          </p:sp>
        </p:grpSp>
        <p:grpSp>
          <p:nvGrpSpPr>
            <p:cNvPr id="1478" name="Google Shape;1478;p60"/>
            <p:cNvGrpSpPr/>
            <p:nvPr/>
          </p:nvGrpSpPr>
          <p:grpSpPr>
            <a:xfrm>
              <a:off x="3685682" y="2845624"/>
              <a:ext cx="29311" cy="45055"/>
              <a:chOff x="3561536" y="2585450"/>
              <a:chExt cx="61539" cy="99045"/>
            </a:xfrm>
          </p:grpSpPr>
          <p:sp>
            <p:nvSpPr>
              <p:cNvPr id="1479" name="Google Shape;1479;p60"/>
              <p:cNvSpPr/>
              <p:nvPr/>
            </p:nvSpPr>
            <p:spPr>
              <a:xfrm rot="192277">
                <a:off x="3564002" y="2593849"/>
                <a:ext cx="44498" cy="89472"/>
              </a:xfrm>
              <a:custGeom>
                <a:avLst/>
                <a:gdLst/>
                <a:ahLst/>
                <a:cxnLst/>
                <a:rect l="l" t="t" r="r" b="b"/>
                <a:pathLst>
                  <a:path w="1780" h="3579" extrusionOk="0">
                    <a:moveTo>
                      <a:pt x="628" y="1"/>
                    </a:moveTo>
                    <a:lnTo>
                      <a:pt x="356" y="22"/>
                    </a:lnTo>
                    <a:lnTo>
                      <a:pt x="377" y="147"/>
                    </a:lnTo>
                    <a:lnTo>
                      <a:pt x="461" y="357"/>
                    </a:lnTo>
                    <a:lnTo>
                      <a:pt x="440" y="712"/>
                    </a:lnTo>
                    <a:lnTo>
                      <a:pt x="440" y="775"/>
                    </a:lnTo>
                    <a:lnTo>
                      <a:pt x="419" y="943"/>
                    </a:lnTo>
                    <a:lnTo>
                      <a:pt x="482" y="1026"/>
                    </a:lnTo>
                    <a:lnTo>
                      <a:pt x="440" y="1131"/>
                    </a:lnTo>
                    <a:lnTo>
                      <a:pt x="356" y="1256"/>
                    </a:lnTo>
                    <a:lnTo>
                      <a:pt x="356" y="1445"/>
                    </a:lnTo>
                    <a:lnTo>
                      <a:pt x="231" y="1654"/>
                    </a:lnTo>
                    <a:lnTo>
                      <a:pt x="231" y="1759"/>
                    </a:lnTo>
                    <a:lnTo>
                      <a:pt x="64" y="1968"/>
                    </a:lnTo>
                    <a:lnTo>
                      <a:pt x="1" y="2303"/>
                    </a:lnTo>
                    <a:lnTo>
                      <a:pt x="1" y="2386"/>
                    </a:lnTo>
                    <a:lnTo>
                      <a:pt x="105" y="2386"/>
                    </a:lnTo>
                    <a:lnTo>
                      <a:pt x="168" y="2303"/>
                    </a:lnTo>
                    <a:lnTo>
                      <a:pt x="273" y="2219"/>
                    </a:lnTo>
                    <a:lnTo>
                      <a:pt x="252" y="2303"/>
                    </a:lnTo>
                    <a:lnTo>
                      <a:pt x="315" y="2344"/>
                    </a:lnTo>
                    <a:lnTo>
                      <a:pt x="126" y="2428"/>
                    </a:lnTo>
                    <a:lnTo>
                      <a:pt x="126" y="2554"/>
                    </a:lnTo>
                    <a:lnTo>
                      <a:pt x="168" y="2616"/>
                    </a:lnTo>
                    <a:lnTo>
                      <a:pt x="252" y="2533"/>
                    </a:lnTo>
                    <a:lnTo>
                      <a:pt x="419" y="2533"/>
                    </a:lnTo>
                    <a:lnTo>
                      <a:pt x="336" y="2616"/>
                    </a:lnTo>
                    <a:lnTo>
                      <a:pt x="377" y="2763"/>
                    </a:lnTo>
                    <a:lnTo>
                      <a:pt x="336" y="2909"/>
                    </a:lnTo>
                    <a:lnTo>
                      <a:pt x="336" y="3223"/>
                    </a:lnTo>
                    <a:lnTo>
                      <a:pt x="273" y="3432"/>
                    </a:lnTo>
                    <a:lnTo>
                      <a:pt x="231" y="3495"/>
                    </a:lnTo>
                    <a:lnTo>
                      <a:pt x="273" y="3537"/>
                    </a:lnTo>
                    <a:lnTo>
                      <a:pt x="440" y="3432"/>
                    </a:lnTo>
                    <a:lnTo>
                      <a:pt x="691" y="3495"/>
                    </a:lnTo>
                    <a:lnTo>
                      <a:pt x="796" y="3579"/>
                    </a:lnTo>
                    <a:lnTo>
                      <a:pt x="963" y="3474"/>
                    </a:lnTo>
                    <a:lnTo>
                      <a:pt x="1110" y="3474"/>
                    </a:lnTo>
                    <a:lnTo>
                      <a:pt x="1152" y="3432"/>
                    </a:lnTo>
                    <a:lnTo>
                      <a:pt x="1152" y="3286"/>
                    </a:lnTo>
                    <a:lnTo>
                      <a:pt x="1068" y="3160"/>
                    </a:lnTo>
                    <a:lnTo>
                      <a:pt x="1193" y="2909"/>
                    </a:lnTo>
                    <a:lnTo>
                      <a:pt x="1319" y="2805"/>
                    </a:lnTo>
                    <a:lnTo>
                      <a:pt x="1361" y="2658"/>
                    </a:lnTo>
                    <a:lnTo>
                      <a:pt x="1214" y="2658"/>
                    </a:lnTo>
                    <a:lnTo>
                      <a:pt x="1152" y="2512"/>
                    </a:lnTo>
                    <a:lnTo>
                      <a:pt x="1319" y="2323"/>
                    </a:lnTo>
                    <a:lnTo>
                      <a:pt x="1319" y="2093"/>
                    </a:lnTo>
                    <a:lnTo>
                      <a:pt x="1193" y="2010"/>
                    </a:lnTo>
                    <a:lnTo>
                      <a:pt x="1047" y="1717"/>
                    </a:lnTo>
                    <a:lnTo>
                      <a:pt x="1172" y="1696"/>
                    </a:lnTo>
                    <a:lnTo>
                      <a:pt x="1277" y="1696"/>
                    </a:lnTo>
                    <a:lnTo>
                      <a:pt x="1424" y="1487"/>
                    </a:lnTo>
                    <a:lnTo>
                      <a:pt x="1319" y="1382"/>
                    </a:lnTo>
                    <a:lnTo>
                      <a:pt x="1465" y="1277"/>
                    </a:lnTo>
                    <a:lnTo>
                      <a:pt x="1465" y="922"/>
                    </a:lnTo>
                    <a:lnTo>
                      <a:pt x="1424" y="754"/>
                    </a:lnTo>
                    <a:lnTo>
                      <a:pt x="1675" y="545"/>
                    </a:lnTo>
                    <a:lnTo>
                      <a:pt x="1737" y="545"/>
                    </a:lnTo>
                    <a:lnTo>
                      <a:pt x="1779" y="440"/>
                    </a:lnTo>
                    <a:lnTo>
                      <a:pt x="1675" y="252"/>
                    </a:lnTo>
                    <a:lnTo>
                      <a:pt x="1633" y="127"/>
                    </a:lnTo>
                    <a:lnTo>
                      <a:pt x="1382" y="85"/>
                    </a:lnTo>
                    <a:lnTo>
                      <a:pt x="1277" y="210"/>
                    </a:lnTo>
                    <a:lnTo>
                      <a:pt x="942" y="127"/>
                    </a:lnTo>
                    <a:lnTo>
                      <a:pt x="754" y="231"/>
                    </a:lnTo>
                    <a:lnTo>
                      <a:pt x="691" y="147"/>
                    </a:lnTo>
                    <a:lnTo>
                      <a:pt x="733" y="22"/>
                    </a:lnTo>
                    <a:lnTo>
                      <a:pt x="62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480" name="Google Shape;1480;p60"/>
              <p:cNvSpPr/>
              <p:nvPr/>
            </p:nvSpPr>
            <p:spPr>
              <a:xfrm>
                <a:off x="3580800" y="2585450"/>
                <a:ext cx="42275" cy="93450"/>
              </a:xfrm>
              <a:custGeom>
                <a:avLst/>
                <a:gdLst/>
                <a:ahLst/>
                <a:cxnLst/>
                <a:rect l="l" t="t" r="r" b="b"/>
                <a:pathLst>
                  <a:path w="1691" h="3738" extrusionOk="0">
                    <a:moveTo>
                      <a:pt x="453" y="0"/>
                    </a:moveTo>
                    <a:lnTo>
                      <a:pt x="0" y="547"/>
                    </a:lnTo>
                    <a:lnTo>
                      <a:pt x="0" y="3429"/>
                    </a:lnTo>
                    <a:lnTo>
                      <a:pt x="429" y="3738"/>
                    </a:lnTo>
                    <a:lnTo>
                      <a:pt x="1691" y="2714"/>
                    </a:lnTo>
                    <a:lnTo>
                      <a:pt x="1691" y="500"/>
                    </a:lnTo>
                    <a:close/>
                  </a:path>
                </a:pathLst>
              </a:custGeom>
              <a:solidFill>
                <a:srgbClr val="5F7D95"/>
              </a:solidFill>
              <a:ln>
                <a:noFill/>
              </a:ln>
            </p:spPr>
          </p:sp>
        </p:grpSp>
        <p:grpSp>
          <p:nvGrpSpPr>
            <p:cNvPr id="1481" name="Google Shape;1481;p60"/>
            <p:cNvGrpSpPr/>
            <p:nvPr/>
          </p:nvGrpSpPr>
          <p:grpSpPr>
            <a:xfrm>
              <a:off x="3849905" y="2572252"/>
              <a:ext cx="74339" cy="119559"/>
              <a:chOff x="3906325" y="1984500"/>
              <a:chExt cx="156075" cy="262825"/>
            </a:xfrm>
          </p:grpSpPr>
          <p:sp>
            <p:nvSpPr>
              <p:cNvPr id="1482" name="Google Shape;1482;p60"/>
              <p:cNvSpPr/>
              <p:nvPr/>
            </p:nvSpPr>
            <p:spPr>
              <a:xfrm>
                <a:off x="3906325" y="1984500"/>
                <a:ext cx="100825" cy="124200"/>
              </a:xfrm>
              <a:custGeom>
                <a:avLst/>
                <a:gdLst/>
                <a:ahLst/>
                <a:cxnLst/>
                <a:rect l="l" t="t" r="r" b="b"/>
                <a:pathLst>
                  <a:path w="4033" h="4968" extrusionOk="0">
                    <a:moveTo>
                      <a:pt x="2901" y="4968"/>
                    </a:moveTo>
                    <a:lnTo>
                      <a:pt x="1524" y="4673"/>
                    </a:lnTo>
                    <a:lnTo>
                      <a:pt x="0" y="1771"/>
                    </a:lnTo>
                    <a:lnTo>
                      <a:pt x="737" y="886"/>
                    </a:lnTo>
                    <a:lnTo>
                      <a:pt x="2508" y="1181"/>
                    </a:lnTo>
                    <a:lnTo>
                      <a:pt x="2655" y="345"/>
                    </a:lnTo>
                    <a:lnTo>
                      <a:pt x="3442" y="0"/>
                    </a:lnTo>
                    <a:lnTo>
                      <a:pt x="4033" y="443"/>
                    </a:lnTo>
                    <a:close/>
                  </a:path>
                </a:pathLst>
              </a:custGeom>
              <a:solidFill>
                <a:srgbClr val="5F7D95"/>
              </a:solidFill>
              <a:ln>
                <a:noFill/>
              </a:ln>
            </p:spPr>
          </p:sp>
          <p:sp>
            <p:nvSpPr>
              <p:cNvPr id="1483" name="Google Shape;1483;p60"/>
              <p:cNvSpPr/>
              <p:nvPr/>
            </p:nvSpPr>
            <p:spPr>
              <a:xfrm>
                <a:off x="3919575" y="1989950"/>
                <a:ext cx="142825" cy="257375"/>
              </a:xfrm>
              <a:custGeom>
                <a:avLst/>
                <a:gdLst/>
                <a:ahLst/>
                <a:cxnLst/>
                <a:rect l="l" t="t" r="r" b="b"/>
                <a:pathLst>
                  <a:path w="5713" h="10295" extrusionOk="0">
                    <a:moveTo>
                      <a:pt x="2867" y="0"/>
                    </a:moveTo>
                    <a:lnTo>
                      <a:pt x="2762" y="105"/>
                    </a:lnTo>
                    <a:lnTo>
                      <a:pt x="2762" y="147"/>
                    </a:lnTo>
                    <a:lnTo>
                      <a:pt x="2679" y="189"/>
                    </a:lnTo>
                    <a:lnTo>
                      <a:pt x="2532" y="147"/>
                    </a:lnTo>
                    <a:lnTo>
                      <a:pt x="2386" y="209"/>
                    </a:lnTo>
                    <a:lnTo>
                      <a:pt x="2386" y="293"/>
                    </a:lnTo>
                    <a:lnTo>
                      <a:pt x="2323" y="419"/>
                    </a:lnTo>
                    <a:lnTo>
                      <a:pt x="2239" y="461"/>
                    </a:lnTo>
                    <a:lnTo>
                      <a:pt x="2281" y="544"/>
                    </a:lnTo>
                    <a:lnTo>
                      <a:pt x="2260" y="628"/>
                    </a:lnTo>
                    <a:lnTo>
                      <a:pt x="2239" y="921"/>
                    </a:lnTo>
                    <a:lnTo>
                      <a:pt x="2281" y="1088"/>
                    </a:lnTo>
                    <a:lnTo>
                      <a:pt x="2344" y="1193"/>
                    </a:lnTo>
                    <a:lnTo>
                      <a:pt x="2281" y="1277"/>
                    </a:lnTo>
                    <a:lnTo>
                      <a:pt x="2177" y="1360"/>
                    </a:lnTo>
                    <a:lnTo>
                      <a:pt x="2072" y="1360"/>
                    </a:lnTo>
                    <a:lnTo>
                      <a:pt x="1967" y="1444"/>
                    </a:lnTo>
                    <a:lnTo>
                      <a:pt x="1905" y="1486"/>
                    </a:lnTo>
                    <a:lnTo>
                      <a:pt x="1821" y="1611"/>
                    </a:lnTo>
                    <a:lnTo>
                      <a:pt x="1674" y="1590"/>
                    </a:lnTo>
                    <a:lnTo>
                      <a:pt x="1507" y="1465"/>
                    </a:lnTo>
                    <a:lnTo>
                      <a:pt x="1381" y="1465"/>
                    </a:lnTo>
                    <a:lnTo>
                      <a:pt x="1298" y="1549"/>
                    </a:lnTo>
                    <a:lnTo>
                      <a:pt x="1151" y="1674"/>
                    </a:lnTo>
                    <a:lnTo>
                      <a:pt x="900" y="1674"/>
                    </a:lnTo>
                    <a:lnTo>
                      <a:pt x="733" y="1590"/>
                    </a:lnTo>
                    <a:lnTo>
                      <a:pt x="670" y="1465"/>
                    </a:lnTo>
                    <a:lnTo>
                      <a:pt x="607" y="1339"/>
                    </a:lnTo>
                    <a:lnTo>
                      <a:pt x="377" y="1130"/>
                    </a:lnTo>
                    <a:lnTo>
                      <a:pt x="293" y="984"/>
                    </a:lnTo>
                    <a:lnTo>
                      <a:pt x="189" y="963"/>
                    </a:lnTo>
                    <a:lnTo>
                      <a:pt x="105" y="1046"/>
                    </a:lnTo>
                    <a:lnTo>
                      <a:pt x="84" y="1151"/>
                    </a:lnTo>
                    <a:lnTo>
                      <a:pt x="105" y="1214"/>
                    </a:lnTo>
                    <a:lnTo>
                      <a:pt x="84" y="1256"/>
                    </a:lnTo>
                    <a:lnTo>
                      <a:pt x="42" y="1214"/>
                    </a:lnTo>
                    <a:lnTo>
                      <a:pt x="1" y="1256"/>
                    </a:lnTo>
                    <a:lnTo>
                      <a:pt x="105" y="1360"/>
                    </a:lnTo>
                    <a:lnTo>
                      <a:pt x="273" y="1423"/>
                    </a:lnTo>
                    <a:lnTo>
                      <a:pt x="482" y="1674"/>
                    </a:lnTo>
                    <a:lnTo>
                      <a:pt x="628" y="1779"/>
                    </a:lnTo>
                    <a:lnTo>
                      <a:pt x="879" y="1800"/>
                    </a:lnTo>
                    <a:lnTo>
                      <a:pt x="942" y="1841"/>
                    </a:lnTo>
                    <a:lnTo>
                      <a:pt x="1026" y="1883"/>
                    </a:lnTo>
                    <a:lnTo>
                      <a:pt x="1130" y="2009"/>
                    </a:lnTo>
                    <a:lnTo>
                      <a:pt x="1193" y="2113"/>
                    </a:lnTo>
                    <a:lnTo>
                      <a:pt x="1298" y="2113"/>
                    </a:lnTo>
                    <a:lnTo>
                      <a:pt x="1402" y="2239"/>
                    </a:lnTo>
                    <a:lnTo>
                      <a:pt x="1465" y="2239"/>
                    </a:lnTo>
                    <a:lnTo>
                      <a:pt x="1528" y="2323"/>
                    </a:lnTo>
                    <a:lnTo>
                      <a:pt x="1465" y="2427"/>
                    </a:lnTo>
                    <a:lnTo>
                      <a:pt x="1507" y="2574"/>
                    </a:lnTo>
                    <a:lnTo>
                      <a:pt x="1444" y="2720"/>
                    </a:lnTo>
                    <a:lnTo>
                      <a:pt x="1444" y="2825"/>
                    </a:lnTo>
                    <a:lnTo>
                      <a:pt x="1612" y="2825"/>
                    </a:lnTo>
                    <a:lnTo>
                      <a:pt x="1633" y="2950"/>
                    </a:lnTo>
                    <a:lnTo>
                      <a:pt x="1591" y="3034"/>
                    </a:lnTo>
                    <a:lnTo>
                      <a:pt x="1612" y="3181"/>
                    </a:lnTo>
                    <a:lnTo>
                      <a:pt x="1653" y="3285"/>
                    </a:lnTo>
                    <a:lnTo>
                      <a:pt x="1695" y="3494"/>
                    </a:lnTo>
                    <a:lnTo>
                      <a:pt x="1653" y="3599"/>
                    </a:lnTo>
                    <a:lnTo>
                      <a:pt x="1695" y="3683"/>
                    </a:lnTo>
                    <a:lnTo>
                      <a:pt x="1695" y="3913"/>
                    </a:lnTo>
                    <a:lnTo>
                      <a:pt x="1653" y="3997"/>
                    </a:lnTo>
                    <a:lnTo>
                      <a:pt x="1716" y="4143"/>
                    </a:lnTo>
                    <a:lnTo>
                      <a:pt x="1821" y="4185"/>
                    </a:lnTo>
                    <a:lnTo>
                      <a:pt x="1925" y="4394"/>
                    </a:lnTo>
                    <a:lnTo>
                      <a:pt x="1967" y="4478"/>
                    </a:lnTo>
                    <a:lnTo>
                      <a:pt x="1967" y="4603"/>
                    </a:lnTo>
                    <a:lnTo>
                      <a:pt x="1988" y="4645"/>
                    </a:lnTo>
                    <a:lnTo>
                      <a:pt x="2093" y="4645"/>
                    </a:lnTo>
                    <a:lnTo>
                      <a:pt x="2197" y="4750"/>
                    </a:lnTo>
                    <a:lnTo>
                      <a:pt x="2407" y="4750"/>
                    </a:lnTo>
                    <a:lnTo>
                      <a:pt x="2574" y="4875"/>
                    </a:lnTo>
                    <a:lnTo>
                      <a:pt x="2490" y="4938"/>
                    </a:lnTo>
                    <a:lnTo>
                      <a:pt x="2553" y="5022"/>
                    </a:lnTo>
                    <a:lnTo>
                      <a:pt x="2553" y="5189"/>
                    </a:lnTo>
                    <a:lnTo>
                      <a:pt x="2490" y="5231"/>
                    </a:lnTo>
                    <a:lnTo>
                      <a:pt x="2679" y="5378"/>
                    </a:lnTo>
                    <a:lnTo>
                      <a:pt x="2553" y="5357"/>
                    </a:lnTo>
                    <a:lnTo>
                      <a:pt x="2490" y="5378"/>
                    </a:lnTo>
                    <a:lnTo>
                      <a:pt x="2658" y="5524"/>
                    </a:lnTo>
                    <a:lnTo>
                      <a:pt x="2658" y="5587"/>
                    </a:lnTo>
                    <a:lnTo>
                      <a:pt x="2469" y="5482"/>
                    </a:lnTo>
                    <a:lnTo>
                      <a:pt x="2302" y="5482"/>
                    </a:lnTo>
                    <a:lnTo>
                      <a:pt x="2156" y="5587"/>
                    </a:lnTo>
                    <a:lnTo>
                      <a:pt x="2156" y="5691"/>
                    </a:lnTo>
                    <a:lnTo>
                      <a:pt x="2051" y="5796"/>
                    </a:lnTo>
                    <a:lnTo>
                      <a:pt x="2051" y="5880"/>
                    </a:lnTo>
                    <a:lnTo>
                      <a:pt x="1988" y="5901"/>
                    </a:lnTo>
                    <a:lnTo>
                      <a:pt x="1821" y="6089"/>
                    </a:lnTo>
                    <a:lnTo>
                      <a:pt x="1779" y="6277"/>
                    </a:lnTo>
                    <a:lnTo>
                      <a:pt x="1737" y="6298"/>
                    </a:lnTo>
                    <a:lnTo>
                      <a:pt x="1716" y="6256"/>
                    </a:lnTo>
                    <a:lnTo>
                      <a:pt x="1653" y="6256"/>
                    </a:lnTo>
                    <a:lnTo>
                      <a:pt x="1716" y="6361"/>
                    </a:lnTo>
                    <a:lnTo>
                      <a:pt x="1674" y="6445"/>
                    </a:lnTo>
                    <a:lnTo>
                      <a:pt x="1549" y="6445"/>
                    </a:lnTo>
                    <a:lnTo>
                      <a:pt x="1465" y="6549"/>
                    </a:lnTo>
                    <a:lnTo>
                      <a:pt x="1507" y="6717"/>
                    </a:lnTo>
                    <a:lnTo>
                      <a:pt x="1570" y="6759"/>
                    </a:lnTo>
                    <a:lnTo>
                      <a:pt x="1444" y="6717"/>
                    </a:lnTo>
                    <a:lnTo>
                      <a:pt x="1402" y="6654"/>
                    </a:lnTo>
                    <a:lnTo>
                      <a:pt x="1319" y="6696"/>
                    </a:lnTo>
                    <a:lnTo>
                      <a:pt x="1256" y="6821"/>
                    </a:lnTo>
                    <a:lnTo>
                      <a:pt x="1298" y="6884"/>
                    </a:lnTo>
                    <a:lnTo>
                      <a:pt x="1214" y="6842"/>
                    </a:lnTo>
                    <a:lnTo>
                      <a:pt x="1193" y="6905"/>
                    </a:lnTo>
                    <a:lnTo>
                      <a:pt x="1256" y="6968"/>
                    </a:lnTo>
                    <a:lnTo>
                      <a:pt x="1256" y="7031"/>
                    </a:lnTo>
                    <a:lnTo>
                      <a:pt x="1193" y="7114"/>
                    </a:lnTo>
                    <a:lnTo>
                      <a:pt x="1151" y="7156"/>
                    </a:lnTo>
                    <a:lnTo>
                      <a:pt x="1047" y="7219"/>
                    </a:lnTo>
                    <a:lnTo>
                      <a:pt x="1005" y="7177"/>
                    </a:lnTo>
                    <a:lnTo>
                      <a:pt x="984" y="7135"/>
                    </a:lnTo>
                    <a:lnTo>
                      <a:pt x="900" y="7114"/>
                    </a:lnTo>
                    <a:lnTo>
                      <a:pt x="817" y="7135"/>
                    </a:lnTo>
                    <a:lnTo>
                      <a:pt x="837" y="7240"/>
                    </a:lnTo>
                    <a:lnTo>
                      <a:pt x="796" y="7282"/>
                    </a:lnTo>
                    <a:lnTo>
                      <a:pt x="837" y="7386"/>
                    </a:lnTo>
                    <a:lnTo>
                      <a:pt x="796" y="7491"/>
                    </a:lnTo>
                    <a:lnTo>
                      <a:pt x="733" y="7533"/>
                    </a:lnTo>
                    <a:lnTo>
                      <a:pt x="691" y="7637"/>
                    </a:lnTo>
                    <a:lnTo>
                      <a:pt x="733" y="7742"/>
                    </a:lnTo>
                    <a:lnTo>
                      <a:pt x="775" y="7763"/>
                    </a:lnTo>
                    <a:lnTo>
                      <a:pt x="733" y="7867"/>
                    </a:lnTo>
                    <a:lnTo>
                      <a:pt x="775" y="7951"/>
                    </a:lnTo>
                    <a:lnTo>
                      <a:pt x="858" y="7909"/>
                    </a:lnTo>
                    <a:lnTo>
                      <a:pt x="900" y="7972"/>
                    </a:lnTo>
                    <a:lnTo>
                      <a:pt x="879" y="8098"/>
                    </a:lnTo>
                    <a:lnTo>
                      <a:pt x="837" y="8160"/>
                    </a:lnTo>
                    <a:lnTo>
                      <a:pt x="879" y="8265"/>
                    </a:lnTo>
                    <a:lnTo>
                      <a:pt x="837" y="8307"/>
                    </a:lnTo>
                    <a:lnTo>
                      <a:pt x="942" y="8495"/>
                    </a:lnTo>
                    <a:lnTo>
                      <a:pt x="1005" y="8537"/>
                    </a:lnTo>
                    <a:lnTo>
                      <a:pt x="942" y="8621"/>
                    </a:lnTo>
                    <a:lnTo>
                      <a:pt x="1026" y="8746"/>
                    </a:lnTo>
                    <a:lnTo>
                      <a:pt x="942" y="8788"/>
                    </a:lnTo>
                    <a:lnTo>
                      <a:pt x="984" y="8955"/>
                    </a:lnTo>
                    <a:lnTo>
                      <a:pt x="942" y="9039"/>
                    </a:lnTo>
                    <a:lnTo>
                      <a:pt x="942" y="9269"/>
                    </a:lnTo>
                    <a:lnTo>
                      <a:pt x="1005" y="9353"/>
                    </a:lnTo>
                    <a:lnTo>
                      <a:pt x="942" y="9479"/>
                    </a:lnTo>
                    <a:lnTo>
                      <a:pt x="942" y="9562"/>
                    </a:lnTo>
                    <a:lnTo>
                      <a:pt x="1005" y="9625"/>
                    </a:lnTo>
                    <a:lnTo>
                      <a:pt x="1151" y="9541"/>
                    </a:lnTo>
                    <a:lnTo>
                      <a:pt x="1214" y="9583"/>
                    </a:lnTo>
                    <a:lnTo>
                      <a:pt x="1235" y="9520"/>
                    </a:lnTo>
                    <a:lnTo>
                      <a:pt x="1361" y="9646"/>
                    </a:lnTo>
                    <a:lnTo>
                      <a:pt x="1444" y="9625"/>
                    </a:lnTo>
                    <a:lnTo>
                      <a:pt x="1528" y="9688"/>
                    </a:lnTo>
                    <a:lnTo>
                      <a:pt x="1674" y="9667"/>
                    </a:lnTo>
                    <a:lnTo>
                      <a:pt x="1737" y="9688"/>
                    </a:lnTo>
                    <a:lnTo>
                      <a:pt x="1674" y="9772"/>
                    </a:lnTo>
                    <a:lnTo>
                      <a:pt x="1737" y="9772"/>
                    </a:lnTo>
                    <a:lnTo>
                      <a:pt x="1863" y="9667"/>
                    </a:lnTo>
                    <a:lnTo>
                      <a:pt x="1863" y="9751"/>
                    </a:lnTo>
                    <a:lnTo>
                      <a:pt x="1779" y="9855"/>
                    </a:lnTo>
                    <a:lnTo>
                      <a:pt x="1946" y="10064"/>
                    </a:lnTo>
                    <a:lnTo>
                      <a:pt x="1967" y="10148"/>
                    </a:lnTo>
                    <a:lnTo>
                      <a:pt x="1946" y="10274"/>
                    </a:lnTo>
                    <a:lnTo>
                      <a:pt x="1967" y="10295"/>
                    </a:lnTo>
                    <a:lnTo>
                      <a:pt x="2030" y="10148"/>
                    </a:lnTo>
                    <a:lnTo>
                      <a:pt x="2114" y="10106"/>
                    </a:lnTo>
                    <a:lnTo>
                      <a:pt x="2135" y="10190"/>
                    </a:lnTo>
                    <a:lnTo>
                      <a:pt x="2239" y="10148"/>
                    </a:lnTo>
                    <a:lnTo>
                      <a:pt x="2323" y="10148"/>
                    </a:lnTo>
                    <a:lnTo>
                      <a:pt x="2490" y="10002"/>
                    </a:lnTo>
                    <a:lnTo>
                      <a:pt x="2595" y="10002"/>
                    </a:lnTo>
                    <a:lnTo>
                      <a:pt x="2825" y="9855"/>
                    </a:lnTo>
                    <a:lnTo>
                      <a:pt x="2867" y="9792"/>
                    </a:lnTo>
                    <a:lnTo>
                      <a:pt x="3014" y="9855"/>
                    </a:lnTo>
                    <a:lnTo>
                      <a:pt x="3118" y="9834"/>
                    </a:lnTo>
                    <a:lnTo>
                      <a:pt x="3223" y="9688"/>
                    </a:lnTo>
                    <a:lnTo>
                      <a:pt x="3244" y="9751"/>
                    </a:lnTo>
                    <a:lnTo>
                      <a:pt x="3202" y="9855"/>
                    </a:lnTo>
                    <a:lnTo>
                      <a:pt x="3244" y="9876"/>
                    </a:lnTo>
                    <a:lnTo>
                      <a:pt x="3306" y="9751"/>
                    </a:lnTo>
                    <a:lnTo>
                      <a:pt x="3348" y="9772"/>
                    </a:lnTo>
                    <a:lnTo>
                      <a:pt x="3306" y="9646"/>
                    </a:lnTo>
                    <a:lnTo>
                      <a:pt x="3348" y="9583"/>
                    </a:lnTo>
                    <a:lnTo>
                      <a:pt x="3411" y="9688"/>
                    </a:lnTo>
                    <a:lnTo>
                      <a:pt x="3453" y="9688"/>
                    </a:lnTo>
                    <a:lnTo>
                      <a:pt x="3495" y="9625"/>
                    </a:lnTo>
                    <a:lnTo>
                      <a:pt x="3537" y="9751"/>
                    </a:lnTo>
                    <a:lnTo>
                      <a:pt x="3620" y="9730"/>
                    </a:lnTo>
                    <a:lnTo>
                      <a:pt x="3620" y="9646"/>
                    </a:lnTo>
                    <a:lnTo>
                      <a:pt x="3662" y="9667"/>
                    </a:lnTo>
                    <a:lnTo>
                      <a:pt x="3704" y="9730"/>
                    </a:lnTo>
                    <a:lnTo>
                      <a:pt x="3767" y="9646"/>
                    </a:lnTo>
                    <a:lnTo>
                      <a:pt x="3934" y="9625"/>
                    </a:lnTo>
                    <a:lnTo>
                      <a:pt x="4018" y="9688"/>
                    </a:lnTo>
                    <a:lnTo>
                      <a:pt x="4206" y="9667"/>
                    </a:lnTo>
                    <a:lnTo>
                      <a:pt x="4206" y="9625"/>
                    </a:lnTo>
                    <a:lnTo>
                      <a:pt x="4143" y="9562"/>
                    </a:lnTo>
                    <a:lnTo>
                      <a:pt x="4206" y="9541"/>
                    </a:lnTo>
                    <a:lnTo>
                      <a:pt x="4269" y="9562"/>
                    </a:lnTo>
                    <a:lnTo>
                      <a:pt x="4311" y="9646"/>
                    </a:lnTo>
                    <a:lnTo>
                      <a:pt x="4415" y="9667"/>
                    </a:lnTo>
                    <a:lnTo>
                      <a:pt x="4457" y="9562"/>
                    </a:lnTo>
                    <a:lnTo>
                      <a:pt x="4436" y="9416"/>
                    </a:lnTo>
                    <a:lnTo>
                      <a:pt x="4687" y="9144"/>
                    </a:lnTo>
                    <a:lnTo>
                      <a:pt x="4876" y="9123"/>
                    </a:lnTo>
                    <a:lnTo>
                      <a:pt x="5043" y="8872"/>
                    </a:lnTo>
                    <a:lnTo>
                      <a:pt x="5190" y="8621"/>
                    </a:lnTo>
                    <a:lnTo>
                      <a:pt x="5315" y="8349"/>
                    </a:lnTo>
                    <a:lnTo>
                      <a:pt x="5566" y="7951"/>
                    </a:lnTo>
                    <a:lnTo>
                      <a:pt x="5713" y="7533"/>
                    </a:lnTo>
                    <a:lnTo>
                      <a:pt x="5692" y="7344"/>
                    </a:lnTo>
                    <a:lnTo>
                      <a:pt x="5420" y="7051"/>
                    </a:lnTo>
                    <a:lnTo>
                      <a:pt x="5273" y="7010"/>
                    </a:lnTo>
                    <a:lnTo>
                      <a:pt x="5001" y="6633"/>
                    </a:lnTo>
                    <a:lnTo>
                      <a:pt x="5064" y="6466"/>
                    </a:lnTo>
                    <a:lnTo>
                      <a:pt x="5169" y="6298"/>
                    </a:lnTo>
                    <a:lnTo>
                      <a:pt x="5169" y="6110"/>
                    </a:lnTo>
                    <a:lnTo>
                      <a:pt x="4980" y="5984"/>
                    </a:lnTo>
                    <a:lnTo>
                      <a:pt x="4938" y="5859"/>
                    </a:lnTo>
                    <a:lnTo>
                      <a:pt x="4938" y="5650"/>
                    </a:lnTo>
                    <a:lnTo>
                      <a:pt x="4980" y="5587"/>
                    </a:lnTo>
                    <a:lnTo>
                      <a:pt x="4938" y="5482"/>
                    </a:lnTo>
                    <a:lnTo>
                      <a:pt x="4792" y="5461"/>
                    </a:lnTo>
                    <a:lnTo>
                      <a:pt x="4729" y="5357"/>
                    </a:lnTo>
                    <a:lnTo>
                      <a:pt x="4729" y="5168"/>
                    </a:lnTo>
                    <a:lnTo>
                      <a:pt x="4792" y="5064"/>
                    </a:lnTo>
                    <a:lnTo>
                      <a:pt x="4687" y="5043"/>
                    </a:lnTo>
                    <a:lnTo>
                      <a:pt x="4687" y="4938"/>
                    </a:lnTo>
                    <a:lnTo>
                      <a:pt x="4729" y="4582"/>
                    </a:lnTo>
                    <a:lnTo>
                      <a:pt x="4834" y="4541"/>
                    </a:lnTo>
                    <a:lnTo>
                      <a:pt x="4562" y="3955"/>
                    </a:lnTo>
                    <a:lnTo>
                      <a:pt x="4332" y="3494"/>
                    </a:lnTo>
                    <a:lnTo>
                      <a:pt x="4269" y="3348"/>
                    </a:lnTo>
                    <a:lnTo>
                      <a:pt x="4143" y="3181"/>
                    </a:lnTo>
                    <a:lnTo>
                      <a:pt x="4248" y="2929"/>
                    </a:lnTo>
                    <a:lnTo>
                      <a:pt x="4353" y="2741"/>
                    </a:lnTo>
                    <a:lnTo>
                      <a:pt x="4415" y="2553"/>
                    </a:lnTo>
                    <a:lnTo>
                      <a:pt x="4332" y="2490"/>
                    </a:lnTo>
                    <a:lnTo>
                      <a:pt x="4060" y="2323"/>
                    </a:lnTo>
                    <a:lnTo>
                      <a:pt x="4018" y="2218"/>
                    </a:lnTo>
                    <a:lnTo>
                      <a:pt x="3934" y="2093"/>
                    </a:lnTo>
                    <a:lnTo>
                      <a:pt x="3767" y="2009"/>
                    </a:lnTo>
                    <a:lnTo>
                      <a:pt x="3704" y="2009"/>
                    </a:lnTo>
                    <a:lnTo>
                      <a:pt x="3599" y="1758"/>
                    </a:lnTo>
                    <a:lnTo>
                      <a:pt x="3516" y="1653"/>
                    </a:lnTo>
                    <a:lnTo>
                      <a:pt x="3558" y="1465"/>
                    </a:lnTo>
                    <a:lnTo>
                      <a:pt x="3599" y="1297"/>
                    </a:lnTo>
                    <a:lnTo>
                      <a:pt x="3495" y="1277"/>
                    </a:lnTo>
                    <a:lnTo>
                      <a:pt x="3599" y="1235"/>
                    </a:lnTo>
                    <a:lnTo>
                      <a:pt x="3746" y="1172"/>
                    </a:lnTo>
                    <a:lnTo>
                      <a:pt x="3725" y="942"/>
                    </a:lnTo>
                    <a:lnTo>
                      <a:pt x="3830" y="774"/>
                    </a:lnTo>
                    <a:lnTo>
                      <a:pt x="3850" y="649"/>
                    </a:lnTo>
                    <a:lnTo>
                      <a:pt x="3746" y="523"/>
                    </a:lnTo>
                    <a:lnTo>
                      <a:pt x="3725" y="419"/>
                    </a:lnTo>
                    <a:lnTo>
                      <a:pt x="3537" y="398"/>
                    </a:lnTo>
                    <a:lnTo>
                      <a:pt x="3411" y="335"/>
                    </a:lnTo>
                    <a:lnTo>
                      <a:pt x="3327" y="251"/>
                    </a:lnTo>
                    <a:lnTo>
                      <a:pt x="3202" y="84"/>
                    </a:lnTo>
                    <a:lnTo>
                      <a:pt x="309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484" name="Google Shape;1484;p60"/>
            <p:cNvGrpSpPr/>
            <p:nvPr/>
          </p:nvGrpSpPr>
          <p:grpSpPr>
            <a:xfrm>
              <a:off x="2654821" y="2414345"/>
              <a:ext cx="667570" cy="558731"/>
              <a:chOff x="1397225" y="1637375"/>
              <a:chExt cx="1401575" cy="1228250"/>
            </a:xfrm>
          </p:grpSpPr>
          <p:sp>
            <p:nvSpPr>
              <p:cNvPr id="1485" name="Google Shape;1485;p60"/>
              <p:cNvSpPr/>
              <p:nvPr/>
            </p:nvSpPr>
            <p:spPr>
              <a:xfrm>
                <a:off x="2050925" y="2362200"/>
                <a:ext cx="747875" cy="497225"/>
              </a:xfrm>
              <a:custGeom>
                <a:avLst/>
                <a:gdLst/>
                <a:ahLst/>
                <a:cxnLst/>
                <a:rect l="l" t="t" r="r" b="b"/>
                <a:pathLst>
                  <a:path w="29915" h="19889" extrusionOk="0">
                    <a:moveTo>
                      <a:pt x="107" y="1186"/>
                    </a:moveTo>
                    <a:lnTo>
                      <a:pt x="0" y="0"/>
                    </a:lnTo>
                    <a:lnTo>
                      <a:pt x="15577" y="1563"/>
                    </a:lnTo>
                    <a:lnTo>
                      <a:pt x="26519" y="5336"/>
                    </a:lnTo>
                    <a:lnTo>
                      <a:pt x="27435" y="5444"/>
                    </a:lnTo>
                    <a:lnTo>
                      <a:pt x="28783" y="4420"/>
                    </a:lnTo>
                    <a:lnTo>
                      <a:pt x="29753" y="4527"/>
                    </a:lnTo>
                    <a:lnTo>
                      <a:pt x="29915" y="6198"/>
                    </a:lnTo>
                    <a:lnTo>
                      <a:pt x="26465" y="6899"/>
                    </a:lnTo>
                    <a:lnTo>
                      <a:pt x="11157" y="16062"/>
                    </a:lnTo>
                    <a:lnTo>
                      <a:pt x="10295" y="18649"/>
                    </a:lnTo>
                    <a:lnTo>
                      <a:pt x="10295" y="19889"/>
                    </a:lnTo>
                    <a:lnTo>
                      <a:pt x="2803" y="15846"/>
                    </a:lnTo>
                    <a:lnTo>
                      <a:pt x="1347" y="14876"/>
                    </a:lnTo>
                    <a:lnTo>
                      <a:pt x="0" y="14607"/>
                    </a:lnTo>
                    <a:lnTo>
                      <a:pt x="916" y="11642"/>
                    </a:lnTo>
                    <a:lnTo>
                      <a:pt x="1725" y="3881"/>
                    </a:lnTo>
                    <a:close/>
                  </a:path>
                </a:pathLst>
              </a:custGeom>
              <a:solidFill>
                <a:srgbClr val="5F7D95"/>
              </a:solidFill>
              <a:ln>
                <a:noFill/>
              </a:ln>
            </p:spPr>
          </p:sp>
          <p:grpSp>
            <p:nvGrpSpPr>
              <p:cNvPr id="1486" name="Google Shape;1486;p60"/>
              <p:cNvGrpSpPr/>
              <p:nvPr/>
            </p:nvGrpSpPr>
            <p:grpSpPr>
              <a:xfrm>
                <a:off x="1397225" y="1637375"/>
                <a:ext cx="1398775" cy="1228250"/>
                <a:chOff x="1397225" y="1637375"/>
                <a:chExt cx="1398775" cy="1228250"/>
              </a:xfrm>
            </p:grpSpPr>
            <p:sp>
              <p:nvSpPr>
                <p:cNvPr id="1487" name="Google Shape;1487;p60"/>
                <p:cNvSpPr/>
                <p:nvPr/>
              </p:nvSpPr>
              <p:spPr>
                <a:xfrm>
                  <a:off x="1397225" y="1637375"/>
                  <a:ext cx="692600" cy="594250"/>
                </a:xfrm>
                <a:custGeom>
                  <a:avLst/>
                  <a:gdLst/>
                  <a:ahLst/>
                  <a:cxnLst/>
                  <a:rect l="l" t="t" r="r" b="b"/>
                  <a:pathLst>
                    <a:path w="27704" h="23770" extrusionOk="0">
                      <a:moveTo>
                        <a:pt x="14864" y="15547"/>
                      </a:moveTo>
                      <a:lnTo>
                        <a:pt x="14836" y="15589"/>
                      </a:lnTo>
                      <a:lnTo>
                        <a:pt x="14836" y="15568"/>
                      </a:lnTo>
                      <a:lnTo>
                        <a:pt x="14864" y="15547"/>
                      </a:lnTo>
                      <a:close/>
                      <a:moveTo>
                        <a:pt x="19460" y="16760"/>
                      </a:moveTo>
                      <a:lnTo>
                        <a:pt x="19523" y="16823"/>
                      </a:lnTo>
                      <a:lnTo>
                        <a:pt x="19460" y="16844"/>
                      </a:lnTo>
                      <a:lnTo>
                        <a:pt x="19460" y="16760"/>
                      </a:lnTo>
                      <a:close/>
                      <a:moveTo>
                        <a:pt x="23686" y="18497"/>
                      </a:moveTo>
                      <a:lnTo>
                        <a:pt x="23624" y="18644"/>
                      </a:lnTo>
                      <a:lnTo>
                        <a:pt x="23561" y="18853"/>
                      </a:lnTo>
                      <a:lnTo>
                        <a:pt x="23582" y="19020"/>
                      </a:lnTo>
                      <a:lnTo>
                        <a:pt x="23477" y="19229"/>
                      </a:lnTo>
                      <a:lnTo>
                        <a:pt x="23477" y="19355"/>
                      </a:lnTo>
                      <a:lnTo>
                        <a:pt x="23519" y="19439"/>
                      </a:lnTo>
                      <a:lnTo>
                        <a:pt x="23393" y="19355"/>
                      </a:lnTo>
                      <a:lnTo>
                        <a:pt x="23393" y="19543"/>
                      </a:lnTo>
                      <a:lnTo>
                        <a:pt x="23393" y="19564"/>
                      </a:lnTo>
                      <a:cubicBezTo>
                        <a:pt x="23352" y="19648"/>
                        <a:pt x="23310" y="19753"/>
                        <a:pt x="23310" y="19836"/>
                      </a:cubicBezTo>
                      <a:lnTo>
                        <a:pt x="23310" y="19962"/>
                      </a:lnTo>
                      <a:lnTo>
                        <a:pt x="23289" y="19941"/>
                      </a:lnTo>
                      <a:lnTo>
                        <a:pt x="23289" y="19836"/>
                      </a:lnTo>
                      <a:lnTo>
                        <a:pt x="23258" y="19791"/>
                      </a:lnTo>
                      <a:lnTo>
                        <a:pt x="23268" y="19773"/>
                      </a:lnTo>
                      <a:lnTo>
                        <a:pt x="23268" y="19627"/>
                      </a:lnTo>
                      <a:lnTo>
                        <a:pt x="23331" y="19543"/>
                      </a:lnTo>
                      <a:lnTo>
                        <a:pt x="23352" y="19250"/>
                      </a:lnTo>
                      <a:lnTo>
                        <a:pt x="23435" y="19020"/>
                      </a:lnTo>
                      <a:lnTo>
                        <a:pt x="23435" y="18790"/>
                      </a:lnTo>
                      <a:lnTo>
                        <a:pt x="23414" y="18623"/>
                      </a:lnTo>
                      <a:lnTo>
                        <a:pt x="23352" y="18539"/>
                      </a:lnTo>
                      <a:lnTo>
                        <a:pt x="23352" y="18518"/>
                      </a:lnTo>
                      <a:lnTo>
                        <a:pt x="23414" y="18539"/>
                      </a:lnTo>
                      <a:lnTo>
                        <a:pt x="23456" y="18685"/>
                      </a:lnTo>
                      <a:lnTo>
                        <a:pt x="23519" y="18706"/>
                      </a:lnTo>
                      <a:lnTo>
                        <a:pt x="23561" y="18581"/>
                      </a:lnTo>
                      <a:lnTo>
                        <a:pt x="23686" y="18497"/>
                      </a:lnTo>
                      <a:close/>
                      <a:moveTo>
                        <a:pt x="23204" y="19889"/>
                      </a:moveTo>
                      <a:lnTo>
                        <a:pt x="23184" y="19941"/>
                      </a:lnTo>
                      <a:lnTo>
                        <a:pt x="23142" y="20297"/>
                      </a:lnTo>
                      <a:lnTo>
                        <a:pt x="23038" y="20464"/>
                      </a:lnTo>
                      <a:lnTo>
                        <a:pt x="23017" y="20631"/>
                      </a:lnTo>
                      <a:lnTo>
                        <a:pt x="23121" y="20694"/>
                      </a:lnTo>
                      <a:lnTo>
                        <a:pt x="23080" y="20778"/>
                      </a:lnTo>
                      <a:lnTo>
                        <a:pt x="23121" y="20841"/>
                      </a:lnTo>
                      <a:lnTo>
                        <a:pt x="22996" y="20841"/>
                      </a:lnTo>
                      <a:lnTo>
                        <a:pt x="22912" y="20924"/>
                      </a:lnTo>
                      <a:lnTo>
                        <a:pt x="22912" y="21050"/>
                      </a:lnTo>
                      <a:cubicBezTo>
                        <a:pt x="22891" y="21050"/>
                        <a:pt x="22870" y="21092"/>
                        <a:pt x="22870" y="21134"/>
                      </a:cubicBezTo>
                      <a:lnTo>
                        <a:pt x="22870" y="21154"/>
                      </a:lnTo>
                      <a:lnTo>
                        <a:pt x="22847" y="21178"/>
                      </a:lnTo>
                      <a:lnTo>
                        <a:pt x="22847" y="21178"/>
                      </a:lnTo>
                      <a:lnTo>
                        <a:pt x="22849" y="21154"/>
                      </a:lnTo>
                      <a:lnTo>
                        <a:pt x="22849" y="20945"/>
                      </a:lnTo>
                      <a:lnTo>
                        <a:pt x="22828" y="20882"/>
                      </a:lnTo>
                      <a:cubicBezTo>
                        <a:pt x="22828" y="20820"/>
                        <a:pt x="22849" y="20778"/>
                        <a:pt x="22849" y="20736"/>
                      </a:cubicBezTo>
                      <a:lnTo>
                        <a:pt x="22891" y="20778"/>
                      </a:lnTo>
                      <a:lnTo>
                        <a:pt x="22954" y="20778"/>
                      </a:lnTo>
                      <a:lnTo>
                        <a:pt x="22954" y="20610"/>
                      </a:lnTo>
                      <a:lnTo>
                        <a:pt x="23017" y="20569"/>
                      </a:lnTo>
                      <a:lnTo>
                        <a:pt x="22954" y="20485"/>
                      </a:lnTo>
                      <a:lnTo>
                        <a:pt x="22828" y="20464"/>
                      </a:lnTo>
                      <a:lnTo>
                        <a:pt x="22828" y="20380"/>
                      </a:lnTo>
                      <a:lnTo>
                        <a:pt x="22703" y="20150"/>
                      </a:lnTo>
                      <a:lnTo>
                        <a:pt x="22703" y="20108"/>
                      </a:lnTo>
                      <a:lnTo>
                        <a:pt x="22828" y="20255"/>
                      </a:lnTo>
                      <a:lnTo>
                        <a:pt x="22912" y="20380"/>
                      </a:lnTo>
                      <a:lnTo>
                        <a:pt x="22996" y="20401"/>
                      </a:lnTo>
                      <a:lnTo>
                        <a:pt x="23038" y="20359"/>
                      </a:lnTo>
                      <a:lnTo>
                        <a:pt x="23017" y="20276"/>
                      </a:lnTo>
                      <a:lnTo>
                        <a:pt x="23121" y="20255"/>
                      </a:lnTo>
                      <a:lnTo>
                        <a:pt x="23121" y="20171"/>
                      </a:lnTo>
                      <a:lnTo>
                        <a:pt x="23059" y="20108"/>
                      </a:lnTo>
                      <a:cubicBezTo>
                        <a:pt x="23101" y="20066"/>
                        <a:pt x="23121" y="19983"/>
                        <a:pt x="23142" y="19941"/>
                      </a:cubicBezTo>
                      <a:lnTo>
                        <a:pt x="23163" y="19962"/>
                      </a:lnTo>
                      <a:lnTo>
                        <a:pt x="23204" y="19889"/>
                      </a:lnTo>
                      <a:close/>
                      <a:moveTo>
                        <a:pt x="23519" y="19836"/>
                      </a:moveTo>
                      <a:lnTo>
                        <a:pt x="23540" y="19962"/>
                      </a:lnTo>
                      <a:lnTo>
                        <a:pt x="23582" y="19962"/>
                      </a:lnTo>
                      <a:lnTo>
                        <a:pt x="23582" y="20087"/>
                      </a:lnTo>
                      <a:lnTo>
                        <a:pt x="23665" y="20171"/>
                      </a:lnTo>
                      <a:lnTo>
                        <a:pt x="23728" y="20108"/>
                      </a:lnTo>
                      <a:lnTo>
                        <a:pt x="23770" y="20150"/>
                      </a:lnTo>
                      <a:lnTo>
                        <a:pt x="23875" y="20087"/>
                      </a:lnTo>
                      <a:lnTo>
                        <a:pt x="24021" y="20087"/>
                      </a:lnTo>
                      <a:lnTo>
                        <a:pt x="24021" y="20108"/>
                      </a:lnTo>
                      <a:lnTo>
                        <a:pt x="23854" y="20213"/>
                      </a:lnTo>
                      <a:lnTo>
                        <a:pt x="23812" y="20255"/>
                      </a:lnTo>
                      <a:lnTo>
                        <a:pt x="23812" y="20297"/>
                      </a:lnTo>
                      <a:lnTo>
                        <a:pt x="23875" y="20359"/>
                      </a:lnTo>
                      <a:lnTo>
                        <a:pt x="23854" y="20401"/>
                      </a:lnTo>
                      <a:lnTo>
                        <a:pt x="23770" y="20401"/>
                      </a:lnTo>
                      <a:lnTo>
                        <a:pt x="23770" y="20464"/>
                      </a:lnTo>
                      <a:lnTo>
                        <a:pt x="23854" y="20590"/>
                      </a:lnTo>
                      <a:lnTo>
                        <a:pt x="23854" y="20694"/>
                      </a:lnTo>
                      <a:lnTo>
                        <a:pt x="23812" y="20715"/>
                      </a:lnTo>
                      <a:lnTo>
                        <a:pt x="23728" y="20631"/>
                      </a:lnTo>
                      <a:lnTo>
                        <a:pt x="23665" y="20548"/>
                      </a:lnTo>
                      <a:lnTo>
                        <a:pt x="23645" y="20610"/>
                      </a:lnTo>
                      <a:lnTo>
                        <a:pt x="23665" y="20694"/>
                      </a:lnTo>
                      <a:lnTo>
                        <a:pt x="23624" y="20757"/>
                      </a:lnTo>
                      <a:lnTo>
                        <a:pt x="23624" y="20903"/>
                      </a:lnTo>
                      <a:lnTo>
                        <a:pt x="23645" y="20924"/>
                      </a:lnTo>
                      <a:cubicBezTo>
                        <a:pt x="23629" y="20919"/>
                        <a:pt x="23614" y="20916"/>
                        <a:pt x="23601" y="20916"/>
                      </a:cubicBezTo>
                      <a:cubicBezTo>
                        <a:pt x="23562" y="20916"/>
                        <a:pt x="23535" y="20940"/>
                        <a:pt x="23519" y="20987"/>
                      </a:cubicBezTo>
                      <a:cubicBezTo>
                        <a:pt x="23456" y="21071"/>
                        <a:pt x="23414" y="21154"/>
                        <a:pt x="23373" y="21259"/>
                      </a:cubicBezTo>
                      <a:lnTo>
                        <a:pt x="23268" y="21154"/>
                      </a:lnTo>
                      <a:lnTo>
                        <a:pt x="23121" y="21154"/>
                      </a:lnTo>
                      <a:lnTo>
                        <a:pt x="23121" y="21238"/>
                      </a:lnTo>
                      <a:lnTo>
                        <a:pt x="23163" y="21322"/>
                      </a:lnTo>
                      <a:lnTo>
                        <a:pt x="23142" y="21426"/>
                      </a:lnTo>
                      <a:lnTo>
                        <a:pt x="23247" y="21468"/>
                      </a:lnTo>
                      <a:lnTo>
                        <a:pt x="23205" y="21552"/>
                      </a:lnTo>
                      <a:lnTo>
                        <a:pt x="23121" y="21552"/>
                      </a:lnTo>
                      <a:lnTo>
                        <a:pt x="23101" y="21531"/>
                      </a:lnTo>
                      <a:lnTo>
                        <a:pt x="23038" y="21615"/>
                      </a:lnTo>
                      <a:lnTo>
                        <a:pt x="23038" y="21531"/>
                      </a:lnTo>
                      <a:lnTo>
                        <a:pt x="23101" y="21447"/>
                      </a:lnTo>
                      <a:lnTo>
                        <a:pt x="22996" y="21322"/>
                      </a:lnTo>
                      <a:cubicBezTo>
                        <a:pt x="22996" y="21259"/>
                        <a:pt x="22996" y="21196"/>
                        <a:pt x="23017" y="21134"/>
                      </a:cubicBezTo>
                      <a:lnTo>
                        <a:pt x="23163" y="21050"/>
                      </a:lnTo>
                      <a:lnTo>
                        <a:pt x="23205" y="20882"/>
                      </a:lnTo>
                      <a:lnTo>
                        <a:pt x="23268" y="20903"/>
                      </a:lnTo>
                      <a:lnTo>
                        <a:pt x="23331" y="20841"/>
                      </a:lnTo>
                      <a:lnTo>
                        <a:pt x="23331" y="20736"/>
                      </a:lnTo>
                      <a:lnTo>
                        <a:pt x="23352" y="20673"/>
                      </a:lnTo>
                      <a:lnTo>
                        <a:pt x="23352" y="20276"/>
                      </a:lnTo>
                      <a:lnTo>
                        <a:pt x="23373" y="20171"/>
                      </a:lnTo>
                      <a:lnTo>
                        <a:pt x="23435" y="20401"/>
                      </a:lnTo>
                      <a:lnTo>
                        <a:pt x="23414" y="20673"/>
                      </a:lnTo>
                      <a:lnTo>
                        <a:pt x="23456" y="20694"/>
                      </a:lnTo>
                      <a:lnTo>
                        <a:pt x="23540" y="20527"/>
                      </a:lnTo>
                      <a:lnTo>
                        <a:pt x="23519" y="20108"/>
                      </a:lnTo>
                      <a:lnTo>
                        <a:pt x="23435" y="20004"/>
                      </a:lnTo>
                      <a:cubicBezTo>
                        <a:pt x="23456" y="19983"/>
                        <a:pt x="23456" y="19941"/>
                        <a:pt x="23498" y="19899"/>
                      </a:cubicBezTo>
                      <a:cubicBezTo>
                        <a:pt x="23519" y="19878"/>
                        <a:pt x="23519" y="19857"/>
                        <a:pt x="23519" y="19836"/>
                      </a:cubicBezTo>
                      <a:close/>
                      <a:moveTo>
                        <a:pt x="22808" y="1"/>
                      </a:moveTo>
                      <a:lnTo>
                        <a:pt x="22598" y="105"/>
                      </a:lnTo>
                      <a:lnTo>
                        <a:pt x="22556" y="168"/>
                      </a:lnTo>
                      <a:lnTo>
                        <a:pt x="22389" y="168"/>
                      </a:lnTo>
                      <a:lnTo>
                        <a:pt x="22264" y="231"/>
                      </a:lnTo>
                      <a:lnTo>
                        <a:pt x="22033" y="440"/>
                      </a:lnTo>
                      <a:lnTo>
                        <a:pt x="21866" y="503"/>
                      </a:lnTo>
                      <a:lnTo>
                        <a:pt x="21615" y="503"/>
                      </a:lnTo>
                      <a:lnTo>
                        <a:pt x="21448" y="398"/>
                      </a:lnTo>
                      <a:lnTo>
                        <a:pt x="21406" y="335"/>
                      </a:lnTo>
                      <a:lnTo>
                        <a:pt x="21406" y="398"/>
                      </a:lnTo>
                      <a:lnTo>
                        <a:pt x="21322" y="398"/>
                      </a:lnTo>
                      <a:lnTo>
                        <a:pt x="21217" y="294"/>
                      </a:lnTo>
                      <a:lnTo>
                        <a:pt x="21113" y="335"/>
                      </a:lnTo>
                      <a:lnTo>
                        <a:pt x="21092" y="419"/>
                      </a:lnTo>
                      <a:lnTo>
                        <a:pt x="21029" y="419"/>
                      </a:lnTo>
                      <a:lnTo>
                        <a:pt x="21008" y="335"/>
                      </a:lnTo>
                      <a:lnTo>
                        <a:pt x="21029" y="273"/>
                      </a:lnTo>
                      <a:lnTo>
                        <a:pt x="21134" y="210"/>
                      </a:lnTo>
                      <a:lnTo>
                        <a:pt x="21092" y="168"/>
                      </a:lnTo>
                      <a:lnTo>
                        <a:pt x="20945" y="210"/>
                      </a:lnTo>
                      <a:lnTo>
                        <a:pt x="20736" y="315"/>
                      </a:lnTo>
                      <a:lnTo>
                        <a:pt x="20590" y="398"/>
                      </a:lnTo>
                      <a:lnTo>
                        <a:pt x="20527" y="524"/>
                      </a:lnTo>
                      <a:lnTo>
                        <a:pt x="20569" y="628"/>
                      </a:lnTo>
                      <a:lnTo>
                        <a:pt x="20694" y="649"/>
                      </a:lnTo>
                      <a:lnTo>
                        <a:pt x="20611" y="733"/>
                      </a:lnTo>
                      <a:lnTo>
                        <a:pt x="20255" y="733"/>
                      </a:lnTo>
                      <a:lnTo>
                        <a:pt x="20088" y="859"/>
                      </a:lnTo>
                      <a:lnTo>
                        <a:pt x="19983" y="1131"/>
                      </a:lnTo>
                      <a:lnTo>
                        <a:pt x="19941" y="1319"/>
                      </a:lnTo>
                      <a:lnTo>
                        <a:pt x="19878" y="1319"/>
                      </a:lnTo>
                      <a:lnTo>
                        <a:pt x="19857" y="1256"/>
                      </a:lnTo>
                      <a:lnTo>
                        <a:pt x="19878" y="1068"/>
                      </a:lnTo>
                      <a:lnTo>
                        <a:pt x="20025" y="817"/>
                      </a:lnTo>
                      <a:lnTo>
                        <a:pt x="20025" y="733"/>
                      </a:lnTo>
                      <a:lnTo>
                        <a:pt x="19983" y="733"/>
                      </a:lnTo>
                      <a:lnTo>
                        <a:pt x="19732" y="1047"/>
                      </a:lnTo>
                      <a:lnTo>
                        <a:pt x="19585" y="1047"/>
                      </a:lnTo>
                      <a:lnTo>
                        <a:pt x="19523" y="1026"/>
                      </a:lnTo>
                      <a:lnTo>
                        <a:pt x="19439" y="921"/>
                      </a:lnTo>
                      <a:lnTo>
                        <a:pt x="19313" y="900"/>
                      </a:lnTo>
                      <a:lnTo>
                        <a:pt x="19230" y="900"/>
                      </a:lnTo>
                      <a:lnTo>
                        <a:pt x="19230" y="942"/>
                      </a:lnTo>
                      <a:lnTo>
                        <a:pt x="19418" y="1026"/>
                      </a:lnTo>
                      <a:lnTo>
                        <a:pt x="19460" y="1110"/>
                      </a:lnTo>
                      <a:lnTo>
                        <a:pt x="19418" y="1131"/>
                      </a:lnTo>
                      <a:lnTo>
                        <a:pt x="19251" y="1068"/>
                      </a:lnTo>
                      <a:lnTo>
                        <a:pt x="19062" y="1047"/>
                      </a:lnTo>
                      <a:lnTo>
                        <a:pt x="18832" y="1151"/>
                      </a:lnTo>
                      <a:lnTo>
                        <a:pt x="18539" y="1423"/>
                      </a:lnTo>
                      <a:lnTo>
                        <a:pt x="18204" y="1570"/>
                      </a:lnTo>
                      <a:lnTo>
                        <a:pt x="17974" y="1758"/>
                      </a:lnTo>
                      <a:lnTo>
                        <a:pt x="17744" y="1967"/>
                      </a:lnTo>
                      <a:lnTo>
                        <a:pt x="17451" y="2219"/>
                      </a:lnTo>
                      <a:lnTo>
                        <a:pt x="17263" y="2302"/>
                      </a:lnTo>
                      <a:lnTo>
                        <a:pt x="17158" y="2323"/>
                      </a:lnTo>
                      <a:lnTo>
                        <a:pt x="17012" y="2428"/>
                      </a:lnTo>
                      <a:lnTo>
                        <a:pt x="16865" y="2428"/>
                      </a:lnTo>
                      <a:lnTo>
                        <a:pt x="16698" y="2574"/>
                      </a:lnTo>
                      <a:lnTo>
                        <a:pt x="16510" y="2574"/>
                      </a:lnTo>
                      <a:lnTo>
                        <a:pt x="16426" y="2491"/>
                      </a:lnTo>
                      <a:lnTo>
                        <a:pt x="16238" y="2470"/>
                      </a:lnTo>
                      <a:lnTo>
                        <a:pt x="16091" y="2365"/>
                      </a:lnTo>
                      <a:lnTo>
                        <a:pt x="15986" y="2302"/>
                      </a:lnTo>
                      <a:lnTo>
                        <a:pt x="15798" y="2219"/>
                      </a:lnTo>
                      <a:lnTo>
                        <a:pt x="15714" y="2260"/>
                      </a:lnTo>
                      <a:lnTo>
                        <a:pt x="15589" y="2386"/>
                      </a:lnTo>
                      <a:lnTo>
                        <a:pt x="15380" y="2595"/>
                      </a:lnTo>
                      <a:lnTo>
                        <a:pt x="15338" y="2721"/>
                      </a:lnTo>
                      <a:lnTo>
                        <a:pt x="15233" y="2825"/>
                      </a:lnTo>
                      <a:lnTo>
                        <a:pt x="15170" y="2951"/>
                      </a:lnTo>
                      <a:lnTo>
                        <a:pt x="15087" y="2951"/>
                      </a:lnTo>
                      <a:lnTo>
                        <a:pt x="15024" y="2909"/>
                      </a:lnTo>
                      <a:lnTo>
                        <a:pt x="14940" y="2951"/>
                      </a:lnTo>
                      <a:lnTo>
                        <a:pt x="15045" y="3202"/>
                      </a:lnTo>
                      <a:lnTo>
                        <a:pt x="15170" y="3683"/>
                      </a:lnTo>
                      <a:lnTo>
                        <a:pt x="15296" y="4081"/>
                      </a:lnTo>
                      <a:lnTo>
                        <a:pt x="15359" y="4416"/>
                      </a:lnTo>
                      <a:lnTo>
                        <a:pt x="15338" y="4729"/>
                      </a:lnTo>
                      <a:lnTo>
                        <a:pt x="15191" y="4980"/>
                      </a:lnTo>
                      <a:lnTo>
                        <a:pt x="15087" y="5127"/>
                      </a:lnTo>
                      <a:lnTo>
                        <a:pt x="15087" y="5190"/>
                      </a:lnTo>
                      <a:lnTo>
                        <a:pt x="15296" y="5441"/>
                      </a:lnTo>
                      <a:lnTo>
                        <a:pt x="15442" y="5504"/>
                      </a:lnTo>
                      <a:lnTo>
                        <a:pt x="15442" y="5357"/>
                      </a:lnTo>
                      <a:lnTo>
                        <a:pt x="15484" y="5420"/>
                      </a:lnTo>
                      <a:lnTo>
                        <a:pt x="15589" y="5357"/>
                      </a:lnTo>
                      <a:lnTo>
                        <a:pt x="15673" y="5357"/>
                      </a:lnTo>
                      <a:lnTo>
                        <a:pt x="15589" y="5441"/>
                      </a:lnTo>
                      <a:lnTo>
                        <a:pt x="15589" y="5525"/>
                      </a:lnTo>
                      <a:lnTo>
                        <a:pt x="15882" y="5755"/>
                      </a:lnTo>
                      <a:lnTo>
                        <a:pt x="15798" y="5817"/>
                      </a:lnTo>
                      <a:lnTo>
                        <a:pt x="15673" y="5776"/>
                      </a:lnTo>
                      <a:lnTo>
                        <a:pt x="15652" y="5859"/>
                      </a:lnTo>
                      <a:lnTo>
                        <a:pt x="15610" y="6152"/>
                      </a:lnTo>
                      <a:lnTo>
                        <a:pt x="15610" y="6278"/>
                      </a:lnTo>
                      <a:lnTo>
                        <a:pt x="15673" y="6341"/>
                      </a:lnTo>
                      <a:lnTo>
                        <a:pt x="15756" y="6257"/>
                      </a:lnTo>
                      <a:lnTo>
                        <a:pt x="15882" y="6236"/>
                      </a:lnTo>
                      <a:lnTo>
                        <a:pt x="15986" y="6278"/>
                      </a:lnTo>
                      <a:lnTo>
                        <a:pt x="16028" y="6361"/>
                      </a:lnTo>
                      <a:lnTo>
                        <a:pt x="16196" y="6299"/>
                      </a:lnTo>
                      <a:lnTo>
                        <a:pt x="16384" y="6361"/>
                      </a:lnTo>
                      <a:lnTo>
                        <a:pt x="16530" y="6445"/>
                      </a:lnTo>
                      <a:lnTo>
                        <a:pt x="16384" y="6508"/>
                      </a:lnTo>
                      <a:lnTo>
                        <a:pt x="16405" y="6654"/>
                      </a:lnTo>
                      <a:lnTo>
                        <a:pt x="16384" y="6759"/>
                      </a:lnTo>
                      <a:lnTo>
                        <a:pt x="16196" y="6780"/>
                      </a:lnTo>
                      <a:lnTo>
                        <a:pt x="16217" y="6696"/>
                      </a:lnTo>
                      <a:lnTo>
                        <a:pt x="16112" y="6613"/>
                      </a:lnTo>
                      <a:lnTo>
                        <a:pt x="16028" y="6675"/>
                      </a:lnTo>
                      <a:lnTo>
                        <a:pt x="15882" y="6654"/>
                      </a:lnTo>
                      <a:lnTo>
                        <a:pt x="15819" y="6592"/>
                      </a:lnTo>
                      <a:lnTo>
                        <a:pt x="15777" y="6445"/>
                      </a:lnTo>
                      <a:lnTo>
                        <a:pt x="15673" y="6403"/>
                      </a:lnTo>
                      <a:lnTo>
                        <a:pt x="15610" y="6403"/>
                      </a:lnTo>
                      <a:lnTo>
                        <a:pt x="15484" y="6299"/>
                      </a:lnTo>
                      <a:lnTo>
                        <a:pt x="15505" y="6131"/>
                      </a:lnTo>
                      <a:lnTo>
                        <a:pt x="15652" y="5776"/>
                      </a:lnTo>
                      <a:lnTo>
                        <a:pt x="15610" y="5671"/>
                      </a:lnTo>
                      <a:lnTo>
                        <a:pt x="15568" y="5671"/>
                      </a:lnTo>
                      <a:lnTo>
                        <a:pt x="15463" y="5776"/>
                      </a:lnTo>
                      <a:lnTo>
                        <a:pt x="15463" y="6131"/>
                      </a:lnTo>
                      <a:lnTo>
                        <a:pt x="15401" y="6341"/>
                      </a:lnTo>
                      <a:lnTo>
                        <a:pt x="15296" y="6445"/>
                      </a:lnTo>
                      <a:lnTo>
                        <a:pt x="15296" y="6508"/>
                      </a:lnTo>
                      <a:lnTo>
                        <a:pt x="15380" y="6382"/>
                      </a:lnTo>
                      <a:lnTo>
                        <a:pt x="15463" y="6382"/>
                      </a:lnTo>
                      <a:lnTo>
                        <a:pt x="15505" y="6445"/>
                      </a:lnTo>
                      <a:lnTo>
                        <a:pt x="15652" y="6445"/>
                      </a:lnTo>
                      <a:lnTo>
                        <a:pt x="15694" y="6571"/>
                      </a:lnTo>
                      <a:lnTo>
                        <a:pt x="15694" y="6780"/>
                      </a:lnTo>
                      <a:lnTo>
                        <a:pt x="15589" y="6905"/>
                      </a:lnTo>
                      <a:lnTo>
                        <a:pt x="15442" y="6968"/>
                      </a:lnTo>
                      <a:lnTo>
                        <a:pt x="15442" y="6968"/>
                      </a:lnTo>
                      <a:lnTo>
                        <a:pt x="15589" y="6780"/>
                      </a:lnTo>
                      <a:lnTo>
                        <a:pt x="15589" y="6696"/>
                      </a:lnTo>
                      <a:lnTo>
                        <a:pt x="15505" y="6675"/>
                      </a:lnTo>
                      <a:lnTo>
                        <a:pt x="15463" y="6613"/>
                      </a:lnTo>
                      <a:lnTo>
                        <a:pt x="15380" y="6675"/>
                      </a:lnTo>
                      <a:lnTo>
                        <a:pt x="15191" y="6801"/>
                      </a:lnTo>
                      <a:lnTo>
                        <a:pt x="15191" y="6905"/>
                      </a:lnTo>
                      <a:lnTo>
                        <a:pt x="15087" y="6926"/>
                      </a:lnTo>
                      <a:lnTo>
                        <a:pt x="14982" y="6989"/>
                      </a:lnTo>
                      <a:lnTo>
                        <a:pt x="14961" y="6885"/>
                      </a:lnTo>
                      <a:lnTo>
                        <a:pt x="14898" y="6864"/>
                      </a:lnTo>
                      <a:lnTo>
                        <a:pt x="14752" y="6864"/>
                      </a:lnTo>
                      <a:lnTo>
                        <a:pt x="14668" y="6822"/>
                      </a:lnTo>
                      <a:lnTo>
                        <a:pt x="14647" y="6696"/>
                      </a:lnTo>
                      <a:lnTo>
                        <a:pt x="14564" y="6675"/>
                      </a:lnTo>
                      <a:lnTo>
                        <a:pt x="14522" y="6696"/>
                      </a:lnTo>
                      <a:lnTo>
                        <a:pt x="14417" y="6696"/>
                      </a:lnTo>
                      <a:lnTo>
                        <a:pt x="14417" y="6613"/>
                      </a:lnTo>
                      <a:lnTo>
                        <a:pt x="14334" y="6571"/>
                      </a:lnTo>
                      <a:lnTo>
                        <a:pt x="14250" y="6613"/>
                      </a:lnTo>
                      <a:lnTo>
                        <a:pt x="14208" y="6613"/>
                      </a:lnTo>
                      <a:lnTo>
                        <a:pt x="14208" y="6487"/>
                      </a:lnTo>
                      <a:lnTo>
                        <a:pt x="14145" y="6403"/>
                      </a:lnTo>
                      <a:lnTo>
                        <a:pt x="14145" y="6341"/>
                      </a:lnTo>
                      <a:lnTo>
                        <a:pt x="14250" y="6299"/>
                      </a:lnTo>
                      <a:lnTo>
                        <a:pt x="14396" y="6131"/>
                      </a:lnTo>
                      <a:lnTo>
                        <a:pt x="14459" y="6131"/>
                      </a:lnTo>
                      <a:lnTo>
                        <a:pt x="14543" y="6048"/>
                      </a:lnTo>
                      <a:lnTo>
                        <a:pt x="14543" y="5964"/>
                      </a:lnTo>
                      <a:lnTo>
                        <a:pt x="14396" y="5817"/>
                      </a:lnTo>
                      <a:lnTo>
                        <a:pt x="14313" y="5755"/>
                      </a:lnTo>
                      <a:lnTo>
                        <a:pt x="14208" y="5755"/>
                      </a:lnTo>
                      <a:lnTo>
                        <a:pt x="14020" y="5859"/>
                      </a:lnTo>
                      <a:lnTo>
                        <a:pt x="13915" y="5859"/>
                      </a:lnTo>
                      <a:lnTo>
                        <a:pt x="13810" y="5776"/>
                      </a:lnTo>
                      <a:lnTo>
                        <a:pt x="13706" y="5776"/>
                      </a:lnTo>
                      <a:lnTo>
                        <a:pt x="13371" y="5922"/>
                      </a:lnTo>
                      <a:lnTo>
                        <a:pt x="13329" y="5964"/>
                      </a:lnTo>
                      <a:lnTo>
                        <a:pt x="13392" y="6027"/>
                      </a:lnTo>
                      <a:lnTo>
                        <a:pt x="13517" y="6131"/>
                      </a:lnTo>
                      <a:lnTo>
                        <a:pt x="13497" y="6152"/>
                      </a:lnTo>
                      <a:lnTo>
                        <a:pt x="13392" y="6131"/>
                      </a:lnTo>
                      <a:lnTo>
                        <a:pt x="13287" y="6131"/>
                      </a:lnTo>
                      <a:lnTo>
                        <a:pt x="13225" y="6069"/>
                      </a:lnTo>
                      <a:lnTo>
                        <a:pt x="13120" y="6048"/>
                      </a:lnTo>
                      <a:lnTo>
                        <a:pt x="12911" y="6027"/>
                      </a:lnTo>
                      <a:lnTo>
                        <a:pt x="12701" y="6048"/>
                      </a:lnTo>
                      <a:lnTo>
                        <a:pt x="12639" y="6089"/>
                      </a:lnTo>
                      <a:lnTo>
                        <a:pt x="12639" y="6152"/>
                      </a:lnTo>
                      <a:lnTo>
                        <a:pt x="12534" y="6152"/>
                      </a:lnTo>
                      <a:lnTo>
                        <a:pt x="12492" y="6131"/>
                      </a:lnTo>
                      <a:lnTo>
                        <a:pt x="12429" y="6131"/>
                      </a:lnTo>
                      <a:lnTo>
                        <a:pt x="12262" y="6236"/>
                      </a:lnTo>
                      <a:lnTo>
                        <a:pt x="12262" y="6278"/>
                      </a:lnTo>
                      <a:lnTo>
                        <a:pt x="12178" y="6299"/>
                      </a:lnTo>
                      <a:lnTo>
                        <a:pt x="12011" y="6382"/>
                      </a:lnTo>
                      <a:lnTo>
                        <a:pt x="11865" y="6466"/>
                      </a:lnTo>
                      <a:lnTo>
                        <a:pt x="11802" y="6466"/>
                      </a:lnTo>
                      <a:lnTo>
                        <a:pt x="11823" y="6403"/>
                      </a:lnTo>
                      <a:lnTo>
                        <a:pt x="11844" y="6341"/>
                      </a:lnTo>
                      <a:lnTo>
                        <a:pt x="11739" y="6382"/>
                      </a:lnTo>
                      <a:lnTo>
                        <a:pt x="11634" y="6508"/>
                      </a:lnTo>
                      <a:lnTo>
                        <a:pt x="11634" y="6571"/>
                      </a:lnTo>
                      <a:lnTo>
                        <a:pt x="11802" y="6759"/>
                      </a:lnTo>
                      <a:lnTo>
                        <a:pt x="11948" y="6989"/>
                      </a:lnTo>
                      <a:lnTo>
                        <a:pt x="12116" y="7031"/>
                      </a:lnTo>
                      <a:lnTo>
                        <a:pt x="12241" y="7198"/>
                      </a:lnTo>
                      <a:lnTo>
                        <a:pt x="12367" y="7282"/>
                      </a:lnTo>
                      <a:lnTo>
                        <a:pt x="12429" y="7408"/>
                      </a:lnTo>
                      <a:lnTo>
                        <a:pt x="12534" y="7429"/>
                      </a:lnTo>
                      <a:lnTo>
                        <a:pt x="12660" y="7512"/>
                      </a:lnTo>
                      <a:lnTo>
                        <a:pt x="12597" y="7533"/>
                      </a:lnTo>
                      <a:lnTo>
                        <a:pt x="12429" y="7533"/>
                      </a:lnTo>
                      <a:lnTo>
                        <a:pt x="12388" y="7429"/>
                      </a:lnTo>
                      <a:lnTo>
                        <a:pt x="12262" y="7324"/>
                      </a:lnTo>
                      <a:lnTo>
                        <a:pt x="12178" y="7282"/>
                      </a:lnTo>
                      <a:lnTo>
                        <a:pt x="12137" y="7282"/>
                      </a:lnTo>
                      <a:lnTo>
                        <a:pt x="12011" y="7408"/>
                      </a:lnTo>
                      <a:lnTo>
                        <a:pt x="11885" y="7408"/>
                      </a:lnTo>
                      <a:lnTo>
                        <a:pt x="11802" y="7303"/>
                      </a:lnTo>
                      <a:lnTo>
                        <a:pt x="11906" y="7198"/>
                      </a:lnTo>
                      <a:lnTo>
                        <a:pt x="11906" y="7136"/>
                      </a:lnTo>
                      <a:lnTo>
                        <a:pt x="11823" y="7136"/>
                      </a:lnTo>
                      <a:lnTo>
                        <a:pt x="11739" y="7282"/>
                      </a:lnTo>
                      <a:lnTo>
                        <a:pt x="11781" y="7512"/>
                      </a:lnTo>
                      <a:lnTo>
                        <a:pt x="11802" y="7554"/>
                      </a:lnTo>
                      <a:lnTo>
                        <a:pt x="11802" y="7638"/>
                      </a:lnTo>
                      <a:lnTo>
                        <a:pt x="11676" y="7742"/>
                      </a:lnTo>
                      <a:lnTo>
                        <a:pt x="11593" y="7910"/>
                      </a:lnTo>
                      <a:lnTo>
                        <a:pt x="11572" y="8056"/>
                      </a:lnTo>
                      <a:lnTo>
                        <a:pt x="11593" y="8224"/>
                      </a:lnTo>
                      <a:lnTo>
                        <a:pt x="11802" y="8454"/>
                      </a:lnTo>
                      <a:lnTo>
                        <a:pt x="11990" y="8538"/>
                      </a:lnTo>
                      <a:lnTo>
                        <a:pt x="12116" y="8663"/>
                      </a:lnTo>
                      <a:lnTo>
                        <a:pt x="12199" y="8663"/>
                      </a:lnTo>
                      <a:lnTo>
                        <a:pt x="12346" y="8558"/>
                      </a:lnTo>
                      <a:lnTo>
                        <a:pt x="12492" y="8496"/>
                      </a:lnTo>
                      <a:lnTo>
                        <a:pt x="12639" y="8579"/>
                      </a:lnTo>
                      <a:lnTo>
                        <a:pt x="12890" y="8600"/>
                      </a:lnTo>
                      <a:lnTo>
                        <a:pt x="12994" y="8684"/>
                      </a:lnTo>
                      <a:lnTo>
                        <a:pt x="13015" y="8810"/>
                      </a:lnTo>
                      <a:lnTo>
                        <a:pt x="13078" y="8851"/>
                      </a:lnTo>
                      <a:lnTo>
                        <a:pt x="13141" y="8789"/>
                      </a:lnTo>
                      <a:lnTo>
                        <a:pt x="13141" y="8642"/>
                      </a:lnTo>
                      <a:lnTo>
                        <a:pt x="13162" y="8579"/>
                      </a:lnTo>
                      <a:lnTo>
                        <a:pt x="13266" y="8642"/>
                      </a:lnTo>
                      <a:lnTo>
                        <a:pt x="13266" y="8705"/>
                      </a:lnTo>
                      <a:lnTo>
                        <a:pt x="13162" y="8851"/>
                      </a:lnTo>
                      <a:lnTo>
                        <a:pt x="13162" y="8956"/>
                      </a:lnTo>
                      <a:lnTo>
                        <a:pt x="13204" y="8956"/>
                      </a:lnTo>
                      <a:lnTo>
                        <a:pt x="13371" y="8810"/>
                      </a:lnTo>
                      <a:lnTo>
                        <a:pt x="13413" y="8747"/>
                      </a:lnTo>
                      <a:lnTo>
                        <a:pt x="13601" y="8684"/>
                      </a:lnTo>
                      <a:lnTo>
                        <a:pt x="13831" y="8538"/>
                      </a:lnTo>
                      <a:lnTo>
                        <a:pt x="13999" y="8496"/>
                      </a:lnTo>
                      <a:lnTo>
                        <a:pt x="14082" y="8391"/>
                      </a:lnTo>
                      <a:lnTo>
                        <a:pt x="14124" y="8391"/>
                      </a:lnTo>
                      <a:lnTo>
                        <a:pt x="14145" y="8475"/>
                      </a:lnTo>
                      <a:lnTo>
                        <a:pt x="14208" y="8496"/>
                      </a:lnTo>
                      <a:lnTo>
                        <a:pt x="14396" y="8370"/>
                      </a:lnTo>
                      <a:lnTo>
                        <a:pt x="14543" y="8370"/>
                      </a:lnTo>
                      <a:lnTo>
                        <a:pt x="14606" y="8328"/>
                      </a:lnTo>
                      <a:lnTo>
                        <a:pt x="14543" y="8391"/>
                      </a:lnTo>
                      <a:lnTo>
                        <a:pt x="14417" y="8475"/>
                      </a:lnTo>
                      <a:lnTo>
                        <a:pt x="14417" y="8538"/>
                      </a:lnTo>
                      <a:lnTo>
                        <a:pt x="14459" y="8558"/>
                      </a:lnTo>
                      <a:lnTo>
                        <a:pt x="14354" y="8747"/>
                      </a:lnTo>
                      <a:lnTo>
                        <a:pt x="14208" y="8768"/>
                      </a:lnTo>
                      <a:lnTo>
                        <a:pt x="14145" y="8705"/>
                      </a:lnTo>
                      <a:lnTo>
                        <a:pt x="14082" y="8705"/>
                      </a:lnTo>
                      <a:lnTo>
                        <a:pt x="13915" y="8851"/>
                      </a:lnTo>
                      <a:lnTo>
                        <a:pt x="13915" y="8872"/>
                      </a:lnTo>
                      <a:lnTo>
                        <a:pt x="14041" y="8893"/>
                      </a:lnTo>
                      <a:lnTo>
                        <a:pt x="14124" y="8977"/>
                      </a:lnTo>
                      <a:lnTo>
                        <a:pt x="14124" y="9123"/>
                      </a:lnTo>
                      <a:lnTo>
                        <a:pt x="13936" y="9333"/>
                      </a:lnTo>
                      <a:lnTo>
                        <a:pt x="13915" y="9479"/>
                      </a:lnTo>
                      <a:lnTo>
                        <a:pt x="13873" y="9542"/>
                      </a:lnTo>
                      <a:lnTo>
                        <a:pt x="13831" y="9626"/>
                      </a:lnTo>
                      <a:lnTo>
                        <a:pt x="13873" y="9688"/>
                      </a:lnTo>
                      <a:lnTo>
                        <a:pt x="13894" y="9751"/>
                      </a:lnTo>
                      <a:lnTo>
                        <a:pt x="13873" y="9856"/>
                      </a:lnTo>
                      <a:lnTo>
                        <a:pt x="13748" y="10002"/>
                      </a:lnTo>
                      <a:lnTo>
                        <a:pt x="13643" y="10065"/>
                      </a:lnTo>
                      <a:lnTo>
                        <a:pt x="13538" y="10065"/>
                      </a:lnTo>
                      <a:lnTo>
                        <a:pt x="13476" y="10128"/>
                      </a:lnTo>
                      <a:lnTo>
                        <a:pt x="13371" y="10232"/>
                      </a:lnTo>
                      <a:lnTo>
                        <a:pt x="13287" y="10253"/>
                      </a:lnTo>
                      <a:lnTo>
                        <a:pt x="13162" y="10232"/>
                      </a:lnTo>
                      <a:lnTo>
                        <a:pt x="12994" y="10128"/>
                      </a:lnTo>
                      <a:lnTo>
                        <a:pt x="12953" y="10149"/>
                      </a:lnTo>
                      <a:lnTo>
                        <a:pt x="12890" y="10107"/>
                      </a:lnTo>
                      <a:lnTo>
                        <a:pt x="12806" y="10002"/>
                      </a:lnTo>
                      <a:lnTo>
                        <a:pt x="12785" y="10023"/>
                      </a:lnTo>
                      <a:lnTo>
                        <a:pt x="12681" y="10170"/>
                      </a:lnTo>
                      <a:lnTo>
                        <a:pt x="12555" y="10253"/>
                      </a:lnTo>
                      <a:lnTo>
                        <a:pt x="12471" y="10358"/>
                      </a:lnTo>
                      <a:lnTo>
                        <a:pt x="12241" y="10442"/>
                      </a:lnTo>
                      <a:lnTo>
                        <a:pt x="12157" y="10483"/>
                      </a:lnTo>
                      <a:lnTo>
                        <a:pt x="12053" y="10483"/>
                      </a:lnTo>
                      <a:lnTo>
                        <a:pt x="11948" y="10462"/>
                      </a:lnTo>
                      <a:lnTo>
                        <a:pt x="11760" y="10462"/>
                      </a:lnTo>
                      <a:lnTo>
                        <a:pt x="11634" y="10567"/>
                      </a:lnTo>
                      <a:lnTo>
                        <a:pt x="11509" y="10567"/>
                      </a:lnTo>
                      <a:lnTo>
                        <a:pt x="11425" y="10630"/>
                      </a:lnTo>
                      <a:lnTo>
                        <a:pt x="11425" y="10755"/>
                      </a:lnTo>
                      <a:lnTo>
                        <a:pt x="11341" y="10965"/>
                      </a:lnTo>
                      <a:lnTo>
                        <a:pt x="11279" y="11048"/>
                      </a:lnTo>
                      <a:lnTo>
                        <a:pt x="11279" y="10965"/>
                      </a:lnTo>
                      <a:lnTo>
                        <a:pt x="11132" y="10839"/>
                      </a:lnTo>
                      <a:lnTo>
                        <a:pt x="10986" y="10839"/>
                      </a:lnTo>
                      <a:lnTo>
                        <a:pt x="10902" y="10860"/>
                      </a:lnTo>
                      <a:lnTo>
                        <a:pt x="10923" y="10944"/>
                      </a:lnTo>
                      <a:lnTo>
                        <a:pt x="11007" y="10986"/>
                      </a:lnTo>
                      <a:lnTo>
                        <a:pt x="10965" y="11090"/>
                      </a:lnTo>
                      <a:lnTo>
                        <a:pt x="10902" y="11090"/>
                      </a:lnTo>
                      <a:lnTo>
                        <a:pt x="10860" y="10986"/>
                      </a:lnTo>
                      <a:lnTo>
                        <a:pt x="10756" y="10881"/>
                      </a:lnTo>
                      <a:lnTo>
                        <a:pt x="10693" y="10881"/>
                      </a:lnTo>
                      <a:lnTo>
                        <a:pt x="10546" y="11048"/>
                      </a:lnTo>
                      <a:lnTo>
                        <a:pt x="10484" y="11174"/>
                      </a:lnTo>
                      <a:lnTo>
                        <a:pt x="10400" y="11195"/>
                      </a:lnTo>
                      <a:lnTo>
                        <a:pt x="10337" y="11195"/>
                      </a:lnTo>
                      <a:lnTo>
                        <a:pt x="10065" y="11425"/>
                      </a:lnTo>
                      <a:lnTo>
                        <a:pt x="10023" y="11613"/>
                      </a:lnTo>
                      <a:lnTo>
                        <a:pt x="9960" y="11634"/>
                      </a:lnTo>
                      <a:lnTo>
                        <a:pt x="9835" y="11676"/>
                      </a:lnTo>
                      <a:lnTo>
                        <a:pt x="9730" y="11613"/>
                      </a:lnTo>
                      <a:lnTo>
                        <a:pt x="9709" y="11634"/>
                      </a:lnTo>
                      <a:lnTo>
                        <a:pt x="9814" y="11781"/>
                      </a:lnTo>
                      <a:lnTo>
                        <a:pt x="9772" y="11843"/>
                      </a:lnTo>
                      <a:lnTo>
                        <a:pt x="9709" y="11843"/>
                      </a:lnTo>
                      <a:lnTo>
                        <a:pt x="9647" y="11739"/>
                      </a:lnTo>
                      <a:lnTo>
                        <a:pt x="9605" y="11739"/>
                      </a:lnTo>
                      <a:lnTo>
                        <a:pt x="9542" y="11843"/>
                      </a:lnTo>
                      <a:lnTo>
                        <a:pt x="9416" y="12011"/>
                      </a:lnTo>
                      <a:lnTo>
                        <a:pt x="9416" y="12095"/>
                      </a:lnTo>
                      <a:lnTo>
                        <a:pt x="9521" y="12241"/>
                      </a:lnTo>
                      <a:lnTo>
                        <a:pt x="9542" y="12367"/>
                      </a:lnTo>
                      <a:lnTo>
                        <a:pt x="9521" y="12471"/>
                      </a:lnTo>
                      <a:lnTo>
                        <a:pt x="9458" y="12576"/>
                      </a:lnTo>
                      <a:lnTo>
                        <a:pt x="9500" y="12680"/>
                      </a:lnTo>
                      <a:lnTo>
                        <a:pt x="9563" y="12659"/>
                      </a:lnTo>
                      <a:lnTo>
                        <a:pt x="9647" y="12576"/>
                      </a:lnTo>
                      <a:lnTo>
                        <a:pt x="9668" y="12639"/>
                      </a:lnTo>
                      <a:lnTo>
                        <a:pt x="9709" y="12785"/>
                      </a:lnTo>
                      <a:lnTo>
                        <a:pt x="9647" y="12827"/>
                      </a:lnTo>
                      <a:lnTo>
                        <a:pt x="9605" y="12869"/>
                      </a:lnTo>
                      <a:lnTo>
                        <a:pt x="9626" y="12931"/>
                      </a:lnTo>
                      <a:lnTo>
                        <a:pt x="9709" y="12931"/>
                      </a:lnTo>
                      <a:lnTo>
                        <a:pt x="9751" y="12869"/>
                      </a:lnTo>
                      <a:lnTo>
                        <a:pt x="9835" y="12869"/>
                      </a:lnTo>
                      <a:lnTo>
                        <a:pt x="9856" y="12931"/>
                      </a:lnTo>
                      <a:lnTo>
                        <a:pt x="9856" y="12973"/>
                      </a:lnTo>
                      <a:lnTo>
                        <a:pt x="9981" y="12994"/>
                      </a:lnTo>
                      <a:lnTo>
                        <a:pt x="10086" y="13057"/>
                      </a:lnTo>
                      <a:lnTo>
                        <a:pt x="10232" y="13057"/>
                      </a:lnTo>
                      <a:lnTo>
                        <a:pt x="10337" y="12973"/>
                      </a:lnTo>
                      <a:lnTo>
                        <a:pt x="10379" y="12764"/>
                      </a:lnTo>
                      <a:lnTo>
                        <a:pt x="10463" y="12680"/>
                      </a:lnTo>
                      <a:lnTo>
                        <a:pt x="10672" y="12680"/>
                      </a:lnTo>
                      <a:lnTo>
                        <a:pt x="10756" y="12639"/>
                      </a:lnTo>
                      <a:lnTo>
                        <a:pt x="10651" y="12764"/>
                      </a:lnTo>
                      <a:lnTo>
                        <a:pt x="10546" y="12764"/>
                      </a:lnTo>
                      <a:lnTo>
                        <a:pt x="10358" y="12952"/>
                      </a:lnTo>
                      <a:lnTo>
                        <a:pt x="10337" y="13057"/>
                      </a:lnTo>
                      <a:lnTo>
                        <a:pt x="10253" y="13141"/>
                      </a:lnTo>
                      <a:lnTo>
                        <a:pt x="10358" y="13266"/>
                      </a:lnTo>
                      <a:lnTo>
                        <a:pt x="10358" y="13350"/>
                      </a:lnTo>
                      <a:lnTo>
                        <a:pt x="10191" y="13392"/>
                      </a:lnTo>
                      <a:lnTo>
                        <a:pt x="10149" y="13350"/>
                      </a:lnTo>
                      <a:lnTo>
                        <a:pt x="10149" y="13266"/>
                      </a:lnTo>
                      <a:lnTo>
                        <a:pt x="10086" y="13203"/>
                      </a:lnTo>
                      <a:lnTo>
                        <a:pt x="9981" y="13203"/>
                      </a:lnTo>
                      <a:lnTo>
                        <a:pt x="9940" y="13099"/>
                      </a:lnTo>
                      <a:lnTo>
                        <a:pt x="9772" y="13078"/>
                      </a:lnTo>
                      <a:lnTo>
                        <a:pt x="9730" y="12994"/>
                      </a:lnTo>
                      <a:lnTo>
                        <a:pt x="9647" y="13078"/>
                      </a:lnTo>
                      <a:lnTo>
                        <a:pt x="9542" y="13099"/>
                      </a:lnTo>
                      <a:lnTo>
                        <a:pt x="9521" y="13203"/>
                      </a:lnTo>
                      <a:lnTo>
                        <a:pt x="9437" y="13266"/>
                      </a:lnTo>
                      <a:lnTo>
                        <a:pt x="9312" y="13245"/>
                      </a:lnTo>
                      <a:lnTo>
                        <a:pt x="9291" y="13308"/>
                      </a:lnTo>
                      <a:lnTo>
                        <a:pt x="9333" y="13413"/>
                      </a:lnTo>
                      <a:lnTo>
                        <a:pt x="9396" y="13413"/>
                      </a:lnTo>
                      <a:lnTo>
                        <a:pt x="9312" y="13496"/>
                      </a:lnTo>
                      <a:lnTo>
                        <a:pt x="9291" y="13664"/>
                      </a:lnTo>
                      <a:lnTo>
                        <a:pt x="9312" y="13768"/>
                      </a:lnTo>
                      <a:lnTo>
                        <a:pt x="9396" y="13768"/>
                      </a:lnTo>
                      <a:lnTo>
                        <a:pt x="9396" y="13936"/>
                      </a:lnTo>
                      <a:lnTo>
                        <a:pt x="9416" y="13999"/>
                      </a:lnTo>
                      <a:lnTo>
                        <a:pt x="9416" y="14082"/>
                      </a:lnTo>
                      <a:lnTo>
                        <a:pt x="9521" y="14187"/>
                      </a:lnTo>
                      <a:lnTo>
                        <a:pt x="9521" y="14229"/>
                      </a:lnTo>
                      <a:lnTo>
                        <a:pt x="9396" y="14250"/>
                      </a:lnTo>
                      <a:lnTo>
                        <a:pt x="9354" y="14312"/>
                      </a:lnTo>
                      <a:lnTo>
                        <a:pt x="9730" y="14501"/>
                      </a:lnTo>
                      <a:lnTo>
                        <a:pt x="9877" y="14501"/>
                      </a:lnTo>
                      <a:lnTo>
                        <a:pt x="10065" y="14417"/>
                      </a:lnTo>
                      <a:lnTo>
                        <a:pt x="10170" y="14396"/>
                      </a:lnTo>
                      <a:lnTo>
                        <a:pt x="10232" y="14438"/>
                      </a:lnTo>
                      <a:lnTo>
                        <a:pt x="10295" y="14438"/>
                      </a:lnTo>
                      <a:lnTo>
                        <a:pt x="10463" y="14229"/>
                      </a:lnTo>
                      <a:lnTo>
                        <a:pt x="10463" y="14124"/>
                      </a:lnTo>
                      <a:lnTo>
                        <a:pt x="10400" y="14040"/>
                      </a:lnTo>
                      <a:lnTo>
                        <a:pt x="10400" y="13999"/>
                      </a:lnTo>
                      <a:lnTo>
                        <a:pt x="10567" y="13915"/>
                      </a:lnTo>
                      <a:lnTo>
                        <a:pt x="10714" y="13789"/>
                      </a:lnTo>
                      <a:lnTo>
                        <a:pt x="10986" y="13622"/>
                      </a:lnTo>
                      <a:lnTo>
                        <a:pt x="11090" y="13664"/>
                      </a:lnTo>
                      <a:lnTo>
                        <a:pt x="10986" y="13664"/>
                      </a:lnTo>
                      <a:lnTo>
                        <a:pt x="10756" y="13894"/>
                      </a:lnTo>
                      <a:lnTo>
                        <a:pt x="10588" y="13978"/>
                      </a:lnTo>
                      <a:lnTo>
                        <a:pt x="10588" y="14019"/>
                      </a:lnTo>
                      <a:lnTo>
                        <a:pt x="10693" y="14103"/>
                      </a:lnTo>
                      <a:lnTo>
                        <a:pt x="10693" y="14187"/>
                      </a:lnTo>
                      <a:lnTo>
                        <a:pt x="10588" y="14333"/>
                      </a:lnTo>
                      <a:lnTo>
                        <a:pt x="10463" y="14417"/>
                      </a:lnTo>
                      <a:lnTo>
                        <a:pt x="10442" y="14543"/>
                      </a:lnTo>
                      <a:lnTo>
                        <a:pt x="10463" y="14710"/>
                      </a:lnTo>
                      <a:lnTo>
                        <a:pt x="10442" y="14815"/>
                      </a:lnTo>
                      <a:lnTo>
                        <a:pt x="10442" y="14856"/>
                      </a:lnTo>
                      <a:lnTo>
                        <a:pt x="10442" y="14961"/>
                      </a:lnTo>
                      <a:lnTo>
                        <a:pt x="10463" y="15087"/>
                      </a:lnTo>
                      <a:lnTo>
                        <a:pt x="10295" y="15149"/>
                      </a:lnTo>
                      <a:lnTo>
                        <a:pt x="10232" y="15191"/>
                      </a:lnTo>
                      <a:lnTo>
                        <a:pt x="10191" y="15275"/>
                      </a:lnTo>
                      <a:lnTo>
                        <a:pt x="10044" y="15442"/>
                      </a:lnTo>
                      <a:lnTo>
                        <a:pt x="10002" y="15463"/>
                      </a:lnTo>
                      <a:lnTo>
                        <a:pt x="10044" y="15568"/>
                      </a:lnTo>
                      <a:lnTo>
                        <a:pt x="10044" y="15672"/>
                      </a:lnTo>
                      <a:lnTo>
                        <a:pt x="10107" y="15693"/>
                      </a:lnTo>
                      <a:lnTo>
                        <a:pt x="10212" y="15672"/>
                      </a:lnTo>
                      <a:lnTo>
                        <a:pt x="10274" y="15672"/>
                      </a:lnTo>
                      <a:lnTo>
                        <a:pt x="10316" y="15714"/>
                      </a:lnTo>
                      <a:lnTo>
                        <a:pt x="10253" y="15798"/>
                      </a:lnTo>
                      <a:lnTo>
                        <a:pt x="10128" y="15798"/>
                      </a:lnTo>
                      <a:lnTo>
                        <a:pt x="10065" y="15840"/>
                      </a:lnTo>
                      <a:lnTo>
                        <a:pt x="10086" y="15903"/>
                      </a:lnTo>
                      <a:lnTo>
                        <a:pt x="10065" y="15944"/>
                      </a:lnTo>
                      <a:lnTo>
                        <a:pt x="10086" y="16028"/>
                      </a:lnTo>
                      <a:lnTo>
                        <a:pt x="10023" y="16091"/>
                      </a:lnTo>
                      <a:lnTo>
                        <a:pt x="9940" y="16112"/>
                      </a:lnTo>
                      <a:lnTo>
                        <a:pt x="9835" y="16154"/>
                      </a:lnTo>
                      <a:lnTo>
                        <a:pt x="9751" y="16133"/>
                      </a:lnTo>
                      <a:lnTo>
                        <a:pt x="9709" y="16154"/>
                      </a:lnTo>
                      <a:lnTo>
                        <a:pt x="9772" y="16216"/>
                      </a:lnTo>
                      <a:lnTo>
                        <a:pt x="9877" y="16237"/>
                      </a:lnTo>
                      <a:lnTo>
                        <a:pt x="9960" y="16300"/>
                      </a:lnTo>
                      <a:lnTo>
                        <a:pt x="10086" y="16154"/>
                      </a:lnTo>
                      <a:lnTo>
                        <a:pt x="10337" y="16007"/>
                      </a:lnTo>
                      <a:lnTo>
                        <a:pt x="10379" y="16007"/>
                      </a:lnTo>
                      <a:lnTo>
                        <a:pt x="10463" y="16028"/>
                      </a:lnTo>
                      <a:lnTo>
                        <a:pt x="10546" y="15944"/>
                      </a:lnTo>
                      <a:lnTo>
                        <a:pt x="10714" y="15882"/>
                      </a:lnTo>
                      <a:lnTo>
                        <a:pt x="10693" y="15944"/>
                      </a:lnTo>
                      <a:lnTo>
                        <a:pt x="10630" y="16007"/>
                      </a:lnTo>
                      <a:lnTo>
                        <a:pt x="10630" y="16049"/>
                      </a:lnTo>
                      <a:lnTo>
                        <a:pt x="10693" y="16091"/>
                      </a:lnTo>
                      <a:lnTo>
                        <a:pt x="10714" y="16196"/>
                      </a:lnTo>
                      <a:lnTo>
                        <a:pt x="10693" y="16237"/>
                      </a:lnTo>
                      <a:lnTo>
                        <a:pt x="10776" y="16300"/>
                      </a:lnTo>
                      <a:lnTo>
                        <a:pt x="10881" y="16216"/>
                      </a:lnTo>
                      <a:lnTo>
                        <a:pt x="10944" y="16133"/>
                      </a:lnTo>
                      <a:lnTo>
                        <a:pt x="10986" y="16196"/>
                      </a:lnTo>
                      <a:lnTo>
                        <a:pt x="10965" y="16237"/>
                      </a:lnTo>
                      <a:lnTo>
                        <a:pt x="11049" y="16363"/>
                      </a:lnTo>
                      <a:lnTo>
                        <a:pt x="11069" y="16551"/>
                      </a:lnTo>
                      <a:lnTo>
                        <a:pt x="11049" y="16656"/>
                      </a:lnTo>
                      <a:lnTo>
                        <a:pt x="11090" y="16823"/>
                      </a:lnTo>
                      <a:lnTo>
                        <a:pt x="11153" y="16823"/>
                      </a:lnTo>
                      <a:lnTo>
                        <a:pt x="11195" y="16677"/>
                      </a:lnTo>
                      <a:lnTo>
                        <a:pt x="11195" y="16572"/>
                      </a:lnTo>
                      <a:lnTo>
                        <a:pt x="11300" y="16426"/>
                      </a:lnTo>
                      <a:lnTo>
                        <a:pt x="11321" y="16321"/>
                      </a:lnTo>
                      <a:lnTo>
                        <a:pt x="11467" y="16216"/>
                      </a:lnTo>
                      <a:lnTo>
                        <a:pt x="11488" y="16216"/>
                      </a:lnTo>
                      <a:lnTo>
                        <a:pt x="11593" y="16133"/>
                      </a:lnTo>
                      <a:lnTo>
                        <a:pt x="11739" y="16133"/>
                      </a:lnTo>
                      <a:lnTo>
                        <a:pt x="11593" y="16216"/>
                      </a:lnTo>
                      <a:lnTo>
                        <a:pt x="11425" y="16405"/>
                      </a:lnTo>
                      <a:lnTo>
                        <a:pt x="11425" y="16447"/>
                      </a:lnTo>
                      <a:lnTo>
                        <a:pt x="11572" y="16614"/>
                      </a:lnTo>
                      <a:lnTo>
                        <a:pt x="11634" y="16635"/>
                      </a:lnTo>
                      <a:lnTo>
                        <a:pt x="11802" y="16551"/>
                      </a:lnTo>
                      <a:lnTo>
                        <a:pt x="12032" y="16530"/>
                      </a:lnTo>
                      <a:lnTo>
                        <a:pt x="12137" y="16447"/>
                      </a:lnTo>
                      <a:lnTo>
                        <a:pt x="12220" y="16447"/>
                      </a:lnTo>
                      <a:lnTo>
                        <a:pt x="12429" y="16342"/>
                      </a:lnTo>
                      <a:lnTo>
                        <a:pt x="12513" y="16342"/>
                      </a:lnTo>
                      <a:lnTo>
                        <a:pt x="12429" y="16363"/>
                      </a:lnTo>
                      <a:lnTo>
                        <a:pt x="12304" y="16530"/>
                      </a:lnTo>
                      <a:lnTo>
                        <a:pt x="12304" y="16572"/>
                      </a:lnTo>
                      <a:lnTo>
                        <a:pt x="12220" y="16656"/>
                      </a:lnTo>
                      <a:lnTo>
                        <a:pt x="11906" y="16844"/>
                      </a:lnTo>
                      <a:lnTo>
                        <a:pt x="11781" y="16970"/>
                      </a:lnTo>
                      <a:lnTo>
                        <a:pt x="11676" y="17158"/>
                      </a:lnTo>
                      <a:lnTo>
                        <a:pt x="11634" y="17263"/>
                      </a:lnTo>
                      <a:lnTo>
                        <a:pt x="11697" y="17367"/>
                      </a:lnTo>
                      <a:lnTo>
                        <a:pt x="11802" y="17451"/>
                      </a:lnTo>
                      <a:lnTo>
                        <a:pt x="11613" y="17409"/>
                      </a:lnTo>
                      <a:lnTo>
                        <a:pt x="11530" y="17451"/>
                      </a:lnTo>
                      <a:lnTo>
                        <a:pt x="11425" y="17577"/>
                      </a:lnTo>
                      <a:lnTo>
                        <a:pt x="11383" y="17702"/>
                      </a:lnTo>
                      <a:lnTo>
                        <a:pt x="11216" y="17869"/>
                      </a:lnTo>
                      <a:lnTo>
                        <a:pt x="11153" y="17974"/>
                      </a:lnTo>
                      <a:lnTo>
                        <a:pt x="11174" y="18016"/>
                      </a:lnTo>
                      <a:lnTo>
                        <a:pt x="11216" y="18079"/>
                      </a:lnTo>
                      <a:lnTo>
                        <a:pt x="11195" y="18141"/>
                      </a:lnTo>
                      <a:lnTo>
                        <a:pt x="11111" y="18121"/>
                      </a:lnTo>
                      <a:lnTo>
                        <a:pt x="11090" y="18037"/>
                      </a:lnTo>
                      <a:lnTo>
                        <a:pt x="11007" y="18016"/>
                      </a:lnTo>
                      <a:lnTo>
                        <a:pt x="10944" y="18121"/>
                      </a:lnTo>
                      <a:lnTo>
                        <a:pt x="10776" y="18204"/>
                      </a:lnTo>
                      <a:lnTo>
                        <a:pt x="10839" y="18288"/>
                      </a:lnTo>
                      <a:lnTo>
                        <a:pt x="10776" y="18351"/>
                      </a:lnTo>
                      <a:lnTo>
                        <a:pt x="10693" y="18330"/>
                      </a:lnTo>
                      <a:lnTo>
                        <a:pt x="10672" y="18288"/>
                      </a:lnTo>
                      <a:lnTo>
                        <a:pt x="10630" y="18330"/>
                      </a:lnTo>
                      <a:lnTo>
                        <a:pt x="10358" y="18539"/>
                      </a:lnTo>
                      <a:lnTo>
                        <a:pt x="10274" y="18644"/>
                      </a:lnTo>
                      <a:lnTo>
                        <a:pt x="10316" y="18727"/>
                      </a:lnTo>
                      <a:lnTo>
                        <a:pt x="10253" y="18769"/>
                      </a:lnTo>
                      <a:lnTo>
                        <a:pt x="10170" y="18748"/>
                      </a:lnTo>
                      <a:lnTo>
                        <a:pt x="10170" y="18644"/>
                      </a:lnTo>
                      <a:lnTo>
                        <a:pt x="10023" y="18727"/>
                      </a:lnTo>
                      <a:lnTo>
                        <a:pt x="9898" y="18811"/>
                      </a:lnTo>
                      <a:lnTo>
                        <a:pt x="9793" y="18853"/>
                      </a:lnTo>
                      <a:lnTo>
                        <a:pt x="9751" y="18937"/>
                      </a:lnTo>
                      <a:lnTo>
                        <a:pt x="9647" y="18978"/>
                      </a:lnTo>
                      <a:lnTo>
                        <a:pt x="9500" y="18978"/>
                      </a:lnTo>
                      <a:lnTo>
                        <a:pt x="9333" y="19146"/>
                      </a:lnTo>
                      <a:lnTo>
                        <a:pt x="9082" y="19250"/>
                      </a:lnTo>
                      <a:lnTo>
                        <a:pt x="8893" y="19397"/>
                      </a:lnTo>
                      <a:lnTo>
                        <a:pt x="8810" y="19564"/>
                      </a:lnTo>
                      <a:lnTo>
                        <a:pt x="8810" y="19606"/>
                      </a:lnTo>
                      <a:lnTo>
                        <a:pt x="8872" y="19711"/>
                      </a:lnTo>
                      <a:lnTo>
                        <a:pt x="8872" y="19794"/>
                      </a:lnTo>
                      <a:lnTo>
                        <a:pt x="8852" y="19815"/>
                      </a:lnTo>
                      <a:lnTo>
                        <a:pt x="8768" y="19711"/>
                      </a:lnTo>
                      <a:lnTo>
                        <a:pt x="8747" y="19711"/>
                      </a:lnTo>
                      <a:lnTo>
                        <a:pt x="8705" y="19773"/>
                      </a:lnTo>
                      <a:lnTo>
                        <a:pt x="8747" y="19857"/>
                      </a:lnTo>
                      <a:lnTo>
                        <a:pt x="8684" y="19878"/>
                      </a:lnTo>
                      <a:lnTo>
                        <a:pt x="8621" y="19794"/>
                      </a:lnTo>
                      <a:lnTo>
                        <a:pt x="8705" y="19711"/>
                      </a:lnTo>
                      <a:cubicBezTo>
                        <a:pt x="8761" y="19673"/>
                        <a:pt x="8717" y="19603"/>
                        <a:pt x="8677" y="19603"/>
                      </a:cubicBezTo>
                      <a:cubicBezTo>
                        <a:pt x="8673" y="19603"/>
                        <a:pt x="8668" y="19604"/>
                        <a:pt x="8663" y="19606"/>
                      </a:cubicBezTo>
                      <a:lnTo>
                        <a:pt x="8600" y="19585"/>
                      </a:lnTo>
                      <a:lnTo>
                        <a:pt x="8496" y="19585"/>
                      </a:lnTo>
                      <a:lnTo>
                        <a:pt x="8454" y="19564"/>
                      </a:lnTo>
                      <a:lnTo>
                        <a:pt x="8349" y="19585"/>
                      </a:lnTo>
                      <a:lnTo>
                        <a:pt x="8161" y="19606"/>
                      </a:lnTo>
                      <a:lnTo>
                        <a:pt x="8056" y="19669"/>
                      </a:lnTo>
                      <a:lnTo>
                        <a:pt x="7973" y="19773"/>
                      </a:lnTo>
                      <a:lnTo>
                        <a:pt x="7826" y="19815"/>
                      </a:lnTo>
                      <a:lnTo>
                        <a:pt x="7680" y="19899"/>
                      </a:lnTo>
                      <a:lnTo>
                        <a:pt x="7554" y="20066"/>
                      </a:lnTo>
                      <a:lnTo>
                        <a:pt x="7575" y="20108"/>
                      </a:lnTo>
                      <a:lnTo>
                        <a:pt x="7533" y="20171"/>
                      </a:lnTo>
                      <a:lnTo>
                        <a:pt x="7471" y="20171"/>
                      </a:lnTo>
                      <a:lnTo>
                        <a:pt x="7345" y="20213"/>
                      </a:lnTo>
                      <a:lnTo>
                        <a:pt x="7261" y="20276"/>
                      </a:lnTo>
                      <a:lnTo>
                        <a:pt x="7261" y="20338"/>
                      </a:lnTo>
                      <a:lnTo>
                        <a:pt x="7219" y="20338"/>
                      </a:lnTo>
                      <a:lnTo>
                        <a:pt x="7115" y="20318"/>
                      </a:lnTo>
                      <a:lnTo>
                        <a:pt x="7010" y="20338"/>
                      </a:lnTo>
                      <a:lnTo>
                        <a:pt x="6989" y="20422"/>
                      </a:lnTo>
                      <a:lnTo>
                        <a:pt x="6947" y="20548"/>
                      </a:lnTo>
                      <a:lnTo>
                        <a:pt x="6947" y="20590"/>
                      </a:lnTo>
                      <a:cubicBezTo>
                        <a:pt x="6927" y="20590"/>
                        <a:pt x="6906" y="20610"/>
                        <a:pt x="6885" y="20610"/>
                      </a:cubicBezTo>
                      <a:lnTo>
                        <a:pt x="6843" y="20590"/>
                      </a:lnTo>
                      <a:lnTo>
                        <a:pt x="6906" y="20485"/>
                      </a:lnTo>
                      <a:lnTo>
                        <a:pt x="6822" y="20380"/>
                      </a:lnTo>
                      <a:lnTo>
                        <a:pt x="6675" y="20380"/>
                      </a:lnTo>
                      <a:lnTo>
                        <a:pt x="6634" y="20422"/>
                      </a:lnTo>
                      <a:lnTo>
                        <a:pt x="6571" y="20485"/>
                      </a:lnTo>
                      <a:lnTo>
                        <a:pt x="6466" y="20485"/>
                      </a:lnTo>
                      <a:lnTo>
                        <a:pt x="6403" y="20527"/>
                      </a:lnTo>
                      <a:lnTo>
                        <a:pt x="6299" y="20422"/>
                      </a:lnTo>
                      <a:lnTo>
                        <a:pt x="6257" y="20422"/>
                      </a:lnTo>
                      <a:lnTo>
                        <a:pt x="6152" y="20610"/>
                      </a:lnTo>
                      <a:lnTo>
                        <a:pt x="6090" y="20631"/>
                      </a:lnTo>
                      <a:lnTo>
                        <a:pt x="5985" y="20715"/>
                      </a:lnTo>
                      <a:lnTo>
                        <a:pt x="5943" y="20694"/>
                      </a:lnTo>
                      <a:lnTo>
                        <a:pt x="5880" y="20736"/>
                      </a:lnTo>
                      <a:lnTo>
                        <a:pt x="5859" y="20841"/>
                      </a:lnTo>
                      <a:lnTo>
                        <a:pt x="5880" y="20945"/>
                      </a:lnTo>
                      <a:lnTo>
                        <a:pt x="5943" y="20966"/>
                      </a:lnTo>
                      <a:cubicBezTo>
                        <a:pt x="5776" y="21029"/>
                        <a:pt x="5629" y="21071"/>
                        <a:pt x="5462" y="21154"/>
                      </a:cubicBezTo>
                      <a:lnTo>
                        <a:pt x="5441" y="21071"/>
                      </a:lnTo>
                      <a:lnTo>
                        <a:pt x="5378" y="21050"/>
                      </a:lnTo>
                      <a:lnTo>
                        <a:pt x="5378" y="21154"/>
                      </a:lnTo>
                      <a:lnTo>
                        <a:pt x="5378" y="21217"/>
                      </a:lnTo>
                      <a:cubicBezTo>
                        <a:pt x="5357" y="21217"/>
                        <a:pt x="5336" y="21238"/>
                        <a:pt x="5274" y="21238"/>
                      </a:cubicBezTo>
                      <a:lnTo>
                        <a:pt x="5232" y="21217"/>
                      </a:lnTo>
                      <a:lnTo>
                        <a:pt x="5169" y="21134"/>
                      </a:lnTo>
                      <a:lnTo>
                        <a:pt x="5064" y="21154"/>
                      </a:lnTo>
                      <a:lnTo>
                        <a:pt x="5064" y="21238"/>
                      </a:lnTo>
                      <a:lnTo>
                        <a:pt x="5127" y="21280"/>
                      </a:lnTo>
                      <a:cubicBezTo>
                        <a:pt x="5106" y="21322"/>
                        <a:pt x="5043" y="21322"/>
                        <a:pt x="5022" y="21343"/>
                      </a:cubicBezTo>
                      <a:lnTo>
                        <a:pt x="4960" y="21280"/>
                      </a:lnTo>
                      <a:lnTo>
                        <a:pt x="4960" y="21364"/>
                      </a:lnTo>
                      <a:cubicBezTo>
                        <a:pt x="4939" y="21385"/>
                        <a:pt x="4918" y="21385"/>
                        <a:pt x="4897" y="21385"/>
                      </a:cubicBezTo>
                      <a:lnTo>
                        <a:pt x="4855" y="21343"/>
                      </a:lnTo>
                      <a:lnTo>
                        <a:pt x="4730" y="21322"/>
                      </a:lnTo>
                      <a:lnTo>
                        <a:pt x="4688" y="21238"/>
                      </a:lnTo>
                      <a:lnTo>
                        <a:pt x="4583" y="21238"/>
                      </a:lnTo>
                      <a:lnTo>
                        <a:pt x="4478" y="21343"/>
                      </a:lnTo>
                      <a:lnTo>
                        <a:pt x="4478" y="21426"/>
                      </a:lnTo>
                      <a:lnTo>
                        <a:pt x="4541" y="21489"/>
                      </a:lnTo>
                      <a:cubicBezTo>
                        <a:pt x="4520" y="21489"/>
                        <a:pt x="4499" y="21531"/>
                        <a:pt x="4499" y="21531"/>
                      </a:cubicBezTo>
                      <a:lnTo>
                        <a:pt x="4395" y="21468"/>
                      </a:lnTo>
                      <a:lnTo>
                        <a:pt x="4290" y="21552"/>
                      </a:lnTo>
                      <a:lnTo>
                        <a:pt x="4290" y="21594"/>
                      </a:lnTo>
                      <a:cubicBezTo>
                        <a:pt x="4081" y="21678"/>
                        <a:pt x="3893" y="21761"/>
                        <a:pt x="3683" y="21845"/>
                      </a:cubicBezTo>
                      <a:lnTo>
                        <a:pt x="3704" y="21782"/>
                      </a:lnTo>
                      <a:lnTo>
                        <a:pt x="3809" y="21740"/>
                      </a:lnTo>
                      <a:lnTo>
                        <a:pt x="3746" y="21698"/>
                      </a:lnTo>
                      <a:lnTo>
                        <a:pt x="3704" y="21573"/>
                      </a:lnTo>
                      <a:lnTo>
                        <a:pt x="3600" y="21636"/>
                      </a:lnTo>
                      <a:lnTo>
                        <a:pt x="3432" y="21636"/>
                      </a:lnTo>
                      <a:lnTo>
                        <a:pt x="3453" y="21698"/>
                      </a:lnTo>
                      <a:lnTo>
                        <a:pt x="3390" y="21803"/>
                      </a:lnTo>
                      <a:lnTo>
                        <a:pt x="3286" y="21845"/>
                      </a:lnTo>
                      <a:lnTo>
                        <a:pt x="3160" y="21970"/>
                      </a:lnTo>
                      <a:lnTo>
                        <a:pt x="3160" y="22012"/>
                      </a:lnTo>
                      <a:cubicBezTo>
                        <a:pt x="2951" y="22096"/>
                        <a:pt x="2742" y="22159"/>
                        <a:pt x="2533" y="22201"/>
                      </a:cubicBezTo>
                      <a:lnTo>
                        <a:pt x="2512" y="22180"/>
                      </a:lnTo>
                      <a:lnTo>
                        <a:pt x="2386" y="22222"/>
                      </a:lnTo>
                      <a:lnTo>
                        <a:pt x="2407" y="22263"/>
                      </a:lnTo>
                      <a:cubicBezTo>
                        <a:pt x="2344" y="22263"/>
                        <a:pt x="2302" y="22284"/>
                        <a:pt x="2240" y="22284"/>
                      </a:cubicBezTo>
                      <a:cubicBezTo>
                        <a:pt x="2177" y="22305"/>
                        <a:pt x="2093" y="22305"/>
                        <a:pt x="2009" y="22326"/>
                      </a:cubicBezTo>
                      <a:lnTo>
                        <a:pt x="1926" y="22263"/>
                      </a:lnTo>
                      <a:lnTo>
                        <a:pt x="1821" y="22368"/>
                      </a:lnTo>
                      <a:lnTo>
                        <a:pt x="1821" y="22389"/>
                      </a:lnTo>
                      <a:cubicBezTo>
                        <a:pt x="1758" y="22410"/>
                        <a:pt x="1654" y="22410"/>
                        <a:pt x="1570" y="22431"/>
                      </a:cubicBezTo>
                      <a:cubicBezTo>
                        <a:pt x="1264" y="22480"/>
                        <a:pt x="957" y="22500"/>
                        <a:pt x="651" y="22500"/>
                      </a:cubicBezTo>
                      <a:cubicBezTo>
                        <a:pt x="434" y="22500"/>
                        <a:pt x="218" y="22490"/>
                        <a:pt x="1" y="22473"/>
                      </a:cubicBezTo>
                      <a:lnTo>
                        <a:pt x="1" y="22473"/>
                      </a:lnTo>
                      <a:cubicBezTo>
                        <a:pt x="332" y="22512"/>
                        <a:pt x="664" y="22527"/>
                        <a:pt x="990" y="22527"/>
                      </a:cubicBezTo>
                      <a:cubicBezTo>
                        <a:pt x="1179" y="22527"/>
                        <a:pt x="1365" y="22522"/>
                        <a:pt x="1549" y="22514"/>
                      </a:cubicBezTo>
                      <a:lnTo>
                        <a:pt x="1549" y="22535"/>
                      </a:lnTo>
                      <a:lnTo>
                        <a:pt x="1654" y="22577"/>
                      </a:lnTo>
                      <a:lnTo>
                        <a:pt x="1612" y="22514"/>
                      </a:lnTo>
                      <a:cubicBezTo>
                        <a:pt x="2093" y="22473"/>
                        <a:pt x="2533" y="22389"/>
                        <a:pt x="2972" y="22263"/>
                      </a:cubicBezTo>
                      <a:lnTo>
                        <a:pt x="2972" y="22263"/>
                      </a:lnTo>
                      <a:lnTo>
                        <a:pt x="2867" y="22368"/>
                      </a:lnTo>
                      <a:lnTo>
                        <a:pt x="3077" y="22368"/>
                      </a:lnTo>
                      <a:lnTo>
                        <a:pt x="3223" y="22222"/>
                      </a:lnTo>
                      <a:lnTo>
                        <a:pt x="3370" y="22222"/>
                      </a:lnTo>
                      <a:lnTo>
                        <a:pt x="3453" y="22159"/>
                      </a:lnTo>
                      <a:cubicBezTo>
                        <a:pt x="3579" y="22096"/>
                        <a:pt x="3746" y="22075"/>
                        <a:pt x="3872" y="22012"/>
                      </a:cubicBezTo>
                      <a:lnTo>
                        <a:pt x="3893" y="22054"/>
                      </a:lnTo>
                      <a:lnTo>
                        <a:pt x="4081" y="22054"/>
                      </a:lnTo>
                      <a:lnTo>
                        <a:pt x="4227" y="21991"/>
                      </a:lnTo>
                      <a:lnTo>
                        <a:pt x="4290" y="21719"/>
                      </a:lnTo>
                      <a:lnTo>
                        <a:pt x="4311" y="21803"/>
                      </a:lnTo>
                      <a:lnTo>
                        <a:pt x="4374" y="21845"/>
                      </a:lnTo>
                      <a:lnTo>
                        <a:pt x="4416" y="21740"/>
                      </a:lnTo>
                      <a:lnTo>
                        <a:pt x="4458" y="21657"/>
                      </a:lnTo>
                      <a:lnTo>
                        <a:pt x="4520" y="21678"/>
                      </a:lnTo>
                      <a:lnTo>
                        <a:pt x="4562" y="21740"/>
                      </a:lnTo>
                      <a:lnTo>
                        <a:pt x="4604" y="21719"/>
                      </a:lnTo>
                      <a:lnTo>
                        <a:pt x="4688" y="21615"/>
                      </a:lnTo>
                      <a:lnTo>
                        <a:pt x="4834" y="21531"/>
                      </a:lnTo>
                      <a:lnTo>
                        <a:pt x="4834" y="21468"/>
                      </a:lnTo>
                      <a:cubicBezTo>
                        <a:pt x="5043" y="21406"/>
                        <a:pt x="5253" y="21301"/>
                        <a:pt x="5462" y="21217"/>
                      </a:cubicBezTo>
                      <a:lnTo>
                        <a:pt x="5462" y="21217"/>
                      </a:lnTo>
                      <a:lnTo>
                        <a:pt x="5420" y="21238"/>
                      </a:lnTo>
                      <a:lnTo>
                        <a:pt x="5546" y="21238"/>
                      </a:lnTo>
                      <a:lnTo>
                        <a:pt x="5504" y="21196"/>
                      </a:lnTo>
                      <a:cubicBezTo>
                        <a:pt x="5839" y="21050"/>
                        <a:pt x="6173" y="20903"/>
                        <a:pt x="6508" y="20778"/>
                      </a:cubicBezTo>
                      <a:lnTo>
                        <a:pt x="6571" y="20799"/>
                      </a:lnTo>
                      <a:lnTo>
                        <a:pt x="6759" y="20778"/>
                      </a:lnTo>
                      <a:lnTo>
                        <a:pt x="6822" y="20694"/>
                      </a:lnTo>
                      <a:lnTo>
                        <a:pt x="6989" y="20715"/>
                      </a:lnTo>
                      <a:lnTo>
                        <a:pt x="6989" y="20673"/>
                      </a:lnTo>
                      <a:lnTo>
                        <a:pt x="6927" y="20610"/>
                      </a:lnTo>
                      <a:cubicBezTo>
                        <a:pt x="7031" y="20569"/>
                        <a:pt x="7136" y="20527"/>
                        <a:pt x="7240" y="20485"/>
                      </a:cubicBezTo>
                      <a:lnTo>
                        <a:pt x="7282" y="20485"/>
                      </a:lnTo>
                      <a:cubicBezTo>
                        <a:pt x="7324" y="20464"/>
                        <a:pt x="7387" y="20422"/>
                        <a:pt x="7429" y="20422"/>
                      </a:cubicBezTo>
                      <a:lnTo>
                        <a:pt x="7450" y="20485"/>
                      </a:lnTo>
                      <a:lnTo>
                        <a:pt x="7554" y="20485"/>
                      </a:lnTo>
                      <a:lnTo>
                        <a:pt x="7617" y="20380"/>
                      </a:lnTo>
                      <a:lnTo>
                        <a:pt x="7638" y="20464"/>
                      </a:lnTo>
                      <a:lnTo>
                        <a:pt x="7659" y="20464"/>
                      </a:lnTo>
                      <a:lnTo>
                        <a:pt x="7701" y="20380"/>
                      </a:lnTo>
                      <a:lnTo>
                        <a:pt x="7763" y="20318"/>
                      </a:lnTo>
                      <a:lnTo>
                        <a:pt x="7868" y="20318"/>
                      </a:lnTo>
                      <a:lnTo>
                        <a:pt x="7973" y="20255"/>
                      </a:lnTo>
                      <a:lnTo>
                        <a:pt x="8015" y="20171"/>
                      </a:lnTo>
                      <a:cubicBezTo>
                        <a:pt x="8077" y="20150"/>
                        <a:pt x="8161" y="20087"/>
                        <a:pt x="8224" y="20066"/>
                      </a:cubicBezTo>
                      <a:lnTo>
                        <a:pt x="8224" y="20066"/>
                      </a:lnTo>
                      <a:lnTo>
                        <a:pt x="8182" y="20108"/>
                      </a:lnTo>
                      <a:lnTo>
                        <a:pt x="8182" y="20213"/>
                      </a:lnTo>
                      <a:lnTo>
                        <a:pt x="8224" y="20255"/>
                      </a:lnTo>
                      <a:lnTo>
                        <a:pt x="8370" y="20150"/>
                      </a:lnTo>
                      <a:lnTo>
                        <a:pt x="8391" y="20066"/>
                      </a:lnTo>
                      <a:lnTo>
                        <a:pt x="8475" y="20045"/>
                      </a:lnTo>
                      <a:lnTo>
                        <a:pt x="8496" y="20087"/>
                      </a:lnTo>
                      <a:lnTo>
                        <a:pt x="8538" y="20045"/>
                      </a:lnTo>
                      <a:lnTo>
                        <a:pt x="8580" y="20045"/>
                      </a:lnTo>
                      <a:lnTo>
                        <a:pt x="8600" y="20108"/>
                      </a:lnTo>
                      <a:lnTo>
                        <a:pt x="8580" y="20192"/>
                      </a:lnTo>
                      <a:lnTo>
                        <a:pt x="8642" y="20192"/>
                      </a:lnTo>
                      <a:lnTo>
                        <a:pt x="8705" y="20087"/>
                      </a:lnTo>
                      <a:lnTo>
                        <a:pt x="8789" y="20087"/>
                      </a:lnTo>
                      <a:lnTo>
                        <a:pt x="8872" y="20004"/>
                      </a:lnTo>
                      <a:lnTo>
                        <a:pt x="8977" y="20004"/>
                      </a:lnTo>
                      <a:lnTo>
                        <a:pt x="9082" y="19857"/>
                      </a:lnTo>
                      <a:lnTo>
                        <a:pt x="9186" y="19794"/>
                      </a:lnTo>
                      <a:lnTo>
                        <a:pt x="9270" y="19836"/>
                      </a:lnTo>
                      <a:lnTo>
                        <a:pt x="9270" y="19899"/>
                      </a:lnTo>
                      <a:lnTo>
                        <a:pt x="9186" y="20004"/>
                      </a:lnTo>
                      <a:lnTo>
                        <a:pt x="9103" y="20150"/>
                      </a:lnTo>
                      <a:lnTo>
                        <a:pt x="9103" y="20192"/>
                      </a:lnTo>
                      <a:lnTo>
                        <a:pt x="9165" y="20192"/>
                      </a:lnTo>
                      <a:lnTo>
                        <a:pt x="9312" y="20045"/>
                      </a:lnTo>
                      <a:lnTo>
                        <a:pt x="9312" y="19857"/>
                      </a:lnTo>
                      <a:lnTo>
                        <a:pt x="9333" y="19836"/>
                      </a:lnTo>
                      <a:lnTo>
                        <a:pt x="9396" y="19899"/>
                      </a:lnTo>
                      <a:lnTo>
                        <a:pt x="9479" y="19857"/>
                      </a:lnTo>
                      <a:lnTo>
                        <a:pt x="9542" y="19878"/>
                      </a:lnTo>
                      <a:lnTo>
                        <a:pt x="9647" y="19878"/>
                      </a:lnTo>
                      <a:lnTo>
                        <a:pt x="9751" y="19753"/>
                      </a:lnTo>
                      <a:lnTo>
                        <a:pt x="9793" y="19753"/>
                      </a:lnTo>
                      <a:lnTo>
                        <a:pt x="9814" y="19773"/>
                      </a:lnTo>
                      <a:lnTo>
                        <a:pt x="9856" y="19648"/>
                      </a:lnTo>
                      <a:lnTo>
                        <a:pt x="9919" y="19585"/>
                      </a:lnTo>
                      <a:lnTo>
                        <a:pt x="9940" y="19627"/>
                      </a:lnTo>
                      <a:lnTo>
                        <a:pt x="9919" y="19690"/>
                      </a:lnTo>
                      <a:lnTo>
                        <a:pt x="9919" y="19794"/>
                      </a:lnTo>
                      <a:lnTo>
                        <a:pt x="9960" y="19773"/>
                      </a:lnTo>
                      <a:lnTo>
                        <a:pt x="10044" y="19669"/>
                      </a:lnTo>
                      <a:lnTo>
                        <a:pt x="10002" y="19648"/>
                      </a:lnTo>
                      <a:lnTo>
                        <a:pt x="10065" y="19564"/>
                      </a:lnTo>
                      <a:lnTo>
                        <a:pt x="10065" y="19522"/>
                      </a:lnTo>
                      <a:lnTo>
                        <a:pt x="9898" y="19522"/>
                      </a:lnTo>
                      <a:lnTo>
                        <a:pt x="9856" y="19481"/>
                      </a:lnTo>
                      <a:lnTo>
                        <a:pt x="10023" y="19439"/>
                      </a:lnTo>
                      <a:lnTo>
                        <a:pt x="10212" y="19334"/>
                      </a:lnTo>
                      <a:lnTo>
                        <a:pt x="10442" y="19334"/>
                      </a:lnTo>
                      <a:lnTo>
                        <a:pt x="10484" y="19271"/>
                      </a:lnTo>
                      <a:lnTo>
                        <a:pt x="10484" y="19209"/>
                      </a:lnTo>
                      <a:lnTo>
                        <a:pt x="10442" y="19209"/>
                      </a:lnTo>
                      <a:lnTo>
                        <a:pt x="10484" y="19167"/>
                      </a:lnTo>
                      <a:lnTo>
                        <a:pt x="10567" y="19146"/>
                      </a:lnTo>
                      <a:lnTo>
                        <a:pt x="10651" y="19104"/>
                      </a:lnTo>
                      <a:lnTo>
                        <a:pt x="10693" y="19104"/>
                      </a:lnTo>
                      <a:lnTo>
                        <a:pt x="10735" y="19209"/>
                      </a:lnTo>
                      <a:lnTo>
                        <a:pt x="10839" y="19209"/>
                      </a:lnTo>
                      <a:lnTo>
                        <a:pt x="10881" y="19125"/>
                      </a:lnTo>
                      <a:lnTo>
                        <a:pt x="10860" y="19104"/>
                      </a:lnTo>
                      <a:lnTo>
                        <a:pt x="10944" y="19020"/>
                      </a:lnTo>
                      <a:lnTo>
                        <a:pt x="10944" y="18916"/>
                      </a:lnTo>
                      <a:lnTo>
                        <a:pt x="10986" y="18853"/>
                      </a:lnTo>
                      <a:lnTo>
                        <a:pt x="11049" y="18916"/>
                      </a:lnTo>
                      <a:lnTo>
                        <a:pt x="11049" y="18999"/>
                      </a:lnTo>
                      <a:lnTo>
                        <a:pt x="11090" y="19041"/>
                      </a:lnTo>
                      <a:lnTo>
                        <a:pt x="11216" y="18957"/>
                      </a:lnTo>
                      <a:lnTo>
                        <a:pt x="11279" y="18895"/>
                      </a:lnTo>
                      <a:lnTo>
                        <a:pt x="11362" y="18895"/>
                      </a:lnTo>
                      <a:lnTo>
                        <a:pt x="11404" y="18790"/>
                      </a:lnTo>
                      <a:lnTo>
                        <a:pt x="11425" y="18748"/>
                      </a:lnTo>
                      <a:lnTo>
                        <a:pt x="11488" y="18811"/>
                      </a:lnTo>
                      <a:lnTo>
                        <a:pt x="11593" y="18790"/>
                      </a:lnTo>
                      <a:lnTo>
                        <a:pt x="11718" y="18623"/>
                      </a:lnTo>
                      <a:lnTo>
                        <a:pt x="11718" y="18539"/>
                      </a:lnTo>
                      <a:lnTo>
                        <a:pt x="11613" y="18539"/>
                      </a:lnTo>
                      <a:lnTo>
                        <a:pt x="11593" y="18518"/>
                      </a:lnTo>
                      <a:lnTo>
                        <a:pt x="11739" y="18413"/>
                      </a:lnTo>
                      <a:lnTo>
                        <a:pt x="11844" y="18393"/>
                      </a:lnTo>
                      <a:lnTo>
                        <a:pt x="11927" y="18288"/>
                      </a:lnTo>
                      <a:lnTo>
                        <a:pt x="11990" y="18288"/>
                      </a:lnTo>
                      <a:lnTo>
                        <a:pt x="12011" y="18330"/>
                      </a:lnTo>
                      <a:lnTo>
                        <a:pt x="12137" y="18204"/>
                      </a:lnTo>
                      <a:lnTo>
                        <a:pt x="12241" y="18141"/>
                      </a:lnTo>
                      <a:lnTo>
                        <a:pt x="12262" y="18079"/>
                      </a:lnTo>
                      <a:lnTo>
                        <a:pt x="12346" y="18037"/>
                      </a:lnTo>
                      <a:lnTo>
                        <a:pt x="12367" y="17995"/>
                      </a:lnTo>
                      <a:lnTo>
                        <a:pt x="12450" y="17995"/>
                      </a:lnTo>
                      <a:lnTo>
                        <a:pt x="12471" y="18079"/>
                      </a:lnTo>
                      <a:lnTo>
                        <a:pt x="12534" y="18100"/>
                      </a:lnTo>
                      <a:lnTo>
                        <a:pt x="12555" y="18016"/>
                      </a:lnTo>
                      <a:lnTo>
                        <a:pt x="12660" y="18016"/>
                      </a:lnTo>
                      <a:lnTo>
                        <a:pt x="12722" y="17995"/>
                      </a:lnTo>
                      <a:lnTo>
                        <a:pt x="12722" y="17911"/>
                      </a:lnTo>
                      <a:lnTo>
                        <a:pt x="12827" y="17890"/>
                      </a:lnTo>
                      <a:lnTo>
                        <a:pt x="12848" y="17828"/>
                      </a:lnTo>
                      <a:lnTo>
                        <a:pt x="12869" y="17869"/>
                      </a:lnTo>
                      <a:lnTo>
                        <a:pt x="13036" y="17890"/>
                      </a:lnTo>
                      <a:lnTo>
                        <a:pt x="13057" y="17786"/>
                      </a:lnTo>
                      <a:lnTo>
                        <a:pt x="13099" y="17786"/>
                      </a:lnTo>
                      <a:lnTo>
                        <a:pt x="13099" y="17849"/>
                      </a:lnTo>
                      <a:lnTo>
                        <a:pt x="13162" y="17849"/>
                      </a:lnTo>
                      <a:lnTo>
                        <a:pt x="13204" y="17786"/>
                      </a:lnTo>
                      <a:lnTo>
                        <a:pt x="13266" y="17849"/>
                      </a:lnTo>
                      <a:lnTo>
                        <a:pt x="13308" y="17807"/>
                      </a:lnTo>
                      <a:lnTo>
                        <a:pt x="13371" y="17660"/>
                      </a:lnTo>
                      <a:lnTo>
                        <a:pt x="13308" y="17660"/>
                      </a:lnTo>
                      <a:lnTo>
                        <a:pt x="13266" y="17681"/>
                      </a:lnTo>
                      <a:lnTo>
                        <a:pt x="13287" y="17597"/>
                      </a:lnTo>
                      <a:lnTo>
                        <a:pt x="13350" y="17556"/>
                      </a:lnTo>
                      <a:cubicBezTo>
                        <a:pt x="13371" y="17618"/>
                        <a:pt x="13392" y="17702"/>
                        <a:pt x="13455" y="17765"/>
                      </a:cubicBezTo>
                      <a:cubicBezTo>
                        <a:pt x="13517" y="17849"/>
                        <a:pt x="13392" y="17995"/>
                        <a:pt x="13308" y="18079"/>
                      </a:cubicBezTo>
                      <a:lnTo>
                        <a:pt x="13245" y="18183"/>
                      </a:lnTo>
                      <a:lnTo>
                        <a:pt x="13266" y="18225"/>
                      </a:lnTo>
                      <a:lnTo>
                        <a:pt x="13371" y="18309"/>
                      </a:lnTo>
                      <a:lnTo>
                        <a:pt x="13350" y="18413"/>
                      </a:lnTo>
                      <a:lnTo>
                        <a:pt x="13266" y="18351"/>
                      </a:lnTo>
                      <a:lnTo>
                        <a:pt x="13245" y="18393"/>
                      </a:lnTo>
                      <a:lnTo>
                        <a:pt x="13266" y="18497"/>
                      </a:lnTo>
                      <a:lnTo>
                        <a:pt x="13162" y="18623"/>
                      </a:lnTo>
                      <a:lnTo>
                        <a:pt x="13099" y="18602"/>
                      </a:lnTo>
                      <a:lnTo>
                        <a:pt x="13099" y="18351"/>
                      </a:lnTo>
                      <a:lnTo>
                        <a:pt x="13057" y="18330"/>
                      </a:lnTo>
                      <a:lnTo>
                        <a:pt x="12890" y="18351"/>
                      </a:lnTo>
                      <a:lnTo>
                        <a:pt x="12639" y="18497"/>
                      </a:lnTo>
                      <a:lnTo>
                        <a:pt x="12471" y="18602"/>
                      </a:lnTo>
                      <a:lnTo>
                        <a:pt x="12450" y="18665"/>
                      </a:lnTo>
                      <a:lnTo>
                        <a:pt x="12471" y="18727"/>
                      </a:lnTo>
                      <a:lnTo>
                        <a:pt x="12471" y="18853"/>
                      </a:lnTo>
                      <a:lnTo>
                        <a:pt x="12450" y="18957"/>
                      </a:lnTo>
                      <a:lnTo>
                        <a:pt x="12409" y="19041"/>
                      </a:lnTo>
                      <a:lnTo>
                        <a:pt x="12409" y="19146"/>
                      </a:lnTo>
                      <a:lnTo>
                        <a:pt x="12471" y="19188"/>
                      </a:lnTo>
                      <a:lnTo>
                        <a:pt x="12555" y="19167"/>
                      </a:lnTo>
                      <a:lnTo>
                        <a:pt x="12576" y="19125"/>
                      </a:lnTo>
                      <a:lnTo>
                        <a:pt x="12555" y="19083"/>
                      </a:lnTo>
                      <a:lnTo>
                        <a:pt x="12513" y="19062"/>
                      </a:lnTo>
                      <a:lnTo>
                        <a:pt x="12555" y="19020"/>
                      </a:lnTo>
                      <a:lnTo>
                        <a:pt x="12681" y="19020"/>
                      </a:lnTo>
                      <a:lnTo>
                        <a:pt x="12660" y="19062"/>
                      </a:lnTo>
                      <a:lnTo>
                        <a:pt x="12722" y="19125"/>
                      </a:lnTo>
                      <a:lnTo>
                        <a:pt x="12785" y="19041"/>
                      </a:lnTo>
                      <a:lnTo>
                        <a:pt x="12848" y="19041"/>
                      </a:lnTo>
                      <a:lnTo>
                        <a:pt x="12764" y="19146"/>
                      </a:lnTo>
                      <a:lnTo>
                        <a:pt x="12764" y="19188"/>
                      </a:lnTo>
                      <a:lnTo>
                        <a:pt x="12555" y="19355"/>
                      </a:lnTo>
                      <a:lnTo>
                        <a:pt x="12534" y="19397"/>
                      </a:lnTo>
                      <a:lnTo>
                        <a:pt x="12639" y="19439"/>
                      </a:lnTo>
                      <a:lnTo>
                        <a:pt x="12681" y="19355"/>
                      </a:lnTo>
                      <a:lnTo>
                        <a:pt x="12764" y="19292"/>
                      </a:lnTo>
                      <a:lnTo>
                        <a:pt x="12764" y="19229"/>
                      </a:lnTo>
                      <a:lnTo>
                        <a:pt x="12890" y="19146"/>
                      </a:lnTo>
                      <a:lnTo>
                        <a:pt x="12869" y="19083"/>
                      </a:lnTo>
                      <a:lnTo>
                        <a:pt x="12932" y="19041"/>
                      </a:lnTo>
                      <a:lnTo>
                        <a:pt x="12973" y="19041"/>
                      </a:lnTo>
                      <a:lnTo>
                        <a:pt x="13036" y="18916"/>
                      </a:lnTo>
                      <a:lnTo>
                        <a:pt x="13078" y="18937"/>
                      </a:lnTo>
                      <a:lnTo>
                        <a:pt x="13183" y="18916"/>
                      </a:lnTo>
                      <a:lnTo>
                        <a:pt x="13287" y="18937"/>
                      </a:lnTo>
                      <a:lnTo>
                        <a:pt x="13455" y="18832"/>
                      </a:lnTo>
                      <a:lnTo>
                        <a:pt x="13413" y="18748"/>
                      </a:lnTo>
                      <a:lnTo>
                        <a:pt x="13287" y="18706"/>
                      </a:lnTo>
                      <a:lnTo>
                        <a:pt x="13371" y="18665"/>
                      </a:lnTo>
                      <a:lnTo>
                        <a:pt x="13497" y="18665"/>
                      </a:lnTo>
                      <a:lnTo>
                        <a:pt x="13580" y="18769"/>
                      </a:lnTo>
                      <a:lnTo>
                        <a:pt x="13664" y="18769"/>
                      </a:lnTo>
                      <a:lnTo>
                        <a:pt x="13727" y="18665"/>
                      </a:lnTo>
                      <a:lnTo>
                        <a:pt x="13685" y="18539"/>
                      </a:lnTo>
                      <a:lnTo>
                        <a:pt x="13580" y="18518"/>
                      </a:lnTo>
                      <a:lnTo>
                        <a:pt x="13622" y="18455"/>
                      </a:lnTo>
                      <a:lnTo>
                        <a:pt x="13706" y="18455"/>
                      </a:lnTo>
                      <a:lnTo>
                        <a:pt x="13789" y="18497"/>
                      </a:lnTo>
                      <a:lnTo>
                        <a:pt x="13852" y="18455"/>
                      </a:lnTo>
                      <a:lnTo>
                        <a:pt x="13894" y="18518"/>
                      </a:lnTo>
                      <a:lnTo>
                        <a:pt x="13957" y="18539"/>
                      </a:lnTo>
                      <a:lnTo>
                        <a:pt x="14041" y="18413"/>
                      </a:lnTo>
                      <a:lnTo>
                        <a:pt x="14020" y="18330"/>
                      </a:lnTo>
                      <a:lnTo>
                        <a:pt x="13957" y="18309"/>
                      </a:lnTo>
                      <a:lnTo>
                        <a:pt x="13957" y="18225"/>
                      </a:lnTo>
                      <a:lnTo>
                        <a:pt x="14062" y="18225"/>
                      </a:lnTo>
                      <a:lnTo>
                        <a:pt x="14166" y="18204"/>
                      </a:lnTo>
                      <a:lnTo>
                        <a:pt x="14124" y="18079"/>
                      </a:lnTo>
                      <a:lnTo>
                        <a:pt x="14041" y="18037"/>
                      </a:lnTo>
                      <a:lnTo>
                        <a:pt x="13957" y="18079"/>
                      </a:lnTo>
                      <a:lnTo>
                        <a:pt x="14041" y="17995"/>
                      </a:lnTo>
                      <a:cubicBezTo>
                        <a:pt x="14062" y="17974"/>
                        <a:pt x="14041" y="17932"/>
                        <a:pt x="14041" y="17932"/>
                      </a:cubicBezTo>
                      <a:lnTo>
                        <a:pt x="14145" y="17828"/>
                      </a:lnTo>
                      <a:lnTo>
                        <a:pt x="14166" y="17911"/>
                      </a:lnTo>
                      <a:lnTo>
                        <a:pt x="14229" y="17911"/>
                      </a:lnTo>
                      <a:lnTo>
                        <a:pt x="14313" y="17807"/>
                      </a:lnTo>
                      <a:lnTo>
                        <a:pt x="14354" y="17869"/>
                      </a:lnTo>
                      <a:lnTo>
                        <a:pt x="14438" y="17828"/>
                      </a:lnTo>
                      <a:lnTo>
                        <a:pt x="14417" y="17765"/>
                      </a:lnTo>
                      <a:lnTo>
                        <a:pt x="14334" y="17723"/>
                      </a:lnTo>
                      <a:lnTo>
                        <a:pt x="14396" y="17660"/>
                      </a:lnTo>
                      <a:lnTo>
                        <a:pt x="14438" y="17597"/>
                      </a:lnTo>
                      <a:lnTo>
                        <a:pt x="14396" y="17514"/>
                      </a:lnTo>
                      <a:lnTo>
                        <a:pt x="14313" y="17556"/>
                      </a:lnTo>
                      <a:lnTo>
                        <a:pt x="14292" y="17597"/>
                      </a:lnTo>
                      <a:lnTo>
                        <a:pt x="14229" y="17597"/>
                      </a:lnTo>
                      <a:lnTo>
                        <a:pt x="14250" y="17493"/>
                      </a:lnTo>
                      <a:lnTo>
                        <a:pt x="14208" y="17472"/>
                      </a:lnTo>
                      <a:lnTo>
                        <a:pt x="14103" y="17493"/>
                      </a:lnTo>
                      <a:lnTo>
                        <a:pt x="14041" y="17577"/>
                      </a:lnTo>
                      <a:lnTo>
                        <a:pt x="14103" y="17618"/>
                      </a:lnTo>
                      <a:lnTo>
                        <a:pt x="14041" y="17723"/>
                      </a:lnTo>
                      <a:lnTo>
                        <a:pt x="13999" y="17702"/>
                      </a:lnTo>
                      <a:lnTo>
                        <a:pt x="13978" y="17786"/>
                      </a:lnTo>
                      <a:lnTo>
                        <a:pt x="13894" y="17765"/>
                      </a:lnTo>
                      <a:lnTo>
                        <a:pt x="13831" y="17807"/>
                      </a:lnTo>
                      <a:lnTo>
                        <a:pt x="13873" y="17869"/>
                      </a:lnTo>
                      <a:lnTo>
                        <a:pt x="13999" y="17995"/>
                      </a:lnTo>
                      <a:lnTo>
                        <a:pt x="13831" y="18141"/>
                      </a:lnTo>
                      <a:lnTo>
                        <a:pt x="13831" y="18079"/>
                      </a:lnTo>
                      <a:lnTo>
                        <a:pt x="13727" y="17995"/>
                      </a:lnTo>
                      <a:lnTo>
                        <a:pt x="13685" y="18037"/>
                      </a:lnTo>
                      <a:lnTo>
                        <a:pt x="13706" y="18121"/>
                      </a:lnTo>
                      <a:lnTo>
                        <a:pt x="13685" y="18225"/>
                      </a:lnTo>
                      <a:lnTo>
                        <a:pt x="13622" y="18204"/>
                      </a:lnTo>
                      <a:lnTo>
                        <a:pt x="13580" y="18225"/>
                      </a:lnTo>
                      <a:lnTo>
                        <a:pt x="13517" y="18330"/>
                      </a:lnTo>
                      <a:lnTo>
                        <a:pt x="13434" y="18351"/>
                      </a:lnTo>
                      <a:lnTo>
                        <a:pt x="13434" y="18288"/>
                      </a:lnTo>
                      <a:lnTo>
                        <a:pt x="13497" y="18225"/>
                      </a:lnTo>
                      <a:lnTo>
                        <a:pt x="13497" y="18121"/>
                      </a:lnTo>
                      <a:lnTo>
                        <a:pt x="13413" y="18079"/>
                      </a:lnTo>
                      <a:lnTo>
                        <a:pt x="13371" y="18079"/>
                      </a:lnTo>
                      <a:cubicBezTo>
                        <a:pt x="13413" y="17995"/>
                        <a:pt x="13476" y="17911"/>
                        <a:pt x="13559" y="17849"/>
                      </a:cubicBezTo>
                      <a:lnTo>
                        <a:pt x="13559" y="17807"/>
                      </a:lnTo>
                      <a:cubicBezTo>
                        <a:pt x="13497" y="17702"/>
                        <a:pt x="13476" y="17597"/>
                        <a:pt x="13434" y="17493"/>
                      </a:cubicBezTo>
                      <a:lnTo>
                        <a:pt x="13476" y="17493"/>
                      </a:lnTo>
                      <a:lnTo>
                        <a:pt x="13517" y="17535"/>
                      </a:lnTo>
                      <a:lnTo>
                        <a:pt x="13538" y="17493"/>
                      </a:lnTo>
                      <a:lnTo>
                        <a:pt x="13497" y="17409"/>
                      </a:lnTo>
                      <a:lnTo>
                        <a:pt x="13413" y="17388"/>
                      </a:lnTo>
                      <a:lnTo>
                        <a:pt x="13476" y="17367"/>
                      </a:lnTo>
                      <a:lnTo>
                        <a:pt x="13580" y="17388"/>
                      </a:lnTo>
                      <a:lnTo>
                        <a:pt x="13706" y="17263"/>
                      </a:lnTo>
                      <a:lnTo>
                        <a:pt x="13831" y="17263"/>
                      </a:lnTo>
                      <a:lnTo>
                        <a:pt x="13936" y="17158"/>
                      </a:lnTo>
                      <a:lnTo>
                        <a:pt x="14020" y="17137"/>
                      </a:lnTo>
                      <a:lnTo>
                        <a:pt x="14145" y="16991"/>
                      </a:lnTo>
                      <a:lnTo>
                        <a:pt x="14145" y="16844"/>
                      </a:lnTo>
                      <a:lnTo>
                        <a:pt x="14103" y="16781"/>
                      </a:lnTo>
                      <a:lnTo>
                        <a:pt x="14082" y="16781"/>
                      </a:lnTo>
                      <a:lnTo>
                        <a:pt x="14020" y="16656"/>
                      </a:lnTo>
                      <a:lnTo>
                        <a:pt x="13957" y="16635"/>
                      </a:lnTo>
                      <a:lnTo>
                        <a:pt x="13810" y="16635"/>
                      </a:lnTo>
                      <a:lnTo>
                        <a:pt x="13831" y="16530"/>
                      </a:lnTo>
                      <a:lnTo>
                        <a:pt x="13831" y="16426"/>
                      </a:lnTo>
                      <a:lnTo>
                        <a:pt x="13999" y="16363"/>
                      </a:lnTo>
                      <a:lnTo>
                        <a:pt x="14020" y="16321"/>
                      </a:lnTo>
                      <a:lnTo>
                        <a:pt x="14103" y="16300"/>
                      </a:lnTo>
                      <a:lnTo>
                        <a:pt x="14124" y="16216"/>
                      </a:lnTo>
                      <a:lnTo>
                        <a:pt x="14103" y="16216"/>
                      </a:lnTo>
                      <a:lnTo>
                        <a:pt x="14145" y="16154"/>
                      </a:lnTo>
                      <a:lnTo>
                        <a:pt x="14250" y="16196"/>
                      </a:lnTo>
                      <a:lnTo>
                        <a:pt x="14417" y="16091"/>
                      </a:lnTo>
                      <a:lnTo>
                        <a:pt x="14522" y="16175"/>
                      </a:lnTo>
                      <a:lnTo>
                        <a:pt x="14647" y="16091"/>
                      </a:lnTo>
                      <a:lnTo>
                        <a:pt x="14626" y="16175"/>
                      </a:lnTo>
                      <a:lnTo>
                        <a:pt x="14647" y="16216"/>
                      </a:lnTo>
                      <a:lnTo>
                        <a:pt x="14731" y="16216"/>
                      </a:lnTo>
                      <a:lnTo>
                        <a:pt x="14857" y="16091"/>
                      </a:lnTo>
                      <a:lnTo>
                        <a:pt x="14836" y="16028"/>
                      </a:lnTo>
                      <a:lnTo>
                        <a:pt x="14773" y="16007"/>
                      </a:lnTo>
                      <a:lnTo>
                        <a:pt x="14752" y="15965"/>
                      </a:lnTo>
                      <a:lnTo>
                        <a:pt x="14794" y="15924"/>
                      </a:lnTo>
                      <a:lnTo>
                        <a:pt x="14919" y="15986"/>
                      </a:lnTo>
                      <a:lnTo>
                        <a:pt x="15129" y="15924"/>
                      </a:lnTo>
                      <a:lnTo>
                        <a:pt x="15170" y="15777"/>
                      </a:lnTo>
                      <a:lnTo>
                        <a:pt x="15129" y="15631"/>
                      </a:lnTo>
                      <a:lnTo>
                        <a:pt x="14961" y="15526"/>
                      </a:lnTo>
                      <a:lnTo>
                        <a:pt x="14891" y="15526"/>
                      </a:lnTo>
                      <a:lnTo>
                        <a:pt x="14919" y="15505"/>
                      </a:lnTo>
                      <a:lnTo>
                        <a:pt x="15066" y="15505"/>
                      </a:lnTo>
                      <a:lnTo>
                        <a:pt x="15150" y="15589"/>
                      </a:lnTo>
                      <a:lnTo>
                        <a:pt x="15296" y="15589"/>
                      </a:lnTo>
                      <a:lnTo>
                        <a:pt x="15401" y="15484"/>
                      </a:lnTo>
                      <a:lnTo>
                        <a:pt x="15401" y="15400"/>
                      </a:lnTo>
                      <a:lnTo>
                        <a:pt x="15673" y="15275"/>
                      </a:lnTo>
                      <a:lnTo>
                        <a:pt x="15798" y="15149"/>
                      </a:lnTo>
                      <a:lnTo>
                        <a:pt x="15924" y="15149"/>
                      </a:lnTo>
                      <a:lnTo>
                        <a:pt x="15986" y="15087"/>
                      </a:lnTo>
                      <a:lnTo>
                        <a:pt x="15986" y="15003"/>
                      </a:lnTo>
                      <a:lnTo>
                        <a:pt x="16217" y="14836"/>
                      </a:lnTo>
                      <a:lnTo>
                        <a:pt x="16426" y="14794"/>
                      </a:lnTo>
                      <a:lnTo>
                        <a:pt x="16656" y="14584"/>
                      </a:lnTo>
                      <a:lnTo>
                        <a:pt x="16844" y="14564"/>
                      </a:lnTo>
                      <a:lnTo>
                        <a:pt x="17033" y="14333"/>
                      </a:lnTo>
                      <a:lnTo>
                        <a:pt x="16949" y="14480"/>
                      </a:lnTo>
                      <a:lnTo>
                        <a:pt x="16949" y="14626"/>
                      </a:lnTo>
                      <a:lnTo>
                        <a:pt x="17012" y="14647"/>
                      </a:lnTo>
                      <a:lnTo>
                        <a:pt x="17075" y="14668"/>
                      </a:lnTo>
                      <a:lnTo>
                        <a:pt x="17116" y="14731"/>
                      </a:lnTo>
                      <a:lnTo>
                        <a:pt x="17263" y="14564"/>
                      </a:lnTo>
                      <a:lnTo>
                        <a:pt x="17367" y="14522"/>
                      </a:lnTo>
                      <a:lnTo>
                        <a:pt x="17598" y="14438"/>
                      </a:lnTo>
                      <a:lnTo>
                        <a:pt x="17681" y="14354"/>
                      </a:lnTo>
                      <a:lnTo>
                        <a:pt x="17681" y="14354"/>
                      </a:lnTo>
                      <a:lnTo>
                        <a:pt x="17639" y="14480"/>
                      </a:lnTo>
                      <a:lnTo>
                        <a:pt x="17451" y="14584"/>
                      </a:lnTo>
                      <a:lnTo>
                        <a:pt x="17326" y="14584"/>
                      </a:lnTo>
                      <a:lnTo>
                        <a:pt x="17054" y="14856"/>
                      </a:lnTo>
                      <a:lnTo>
                        <a:pt x="17033" y="14961"/>
                      </a:lnTo>
                      <a:lnTo>
                        <a:pt x="17158" y="15149"/>
                      </a:lnTo>
                      <a:lnTo>
                        <a:pt x="17179" y="15275"/>
                      </a:lnTo>
                      <a:lnTo>
                        <a:pt x="17054" y="15191"/>
                      </a:lnTo>
                      <a:lnTo>
                        <a:pt x="16949" y="15191"/>
                      </a:lnTo>
                      <a:lnTo>
                        <a:pt x="16886" y="15212"/>
                      </a:lnTo>
                      <a:lnTo>
                        <a:pt x="16823" y="15212"/>
                      </a:lnTo>
                      <a:lnTo>
                        <a:pt x="16719" y="15149"/>
                      </a:lnTo>
                      <a:lnTo>
                        <a:pt x="16698" y="14982"/>
                      </a:lnTo>
                      <a:lnTo>
                        <a:pt x="16510" y="15066"/>
                      </a:lnTo>
                      <a:lnTo>
                        <a:pt x="16405" y="15066"/>
                      </a:lnTo>
                      <a:lnTo>
                        <a:pt x="16238" y="15170"/>
                      </a:lnTo>
                      <a:lnTo>
                        <a:pt x="16091" y="15170"/>
                      </a:lnTo>
                      <a:lnTo>
                        <a:pt x="15986" y="15275"/>
                      </a:lnTo>
                      <a:lnTo>
                        <a:pt x="15986" y="15380"/>
                      </a:lnTo>
                      <a:lnTo>
                        <a:pt x="16007" y="15421"/>
                      </a:lnTo>
                      <a:lnTo>
                        <a:pt x="15903" y="15610"/>
                      </a:lnTo>
                      <a:lnTo>
                        <a:pt x="15777" y="15693"/>
                      </a:lnTo>
                      <a:lnTo>
                        <a:pt x="15714" y="15840"/>
                      </a:lnTo>
                      <a:lnTo>
                        <a:pt x="15380" y="16133"/>
                      </a:lnTo>
                      <a:lnTo>
                        <a:pt x="15296" y="16237"/>
                      </a:lnTo>
                      <a:lnTo>
                        <a:pt x="15296" y="16321"/>
                      </a:lnTo>
                      <a:lnTo>
                        <a:pt x="15401" y="16468"/>
                      </a:lnTo>
                      <a:lnTo>
                        <a:pt x="15463" y="16405"/>
                      </a:lnTo>
                      <a:lnTo>
                        <a:pt x="15505" y="16405"/>
                      </a:lnTo>
                      <a:lnTo>
                        <a:pt x="15610" y="16321"/>
                      </a:lnTo>
                      <a:lnTo>
                        <a:pt x="15694" y="16342"/>
                      </a:lnTo>
                      <a:lnTo>
                        <a:pt x="15694" y="16405"/>
                      </a:lnTo>
                      <a:lnTo>
                        <a:pt x="15484" y="16551"/>
                      </a:lnTo>
                      <a:lnTo>
                        <a:pt x="15401" y="16551"/>
                      </a:lnTo>
                      <a:lnTo>
                        <a:pt x="15359" y="16656"/>
                      </a:lnTo>
                      <a:lnTo>
                        <a:pt x="15254" y="16614"/>
                      </a:lnTo>
                      <a:lnTo>
                        <a:pt x="15170" y="16614"/>
                      </a:lnTo>
                      <a:lnTo>
                        <a:pt x="15087" y="16635"/>
                      </a:lnTo>
                      <a:lnTo>
                        <a:pt x="15087" y="16740"/>
                      </a:lnTo>
                      <a:lnTo>
                        <a:pt x="15024" y="16719"/>
                      </a:lnTo>
                      <a:lnTo>
                        <a:pt x="14919" y="16740"/>
                      </a:lnTo>
                      <a:lnTo>
                        <a:pt x="14919" y="16865"/>
                      </a:lnTo>
                      <a:lnTo>
                        <a:pt x="15066" y="17053"/>
                      </a:lnTo>
                      <a:lnTo>
                        <a:pt x="15129" y="17032"/>
                      </a:lnTo>
                      <a:lnTo>
                        <a:pt x="15170" y="16949"/>
                      </a:lnTo>
                      <a:lnTo>
                        <a:pt x="15233" y="17032"/>
                      </a:lnTo>
                      <a:lnTo>
                        <a:pt x="15275" y="16886"/>
                      </a:lnTo>
                      <a:lnTo>
                        <a:pt x="15359" y="16886"/>
                      </a:lnTo>
                      <a:lnTo>
                        <a:pt x="15359" y="16991"/>
                      </a:lnTo>
                      <a:lnTo>
                        <a:pt x="15442" y="16949"/>
                      </a:lnTo>
                      <a:lnTo>
                        <a:pt x="15463" y="16865"/>
                      </a:lnTo>
                      <a:lnTo>
                        <a:pt x="15526" y="16823"/>
                      </a:lnTo>
                      <a:lnTo>
                        <a:pt x="15652" y="16740"/>
                      </a:lnTo>
                      <a:lnTo>
                        <a:pt x="15652" y="16614"/>
                      </a:lnTo>
                      <a:lnTo>
                        <a:pt x="15714" y="16530"/>
                      </a:lnTo>
                      <a:lnTo>
                        <a:pt x="15714" y="16572"/>
                      </a:lnTo>
                      <a:lnTo>
                        <a:pt x="15673" y="16635"/>
                      </a:lnTo>
                      <a:lnTo>
                        <a:pt x="15714" y="16719"/>
                      </a:lnTo>
                      <a:lnTo>
                        <a:pt x="15840" y="16719"/>
                      </a:lnTo>
                      <a:lnTo>
                        <a:pt x="16028" y="16572"/>
                      </a:lnTo>
                      <a:lnTo>
                        <a:pt x="16175" y="16572"/>
                      </a:lnTo>
                      <a:lnTo>
                        <a:pt x="16196" y="16656"/>
                      </a:lnTo>
                      <a:lnTo>
                        <a:pt x="16258" y="16614"/>
                      </a:lnTo>
                      <a:lnTo>
                        <a:pt x="16321" y="16405"/>
                      </a:lnTo>
                      <a:lnTo>
                        <a:pt x="16447" y="16321"/>
                      </a:lnTo>
                      <a:lnTo>
                        <a:pt x="16510" y="16321"/>
                      </a:lnTo>
                      <a:lnTo>
                        <a:pt x="16363" y="16468"/>
                      </a:lnTo>
                      <a:lnTo>
                        <a:pt x="16363" y="16551"/>
                      </a:lnTo>
                      <a:lnTo>
                        <a:pt x="16447" y="16509"/>
                      </a:lnTo>
                      <a:lnTo>
                        <a:pt x="16572" y="16342"/>
                      </a:lnTo>
                      <a:lnTo>
                        <a:pt x="16656" y="16154"/>
                      </a:lnTo>
                      <a:lnTo>
                        <a:pt x="16740" y="16112"/>
                      </a:lnTo>
                      <a:lnTo>
                        <a:pt x="16740" y="16196"/>
                      </a:lnTo>
                      <a:lnTo>
                        <a:pt x="16656" y="16321"/>
                      </a:lnTo>
                      <a:lnTo>
                        <a:pt x="16656" y="16363"/>
                      </a:lnTo>
                      <a:lnTo>
                        <a:pt x="16782" y="16237"/>
                      </a:lnTo>
                      <a:lnTo>
                        <a:pt x="16844" y="16321"/>
                      </a:lnTo>
                      <a:lnTo>
                        <a:pt x="16844" y="16405"/>
                      </a:lnTo>
                      <a:lnTo>
                        <a:pt x="16970" y="16426"/>
                      </a:lnTo>
                      <a:lnTo>
                        <a:pt x="17033" y="16468"/>
                      </a:lnTo>
                      <a:lnTo>
                        <a:pt x="17095" y="16405"/>
                      </a:lnTo>
                      <a:lnTo>
                        <a:pt x="17158" y="16258"/>
                      </a:lnTo>
                      <a:lnTo>
                        <a:pt x="17305" y="16237"/>
                      </a:lnTo>
                      <a:lnTo>
                        <a:pt x="17409" y="16154"/>
                      </a:lnTo>
                      <a:lnTo>
                        <a:pt x="17347" y="16133"/>
                      </a:lnTo>
                      <a:lnTo>
                        <a:pt x="17367" y="16007"/>
                      </a:lnTo>
                      <a:lnTo>
                        <a:pt x="17577" y="15924"/>
                      </a:lnTo>
                      <a:lnTo>
                        <a:pt x="17598" y="15840"/>
                      </a:lnTo>
                      <a:lnTo>
                        <a:pt x="17598" y="15735"/>
                      </a:lnTo>
                      <a:lnTo>
                        <a:pt x="17493" y="15777"/>
                      </a:lnTo>
                      <a:lnTo>
                        <a:pt x="17409" y="15714"/>
                      </a:lnTo>
                      <a:lnTo>
                        <a:pt x="17284" y="15693"/>
                      </a:lnTo>
                      <a:lnTo>
                        <a:pt x="17347" y="15610"/>
                      </a:lnTo>
                      <a:lnTo>
                        <a:pt x="17451" y="15610"/>
                      </a:lnTo>
                      <a:lnTo>
                        <a:pt x="17514" y="15631"/>
                      </a:lnTo>
                      <a:lnTo>
                        <a:pt x="17577" y="15568"/>
                      </a:lnTo>
                      <a:lnTo>
                        <a:pt x="17577" y="15463"/>
                      </a:lnTo>
                      <a:lnTo>
                        <a:pt x="17472" y="15505"/>
                      </a:lnTo>
                      <a:lnTo>
                        <a:pt x="17367" y="15400"/>
                      </a:lnTo>
                      <a:lnTo>
                        <a:pt x="17367" y="15317"/>
                      </a:lnTo>
                      <a:lnTo>
                        <a:pt x="17514" y="15296"/>
                      </a:lnTo>
                      <a:lnTo>
                        <a:pt x="17598" y="15275"/>
                      </a:lnTo>
                      <a:lnTo>
                        <a:pt x="17660" y="15296"/>
                      </a:lnTo>
                      <a:lnTo>
                        <a:pt x="17681" y="15254"/>
                      </a:lnTo>
                      <a:lnTo>
                        <a:pt x="17619" y="15108"/>
                      </a:lnTo>
                      <a:lnTo>
                        <a:pt x="17807" y="15045"/>
                      </a:lnTo>
                      <a:lnTo>
                        <a:pt x="17911" y="15108"/>
                      </a:lnTo>
                      <a:lnTo>
                        <a:pt x="17995" y="15087"/>
                      </a:lnTo>
                      <a:lnTo>
                        <a:pt x="18121" y="15087"/>
                      </a:lnTo>
                      <a:lnTo>
                        <a:pt x="17911" y="15254"/>
                      </a:lnTo>
                      <a:lnTo>
                        <a:pt x="17911" y="15359"/>
                      </a:lnTo>
                      <a:lnTo>
                        <a:pt x="17932" y="15526"/>
                      </a:lnTo>
                      <a:lnTo>
                        <a:pt x="17995" y="15526"/>
                      </a:lnTo>
                      <a:lnTo>
                        <a:pt x="18079" y="15317"/>
                      </a:lnTo>
                      <a:lnTo>
                        <a:pt x="18142" y="15275"/>
                      </a:lnTo>
                      <a:lnTo>
                        <a:pt x="18204" y="15275"/>
                      </a:lnTo>
                      <a:lnTo>
                        <a:pt x="18183" y="15359"/>
                      </a:lnTo>
                      <a:lnTo>
                        <a:pt x="18121" y="15421"/>
                      </a:lnTo>
                      <a:lnTo>
                        <a:pt x="18142" y="15505"/>
                      </a:lnTo>
                      <a:lnTo>
                        <a:pt x="18288" y="15400"/>
                      </a:lnTo>
                      <a:lnTo>
                        <a:pt x="18309" y="15317"/>
                      </a:lnTo>
                      <a:lnTo>
                        <a:pt x="18393" y="15400"/>
                      </a:lnTo>
                      <a:lnTo>
                        <a:pt x="18497" y="15317"/>
                      </a:lnTo>
                      <a:lnTo>
                        <a:pt x="18539" y="15317"/>
                      </a:lnTo>
                      <a:lnTo>
                        <a:pt x="18644" y="15254"/>
                      </a:lnTo>
                      <a:lnTo>
                        <a:pt x="18769" y="15212"/>
                      </a:lnTo>
                      <a:lnTo>
                        <a:pt x="18874" y="15254"/>
                      </a:lnTo>
                      <a:lnTo>
                        <a:pt x="18853" y="15296"/>
                      </a:lnTo>
                      <a:lnTo>
                        <a:pt x="18727" y="15296"/>
                      </a:lnTo>
                      <a:lnTo>
                        <a:pt x="18602" y="15421"/>
                      </a:lnTo>
                      <a:lnTo>
                        <a:pt x="18686" y="15421"/>
                      </a:lnTo>
                      <a:lnTo>
                        <a:pt x="18623" y="15505"/>
                      </a:lnTo>
                      <a:lnTo>
                        <a:pt x="18686" y="15568"/>
                      </a:lnTo>
                      <a:lnTo>
                        <a:pt x="18895" y="15610"/>
                      </a:lnTo>
                      <a:lnTo>
                        <a:pt x="18958" y="15693"/>
                      </a:lnTo>
                      <a:lnTo>
                        <a:pt x="18958" y="15735"/>
                      </a:lnTo>
                      <a:lnTo>
                        <a:pt x="18832" y="15631"/>
                      </a:lnTo>
                      <a:lnTo>
                        <a:pt x="18686" y="15610"/>
                      </a:lnTo>
                      <a:lnTo>
                        <a:pt x="18581" y="15672"/>
                      </a:lnTo>
                      <a:lnTo>
                        <a:pt x="18581" y="15777"/>
                      </a:lnTo>
                      <a:lnTo>
                        <a:pt x="18644" y="15798"/>
                      </a:lnTo>
                      <a:lnTo>
                        <a:pt x="18748" y="15735"/>
                      </a:lnTo>
                      <a:lnTo>
                        <a:pt x="18832" y="15819"/>
                      </a:lnTo>
                      <a:lnTo>
                        <a:pt x="18790" y="15840"/>
                      </a:lnTo>
                      <a:lnTo>
                        <a:pt x="18644" y="15840"/>
                      </a:lnTo>
                      <a:lnTo>
                        <a:pt x="18644" y="15924"/>
                      </a:lnTo>
                      <a:lnTo>
                        <a:pt x="18811" y="15986"/>
                      </a:lnTo>
                      <a:lnTo>
                        <a:pt x="18853" y="16049"/>
                      </a:lnTo>
                      <a:lnTo>
                        <a:pt x="18790" y="16091"/>
                      </a:lnTo>
                      <a:lnTo>
                        <a:pt x="18707" y="16112"/>
                      </a:lnTo>
                      <a:lnTo>
                        <a:pt x="18707" y="16154"/>
                      </a:lnTo>
                      <a:lnTo>
                        <a:pt x="18811" y="16154"/>
                      </a:lnTo>
                      <a:lnTo>
                        <a:pt x="18916" y="16112"/>
                      </a:lnTo>
                      <a:lnTo>
                        <a:pt x="19020" y="16196"/>
                      </a:lnTo>
                      <a:lnTo>
                        <a:pt x="19125" y="16237"/>
                      </a:lnTo>
                      <a:lnTo>
                        <a:pt x="19271" y="16196"/>
                      </a:lnTo>
                      <a:lnTo>
                        <a:pt x="19334" y="16258"/>
                      </a:lnTo>
                      <a:lnTo>
                        <a:pt x="19334" y="16321"/>
                      </a:lnTo>
                      <a:lnTo>
                        <a:pt x="19251" y="16363"/>
                      </a:lnTo>
                      <a:lnTo>
                        <a:pt x="19271" y="16447"/>
                      </a:lnTo>
                      <a:lnTo>
                        <a:pt x="19334" y="16468"/>
                      </a:lnTo>
                      <a:lnTo>
                        <a:pt x="19355" y="16551"/>
                      </a:lnTo>
                      <a:lnTo>
                        <a:pt x="19439" y="16572"/>
                      </a:lnTo>
                      <a:lnTo>
                        <a:pt x="19523" y="16488"/>
                      </a:lnTo>
                      <a:lnTo>
                        <a:pt x="19481" y="16426"/>
                      </a:lnTo>
                      <a:lnTo>
                        <a:pt x="19523" y="16384"/>
                      </a:lnTo>
                      <a:lnTo>
                        <a:pt x="19648" y="16384"/>
                      </a:lnTo>
                      <a:lnTo>
                        <a:pt x="19564" y="16488"/>
                      </a:lnTo>
                      <a:lnTo>
                        <a:pt x="19564" y="16551"/>
                      </a:lnTo>
                      <a:lnTo>
                        <a:pt x="19418" y="16719"/>
                      </a:lnTo>
                      <a:lnTo>
                        <a:pt x="19443" y="16744"/>
                      </a:lnTo>
                      <a:lnTo>
                        <a:pt x="19376" y="16760"/>
                      </a:lnTo>
                      <a:lnTo>
                        <a:pt x="19418" y="16844"/>
                      </a:lnTo>
                      <a:lnTo>
                        <a:pt x="19690" y="16907"/>
                      </a:lnTo>
                      <a:lnTo>
                        <a:pt x="19774" y="16865"/>
                      </a:lnTo>
                      <a:lnTo>
                        <a:pt x="19857" y="16907"/>
                      </a:lnTo>
                      <a:lnTo>
                        <a:pt x="20108" y="16907"/>
                      </a:lnTo>
                      <a:lnTo>
                        <a:pt x="20234" y="16865"/>
                      </a:lnTo>
                      <a:lnTo>
                        <a:pt x="20297" y="16907"/>
                      </a:lnTo>
                      <a:lnTo>
                        <a:pt x="20297" y="16970"/>
                      </a:lnTo>
                      <a:lnTo>
                        <a:pt x="20380" y="16970"/>
                      </a:lnTo>
                      <a:lnTo>
                        <a:pt x="20443" y="17053"/>
                      </a:lnTo>
                      <a:lnTo>
                        <a:pt x="20527" y="17116"/>
                      </a:lnTo>
                      <a:lnTo>
                        <a:pt x="20548" y="17179"/>
                      </a:lnTo>
                      <a:lnTo>
                        <a:pt x="20652" y="17179"/>
                      </a:lnTo>
                      <a:lnTo>
                        <a:pt x="20820" y="17116"/>
                      </a:lnTo>
                      <a:lnTo>
                        <a:pt x="20841" y="17074"/>
                      </a:lnTo>
                      <a:lnTo>
                        <a:pt x="20904" y="17116"/>
                      </a:lnTo>
                      <a:lnTo>
                        <a:pt x="20904" y="17179"/>
                      </a:lnTo>
                      <a:lnTo>
                        <a:pt x="20820" y="17263"/>
                      </a:lnTo>
                      <a:lnTo>
                        <a:pt x="20715" y="17284"/>
                      </a:lnTo>
                      <a:lnTo>
                        <a:pt x="20736" y="17346"/>
                      </a:lnTo>
                      <a:lnTo>
                        <a:pt x="20904" y="17388"/>
                      </a:lnTo>
                      <a:lnTo>
                        <a:pt x="20924" y="17493"/>
                      </a:lnTo>
                      <a:lnTo>
                        <a:pt x="21008" y="17577"/>
                      </a:lnTo>
                      <a:lnTo>
                        <a:pt x="21176" y="17639"/>
                      </a:lnTo>
                      <a:lnTo>
                        <a:pt x="21385" y="17577"/>
                      </a:lnTo>
                      <a:lnTo>
                        <a:pt x="21468" y="17556"/>
                      </a:lnTo>
                      <a:lnTo>
                        <a:pt x="21489" y="17597"/>
                      </a:lnTo>
                      <a:lnTo>
                        <a:pt x="21573" y="17535"/>
                      </a:lnTo>
                      <a:lnTo>
                        <a:pt x="21740" y="17430"/>
                      </a:lnTo>
                      <a:lnTo>
                        <a:pt x="21782" y="17430"/>
                      </a:lnTo>
                      <a:lnTo>
                        <a:pt x="21740" y="17493"/>
                      </a:lnTo>
                      <a:lnTo>
                        <a:pt x="21636" y="17577"/>
                      </a:lnTo>
                      <a:lnTo>
                        <a:pt x="21594" y="17786"/>
                      </a:lnTo>
                      <a:lnTo>
                        <a:pt x="21552" y="17911"/>
                      </a:lnTo>
                      <a:lnTo>
                        <a:pt x="21468" y="17911"/>
                      </a:lnTo>
                      <a:lnTo>
                        <a:pt x="21343" y="17849"/>
                      </a:lnTo>
                      <a:lnTo>
                        <a:pt x="21280" y="17869"/>
                      </a:lnTo>
                      <a:lnTo>
                        <a:pt x="21364" y="17995"/>
                      </a:lnTo>
                      <a:lnTo>
                        <a:pt x="21385" y="18100"/>
                      </a:lnTo>
                      <a:lnTo>
                        <a:pt x="21468" y="18162"/>
                      </a:lnTo>
                      <a:lnTo>
                        <a:pt x="21573" y="18121"/>
                      </a:lnTo>
                      <a:lnTo>
                        <a:pt x="21657" y="18162"/>
                      </a:lnTo>
                      <a:lnTo>
                        <a:pt x="21636" y="18225"/>
                      </a:lnTo>
                      <a:lnTo>
                        <a:pt x="21552" y="18225"/>
                      </a:lnTo>
                      <a:lnTo>
                        <a:pt x="21552" y="18288"/>
                      </a:lnTo>
                      <a:lnTo>
                        <a:pt x="21720" y="18434"/>
                      </a:lnTo>
                      <a:lnTo>
                        <a:pt x="21761" y="18413"/>
                      </a:lnTo>
                      <a:lnTo>
                        <a:pt x="21887" y="18434"/>
                      </a:lnTo>
                      <a:lnTo>
                        <a:pt x="21950" y="18330"/>
                      </a:lnTo>
                      <a:lnTo>
                        <a:pt x="22075" y="18100"/>
                      </a:lnTo>
                      <a:lnTo>
                        <a:pt x="22033" y="18288"/>
                      </a:lnTo>
                      <a:lnTo>
                        <a:pt x="22033" y="18413"/>
                      </a:lnTo>
                      <a:lnTo>
                        <a:pt x="21992" y="18497"/>
                      </a:lnTo>
                      <a:lnTo>
                        <a:pt x="21950" y="18518"/>
                      </a:lnTo>
                      <a:lnTo>
                        <a:pt x="21866" y="18623"/>
                      </a:lnTo>
                      <a:lnTo>
                        <a:pt x="21887" y="18706"/>
                      </a:lnTo>
                      <a:lnTo>
                        <a:pt x="21971" y="18748"/>
                      </a:lnTo>
                      <a:lnTo>
                        <a:pt x="21929" y="18811"/>
                      </a:lnTo>
                      <a:lnTo>
                        <a:pt x="21929" y="19062"/>
                      </a:lnTo>
                      <a:lnTo>
                        <a:pt x="21971" y="19125"/>
                      </a:lnTo>
                      <a:lnTo>
                        <a:pt x="22054" y="19125"/>
                      </a:lnTo>
                      <a:lnTo>
                        <a:pt x="22033" y="19229"/>
                      </a:lnTo>
                      <a:lnTo>
                        <a:pt x="22054" y="19334"/>
                      </a:lnTo>
                      <a:lnTo>
                        <a:pt x="22243" y="19522"/>
                      </a:lnTo>
                      <a:lnTo>
                        <a:pt x="22284" y="19543"/>
                      </a:lnTo>
                      <a:lnTo>
                        <a:pt x="22284" y="19585"/>
                      </a:lnTo>
                      <a:lnTo>
                        <a:pt x="22347" y="19543"/>
                      </a:lnTo>
                      <a:lnTo>
                        <a:pt x="22389" y="19627"/>
                      </a:lnTo>
                      <a:lnTo>
                        <a:pt x="22473" y="19585"/>
                      </a:lnTo>
                      <a:lnTo>
                        <a:pt x="22452" y="19543"/>
                      </a:lnTo>
                      <a:lnTo>
                        <a:pt x="22473" y="19481"/>
                      </a:lnTo>
                      <a:lnTo>
                        <a:pt x="22515" y="19543"/>
                      </a:lnTo>
                      <a:lnTo>
                        <a:pt x="22598" y="19564"/>
                      </a:lnTo>
                      <a:lnTo>
                        <a:pt x="22661" y="19481"/>
                      </a:lnTo>
                      <a:lnTo>
                        <a:pt x="22577" y="19334"/>
                      </a:lnTo>
                      <a:lnTo>
                        <a:pt x="22515" y="19334"/>
                      </a:lnTo>
                      <a:lnTo>
                        <a:pt x="22473" y="19355"/>
                      </a:lnTo>
                      <a:lnTo>
                        <a:pt x="22452" y="19334"/>
                      </a:lnTo>
                      <a:lnTo>
                        <a:pt x="22515" y="19229"/>
                      </a:lnTo>
                      <a:lnTo>
                        <a:pt x="22515" y="19146"/>
                      </a:lnTo>
                      <a:lnTo>
                        <a:pt x="22494" y="19062"/>
                      </a:lnTo>
                      <a:lnTo>
                        <a:pt x="22410" y="19041"/>
                      </a:lnTo>
                      <a:lnTo>
                        <a:pt x="22410" y="18999"/>
                      </a:lnTo>
                      <a:lnTo>
                        <a:pt x="22473" y="18937"/>
                      </a:lnTo>
                      <a:lnTo>
                        <a:pt x="22494" y="18811"/>
                      </a:lnTo>
                      <a:lnTo>
                        <a:pt x="22577" y="18811"/>
                      </a:lnTo>
                      <a:lnTo>
                        <a:pt x="22577" y="18916"/>
                      </a:lnTo>
                      <a:lnTo>
                        <a:pt x="22598" y="18999"/>
                      </a:lnTo>
                      <a:lnTo>
                        <a:pt x="22682" y="18895"/>
                      </a:lnTo>
                      <a:lnTo>
                        <a:pt x="22703" y="18957"/>
                      </a:lnTo>
                      <a:lnTo>
                        <a:pt x="22766" y="19041"/>
                      </a:lnTo>
                      <a:lnTo>
                        <a:pt x="22703" y="19146"/>
                      </a:lnTo>
                      <a:lnTo>
                        <a:pt x="22724" y="19229"/>
                      </a:lnTo>
                      <a:lnTo>
                        <a:pt x="22787" y="19250"/>
                      </a:lnTo>
                      <a:lnTo>
                        <a:pt x="22891" y="19146"/>
                      </a:lnTo>
                      <a:lnTo>
                        <a:pt x="22933" y="19146"/>
                      </a:lnTo>
                      <a:lnTo>
                        <a:pt x="22912" y="19229"/>
                      </a:lnTo>
                      <a:lnTo>
                        <a:pt x="22828" y="19313"/>
                      </a:lnTo>
                      <a:lnTo>
                        <a:pt x="22828" y="19376"/>
                      </a:lnTo>
                      <a:lnTo>
                        <a:pt x="22870" y="19481"/>
                      </a:lnTo>
                      <a:lnTo>
                        <a:pt x="22808" y="19627"/>
                      </a:lnTo>
                      <a:lnTo>
                        <a:pt x="22828" y="19669"/>
                      </a:lnTo>
                      <a:lnTo>
                        <a:pt x="22891" y="19669"/>
                      </a:lnTo>
                      <a:lnTo>
                        <a:pt x="22891" y="19857"/>
                      </a:lnTo>
                      <a:cubicBezTo>
                        <a:pt x="22891" y="19899"/>
                        <a:pt x="22870" y="19983"/>
                        <a:pt x="22870" y="20045"/>
                      </a:cubicBezTo>
                      <a:lnTo>
                        <a:pt x="22828" y="20087"/>
                      </a:lnTo>
                      <a:lnTo>
                        <a:pt x="22808" y="20004"/>
                      </a:lnTo>
                      <a:lnTo>
                        <a:pt x="22870" y="19941"/>
                      </a:lnTo>
                      <a:lnTo>
                        <a:pt x="22870" y="19857"/>
                      </a:lnTo>
                      <a:lnTo>
                        <a:pt x="22766" y="19794"/>
                      </a:lnTo>
                      <a:lnTo>
                        <a:pt x="22598" y="19836"/>
                      </a:lnTo>
                      <a:lnTo>
                        <a:pt x="22577" y="19878"/>
                      </a:lnTo>
                      <a:lnTo>
                        <a:pt x="22515" y="19899"/>
                      </a:lnTo>
                      <a:lnTo>
                        <a:pt x="22473" y="19794"/>
                      </a:lnTo>
                      <a:lnTo>
                        <a:pt x="22410" y="19941"/>
                      </a:lnTo>
                      <a:lnTo>
                        <a:pt x="22452" y="20066"/>
                      </a:lnTo>
                      <a:lnTo>
                        <a:pt x="22515" y="20108"/>
                      </a:lnTo>
                      <a:lnTo>
                        <a:pt x="22473" y="20192"/>
                      </a:lnTo>
                      <a:lnTo>
                        <a:pt x="22410" y="20150"/>
                      </a:lnTo>
                      <a:lnTo>
                        <a:pt x="22368" y="20255"/>
                      </a:lnTo>
                      <a:lnTo>
                        <a:pt x="22452" y="20401"/>
                      </a:lnTo>
                      <a:lnTo>
                        <a:pt x="22410" y="20506"/>
                      </a:lnTo>
                      <a:lnTo>
                        <a:pt x="22494" y="20569"/>
                      </a:lnTo>
                      <a:lnTo>
                        <a:pt x="22410" y="20631"/>
                      </a:lnTo>
                      <a:lnTo>
                        <a:pt x="22515" y="20778"/>
                      </a:lnTo>
                      <a:lnTo>
                        <a:pt x="22619" y="20778"/>
                      </a:lnTo>
                      <a:lnTo>
                        <a:pt x="22703" y="20694"/>
                      </a:lnTo>
                      <a:lnTo>
                        <a:pt x="22703" y="20569"/>
                      </a:lnTo>
                      <a:lnTo>
                        <a:pt x="22619" y="20401"/>
                      </a:lnTo>
                      <a:lnTo>
                        <a:pt x="22661" y="20297"/>
                      </a:lnTo>
                      <a:lnTo>
                        <a:pt x="22787" y="20527"/>
                      </a:lnTo>
                      <a:lnTo>
                        <a:pt x="22787" y="20631"/>
                      </a:lnTo>
                      <a:lnTo>
                        <a:pt x="22787" y="20694"/>
                      </a:lnTo>
                      <a:cubicBezTo>
                        <a:pt x="22766" y="20694"/>
                        <a:pt x="22724" y="20694"/>
                        <a:pt x="22724" y="20715"/>
                      </a:cubicBezTo>
                      <a:lnTo>
                        <a:pt x="22724" y="20736"/>
                      </a:lnTo>
                      <a:lnTo>
                        <a:pt x="22682" y="20799"/>
                      </a:lnTo>
                      <a:lnTo>
                        <a:pt x="22577" y="20841"/>
                      </a:lnTo>
                      <a:lnTo>
                        <a:pt x="22598" y="20924"/>
                      </a:lnTo>
                      <a:lnTo>
                        <a:pt x="22682" y="21008"/>
                      </a:lnTo>
                      <a:lnTo>
                        <a:pt x="22598" y="21092"/>
                      </a:lnTo>
                      <a:lnTo>
                        <a:pt x="22598" y="21196"/>
                      </a:lnTo>
                      <a:lnTo>
                        <a:pt x="22536" y="21259"/>
                      </a:lnTo>
                      <a:lnTo>
                        <a:pt x="22431" y="21301"/>
                      </a:lnTo>
                      <a:lnTo>
                        <a:pt x="22431" y="21343"/>
                      </a:lnTo>
                      <a:lnTo>
                        <a:pt x="22577" y="21364"/>
                      </a:lnTo>
                      <a:lnTo>
                        <a:pt x="22536" y="21426"/>
                      </a:lnTo>
                      <a:lnTo>
                        <a:pt x="22494" y="21447"/>
                      </a:lnTo>
                      <a:lnTo>
                        <a:pt x="22494" y="21531"/>
                      </a:lnTo>
                      <a:lnTo>
                        <a:pt x="22536" y="21531"/>
                      </a:lnTo>
                      <a:lnTo>
                        <a:pt x="22619" y="21510"/>
                      </a:lnTo>
                      <a:lnTo>
                        <a:pt x="22640" y="21552"/>
                      </a:lnTo>
                      <a:lnTo>
                        <a:pt x="22598" y="21615"/>
                      </a:lnTo>
                      <a:lnTo>
                        <a:pt x="22515" y="21636"/>
                      </a:lnTo>
                      <a:lnTo>
                        <a:pt x="22473" y="21719"/>
                      </a:lnTo>
                      <a:lnTo>
                        <a:pt x="22494" y="21866"/>
                      </a:lnTo>
                      <a:lnTo>
                        <a:pt x="22536" y="21929"/>
                      </a:lnTo>
                      <a:lnTo>
                        <a:pt x="22515" y="21991"/>
                      </a:lnTo>
                      <a:lnTo>
                        <a:pt x="22536" y="22075"/>
                      </a:lnTo>
                      <a:lnTo>
                        <a:pt x="22598" y="22054"/>
                      </a:lnTo>
                      <a:lnTo>
                        <a:pt x="22619" y="21970"/>
                      </a:lnTo>
                      <a:lnTo>
                        <a:pt x="22640" y="21845"/>
                      </a:lnTo>
                      <a:lnTo>
                        <a:pt x="22703" y="21678"/>
                      </a:lnTo>
                      <a:lnTo>
                        <a:pt x="22745" y="21615"/>
                      </a:lnTo>
                      <a:lnTo>
                        <a:pt x="22787" y="21406"/>
                      </a:lnTo>
                      <a:lnTo>
                        <a:pt x="22828" y="21343"/>
                      </a:lnTo>
                      <a:lnTo>
                        <a:pt x="22844" y="21204"/>
                      </a:lnTo>
                      <a:lnTo>
                        <a:pt x="22870" y="21217"/>
                      </a:lnTo>
                      <a:cubicBezTo>
                        <a:pt x="22870" y="21301"/>
                        <a:pt x="22870" y="21364"/>
                        <a:pt x="22891" y="21447"/>
                      </a:cubicBezTo>
                      <a:lnTo>
                        <a:pt x="22870" y="21426"/>
                      </a:lnTo>
                      <a:lnTo>
                        <a:pt x="22808" y="21510"/>
                      </a:lnTo>
                      <a:lnTo>
                        <a:pt x="22808" y="21636"/>
                      </a:lnTo>
                      <a:lnTo>
                        <a:pt x="22870" y="21678"/>
                      </a:lnTo>
                      <a:lnTo>
                        <a:pt x="22787" y="21782"/>
                      </a:lnTo>
                      <a:lnTo>
                        <a:pt x="22891" y="21845"/>
                      </a:lnTo>
                      <a:lnTo>
                        <a:pt x="22891" y="21929"/>
                      </a:lnTo>
                      <a:lnTo>
                        <a:pt x="22828" y="21970"/>
                      </a:lnTo>
                      <a:lnTo>
                        <a:pt x="22766" y="21929"/>
                      </a:lnTo>
                      <a:lnTo>
                        <a:pt x="22703" y="21991"/>
                      </a:lnTo>
                      <a:lnTo>
                        <a:pt x="22703" y="22054"/>
                      </a:lnTo>
                      <a:lnTo>
                        <a:pt x="22661" y="22138"/>
                      </a:lnTo>
                      <a:lnTo>
                        <a:pt x="22619" y="22201"/>
                      </a:lnTo>
                      <a:lnTo>
                        <a:pt x="22682" y="22263"/>
                      </a:lnTo>
                      <a:lnTo>
                        <a:pt x="22766" y="22054"/>
                      </a:lnTo>
                      <a:lnTo>
                        <a:pt x="22787" y="22096"/>
                      </a:lnTo>
                      <a:lnTo>
                        <a:pt x="22724" y="22201"/>
                      </a:lnTo>
                      <a:lnTo>
                        <a:pt x="22828" y="22180"/>
                      </a:lnTo>
                      <a:lnTo>
                        <a:pt x="22891" y="22096"/>
                      </a:lnTo>
                      <a:lnTo>
                        <a:pt x="22891" y="21991"/>
                      </a:lnTo>
                      <a:lnTo>
                        <a:pt x="23017" y="21845"/>
                      </a:lnTo>
                      <a:cubicBezTo>
                        <a:pt x="23017" y="21929"/>
                        <a:pt x="23017" y="21991"/>
                        <a:pt x="23038" y="22075"/>
                      </a:cubicBezTo>
                      <a:lnTo>
                        <a:pt x="23017" y="22096"/>
                      </a:lnTo>
                      <a:lnTo>
                        <a:pt x="23080" y="22159"/>
                      </a:lnTo>
                      <a:cubicBezTo>
                        <a:pt x="23101" y="22201"/>
                        <a:pt x="23101" y="22284"/>
                        <a:pt x="23121" y="22326"/>
                      </a:cubicBezTo>
                      <a:lnTo>
                        <a:pt x="23080" y="22473"/>
                      </a:lnTo>
                      <a:lnTo>
                        <a:pt x="23080" y="22556"/>
                      </a:lnTo>
                      <a:lnTo>
                        <a:pt x="23038" y="22640"/>
                      </a:lnTo>
                      <a:lnTo>
                        <a:pt x="22933" y="22682"/>
                      </a:lnTo>
                      <a:lnTo>
                        <a:pt x="22912" y="22724"/>
                      </a:lnTo>
                      <a:lnTo>
                        <a:pt x="22933" y="22786"/>
                      </a:lnTo>
                      <a:lnTo>
                        <a:pt x="23017" y="22745"/>
                      </a:lnTo>
                      <a:lnTo>
                        <a:pt x="23101" y="22786"/>
                      </a:lnTo>
                      <a:lnTo>
                        <a:pt x="23101" y="22828"/>
                      </a:lnTo>
                      <a:lnTo>
                        <a:pt x="22996" y="22912"/>
                      </a:lnTo>
                      <a:lnTo>
                        <a:pt x="22996" y="22954"/>
                      </a:lnTo>
                      <a:lnTo>
                        <a:pt x="22975" y="23038"/>
                      </a:lnTo>
                      <a:lnTo>
                        <a:pt x="22912" y="23038"/>
                      </a:lnTo>
                      <a:lnTo>
                        <a:pt x="22870" y="23100"/>
                      </a:lnTo>
                      <a:lnTo>
                        <a:pt x="22891" y="23142"/>
                      </a:lnTo>
                      <a:lnTo>
                        <a:pt x="22975" y="23142"/>
                      </a:lnTo>
                      <a:lnTo>
                        <a:pt x="23017" y="23205"/>
                      </a:lnTo>
                      <a:lnTo>
                        <a:pt x="23038" y="23142"/>
                      </a:lnTo>
                      <a:lnTo>
                        <a:pt x="23121" y="23121"/>
                      </a:lnTo>
                      <a:lnTo>
                        <a:pt x="23184" y="23163"/>
                      </a:lnTo>
                      <a:lnTo>
                        <a:pt x="23101" y="23226"/>
                      </a:lnTo>
                      <a:lnTo>
                        <a:pt x="23080" y="23268"/>
                      </a:lnTo>
                      <a:lnTo>
                        <a:pt x="23121" y="23351"/>
                      </a:lnTo>
                      <a:lnTo>
                        <a:pt x="23038" y="23435"/>
                      </a:lnTo>
                      <a:lnTo>
                        <a:pt x="23017" y="23519"/>
                      </a:lnTo>
                      <a:lnTo>
                        <a:pt x="23121" y="23582"/>
                      </a:lnTo>
                      <a:lnTo>
                        <a:pt x="23101" y="23686"/>
                      </a:lnTo>
                      <a:lnTo>
                        <a:pt x="23142" y="23749"/>
                      </a:lnTo>
                      <a:lnTo>
                        <a:pt x="23247" y="23749"/>
                      </a:lnTo>
                      <a:lnTo>
                        <a:pt x="23310" y="23686"/>
                      </a:lnTo>
                      <a:lnTo>
                        <a:pt x="23247" y="23623"/>
                      </a:lnTo>
                      <a:lnTo>
                        <a:pt x="23310" y="23561"/>
                      </a:lnTo>
                      <a:lnTo>
                        <a:pt x="23247" y="23519"/>
                      </a:lnTo>
                      <a:lnTo>
                        <a:pt x="23205" y="23519"/>
                      </a:lnTo>
                      <a:lnTo>
                        <a:pt x="23247" y="23435"/>
                      </a:lnTo>
                      <a:lnTo>
                        <a:pt x="23331" y="23414"/>
                      </a:lnTo>
                      <a:lnTo>
                        <a:pt x="23435" y="23331"/>
                      </a:lnTo>
                      <a:lnTo>
                        <a:pt x="23435" y="23247"/>
                      </a:lnTo>
                      <a:lnTo>
                        <a:pt x="23393" y="23226"/>
                      </a:lnTo>
                      <a:lnTo>
                        <a:pt x="23310" y="23226"/>
                      </a:lnTo>
                      <a:lnTo>
                        <a:pt x="23310" y="23205"/>
                      </a:lnTo>
                      <a:lnTo>
                        <a:pt x="23414" y="23121"/>
                      </a:lnTo>
                      <a:lnTo>
                        <a:pt x="23393" y="23017"/>
                      </a:lnTo>
                      <a:lnTo>
                        <a:pt x="23247" y="22912"/>
                      </a:lnTo>
                      <a:lnTo>
                        <a:pt x="23310" y="22807"/>
                      </a:lnTo>
                      <a:lnTo>
                        <a:pt x="23331" y="22828"/>
                      </a:lnTo>
                      <a:lnTo>
                        <a:pt x="23414" y="22828"/>
                      </a:lnTo>
                      <a:lnTo>
                        <a:pt x="23414" y="22766"/>
                      </a:lnTo>
                      <a:lnTo>
                        <a:pt x="23310" y="22661"/>
                      </a:lnTo>
                      <a:lnTo>
                        <a:pt x="23373" y="22661"/>
                      </a:lnTo>
                      <a:lnTo>
                        <a:pt x="23373" y="22473"/>
                      </a:lnTo>
                      <a:lnTo>
                        <a:pt x="23247" y="22389"/>
                      </a:lnTo>
                      <a:lnTo>
                        <a:pt x="23226" y="22410"/>
                      </a:lnTo>
                      <a:lnTo>
                        <a:pt x="23142" y="22347"/>
                      </a:lnTo>
                      <a:lnTo>
                        <a:pt x="23163" y="22305"/>
                      </a:lnTo>
                      <a:lnTo>
                        <a:pt x="23163" y="22284"/>
                      </a:lnTo>
                      <a:lnTo>
                        <a:pt x="23247" y="22180"/>
                      </a:lnTo>
                      <a:lnTo>
                        <a:pt x="23205" y="22096"/>
                      </a:lnTo>
                      <a:cubicBezTo>
                        <a:pt x="23205" y="22054"/>
                        <a:pt x="23226" y="21991"/>
                        <a:pt x="23226" y="21950"/>
                      </a:cubicBezTo>
                      <a:lnTo>
                        <a:pt x="23226" y="21887"/>
                      </a:lnTo>
                      <a:lnTo>
                        <a:pt x="23268" y="21929"/>
                      </a:lnTo>
                      <a:lnTo>
                        <a:pt x="23352" y="21866"/>
                      </a:lnTo>
                      <a:lnTo>
                        <a:pt x="23310" y="21761"/>
                      </a:lnTo>
                      <a:lnTo>
                        <a:pt x="23352" y="21719"/>
                      </a:lnTo>
                      <a:lnTo>
                        <a:pt x="23352" y="21573"/>
                      </a:lnTo>
                      <a:lnTo>
                        <a:pt x="23414" y="21552"/>
                      </a:lnTo>
                      <a:lnTo>
                        <a:pt x="23435" y="21719"/>
                      </a:lnTo>
                      <a:lnTo>
                        <a:pt x="23477" y="21678"/>
                      </a:lnTo>
                      <a:lnTo>
                        <a:pt x="23519" y="21657"/>
                      </a:lnTo>
                      <a:lnTo>
                        <a:pt x="23519" y="21678"/>
                      </a:lnTo>
                      <a:lnTo>
                        <a:pt x="23519" y="21719"/>
                      </a:lnTo>
                      <a:lnTo>
                        <a:pt x="23477" y="21761"/>
                      </a:lnTo>
                      <a:lnTo>
                        <a:pt x="23477" y="21845"/>
                      </a:lnTo>
                      <a:lnTo>
                        <a:pt x="23540" y="21887"/>
                      </a:lnTo>
                      <a:lnTo>
                        <a:pt x="23665" y="21866"/>
                      </a:lnTo>
                      <a:lnTo>
                        <a:pt x="23749" y="21761"/>
                      </a:lnTo>
                      <a:lnTo>
                        <a:pt x="23728" y="21719"/>
                      </a:lnTo>
                      <a:cubicBezTo>
                        <a:pt x="23749" y="21657"/>
                        <a:pt x="23770" y="21573"/>
                        <a:pt x="23791" y="21510"/>
                      </a:cubicBezTo>
                      <a:lnTo>
                        <a:pt x="23833" y="21531"/>
                      </a:lnTo>
                      <a:lnTo>
                        <a:pt x="23854" y="21636"/>
                      </a:lnTo>
                      <a:lnTo>
                        <a:pt x="23958" y="21719"/>
                      </a:lnTo>
                      <a:lnTo>
                        <a:pt x="24000" y="21719"/>
                      </a:lnTo>
                      <a:lnTo>
                        <a:pt x="23937" y="21740"/>
                      </a:lnTo>
                      <a:lnTo>
                        <a:pt x="23854" y="21740"/>
                      </a:lnTo>
                      <a:lnTo>
                        <a:pt x="23833" y="21782"/>
                      </a:lnTo>
                      <a:cubicBezTo>
                        <a:pt x="23749" y="21824"/>
                        <a:pt x="23665" y="21866"/>
                        <a:pt x="23665" y="21970"/>
                      </a:cubicBezTo>
                      <a:cubicBezTo>
                        <a:pt x="23665" y="22054"/>
                        <a:pt x="23665" y="22096"/>
                        <a:pt x="23686" y="22180"/>
                      </a:cubicBezTo>
                      <a:lnTo>
                        <a:pt x="23665" y="22159"/>
                      </a:lnTo>
                      <a:lnTo>
                        <a:pt x="23665" y="22138"/>
                      </a:lnTo>
                      <a:lnTo>
                        <a:pt x="23645" y="22159"/>
                      </a:lnTo>
                      <a:cubicBezTo>
                        <a:pt x="23624" y="22159"/>
                        <a:pt x="23603" y="22138"/>
                        <a:pt x="23561" y="22138"/>
                      </a:cubicBezTo>
                      <a:lnTo>
                        <a:pt x="23624" y="22075"/>
                      </a:lnTo>
                      <a:lnTo>
                        <a:pt x="23645" y="21991"/>
                      </a:lnTo>
                      <a:lnTo>
                        <a:pt x="23456" y="21970"/>
                      </a:lnTo>
                      <a:lnTo>
                        <a:pt x="23352" y="22075"/>
                      </a:lnTo>
                      <a:lnTo>
                        <a:pt x="23414" y="22180"/>
                      </a:lnTo>
                      <a:lnTo>
                        <a:pt x="23435" y="22180"/>
                      </a:lnTo>
                      <a:cubicBezTo>
                        <a:pt x="23414" y="22201"/>
                        <a:pt x="23414" y="22222"/>
                        <a:pt x="23414" y="22263"/>
                      </a:cubicBezTo>
                      <a:cubicBezTo>
                        <a:pt x="23435" y="22284"/>
                        <a:pt x="23435" y="22326"/>
                        <a:pt x="23456" y="22368"/>
                      </a:cubicBezTo>
                      <a:cubicBezTo>
                        <a:pt x="23498" y="22389"/>
                        <a:pt x="23519" y="22431"/>
                        <a:pt x="23540" y="22494"/>
                      </a:cubicBezTo>
                      <a:lnTo>
                        <a:pt x="23561" y="22494"/>
                      </a:lnTo>
                      <a:cubicBezTo>
                        <a:pt x="23561" y="22494"/>
                        <a:pt x="23561" y="22514"/>
                        <a:pt x="23582" y="22514"/>
                      </a:cubicBezTo>
                      <a:cubicBezTo>
                        <a:pt x="23624" y="22577"/>
                        <a:pt x="23665" y="22577"/>
                        <a:pt x="23686" y="22598"/>
                      </a:cubicBezTo>
                      <a:lnTo>
                        <a:pt x="23665" y="22619"/>
                      </a:lnTo>
                      <a:lnTo>
                        <a:pt x="23540" y="22724"/>
                      </a:lnTo>
                      <a:lnTo>
                        <a:pt x="23540" y="22828"/>
                      </a:lnTo>
                      <a:lnTo>
                        <a:pt x="23603" y="22933"/>
                      </a:lnTo>
                      <a:lnTo>
                        <a:pt x="23728" y="22828"/>
                      </a:lnTo>
                      <a:lnTo>
                        <a:pt x="23812" y="22682"/>
                      </a:lnTo>
                      <a:lnTo>
                        <a:pt x="23812" y="22619"/>
                      </a:lnTo>
                      <a:lnTo>
                        <a:pt x="23875" y="22598"/>
                      </a:lnTo>
                      <a:lnTo>
                        <a:pt x="24021" y="22473"/>
                      </a:lnTo>
                      <a:lnTo>
                        <a:pt x="24042" y="22514"/>
                      </a:lnTo>
                      <a:lnTo>
                        <a:pt x="24251" y="22514"/>
                      </a:lnTo>
                      <a:lnTo>
                        <a:pt x="24168" y="22619"/>
                      </a:lnTo>
                      <a:lnTo>
                        <a:pt x="24189" y="22640"/>
                      </a:lnTo>
                      <a:lnTo>
                        <a:pt x="24314" y="22640"/>
                      </a:lnTo>
                      <a:lnTo>
                        <a:pt x="24314" y="22703"/>
                      </a:lnTo>
                      <a:lnTo>
                        <a:pt x="24209" y="22807"/>
                      </a:lnTo>
                      <a:cubicBezTo>
                        <a:pt x="24189" y="22807"/>
                        <a:pt x="24168" y="22828"/>
                        <a:pt x="24147" y="22828"/>
                      </a:cubicBezTo>
                      <a:lnTo>
                        <a:pt x="24168" y="22724"/>
                      </a:lnTo>
                      <a:lnTo>
                        <a:pt x="24105" y="22598"/>
                      </a:lnTo>
                      <a:lnTo>
                        <a:pt x="23979" y="22598"/>
                      </a:lnTo>
                      <a:lnTo>
                        <a:pt x="23979" y="22640"/>
                      </a:lnTo>
                      <a:lnTo>
                        <a:pt x="23875" y="22703"/>
                      </a:lnTo>
                      <a:lnTo>
                        <a:pt x="23833" y="22849"/>
                      </a:lnTo>
                      <a:lnTo>
                        <a:pt x="23833" y="22912"/>
                      </a:lnTo>
                      <a:lnTo>
                        <a:pt x="23728" y="23017"/>
                      </a:lnTo>
                      <a:lnTo>
                        <a:pt x="23749" y="23100"/>
                      </a:lnTo>
                      <a:lnTo>
                        <a:pt x="23937" y="23017"/>
                      </a:lnTo>
                      <a:cubicBezTo>
                        <a:pt x="23937" y="23038"/>
                        <a:pt x="23958" y="23038"/>
                        <a:pt x="23958" y="23038"/>
                      </a:cubicBezTo>
                      <a:lnTo>
                        <a:pt x="23854" y="23121"/>
                      </a:lnTo>
                      <a:lnTo>
                        <a:pt x="23770" y="23247"/>
                      </a:lnTo>
                      <a:lnTo>
                        <a:pt x="23833" y="23310"/>
                      </a:lnTo>
                      <a:lnTo>
                        <a:pt x="24000" y="23163"/>
                      </a:lnTo>
                      <a:lnTo>
                        <a:pt x="24063" y="23100"/>
                      </a:lnTo>
                      <a:cubicBezTo>
                        <a:pt x="24084" y="23121"/>
                        <a:pt x="24105" y="23121"/>
                        <a:pt x="24147" y="23142"/>
                      </a:cubicBezTo>
                      <a:lnTo>
                        <a:pt x="24147" y="23163"/>
                      </a:lnTo>
                      <a:lnTo>
                        <a:pt x="24168" y="23226"/>
                      </a:lnTo>
                      <a:lnTo>
                        <a:pt x="24189" y="23268"/>
                      </a:lnTo>
                      <a:lnTo>
                        <a:pt x="24000" y="23268"/>
                      </a:lnTo>
                      <a:lnTo>
                        <a:pt x="23937" y="23351"/>
                      </a:lnTo>
                      <a:lnTo>
                        <a:pt x="23937" y="23414"/>
                      </a:lnTo>
                      <a:lnTo>
                        <a:pt x="24000" y="23414"/>
                      </a:lnTo>
                      <a:lnTo>
                        <a:pt x="24063" y="23372"/>
                      </a:lnTo>
                      <a:lnTo>
                        <a:pt x="24168" y="23372"/>
                      </a:lnTo>
                      <a:lnTo>
                        <a:pt x="24168" y="23414"/>
                      </a:lnTo>
                      <a:lnTo>
                        <a:pt x="24063" y="23477"/>
                      </a:lnTo>
                      <a:lnTo>
                        <a:pt x="23937" y="23477"/>
                      </a:lnTo>
                      <a:lnTo>
                        <a:pt x="23875" y="23540"/>
                      </a:lnTo>
                      <a:lnTo>
                        <a:pt x="23854" y="23665"/>
                      </a:lnTo>
                      <a:lnTo>
                        <a:pt x="23896" y="23770"/>
                      </a:lnTo>
                      <a:lnTo>
                        <a:pt x="23979" y="23728"/>
                      </a:lnTo>
                      <a:lnTo>
                        <a:pt x="24000" y="23644"/>
                      </a:lnTo>
                      <a:lnTo>
                        <a:pt x="24084" y="23644"/>
                      </a:lnTo>
                      <a:lnTo>
                        <a:pt x="24189" y="23582"/>
                      </a:lnTo>
                      <a:lnTo>
                        <a:pt x="24314" y="23435"/>
                      </a:lnTo>
                      <a:lnTo>
                        <a:pt x="24461" y="23247"/>
                      </a:lnTo>
                      <a:lnTo>
                        <a:pt x="24502" y="23017"/>
                      </a:lnTo>
                      <a:lnTo>
                        <a:pt x="24628" y="22745"/>
                      </a:lnTo>
                      <a:lnTo>
                        <a:pt x="24691" y="22724"/>
                      </a:lnTo>
                      <a:lnTo>
                        <a:pt x="24691" y="22703"/>
                      </a:lnTo>
                      <a:lnTo>
                        <a:pt x="24691" y="22661"/>
                      </a:lnTo>
                      <a:lnTo>
                        <a:pt x="24670" y="22661"/>
                      </a:lnTo>
                      <a:lnTo>
                        <a:pt x="24712" y="22619"/>
                      </a:lnTo>
                      <a:lnTo>
                        <a:pt x="24712" y="22577"/>
                      </a:lnTo>
                      <a:lnTo>
                        <a:pt x="24753" y="22514"/>
                      </a:lnTo>
                      <a:lnTo>
                        <a:pt x="24712" y="22473"/>
                      </a:lnTo>
                      <a:lnTo>
                        <a:pt x="24670" y="22452"/>
                      </a:lnTo>
                      <a:lnTo>
                        <a:pt x="24670" y="22347"/>
                      </a:lnTo>
                      <a:lnTo>
                        <a:pt x="24607" y="22242"/>
                      </a:lnTo>
                      <a:lnTo>
                        <a:pt x="24481" y="22159"/>
                      </a:lnTo>
                      <a:lnTo>
                        <a:pt x="24398" y="22096"/>
                      </a:lnTo>
                      <a:lnTo>
                        <a:pt x="24377" y="22033"/>
                      </a:lnTo>
                      <a:lnTo>
                        <a:pt x="24272" y="21866"/>
                      </a:lnTo>
                      <a:lnTo>
                        <a:pt x="24189" y="21845"/>
                      </a:lnTo>
                      <a:lnTo>
                        <a:pt x="24084" y="21845"/>
                      </a:lnTo>
                      <a:lnTo>
                        <a:pt x="24084" y="21782"/>
                      </a:lnTo>
                      <a:lnTo>
                        <a:pt x="24126" y="21740"/>
                      </a:lnTo>
                      <a:lnTo>
                        <a:pt x="24084" y="21657"/>
                      </a:lnTo>
                      <a:lnTo>
                        <a:pt x="24042" y="21615"/>
                      </a:lnTo>
                      <a:lnTo>
                        <a:pt x="24021" y="21531"/>
                      </a:lnTo>
                      <a:lnTo>
                        <a:pt x="24063" y="21468"/>
                      </a:lnTo>
                      <a:lnTo>
                        <a:pt x="24126" y="21447"/>
                      </a:lnTo>
                      <a:lnTo>
                        <a:pt x="24084" y="21406"/>
                      </a:lnTo>
                      <a:lnTo>
                        <a:pt x="24021" y="21343"/>
                      </a:lnTo>
                      <a:lnTo>
                        <a:pt x="23958" y="21343"/>
                      </a:lnTo>
                      <a:lnTo>
                        <a:pt x="23958" y="21259"/>
                      </a:lnTo>
                      <a:lnTo>
                        <a:pt x="24063" y="21217"/>
                      </a:lnTo>
                      <a:lnTo>
                        <a:pt x="24042" y="20799"/>
                      </a:lnTo>
                      <a:lnTo>
                        <a:pt x="24042" y="20380"/>
                      </a:lnTo>
                      <a:lnTo>
                        <a:pt x="24084" y="20025"/>
                      </a:lnTo>
                      <a:lnTo>
                        <a:pt x="24063" y="19941"/>
                      </a:lnTo>
                      <a:lnTo>
                        <a:pt x="24063" y="19836"/>
                      </a:lnTo>
                      <a:lnTo>
                        <a:pt x="24126" y="19732"/>
                      </a:lnTo>
                      <a:lnTo>
                        <a:pt x="24084" y="19627"/>
                      </a:lnTo>
                      <a:lnTo>
                        <a:pt x="24042" y="19543"/>
                      </a:lnTo>
                      <a:lnTo>
                        <a:pt x="24021" y="19334"/>
                      </a:lnTo>
                      <a:lnTo>
                        <a:pt x="23875" y="19167"/>
                      </a:lnTo>
                      <a:lnTo>
                        <a:pt x="23833" y="18957"/>
                      </a:lnTo>
                      <a:lnTo>
                        <a:pt x="23854" y="18853"/>
                      </a:lnTo>
                      <a:lnTo>
                        <a:pt x="23728" y="18518"/>
                      </a:lnTo>
                      <a:lnTo>
                        <a:pt x="23749" y="18434"/>
                      </a:lnTo>
                      <a:lnTo>
                        <a:pt x="23833" y="18288"/>
                      </a:lnTo>
                      <a:lnTo>
                        <a:pt x="23812" y="18204"/>
                      </a:lnTo>
                      <a:lnTo>
                        <a:pt x="23812" y="18100"/>
                      </a:lnTo>
                      <a:lnTo>
                        <a:pt x="23665" y="17995"/>
                      </a:lnTo>
                      <a:lnTo>
                        <a:pt x="23498" y="17995"/>
                      </a:lnTo>
                      <a:lnTo>
                        <a:pt x="23289" y="18058"/>
                      </a:lnTo>
                      <a:lnTo>
                        <a:pt x="23226" y="18079"/>
                      </a:lnTo>
                      <a:lnTo>
                        <a:pt x="23017" y="18162"/>
                      </a:lnTo>
                      <a:lnTo>
                        <a:pt x="22891" y="18288"/>
                      </a:lnTo>
                      <a:lnTo>
                        <a:pt x="22724" y="18518"/>
                      </a:lnTo>
                      <a:lnTo>
                        <a:pt x="22598" y="18602"/>
                      </a:lnTo>
                      <a:lnTo>
                        <a:pt x="22410" y="18623"/>
                      </a:lnTo>
                      <a:lnTo>
                        <a:pt x="22201" y="18644"/>
                      </a:lnTo>
                      <a:lnTo>
                        <a:pt x="22159" y="18644"/>
                      </a:lnTo>
                      <a:lnTo>
                        <a:pt x="22159" y="18581"/>
                      </a:lnTo>
                      <a:lnTo>
                        <a:pt x="22264" y="18413"/>
                      </a:lnTo>
                      <a:lnTo>
                        <a:pt x="22201" y="18267"/>
                      </a:lnTo>
                      <a:lnTo>
                        <a:pt x="22054" y="17597"/>
                      </a:lnTo>
                      <a:lnTo>
                        <a:pt x="21950" y="17325"/>
                      </a:lnTo>
                      <a:lnTo>
                        <a:pt x="21887" y="17179"/>
                      </a:lnTo>
                      <a:lnTo>
                        <a:pt x="22033" y="16928"/>
                      </a:lnTo>
                      <a:lnTo>
                        <a:pt x="21740" y="16886"/>
                      </a:lnTo>
                      <a:lnTo>
                        <a:pt x="21531" y="17032"/>
                      </a:lnTo>
                      <a:lnTo>
                        <a:pt x="21406" y="16970"/>
                      </a:lnTo>
                      <a:lnTo>
                        <a:pt x="21029" y="16970"/>
                      </a:lnTo>
                      <a:lnTo>
                        <a:pt x="27704" y="4792"/>
                      </a:lnTo>
                      <a:lnTo>
                        <a:pt x="27683" y="4729"/>
                      </a:lnTo>
                      <a:lnTo>
                        <a:pt x="27536" y="4708"/>
                      </a:lnTo>
                      <a:lnTo>
                        <a:pt x="27474" y="4729"/>
                      </a:lnTo>
                      <a:lnTo>
                        <a:pt x="27411" y="4667"/>
                      </a:lnTo>
                      <a:lnTo>
                        <a:pt x="27369" y="4416"/>
                      </a:lnTo>
                      <a:lnTo>
                        <a:pt x="27306" y="4290"/>
                      </a:lnTo>
                      <a:lnTo>
                        <a:pt x="27222" y="4248"/>
                      </a:lnTo>
                      <a:lnTo>
                        <a:pt x="27202" y="4102"/>
                      </a:lnTo>
                      <a:lnTo>
                        <a:pt x="27118" y="3955"/>
                      </a:lnTo>
                      <a:lnTo>
                        <a:pt x="27076" y="3892"/>
                      </a:lnTo>
                      <a:lnTo>
                        <a:pt x="26867" y="3892"/>
                      </a:lnTo>
                      <a:lnTo>
                        <a:pt x="26846" y="3934"/>
                      </a:lnTo>
                      <a:lnTo>
                        <a:pt x="26678" y="3892"/>
                      </a:lnTo>
                      <a:lnTo>
                        <a:pt x="26532" y="3934"/>
                      </a:lnTo>
                      <a:lnTo>
                        <a:pt x="26448" y="3872"/>
                      </a:lnTo>
                      <a:lnTo>
                        <a:pt x="26386" y="3892"/>
                      </a:lnTo>
                      <a:lnTo>
                        <a:pt x="26344" y="3872"/>
                      </a:lnTo>
                      <a:lnTo>
                        <a:pt x="26323" y="3892"/>
                      </a:lnTo>
                      <a:lnTo>
                        <a:pt x="26239" y="3892"/>
                      </a:lnTo>
                      <a:lnTo>
                        <a:pt x="26239" y="3872"/>
                      </a:lnTo>
                      <a:lnTo>
                        <a:pt x="26281" y="3872"/>
                      </a:lnTo>
                      <a:lnTo>
                        <a:pt x="26281" y="3830"/>
                      </a:lnTo>
                      <a:lnTo>
                        <a:pt x="26176" y="3746"/>
                      </a:lnTo>
                      <a:lnTo>
                        <a:pt x="26114" y="3767"/>
                      </a:lnTo>
                      <a:lnTo>
                        <a:pt x="26030" y="3746"/>
                      </a:lnTo>
                      <a:lnTo>
                        <a:pt x="26051" y="3725"/>
                      </a:lnTo>
                      <a:lnTo>
                        <a:pt x="26114" y="3683"/>
                      </a:lnTo>
                      <a:lnTo>
                        <a:pt x="26051" y="3641"/>
                      </a:lnTo>
                      <a:lnTo>
                        <a:pt x="25967" y="3641"/>
                      </a:lnTo>
                      <a:lnTo>
                        <a:pt x="25904" y="3620"/>
                      </a:lnTo>
                      <a:lnTo>
                        <a:pt x="25904" y="3558"/>
                      </a:lnTo>
                      <a:lnTo>
                        <a:pt x="25821" y="3474"/>
                      </a:lnTo>
                      <a:lnTo>
                        <a:pt x="25737" y="3411"/>
                      </a:lnTo>
                      <a:lnTo>
                        <a:pt x="25716" y="3411"/>
                      </a:lnTo>
                      <a:lnTo>
                        <a:pt x="25653" y="3369"/>
                      </a:lnTo>
                      <a:lnTo>
                        <a:pt x="25611" y="3369"/>
                      </a:lnTo>
                      <a:lnTo>
                        <a:pt x="25549" y="3432"/>
                      </a:lnTo>
                      <a:lnTo>
                        <a:pt x="25549" y="3369"/>
                      </a:lnTo>
                      <a:lnTo>
                        <a:pt x="25528" y="3328"/>
                      </a:lnTo>
                      <a:lnTo>
                        <a:pt x="25444" y="3265"/>
                      </a:lnTo>
                      <a:lnTo>
                        <a:pt x="25381" y="3369"/>
                      </a:lnTo>
                      <a:lnTo>
                        <a:pt x="25318" y="3328"/>
                      </a:lnTo>
                      <a:lnTo>
                        <a:pt x="25318" y="3244"/>
                      </a:lnTo>
                      <a:lnTo>
                        <a:pt x="25381" y="3223"/>
                      </a:lnTo>
                      <a:lnTo>
                        <a:pt x="25339" y="3160"/>
                      </a:lnTo>
                      <a:lnTo>
                        <a:pt x="25277" y="3139"/>
                      </a:lnTo>
                      <a:lnTo>
                        <a:pt x="25193" y="3160"/>
                      </a:lnTo>
                      <a:lnTo>
                        <a:pt x="25193" y="3160"/>
                      </a:lnTo>
                      <a:lnTo>
                        <a:pt x="25214" y="3118"/>
                      </a:lnTo>
                      <a:lnTo>
                        <a:pt x="25214" y="3056"/>
                      </a:lnTo>
                      <a:lnTo>
                        <a:pt x="25109" y="3014"/>
                      </a:lnTo>
                      <a:lnTo>
                        <a:pt x="25025" y="2909"/>
                      </a:lnTo>
                      <a:lnTo>
                        <a:pt x="25067" y="2888"/>
                      </a:lnTo>
                      <a:lnTo>
                        <a:pt x="25025" y="2825"/>
                      </a:lnTo>
                      <a:lnTo>
                        <a:pt x="24963" y="2804"/>
                      </a:lnTo>
                      <a:lnTo>
                        <a:pt x="24900" y="2846"/>
                      </a:lnTo>
                      <a:lnTo>
                        <a:pt x="24691" y="3056"/>
                      </a:lnTo>
                      <a:lnTo>
                        <a:pt x="24461" y="3202"/>
                      </a:lnTo>
                      <a:lnTo>
                        <a:pt x="24670" y="3035"/>
                      </a:lnTo>
                      <a:lnTo>
                        <a:pt x="24795" y="2846"/>
                      </a:lnTo>
                      <a:lnTo>
                        <a:pt x="24921" y="2721"/>
                      </a:lnTo>
                      <a:lnTo>
                        <a:pt x="24963" y="2595"/>
                      </a:lnTo>
                      <a:lnTo>
                        <a:pt x="24879" y="2532"/>
                      </a:lnTo>
                      <a:lnTo>
                        <a:pt x="24712" y="2428"/>
                      </a:lnTo>
                      <a:lnTo>
                        <a:pt x="24586" y="2428"/>
                      </a:lnTo>
                      <a:lnTo>
                        <a:pt x="24440" y="2491"/>
                      </a:lnTo>
                      <a:lnTo>
                        <a:pt x="24356" y="2491"/>
                      </a:lnTo>
                      <a:lnTo>
                        <a:pt x="24293" y="2512"/>
                      </a:lnTo>
                      <a:lnTo>
                        <a:pt x="24147" y="2532"/>
                      </a:lnTo>
                      <a:lnTo>
                        <a:pt x="23979" y="2721"/>
                      </a:lnTo>
                      <a:lnTo>
                        <a:pt x="23854" y="2825"/>
                      </a:lnTo>
                      <a:lnTo>
                        <a:pt x="23854" y="2825"/>
                      </a:lnTo>
                      <a:lnTo>
                        <a:pt x="23958" y="2700"/>
                      </a:lnTo>
                      <a:lnTo>
                        <a:pt x="23937" y="2532"/>
                      </a:lnTo>
                      <a:lnTo>
                        <a:pt x="23958" y="2407"/>
                      </a:lnTo>
                      <a:lnTo>
                        <a:pt x="23958" y="2302"/>
                      </a:lnTo>
                      <a:lnTo>
                        <a:pt x="23770" y="2198"/>
                      </a:lnTo>
                      <a:lnTo>
                        <a:pt x="23770" y="2156"/>
                      </a:lnTo>
                      <a:lnTo>
                        <a:pt x="23875" y="2093"/>
                      </a:lnTo>
                      <a:lnTo>
                        <a:pt x="23979" y="2093"/>
                      </a:lnTo>
                      <a:lnTo>
                        <a:pt x="23979" y="2051"/>
                      </a:lnTo>
                      <a:lnTo>
                        <a:pt x="23707" y="1884"/>
                      </a:lnTo>
                      <a:lnTo>
                        <a:pt x="23665" y="1800"/>
                      </a:lnTo>
                      <a:lnTo>
                        <a:pt x="23728" y="1737"/>
                      </a:lnTo>
                      <a:lnTo>
                        <a:pt x="23875" y="1654"/>
                      </a:lnTo>
                      <a:lnTo>
                        <a:pt x="23958" y="1570"/>
                      </a:lnTo>
                      <a:lnTo>
                        <a:pt x="23917" y="1486"/>
                      </a:lnTo>
                      <a:lnTo>
                        <a:pt x="23854" y="1361"/>
                      </a:lnTo>
                      <a:lnTo>
                        <a:pt x="23812" y="1361"/>
                      </a:lnTo>
                      <a:lnTo>
                        <a:pt x="23749" y="1382"/>
                      </a:lnTo>
                      <a:lnTo>
                        <a:pt x="23707" y="1319"/>
                      </a:lnTo>
                      <a:lnTo>
                        <a:pt x="23624" y="1256"/>
                      </a:lnTo>
                      <a:lnTo>
                        <a:pt x="23519" y="1256"/>
                      </a:lnTo>
                      <a:lnTo>
                        <a:pt x="23393" y="1214"/>
                      </a:lnTo>
                      <a:lnTo>
                        <a:pt x="23331" y="1172"/>
                      </a:lnTo>
                      <a:lnTo>
                        <a:pt x="23247" y="1214"/>
                      </a:lnTo>
                      <a:lnTo>
                        <a:pt x="23121" y="1214"/>
                      </a:lnTo>
                      <a:lnTo>
                        <a:pt x="23080" y="1319"/>
                      </a:lnTo>
                      <a:lnTo>
                        <a:pt x="23080" y="1361"/>
                      </a:lnTo>
                      <a:lnTo>
                        <a:pt x="22996" y="1256"/>
                      </a:lnTo>
                      <a:lnTo>
                        <a:pt x="23038" y="1151"/>
                      </a:lnTo>
                      <a:lnTo>
                        <a:pt x="23101" y="1131"/>
                      </a:lnTo>
                      <a:lnTo>
                        <a:pt x="23101" y="1026"/>
                      </a:lnTo>
                      <a:lnTo>
                        <a:pt x="23142" y="942"/>
                      </a:lnTo>
                      <a:lnTo>
                        <a:pt x="23205" y="921"/>
                      </a:lnTo>
                      <a:lnTo>
                        <a:pt x="23205" y="817"/>
                      </a:lnTo>
                      <a:lnTo>
                        <a:pt x="23226" y="712"/>
                      </a:lnTo>
                      <a:lnTo>
                        <a:pt x="23205" y="649"/>
                      </a:lnTo>
                      <a:lnTo>
                        <a:pt x="23184" y="649"/>
                      </a:lnTo>
                      <a:lnTo>
                        <a:pt x="23038" y="796"/>
                      </a:lnTo>
                      <a:lnTo>
                        <a:pt x="23017" y="900"/>
                      </a:lnTo>
                      <a:lnTo>
                        <a:pt x="22996" y="900"/>
                      </a:lnTo>
                      <a:lnTo>
                        <a:pt x="22912" y="838"/>
                      </a:lnTo>
                      <a:lnTo>
                        <a:pt x="22808" y="900"/>
                      </a:lnTo>
                      <a:lnTo>
                        <a:pt x="22787" y="942"/>
                      </a:lnTo>
                      <a:lnTo>
                        <a:pt x="22808" y="1047"/>
                      </a:lnTo>
                      <a:lnTo>
                        <a:pt x="22724" y="1131"/>
                      </a:lnTo>
                      <a:lnTo>
                        <a:pt x="22682" y="1131"/>
                      </a:lnTo>
                      <a:lnTo>
                        <a:pt x="22661" y="1068"/>
                      </a:lnTo>
                      <a:lnTo>
                        <a:pt x="22598" y="1214"/>
                      </a:lnTo>
                      <a:lnTo>
                        <a:pt x="22598" y="1319"/>
                      </a:lnTo>
                      <a:lnTo>
                        <a:pt x="22556" y="1172"/>
                      </a:lnTo>
                      <a:lnTo>
                        <a:pt x="22556" y="1047"/>
                      </a:lnTo>
                      <a:lnTo>
                        <a:pt x="22598" y="942"/>
                      </a:lnTo>
                      <a:lnTo>
                        <a:pt x="22556" y="921"/>
                      </a:lnTo>
                      <a:lnTo>
                        <a:pt x="22473" y="1005"/>
                      </a:lnTo>
                      <a:lnTo>
                        <a:pt x="22452" y="1068"/>
                      </a:lnTo>
                      <a:lnTo>
                        <a:pt x="22368" y="1110"/>
                      </a:lnTo>
                      <a:lnTo>
                        <a:pt x="22410" y="921"/>
                      </a:lnTo>
                      <a:lnTo>
                        <a:pt x="22368" y="817"/>
                      </a:lnTo>
                      <a:lnTo>
                        <a:pt x="22264" y="817"/>
                      </a:lnTo>
                      <a:lnTo>
                        <a:pt x="22284" y="733"/>
                      </a:lnTo>
                      <a:lnTo>
                        <a:pt x="22410" y="628"/>
                      </a:lnTo>
                      <a:lnTo>
                        <a:pt x="22515" y="607"/>
                      </a:lnTo>
                      <a:lnTo>
                        <a:pt x="22661" y="712"/>
                      </a:lnTo>
                      <a:lnTo>
                        <a:pt x="22808" y="628"/>
                      </a:lnTo>
                      <a:lnTo>
                        <a:pt x="22912" y="607"/>
                      </a:lnTo>
                      <a:lnTo>
                        <a:pt x="23017" y="503"/>
                      </a:lnTo>
                      <a:lnTo>
                        <a:pt x="23017" y="440"/>
                      </a:lnTo>
                      <a:lnTo>
                        <a:pt x="23038" y="398"/>
                      </a:lnTo>
                      <a:lnTo>
                        <a:pt x="23017" y="335"/>
                      </a:lnTo>
                      <a:lnTo>
                        <a:pt x="22891" y="294"/>
                      </a:lnTo>
                      <a:lnTo>
                        <a:pt x="22828" y="294"/>
                      </a:lnTo>
                      <a:lnTo>
                        <a:pt x="22828" y="189"/>
                      </a:lnTo>
                      <a:lnTo>
                        <a:pt x="22787" y="126"/>
                      </a:lnTo>
                      <a:lnTo>
                        <a:pt x="22766" y="105"/>
                      </a:lnTo>
                      <a:lnTo>
                        <a:pt x="22787" y="84"/>
                      </a:lnTo>
                      <a:lnTo>
                        <a:pt x="22828" y="63"/>
                      </a:lnTo>
                      <a:lnTo>
                        <a:pt x="2287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488" name="Google Shape;1488;p60"/>
                <p:cNvSpPr/>
                <p:nvPr/>
              </p:nvSpPr>
              <p:spPr>
                <a:xfrm>
                  <a:off x="1979950" y="2384350"/>
                  <a:ext cx="816050" cy="481275"/>
                </a:xfrm>
                <a:custGeom>
                  <a:avLst/>
                  <a:gdLst/>
                  <a:ahLst/>
                  <a:cxnLst/>
                  <a:rect l="l" t="t" r="r" b="b"/>
                  <a:pathLst>
                    <a:path w="32642" h="19251" extrusionOk="0">
                      <a:moveTo>
                        <a:pt x="2846" y="1"/>
                      </a:moveTo>
                      <a:lnTo>
                        <a:pt x="2909" y="210"/>
                      </a:lnTo>
                      <a:lnTo>
                        <a:pt x="3035" y="273"/>
                      </a:lnTo>
                      <a:lnTo>
                        <a:pt x="2993" y="356"/>
                      </a:lnTo>
                      <a:lnTo>
                        <a:pt x="2909" y="440"/>
                      </a:lnTo>
                      <a:lnTo>
                        <a:pt x="2930" y="545"/>
                      </a:lnTo>
                      <a:lnTo>
                        <a:pt x="2993" y="586"/>
                      </a:lnTo>
                      <a:lnTo>
                        <a:pt x="2972" y="649"/>
                      </a:lnTo>
                      <a:lnTo>
                        <a:pt x="2909" y="733"/>
                      </a:lnTo>
                      <a:lnTo>
                        <a:pt x="2951" y="775"/>
                      </a:lnTo>
                      <a:lnTo>
                        <a:pt x="2951" y="858"/>
                      </a:lnTo>
                      <a:lnTo>
                        <a:pt x="2993" y="900"/>
                      </a:lnTo>
                      <a:lnTo>
                        <a:pt x="2909" y="1047"/>
                      </a:lnTo>
                      <a:lnTo>
                        <a:pt x="2825" y="1089"/>
                      </a:lnTo>
                      <a:lnTo>
                        <a:pt x="2763" y="1256"/>
                      </a:lnTo>
                      <a:lnTo>
                        <a:pt x="2721" y="1298"/>
                      </a:lnTo>
                      <a:lnTo>
                        <a:pt x="2721" y="1423"/>
                      </a:lnTo>
                      <a:lnTo>
                        <a:pt x="2637" y="1486"/>
                      </a:lnTo>
                      <a:lnTo>
                        <a:pt x="2616" y="1591"/>
                      </a:lnTo>
                      <a:lnTo>
                        <a:pt x="2470" y="1674"/>
                      </a:lnTo>
                      <a:lnTo>
                        <a:pt x="2386" y="1633"/>
                      </a:lnTo>
                      <a:lnTo>
                        <a:pt x="2344" y="1570"/>
                      </a:lnTo>
                      <a:lnTo>
                        <a:pt x="2428" y="1465"/>
                      </a:lnTo>
                      <a:lnTo>
                        <a:pt x="2449" y="1507"/>
                      </a:lnTo>
                      <a:lnTo>
                        <a:pt x="2532" y="1465"/>
                      </a:lnTo>
                      <a:lnTo>
                        <a:pt x="2553" y="1528"/>
                      </a:lnTo>
                      <a:lnTo>
                        <a:pt x="2595" y="1486"/>
                      </a:lnTo>
                      <a:lnTo>
                        <a:pt x="2595" y="1361"/>
                      </a:lnTo>
                      <a:lnTo>
                        <a:pt x="2658" y="1214"/>
                      </a:lnTo>
                      <a:lnTo>
                        <a:pt x="2742" y="1151"/>
                      </a:lnTo>
                      <a:lnTo>
                        <a:pt x="2742" y="1047"/>
                      </a:lnTo>
                      <a:lnTo>
                        <a:pt x="2700" y="1068"/>
                      </a:lnTo>
                      <a:lnTo>
                        <a:pt x="2553" y="1172"/>
                      </a:lnTo>
                      <a:lnTo>
                        <a:pt x="2512" y="1214"/>
                      </a:lnTo>
                      <a:lnTo>
                        <a:pt x="2428" y="1214"/>
                      </a:lnTo>
                      <a:lnTo>
                        <a:pt x="2428" y="1172"/>
                      </a:lnTo>
                      <a:lnTo>
                        <a:pt x="2532" y="1068"/>
                      </a:lnTo>
                      <a:lnTo>
                        <a:pt x="2658" y="1005"/>
                      </a:lnTo>
                      <a:lnTo>
                        <a:pt x="2700" y="963"/>
                      </a:lnTo>
                      <a:lnTo>
                        <a:pt x="2658" y="879"/>
                      </a:lnTo>
                      <a:lnTo>
                        <a:pt x="2616" y="879"/>
                      </a:lnTo>
                      <a:lnTo>
                        <a:pt x="2532" y="900"/>
                      </a:lnTo>
                      <a:lnTo>
                        <a:pt x="2470" y="796"/>
                      </a:lnTo>
                      <a:lnTo>
                        <a:pt x="2407" y="754"/>
                      </a:lnTo>
                      <a:lnTo>
                        <a:pt x="2135" y="754"/>
                      </a:lnTo>
                      <a:lnTo>
                        <a:pt x="2009" y="649"/>
                      </a:lnTo>
                      <a:lnTo>
                        <a:pt x="1716" y="419"/>
                      </a:lnTo>
                      <a:lnTo>
                        <a:pt x="1696" y="440"/>
                      </a:lnTo>
                      <a:lnTo>
                        <a:pt x="1675" y="545"/>
                      </a:lnTo>
                      <a:lnTo>
                        <a:pt x="1591" y="754"/>
                      </a:lnTo>
                      <a:lnTo>
                        <a:pt x="1591" y="858"/>
                      </a:lnTo>
                      <a:lnTo>
                        <a:pt x="1654" y="1068"/>
                      </a:lnTo>
                      <a:lnTo>
                        <a:pt x="1591" y="1382"/>
                      </a:lnTo>
                      <a:lnTo>
                        <a:pt x="1612" y="1507"/>
                      </a:lnTo>
                      <a:lnTo>
                        <a:pt x="1591" y="1674"/>
                      </a:lnTo>
                      <a:lnTo>
                        <a:pt x="1612" y="1737"/>
                      </a:lnTo>
                      <a:lnTo>
                        <a:pt x="1675" y="1737"/>
                      </a:lnTo>
                      <a:lnTo>
                        <a:pt x="1696" y="1800"/>
                      </a:lnTo>
                      <a:lnTo>
                        <a:pt x="1654" y="1884"/>
                      </a:lnTo>
                      <a:lnTo>
                        <a:pt x="1591" y="1884"/>
                      </a:lnTo>
                      <a:lnTo>
                        <a:pt x="1570" y="1946"/>
                      </a:lnTo>
                      <a:lnTo>
                        <a:pt x="1591" y="2009"/>
                      </a:lnTo>
                      <a:lnTo>
                        <a:pt x="1696" y="2030"/>
                      </a:lnTo>
                      <a:lnTo>
                        <a:pt x="1654" y="2135"/>
                      </a:lnTo>
                      <a:lnTo>
                        <a:pt x="1654" y="2239"/>
                      </a:lnTo>
                      <a:lnTo>
                        <a:pt x="1591" y="2323"/>
                      </a:lnTo>
                      <a:lnTo>
                        <a:pt x="1549" y="2302"/>
                      </a:lnTo>
                      <a:lnTo>
                        <a:pt x="1507" y="2344"/>
                      </a:lnTo>
                      <a:lnTo>
                        <a:pt x="1507" y="2428"/>
                      </a:lnTo>
                      <a:lnTo>
                        <a:pt x="1675" y="2449"/>
                      </a:lnTo>
                      <a:lnTo>
                        <a:pt x="1821" y="2470"/>
                      </a:lnTo>
                      <a:lnTo>
                        <a:pt x="1926" y="2553"/>
                      </a:lnTo>
                      <a:lnTo>
                        <a:pt x="2072" y="2553"/>
                      </a:lnTo>
                      <a:lnTo>
                        <a:pt x="2114" y="2637"/>
                      </a:lnTo>
                      <a:lnTo>
                        <a:pt x="2135" y="2783"/>
                      </a:lnTo>
                      <a:lnTo>
                        <a:pt x="2093" y="2658"/>
                      </a:lnTo>
                      <a:lnTo>
                        <a:pt x="1988" y="2574"/>
                      </a:lnTo>
                      <a:lnTo>
                        <a:pt x="1905" y="2616"/>
                      </a:lnTo>
                      <a:lnTo>
                        <a:pt x="1821" y="2553"/>
                      </a:lnTo>
                      <a:lnTo>
                        <a:pt x="1612" y="2532"/>
                      </a:lnTo>
                      <a:lnTo>
                        <a:pt x="1570" y="2470"/>
                      </a:lnTo>
                      <a:lnTo>
                        <a:pt x="1507" y="2511"/>
                      </a:lnTo>
                      <a:lnTo>
                        <a:pt x="1507" y="2616"/>
                      </a:lnTo>
                      <a:lnTo>
                        <a:pt x="1403" y="2763"/>
                      </a:lnTo>
                      <a:lnTo>
                        <a:pt x="1403" y="2846"/>
                      </a:lnTo>
                      <a:lnTo>
                        <a:pt x="1403" y="2930"/>
                      </a:lnTo>
                      <a:lnTo>
                        <a:pt x="1340" y="3076"/>
                      </a:lnTo>
                      <a:lnTo>
                        <a:pt x="1277" y="3202"/>
                      </a:lnTo>
                      <a:lnTo>
                        <a:pt x="1131" y="3558"/>
                      </a:lnTo>
                      <a:lnTo>
                        <a:pt x="1089" y="3809"/>
                      </a:lnTo>
                      <a:lnTo>
                        <a:pt x="942" y="4102"/>
                      </a:lnTo>
                      <a:lnTo>
                        <a:pt x="921" y="4415"/>
                      </a:lnTo>
                      <a:lnTo>
                        <a:pt x="838" y="4541"/>
                      </a:lnTo>
                      <a:lnTo>
                        <a:pt x="733" y="4667"/>
                      </a:lnTo>
                      <a:lnTo>
                        <a:pt x="649" y="4855"/>
                      </a:lnTo>
                      <a:lnTo>
                        <a:pt x="608" y="4939"/>
                      </a:lnTo>
                      <a:lnTo>
                        <a:pt x="566" y="5043"/>
                      </a:lnTo>
                      <a:lnTo>
                        <a:pt x="419" y="5231"/>
                      </a:lnTo>
                      <a:lnTo>
                        <a:pt x="356" y="5336"/>
                      </a:lnTo>
                      <a:lnTo>
                        <a:pt x="398" y="5566"/>
                      </a:lnTo>
                      <a:lnTo>
                        <a:pt x="336" y="5776"/>
                      </a:lnTo>
                      <a:lnTo>
                        <a:pt x="336" y="5922"/>
                      </a:lnTo>
                      <a:lnTo>
                        <a:pt x="419" y="6027"/>
                      </a:lnTo>
                      <a:lnTo>
                        <a:pt x="356" y="6110"/>
                      </a:lnTo>
                      <a:lnTo>
                        <a:pt x="336" y="6194"/>
                      </a:lnTo>
                      <a:lnTo>
                        <a:pt x="398" y="6340"/>
                      </a:lnTo>
                      <a:lnTo>
                        <a:pt x="356" y="6592"/>
                      </a:lnTo>
                      <a:lnTo>
                        <a:pt x="315" y="6717"/>
                      </a:lnTo>
                      <a:lnTo>
                        <a:pt x="231" y="6759"/>
                      </a:lnTo>
                      <a:lnTo>
                        <a:pt x="252" y="6843"/>
                      </a:lnTo>
                      <a:lnTo>
                        <a:pt x="294" y="6864"/>
                      </a:lnTo>
                      <a:lnTo>
                        <a:pt x="231" y="7031"/>
                      </a:lnTo>
                      <a:lnTo>
                        <a:pt x="84" y="7136"/>
                      </a:lnTo>
                      <a:lnTo>
                        <a:pt x="1" y="7261"/>
                      </a:lnTo>
                      <a:lnTo>
                        <a:pt x="1" y="7387"/>
                      </a:lnTo>
                      <a:lnTo>
                        <a:pt x="105" y="7554"/>
                      </a:lnTo>
                      <a:lnTo>
                        <a:pt x="210" y="7763"/>
                      </a:lnTo>
                      <a:lnTo>
                        <a:pt x="210" y="7993"/>
                      </a:lnTo>
                      <a:lnTo>
                        <a:pt x="189" y="8119"/>
                      </a:lnTo>
                      <a:lnTo>
                        <a:pt x="126" y="8203"/>
                      </a:lnTo>
                      <a:lnTo>
                        <a:pt x="126" y="8286"/>
                      </a:lnTo>
                      <a:lnTo>
                        <a:pt x="147" y="8370"/>
                      </a:lnTo>
                      <a:lnTo>
                        <a:pt x="189" y="8496"/>
                      </a:lnTo>
                      <a:lnTo>
                        <a:pt x="126" y="8579"/>
                      </a:lnTo>
                      <a:lnTo>
                        <a:pt x="105" y="8642"/>
                      </a:lnTo>
                      <a:lnTo>
                        <a:pt x="126" y="8726"/>
                      </a:lnTo>
                      <a:lnTo>
                        <a:pt x="356" y="9102"/>
                      </a:lnTo>
                      <a:lnTo>
                        <a:pt x="398" y="9207"/>
                      </a:lnTo>
                      <a:lnTo>
                        <a:pt x="356" y="9270"/>
                      </a:lnTo>
                      <a:lnTo>
                        <a:pt x="398" y="9353"/>
                      </a:lnTo>
                      <a:lnTo>
                        <a:pt x="524" y="9479"/>
                      </a:lnTo>
                      <a:lnTo>
                        <a:pt x="545" y="9542"/>
                      </a:lnTo>
                      <a:lnTo>
                        <a:pt x="628" y="9542"/>
                      </a:lnTo>
                      <a:lnTo>
                        <a:pt x="628" y="9437"/>
                      </a:lnTo>
                      <a:lnTo>
                        <a:pt x="628" y="9312"/>
                      </a:lnTo>
                      <a:lnTo>
                        <a:pt x="712" y="9333"/>
                      </a:lnTo>
                      <a:lnTo>
                        <a:pt x="733" y="9312"/>
                      </a:lnTo>
                      <a:lnTo>
                        <a:pt x="733" y="9353"/>
                      </a:lnTo>
                      <a:lnTo>
                        <a:pt x="838" y="9353"/>
                      </a:lnTo>
                      <a:lnTo>
                        <a:pt x="859" y="9416"/>
                      </a:lnTo>
                      <a:lnTo>
                        <a:pt x="984" y="9437"/>
                      </a:lnTo>
                      <a:lnTo>
                        <a:pt x="880" y="9437"/>
                      </a:lnTo>
                      <a:lnTo>
                        <a:pt x="817" y="9479"/>
                      </a:lnTo>
                      <a:lnTo>
                        <a:pt x="754" y="9437"/>
                      </a:lnTo>
                      <a:lnTo>
                        <a:pt x="712" y="9437"/>
                      </a:lnTo>
                      <a:lnTo>
                        <a:pt x="712" y="9521"/>
                      </a:lnTo>
                      <a:lnTo>
                        <a:pt x="754" y="9542"/>
                      </a:lnTo>
                      <a:lnTo>
                        <a:pt x="754" y="9688"/>
                      </a:lnTo>
                      <a:lnTo>
                        <a:pt x="817" y="9793"/>
                      </a:lnTo>
                      <a:lnTo>
                        <a:pt x="838" y="9835"/>
                      </a:lnTo>
                      <a:lnTo>
                        <a:pt x="733" y="9793"/>
                      </a:lnTo>
                      <a:lnTo>
                        <a:pt x="670" y="9688"/>
                      </a:lnTo>
                      <a:lnTo>
                        <a:pt x="649" y="9646"/>
                      </a:lnTo>
                      <a:lnTo>
                        <a:pt x="608" y="9688"/>
                      </a:lnTo>
                      <a:lnTo>
                        <a:pt x="608" y="9772"/>
                      </a:lnTo>
                      <a:lnTo>
                        <a:pt x="545" y="9835"/>
                      </a:lnTo>
                      <a:lnTo>
                        <a:pt x="566" y="9877"/>
                      </a:lnTo>
                      <a:lnTo>
                        <a:pt x="545" y="9981"/>
                      </a:lnTo>
                      <a:lnTo>
                        <a:pt x="545" y="10086"/>
                      </a:lnTo>
                      <a:lnTo>
                        <a:pt x="608" y="10107"/>
                      </a:lnTo>
                      <a:lnTo>
                        <a:pt x="628" y="10211"/>
                      </a:lnTo>
                      <a:lnTo>
                        <a:pt x="733" y="10274"/>
                      </a:lnTo>
                      <a:lnTo>
                        <a:pt x="775" y="10358"/>
                      </a:lnTo>
                      <a:lnTo>
                        <a:pt x="775" y="10421"/>
                      </a:lnTo>
                      <a:lnTo>
                        <a:pt x="712" y="10504"/>
                      </a:lnTo>
                      <a:lnTo>
                        <a:pt x="649" y="10504"/>
                      </a:lnTo>
                      <a:lnTo>
                        <a:pt x="649" y="10567"/>
                      </a:lnTo>
                      <a:lnTo>
                        <a:pt x="670" y="10672"/>
                      </a:lnTo>
                      <a:lnTo>
                        <a:pt x="670" y="10797"/>
                      </a:lnTo>
                      <a:lnTo>
                        <a:pt x="712" y="10839"/>
                      </a:lnTo>
                      <a:lnTo>
                        <a:pt x="775" y="10923"/>
                      </a:lnTo>
                      <a:lnTo>
                        <a:pt x="817" y="11111"/>
                      </a:lnTo>
                      <a:lnTo>
                        <a:pt x="942" y="11362"/>
                      </a:lnTo>
                      <a:lnTo>
                        <a:pt x="1026" y="11509"/>
                      </a:lnTo>
                      <a:lnTo>
                        <a:pt x="1068" y="11530"/>
                      </a:lnTo>
                      <a:lnTo>
                        <a:pt x="1047" y="11571"/>
                      </a:lnTo>
                      <a:lnTo>
                        <a:pt x="1047" y="11613"/>
                      </a:lnTo>
                      <a:lnTo>
                        <a:pt x="1152" y="11718"/>
                      </a:lnTo>
                      <a:lnTo>
                        <a:pt x="1172" y="11843"/>
                      </a:lnTo>
                      <a:lnTo>
                        <a:pt x="1152" y="11990"/>
                      </a:lnTo>
                      <a:lnTo>
                        <a:pt x="1131" y="12094"/>
                      </a:lnTo>
                      <a:lnTo>
                        <a:pt x="1089" y="12136"/>
                      </a:lnTo>
                      <a:lnTo>
                        <a:pt x="1131" y="12199"/>
                      </a:lnTo>
                      <a:lnTo>
                        <a:pt x="1172" y="12262"/>
                      </a:lnTo>
                      <a:lnTo>
                        <a:pt x="1382" y="12262"/>
                      </a:lnTo>
                      <a:lnTo>
                        <a:pt x="1486" y="12283"/>
                      </a:lnTo>
                      <a:lnTo>
                        <a:pt x="1591" y="12346"/>
                      </a:lnTo>
                      <a:lnTo>
                        <a:pt x="1675" y="12366"/>
                      </a:lnTo>
                      <a:lnTo>
                        <a:pt x="1821" y="12366"/>
                      </a:lnTo>
                      <a:lnTo>
                        <a:pt x="1884" y="12450"/>
                      </a:lnTo>
                      <a:lnTo>
                        <a:pt x="1884" y="12555"/>
                      </a:lnTo>
                      <a:lnTo>
                        <a:pt x="2030" y="12618"/>
                      </a:lnTo>
                      <a:lnTo>
                        <a:pt x="2135" y="12618"/>
                      </a:lnTo>
                      <a:lnTo>
                        <a:pt x="2281" y="12680"/>
                      </a:lnTo>
                      <a:lnTo>
                        <a:pt x="2302" y="12722"/>
                      </a:lnTo>
                      <a:lnTo>
                        <a:pt x="2302" y="12827"/>
                      </a:lnTo>
                      <a:lnTo>
                        <a:pt x="2344" y="12869"/>
                      </a:lnTo>
                      <a:lnTo>
                        <a:pt x="2407" y="12827"/>
                      </a:lnTo>
                      <a:lnTo>
                        <a:pt x="2470" y="12827"/>
                      </a:lnTo>
                      <a:lnTo>
                        <a:pt x="2616" y="12973"/>
                      </a:lnTo>
                      <a:lnTo>
                        <a:pt x="2805" y="13245"/>
                      </a:lnTo>
                      <a:lnTo>
                        <a:pt x="2825" y="13434"/>
                      </a:lnTo>
                      <a:lnTo>
                        <a:pt x="2805" y="13559"/>
                      </a:lnTo>
                      <a:lnTo>
                        <a:pt x="2805" y="13664"/>
                      </a:lnTo>
                      <a:lnTo>
                        <a:pt x="4185" y="13643"/>
                      </a:lnTo>
                      <a:lnTo>
                        <a:pt x="4206" y="13706"/>
                      </a:lnTo>
                      <a:lnTo>
                        <a:pt x="4206" y="13747"/>
                      </a:lnTo>
                      <a:lnTo>
                        <a:pt x="6131" y="14647"/>
                      </a:lnTo>
                      <a:lnTo>
                        <a:pt x="7784" y="14689"/>
                      </a:lnTo>
                      <a:lnTo>
                        <a:pt x="7826" y="14480"/>
                      </a:lnTo>
                      <a:lnTo>
                        <a:pt x="8747" y="14501"/>
                      </a:lnTo>
                      <a:lnTo>
                        <a:pt x="8872" y="14584"/>
                      </a:lnTo>
                      <a:lnTo>
                        <a:pt x="8935" y="14710"/>
                      </a:lnTo>
                      <a:lnTo>
                        <a:pt x="8998" y="14773"/>
                      </a:lnTo>
                      <a:lnTo>
                        <a:pt x="9019" y="14815"/>
                      </a:lnTo>
                      <a:lnTo>
                        <a:pt x="9082" y="14815"/>
                      </a:lnTo>
                      <a:lnTo>
                        <a:pt x="9123" y="14898"/>
                      </a:lnTo>
                      <a:lnTo>
                        <a:pt x="9103" y="14961"/>
                      </a:lnTo>
                      <a:lnTo>
                        <a:pt x="9207" y="14982"/>
                      </a:lnTo>
                      <a:lnTo>
                        <a:pt x="9270" y="15066"/>
                      </a:lnTo>
                      <a:lnTo>
                        <a:pt x="9270" y="15107"/>
                      </a:lnTo>
                      <a:lnTo>
                        <a:pt x="9228" y="15170"/>
                      </a:lnTo>
                      <a:lnTo>
                        <a:pt x="9312" y="15191"/>
                      </a:lnTo>
                      <a:lnTo>
                        <a:pt x="9395" y="15233"/>
                      </a:lnTo>
                      <a:lnTo>
                        <a:pt x="9437" y="15317"/>
                      </a:lnTo>
                      <a:lnTo>
                        <a:pt x="9458" y="15442"/>
                      </a:lnTo>
                      <a:lnTo>
                        <a:pt x="9500" y="15484"/>
                      </a:lnTo>
                      <a:lnTo>
                        <a:pt x="9521" y="15505"/>
                      </a:lnTo>
                      <a:lnTo>
                        <a:pt x="9542" y="15526"/>
                      </a:lnTo>
                      <a:lnTo>
                        <a:pt x="9626" y="15610"/>
                      </a:lnTo>
                      <a:lnTo>
                        <a:pt x="9626" y="15693"/>
                      </a:lnTo>
                      <a:lnTo>
                        <a:pt x="9605" y="15714"/>
                      </a:lnTo>
                      <a:lnTo>
                        <a:pt x="9521" y="15735"/>
                      </a:lnTo>
                      <a:lnTo>
                        <a:pt x="9521" y="15756"/>
                      </a:lnTo>
                      <a:lnTo>
                        <a:pt x="9626" y="15903"/>
                      </a:lnTo>
                      <a:lnTo>
                        <a:pt x="9709" y="15965"/>
                      </a:lnTo>
                      <a:lnTo>
                        <a:pt x="9730" y="16070"/>
                      </a:lnTo>
                      <a:lnTo>
                        <a:pt x="9730" y="16112"/>
                      </a:lnTo>
                      <a:lnTo>
                        <a:pt x="9751" y="16112"/>
                      </a:lnTo>
                      <a:lnTo>
                        <a:pt x="9793" y="16133"/>
                      </a:lnTo>
                      <a:lnTo>
                        <a:pt x="9835" y="16133"/>
                      </a:lnTo>
                      <a:lnTo>
                        <a:pt x="9877" y="16154"/>
                      </a:lnTo>
                      <a:lnTo>
                        <a:pt x="9919" y="16216"/>
                      </a:lnTo>
                      <a:lnTo>
                        <a:pt x="9919" y="16237"/>
                      </a:lnTo>
                      <a:lnTo>
                        <a:pt x="9960" y="16279"/>
                      </a:lnTo>
                      <a:lnTo>
                        <a:pt x="10023" y="16279"/>
                      </a:lnTo>
                      <a:lnTo>
                        <a:pt x="10149" y="16342"/>
                      </a:lnTo>
                      <a:lnTo>
                        <a:pt x="10170" y="16384"/>
                      </a:lnTo>
                      <a:lnTo>
                        <a:pt x="10253" y="16426"/>
                      </a:lnTo>
                      <a:lnTo>
                        <a:pt x="10379" y="16467"/>
                      </a:lnTo>
                      <a:lnTo>
                        <a:pt x="10400" y="16530"/>
                      </a:lnTo>
                      <a:lnTo>
                        <a:pt x="10463" y="16530"/>
                      </a:lnTo>
                      <a:lnTo>
                        <a:pt x="10504" y="16488"/>
                      </a:lnTo>
                      <a:lnTo>
                        <a:pt x="10504" y="16467"/>
                      </a:lnTo>
                      <a:lnTo>
                        <a:pt x="10609" y="16384"/>
                      </a:lnTo>
                      <a:lnTo>
                        <a:pt x="10672" y="16384"/>
                      </a:lnTo>
                      <a:lnTo>
                        <a:pt x="10672" y="16342"/>
                      </a:lnTo>
                      <a:lnTo>
                        <a:pt x="10672" y="16321"/>
                      </a:lnTo>
                      <a:lnTo>
                        <a:pt x="10714" y="16237"/>
                      </a:lnTo>
                      <a:lnTo>
                        <a:pt x="10797" y="16070"/>
                      </a:lnTo>
                      <a:lnTo>
                        <a:pt x="10839" y="16028"/>
                      </a:lnTo>
                      <a:lnTo>
                        <a:pt x="10923" y="16007"/>
                      </a:lnTo>
                      <a:lnTo>
                        <a:pt x="10965" y="16007"/>
                      </a:lnTo>
                      <a:lnTo>
                        <a:pt x="10986" y="16028"/>
                      </a:lnTo>
                      <a:lnTo>
                        <a:pt x="11027" y="16028"/>
                      </a:lnTo>
                      <a:lnTo>
                        <a:pt x="11069" y="15944"/>
                      </a:lnTo>
                      <a:lnTo>
                        <a:pt x="11174" y="15944"/>
                      </a:lnTo>
                      <a:lnTo>
                        <a:pt x="11279" y="15965"/>
                      </a:lnTo>
                      <a:lnTo>
                        <a:pt x="11383" y="15944"/>
                      </a:lnTo>
                      <a:lnTo>
                        <a:pt x="11404" y="15965"/>
                      </a:lnTo>
                      <a:lnTo>
                        <a:pt x="11425" y="16007"/>
                      </a:lnTo>
                      <a:lnTo>
                        <a:pt x="11509" y="16007"/>
                      </a:lnTo>
                      <a:lnTo>
                        <a:pt x="11592" y="16028"/>
                      </a:lnTo>
                      <a:lnTo>
                        <a:pt x="11634" y="16133"/>
                      </a:lnTo>
                      <a:lnTo>
                        <a:pt x="11739" y="16216"/>
                      </a:lnTo>
                      <a:lnTo>
                        <a:pt x="11844" y="16363"/>
                      </a:lnTo>
                      <a:lnTo>
                        <a:pt x="11864" y="16467"/>
                      </a:lnTo>
                      <a:lnTo>
                        <a:pt x="11927" y="16530"/>
                      </a:lnTo>
                      <a:lnTo>
                        <a:pt x="11927" y="16593"/>
                      </a:lnTo>
                      <a:lnTo>
                        <a:pt x="11927" y="16760"/>
                      </a:lnTo>
                      <a:lnTo>
                        <a:pt x="12011" y="16781"/>
                      </a:lnTo>
                      <a:lnTo>
                        <a:pt x="12032" y="16865"/>
                      </a:lnTo>
                      <a:lnTo>
                        <a:pt x="12116" y="17074"/>
                      </a:lnTo>
                      <a:lnTo>
                        <a:pt x="12157" y="17095"/>
                      </a:lnTo>
                      <a:lnTo>
                        <a:pt x="12178" y="17179"/>
                      </a:lnTo>
                      <a:lnTo>
                        <a:pt x="12262" y="17221"/>
                      </a:lnTo>
                      <a:lnTo>
                        <a:pt x="12283" y="17325"/>
                      </a:lnTo>
                      <a:lnTo>
                        <a:pt x="12346" y="17430"/>
                      </a:lnTo>
                      <a:lnTo>
                        <a:pt x="12450" y="17514"/>
                      </a:lnTo>
                      <a:lnTo>
                        <a:pt x="12429" y="17618"/>
                      </a:lnTo>
                      <a:lnTo>
                        <a:pt x="12429" y="17723"/>
                      </a:lnTo>
                      <a:lnTo>
                        <a:pt x="12429" y="17786"/>
                      </a:lnTo>
                      <a:lnTo>
                        <a:pt x="12429" y="17807"/>
                      </a:lnTo>
                      <a:lnTo>
                        <a:pt x="12555" y="18141"/>
                      </a:lnTo>
                      <a:lnTo>
                        <a:pt x="12534" y="18309"/>
                      </a:lnTo>
                      <a:lnTo>
                        <a:pt x="12576" y="18351"/>
                      </a:lnTo>
                      <a:lnTo>
                        <a:pt x="12597" y="18351"/>
                      </a:lnTo>
                      <a:lnTo>
                        <a:pt x="12660" y="18372"/>
                      </a:lnTo>
                      <a:lnTo>
                        <a:pt x="12743" y="18372"/>
                      </a:lnTo>
                      <a:lnTo>
                        <a:pt x="12806" y="18413"/>
                      </a:lnTo>
                      <a:lnTo>
                        <a:pt x="12911" y="18518"/>
                      </a:lnTo>
                      <a:lnTo>
                        <a:pt x="13099" y="18560"/>
                      </a:lnTo>
                      <a:lnTo>
                        <a:pt x="13204" y="18644"/>
                      </a:lnTo>
                      <a:lnTo>
                        <a:pt x="13308" y="18644"/>
                      </a:lnTo>
                      <a:lnTo>
                        <a:pt x="13329" y="18727"/>
                      </a:lnTo>
                      <a:lnTo>
                        <a:pt x="13392" y="18748"/>
                      </a:lnTo>
                      <a:lnTo>
                        <a:pt x="13476" y="18581"/>
                      </a:lnTo>
                      <a:lnTo>
                        <a:pt x="13496" y="18455"/>
                      </a:lnTo>
                      <a:lnTo>
                        <a:pt x="13476" y="18372"/>
                      </a:lnTo>
                      <a:lnTo>
                        <a:pt x="13476" y="18120"/>
                      </a:lnTo>
                      <a:lnTo>
                        <a:pt x="13413" y="18037"/>
                      </a:lnTo>
                      <a:lnTo>
                        <a:pt x="13496" y="17911"/>
                      </a:lnTo>
                      <a:lnTo>
                        <a:pt x="13538" y="17723"/>
                      </a:lnTo>
                      <a:lnTo>
                        <a:pt x="13622" y="17618"/>
                      </a:lnTo>
                      <a:lnTo>
                        <a:pt x="13580" y="17409"/>
                      </a:lnTo>
                      <a:lnTo>
                        <a:pt x="13685" y="17367"/>
                      </a:lnTo>
                      <a:lnTo>
                        <a:pt x="13789" y="17284"/>
                      </a:lnTo>
                      <a:lnTo>
                        <a:pt x="13727" y="17200"/>
                      </a:lnTo>
                      <a:lnTo>
                        <a:pt x="13831" y="17074"/>
                      </a:lnTo>
                      <a:lnTo>
                        <a:pt x="13894" y="17095"/>
                      </a:lnTo>
                      <a:lnTo>
                        <a:pt x="13999" y="17053"/>
                      </a:lnTo>
                      <a:lnTo>
                        <a:pt x="13957" y="16907"/>
                      </a:lnTo>
                      <a:lnTo>
                        <a:pt x="13957" y="16907"/>
                      </a:lnTo>
                      <a:lnTo>
                        <a:pt x="14040" y="16970"/>
                      </a:lnTo>
                      <a:lnTo>
                        <a:pt x="14145" y="16907"/>
                      </a:lnTo>
                      <a:lnTo>
                        <a:pt x="14103" y="16865"/>
                      </a:lnTo>
                      <a:lnTo>
                        <a:pt x="14208" y="16781"/>
                      </a:lnTo>
                      <a:lnTo>
                        <a:pt x="14250" y="16802"/>
                      </a:lnTo>
                      <a:lnTo>
                        <a:pt x="14312" y="16781"/>
                      </a:lnTo>
                      <a:lnTo>
                        <a:pt x="14375" y="16865"/>
                      </a:lnTo>
                      <a:lnTo>
                        <a:pt x="14271" y="16949"/>
                      </a:lnTo>
                      <a:lnTo>
                        <a:pt x="14354" y="16949"/>
                      </a:lnTo>
                      <a:lnTo>
                        <a:pt x="14459" y="16844"/>
                      </a:lnTo>
                      <a:lnTo>
                        <a:pt x="14543" y="16844"/>
                      </a:lnTo>
                      <a:lnTo>
                        <a:pt x="14794" y="16739"/>
                      </a:lnTo>
                      <a:lnTo>
                        <a:pt x="14982" y="16551"/>
                      </a:lnTo>
                      <a:lnTo>
                        <a:pt x="15066" y="16551"/>
                      </a:lnTo>
                      <a:lnTo>
                        <a:pt x="15108" y="16488"/>
                      </a:lnTo>
                      <a:lnTo>
                        <a:pt x="15087" y="16384"/>
                      </a:lnTo>
                      <a:lnTo>
                        <a:pt x="15108" y="16258"/>
                      </a:lnTo>
                      <a:lnTo>
                        <a:pt x="15045" y="16112"/>
                      </a:lnTo>
                      <a:lnTo>
                        <a:pt x="15087" y="16175"/>
                      </a:lnTo>
                      <a:lnTo>
                        <a:pt x="15170" y="16175"/>
                      </a:lnTo>
                      <a:lnTo>
                        <a:pt x="15275" y="16070"/>
                      </a:lnTo>
                      <a:lnTo>
                        <a:pt x="15275" y="16028"/>
                      </a:lnTo>
                      <a:lnTo>
                        <a:pt x="15317" y="16133"/>
                      </a:lnTo>
                      <a:lnTo>
                        <a:pt x="15254" y="16237"/>
                      </a:lnTo>
                      <a:lnTo>
                        <a:pt x="15275" y="16321"/>
                      </a:lnTo>
                      <a:lnTo>
                        <a:pt x="15275" y="16426"/>
                      </a:lnTo>
                      <a:lnTo>
                        <a:pt x="15401" y="16384"/>
                      </a:lnTo>
                      <a:lnTo>
                        <a:pt x="15484" y="16258"/>
                      </a:lnTo>
                      <a:lnTo>
                        <a:pt x="15568" y="16258"/>
                      </a:lnTo>
                      <a:lnTo>
                        <a:pt x="15631" y="16216"/>
                      </a:lnTo>
                      <a:lnTo>
                        <a:pt x="15840" y="16154"/>
                      </a:lnTo>
                      <a:lnTo>
                        <a:pt x="16007" y="16154"/>
                      </a:lnTo>
                      <a:lnTo>
                        <a:pt x="16258" y="16237"/>
                      </a:lnTo>
                      <a:lnTo>
                        <a:pt x="16321" y="16279"/>
                      </a:lnTo>
                      <a:lnTo>
                        <a:pt x="16635" y="16321"/>
                      </a:lnTo>
                      <a:lnTo>
                        <a:pt x="16740" y="16279"/>
                      </a:lnTo>
                      <a:lnTo>
                        <a:pt x="16740" y="16237"/>
                      </a:lnTo>
                      <a:lnTo>
                        <a:pt x="16740" y="16154"/>
                      </a:lnTo>
                      <a:lnTo>
                        <a:pt x="16844" y="16133"/>
                      </a:lnTo>
                      <a:lnTo>
                        <a:pt x="16928" y="16154"/>
                      </a:lnTo>
                      <a:lnTo>
                        <a:pt x="16865" y="16216"/>
                      </a:lnTo>
                      <a:lnTo>
                        <a:pt x="16928" y="16237"/>
                      </a:lnTo>
                      <a:lnTo>
                        <a:pt x="16991" y="16216"/>
                      </a:lnTo>
                      <a:lnTo>
                        <a:pt x="17053" y="16258"/>
                      </a:lnTo>
                      <a:lnTo>
                        <a:pt x="17053" y="16342"/>
                      </a:lnTo>
                      <a:lnTo>
                        <a:pt x="17074" y="16384"/>
                      </a:lnTo>
                      <a:lnTo>
                        <a:pt x="17200" y="16363"/>
                      </a:lnTo>
                      <a:lnTo>
                        <a:pt x="17242" y="16426"/>
                      </a:lnTo>
                      <a:lnTo>
                        <a:pt x="17158" y="16488"/>
                      </a:lnTo>
                      <a:lnTo>
                        <a:pt x="17095" y="16551"/>
                      </a:lnTo>
                      <a:lnTo>
                        <a:pt x="17179" y="16572"/>
                      </a:lnTo>
                      <a:lnTo>
                        <a:pt x="17263" y="16551"/>
                      </a:lnTo>
                      <a:lnTo>
                        <a:pt x="17346" y="16593"/>
                      </a:lnTo>
                      <a:lnTo>
                        <a:pt x="17493" y="16656"/>
                      </a:lnTo>
                      <a:lnTo>
                        <a:pt x="17556" y="16572"/>
                      </a:lnTo>
                      <a:lnTo>
                        <a:pt x="17618" y="16530"/>
                      </a:lnTo>
                      <a:lnTo>
                        <a:pt x="17723" y="16593"/>
                      </a:lnTo>
                      <a:lnTo>
                        <a:pt x="17786" y="16656"/>
                      </a:lnTo>
                      <a:lnTo>
                        <a:pt x="17870" y="16635"/>
                      </a:lnTo>
                      <a:lnTo>
                        <a:pt x="17870" y="16467"/>
                      </a:lnTo>
                      <a:lnTo>
                        <a:pt x="17807" y="16363"/>
                      </a:lnTo>
                      <a:lnTo>
                        <a:pt x="17911" y="16363"/>
                      </a:lnTo>
                      <a:lnTo>
                        <a:pt x="18016" y="16488"/>
                      </a:lnTo>
                      <a:lnTo>
                        <a:pt x="18100" y="16530"/>
                      </a:lnTo>
                      <a:lnTo>
                        <a:pt x="18142" y="16593"/>
                      </a:lnTo>
                      <a:lnTo>
                        <a:pt x="18204" y="16593"/>
                      </a:lnTo>
                      <a:lnTo>
                        <a:pt x="18288" y="16635"/>
                      </a:lnTo>
                      <a:lnTo>
                        <a:pt x="18288" y="16760"/>
                      </a:lnTo>
                      <a:lnTo>
                        <a:pt x="18309" y="16677"/>
                      </a:lnTo>
                      <a:lnTo>
                        <a:pt x="18414" y="16656"/>
                      </a:lnTo>
                      <a:lnTo>
                        <a:pt x="18414" y="16635"/>
                      </a:lnTo>
                      <a:lnTo>
                        <a:pt x="18288" y="16530"/>
                      </a:lnTo>
                      <a:lnTo>
                        <a:pt x="18100" y="16447"/>
                      </a:lnTo>
                      <a:lnTo>
                        <a:pt x="18037" y="16363"/>
                      </a:lnTo>
                      <a:lnTo>
                        <a:pt x="18037" y="16258"/>
                      </a:lnTo>
                      <a:lnTo>
                        <a:pt x="18225" y="16175"/>
                      </a:lnTo>
                      <a:lnTo>
                        <a:pt x="18288" y="16154"/>
                      </a:lnTo>
                      <a:lnTo>
                        <a:pt x="18183" y="16112"/>
                      </a:lnTo>
                      <a:lnTo>
                        <a:pt x="18121" y="16049"/>
                      </a:lnTo>
                      <a:lnTo>
                        <a:pt x="18100" y="16049"/>
                      </a:lnTo>
                      <a:lnTo>
                        <a:pt x="18016" y="16112"/>
                      </a:lnTo>
                      <a:lnTo>
                        <a:pt x="17932" y="16154"/>
                      </a:lnTo>
                      <a:lnTo>
                        <a:pt x="17932" y="16070"/>
                      </a:lnTo>
                      <a:lnTo>
                        <a:pt x="18037" y="15944"/>
                      </a:lnTo>
                      <a:lnTo>
                        <a:pt x="18246" y="15861"/>
                      </a:lnTo>
                      <a:lnTo>
                        <a:pt x="18330" y="15798"/>
                      </a:lnTo>
                      <a:lnTo>
                        <a:pt x="18665" y="15735"/>
                      </a:lnTo>
                      <a:lnTo>
                        <a:pt x="18811" y="15756"/>
                      </a:lnTo>
                      <a:lnTo>
                        <a:pt x="18874" y="15735"/>
                      </a:lnTo>
                      <a:lnTo>
                        <a:pt x="18958" y="15735"/>
                      </a:lnTo>
                      <a:lnTo>
                        <a:pt x="19020" y="15651"/>
                      </a:lnTo>
                      <a:lnTo>
                        <a:pt x="19062" y="15547"/>
                      </a:lnTo>
                      <a:lnTo>
                        <a:pt x="19146" y="15547"/>
                      </a:lnTo>
                      <a:lnTo>
                        <a:pt x="19125" y="15631"/>
                      </a:lnTo>
                      <a:lnTo>
                        <a:pt x="19125" y="15714"/>
                      </a:lnTo>
                      <a:lnTo>
                        <a:pt x="19250" y="15819"/>
                      </a:lnTo>
                      <a:lnTo>
                        <a:pt x="19334" y="15756"/>
                      </a:lnTo>
                      <a:lnTo>
                        <a:pt x="19481" y="15756"/>
                      </a:lnTo>
                      <a:lnTo>
                        <a:pt x="19585" y="15735"/>
                      </a:lnTo>
                      <a:lnTo>
                        <a:pt x="19648" y="15798"/>
                      </a:lnTo>
                      <a:lnTo>
                        <a:pt x="19815" y="15756"/>
                      </a:lnTo>
                      <a:lnTo>
                        <a:pt x="19878" y="15798"/>
                      </a:lnTo>
                      <a:lnTo>
                        <a:pt x="20004" y="15714"/>
                      </a:lnTo>
                      <a:lnTo>
                        <a:pt x="20108" y="15714"/>
                      </a:lnTo>
                      <a:lnTo>
                        <a:pt x="20129" y="15735"/>
                      </a:lnTo>
                      <a:lnTo>
                        <a:pt x="20087" y="15756"/>
                      </a:lnTo>
                      <a:lnTo>
                        <a:pt x="19962" y="15756"/>
                      </a:lnTo>
                      <a:lnTo>
                        <a:pt x="19920" y="15798"/>
                      </a:lnTo>
                      <a:lnTo>
                        <a:pt x="20087" y="15819"/>
                      </a:lnTo>
                      <a:lnTo>
                        <a:pt x="20213" y="15819"/>
                      </a:lnTo>
                      <a:lnTo>
                        <a:pt x="20318" y="15903"/>
                      </a:lnTo>
                      <a:lnTo>
                        <a:pt x="20401" y="15944"/>
                      </a:lnTo>
                      <a:lnTo>
                        <a:pt x="20338" y="15861"/>
                      </a:lnTo>
                      <a:lnTo>
                        <a:pt x="20338" y="15819"/>
                      </a:lnTo>
                      <a:lnTo>
                        <a:pt x="20401" y="15819"/>
                      </a:lnTo>
                      <a:lnTo>
                        <a:pt x="20422" y="15861"/>
                      </a:lnTo>
                      <a:lnTo>
                        <a:pt x="20527" y="15944"/>
                      </a:lnTo>
                      <a:lnTo>
                        <a:pt x="20506" y="16007"/>
                      </a:lnTo>
                      <a:lnTo>
                        <a:pt x="20443" y="15944"/>
                      </a:lnTo>
                      <a:lnTo>
                        <a:pt x="20422" y="15965"/>
                      </a:lnTo>
                      <a:lnTo>
                        <a:pt x="20548" y="16049"/>
                      </a:lnTo>
                      <a:lnTo>
                        <a:pt x="20610" y="16133"/>
                      </a:lnTo>
                      <a:lnTo>
                        <a:pt x="20652" y="16175"/>
                      </a:lnTo>
                      <a:lnTo>
                        <a:pt x="20631" y="16216"/>
                      </a:lnTo>
                      <a:lnTo>
                        <a:pt x="20610" y="16154"/>
                      </a:lnTo>
                      <a:lnTo>
                        <a:pt x="20590" y="16216"/>
                      </a:lnTo>
                      <a:lnTo>
                        <a:pt x="20610" y="16258"/>
                      </a:lnTo>
                      <a:lnTo>
                        <a:pt x="20799" y="16237"/>
                      </a:lnTo>
                      <a:lnTo>
                        <a:pt x="20903" y="16216"/>
                      </a:lnTo>
                      <a:lnTo>
                        <a:pt x="21029" y="16070"/>
                      </a:lnTo>
                      <a:lnTo>
                        <a:pt x="21113" y="16070"/>
                      </a:lnTo>
                      <a:lnTo>
                        <a:pt x="21113" y="16049"/>
                      </a:lnTo>
                      <a:lnTo>
                        <a:pt x="21175" y="15965"/>
                      </a:lnTo>
                      <a:lnTo>
                        <a:pt x="21280" y="15965"/>
                      </a:lnTo>
                      <a:lnTo>
                        <a:pt x="21364" y="16007"/>
                      </a:lnTo>
                      <a:lnTo>
                        <a:pt x="21489" y="16049"/>
                      </a:lnTo>
                      <a:lnTo>
                        <a:pt x="21552" y="16258"/>
                      </a:lnTo>
                      <a:lnTo>
                        <a:pt x="21636" y="16321"/>
                      </a:lnTo>
                      <a:lnTo>
                        <a:pt x="21657" y="16321"/>
                      </a:lnTo>
                      <a:lnTo>
                        <a:pt x="21678" y="16447"/>
                      </a:lnTo>
                      <a:lnTo>
                        <a:pt x="21761" y="16488"/>
                      </a:lnTo>
                      <a:lnTo>
                        <a:pt x="21803" y="16488"/>
                      </a:lnTo>
                      <a:lnTo>
                        <a:pt x="21803" y="16551"/>
                      </a:lnTo>
                      <a:lnTo>
                        <a:pt x="21866" y="16635"/>
                      </a:lnTo>
                      <a:lnTo>
                        <a:pt x="21950" y="16656"/>
                      </a:lnTo>
                      <a:lnTo>
                        <a:pt x="22012" y="16781"/>
                      </a:lnTo>
                      <a:lnTo>
                        <a:pt x="21991" y="16907"/>
                      </a:lnTo>
                      <a:lnTo>
                        <a:pt x="21908" y="17179"/>
                      </a:lnTo>
                      <a:lnTo>
                        <a:pt x="21803" y="17409"/>
                      </a:lnTo>
                      <a:lnTo>
                        <a:pt x="21803" y="17493"/>
                      </a:lnTo>
                      <a:lnTo>
                        <a:pt x="21887" y="17597"/>
                      </a:lnTo>
                      <a:lnTo>
                        <a:pt x="21908" y="17576"/>
                      </a:lnTo>
                      <a:lnTo>
                        <a:pt x="21971" y="17493"/>
                      </a:lnTo>
                      <a:lnTo>
                        <a:pt x="21971" y="17430"/>
                      </a:lnTo>
                      <a:lnTo>
                        <a:pt x="21991" y="17388"/>
                      </a:lnTo>
                      <a:lnTo>
                        <a:pt x="22075" y="17430"/>
                      </a:lnTo>
                      <a:lnTo>
                        <a:pt x="22096" y="17535"/>
                      </a:lnTo>
                      <a:lnTo>
                        <a:pt x="21950" y="17744"/>
                      </a:lnTo>
                      <a:lnTo>
                        <a:pt x="21971" y="17807"/>
                      </a:lnTo>
                      <a:lnTo>
                        <a:pt x="21991" y="17911"/>
                      </a:lnTo>
                      <a:lnTo>
                        <a:pt x="22054" y="18016"/>
                      </a:lnTo>
                      <a:lnTo>
                        <a:pt x="22075" y="18058"/>
                      </a:lnTo>
                      <a:lnTo>
                        <a:pt x="22117" y="18037"/>
                      </a:lnTo>
                      <a:lnTo>
                        <a:pt x="22159" y="18141"/>
                      </a:lnTo>
                      <a:lnTo>
                        <a:pt x="22201" y="18100"/>
                      </a:lnTo>
                      <a:lnTo>
                        <a:pt x="22201" y="18058"/>
                      </a:lnTo>
                      <a:lnTo>
                        <a:pt x="22222" y="18100"/>
                      </a:lnTo>
                      <a:lnTo>
                        <a:pt x="22368" y="18058"/>
                      </a:lnTo>
                      <a:lnTo>
                        <a:pt x="22368" y="18058"/>
                      </a:lnTo>
                      <a:lnTo>
                        <a:pt x="22263" y="18141"/>
                      </a:lnTo>
                      <a:lnTo>
                        <a:pt x="22222" y="18246"/>
                      </a:lnTo>
                      <a:lnTo>
                        <a:pt x="22201" y="18309"/>
                      </a:lnTo>
                      <a:lnTo>
                        <a:pt x="22201" y="18351"/>
                      </a:lnTo>
                      <a:lnTo>
                        <a:pt x="22368" y="18455"/>
                      </a:lnTo>
                      <a:lnTo>
                        <a:pt x="22368" y="18581"/>
                      </a:lnTo>
                      <a:lnTo>
                        <a:pt x="22368" y="18748"/>
                      </a:lnTo>
                      <a:lnTo>
                        <a:pt x="22410" y="18769"/>
                      </a:lnTo>
                      <a:lnTo>
                        <a:pt x="22494" y="18769"/>
                      </a:lnTo>
                      <a:lnTo>
                        <a:pt x="22535" y="18853"/>
                      </a:lnTo>
                      <a:lnTo>
                        <a:pt x="22515" y="18957"/>
                      </a:lnTo>
                      <a:lnTo>
                        <a:pt x="22682" y="19062"/>
                      </a:lnTo>
                      <a:lnTo>
                        <a:pt x="22598" y="19083"/>
                      </a:lnTo>
                      <a:lnTo>
                        <a:pt x="22724" y="19146"/>
                      </a:lnTo>
                      <a:lnTo>
                        <a:pt x="22787" y="19188"/>
                      </a:lnTo>
                      <a:lnTo>
                        <a:pt x="22891" y="19250"/>
                      </a:lnTo>
                      <a:lnTo>
                        <a:pt x="22996" y="19188"/>
                      </a:lnTo>
                      <a:lnTo>
                        <a:pt x="23100" y="19167"/>
                      </a:lnTo>
                      <a:lnTo>
                        <a:pt x="23100" y="18999"/>
                      </a:lnTo>
                      <a:lnTo>
                        <a:pt x="23163" y="18895"/>
                      </a:lnTo>
                      <a:lnTo>
                        <a:pt x="23226" y="18769"/>
                      </a:lnTo>
                      <a:lnTo>
                        <a:pt x="23331" y="18560"/>
                      </a:lnTo>
                      <a:lnTo>
                        <a:pt x="23310" y="18455"/>
                      </a:lnTo>
                      <a:lnTo>
                        <a:pt x="23351" y="18413"/>
                      </a:lnTo>
                      <a:lnTo>
                        <a:pt x="23351" y="18225"/>
                      </a:lnTo>
                      <a:lnTo>
                        <a:pt x="23331" y="18162"/>
                      </a:lnTo>
                      <a:lnTo>
                        <a:pt x="23414" y="18120"/>
                      </a:lnTo>
                      <a:lnTo>
                        <a:pt x="23351" y="17932"/>
                      </a:lnTo>
                      <a:lnTo>
                        <a:pt x="23247" y="17848"/>
                      </a:lnTo>
                      <a:lnTo>
                        <a:pt x="23205" y="17493"/>
                      </a:lnTo>
                      <a:lnTo>
                        <a:pt x="23142" y="17430"/>
                      </a:lnTo>
                      <a:lnTo>
                        <a:pt x="23163" y="17263"/>
                      </a:lnTo>
                      <a:lnTo>
                        <a:pt x="23205" y="17116"/>
                      </a:lnTo>
                      <a:lnTo>
                        <a:pt x="23163" y="17011"/>
                      </a:lnTo>
                      <a:lnTo>
                        <a:pt x="23100" y="16907"/>
                      </a:lnTo>
                      <a:lnTo>
                        <a:pt x="23038" y="16656"/>
                      </a:lnTo>
                      <a:lnTo>
                        <a:pt x="22996" y="16551"/>
                      </a:lnTo>
                      <a:lnTo>
                        <a:pt x="22954" y="16279"/>
                      </a:lnTo>
                      <a:lnTo>
                        <a:pt x="22912" y="16133"/>
                      </a:lnTo>
                      <a:lnTo>
                        <a:pt x="22933" y="15903"/>
                      </a:lnTo>
                      <a:lnTo>
                        <a:pt x="22912" y="15714"/>
                      </a:lnTo>
                      <a:lnTo>
                        <a:pt x="22933" y="15379"/>
                      </a:lnTo>
                      <a:lnTo>
                        <a:pt x="22933" y="15170"/>
                      </a:lnTo>
                      <a:lnTo>
                        <a:pt x="23038" y="15003"/>
                      </a:lnTo>
                      <a:lnTo>
                        <a:pt x="23121" y="14856"/>
                      </a:lnTo>
                      <a:lnTo>
                        <a:pt x="23226" y="14815"/>
                      </a:lnTo>
                      <a:lnTo>
                        <a:pt x="23268" y="14752"/>
                      </a:lnTo>
                      <a:lnTo>
                        <a:pt x="23331" y="14752"/>
                      </a:lnTo>
                      <a:lnTo>
                        <a:pt x="23414" y="14605"/>
                      </a:lnTo>
                      <a:lnTo>
                        <a:pt x="23414" y="14543"/>
                      </a:lnTo>
                      <a:lnTo>
                        <a:pt x="23372" y="14501"/>
                      </a:lnTo>
                      <a:lnTo>
                        <a:pt x="23414" y="14480"/>
                      </a:lnTo>
                      <a:lnTo>
                        <a:pt x="23540" y="14480"/>
                      </a:lnTo>
                      <a:lnTo>
                        <a:pt x="23561" y="14396"/>
                      </a:lnTo>
                      <a:lnTo>
                        <a:pt x="23665" y="14396"/>
                      </a:lnTo>
                      <a:lnTo>
                        <a:pt x="23686" y="14354"/>
                      </a:lnTo>
                      <a:lnTo>
                        <a:pt x="23875" y="14333"/>
                      </a:lnTo>
                      <a:lnTo>
                        <a:pt x="23937" y="14250"/>
                      </a:lnTo>
                      <a:lnTo>
                        <a:pt x="24063" y="14250"/>
                      </a:lnTo>
                      <a:lnTo>
                        <a:pt x="24084" y="14187"/>
                      </a:lnTo>
                      <a:lnTo>
                        <a:pt x="24168" y="14187"/>
                      </a:lnTo>
                      <a:lnTo>
                        <a:pt x="24209" y="14229"/>
                      </a:lnTo>
                      <a:lnTo>
                        <a:pt x="24314" y="14082"/>
                      </a:lnTo>
                      <a:lnTo>
                        <a:pt x="24314" y="14040"/>
                      </a:lnTo>
                      <a:lnTo>
                        <a:pt x="24377" y="14040"/>
                      </a:lnTo>
                      <a:lnTo>
                        <a:pt x="24481" y="13957"/>
                      </a:lnTo>
                      <a:lnTo>
                        <a:pt x="24481" y="13873"/>
                      </a:lnTo>
                      <a:lnTo>
                        <a:pt x="24691" y="13601"/>
                      </a:lnTo>
                      <a:lnTo>
                        <a:pt x="24795" y="13496"/>
                      </a:lnTo>
                      <a:lnTo>
                        <a:pt x="24984" y="13496"/>
                      </a:lnTo>
                      <a:lnTo>
                        <a:pt x="25025" y="13517"/>
                      </a:lnTo>
                      <a:lnTo>
                        <a:pt x="25088" y="13517"/>
                      </a:lnTo>
                      <a:lnTo>
                        <a:pt x="25193" y="13329"/>
                      </a:lnTo>
                      <a:lnTo>
                        <a:pt x="25465" y="13099"/>
                      </a:lnTo>
                      <a:lnTo>
                        <a:pt x="25737" y="12931"/>
                      </a:lnTo>
                      <a:lnTo>
                        <a:pt x="25862" y="12910"/>
                      </a:lnTo>
                      <a:lnTo>
                        <a:pt x="25925" y="12890"/>
                      </a:lnTo>
                      <a:lnTo>
                        <a:pt x="25988" y="12890"/>
                      </a:lnTo>
                      <a:lnTo>
                        <a:pt x="25988" y="12910"/>
                      </a:lnTo>
                      <a:lnTo>
                        <a:pt x="26092" y="12910"/>
                      </a:lnTo>
                      <a:lnTo>
                        <a:pt x="26197" y="12785"/>
                      </a:lnTo>
                      <a:lnTo>
                        <a:pt x="26155" y="12785"/>
                      </a:lnTo>
                      <a:lnTo>
                        <a:pt x="26134" y="12722"/>
                      </a:lnTo>
                      <a:lnTo>
                        <a:pt x="26030" y="12827"/>
                      </a:lnTo>
                      <a:lnTo>
                        <a:pt x="25883" y="12806"/>
                      </a:lnTo>
                      <a:lnTo>
                        <a:pt x="25820" y="12722"/>
                      </a:lnTo>
                      <a:lnTo>
                        <a:pt x="25925" y="12785"/>
                      </a:lnTo>
                      <a:lnTo>
                        <a:pt x="26051" y="12701"/>
                      </a:lnTo>
                      <a:lnTo>
                        <a:pt x="26030" y="12680"/>
                      </a:lnTo>
                      <a:lnTo>
                        <a:pt x="26092" y="12618"/>
                      </a:lnTo>
                      <a:lnTo>
                        <a:pt x="26051" y="12555"/>
                      </a:lnTo>
                      <a:lnTo>
                        <a:pt x="25925" y="12513"/>
                      </a:lnTo>
                      <a:lnTo>
                        <a:pt x="25862" y="12471"/>
                      </a:lnTo>
                      <a:lnTo>
                        <a:pt x="25946" y="12471"/>
                      </a:lnTo>
                      <a:lnTo>
                        <a:pt x="26030" y="12492"/>
                      </a:lnTo>
                      <a:lnTo>
                        <a:pt x="26092" y="12471"/>
                      </a:lnTo>
                      <a:lnTo>
                        <a:pt x="26092" y="12387"/>
                      </a:lnTo>
                      <a:lnTo>
                        <a:pt x="26155" y="12513"/>
                      </a:lnTo>
                      <a:lnTo>
                        <a:pt x="26239" y="12492"/>
                      </a:lnTo>
                      <a:lnTo>
                        <a:pt x="26302" y="12555"/>
                      </a:lnTo>
                      <a:lnTo>
                        <a:pt x="26364" y="12513"/>
                      </a:lnTo>
                      <a:lnTo>
                        <a:pt x="26385" y="12408"/>
                      </a:lnTo>
                      <a:lnTo>
                        <a:pt x="26511" y="12304"/>
                      </a:lnTo>
                      <a:lnTo>
                        <a:pt x="26553" y="12304"/>
                      </a:lnTo>
                      <a:lnTo>
                        <a:pt x="26574" y="12199"/>
                      </a:lnTo>
                      <a:lnTo>
                        <a:pt x="26553" y="12094"/>
                      </a:lnTo>
                      <a:lnTo>
                        <a:pt x="26511" y="12094"/>
                      </a:lnTo>
                      <a:lnTo>
                        <a:pt x="26448" y="12241"/>
                      </a:lnTo>
                      <a:lnTo>
                        <a:pt x="26448" y="12283"/>
                      </a:lnTo>
                      <a:lnTo>
                        <a:pt x="26385" y="12262"/>
                      </a:lnTo>
                      <a:lnTo>
                        <a:pt x="26364" y="12094"/>
                      </a:lnTo>
                      <a:lnTo>
                        <a:pt x="26344" y="12074"/>
                      </a:lnTo>
                      <a:lnTo>
                        <a:pt x="26092" y="12094"/>
                      </a:lnTo>
                      <a:lnTo>
                        <a:pt x="25967" y="12157"/>
                      </a:lnTo>
                      <a:lnTo>
                        <a:pt x="25988" y="12074"/>
                      </a:lnTo>
                      <a:lnTo>
                        <a:pt x="25988" y="11927"/>
                      </a:lnTo>
                      <a:lnTo>
                        <a:pt x="26051" y="11885"/>
                      </a:lnTo>
                      <a:lnTo>
                        <a:pt x="26092" y="11990"/>
                      </a:lnTo>
                      <a:lnTo>
                        <a:pt x="26176" y="12032"/>
                      </a:lnTo>
                      <a:lnTo>
                        <a:pt x="26239" y="11969"/>
                      </a:lnTo>
                      <a:lnTo>
                        <a:pt x="26385" y="11948"/>
                      </a:lnTo>
                      <a:lnTo>
                        <a:pt x="26406" y="11885"/>
                      </a:lnTo>
                      <a:lnTo>
                        <a:pt x="26490" y="11885"/>
                      </a:lnTo>
                      <a:lnTo>
                        <a:pt x="26511" y="11843"/>
                      </a:lnTo>
                      <a:lnTo>
                        <a:pt x="26490" y="11718"/>
                      </a:lnTo>
                      <a:lnTo>
                        <a:pt x="26448" y="11655"/>
                      </a:lnTo>
                      <a:lnTo>
                        <a:pt x="26469" y="11613"/>
                      </a:lnTo>
                      <a:lnTo>
                        <a:pt x="26511" y="11634"/>
                      </a:lnTo>
                      <a:lnTo>
                        <a:pt x="26574" y="11530"/>
                      </a:lnTo>
                      <a:lnTo>
                        <a:pt x="26511" y="11425"/>
                      </a:lnTo>
                      <a:lnTo>
                        <a:pt x="26469" y="11362"/>
                      </a:lnTo>
                      <a:lnTo>
                        <a:pt x="26385" y="11404"/>
                      </a:lnTo>
                      <a:lnTo>
                        <a:pt x="26302" y="11362"/>
                      </a:lnTo>
                      <a:lnTo>
                        <a:pt x="26260" y="11237"/>
                      </a:lnTo>
                      <a:lnTo>
                        <a:pt x="26176" y="11237"/>
                      </a:lnTo>
                      <a:lnTo>
                        <a:pt x="26092" y="11195"/>
                      </a:lnTo>
                      <a:lnTo>
                        <a:pt x="26030" y="11111"/>
                      </a:lnTo>
                      <a:lnTo>
                        <a:pt x="26030" y="11111"/>
                      </a:lnTo>
                      <a:lnTo>
                        <a:pt x="26092" y="11153"/>
                      </a:lnTo>
                      <a:lnTo>
                        <a:pt x="26260" y="11153"/>
                      </a:lnTo>
                      <a:lnTo>
                        <a:pt x="26302" y="11257"/>
                      </a:lnTo>
                      <a:lnTo>
                        <a:pt x="26385" y="11299"/>
                      </a:lnTo>
                      <a:lnTo>
                        <a:pt x="26406" y="11216"/>
                      </a:lnTo>
                      <a:lnTo>
                        <a:pt x="26281" y="11090"/>
                      </a:lnTo>
                      <a:lnTo>
                        <a:pt x="26385" y="11111"/>
                      </a:lnTo>
                      <a:lnTo>
                        <a:pt x="26406" y="11048"/>
                      </a:lnTo>
                      <a:lnTo>
                        <a:pt x="26448" y="11027"/>
                      </a:lnTo>
                      <a:lnTo>
                        <a:pt x="26406" y="10944"/>
                      </a:lnTo>
                      <a:lnTo>
                        <a:pt x="26281" y="10881"/>
                      </a:lnTo>
                      <a:lnTo>
                        <a:pt x="26239" y="10713"/>
                      </a:lnTo>
                      <a:lnTo>
                        <a:pt x="26281" y="10734"/>
                      </a:lnTo>
                      <a:lnTo>
                        <a:pt x="26344" y="10839"/>
                      </a:lnTo>
                      <a:lnTo>
                        <a:pt x="26406" y="10839"/>
                      </a:lnTo>
                      <a:lnTo>
                        <a:pt x="26448" y="10734"/>
                      </a:lnTo>
                      <a:lnTo>
                        <a:pt x="26448" y="10630"/>
                      </a:lnTo>
                      <a:lnTo>
                        <a:pt x="26344" y="10588"/>
                      </a:lnTo>
                      <a:lnTo>
                        <a:pt x="26197" y="10421"/>
                      </a:lnTo>
                      <a:lnTo>
                        <a:pt x="26092" y="10379"/>
                      </a:lnTo>
                      <a:lnTo>
                        <a:pt x="26030" y="10274"/>
                      </a:lnTo>
                      <a:lnTo>
                        <a:pt x="25946" y="10253"/>
                      </a:lnTo>
                      <a:lnTo>
                        <a:pt x="25946" y="10149"/>
                      </a:lnTo>
                      <a:lnTo>
                        <a:pt x="26030" y="10044"/>
                      </a:lnTo>
                      <a:lnTo>
                        <a:pt x="25967" y="10149"/>
                      </a:lnTo>
                      <a:lnTo>
                        <a:pt x="25988" y="10190"/>
                      </a:lnTo>
                      <a:lnTo>
                        <a:pt x="26051" y="10211"/>
                      </a:lnTo>
                      <a:lnTo>
                        <a:pt x="26134" y="10316"/>
                      </a:lnTo>
                      <a:lnTo>
                        <a:pt x="26239" y="10358"/>
                      </a:lnTo>
                      <a:lnTo>
                        <a:pt x="26364" y="10504"/>
                      </a:lnTo>
                      <a:lnTo>
                        <a:pt x="26385" y="10504"/>
                      </a:lnTo>
                      <a:lnTo>
                        <a:pt x="26406" y="10274"/>
                      </a:lnTo>
                      <a:lnTo>
                        <a:pt x="26406" y="10169"/>
                      </a:lnTo>
                      <a:lnTo>
                        <a:pt x="26406" y="10086"/>
                      </a:lnTo>
                      <a:lnTo>
                        <a:pt x="26385" y="10044"/>
                      </a:lnTo>
                      <a:lnTo>
                        <a:pt x="26406" y="9856"/>
                      </a:lnTo>
                      <a:lnTo>
                        <a:pt x="26448" y="9793"/>
                      </a:lnTo>
                      <a:lnTo>
                        <a:pt x="26409" y="9728"/>
                      </a:lnTo>
                      <a:lnTo>
                        <a:pt x="26409" y="9728"/>
                      </a:lnTo>
                      <a:lnTo>
                        <a:pt x="26490" y="9667"/>
                      </a:lnTo>
                      <a:lnTo>
                        <a:pt x="26616" y="9563"/>
                      </a:lnTo>
                      <a:lnTo>
                        <a:pt x="26657" y="9458"/>
                      </a:lnTo>
                      <a:lnTo>
                        <a:pt x="26657" y="9437"/>
                      </a:lnTo>
                      <a:lnTo>
                        <a:pt x="26678" y="9458"/>
                      </a:lnTo>
                      <a:lnTo>
                        <a:pt x="26657" y="9584"/>
                      </a:lnTo>
                      <a:lnTo>
                        <a:pt x="26678" y="9625"/>
                      </a:lnTo>
                      <a:lnTo>
                        <a:pt x="26574" y="9667"/>
                      </a:lnTo>
                      <a:lnTo>
                        <a:pt x="26511" y="9793"/>
                      </a:lnTo>
                      <a:lnTo>
                        <a:pt x="26595" y="9960"/>
                      </a:lnTo>
                      <a:lnTo>
                        <a:pt x="26574" y="10107"/>
                      </a:lnTo>
                      <a:lnTo>
                        <a:pt x="26490" y="10253"/>
                      </a:lnTo>
                      <a:lnTo>
                        <a:pt x="26490" y="10358"/>
                      </a:lnTo>
                      <a:lnTo>
                        <a:pt x="26595" y="10462"/>
                      </a:lnTo>
                      <a:lnTo>
                        <a:pt x="26616" y="10400"/>
                      </a:lnTo>
                      <a:lnTo>
                        <a:pt x="26657" y="10462"/>
                      </a:lnTo>
                      <a:lnTo>
                        <a:pt x="26699" y="10462"/>
                      </a:lnTo>
                      <a:lnTo>
                        <a:pt x="26699" y="10483"/>
                      </a:lnTo>
                      <a:lnTo>
                        <a:pt x="26678" y="10525"/>
                      </a:lnTo>
                      <a:lnTo>
                        <a:pt x="26699" y="10609"/>
                      </a:lnTo>
                      <a:lnTo>
                        <a:pt x="26825" y="10609"/>
                      </a:lnTo>
                      <a:lnTo>
                        <a:pt x="26762" y="10672"/>
                      </a:lnTo>
                      <a:lnTo>
                        <a:pt x="26762" y="10693"/>
                      </a:lnTo>
                      <a:lnTo>
                        <a:pt x="26699" y="10797"/>
                      </a:lnTo>
                      <a:lnTo>
                        <a:pt x="26699" y="10881"/>
                      </a:lnTo>
                      <a:lnTo>
                        <a:pt x="26657" y="10985"/>
                      </a:lnTo>
                      <a:lnTo>
                        <a:pt x="26616" y="11111"/>
                      </a:lnTo>
                      <a:lnTo>
                        <a:pt x="26616" y="11216"/>
                      </a:lnTo>
                      <a:lnTo>
                        <a:pt x="26657" y="11153"/>
                      </a:lnTo>
                      <a:lnTo>
                        <a:pt x="26678" y="11111"/>
                      </a:lnTo>
                      <a:lnTo>
                        <a:pt x="26783" y="10902"/>
                      </a:lnTo>
                      <a:lnTo>
                        <a:pt x="26804" y="10944"/>
                      </a:lnTo>
                      <a:lnTo>
                        <a:pt x="26804" y="11006"/>
                      </a:lnTo>
                      <a:lnTo>
                        <a:pt x="26825" y="10944"/>
                      </a:lnTo>
                      <a:lnTo>
                        <a:pt x="26825" y="10881"/>
                      </a:lnTo>
                      <a:lnTo>
                        <a:pt x="26909" y="10776"/>
                      </a:lnTo>
                      <a:lnTo>
                        <a:pt x="26992" y="10525"/>
                      </a:lnTo>
                      <a:lnTo>
                        <a:pt x="27118" y="10462"/>
                      </a:lnTo>
                      <a:lnTo>
                        <a:pt x="27222" y="10253"/>
                      </a:lnTo>
                      <a:lnTo>
                        <a:pt x="27222" y="10086"/>
                      </a:lnTo>
                      <a:lnTo>
                        <a:pt x="27139" y="9897"/>
                      </a:lnTo>
                      <a:lnTo>
                        <a:pt x="27097" y="9856"/>
                      </a:lnTo>
                      <a:lnTo>
                        <a:pt x="27076" y="9688"/>
                      </a:lnTo>
                      <a:lnTo>
                        <a:pt x="27013" y="9625"/>
                      </a:lnTo>
                      <a:lnTo>
                        <a:pt x="27013" y="9521"/>
                      </a:lnTo>
                      <a:lnTo>
                        <a:pt x="27076" y="9416"/>
                      </a:lnTo>
                      <a:lnTo>
                        <a:pt x="27181" y="9312"/>
                      </a:lnTo>
                      <a:lnTo>
                        <a:pt x="27306" y="9249"/>
                      </a:lnTo>
                      <a:lnTo>
                        <a:pt x="27118" y="9458"/>
                      </a:lnTo>
                      <a:lnTo>
                        <a:pt x="27076" y="9542"/>
                      </a:lnTo>
                      <a:lnTo>
                        <a:pt x="27118" y="9625"/>
                      </a:lnTo>
                      <a:lnTo>
                        <a:pt x="27243" y="9751"/>
                      </a:lnTo>
                      <a:lnTo>
                        <a:pt x="27327" y="9730"/>
                      </a:lnTo>
                      <a:lnTo>
                        <a:pt x="27390" y="9772"/>
                      </a:lnTo>
                      <a:lnTo>
                        <a:pt x="27327" y="9939"/>
                      </a:lnTo>
                      <a:lnTo>
                        <a:pt x="27327" y="9939"/>
                      </a:lnTo>
                      <a:lnTo>
                        <a:pt x="27411" y="9877"/>
                      </a:lnTo>
                      <a:lnTo>
                        <a:pt x="27432" y="9897"/>
                      </a:lnTo>
                      <a:lnTo>
                        <a:pt x="27515" y="9793"/>
                      </a:lnTo>
                      <a:lnTo>
                        <a:pt x="27515" y="9730"/>
                      </a:lnTo>
                      <a:lnTo>
                        <a:pt x="27557" y="9730"/>
                      </a:lnTo>
                      <a:lnTo>
                        <a:pt x="27620" y="9646"/>
                      </a:lnTo>
                      <a:lnTo>
                        <a:pt x="27704" y="9625"/>
                      </a:lnTo>
                      <a:lnTo>
                        <a:pt x="27745" y="9458"/>
                      </a:lnTo>
                      <a:lnTo>
                        <a:pt x="27808" y="9374"/>
                      </a:lnTo>
                      <a:lnTo>
                        <a:pt x="27850" y="9374"/>
                      </a:lnTo>
                      <a:lnTo>
                        <a:pt x="27913" y="9270"/>
                      </a:lnTo>
                      <a:lnTo>
                        <a:pt x="27934" y="9207"/>
                      </a:lnTo>
                      <a:lnTo>
                        <a:pt x="27934" y="9144"/>
                      </a:lnTo>
                      <a:lnTo>
                        <a:pt x="27976" y="9040"/>
                      </a:lnTo>
                      <a:lnTo>
                        <a:pt x="27976" y="8998"/>
                      </a:lnTo>
                      <a:lnTo>
                        <a:pt x="28038" y="8914"/>
                      </a:lnTo>
                      <a:lnTo>
                        <a:pt x="28017" y="8830"/>
                      </a:lnTo>
                      <a:lnTo>
                        <a:pt x="27955" y="8789"/>
                      </a:lnTo>
                      <a:lnTo>
                        <a:pt x="27913" y="8705"/>
                      </a:lnTo>
                      <a:lnTo>
                        <a:pt x="28059" y="8621"/>
                      </a:lnTo>
                      <a:lnTo>
                        <a:pt x="28059" y="8537"/>
                      </a:lnTo>
                      <a:lnTo>
                        <a:pt x="28164" y="8475"/>
                      </a:lnTo>
                      <a:lnTo>
                        <a:pt x="28248" y="8433"/>
                      </a:lnTo>
                      <a:lnTo>
                        <a:pt x="28436" y="8328"/>
                      </a:lnTo>
                      <a:lnTo>
                        <a:pt x="28561" y="8328"/>
                      </a:lnTo>
                      <a:lnTo>
                        <a:pt x="28750" y="8203"/>
                      </a:lnTo>
                      <a:lnTo>
                        <a:pt x="28813" y="8203"/>
                      </a:lnTo>
                      <a:lnTo>
                        <a:pt x="28854" y="8224"/>
                      </a:lnTo>
                      <a:lnTo>
                        <a:pt x="29085" y="8203"/>
                      </a:lnTo>
                      <a:lnTo>
                        <a:pt x="29189" y="8265"/>
                      </a:lnTo>
                      <a:lnTo>
                        <a:pt x="29336" y="8203"/>
                      </a:lnTo>
                      <a:lnTo>
                        <a:pt x="29587" y="8203"/>
                      </a:lnTo>
                      <a:lnTo>
                        <a:pt x="29629" y="8182"/>
                      </a:lnTo>
                      <a:lnTo>
                        <a:pt x="29608" y="8119"/>
                      </a:lnTo>
                      <a:lnTo>
                        <a:pt x="29608" y="7972"/>
                      </a:lnTo>
                      <a:lnTo>
                        <a:pt x="29608" y="7847"/>
                      </a:lnTo>
                      <a:lnTo>
                        <a:pt x="29733" y="7952"/>
                      </a:lnTo>
                      <a:lnTo>
                        <a:pt x="29733" y="8077"/>
                      </a:lnTo>
                      <a:lnTo>
                        <a:pt x="29712" y="8161"/>
                      </a:lnTo>
                      <a:lnTo>
                        <a:pt x="29796" y="8161"/>
                      </a:lnTo>
                      <a:lnTo>
                        <a:pt x="29901" y="8056"/>
                      </a:lnTo>
                      <a:lnTo>
                        <a:pt x="30005" y="7868"/>
                      </a:lnTo>
                      <a:lnTo>
                        <a:pt x="30047" y="7972"/>
                      </a:lnTo>
                      <a:lnTo>
                        <a:pt x="30047" y="8056"/>
                      </a:lnTo>
                      <a:lnTo>
                        <a:pt x="30131" y="8077"/>
                      </a:lnTo>
                      <a:lnTo>
                        <a:pt x="30382" y="7952"/>
                      </a:lnTo>
                      <a:lnTo>
                        <a:pt x="30466" y="7805"/>
                      </a:lnTo>
                      <a:lnTo>
                        <a:pt x="30424" y="7596"/>
                      </a:lnTo>
                      <a:lnTo>
                        <a:pt x="30361" y="7638"/>
                      </a:lnTo>
                      <a:lnTo>
                        <a:pt x="30361" y="7742"/>
                      </a:lnTo>
                      <a:lnTo>
                        <a:pt x="30319" y="7868"/>
                      </a:lnTo>
                      <a:lnTo>
                        <a:pt x="30152" y="7868"/>
                      </a:lnTo>
                      <a:lnTo>
                        <a:pt x="30131" y="7763"/>
                      </a:lnTo>
                      <a:lnTo>
                        <a:pt x="30068" y="7575"/>
                      </a:lnTo>
                      <a:lnTo>
                        <a:pt x="29922" y="7491"/>
                      </a:lnTo>
                      <a:lnTo>
                        <a:pt x="29922" y="7449"/>
                      </a:lnTo>
                      <a:lnTo>
                        <a:pt x="30131" y="7261"/>
                      </a:lnTo>
                      <a:lnTo>
                        <a:pt x="30131" y="7177"/>
                      </a:lnTo>
                      <a:lnTo>
                        <a:pt x="30047" y="7177"/>
                      </a:lnTo>
                      <a:lnTo>
                        <a:pt x="30047" y="7115"/>
                      </a:lnTo>
                      <a:lnTo>
                        <a:pt x="30131" y="7052"/>
                      </a:lnTo>
                      <a:lnTo>
                        <a:pt x="30152" y="6968"/>
                      </a:lnTo>
                      <a:lnTo>
                        <a:pt x="30214" y="6905"/>
                      </a:lnTo>
                      <a:lnTo>
                        <a:pt x="30277" y="6696"/>
                      </a:lnTo>
                      <a:lnTo>
                        <a:pt x="30486" y="6529"/>
                      </a:lnTo>
                      <a:lnTo>
                        <a:pt x="30570" y="6382"/>
                      </a:lnTo>
                      <a:lnTo>
                        <a:pt x="30633" y="6382"/>
                      </a:lnTo>
                      <a:lnTo>
                        <a:pt x="30696" y="6278"/>
                      </a:lnTo>
                      <a:lnTo>
                        <a:pt x="30696" y="6340"/>
                      </a:lnTo>
                      <a:lnTo>
                        <a:pt x="30779" y="6382"/>
                      </a:lnTo>
                      <a:lnTo>
                        <a:pt x="30842" y="6299"/>
                      </a:lnTo>
                      <a:lnTo>
                        <a:pt x="30905" y="6173"/>
                      </a:lnTo>
                      <a:lnTo>
                        <a:pt x="30905" y="6299"/>
                      </a:lnTo>
                      <a:lnTo>
                        <a:pt x="30989" y="6299"/>
                      </a:lnTo>
                      <a:lnTo>
                        <a:pt x="31051" y="6173"/>
                      </a:lnTo>
                      <a:lnTo>
                        <a:pt x="31093" y="6215"/>
                      </a:lnTo>
                      <a:lnTo>
                        <a:pt x="31156" y="6173"/>
                      </a:lnTo>
                      <a:lnTo>
                        <a:pt x="31261" y="6006"/>
                      </a:lnTo>
                      <a:lnTo>
                        <a:pt x="31407" y="5796"/>
                      </a:lnTo>
                      <a:lnTo>
                        <a:pt x="31386" y="5922"/>
                      </a:lnTo>
                      <a:lnTo>
                        <a:pt x="31407" y="6006"/>
                      </a:lnTo>
                      <a:lnTo>
                        <a:pt x="31512" y="6006"/>
                      </a:lnTo>
                      <a:lnTo>
                        <a:pt x="31616" y="5880"/>
                      </a:lnTo>
                      <a:lnTo>
                        <a:pt x="31742" y="5880"/>
                      </a:lnTo>
                      <a:lnTo>
                        <a:pt x="31784" y="6006"/>
                      </a:lnTo>
                      <a:lnTo>
                        <a:pt x="31846" y="6006"/>
                      </a:lnTo>
                      <a:lnTo>
                        <a:pt x="31951" y="5880"/>
                      </a:lnTo>
                      <a:lnTo>
                        <a:pt x="32035" y="5922"/>
                      </a:lnTo>
                      <a:lnTo>
                        <a:pt x="32098" y="5901"/>
                      </a:lnTo>
                      <a:lnTo>
                        <a:pt x="32202" y="5817"/>
                      </a:lnTo>
                      <a:lnTo>
                        <a:pt x="32307" y="5817"/>
                      </a:lnTo>
                      <a:lnTo>
                        <a:pt x="32432" y="5755"/>
                      </a:lnTo>
                      <a:lnTo>
                        <a:pt x="32474" y="5817"/>
                      </a:lnTo>
                      <a:lnTo>
                        <a:pt x="32558" y="5796"/>
                      </a:lnTo>
                      <a:lnTo>
                        <a:pt x="32642" y="5713"/>
                      </a:lnTo>
                      <a:lnTo>
                        <a:pt x="32537" y="5650"/>
                      </a:lnTo>
                      <a:lnTo>
                        <a:pt x="32474" y="5713"/>
                      </a:lnTo>
                      <a:lnTo>
                        <a:pt x="32411" y="5650"/>
                      </a:lnTo>
                      <a:lnTo>
                        <a:pt x="32453" y="5504"/>
                      </a:lnTo>
                      <a:lnTo>
                        <a:pt x="32223" y="5378"/>
                      </a:lnTo>
                      <a:lnTo>
                        <a:pt x="32202" y="5357"/>
                      </a:lnTo>
                      <a:lnTo>
                        <a:pt x="32223" y="5294"/>
                      </a:lnTo>
                      <a:lnTo>
                        <a:pt x="32223" y="5252"/>
                      </a:lnTo>
                      <a:lnTo>
                        <a:pt x="32223" y="5169"/>
                      </a:lnTo>
                      <a:lnTo>
                        <a:pt x="32244" y="5085"/>
                      </a:lnTo>
                      <a:lnTo>
                        <a:pt x="32202" y="5022"/>
                      </a:lnTo>
                      <a:lnTo>
                        <a:pt x="32139" y="4959"/>
                      </a:lnTo>
                      <a:lnTo>
                        <a:pt x="32098" y="4939"/>
                      </a:lnTo>
                      <a:lnTo>
                        <a:pt x="32118" y="4855"/>
                      </a:lnTo>
                      <a:lnTo>
                        <a:pt x="32244" y="4123"/>
                      </a:lnTo>
                      <a:lnTo>
                        <a:pt x="32244" y="3934"/>
                      </a:lnTo>
                      <a:lnTo>
                        <a:pt x="32014" y="3725"/>
                      </a:lnTo>
                      <a:lnTo>
                        <a:pt x="31951" y="3788"/>
                      </a:lnTo>
                      <a:lnTo>
                        <a:pt x="31805" y="3725"/>
                      </a:lnTo>
                      <a:lnTo>
                        <a:pt x="31700" y="3767"/>
                      </a:lnTo>
                      <a:lnTo>
                        <a:pt x="31616" y="3683"/>
                      </a:lnTo>
                      <a:lnTo>
                        <a:pt x="31533" y="3662"/>
                      </a:lnTo>
                      <a:lnTo>
                        <a:pt x="31512" y="3662"/>
                      </a:lnTo>
                      <a:lnTo>
                        <a:pt x="31407" y="3767"/>
                      </a:lnTo>
                      <a:lnTo>
                        <a:pt x="31365" y="3830"/>
                      </a:lnTo>
                      <a:lnTo>
                        <a:pt x="31156" y="4081"/>
                      </a:lnTo>
                      <a:lnTo>
                        <a:pt x="31072" y="4206"/>
                      </a:lnTo>
                      <a:lnTo>
                        <a:pt x="31072" y="4311"/>
                      </a:lnTo>
                      <a:lnTo>
                        <a:pt x="30905" y="4395"/>
                      </a:lnTo>
                      <a:lnTo>
                        <a:pt x="30905" y="4520"/>
                      </a:lnTo>
                      <a:lnTo>
                        <a:pt x="30863" y="4625"/>
                      </a:lnTo>
                      <a:lnTo>
                        <a:pt x="30696" y="4813"/>
                      </a:lnTo>
                      <a:lnTo>
                        <a:pt x="30633" y="4834"/>
                      </a:lnTo>
                      <a:lnTo>
                        <a:pt x="30445" y="5043"/>
                      </a:lnTo>
                      <a:lnTo>
                        <a:pt x="30424" y="5127"/>
                      </a:lnTo>
                      <a:lnTo>
                        <a:pt x="30340" y="5169"/>
                      </a:lnTo>
                      <a:lnTo>
                        <a:pt x="30235" y="5148"/>
                      </a:lnTo>
                      <a:lnTo>
                        <a:pt x="30173" y="5148"/>
                      </a:lnTo>
                      <a:lnTo>
                        <a:pt x="30131" y="5190"/>
                      </a:lnTo>
                      <a:lnTo>
                        <a:pt x="30068" y="5190"/>
                      </a:lnTo>
                      <a:lnTo>
                        <a:pt x="29942" y="5336"/>
                      </a:lnTo>
                      <a:lnTo>
                        <a:pt x="28269" y="5294"/>
                      </a:lnTo>
                      <a:lnTo>
                        <a:pt x="28059" y="5336"/>
                      </a:lnTo>
                      <a:lnTo>
                        <a:pt x="27955" y="5441"/>
                      </a:lnTo>
                      <a:lnTo>
                        <a:pt x="27829" y="5483"/>
                      </a:lnTo>
                      <a:lnTo>
                        <a:pt x="27704" y="5566"/>
                      </a:lnTo>
                      <a:lnTo>
                        <a:pt x="27453" y="5817"/>
                      </a:lnTo>
                      <a:lnTo>
                        <a:pt x="27285" y="5859"/>
                      </a:lnTo>
                      <a:lnTo>
                        <a:pt x="27181" y="5922"/>
                      </a:lnTo>
                      <a:lnTo>
                        <a:pt x="26699" y="6299"/>
                      </a:lnTo>
                      <a:lnTo>
                        <a:pt x="25611" y="6612"/>
                      </a:lnTo>
                      <a:lnTo>
                        <a:pt x="25569" y="6864"/>
                      </a:lnTo>
                      <a:lnTo>
                        <a:pt x="25318" y="6968"/>
                      </a:lnTo>
                      <a:lnTo>
                        <a:pt x="23331" y="7491"/>
                      </a:lnTo>
                      <a:lnTo>
                        <a:pt x="23247" y="7324"/>
                      </a:lnTo>
                      <a:lnTo>
                        <a:pt x="23351" y="7177"/>
                      </a:lnTo>
                      <a:lnTo>
                        <a:pt x="23561" y="7073"/>
                      </a:lnTo>
                      <a:lnTo>
                        <a:pt x="23665" y="6947"/>
                      </a:lnTo>
                      <a:lnTo>
                        <a:pt x="23728" y="6822"/>
                      </a:lnTo>
                      <a:lnTo>
                        <a:pt x="23770" y="6696"/>
                      </a:lnTo>
                      <a:lnTo>
                        <a:pt x="23833" y="5922"/>
                      </a:lnTo>
                      <a:lnTo>
                        <a:pt x="23456" y="4143"/>
                      </a:lnTo>
                      <a:lnTo>
                        <a:pt x="23100" y="3871"/>
                      </a:lnTo>
                      <a:lnTo>
                        <a:pt x="22954" y="3683"/>
                      </a:lnTo>
                      <a:lnTo>
                        <a:pt x="20652" y="2616"/>
                      </a:lnTo>
                      <a:lnTo>
                        <a:pt x="20548" y="2553"/>
                      </a:lnTo>
                      <a:lnTo>
                        <a:pt x="20422" y="2511"/>
                      </a:lnTo>
                      <a:lnTo>
                        <a:pt x="20380" y="2449"/>
                      </a:lnTo>
                      <a:lnTo>
                        <a:pt x="20087" y="2449"/>
                      </a:lnTo>
                      <a:lnTo>
                        <a:pt x="20066" y="2344"/>
                      </a:lnTo>
                      <a:lnTo>
                        <a:pt x="19983" y="2302"/>
                      </a:lnTo>
                      <a:lnTo>
                        <a:pt x="19899" y="2344"/>
                      </a:lnTo>
                      <a:lnTo>
                        <a:pt x="19711" y="2344"/>
                      </a:lnTo>
                      <a:lnTo>
                        <a:pt x="19606" y="2323"/>
                      </a:lnTo>
                      <a:lnTo>
                        <a:pt x="19543" y="2239"/>
                      </a:lnTo>
                      <a:lnTo>
                        <a:pt x="19439" y="2198"/>
                      </a:lnTo>
                      <a:lnTo>
                        <a:pt x="19230" y="2135"/>
                      </a:lnTo>
                      <a:lnTo>
                        <a:pt x="19167" y="2009"/>
                      </a:lnTo>
                      <a:lnTo>
                        <a:pt x="19083" y="2009"/>
                      </a:lnTo>
                      <a:lnTo>
                        <a:pt x="18958" y="1905"/>
                      </a:lnTo>
                      <a:lnTo>
                        <a:pt x="18853" y="1905"/>
                      </a:lnTo>
                      <a:lnTo>
                        <a:pt x="18769" y="1884"/>
                      </a:lnTo>
                      <a:lnTo>
                        <a:pt x="18644" y="1905"/>
                      </a:lnTo>
                      <a:lnTo>
                        <a:pt x="18623" y="1926"/>
                      </a:lnTo>
                      <a:lnTo>
                        <a:pt x="18560" y="1842"/>
                      </a:lnTo>
                      <a:lnTo>
                        <a:pt x="18434" y="1821"/>
                      </a:lnTo>
                      <a:lnTo>
                        <a:pt x="18414" y="1800"/>
                      </a:lnTo>
                      <a:lnTo>
                        <a:pt x="18309" y="1737"/>
                      </a:lnTo>
                      <a:lnTo>
                        <a:pt x="18288" y="1716"/>
                      </a:lnTo>
                      <a:lnTo>
                        <a:pt x="18204" y="1633"/>
                      </a:lnTo>
                      <a:lnTo>
                        <a:pt x="18204" y="1612"/>
                      </a:lnTo>
                      <a:lnTo>
                        <a:pt x="18079" y="1507"/>
                      </a:lnTo>
                      <a:lnTo>
                        <a:pt x="17932" y="1507"/>
                      </a:lnTo>
                      <a:lnTo>
                        <a:pt x="17807" y="1486"/>
                      </a:lnTo>
                      <a:lnTo>
                        <a:pt x="284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grpSp>
          <p:nvGrpSpPr>
            <p:cNvPr id="1489" name="Google Shape;1489;p60"/>
            <p:cNvGrpSpPr/>
            <p:nvPr/>
          </p:nvGrpSpPr>
          <p:grpSpPr>
            <a:xfrm>
              <a:off x="3230417" y="3103734"/>
              <a:ext cx="282982" cy="280332"/>
              <a:chOff x="2605700" y="3152850"/>
              <a:chExt cx="594125" cy="616250"/>
            </a:xfrm>
          </p:grpSpPr>
          <p:sp>
            <p:nvSpPr>
              <p:cNvPr id="1490" name="Google Shape;1490;p60"/>
              <p:cNvSpPr/>
              <p:nvPr/>
            </p:nvSpPr>
            <p:spPr>
              <a:xfrm>
                <a:off x="2605700" y="3152850"/>
                <a:ext cx="379825" cy="616250"/>
              </a:xfrm>
              <a:custGeom>
                <a:avLst/>
                <a:gdLst/>
                <a:ahLst/>
                <a:cxnLst/>
                <a:rect l="l" t="t" r="r" b="b"/>
                <a:pathLst>
                  <a:path w="15193" h="24650" extrusionOk="0">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rgbClr val="5F7D95"/>
              </a:solidFill>
              <a:ln>
                <a:noFill/>
              </a:ln>
            </p:spPr>
          </p:sp>
          <p:sp>
            <p:nvSpPr>
              <p:cNvPr id="1491" name="Google Shape;1491;p60"/>
              <p:cNvSpPr/>
              <p:nvPr/>
            </p:nvSpPr>
            <p:spPr>
              <a:xfrm>
                <a:off x="2632775" y="3168475"/>
                <a:ext cx="567050" cy="590050"/>
              </a:xfrm>
              <a:custGeom>
                <a:avLst/>
                <a:gdLst/>
                <a:ahLst/>
                <a:cxnLst/>
                <a:rect l="l" t="t" r="r" b="b"/>
                <a:pathLst>
                  <a:path w="22682" h="23602" extrusionOk="0">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FF6B65"/>
                  </a:solidFill>
                </a:endParaRPr>
              </a:p>
            </p:txBody>
          </p:sp>
        </p:grpSp>
        <p:grpSp>
          <p:nvGrpSpPr>
            <p:cNvPr id="1492" name="Google Shape;1492;p60"/>
            <p:cNvGrpSpPr/>
            <p:nvPr/>
          </p:nvGrpSpPr>
          <p:grpSpPr>
            <a:xfrm>
              <a:off x="3265985" y="3226989"/>
              <a:ext cx="87151" cy="346202"/>
              <a:chOff x="2680375" y="3423800"/>
              <a:chExt cx="182975" cy="761050"/>
            </a:xfrm>
          </p:grpSpPr>
          <p:sp>
            <p:nvSpPr>
              <p:cNvPr id="1493" name="Google Shape;1493;p60"/>
              <p:cNvSpPr/>
              <p:nvPr/>
            </p:nvSpPr>
            <p:spPr>
              <a:xfrm>
                <a:off x="2698650" y="3423800"/>
                <a:ext cx="164700" cy="703875"/>
              </a:xfrm>
              <a:custGeom>
                <a:avLst/>
                <a:gdLst/>
                <a:ahLst/>
                <a:cxnLst/>
                <a:rect l="l" t="t" r="r" b="b"/>
                <a:pathLst>
                  <a:path w="6588" h="28155" extrusionOk="0">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rgbClr val="5F7D95"/>
              </a:solidFill>
              <a:ln>
                <a:noFill/>
              </a:ln>
            </p:spPr>
          </p:sp>
          <p:sp>
            <p:nvSpPr>
              <p:cNvPr id="1494" name="Google Shape;1494;p60"/>
              <p:cNvSpPr/>
              <p:nvPr/>
            </p:nvSpPr>
            <p:spPr>
              <a:xfrm>
                <a:off x="2680375" y="3510050"/>
                <a:ext cx="137075" cy="674800"/>
              </a:xfrm>
              <a:custGeom>
                <a:avLst/>
                <a:gdLst/>
                <a:ahLst/>
                <a:cxnLst/>
                <a:rect l="l" t="t" r="r" b="b"/>
                <a:pathLst>
                  <a:path w="5483" h="26992" extrusionOk="0">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495" name="Google Shape;1495;p60"/>
            <p:cNvGrpSpPr/>
            <p:nvPr/>
          </p:nvGrpSpPr>
          <p:grpSpPr>
            <a:xfrm>
              <a:off x="3855466" y="3289811"/>
              <a:ext cx="112514" cy="94210"/>
              <a:chOff x="3918000" y="3561900"/>
              <a:chExt cx="236225" cy="207100"/>
            </a:xfrm>
          </p:grpSpPr>
          <p:sp>
            <p:nvSpPr>
              <p:cNvPr id="1496" name="Google Shape;1496;p60"/>
              <p:cNvSpPr/>
              <p:nvPr/>
            </p:nvSpPr>
            <p:spPr>
              <a:xfrm>
                <a:off x="3925800" y="3561900"/>
                <a:ext cx="228425" cy="170000"/>
              </a:xfrm>
              <a:custGeom>
                <a:avLst/>
                <a:gdLst/>
                <a:ahLst/>
                <a:cxnLst/>
                <a:rect l="l" t="t" r="r" b="b"/>
                <a:pathLst>
                  <a:path w="9137" h="6800" extrusionOk="0">
                    <a:moveTo>
                      <a:pt x="0" y="4356"/>
                    </a:moveTo>
                    <a:lnTo>
                      <a:pt x="1381" y="1594"/>
                    </a:lnTo>
                    <a:lnTo>
                      <a:pt x="7012" y="0"/>
                    </a:lnTo>
                    <a:lnTo>
                      <a:pt x="9137" y="532"/>
                    </a:lnTo>
                    <a:lnTo>
                      <a:pt x="8500" y="2444"/>
                    </a:lnTo>
                    <a:lnTo>
                      <a:pt x="6906" y="5206"/>
                    </a:lnTo>
                    <a:lnTo>
                      <a:pt x="3719" y="6800"/>
                    </a:lnTo>
                    <a:close/>
                  </a:path>
                </a:pathLst>
              </a:custGeom>
              <a:solidFill>
                <a:srgbClr val="5F7D95"/>
              </a:solidFill>
              <a:ln>
                <a:noFill/>
              </a:ln>
            </p:spPr>
          </p:sp>
          <p:sp>
            <p:nvSpPr>
              <p:cNvPr id="1497" name="Google Shape;1497;p60"/>
              <p:cNvSpPr/>
              <p:nvPr/>
            </p:nvSpPr>
            <p:spPr>
              <a:xfrm>
                <a:off x="3918000" y="3569675"/>
                <a:ext cx="229150" cy="199325"/>
              </a:xfrm>
              <a:custGeom>
                <a:avLst/>
                <a:gdLst/>
                <a:ahLst/>
                <a:cxnLst/>
                <a:rect l="l" t="t" r="r" b="b"/>
                <a:pathLst>
                  <a:path w="9166" h="7973" extrusionOk="0">
                    <a:moveTo>
                      <a:pt x="6696" y="3976"/>
                    </a:moveTo>
                    <a:lnTo>
                      <a:pt x="6738" y="4018"/>
                    </a:lnTo>
                    <a:lnTo>
                      <a:pt x="6780" y="3997"/>
                    </a:lnTo>
                    <a:lnTo>
                      <a:pt x="6843" y="4039"/>
                    </a:lnTo>
                    <a:lnTo>
                      <a:pt x="6926" y="4018"/>
                    </a:lnTo>
                    <a:lnTo>
                      <a:pt x="7052" y="4122"/>
                    </a:lnTo>
                    <a:lnTo>
                      <a:pt x="7136" y="4353"/>
                    </a:lnTo>
                    <a:lnTo>
                      <a:pt x="7136" y="4499"/>
                    </a:lnTo>
                    <a:lnTo>
                      <a:pt x="7094" y="4583"/>
                    </a:lnTo>
                    <a:lnTo>
                      <a:pt x="6989" y="4625"/>
                    </a:lnTo>
                    <a:lnTo>
                      <a:pt x="6989" y="4708"/>
                    </a:lnTo>
                    <a:lnTo>
                      <a:pt x="7031" y="4750"/>
                    </a:lnTo>
                    <a:lnTo>
                      <a:pt x="7031" y="4834"/>
                    </a:lnTo>
                    <a:lnTo>
                      <a:pt x="6926" y="4918"/>
                    </a:lnTo>
                    <a:lnTo>
                      <a:pt x="6843" y="4876"/>
                    </a:lnTo>
                    <a:lnTo>
                      <a:pt x="6738" y="4918"/>
                    </a:lnTo>
                    <a:lnTo>
                      <a:pt x="6675" y="4959"/>
                    </a:lnTo>
                    <a:lnTo>
                      <a:pt x="6571" y="5001"/>
                    </a:lnTo>
                    <a:lnTo>
                      <a:pt x="6508" y="5127"/>
                    </a:lnTo>
                    <a:lnTo>
                      <a:pt x="6466" y="5169"/>
                    </a:lnTo>
                    <a:lnTo>
                      <a:pt x="6424" y="5231"/>
                    </a:lnTo>
                    <a:lnTo>
                      <a:pt x="6320" y="5231"/>
                    </a:lnTo>
                    <a:lnTo>
                      <a:pt x="6194" y="5169"/>
                    </a:lnTo>
                    <a:lnTo>
                      <a:pt x="6152" y="5106"/>
                    </a:lnTo>
                    <a:lnTo>
                      <a:pt x="6069" y="5022"/>
                    </a:lnTo>
                    <a:lnTo>
                      <a:pt x="6069" y="4918"/>
                    </a:lnTo>
                    <a:lnTo>
                      <a:pt x="5985" y="4834"/>
                    </a:lnTo>
                    <a:lnTo>
                      <a:pt x="5964" y="4771"/>
                    </a:lnTo>
                    <a:lnTo>
                      <a:pt x="5880" y="4708"/>
                    </a:lnTo>
                    <a:lnTo>
                      <a:pt x="5838" y="4604"/>
                    </a:lnTo>
                    <a:lnTo>
                      <a:pt x="5901" y="4541"/>
                    </a:lnTo>
                    <a:lnTo>
                      <a:pt x="6069" y="4415"/>
                    </a:lnTo>
                    <a:lnTo>
                      <a:pt x="6110" y="4248"/>
                    </a:lnTo>
                    <a:lnTo>
                      <a:pt x="6257" y="4164"/>
                    </a:lnTo>
                    <a:lnTo>
                      <a:pt x="6466" y="4122"/>
                    </a:lnTo>
                    <a:lnTo>
                      <a:pt x="6508" y="4081"/>
                    </a:lnTo>
                    <a:lnTo>
                      <a:pt x="6592" y="4018"/>
                    </a:lnTo>
                    <a:lnTo>
                      <a:pt x="6613" y="3976"/>
                    </a:lnTo>
                    <a:close/>
                    <a:moveTo>
                      <a:pt x="7659" y="1"/>
                    </a:moveTo>
                    <a:lnTo>
                      <a:pt x="7470" y="21"/>
                    </a:lnTo>
                    <a:lnTo>
                      <a:pt x="7387" y="21"/>
                    </a:lnTo>
                    <a:lnTo>
                      <a:pt x="7345" y="63"/>
                    </a:lnTo>
                    <a:lnTo>
                      <a:pt x="7240" y="63"/>
                    </a:lnTo>
                    <a:lnTo>
                      <a:pt x="7178" y="126"/>
                    </a:lnTo>
                    <a:lnTo>
                      <a:pt x="7178" y="168"/>
                    </a:lnTo>
                    <a:lnTo>
                      <a:pt x="7157" y="252"/>
                    </a:lnTo>
                    <a:lnTo>
                      <a:pt x="7073" y="273"/>
                    </a:lnTo>
                    <a:lnTo>
                      <a:pt x="7010" y="356"/>
                    </a:lnTo>
                    <a:lnTo>
                      <a:pt x="6843" y="356"/>
                    </a:lnTo>
                    <a:lnTo>
                      <a:pt x="6822" y="335"/>
                    </a:lnTo>
                    <a:lnTo>
                      <a:pt x="6717" y="356"/>
                    </a:lnTo>
                    <a:lnTo>
                      <a:pt x="6592" y="461"/>
                    </a:lnTo>
                    <a:lnTo>
                      <a:pt x="6529" y="524"/>
                    </a:lnTo>
                    <a:lnTo>
                      <a:pt x="6445" y="565"/>
                    </a:lnTo>
                    <a:lnTo>
                      <a:pt x="6424" y="628"/>
                    </a:lnTo>
                    <a:lnTo>
                      <a:pt x="6341" y="649"/>
                    </a:lnTo>
                    <a:lnTo>
                      <a:pt x="6299" y="691"/>
                    </a:lnTo>
                    <a:lnTo>
                      <a:pt x="6236" y="733"/>
                    </a:lnTo>
                    <a:lnTo>
                      <a:pt x="6173" y="754"/>
                    </a:lnTo>
                    <a:lnTo>
                      <a:pt x="6006" y="963"/>
                    </a:lnTo>
                    <a:lnTo>
                      <a:pt x="5985" y="1089"/>
                    </a:lnTo>
                    <a:lnTo>
                      <a:pt x="6006" y="1151"/>
                    </a:lnTo>
                    <a:lnTo>
                      <a:pt x="6006" y="1214"/>
                    </a:lnTo>
                    <a:lnTo>
                      <a:pt x="5922" y="1256"/>
                    </a:lnTo>
                    <a:lnTo>
                      <a:pt x="5901" y="1298"/>
                    </a:lnTo>
                    <a:lnTo>
                      <a:pt x="5859" y="1319"/>
                    </a:lnTo>
                    <a:lnTo>
                      <a:pt x="5776" y="1402"/>
                    </a:lnTo>
                    <a:lnTo>
                      <a:pt x="5755" y="1486"/>
                    </a:lnTo>
                    <a:lnTo>
                      <a:pt x="5713" y="1507"/>
                    </a:lnTo>
                    <a:lnTo>
                      <a:pt x="5692" y="1570"/>
                    </a:lnTo>
                    <a:lnTo>
                      <a:pt x="5608" y="1570"/>
                    </a:lnTo>
                    <a:lnTo>
                      <a:pt x="5545" y="1612"/>
                    </a:lnTo>
                    <a:lnTo>
                      <a:pt x="5399" y="1633"/>
                    </a:lnTo>
                    <a:lnTo>
                      <a:pt x="5357" y="1737"/>
                    </a:lnTo>
                    <a:lnTo>
                      <a:pt x="5357" y="1905"/>
                    </a:lnTo>
                    <a:lnTo>
                      <a:pt x="5294" y="1967"/>
                    </a:lnTo>
                    <a:lnTo>
                      <a:pt x="5294" y="2030"/>
                    </a:lnTo>
                    <a:lnTo>
                      <a:pt x="5273" y="2135"/>
                    </a:lnTo>
                    <a:lnTo>
                      <a:pt x="5294" y="2197"/>
                    </a:lnTo>
                    <a:lnTo>
                      <a:pt x="5169" y="2260"/>
                    </a:lnTo>
                    <a:lnTo>
                      <a:pt x="5085" y="2239"/>
                    </a:lnTo>
                    <a:lnTo>
                      <a:pt x="5043" y="2197"/>
                    </a:lnTo>
                    <a:lnTo>
                      <a:pt x="4834" y="2197"/>
                    </a:lnTo>
                    <a:lnTo>
                      <a:pt x="4709" y="2218"/>
                    </a:lnTo>
                    <a:lnTo>
                      <a:pt x="4604" y="2197"/>
                    </a:lnTo>
                    <a:lnTo>
                      <a:pt x="4520" y="2218"/>
                    </a:lnTo>
                    <a:lnTo>
                      <a:pt x="4311" y="2093"/>
                    </a:lnTo>
                    <a:lnTo>
                      <a:pt x="4227" y="2093"/>
                    </a:lnTo>
                    <a:lnTo>
                      <a:pt x="4185" y="2009"/>
                    </a:lnTo>
                    <a:lnTo>
                      <a:pt x="3997" y="1988"/>
                    </a:lnTo>
                    <a:lnTo>
                      <a:pt x="3872" y="2009"/>
                    </a:lnTo>
                    <a:lnTo>
                      <a:pt x="3704" y="2135"/>
                    </a:lnTo>
                    <a:lnTo>
                      <a:pt x="3621" y="2365"/>
                    </a:lnTo>
                    <a:lnTo>
                      <a:pt x="3516" y="2469"/>
                    </a:lnTo>
                    <a:lnTo>
                      <a:pt x="3349" y="2553"/>
                    </a:lnTo>
                    <a:lnTo>
                      <a:pt x="3286" y="2637"/>
                    </a:lnTo>
                    <a:lnTo>
                      <a:pt x="3181" y="2721"/>
                    </a:lnTo>
                    <a:lnTo>
                      <a:pt x="3056" y="2742"/>
                    </a:lnTo>
                    <a:lnTo>
                      <a:pt x="2972" y="2783"/>
                    </a:lnTo>
                    <a:lnTo>
                      <a:pt x="2846" y="2762"/>
                    </a:lnTo>
                    <a:lnTo>
                      <a:pt x="2763" y="2825"/>
                    </a:lnTo>
                    <a:lnTo>
                      <a:pt x="2616" y="2783"/>
                    </a:lnTo>
                    <a:lnTo>
                      <a:pt x="2449" y="2825"/>
                    </a:lnTo>
                    <a:lnTo>
                      <a:pt x="2449" y="2721"/>
                    </a:lnTo>
                    <a:lnTo>
                      <a:pt x="2532" y="2532"/>
                    </a:lnTo>
                    <a:lnTo>
                      <a:pt x="2532" y="2365"/>
                    </a:lnTo>
                    <a:lnTo>
                      <a:pt x="2365" y="2051"/>
                    </a:lnTo>
                    <a:lnTo>
                      <a:pt x="2323" y="1905"/>
                    </a:lnTo>
                    <a:lnTo>
                      <a:pt x="2135" y="1779"/>
                    </a:lnTo>
                    <a:lnTo>
                      <a:pt x="2051" y="3871"/>
                    </a:lnTo>
                    <a:lnTo>
                      <a:pt x="1821" y="3871"/>
                    </a:lnTo>
                    <a:lnTo>
                      <a:pt x="1675" y="3934"/>
                    </a:lnTo>
                    <a:lnTo>
                      <a:pt x="1612" y="4039"/>
                    </a:lnTo>
                    <a:lnTo>
                      <a:pt x="1528" y="4081"/>
                    </a:lnTo>
                    <a:lnTo>
                      <a:pt x="1486" y="4122"/>
                    </a:lnTo>
                    <a:lnTo>
                      <a:pt x="1486" y="4248"/>
                    </a:lnTo>
                    <a:lnTo>
                      <a:pt x="1403" y="4227"/>
                    </a:lnTo>
                    <a:lnTo>
                      <a:pt x="1319" y="4227"/>
                    </a:lnTo>
                    <a:lnTo>
                      <a:pt x="1277" y="4143"/>
                    </a:lnTo>
                    <a:lnTo>
                      <a:pt x="1193" y="4143"/>
                    </a:lnTo>
                    <a:lnTo>
                      <a:pt x="1152" y="4206"/>
                    </a:lnTo>
                    <a:lnTo>
                      <a:pt x="1047" y="4185"/>
                    </a:lnTo>
                    <a:lnTo>
                      <a:pt x="984" y="4143"/>
                    </a:lnTo>
                    <a:lnTo>
                      <a:pt x="880" y="4185"/>
                    </a:lnTo>
                    <a:lnTo>
                      <a:pt x="754" y="4102"/>
                    </a:lnTo>
                    <a:lnTo>
                      <a:pt x="566" y="4039"/>
                    </a:lnTo>
                    <a:lnTo>
                      <a:pt x="482" y="3871"/>
                    </a:lnTo>
                    <a:lnTo>
                      <a:pt x="545" y="3725"/>
                    </a:lnTo>
                    <a:lnTo>
                      <a:pt x="440" y="3725"/>
                    </a:lnTo>
                    <a:lnTo>
                      <a:pt x="356" y="3599"/>
                    </a:lnTo>
                    <a:lnTo>
                      <a:pt x="231" y="3662"/>
                    </a:lnTo>
                    <a:lnTo>
                      <a:pt x="168" y="3767"/>
                    </a:lnTo>
                    <a:lnTo>
                      <a:pt x="210" y="3788"/>
                    </a:lnTo>
                    <a:lnTo>
                      <a:pt x="210" y="3871"/>
                    </a:lnTo>
                    <a:lnTo>
                      <a:pt x="64" y="3892"/>
                    </a:lnTo>
                    <a:lnTo>
                      <a:pt x="1" y="3934"/>
                    </a:lnTo>
                    <a:lnTo>
                      <a:pt x="22" y="4122"/>
                    </a:lnTo>
                    <a:lnTo>
                      <a:pt x="210" y="4248"/>
                    </a:lnTo>
                    <a:lnTo>
                      <a:pt x="336" y="4625"/>
                    </a:lnTo>
                    <a:lnTo>
                      <a:pt x="336" y="4771"/>
                    </a:lnTo>
                    <a:lnTo>
                      <a:pt x="461" y="5085"/>
                    </a:lnTo>
                    <a:lnTo>
                      <a:pt x="545" y="5441"/>
                    </a:lnTo>
                    <a:lnTo>
                      <a:pt x="691" y="5650"/>
                    </a:lnTo>
                    <a:lnTo>
                      <a:pt x="691" y="5775"/>
                    </a:lnTo>
                    <a:lnTo>
                      <a:pt x="859" y="6027"/>
                    </a:lnTo>
                    <a:lnTo>
                      <a:pt x="859" y="6110"/>
                    </a:lnTo>
                    <a:lnTo>
                      <a:pt x="900" y="6299"/>
                    </a:lnTo>
                    <a:lnTo>
                      <a:pt x="880" y="6487"/>
                    </a:lnTo>
                    <a:lnTo>
                      <a:pt x="796" y="6550"/>
                    </a:lnTo>
                    <a:lnTo>
                      <a:pt x="754" y="6550"/>
                    </a:lnTo>
                    <a:lnTo>
                      <a:pt x="691" y="6508"/>
                    </a:lnTo>
                    <a:lnTo>
                      <a:pt x="649" y="6550"/>
                    </a:lnTo>
                    <a:lnTo>
                      <a:pt x="649" y="6717"/>
                    </a:lnTo>
                    <a:lnTo>
                      <a:pt x="733" y="6863"/>
                    </a:lnTo>
                    <a:lnTo>
                      <a:pt x="838" y="6968"/>
                    </a:lnTo>
                    <a:lnTo>
                      <a:pt x="942" y="7156"/>
                    </a:lnTo>
                    <a:lnTo>
                      <a:pt x="859" y="7282"/>
                    </a:lnTo>
                    <a:lnTo>
                      <a:pt x="880" y="7449"/>
                    </a:lnTo>
                    <a:lnTo>
                      <a:pt x="838" y="7554"/>
                    </a:lnTo>
                    <a:lnTo>
                      <a:pt x="838" y="7659"/>
                    </a:lnTo>
                    <a:lnTo>
                      <a:pt x="900" y="7700"/>
                    </a:lnTo>
                    <a:lnTo>
                      <a:pt x="900" y="7596"/>
                    </a:lnTo>
                    <a:lnTo>
                      <a:pt x="1005" y="7533"/>
                    </a:lnTo>
                    <a:lnTo>
                      <a:pt x="1152" y="7554"/>
                    </a:lnTo>
                    <a:lnTo>
                      <a:pt x="1172" y="7679"/>
                    </a:lnTo>
                    <a:lnTo>
                      <a:pt x="1110" y="7721"/>
                    </a:lnTo>
                    <a:lnTo>
                      <a:pt x="1172" y="7742"/>
                    </a:lnTo>
                    <a:lnTo>
                      <a:pt x="1256" y="7679"/>
                    </a:lnTo>
                    <a:lnTo>
                      <a:pt x="1361" y="7742"/>
                    </a:lnTo>
                    <a:lnTo>
                      <a:pt x="1361" y="7868"/>
                    </a:lnTo>
                    <a:lnTo>
                      <a:pt x="1403" y="7847"/>
                    </a:lnTo>
                    <a:lnTo>
                      <a:pt x="1696" y="7972"/>
                    </a:lnTo>
                    <a:lnTo>
                      <a:pt x="1737" y="7951"/>
                    </a:lnTo>
                    <a:lnTo>
                      <a:pt x="1800" y="7972"/>
                    </a:lnTo>
                    <a:lnTo>
                      <a:pt x="1821" y="7889"/>
                    </a:lnTo>
                    <a:lnTo>
                      <a:pt x="1926" y="7868"/>
                    </a:lnTo>
                    <a:lnTo>
                      <a:pt x="2051" y="7742"/>
                    </a:lnTo>
                    <a:lnTo>
                      <a:pt x="2198" y="7763"/>
                    </a:lnTo>
                    <a:lnTo>
                      <a:pt x="2219" y="7721"/>
                    </a:lnTo>
                    <a:lnTo>
                      <a:pt x="2344" y="7721"/>
                    </a:lnTo>
                    <a:lnTo>
                      <a:pt x="2512" y="7763"/>
                    </a:lnTo>
                    <a:lnTo>
                      <a:pt x="2574" y="7742"/>
                    </a:lnTo>
                    <a:lnTo>
                      <a:pt x="2721" y="7742"/>
                    </a:lnTo>
                    <a:lnTo>
                      <a:pt x="2742" y="7679"/>
                    </a:lnTo>
                    <a:lnTo>
                      <a:pt x="2784" y="7638"/>
                    </a:lnTo>
                    <a:lnTo>
                      <a:pt x="2867" y="7596"/>
                    </a:lnTo>
                    <a:lnTo>
                      <a:pt x="2930" y="7638"/>
                    </a:lnTo>
                    <a:lnTo>
                      <a:pt x="2951" y="7533"/>
                    </a:lnTo>
                    <a:lnTo>
                      <a:pt x="3035" y="7470"/>
                    </a:lnTo>
                    <a:lnTo>
                      <a:pt x="3349" y="7470"/>
                    </a:lnTo>
                    <a:lnTo>
                      <a:pt x="3474" y="7554"/>
                    </a:lnTo>
                    <a:lnTo>
                      <a:pt x="3558" y="7533"/>
                    </a:lnTo>
                    <a:lnTo>
                      <a:pt x="3558" y="7470"/>
                    </a:lnTo>
                    <a:lnTo>
                      <a:pt x="3725" y="7449"/>
                    </a:lnTo>
                    <a:lnTo>
                      <a:pt x="3997" y="7533"/>
                    </a:lnTo>
                    <a:lnTo>
                      <a:pt x="4081" y="7575"/>
                    </a:lnTo>
                    <a:lnTo>
                      <a:pt x="4353" y="7638"/>
                    </a:lnTo>
                    <a:lnTo>
                      <a:pt x="4395" y="7596"/>
                    </a:lnTo>
                    <a:lnTo>
                      <a:pt x="4353" y="7533"/>
                    </a:lnTo>
                    <a:lnTo>
                      <a:pt x="4437" y="7449"/>
                    </a:lnTo>
                    <a:lnTo>
                      <a:pt x="4541" y="7449"/>
                    </a:lnTo>
                    <a:lnTo>
                      <a:pt x="4667" y="7491"/>
                    </a:lnTo>
                    <a:lnTo>
                      <a:pt x="4876" y="7491"/>
                    </a:lnTo>
                    <a:lnTo>
                      <a:pt x="4876" y="7470"/>
                    </a:lnTo>
                    <a:lnTo>
                      <a:pt x="4813" y="7387"/>
                    </a:lnTo>
                    <a:lnTo>
                      <a:pt x="4855" y="7303"/>
                    </a:lnTo>
                    <a:lnTo>
                      <a:pt x="5022" y="7240"/>
                    </a:lnTo>
                    <a:lnTo>
                      <a:pt x="5190" y="7240"/>
                    </a:lnTo>
                    <a:lnTo>
                      <a:pt x="5253" y="7303"/>
                    </a:lnTo>
                    <a:lnTo>
                      <a:pt x="5378" y="7303"/>
                    </a:lnTo>
                    <a:lnTo>
                      <a:pt x="5504" y="7219"/>
                    </a:lnTo>
                    <a:lnTo>
                      <a:pt x="5713" y="7156"/>
                    </a:lnTo>
                    <a:lnTo>
                      <a:pt x="5713" y="7135"/>
                    </a:lnTo>
                    <a:lnTo>
                      <a:pt x="5859" y="7073"/>
                    </a:lnTo>
                    <a:lnTo>
                      <a:pt x="5922" y="6968"/>
                    </a:lnTo>
                    <a:lnTo>
                      <a:pt x="6320" y="6717"/>
                    </a:lnTo>
                    <a:lnTo>
                      <a:pt x="6424" y="6612"/>
                    </a:lnTo>
                    <a:lnTo>
                      <a:pt x="6424" y="6591"/>
                    </a:lnTo>
                    <a:lnTo>
                      <a:pt x="6508" y="6591"/>
                    </a:lnTo>
                    <a:lnTo>
                      <a:pt x="7115" y="5985"/>
                    </a:lnTo>
                    <a:lnTo>
                      <a:pt x="7136" y="5922"/>
                    </a:lnTo>
                    <a:lnTo>
                      <a:pt x="7198" y="5922"/>
                    </a:lnTo>
                    <a:lnTo>
                      <a:pt x="7282" y="5796"/>
                    </a:lnTo>
                    <a:lnTo>
                      <a:pt x="7387" y="5755"/>
                    </a:lnTo>
                    <a:lnTo>
                      <a:pt x="7429" y="5587"/>
                    </a:lnTo>
                    <a:lnTo>
                      <a:pt x="7596" y="5399"/>
                    </a:lnTo>
                    <a:lnTo>
                      <a:pt x="7847" y="5022"/>
                    </a:lnTo>
                    <a:lnTo>
                      <a:pt x="7910" y="4834"/>
                    </a:lnTo>
                    <a:lnTo>
                      <a:pt x="8014" y="4834"/>
                    </a:lnTo>
                    <a:lnTo>
                      <a:pt x="8077" y="4708"/>
                    </a:lnTo>
                    <a:lnTo>
                      <a:pt x="8077" y="4646"/>
                    </a:lnTo>
                    <a:lnTo>
                      <a:pt x="8182" y="4520"/>
                    </a:lnTo>
                    <a:lnTo>
                      <a:pt x="8266" y="4394"/>
                    </a:lnTo>
                    <a:lnTo>
                      <a:pt x="8391" y="4311"/>
                    </a:lnTo>
                    <a:lnTo>
                      <a:pt x="8433" y="4227"/>
                    </a:lnTo>
                    <a:lnTo>
                      <a:pt x="8538" y="4185"/>
                    </a:lnTo>
                    <a:lnTo>
                      <a:pt x="8579" y="4122"/>
                    </a:lnTo>
                    <a:lnTo>
                      <a:pt x="8621" y="4122"/>
                    </a:lnTo>
                    <a:lnTo>
                      <a:pt x="8789" y="3934"/>
                    </a:lnTo>
                    <a:lnTo>
                      <a:pt x="8810" y="3830"/>
                    </a:lnTo>
                    <a:lnTo>
                      <a:pt x="8893" y="3725"/>
                    </a:lnTo>
                    <a:lnTo>
                      <a:pt x="8935" y="3516"/>
                    </a:lnTo>
                    <a:lnTo>
                      <a:pt x="9019" y="3348"/>
                    </a:lnTo>
                    <a:lnTo>
                      <a:pt x="9040" y="3160"/>
                    </a:lnTo>
                    <a:lnTo>
                      <a:pt x="9123" y="2951"/>
                    </a:lnTo>
                    <a:lnTo>
                      <a:pt x="9103" y="2951"/>
                    </a:lnTo>
                    <a:lnTo>
                      <a:pt x="9165" y="2846"/>
                    </a:lnTo>
                    <a:lnTo>
                      <a:pt x="9165" y="2825"/>
                    </a:lnTo>
                    <a:lnTo>
                      <a:pt x="9061" y="2825"/>
                    </a:lnTo>
                    <a:lnTo>
                      <a:pt x="8935" y="2762"/>
                    </a:lnTo>
                    <a:lnTo>
                      <a:pt x="8830" y="2762"/>
                    </a:lnTo>
                    <a:lnTo>
                      <a:pt x="8768" y="2825"/>
                    </a:lnTo>
                    <a:lnTo>
                      <a:pt x="8768" y="2909"/>
                    </a:lnTo>
                    <a:lnTo>
                      <a:pt x="8726" y="3014"/>
                    </a:lnTo>
                    <a:lnTo>
                      <a:pt x="8663" y="3034"/>
                    </a:lnTo>
                    <a:lnTo>
                      <a:pt x="8454" y="3034"/>
                    </a:lnTo>
                    <a:lnTo>
                      <a:pt x="8266" y="2930"/>
                    </a:lnTo>
                    <a:lnTo>
                      <a:pt x="8182" y="2804"/>
                    </a:lnTo>
                    <a:lnTo>
                      <a:pt x="8140" y="2742"/>
                    </a:lnTo>
                    <a:lnTo>
                      <a:pt x="8098" y="2658"/>
                    </a:lnTo>
                    <a:lnTo>
                      <a:pt x="8161" y="2532"/>
                    </a:lnTo>
                    <a:lnTo>
                      <a:pt x="8286" y="2281"/>
                    </a:lnTo>
                    <a:lnTo>
                      <a:pt x="8307" y="2177"/>
                    </a:lnTo>
                    <a:lnTo>
                      <a:pt x="8412" y="2114"/>
                    </a:lnTo>
                    <a:lnTo>
                      <a:pt x="8579" y="2197"/>
                    </a:lnTo>
                    <a:lnTo>
                      <a:pt x="8663" y="2260"/>
                    </a:lnTo>
                    <a:lnTo>
                      <a:pt x="8768" y="2323"/>
                    </a:lnTo>
                    <a:lnTo>
                      <a:pt x="8768" y="2135"/>
                    </a:lnTo>
                    <a:lnTo>
                      <a:pt x="8768" y="1988"/>
                    </a:lnTo>
                    <a:lnTo>
                      <a:pt x="8810" y="1800"/>
                    </a:lnTo>
                    <a:lnTo>
                      <a:pt x="8810" y="1361"/>
                    </a:lnTo>
                    <a:lnTo>
                      <a:pt x="8789" y="1214"/>
                    </a:lnTo>
                    <a:lnTo>
                      <a:pt x="8747" y="1109"/>
                    </a:lnTo>
                    <a:lnTo>
                      <a:pt x="8747" y="1005"/>
                    </a:lnTo>
                    <a:lnTo>
                      <a:pt x="8747" y="984"/>
                    </a:lnTo>
                    <a:lnTo>
                      <a:pt x="8747" y="733"/>
                    </a:lnTo>
                    <a:lnTo>
                      <a:pt x="8684" y="586"/>
                    </a:lnTo>
                    <a:lnTo>
                      <a:pt x="8642" y="440"/>
                    </a:lnTo>
                    <a:lnTo>
                      <a:pt x="8621" y="273"/>
                    </a:lnTo>
                    <a:lnTo>
                      <a:pt x="8517" y="168"/>
                    </a:lnTo>
                    <a:lnTo>
                      <a:pt x="8328" y="126"/>
                    </a:lnTo>
                    <a:lnTo>
                      <a:pt x="8182" y="147"/>
                    </a:lnTo>
                    <a:lnTo>
                      <a:pt x="8098" y="168"/>
                    </a:lnTo>
                    <a:lnTo>
                      <a:pt x="8056" y="147"/>
                    </a:lnTo>
                    <a:lnTo>
                      <a:pt x="7910" y="105"/>
                    </a:lnTo>
                    <a:lnTo>
                      <a:pt x="7847" y="105"/>
                    </a:lnTo>
                    <a:lnTo>
                      <a:pt x="7784" y="21"/>
                    </a:lnTo>
                    <a:lnTo>
                      <a:pt x="765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1498" name="Google Shape;1498;p60"/>
            <p:cNvSpPr/>
            <p:nvPr/>
          </p:nvSpPr>
          <p:spPr>
            <a:xfrm>
              <a:off x="3292646" y="3020419"/>
              <a:ext cx="18695" cy="5482"/>
            </a:xfrm>
            <a:custGeom>
              <a:avLst/>
              <a:gdLst/>
              <a:ahLst/>
              <a:cxnLst/>
              <a:rect l="l" t="t" r="r" b="b"/>
              <a:pathLst>
                <a:path w="1570" h="482" extrusionOk="0">
                  <a:moveTo>
                    <a:pt x="189" y="0"/>
                  </a:moveTo>
                  <a:lnTo>
                    <a:pt x="126" y="84"/>
                  </a:lnTo>
                  <a:lnTo>
                    <a:pt x="21" y="147"/>
                  </a:lnTo>
                  <a:lnTo>
                    <a:pt x="21" y="209"/>
                  </a:lnTo>
                  <a:lnTo>
                    <a:pt x="0" y="272"/>
                  </a:lnTo>
                  <a:lnTo>
                    <a:pt x="42" y="377"/>
                  </a:lnTo>
                  <a:lnTo>
                    <a:pt x="314" y="377"/>
                  </a:lnTo>
                  <a:lnTo>
                    <a:pt x="398" y="398"/>
                  </a:lnTo>
                  <a:lnTo>
                    <a:pt x="607" y="356"/>
                  </a:lnTo>
                  <a:lnTo>
                    <a:pt x="691" y="377"/>
                  </a:lnTo>
                  <a:lnTo>
                    <a:pt x="837" y="293"/>
                  </a:lnTo>
                  <a:cubicBezTo>
                    <a:pt x="1026" y="398"/>
                    <a:pt x="1235" y="356"/>
                    <a:pt x="1423" y="481"/>
                  </a:cubicBezTo>
                  <a:lnTo>
                    <a:pt x="1570" y="460"/>
                  </a:lnTo>
                  <a:lnTo>
                    <a:pt x="1528" y="398"/>
                  </a:lnTo>
                  <a:lnTo>
                    <a:pt x="1444" y="460"/>
                  </a:lnTo>
                  <a:lnTo>
                    <a:pt x="1444" y="440"/>
                  </a:lnTo>
                  <a:cubicBezTo>
                    <a:pt x="1360" y="377"/>
                    <a:pt x="1318" y="356"/>
                    <a:pt x="1235" y="335"/>
                  </a:cubicBezTo>
                  <a:lnTo>
                    <a:pt x="1277" y="293"/>
                  </a:lnTo>
                  <a:lnTo>
                    <a:pt x="1130" y="251"/>
                  </a:lnTo>
                  <a:lnTo>
                    <a:pt x="1046" y="335"/>
                  </a:lnTo>
                  <a:cubicBezTo>
                    <a:pt x="1005" y="335"/>
                    <a:pt x="942" y="335"/>
                    <a:pt x="921" y="293"/>
                  </a:cubicBezTo>
                  <a:lnTo>
                    <a:pt x="921" y="272"/>
                  </a:lnTo>
                  <a:lnTo>
                    <a:pt x="1046" y="147"/>
                  </a:lnTo>
                  <a:lnTo>
                    <a:pt x="942" y="105"/>
                  </a:lnTo>
                  <a:lnTo>
                    <a:pt x="921" y="42"/>
                  </a:lnTo>
                  <a:lnTo>
                    <a:pt x="837" y="0"/>
                  </a:lnTo>
                  <a:lnTo>
                    <a:pt x="607" y="42"/>
                  </a:lnTo>
                  <a:lnTo>
                    <a:pt x="18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499" name="Google Shape;1499;p60"/>
            <p:cNvSpPr/>
            <p:nvPr/>
          </p:nvSpPr>
          <p:spPr>
            <a:xfrm>
              <a:off x="3260258" y="3010662"/>
              <a:ext cx="26423" cy="16661"/>
            </a:xfrm>
            <a:custGeom>
              <a:avLst/>
              <a:gdLst/>
              <a:ahLst/>
              <a:cxnLst/>
              <a:rect l="l" t="t" r="r" b="b"/>
              <a:pathLst>
                <a:path w="2219" h="1465" extrusionOk="0">
                  <a:moveTo>
                    <a:pt x="481" y="0"/>
                  </a:moveTo>
                  <a:lnTo>
                    <a:pt x="293" y="42"/>
                  </a:lnTo>
                  <a:lnTo>
                    <a:pt x="230" y="147"/>
                  </a:lnTo>
                  <a:lnTo>
                    <a:pt x="230" y="209"/>
                  </a:lnTo>
                  <a:lnTo>
                    <a:pt x="189" y="314"/>
                  </a:lnTo>
                  <a:lnTo>
                    <a:pt x="230" y="398"/>
                  </a:lnTo>
                  <a:lnTo>
                    <a:pt x="189" y="523"/>
                  </a:lnTo>
                  <a:lnTo>
                    <a:pt x="105" y="586"/>
                  </a:lnTo>
                  <a:lnTo>
                    <a:pt x="84" y="607"/>
                  </a:lnTo>
                  <a:lnTo>
                    <a:pt x="126" y="733"/>
                  </a:lnTo>
                  <a:lnTo>
                    <a:pt x="126" y="837"/>
                  </a:lnTo>
                  <a:lnTo>
                    <a:pt x="126" y="900"/>
                  </a:lnTo>
                  <a:lnTo>
                    <a:pt x="0" y="1046"/>
                  </a:lnTo>
                  <a:lnTo>
                    <a:pt x="0" y="1109"/>
                  </a:lnTo>
                  <a:lnTo>
                    <a:pt x="63" y="1130"/>
                  </a:lnTo>
                  <a:lnTo>
                    <a:pt x="126" y="1256"/>
                  </a:lnTo>
                  <a:lnTo>
                    <a:pt x="84" y="1339"/>
                  </a:lnTo>
                  <a:lnTo>
                    <a:pt x="189" y="1402"/>
                  </a:lnTo>
                  <a:lnTo>
                    <a:pt x="230" y="1444"/>
                  </a:lnTo>
                  <a:lnTo>
                    <a:pt x="293" y="1465"/>
                  </a:lnTo>
                  <a:lnTo>
                    <a:pt x="377" y="1318"/>
                  </a:lnTo>
                  <a:lnTo>
                    <a:pt x="502" y="1130"/>
                  </a:lnTo>
                  <a:lnTo>
                    <a:pt x="502" y="1088"/>
                  </a:lnTo>
                  <a:lnTo>
                    <a:pt x="544" y="984"/>
                  </a:lnTo>
                  <a:lnTo>
                    <a:pt x="607" y="1046"/>
                  </a:lnTo>
                  <a:lnTo>
                    <a:pt x="691" y="1046"/>
                  </a:lnTo>
                  <a:lnTo>
                    <a:pt x="753" y="921"/>
                  </a:lnTo>
                  <a:lnTo>
                    <a:pt x="837" y="984"/>
                  </a:lnTo>
                  <a:lnTo>
                    <a:pt x="837" y="1088"/>
                  </a:lnTo>
                  <a:lnTo>
                    <a:pt x="921" y="1130"/>
                  </a:lnTo>
                  <a:lnTo>
                    <a:pt x="1067" y="1088"/>
                  </a:lnTo>
                  <a:lnTo>
                    <a:pt x="1235" y="942"/>
                  </a:lnTo>
                  <a:lnTo>
                    <a:pt x="1381" y="900"/>
                  </a:lnTo>
                  <a:lnTo>
                    <a:pt x="1569" y="921"/>
                  </a:lnTo>
                  <a:lnTo>
                    <a:pt x="1674" y="900"/>
                  </a:lnTo>
                  <a:lnTo>
                    <a:pt x="1758" y="942"/>
                  </a:lnTo>
                  <a:lnTo>
                    <a:pt x="1883" y="984"/>
                  </a:lnTo>
                  <a:lnTo>
                    <a:pt x="2072" y="1005"/>
                  </a:lnTo>
                  <a:lnTo>
                    <a:pt x="2093" y="921"/>
                  </a:lnTo>
                  <a:lnTo>
                    <a:pt x="2176" y="921"/>
                  </a:lnTo>
                  <a:lnTo>
                    <a:pt x="2218" y="816"/>
                  </a:lnTo>
                  <a:lnTo>
                    <a:pt x="2176" y="733"/>
                  </a:lnTo>
                  <a:lnTo>
                    <a:pt x="1946" y="607"/>
                  </a:lnTo>
                  <a:lnTo>
                    <a:pt x="1862" y="607"/>
                  </a:lnTo>
                  <a:lnTo>
                    <a:pt x="1695" y="565"/>
                  </a:lnTo>
                  <a:lnTo>
                    <a:pt x="1632" y="565"/>
                  </a:lnTo>
                  <a:lnTo>
                    <a:pt x="1465" y="502"/>
                  </a:lnTo>
                  <a:lnTo>
                    <a:pt x="1277" y="398"/>
                  </a:lnTo>
                  <a:lnTo>
                    <a:pt x="1172" y="398"/>
                  </a:lnTo>
                  <a:lnTo>
                    <a:pt x="1256" y="377"/>
                  </a:lnTo>
                  <a:lnTo>
                    <a:pt x="1423" y="419"/>
                  </a:lnTo>
                  <a:lnTo>
                    <a:pt x="1674" y="419"/>
                  </a:lnTo>
                  <a:lnTo>
                    <a:pt x="1779" y="398"/>
                  </a:lnTo>
                  <a:lnTo>
                    <a:pt x="1695" y="356"/>
                  </a:lnTo>
                  <a:lnTo>
                    <a:pt x="1632" y="356"/>
                  </a:lnTo>
                  <a:lnTo>
                    <a:pt x="1444" y="314"/>
                  </a:lnTo>
                  <a:lnTo>
                    <a:pt x="1360" y="147"/>
                  </a:lnTo>
                  <a:lnTo>
                    <a:pt x="1256" y="147"/>
                  </a:lnTo>
                  <a:lnTo>
                    <a:pt x="1214" y="168"/>
                  </a:lnTo>
                  <a:lnTo>
                    <a:pt x="1130" y="105"/>
                  </a:lnTo>
                  <a:lnTo>
                    <a:pt x="649" y="0"/>
                  </a:lnTo>
                  <a:lnTo>
                    <a:pt x="586" y="42"/>
                  </a:lnTo>
                  <a:lnTo>
                    <a:pt x="48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00" name="Google Shape;1500;p60"/>
            <p:cNvSpPr/>
            <p:nvPr/>
          </p:nvSpPr>
          <p:spPr>
            <a:xfrm>
              <a:off x="3408744" y="2329870"/>
              <a:ext cx="289769" cy="354333"/>
            </a:xfrm>
            <a:custGeom>
              <a:avLst/>
              <a:gdLst/>
              <a:ahLst/>
              <a:cxnLst/>
              <a:rect l="l" t="t" r="r" b="b"/>
              <a:pathLst>
                <a:path w="24335" h="31157" extrusionOk="0">
                  <a:moveTo>
                    <a:pt x="19167" y="16300"/>
                  </a:moveTo>
                  <a:lnTo>
                    <a:pt x="19161" y="16311"/>
                  </a:lnTo>
                  <a:lnTo>
                    <a:pt x="19167" y="16321"/>
                  </a:lnTo>
                  <a:lnTo>
                    <a:pt x="19167" y="16300"/>
                  </a:lnTo>
                  <a:close/>
                  <a:moveTo>
                    <a:pt x="16572" y="17849"/>
                  </a:moveTo>
                  <a:lnTo>
                    <a:pt x="16593" y="17870"/>
                  </a:lnTo>
                  <a:lnTo>
                    <a:pt x="16509" y="17870"/>
                  </a:lnTo>
                  <a:lnTo>
                    <a:pt x="16509" y="17849"/>
                  </a:lnTo>
                  <a:close/>
                  <a:moveTo>
                    <a:pt x="4771" y="22933"/>
                  </a:moveTo>
                  <a:lnTo>
                    <a:pt x="4813" y="22996"/>
                  </a:lnTo>
                  <a:lnTo>
                    <a:pt x="4792" y="23038"/>
                  </a:lnTo>
                  <a:lnTo>
                    <a:pt x="4750" y="23038"/>
                  </a:lnTo>
                  <a:lnTo>
                    <a:pt x="4688" y="23059"/>
                  </a:lnTo>
                  <a:lnTo>
                    <a:pt x="4709" y="23142"/>
                  </a:lnTo>
                  <a:lnTo>
                    <a:pt x="4792" y="23205"/>
                  </a:lnTo>
                  <a:lnTo>
                    <a:pt x="4960" y="23205"/>
                  </a:lnTo>
                  <a:lnTo>
                    <a:pt x="4981" y="23163"/>
                  </a:lnTo>
                  <a:lnTo>
                    <a:pt x="4960" y="23121"/>
                  </a:lnTo>
                  <a:lnTo>
                    <a:pt x="4960" y="23059"/>
                  </a:lnTo>
                  <a:lnTo>
                    <a:pt x="5001" y="23038"/>
                  </a:lnTo>
                  <a:lnTo>
                    <a:pt x="5127" y="23059"/>
                  </a:lnTo>
                  <a:lnTo>
                    <a:pt x="5169" y="23121"/>
                  </a:lnTo>
                  <a:lnTo>
                    <a:pt x="5106" y="23163"/>
                  </a:lnTo>
                  <a:lnTo>
                    <a:pt x="4960" y="23226"/>
                  </a:lnTo>
                  <a:lnTo>
                    <a:pt x="4750" y="23226"/>
                  </a:lnTo>
                  <a:lnTo>
                    <a:pt x="4750" y="23268"/>
                  </a:lnTo>
                  <a:lnTo>
                    <a:pt x="4855" y="23435"/>
                  </a:lnTo>
                  <a:lnTo>
                    <a:pt x="4981" y="23519"/>
                  </a:lnTo>
                  <a:lnTo>
                    <a:pt x="5064" y="23540"/>
                  </a:lnTo>
                  <a:lnTo>
                    <a:pt x="5085" y="23519"/>
                  </a:lnTo>
                  <a:lnTo>
                    <a:pt x="5190" y="23477"/>
                  </a:lnTo>
                  <a:lnTo>
                    <a:pt x="5211" y="23540"/>
                  </a:lnTo>
                  <a:lnTo>
                    <a:pt x="5190" y="23561"/>
                  </a:lnTo>
                  <a:lnTo>
                    <a:pt x="5127" y="23561"/>
                  </a:lnTo>
                  <a:lnTo>
                    <a:pt x="5064" y="23582"/>
                  </a:lnTo>
                  <a:lnTo>
                    <a:pt x="4897" y="23540"/>
                  </a:lnTo>
                  <a:lnTo>
                    <a:pt x="4771" y="23477"/>
                  </a:lnTo>
                  <a:lnTo>
                    <a:pt x="4646" y="23352"/>
                  </a:lnTo>
                  <a:lnTo>
                    <a:pt x="4541" y="23310"/>
                  </a:lnTo>
                  <a:lnTo>
                    <a:pt x="4436" y="23310"/>
                  </a:lnTo>
                  <a:lnTo>
                    <a:pt x="4332" y="23205"/>
                  </a:lnTo>
                  <a:lnTo>
                    <a:pt x="4185" y="23142"/>
                  </a:lnTo>
                  <a:lnTo>
                    <a:pt x="4164" y="23121"/>
                  </a:lnTo>
                  <a:lnTo>
                    <a:pt x="4081" y="23121"/>
                  </a:lnTo>
                  <a:lnTo>
                    <a:pt x="4018" y="23142"/>
                  </a:lnTo>
                  <a:lnTo>
                    <a:pt x="3913" y="23142"/>
                  </a:lnTo>
                  <a:lnTo>
                    <a:pt x="3892" y="23132"/>
                  </a:lnTo>
                  <a:lnTo>
                    <a:pt x="3892" y="23132"/>
                  </a:lnTo>
                  <a:lnTo>
                    <a:pt x="3913" y="23121"/>
                  </a:lnTo>
                  <a:lnTo>
                    <a:pt x="3976" y="23121"/>
                  </a:lnTo>
                  <a:lnTo>
                    <a:pt x="4123" y="23100"/>
                  </a:lnTo>
                  <a:lnTo>
                    <a:pt x="4164" y="23038"/>
                  </a:lnTo>
                  <a:lnTo>
                    <a:pt x="4185" y="23038"/>
                  </a:lnTo>
                  <a:lnTo>
                    <a:pt x="4185" y="23100"/>
                  </a:lnTo>
                  <a:lnTo>
                    <a:pt x="4248" y="23121"/>
                  </a:lnTo>
                  <a:lnTo>
                    <a:pt x="4332" y="23121"/>
                  </a:lnTo>
                  <a:lnTo>
                    <a:pt x="4436" y="23247"/>
                  </a:lnTo>
                  <a:lnTo>
                    <a:pt x="4478" y="23268"/>
                  </a:lnTo>
                  <a:lnTo>
                    <a:pt x="4562" y="23226"/>
                  </a:lnTo>
                  <a:lnTo>
                    <a:pt x="4604" y="23142"/>
                  </a:lnTo>
                  <a:lnTo>
                    <a:pt x="4604" y="23059"/>
                  </a:lnTo>
                  <a:lnTo>
                    <a:pt x="4583" y="23017"/>
                  </a:lnTo>
                  <a:lnTo>
                    <a:pt x="4583" y="22954"/>
                  </a:lnTo>
                  <a:lnTo>
                    <a:pt x="4688" y="22954"/>
                  </a:lnTo>
                  <a:lnTo>
                    <a:pt x="4709" y="22933"/>
                  </a:lnTo>
                  <a:close/>
                  <a:moveTo>
                    <a:pt x="4269" y="25193"/>
                  </a:moveTo>
                  <a:lnTo>
                    <a:pt x="4290" y="25277"/>
                  </a:lnTo>
                  <a:lnTo>
                    <a:pt x="4395" y="25297"/>
                  </a:lnTo>
                  <a:lnTo>
                    <a:pt x="4436" y="25339"/>
                  </a:lnTo>
                  <a:lnTo>
                    <a:pt x="4353" y="25339"/>
                  </a:lnTo>
                  <a:lnTo>
                    <a:pt x="4290" y="25318"/>
                  </a:lnTo>
                  <a:lnTo>
                    <a:pt x="4123" y="25318"/>
                  </a:lnTo>
                  <a:lnTo>
                    <a:pt x="4060" y="25381"/>
                  </a:lnTo>
                  <a:lnTo>
                    <a:pt x="4039" y="25318"/>
                  </a:lnTo>
                  <a:lnTo>
                    <a:pt x="3976" y="25339"/>
                  </a:lnTo>
                  <a:lnTo>
                    <a:pt x="3955" y="25444"/>
                  </a:lnTo>
                  <a:lnTo>
                    <a:pt x="3913" y="25486"/>
                  </a:lnTo>
                  <a:lnTo>
                    <a:pt x="3851" y="25528"/>
                  </a:lnTo>
                  <a:lnTo>
                    <a:pt x="3725" y="25549"/>
                  </a:lnTo>
                  <a:lnTo>
                    <a:pt x="3641" y="25611"/>
                  </a:lnTo>
                  <a:lnTo>
                    <a:pt x="3725" y="25528"/>
                  </a:lnTo>
                  <a:lnTo>
                    <a:pt x="3830" y="25507"/>
                  </a:lnTo>
                  <a:lnTo>
                    <a:pt x="3872" y="25444"/>
                  </a:lnTo>
                  <a:lnTo>
                    <a:pt x="3913" y="25381"/>
                  </a:lnTo>
                  <a:lnTo>
                    <a:pt x="3955" y="25318"/>
                  </a:lnTo>
                  <a:lnTo>
                    <a:pt x="4018" y="25318"/>
                  </a:lnTo>
                  <a:lnTo>
                    <a:pt x="4227" y="25193"/>
                  </a:lnTo>
                  <a:close/>
                  <a:moveTo>
                    <a:pt x="16614" y="1"/>
                  </a:moveTo>
                  <a:lnTo>
                    <a:pt x="16530" y="22"/>
                  </a:lnTo>
                  <a:lnTo>
                    <a:pt x="16489" y="84"/>
                  </a:lnTo>
                  <a:lnTo>
                    <a:pt x="16489" y="168"/>
                  </a:lnTo>
                  <a:lnTo>
                    <a:pt x="16509" y="273"/>
                  </a:lnTo>
                  <a:lnTo>
                    <a:pt x="16509" y="336"/>
                  </a:lnTo>
                  <a:lnTo>
                    <a:pt x="16468" y="398"/>
                  </a:lnTo>
                  <a:lnTo>
                    <a:pt x="16405" y="336"/>
                  </a:lnTo>
                  <a:lnTo>
                    <a:pt x="16384" y="210"/>
                  </a:lnTo>
                  <a:lnTo>
                    <a:pt x="16321" y="126"/>
                  </a:lnTo>
                  <a:lnTo>
                    <a:pt x="16279" y="126"/>
                  </a:lnTo>
                  <a:lnTo>
                    <a:pt x="16216" y="84"/>
                  </a:lnTo>
                  <a:lnTo>
                    <a:pt x="16175" y="64"/>
                  </a:lnTo>
                  <a:lnTo>
                    <a:pt x="16154" y="105"/>
                  </a:lnTo>
                  <a:lnTo>
                    <a:pt x="16112" y="210"/>
                  </a:lnTo>
                  <a:lnTo>
                    <a:pt x="16070" y="273"/>
                  </a:lnTo>
                  <a:lnTo>
                    <a:pt x="15986" y="231"/>
                  </a:lnTo>
                  <a:lnTo>
                    <a:pt x="15903" y="273"/>
                  </a:lnTo>
                  <a:lnTo>
                    <a:pt x="15882" y="377"/>
                  </a:lnTo>
                  <a:lnTo>
                    <a:pt x="15924" y="440"/>
                  </a:lnTo>
                  <a:lnTo>
                    <a:pt x="15965" y="503"/>
                  </a:lnTo>
                  <a:lnTo>
                    <a:pt x="15882" y="587"/>
                  </a:lnTo>
                  <a:lnTo>
                    <a:pt x="15777" y="712"/>
                  </a:lnTo>
                  <a:lnTo>
                    <a:pt x="15777" y="754"/>
                  </a:lnTo>
                  <a:lnTo>
                    <a:pt x="15861" y="796"/>
                  </a:lnTo>
                  <a:lnTo>
                    <a:pt x="15882" y="838"/>
                  </a:lnTo>
                  <a:lnTo>
                    <a:pt x="15840" y="901"/>
                  </a:lnTo>
                  <a:lnTo>
                    <a:pt x="15777" y="901"/>
                  </a:lnTo>
                  <a:lnTo>
                    <a:pt x="15631" y="817"/>
                  </a:lnTo>
                  <a:lnTo>
                    <a:pt x="15421" y="817"/>
                  </a:lnTo>
                  <a:lnTo>
                    <a:pt x="15380" y="963"/>
                  </a:lnTo>
                  <a:lnTo>
                    <a:pt x="15421" y="1131"/>
                  </a:lnTo>
                  <a:lnTo>
                    <a:pt x="15484" y="1277"/>
                  </a:lnTo>
                  <a:lnTo>
                    <a:pt x="15631" y="1340"/>
                  </a:lnTo>
                  <a:lnTo>
                    <a:pt x="15672" y="1382"/>
                  </a:lnTo>
                  <a:lnTo>
                    <a:pt x="15672" y="1445"/>
                  </a:lnTo>
                  <a:lnTo>
                    <a:pt x="15547" y="1403"/>
                  </a:lnTo>
                  <a:lnTo>
                    <a:pt x="15421" y="1340"/>
                  </a:lnTo>
                  <a:lnTo>
                    <a:pt x="15317" y="1152"/>
                  </a:lnTo>
                  <a:lnTo>
                    <a:pt x="15128" y="1026"/>
                  </a:lnTo>
                  <a:lnTo>
                    <a:pt x="15045" y="963"/>
                  </a:lnTo>
                  <a:lnTo>
                    <a:pt x="15024" y="1026"/>
                  </a:lnTo>
                  <a:lnTo>
                    <a:pt x="15045" y="1068"/>
                  </a:lnTo>
                  <a:lnTo>
                    <a:pt x="15045" y="1173"/>
                  </a:lnTo>
                  <a:lnTo>
                    <a:pt x="15066" y="1256"/>
                  </a:lnTo>
                  <a:lnTo>
                    <a:pt x="15128" y="1340"/>
                  </a:lnTo>
                  <a:lnTo>
                    <a:pt x="15128" y="1465"/>
                  </a:lnTo>
                  <a:lnTo>
                    <a:pt x="15045" y="1549"/>
                  </a:lnTo>
                  <a:lnTo>
                    <a:pt x="15045" y="1382"/>
                  </a:lnTo>
                  <a:lnTo>
                    <a:pt x="15003" y="1256"/>
                  </a:lnTo>
                  <a:lnTo>
                    <a:pt x="14919" y="1110"/>
                  </a:lnTo>
                  <a:lnTo>
                    <a:pt x="14919" y="1026"/>
                  </a:lnTo>
                  <a:lnTo>
                    <a:pt x="14836" y="921"/>
                  </a:lnTo>
                  <a:lnTo>
                    <a:pt x="14731" y="859"/>
                  </a:lnTo>
                  <a:lnTo>
                    <a:pt x="14647" y="984"/>
                  </a:lnTo>
                  <a:lnTo>
                    <a:pt x="14605" y="1068"/>
                  </a:lnTo>
                  <a:lnTo>
                    <a:pt x="14543" y="984"/>
                  </a:lnTo>
                  <a:lnTo>
                    <a:pt x="14605" y="921"/>
                  </a:lnTo>
                  <a:lnTo>
                    <a:pt x="14605" y="859"/>
                  </a:lnTo>
                  <a:lnTo>
                    <a:pt x="14522" y="817"/>
                  </a:lnTo>
                  <a:lnTo>
                    <a:pt x="14501" y="733"/>
                  </a:lnTo>
                  <a:lnTo>
                    <a:pt x="14480" y="691"/>
                  </a:lnTo>
                  <a:lnTo>
                    <a:pt x="14375" y="691"/>
                  </a:lnTo>
                  <a:lnTo>
                    <a:pt x="14292" y="733"/>
                  </a:lnTo>
                  <a:lnTo>
                    <a:pt x="14271" y="712"/>
                  </a:lnTo>
                  <a:lnTo>
                    <a:pt x="14292" y="628"/>
                  </a:lnTo>
                  <a:lnTo>
                    <a:pt x="14375" y="545"/>
                  </a:lnTo>
                  <a:lnTo>
                    <a:pt x="14271" y="566"/>
                  </a:lnTo>
                  <a:lnTo>
                    <a:pt x="14166" y="670"/>
                  </a:lnTo>
                  <a:lnTo>
                    <a:pt x="14124" y="754"/>
                  </a:lnTo>
                  <a:lnTo>
                    <a:pt x="14020" y="817"/>
                  </a:lnTo>
                  <a:lnTo>
                    <a:pt x="13957" y="838"/>
                  </a:lnTo>
                  <a:lnTo>
                    <a:pt x="13852" y="984"/>
                  </a:lnTo>
                  <a:lnTo>
                    <a:pt x="13810" y="984"/>
                  </a:lnTo>
                  <a:lnTo>
                    <a:pt x="13768" y="880"/>
                  </a:lnTo>
                  <a:lnTo>
                    <a:pt x="13685" y="817"/>
                  </a:lnTo>
                  <a:lnTo>
                    <a:pt x="13643" y="817"/>
                  </a:lnTo>
                  <a:lnTo>
                    <a:pt x="13601" y="880"/>
                  </a:lnTo>
                  <a:lnTo>
                    <a:pt x="13580" y="963"/>
                  </a:lnTo>
                  <a:lnTo>
                    <a:pt x="13601" y="1089"/>
                  </a:lnTo>
                  <a:lnTo>
                    <a:pt x="13768" y="1193"/>
                  </a:lnTo>
                  <a:lnTo>
                    <a:pt x="13768" y="1256"/>
                  </a:lnTo>
                  <a:lnTo>
                    <a:pt x="13685" y="1256"/>
                  </a:lnTo>
                  <a:lnTo>
                    <a:pt x="13643" y="1382"/>
                  </a:lnTo>
                  <a:lnTo>
                    <a:pt x="13643" y="1507"/>
                  </a:lnTo>
                  <a:lnTo>
                    <a:pt x="13768" y="1591"/>
                  </a:lnTo>
                  <a:lnTo>
                    <a:pt x="13852" y="1570"/>
                  </a:lnTo>
                  <a:lnTo>
                    <a:pt x="13915" y="1507"/>
                  </a:lnTo>
                  <a:lnTo>
                    <a:pt x="14103" y="1507"/>
                  </a:lnTo>
                  <a:lnTo>
                    <a:pt x="14229" y="1675"/>
                  </a:lnTo>
                  <a:lnTo>
                    <a:pt x="14333" y="1717"/>
                  </a:lnTo>
                  <a:lnTo>
                    <a:pt x="14396" y="1800"/>
                  </a:lnTo>
                  <a:lnTo>
                    <a:pt x="14375" y="1863"/>
                  </a:lnTo>
                  <a:lnTo>
                    <a:pt x="14375" y="1926"/>
                  </a:lnTo>
                  <a:lnTo>
                    <a:pt x="14396" y="2072"/>
                  </a:lnTo>
                  <a:lnTo>
                    <a:pt x="14333" y="2219"/>
                  </a:lnTo>
                  <a:lnTo>
                    <a:pt x="14333" y="2302"/>
                  </a:lnTo>
                  <a:lnTo>
                    <a:pt x="14417" y="2407"/>
                  </a:lnTo>
                  <a:lnTo>
                    <a:pt x="14417" y="2533"/>
                  </a:lnTo>
                  <a:lnTo>
                    <a:pt x="14438" y="2616"/>
                  </a:lnTo>
                  <a:lnTo>
                    <a:pt x="14543" y="2700"/>
                  </a:lnTo>
                  <a:lnTo>
                    <a:pt x="14626" y="2700"/>
                  </a:lnTo>
                  <a:lnTo>
                    <a:pt x="14710" y="2784"/>
                  </a:lnTo>
                  <a:lnTo>
                    <a:pt x="14836" y="2846"/>
                  </a:lnTo>
                  <a:lnTo>
                    <a:pt x="14836" y="2909"/>
                  </a:lnTo>
                  <a:lnTo>
                    <a:pt x="14856" y="2993"/>
                  </a:lnTo>
                  <a:lnTo>
                    <a:pt x="14731" y="2888"/>
                  </a:lnTo>
                  <a:lnTo>
                    <a:pt x="14584" y="2805"/>
                  </a:lnTo>
                  <a:lnTo>
                    <a:pt x="14417" y="2805"/>
                  </a:lnTo>
                  <a:lnTo>
                    <a:pt x="14333" y="2742"/>
                  </a:lnTo>
                  <a:lnTo>
                    <a:pt x="14312" y="2679"/>
                  </a:lnTo>
                  <a:lnTo>
                    <a:pt x="14312" y="2533"/>
                  </a:lnTo>
                  <a:lnTo>
                    <a:pt x="14271" y="2323"/>
                  </a:lnTo>
                  <a:lnTo>
                    <a:pt x="14312" y="2219"/>
                  </a:lnTo>
                  <a:lnTo>
                    <a:pt x="14312" y="2114"/>
                  </a:lnTo>
                  <a:lnTo>
                    <a:pt x="14208" y="2009"/>
                  </a:lnTo>
                  <a:lnTo>
                    <a:pt x="14208" y="1926"/>
                  </a:lnTo>
                  <a:lnTo>
                    <a:pt x="14166" y="1779"/>
                  </a:lnTo>
                  <a:lnTo>
                    <a:pt x="14103" y="1737"/>
                  </a:lnTo>
                  <a:lnTo>
                    <a:pt x="14020" y="1696"/>
                  </a:lnTo>
                  <a:lnTo>
                    <a:pt x="13957" y="1654"/>
                  </a:lnTo>
                  <a:lnTo>
                    <a:pt x="13852" y="1633"/>
                  </a:lnTo>
                  <a:lnTo>
                    <a:pt x="13748" y="1675"/>
                  </a:lnTo>
                  <a:lnTo>
                    <a:pt x="13601" y="1696"/>
                  </a:lnTo>
                  <a:lnTo>
                    <a:pt x="13538" y="1675"/>
                  </a:lnTo>
                  <a:lnTo>
                    <a:pt x="13476" y="1675"/>
                  </a:lnTo>
                  <a:lnTo>
                    <a:pt x="13434" y="1863"/>
                  </a:lnTo>
                  <a:lnTo>
                    <a:pt x="13476" y="1905"/>
                  </a:lnTo>
                  <a:lnTo>
                    <a:pt x="13476" y="2009"/>
                  </a:lnTo>
                  <a:lnTo>
                    <a:pt x="13434" y="2072"/>
                  </a:lnTo>
                  <a:lnTo>
                    <a:pt x="13266" y="1989"/>
                  </a:lnTo>
                  <a:lnTo>
                    <a:pt x="13078" y="1779"/>
                  </a:lnTo>
                  <a:lnTo>
                    <a:pt x="13036" y="1779"/>
                  </a:lnTo>
                  <a:lnTo>
                    <a:pt x="12973" y="1821"/>
                  </a:lnTo>
                  <a:lnTo>
                    <a:pt x="12931" y="1821"/>
                  </a:lnTo>
                  <a:lnTo>
                    <a:pt x="12869" y="1758"/>
                  </a:lnTo>
                  <a:lnTo>
                    <a:pt x="12701" y="1717"/>
                  </a:lnTo>
                  <a:lnTo>
                    <a:pt x="12639" y="1779"/>
                  </a:lnTo>
                  <a:lnTo>
                    <a:pt x="12639" y="1884"/>
                  </a:lnTo>
                  <a:lnTo>
                    <a:pt x="12701" y="2009"/>
                  </a:lnTo>
                  <a:lnTo>
                    <a:pt x="12639" y="2093"/>
                  </a:lnTo>
                  <a:lnTo>
                    <a:pt x="12701" y="2198"/>
                  </a:lnTo>
                  <a:lnTo>
                    <a:pt x="12743" y="2344"/>
                  </a:lnTo>
                  <a:lnTo>
                    <a:pt x="12722" y="2491"/>
                  </a:lnTo>
                  <a:lnTo>
                    <a:pt x="12743" y="2533"/>
                  </a:lnTo>
                  <a:lnTo>
                    <a:pt x="12764" y="2700"/>
                  </a:lnTo>
                  <a:lnTo>
                    <a:pt x="12743" y="2742"/>
                  </a:lnTo>
                  <a:lnTo>
                    <a:pt x="12743" y="2846"/>
                  </a:lnTo>
                  <a:lnTo>
                    <a:pt x="12827" y="3014"/>
                  </a:lnTo>
                  <a:lnTo>
                    <a:pt x="12848" y="3118"/>
                  </a:lnTo>
                  <a:lnTo>
                    <a:pt x="12827" y="3265"/>
                  </a:lnTo>
                  <a:lnTo>
                    <a:pt x="12827" y="3349"/>
                  </a:lnTo>
                  <a:lnTo>
                    <a:pt x="12911" y="3453"/>
                  </a:lnTo>
                  <a:lnTo>
                    <a:pt x="12931" y="3579"/>
                  </a:lnTo>
                  <a:lnTo>
                    <a:pt x="12931" y="3662"/>
                  </a:lnTo>
                  <a:lnTo>
                    <a:pt x="13057" y="3767"/>
                  </a:lnTo>
                  <a:lnTo>
                    <a:pt x="13120" y="3851"/>
                  </a:lnTo>
                  <a:lnTo>
                    <a:pt x="13120" y="3955"/>
                  </a:lnTo>
                  <a:lnTo>
                    <a:pt x="13162" y="3997"/>
                  </a:lnTo>
                  <a:lnTo>
                    <a:pt x="13245" y="3997"/>
                  </a:lnTo>
                  <a:lnTo>
                    <a:pt x="13245" y="4060"/>
                  </a:lnTo>
                  <a:lnTo>
                    <a:pt x="13266" y="4123"/>
                  </a:lnTo>
                  <a:lnTo>
                    <a:pt x="13371" y="4186"/>
                  </a:lnTo>
                  <a:lnTo>
                    <a:pt x="13392" y="4206"/>
                  </a:lnTo>
                  <a:lnTo>
                    <a:pt x="13371" y="4227"/>
                  </a:lnTo>
                  <a:lnTo>
                    <a:pt x="13266" y="4227"/>
                  </a:lnTo>
                  <a:lnTo>
                    <a:pt x="13224" y="4206"/>
                  </a:lnTo>
                  <a:lnTo>
                    <a:pt x="13141" y="4206"/>
                  </a:lnTo>
                  <a:lnTo>
                    <a:pt x="13078" y="4165"/>
                  </a:lnTo>
                  <a:lnTo>
                    <a:pt x="13078" y="4081"/>
                  </a:lnTo>
                  <a:lnTo>
                    <a:pt x="13057" y="4018"/>
                  </a:lnTo>
                  <a:lnTo>
                    <a:pt x="12973" y="3997"/>
                  </a:lnTo>
                  <a:lnTo>
                    <a:pt x="12911" y="4018"/>
                  </a:lnTo>
                  <a:lnTo>
                    <a:pt x="12848" y="4018"/>
                  </a:lnTo>
                  <a:lnTo>
                    <a:pt x="12827" y="3976"/>
                  </a:lnTo>
                  <a:lnTo>
                    <a:pt x="12827" y="3872"/>
                  </a:lnTo>
                  <a:lnTo>
                    <a:pt x="12806" y="3851"/>
                  </a:lnTo>
                  <a:lnTo>
                    <a:pt x="12743" y="3893"/>
                  </a:lnTo>
                  <a:lnTo>
                    <a:pt x="12659" y="4060"/>
                  </a:lnTo>
                  <a:lnTo>
                    <a:pt x="12534" y="4102"/>
                  </a:lnTo>
                  <a:lnTo>
                    <a:pt x="12450" y="4102"/>
                  </a:lnTo>
                  <a:lnTo>
                    <a:pt x="12325" y="3997"/>
                  </a:lnTo>
                  <a:lnTo>
                    <a:pt x="12220" y="3997"/>
                  </a:lnTo>
                  <a:lnTo>
                    <a:pt x="12178" y="3914"/>
                  </a:lnTo>
                  <a:lnTo>
                    <a:pt x="12178" y="3809"/>
                  </a:lnTo>
                  <a:lnTo>
                    <a:pt x="12199" y="3683"/>
                  </a:lnTo>
                  <a:lnTo>
                    <a:pt x="12115" y="3495"/>
                  </a:lnTo>
                  <a:lnTo>
                    <a:pt x="12074" y="3453"/>
                  </a:lnTo>
                  <a:lnTo>
                    <a:pt x="12032" y="3328"/>
                  </a:lnTo>
                  <a:lnTo>
                    <a:pt x="12032" y="3244"/>
                  </a:lnTo>
                  <a:lnTo>
                    <a:pt x="12095" y="3181"/>
                  </a:lnTo>
                  <a:lnTo>
                    <a:pt x="12115" y="3139"/>
                  </a:lnTo>
                  <a:lnTo>
                    <a:pt x="12095" y="2867"/>
                  </a:lnTo>
                  <a:lnTo>
                    <a:pt x="12011" y="2742"/>
                  </a:lnTo>
                  <a:lnTo>
                    <a:pt x="11906" y="2595"/>
                  </a:lnTo>
                  <a:lnTo>
                    <a:pt x="11906" y="2491"/>
                  </a:lnTo>
                  <a:lnTo>
                    <a:pt x="11802" y="2240"/>
                  </a:lnTo>
                  <a:lnTo>
                    <a:pt x="11760" y="2135"/>
                  </a:lnTo>
                  <a:lnTo>
                    <a:pt x="11676" y="2093"/>
                  </a:lnTo>
                  <a:lnTo>
                    <a:pt x="11655" y="2009"/>
                  </a:lnTo>
                  <a:lnTo>
                    <a:pt x="11571" y="1989"/>
                  </a:lnTo>
                  <a:lnTo>
                    <a:pt x="11467" y="1968"/>
                  </a:lnTo>
                  <a:lnTo>
                    <a:pt x="11383" y="1905"/>
                  </a:lnTo>
                  <a:lnTo>
                    <a:pt x="11279" y="1926"/>
                  </a:lnTo>
                  <a:lnTo>
                    <a:pt x="11237" y="1989"/>
                  </a:lnTo>
                  <a:lnTo>
                    <a:pt x="11237" y="2114"/>
                  </a:lnTo>
                  <a:lnTo>
                    <a:pt x="11195" y="2177"/>
                  </a:lnTo>
                  <a:lnTo>
                    <a:pt x="11237" y="2240"/>
                  </a:lnTo>
                  <a:lnTo>
                    <a:pt x="11195" y="2323"/>
                  </a:lnTo>
                  <a:lnTo>
                    <a:pt x="11132" y="2533"/>
                  </a:lnTo>
                  <a:lnTo>
                    <a:pt x="11132" y="2658"/>
                  </a:lnTo>
                  <a:lnTo>
                    <a:pt x="11153" y="2825"/>
                  </a:lnTo>
                  <a:lnTo>
                    <a:pt x="11195" y="2867"/>
                  </a:lnTo>
                  <a:lnTo>
                    <a:pt x="11174" y="3035"/>
                  </a:lnTo>
                  <a:lnTo>
                    <a:pt x="11132" y="3181"/>
                  </a:lnTo>
                  <a:lnTo>
                    <a:pt x="11153" y="3286"/>
                  </a:lnTo>
                  <a:lnTo>
                    <a:pt x="11153" y="3495"/>
                  </a:lnTo>
                  <a:lnTo>
                    <a:pt x="11090" y="3537"/>
                  </a:lnTo>
                  <a:lnTo>
                    <a:pt x="11048" y="3474"/>
                  </a:lnTo>
                  <a:lnTo>
                    <a:pt x="10986" y="3453"/>
                  </a:lnTo>
                  <a:lnTo>
                    <a:pt x="10944" y="3495"/>
                  </a:lnTo>
                  <a:lnTo>
                    <a:pt x="10860" y="3474"/>
                  </a:lnTo>
                  <a:lnTo>
                    <a:pt x="10839" y="3453"/>
                  </a:lnTo>
                  <a:lnTo>
                    <a:pt x="10755" y="3432"/>
                  </a:lnTo>
                  <a:lnTo>
                    <a:pt x="10630" y="3390"/>
                  </a:lnTo>
                  <a:lnTo>
                    <a:pt x="10546" y="3328"/>
                  </a:lnTo>
                  <a:lnTo>
                    <a:pt x="10504" y="3328"/>
                  </a:lnTo>
                  <a:lnTo>
                    <a:pt x="10462" y="3349"/>
                  </a:lnTo>
                  <a:lnTo>
                    <a:pt x="10504" y="3432"/>
                  </a:lnTo>
                  <a:lnTo>
                    <a:pt x="10567" y="3495"/>
                  </a:lnTo>
                  <a:lnTo>
                    <a:pt x="10567" y="3558"/>
                  </a:lnTo>
                  <a:lnTo>
                    <a:pt x="10546" y="3600"/>
                  </a:lnTo>
                  <a:lnTo>
                    <a:pt x="10525" y="3662"/>
                  </a:lnTo>
                  <a:lnTo>
                    <a:pt x="10462" y="3662"/>
                  </a:lnTo>
                  <a:lnTo>
                    <a:pt x="10442" y="3641"/>
                  </a:lnTo>
                  <a:lnTo>
                    <a:pt x="10358" y="3641"/>
                  </a:lnTo>
                  <a:lnTo>
                    <a:pt x="10316" y="3579"/>
                  </a:lnTo>
                  <a:lnTo>
                    <a:pt x="10316" y="3432"/>
                  </a:lnTo>
                  <a:lnTo>
                    <a:pt x="10232" y="3286"/>
                  </a:lnTo>
                  <a:lnTo>
                    <a:pt x="10211" y="3160"/>
                  </a:lnTo>
                  <a:lnTo>
                    <a:pt x="10190" y="3056"/>
                  </a:lnTo>
                  <a:lnTo>
                    <a:pt x="10107" y="2972"/>
                  </a:lnTo>
                  <a:lnTo>
                    <a:pt x="10107" y="2909"/>
                  </a:lnTo>
                  <a:lnTo>
                    <a:pt x="10044" y="2825"/>
                  </a:lnTo>
                  <a:lnTo>
                    <a:pt x="9981" y="2909"/>
                  </a:lnTo>
                  <a:lnTo>
                    <a:pt x="10023" y="2993"/>
                  </a:lnTo>
                  <a:lnTo>
                    <a:pt x="9981" y="3035"/>
                  </a:lnTo>
                  <a:lnTo>
                    <a:pt x="9981" y="3118"/>
                  </a:lnTo>
                  <a:lnTo>
                    <a:pt x="9939" y="3202"/>
                  </a:lnTo>
                  <a:lnTo>
                    <a:pt x="9898" y="3244"/>
                  </a:lnTo>
                  <a:lnTo>
                    <a:pt x="9814" y="3265"/>
                  </a:lnTo>
                  <a:lnTo>
                    <a:pt x="9772" y="3369"/>
                  </a:lnTo>
                  <a:lnTo>
                    <a:pt x="9667" y="3537"/>
                  </a:lnTo>
                  <a:lnTo>
                    <a:pt x="9584" y="3621"/>
                  </a:lnTo>
                  <a:lnTo>
                    <a:pt x="9584" y="3662"/>
                  </a:lnTo>
                  <a:lnTo>
                    <a:pt x="9521" y="3725"/>
                  </a:lnTo>
                  <a:lnTo>
                    <a:pt x="9458" y="3851"/>
                  </a:lnTo>
                  <a:lnTo>
                    <a:pt x="9395" y="3851"/>
                  </a:lnTo>
                  <a:lnTo>
                    <a:pt x="9374" y="3788"/>
                  </a:lnTo>
                  <a:lnTo>
                    <a:pt x="9395" y="3683"/>
                  </a:lnTo>
                  <a:lnTo>
                    <a:pt x="9479" y="3579"/>
                  </a:lnTo>
                  <a:lnTo>
                    <a:pt x="9500" y="3474"/>
                  </a:lnTo>
                  <a:lnTo>
                    <a:pt x="9563" y="3432"/>
                  </a:lnTo>
                  <a:lnTo>
                    <a:pt x="9667" y="3369"/>
                  </a:lnTo>
                  <a:lnTo>
                    <a:pt x="9709" y="3244"/>
                  </a:lnTo>
                  <a:lnTo>
                    <a:pt x="9793" y="3160"/>
                  </a:lnTo>
                  <a:lnTo>
                    <a:pt x="9814" y="3077"/>
                  </a:lnTo>
                  <a:lnTo>
                    <a:pt x="9814" y="3035"/>
                  </a:lnTo>
                  <a:lnTo>
                    <a:pt x="9772" y="2993"/>
                  </a:lnTo>
                  <a:lnTo>
                    <a:pt x="9793" y="2930"/>
                  </a:lnTo>
                  <a:lnTo>
                    <a:pt x="9877" y="2909"/>
                  </a:lnTo>
                  <a:lnTo>
                    <a:pt x="9898" y="2825"/>
                  </a:lnTo>
                  <a:lnTo>
                    <a:pt x="9898" y="2742"/>
                  </a:lnTo>
                  <a:lnTo>
                    <a:pt x="9939" y="2637"/>
                  </a:lnTo>
                  <a:lnTo>
                    <a:pt x="10023" y="2470"/>
                  </a:lnTo>
                  <a:lnTo>
                    <a:pt x="10023" y="2365"/>
                  </a:lnTo>
                  <a:lnTo>
                    <a:pt x="10086" y="2198"/>
                  </a:lnTo>
                  <a:lnTo>
                    <a:pt x="10107" y="1947"/>
                  </a:lnTo>
                  <a:lnTo>
                    <a:pt x="10086" y="1863"/>
                  </a:lnTo>
                  <a:lnTo>
                    <a:pt x="9918" y="1842"/>
                  </a:lnTo>
                  <a:lnTo>
                    <a:pt x="9814" y="1863"/>
                  </a:lnTo>
                  <a:lnTo>
                    <a:pt x="9709" y="1947"/>
                  </a:lnTo>
                  <a:lnTo>
                    <a:pt x="9605" y="1884"/>
                  </a:lnTo>
                  <a:lnTo>
                    <a:pt x="9521" y="1863"/>
                  </a:lnTo>
                  <a:lnTo>
                    <a:pt x="9479" y="1884"/>
                  </a:lnTo>
                  <a:lnTo>
                    <a:pt x="9500" y="1968"/>
                  </a:lnTo>
                  <a:lnTo>
                    <a:pt x="9584" y="2051"/>
                  </a:lnTo>
                  <a:lnTo>
                    <a:pt x="9584" y="2198"/>
                  </a:lnTo>
                  <a:lnTo>
                    <a:pt x="9563" y="2281"/>
                  </a:lnTo>
                  <a:lnTo>
                    <a:pt x="9500" y="2219"/>
                  </a:lnTo>
                  <a:lnTo>
                    <a:pt x="9479" y="2093"/>
                  </a:lnTo>
                  <a:lnTo>
                    <a:pt x="9395" y="2009"/>
                  </a:lnTo>
                  <a:lnTo>
                    <a:pt x="9312" y="1989"/>
                  </a:lnTo>
                  <a:lnTo>
                    <a:pt x="9165" y="2114"/>
                  </a:lnTo>
                  <a:lnTo>
                    <a:pt x="9165" y="2219"/>
                  </a:lnTo>
                  <a:lnTo>
                    <a:pt x="9207" y="2302"/>
                  </a:lnTo>
                  <a:lnTo>
                    <a:pt x="9165" y="2386"/>
                  </a:lnTo>
                  <a:lnTo>
                    <a:pt x="9061" y="2386"/>
                  </a:lnTo>
                  <a:lnTo>
                    <a:pt x="9061" y="2323"/>
                  </a:lnTo>
                  <a:lnTo>
                    <a:pt x="9061" y="2219"/>
                  </a:lnTo>
                  <a:lnTo>
                    <a:pt x="9040" y="2114"/>
                  </a:lnTo>
                  <a:lnTo>
                    <a:pt x="8956" y="2072"/>
                  </a:lnTo>
                  <a:lnTo>
                    <a:pt x="8747" y="2072"/>
                  </a:lnTo>
                  <a:lnTo>
                    <a:pt x="8538" y="2156"/>
                  </a:lnTo>
                  <a:lnTo>
                    <a:pt x="8307" y="2156"/>
                  </a:lnTo>
                  <a:lnTo>
                    <a:pt x="8140" y="2093"/>
                  </a:lnTo>
                  <a:lnTo>
                    <a:pt x="8056" y="2093"/>
                  </a:lnTo>
                  <a:lnTo>
                    <a:pt x="7994" y="2114"/>
                  </a:lnTo>
                  <a:lnTo>
                    <a:pt x="7910" y="2093"/>
                  </a:lnTo>
                  <a:lnTo>
                    <a:pt x="7805" y="2093"/>
                  </a:lnTo>
                  <a:lnTo>
                    <a:pt x="7701" y="2177"/>
                  </a:lnTo>
                  <a:lnTo>
                    <a:pt x="7680" y="2219"/>
                  </a:lnTo>
                  <a:lnTo>
                    <a:pt x="7722" y="2302"/>
                  </a:lnTo>
                  <a:lnTo>
                    <a:pt x="7722" y="2386"/>
                  </a:lnTo>
                  <a:lnTo>
                    <a:pt x="7784" y="2491"/>
                  </a:lnTo>
                  <a:lnTo>
                    <a:pt x="7805" y="2533"/>
                  </a:lnTo>
                  <a:lnTo>
                    <a:pt x="7784" y="2616"/>
                  </a:lnTo>
                  <a:lnTo>
                    <a:pt x="7722" y="2784"/>
                  </a:lnTo>
                  <a:lnTo>
                    <a:pt x="7742" y="2930"/>
                  </a:lnTo>
                  <a:lnTo>
                    <a:pt x="7889" y="3118"/>
                  </a:lnTo>
                  <a:lnTo>
                    <a:pt x="7889" y="3223"/>
                  </a:lnTo>
                  <a:lnTo>
                    <a:pt x="7910" y="3432"/>
                  </a:lnTo>
                  <a:lnTo>
                    <a:pt x="7889" y="3453"/>
                  </a:lnTo>
                  <a:lnTo>
                    <a:pt x="7826" y="3411"/>
                  </a:lnTo>
                  <a:lnTo>
                    <a:pt x="7784" y="3307"/>
                  </a:lnTo>
                  <a:lnTo>
                    <a:pt x="7638" y="3160"/>
                  </a:lnTo>
                  <a:lnTo>
                    <a:pt x="7596" y="3118"/>
                  </a:lnTo>
                  <a:lnTo>
                    <a:pt x="7596" y="2909"/>
                  </a:lnTo>
                  <a:lnTo>
                    <a:pt x="7617" y="2700"/>
                  </a:lnTo>
                  <a:lnTo>
                    <a:pt x="7617" y="2595"/>
                  </a:lnTo>
                  <a:lnTo>
                    <a:pt x="7512" y="2428"/>
                  </a:lnTo>
                  <a:lnTo>
                    <a:pt x="7512" y="2323"/>
                  </a:lnTo>
                  <a:lnTo>
                    <a:pt x="7491" y="2281"/>
                  </a:lnTo>
                  <a:lnTo>
                    <a:pt x="7429" y="2261"/>
                  </a:lnTo>
                  <a:lnTo>
                    <a:pt x="7303" y="2302"/>
                  </a:lnTo>
                  <a:lnTo>
                    <a:pt x="7177" y="2386"/>
                  </a:lnTo>
                  <a:lnTo>
                    <a:pt x="7010" y="2407"/>
                  </a:lnTo>
                  <a:lnTo>
                    <a:pt x="6947" y="2470"/>
                  </a:lnTo>
                  <a:lnTo>
                    <a:pt x="6905" y="2595"/>
                  </a:lnTo>
                  <a:lnTo>
                    <a:pt x="6947" y="2700"/>
                  </a:lnTo>
                  <a:lnTo>
                    <a:pt x="6905" y="2825"/>
                  </a:lnTo>
                  <a:lnTo>
                    <a:pt x="6843" y="2930"/>
                  </a:lnTo>
                  <a:lnTo>
                    <a:pt x="6801" y="2993"/>
                  </a:lnTo>
                  <a:lnTo>
                    <a:pt x="6843" y="3035"/>
                  </a:lnTo>
                  <a:lnTo>
                    <a:pt x="6885" y="3035"/>
                  </a:lnTo>
                  <a:lnTo>
                    <a:pt x="6947" y="3056"/>
                  </a:lnTo>
                  <a:lnTo>
                    <a:pt x="6947" y="3202"/>
                  </a:lnTo>
                  <a:lnTo>
                    <a:pt x="6885" y="3307"/>
                  </a:lnTo>
                  <a:lnTo>
                    <a:pt x="6738" y="3411"/>
                  </a:lnTo>
                  <a:lnTo>
                    <a:pt x="6633" y="3411"/>
                  </a:lnTo>
                  <a:lnTo>
                    <a:pt x="6592" y="3453"/>
                  </a:lnTo>
                  <a:lnTo>
                    <a:pt x="6571" y="3558"/>
                  </a:lnTo>
                  <a:lnTo>
                    <a:pt x="6529" y="3621"/>
                  </a:lnTo>
                  <a:lnTo>
                    <a:pt x="6487" y="3683"/>
                  </a:lnTo>
                  <a:lnTo>
                    <a:pt x="6529" y="3767"/>
                  </a:lnTo>
                  <a:lnTo>
                    <a:pt x="6487" y="3830"/>
                  </a:lnTo>
                  <a:lnTo>
                    <a:pt x="6424" y="3830"/>
                  </a:lnTo>
                  <a:lnTo>
                    <a:pt x="6382" y="3851"/>
                  </a:lnTo>
                  <a:lnTo>
                    <a:pt x="6236" y="3872"/>
                  </a:lnTo>
                  <a:lnTo>
                    <a:pt x="6131" y="3830"/>
                  </a:lnTo>
                  <a:lnTo>
                    <a:pt x="6089" y="3767"/>
                  </a:lnTo>
                  <a:lnTo>
                    <a:pt x="6089" y="3683"/>
                  </a:lnTo>
                  <a:lnTo>
                    <a:pt x="6048" y="3662"/>
                  </a:lnTo>
                  <a:lnTo>
                    <a:pt x="5985" y="3662"/>
                  </a:lnTo>
                  <a:lnTo>
                    <a:pt x="5964" y="3621"/>
                  </a:lnTo>
                  <a:lnTo>
                    <a:pt x="5943" y="3537"/>
                  </a:lnTo>
                  <a:lnTo>
                    <a:pt x="5838" y="3537"/>
                  </a:lnTo>
                  <a:lnTo>
                    <a:pt x="5797" y="3579"/>
                  </a:lnTo>
                  <a:lnTo>
                    <a:pt x="5755" y="3641"/>
                  </a:lnTo>
                  <a:lnTo>
                    <a:pt x="5671" y="3641"/>
                  </a:lnTo>
                  <a:lnTo>
                    <a:pt x="5629" y="3662"/>
                  </a:lnTo>
                  <a:lnTo>
                    <a:pt x="5629" y="3830"/>
                  </a:lnTo>
                  <a:lnTo>
                    <a:pt x="5608" y="3893"/>
                  </a:lnTo>
                  <a:lnTo>
                    <a:pt x="5608" y="3997"/>
                  </a:lnTo>
                  <a:lnTo>
                    <a:pt x="5650" y="4165"/>
                  </a:lnTo>
                  <a:lnTo>
                    <a:pt x="5629" y="4353"/>
                  </a:lnTo>
                  <a:lnTo>
                    <a:pt x="5566" y="4416"/>
                  </a:lnTo>
                  <a:lnTo>
                    <a:pt x="5525" y="4416"/>
                  </a:lnTo>
                  <a:lnTo>
                    <a:pt x="5545" y="4206"/>
                  </a:lnTo>
                  <a:lnTo>
                    <a:pt x="5545" y="4060"/>
                  </a:lnTo>
                  <a:lnTo>
                    <a:pt x="5525" y="3976"/>
                  </a:lnTo>
                  <a:lnTo>
                    <a:pt x="5525" y="3767"/>
                  </a:lnTo>
                  <a:lnTo>
                    <a:pt x="5504" y="3662"/>
                  </a:lnTo>
                  <a:lnTo>
                    <a:pt x="5462" y="3641"/>
                  </a:lnTo>
                  <a:lnTo>
                    <a:pt x="5420" y="3662"/>
                  </a:lnTo>
                  <a:lnTo>
                    <a:pt x="5336" y="3662"/>
                  </a:lnTo>
                  <a:lnTo>
                    <a:pt x="5253" y="3767"/>
                  </a:lnTo>
                  <a:lnTo>
                    <a:pt x="5190" y="3788"/>
                  </a:lnTo>
                  <a:lnTo>
                    <a:pt x="5085" y="3872"/>
                  </a:lnTo>
                  <a:lnTo>
                    <a:pt x="5043" y="3955"/>
                  </a:lnTo>
                  <a:lnTo>
                    <a:pt x="5043" y="4039"/>
                  </a:lnTo>
                  <a:lnTo>
                    <a:pt x="4918" y="4186"/>
                  </a:lnTo>
                  <a:lnTo>
                    <a:pt x="4876" y="4206"/>
                  </a:lnTo>
                  <a:lnTo>
                    <a:pt x="4834" y="4165"/>
                  </a:lnTo>
                  <a:lnTo>
                    <a:pt x="4729" y="4165"/>
                  </a:lnTo>
                  <a:lnTo>
                    <a:pt x="4688" y="4186"/>
                  </a:lnTo>
                  <a:lnTo>
                    <a:pt x="4688" y="4248"/>
                  </a:lnTo>
                  <a:lnTo>
                    <a:pt x="4771" y="4269"/>
                  </a:lnTo>
                  <a:lnTo>
                    <a:pt x="4792" y="4290"/>
                  </a:lnTo>
                  <a:lnTo>
                    <a:pt x="4709" y="4311"/>
                  </a:lnTo>
                  <a:lnTo>
                    <a:pt x="4562" y="4311"/>
                  </a:lnTo>
                  <a:lnTo>
                    <a:pt x="4478" y="4353"/>
                  </a:lnTo>
                  <a:lnTo>
                    <a:pt x="4416" y="4416"/>
                  </a:lnTo>
                  <a:lnTo>
                    <a:pt x="4248" y="4478"/>
                  </a:lnTo>
                  <a:lnTo>
                    <a:pt x="4248" y="4520"/>
                  </a:lnTo>
                  <a:lnTo>
                    <a:pt x="4185" y="4583"/>
                  </a:lnTo>
                  <a:lnTo>
                    <a:pt x="4081" y="4625"/>
                  </a:lnTo>
                  <a:lnTo>
                    <a:pt x="3997" y="4625"/>
                  </a:lnTo>
                  <a:lnTo>
                    <a:pt x="3976" y="4688"/>
                  </a:lnTo>
                  <a:lnTo>
                    <a:pt x="3976" y="4771"/>
                  </a:lnTo>
                  <a:lnTo>
                    <a:pt x="4039" y="4813"/>
                  </a:lnTo>
                  <a:lnTo>
                    <a:pt x="3997" y="4876"/>
                  </a:lnTo>
                  <a:lnTo>
                    <a:pt x="3955" y="4897"/>
                  </a:lnTo>
                  <a:lnTo>
                    <a:pt x="3892" y="4939"/>
                  </a:lnTo>
                  <a:lnTo>
                    <a:pt x="3851" y="5022"/>
                  </a:lnTo>
                  <a:lnTo>
                    <a:pt x="3767" y="5043"/>
                  </a:lnTo>
                  <a:lnTo>
                    <a:pt x="3746" y="5127"/>
                  </a:lnTo>
                  <a:lnTo>
                    <a:pt x="3746" y="5169"/>
                  </a:lnTo>
                  <a:lnTo>
                    <a:pt x="3767" y="5211"/>
                  </a:lnTo>
                  <a:lnTo>
                    <a:pt x="3767" y="5294"/>
                  </a:lnTo>
                  <a:lnTo>
                    <a:pt x="3767" y="5336"/>
                  </a:lnTo>
                  <a:lnTo>
                    <a:pt x="3830" y="5357"/>
                  </a:lnTo>
                  <a:lnTo>
                    <a:pt x="3892" y="5357"/>
                  </a:lnTo>
                  <a:lnTo>
                    <a:pt x="3976" y="5420"/>
                  </a:lnTo>
                  <a:lnTo>
                    <a:pt x="4039" y="5420"/>
                  </a:lnTo>
                  <a:lnTo>
                    <a:pt x="4081" y="5357"/>
                  </a:lnTo>
                  <a:lnTo>
                    <a:pt x="4144" y="5357"/>
                  </a:lnTo>
                  <a:lnTo>
                    <a:pt x="4248" y="5441"/>
                  </a:lnTo>
                  <a:lnTo>
                    <a:pt x="4269" y="5525"/>
                  </a:lnTo>
                  <a:lnTo>
                    <a:pt x="4353" y="5525"/>
                  </a:lnTo>
                  <a:lnTo>
                    <a:pt x="4457" y="5441"/>
                  </a:lnTo>
                  <a:lnTo>
                    <a:pt x="4499" y="5441"/>
                  </a:lnTo>
                  <a:lnTo>
                    <a:pt x="4604" y="5462"/>
                  </a:lnTo>
                  <a:lnTo>
                    <a:pt x="4792" y="5462"/>
                  </a:lnTo>
                  <a:lnTo>
                    <a:pt x="4834" y="5441"/>
                  </a:lnTo>
                  <a:lnTo>
                    <a:pt x="4834" y="5336"/>
                  </a:lnTo>
                  <a:lnTo>
                    <a:pt x="4918" y="5253"/>
                  </a:lnTo>
                  <a:lnTo>
                    <a:pt x="4939" y="5253"/>
                  </a:lnTo>
                  <a:lnTo>
                    <a:pt x="4939" y="5357"/>
                  </a:lnTo>
                  <a:lnTo>
                    <a:pt x="4981" y="5378"/>
                  </a:lnTo>
                  <a:lnTo>
                    <a:pt x="4939" y="5441"/>
                  </a:lnTo>
                  <a:lnTo>
                    <a:pt x="4813" y="5483"/>
                  </a:lnTo>
                  <a:lnTo>
                    <a:pt x="4709" y="5566"/>
                  </a:lnTo>
                  <a:lnTo>
                    <a:pt x="4562" y="5546"/>
                  </a:lnTo>
                  <a:lnTo>
                    <a:pt x="4457" y="5566"/>
                  </a:lnTo>
                  <a:lnTo>
                    <a:pt x="4416" y="5629"/>
                  </a:lnTo>
                  <a:lnTo>
                    <a:pt x="4416" y="5671"/>
                  </a:lnTo>
                  <a:lnTo>
                    <a:pt x="4520" y="5755"/>
                  </a:lnTo>
                  <a:lnTo>
                    <a:pt x="4667" y="5755"/>
                  </a:lnTo>
                  <a:lnTo>
                    <a:pt x="4688" y="5776"/>
                  </a:lnTo>
                  <a:lnTo>
                    <a:pt x="4667" y="5859"/>
                  </a:lnTo>
                  <a:lnTo>
                    <a:pt x="4520" y="5943"/>
                  </a:lnTo>
                  <a:lnTo>
                    <a:pt x="4290" y="5943"/>
                  </a:lnTo>
                  <a:lnTo>
                    <a:pt x="4206" y="6048"/>
                  </a:lnTo>
                  <a:lnTo>
                    <a:pt x="4206" y="6152"/>
                  </a:lnTo>
                  <a:lnTo>
                    <a:pt x="4290" y="6194"/>
                  </a:lnTo>
                  <a:lnTo>
                    <a:pt x="4269" y="6299"/>
                  </a:lnTo>
                  <a:lnTo>
                    <a:pt x="4185" y="6320"/>
                  </a:lnTo>
                  <a:lnTo>
                    <a:pt x="4081" y="6487"/>
                  </a:lnTo>
                  <a:lnTo>
                    <a:pt x="4039" y="6571"/>
                  </a:lnTo>
                  <a:lnTo>
                    <a:pt x="3892" y="6613"/>
                  </a:lnTo>
                  <a:lnTo>
                    <a:pt x="3788" y="6738"/>
                  </a:lnTo>
                  <a:lnTo>
                    <a:pt x="3725" y="6843"/>
                  </a:lnTo>
                  <a:lnTo>
                    <a:pt x="3620" y="6947"/>
                  </a:lnTo>
                  <a:lnTo>
                    <a:pt x="3620" y="7010"/>
                  </a:lnTo>
                  <a:lnTo>
                    <a:pt x="3537" y="7031"/>
                  </a:lnTo>
                  <a:lnTo>
                    <a:pt x="3453" y="7031"/>
                  </a:lnTo>
                  <a:lnTo>
                    <a:pt x="3348" y="6947"/>
                  </a:lnTo>
                  <a:lnTo>
                    <a:pt x="3307" y="6906"/>
                  </a:lnTo>
                  <a:lnTo>
                    <a:pt x="3202" y="6885"/>
                  </a:lnTo>
                  <a:lnTo>
                    <a:pt x="3139" y="6822"/>
                  </a:lnTo>
                  <a:lnTo>
                    <a:pt x="3014" y="6801"/>
                  </a:lnTo>
                  <a:lnTo>
                    <a:pt x="2888" y="6822"/>
                  </a:lnTo>
                  <a:lnTo>
                    <a:pt x="2784" y="6885"/>
                  </a:lnTo>
                  <a:lnTo>
                    <a:pt x="2679" y="6843"/>
                  </a:lnTo>
                  <a:lnTo>
                    <a:pt x="2616" y="6822"/>
                  </a:lnTo>
                  <a:lnTo>
                    <a:pt x="2512" y="6843"/>
                  </a:lnTo>
                  <a:lnTo>
                    <a:pt x="2344" y="6843"/>
                  </a:lnTo>
                  <a:lnTo>
                    <a:pt x="2177" y="6927"/>
                  </a:lnTo>
                  <a:lnTo>
                    <a:pt x="2156" y="7010"/>
                  </a:lnTo>
                  <a:lnTo>
                    <a:pt x="2198" y="7052"/>
                  </a:lnTo>
                  <a:lnTo>
                    <a:pt x="2177" y="7115"/>
                  </a:lnTo>
                  <a:lnTo>
                    <a:pt x="2156" y="7052"/>
                  </a:lnTo>
                  <a:lnTo>
                    <a:pt x="2072" y="7052"/>
                  </a:lnTo>
                  <a:lnTo>
                    <a:pt x="1654" y="7157"/>
                  </a:lnTo>
                  <a:lnTo>
                    <a:pt x="1549" y="7157"/>
                  </a:lnTo>
                  <a:lnTo>
                    <a:pt x="1486" y="7199"/>
                  </a:lnTo>
                  <a:lnTo>
                    <a:pt x="1465" y="7199"/>
                  </a:lnTo>
                  <a:lnTo>
                    <a:pt x="1382" y="7157"/>
                  </a:lnTo>
                  <a:lnTo>
                    <a:pt x="1319" y="7219"/>
                  </a:lnTo>
                  <a:lnTo>
                    <a:pt x="1277" y="7261"/>
                  </a:lnTo>
                  <a:lnTo>
                    <a:pt x="1214" y="7303"/>
                  </a:lnTo>
                  <a:lnTo>
                    <a:pt x="1172" y="7261"/>
                  </a:lnTo>
                  <a:lnTo>
                    <a:pt x="1172" y="7240"/>
                  </a:lnTo>
                  <a:lnTo>
                    <a:pt x="1110" y="7219"/>
                  </a:lnTo>
                  <a:lnTo>
                    <a:pt x="1026" y="7219"/>
                  </a:lnTo>
                  <a:lnTo>
                    <a:pt x="942" y="7261"/>
                  </a:lnTo>
                  <a:lnTo>
                    <a:pt x="859" y="7261"/>
                  </a:lnTo>
                  <a:lnTo>
                    <a:pt x="817" y="7240"/>
                  </a:lnTo>
                  <a:lnTo>
                    <a:pt x="733" y="7240"/>
                  </a:lnTo>
                  <a:lnTo>
                    <a:pt x="691" y="7303"/>
                  </a:lnTo>
                  <a:lnTo>
                    <a:pt x="607" y="7324"/>
                  </a:lnTo>
                  <a:lnTo>
                    <a:pt x="607" y="7366"/>
                  </a:lnTo>
                  <a:lnTo>
                    <a:pt x="607" y="7429"/>
                  </a:lnTo>
                  <a:lnTo>
                    <a:pt x="419" y="7512"/>
                  </a:lnTo>
                  <a:lnTo>
                    <a:pt x="315" y="7512"/>
                  </a:lnTo>
                  <a:lnTo>
                    <a:pt x="294" y="7554"/>
                  </a:lnTo>
                  <a:lnTo>
                    <a:pt x="335" y="7638"/>
                  </a:lnTo>
                  <a:lnTo>
                    <a:pt x="419" y="7638"/>
                  </a:lnTo>
                  <a:lnTo>
                    <a:pt x="482" y="7659"/>
                  </a:lnTo>
                  <a:lnTo>
                    <a:pt x="482" y="7722"/>
                  </a:lnTo>
                  <a:lnTo>
                    <a:pt x="398" y="7722"/>
                  </a:lnTo>
                  <a:lnTo>
                    <a:pt x="377" y="7680"/>
                  </a:lnTo>
                  <a:lnTo>
                    <a:pt x="335" y="7722"/>
                  </a:lnTo>
                  <a:lnTo>
                    <a:pt x="294" y="7784"/>
                  </a:lnTo>
                  <a:lnTo>
                    <a:pt x="189" y="7847"/>
                  </a:lnTo>
                  <a:lnTo>
                    <a:pt x="105" y="7868"/>
                  </a:lnTo>
                  <a:lnTo>
                    <a:pt x="168" y="7931"/>
                  </a:lnTo>
                  <a:lnTo>
                    <a:pt x="273" y="7973"/>
                  </a:lnTo>
                  <a:lnTo>
                    <a:pt x="315" y="8035"/>
                  </a:lnTo>
                  <a:lnTo>
                    <a:pt x="419" y="8266"/>
                  </a:lnTo>
                  <a:lnTo>
                    <a:pt x="482" y="8307"/>
                  </a:lnTo>
                  <a:lnTo>
                    <a:pt x="587" y="8307"/>
                  </a:lnTo>
                  <a:lnTo>
                    <a:pt x="628" y="8349"/>
                  </a:lnTo>
                  <a:lnTo>
                    <a:pt x="649" y="8391"/>
                  </a:lnTo>
                  <a:lnTo>
                    <a:pt x="607" y="8454"/>
                  </a:lnTo>
                  <a:lnTo>
                    <a:pt x="545" y="8496"/>
                  </a:lnTo>
                  <a:lnTo>
                    <a:pt x="524" y="8559"/>
                  </a:lnTo>
                  <a:lnTo>
                    <a:pt x="587" y="8621"/>
                  </a:lnTo>
                  <a:lnTo>
                    <a:pt x="691" y="8663"/>
                  </a:lnTo>
                  <a:lnTo>
                    <a:pt x="817" y="8621"/>
                  </a:lnTo>
                  <a:lnTo>
                    <a:pt x="921" y="8559"/>
                  </a:lnTo>
                  <a:lnTo>
                    <a:pt x="963" y="8496"/>
                  </a:lnTo>
                  <a:lnTo>
                    <a:pt x="1005" y="8475"/>
                  </a:lnTo>
                  <a:lnTo>
                    <a:pt x="1047" y="8496"/>
                  </a:lnTo>
                  <a:lnTo>
                    <a:pt x="1068" y="8559"/>
                  </a:lnTo>
                  <a:lnTo>
                    <a:pt x="1005" y="8684"/>
                  </a:lnTo>
                  <a:lnTo>
                    <a:pt x="900" y="8726"/>
                  </a:lnTo>
                  <a:lnTo>
                    <a:pt x="796" y="8768"/>
                  </a:lnTo>
                  <a:lnTo>
                    <a:pt x="754" y="8810"/>
                  </a:lnTo>
                  <a:lnTo>
                    <a:pt x="796" y="8893"/>
                  </a:lnTo>
                  <a:lnTo>
                    <a:pt x="900" y="8914"/>
                  </a:lnTo>
                  <a:lnTo>
                    <a:pt x="963" y="8872"/>
                  </a:lnTo>
                  <a:lnTo>
                    <a:pt x="1110" y="8810"/>
                  </a:lnTo>
                  <a:lnTo>
                    <a:pt x="1151" y="8831"/>
                  </a:lnTo>
                  <a:lnTo>
                    <a:pt x="1151" y="8872"/>
                  </a:lnTo>
                  <a:lnTo>
                    <a:pt x="963" y="8935"/>
                  </a:lnTo>
                  <a:lnTo>
                    <a:pt x="838" y="8998"/>
                  </a:lnTo>
                  <a:lnTo>
                    <a:pt x="817" y="9040"/>
                  </a:lnTo>
                  <a:lnTo>
                    <a:pt x="1005" y="9228"/>
                  </a:lnTo>
                  <a:lnTo>
                    <a:pt x="1131" y="9291"/>
                  </a:lnTo>
                  <a:lnTo>
                    <a:pt x="1277" y="9291"/>
                  </a:lnTo>
                  <a:lnTo>
                    <a:pt x="1340" y="9228"/>
                  </a:lnTo>
                  <a:lnTo>
                    <a:pt x="1361" y="9103"/>
                  </a:lnTo>
                  <a:lnTo>
                    <a:pt x="1319" y="9040"/>
                  </a:lnTo>
                  <a:lnTo>
                    <a:pt x="1277" y="8998"/>
                  </a:lnTo>
                  <a:lnTo>
                    <a:pt x="1319" y="8977"/>
                  </a:lnTo>
                  <a:lnTo>
                    <a:pt x="1361" y="8977"/>
                  </a:lnTo>
                  <a:lnTo>
                    <a:pt x="1444" y="9082"/>
                  </a:lnTo>
                  <a:lnTo>
                    <a:pt x="1465" y="9103"/>
                  </a:lnTo>
                  <a:lnTo>
                    <a:pt x="1465" y="9144"/>
                  </a:lnTo>
                  <a:lnTo>
                    <a:pt x="1570" y="9207"/>
                  </a:lnTo>
                  <a:lnTo>
                    <a:pt x="1758" y="9228"/>
                  </a:lnTo>
                  <a:lnTo>
                    <a:pt x="1884" y="9228"/>
                  </a:lnTo>
                  <a:lnTo>
                    <a:pt x="1988" y="9144"/>
                  </a:lnTo>
                  <a:lnTo>
                    <a:pt x="2051" y="9123"/>
                  </a:lnTo>
                  <a:lnTo>
                    <a:pt x="2114" y="9144"/>
                  </a:lnTo>
                  <a:lnTo>
                    <a:pt x="2114" y="9228"/>
                  </a:lnTo>
                  <a:lnTo>
                    <a:pt x="2177" y="9291"/>
                  </a:lnTo>
                  <a:lnTo>
                    <a:pt x="2219" y="9291"/>
                  </a:lnTo>
                  <a:lnTo>
                    <a:pt x="2281" y="9312"/>
                  </a:lnTo>
                  <a:lnTo>
                    <a:pt x="2302" y="9458"/>
                  </a:lnTo>
                  <a:lnTo>
                    <a:pt x="2260" y="9458"/>
                  </a:lnTo>
                  <a:lnTo>
                    <a:pt x="2114" y="9542"/>
                  </a:lnTo>
                  <a:lnTo>
                    <a:pt x="2114" y="9626"/>
                  </a:lnTo>
                  <a:lnTo>
                    <a:pt x="2156" y="9667"/>
                  </a:lnTo>
                  <a:lnTo>
                    <a:pt x="2156" y="9730"/>
                  </a:lnTo>
                  <a:lnTo>
                    <a:pt x="2072" y="9667"/>
                  </a:lnTo>
                  <a:lnTo>
                    <a:pt x="2051" y="9647"/>
                  </a:lnTo>
                  <a:lnTo>
                    <a:pt x="1968" y="9626"/>
                  </a:lnTo>
                  <a:lnTo>
                    <a:pt x="1884" y="9542"/>
                  </a:lnTo>
                  <a:lnTo>
                    <a:pt x="1696" y="9458"/>
                  </a:lnTo>
                  <a:lnTo>
                    <a:pt x="1465" y="9458"/>
                  </a:lnTo>
                  <a:lnTo>
                    <a:pt x="1319" y="9437"/>
                  </a:lnTo>
                  <a:lnTo>
                    <a:pt x="1110" y="9500"/>
                  </a:lnTo>
                  <a:lnTo>
                    <a:pt x="1110" y="9542"/>
                  </a:lnTo>
                  <a:lnTo>
                    <a:pt x="1214" y="9626"/>
                  </a:lnTo>
                  <a:lnTo>
                    <a:pt x="1361" y="9647"/>
                  </a:lnTo>
                  <a:lnTo>
                    <a:pt x="1486" y="9667"/>
                  </a:lnTo>
                  <a:lnTo>
                    <a:pt x="1654" y="9772"/>
                  </a:lnTo>
                  <a:lnTo>
                    <a:pt x="1842" y="9856"/>
                  </a:lnTo>
                  <a:lnTo>
                    <a:pt x="1947" y="9856"/>
                  </a:lnTo>
                  <a:lnTo>
                    <a:pt x="2009" y="9877"/>
                  </a:lnTo>
                  <a:lnTo>
                    <a:pt x="1884" y="9940"/>
                  </a:lnTo>
                  <a:lnTo>
                    <a:pt x="1654" y="9940"/>
                  </a:lnTo>
                  <a:lnTo>
                    <a:pt x="1444" y="9814"/>
                  </a:lnTo>
                  <a:lnTo>
                    <a:pt x="1361" y="9751"/>
                  </a:lnTo>
                  <a:lnTo>
                    <a:pt x="1214" y="9751"/>
                  </a:lnTo>
                  <a:lnTo>
                    <a:pt x="1005" y="9647"/>
                  </a:lnTo>
                  <a:lnTo>
                    <a:pt x="796" y="9647"/>
                  </a:lnTo>
                  <a:lnTo>
                    <a:pt x="649" y="9563"/>
                  </a:lnTo>
                  <a:lnTo>
                    <a:pt x="482" y="9521"/>
                  </a:lnTo>
                  <a:lnTo>
                    <a:pt x="294" y="9605"/>
                  </a:lnTo>
                  <a:lnTo>
                    <a:pt x="294" y="9730"/>
                  </a:lnTo>
                  <a:lnTo>
                    <a:pt x="231" y="9667"/>
                  </a:lnTo>
                  <a:lnTo>
                    <a:pt x="168" y="9667"/>
                  </a:lnTo>
                  <a:lnTo>
                    <a:pt x="105" y="9730"/>
                  </a:lnTo>
                  <a:lnTo>
                    <a:pt x="63" y="9730"/>
                  </a:lnTo>
                  <a:lnTo>
                    <a:pt x="1" y="9814"/>
                  </a:lnTo>
                  <a:lnTo>
                    <a:pt x="1" y="9877"/>
                  </a:lnTo>
                  <a:lnTo>
                    <a:pt x="1" y="9960"/>
                  </a:lnTo>
                  <a:lnTo>
                    <a:pt x="63" y="9940"/>
                  </a:lnTo>
                  <a:lnTo>
                    <a:pt x="105" y="9940"/>
                  </a:lnTo>
                  <a:lnTo>
                    <a:pt x="147" y="9960"/>
                  </a:lnTo>
                  <a:lnTo>
                    <a:pt x="63" y="10023"/>
                  </a:lnTo>
                  <a:lnTo>
                    <a:pt x="22" y="10086"/>
                  </a:lnTo>
                  <a:lnTo>
                    <a:pt x="63" y="10191"/>
                  </a:lnTo>
                  <a:lnTo>
                    <a:pt x="189" y="10253"/>
                  </a:lnTo>
                  <a:lnTo>
                    <a:pt x="273" y="10170"/>
                  </a:lnTo>
                  <a:lnTo>
                    <a:pt x="315" y="10149"/>
                  </a:lnTo>
                  <a:lnTo>
                    <a:pt x="377" y="10149"/>
                  </a:lnTo>
                  <a:lnTo>
                    <a:pt x="440" y="10023"/>
                  </a:lnTo>
                  <a:lnTo>
                    <a:pt x="503" y="9981"/>
                  </a:lnTo>
                  <a:lnTo>
                    <a:pt x="587" y="9981"/>
                  </a:lnTo>
                  <a:lnTo>
                    <a:pt x="524" y="10044"/>
                  </a:lnTo>
                  <a:lnTo>
                    <a:pt x="482" y="10170"/>
                  </a:lnTo>
                  <a:lnTo>
                    <a:pt x="398" y="10232"/>
                  </a:lnTo>
                  <a:lnTo>
                    <a:pt x="315" y="10274"/>
                  </a:lnTo>
                  <a:lnTo>
                    <a:pt x="356" y="10442"/>
                  </a:lnTo>
                  <a:lnTo>
                    <a:pt x="503" y="10588"/>
                  </a:lnTo>
                  <a:lnTo>
                    <a:pt x="566" y="10546"/>
                  </a:lnTo>
                  <a:lnTo>
                    <a:pt x="607" y="10546"/>
                  </a:lnTo>
                  <a:lnTo>
                    <a:pt x="775" y="10609"/>
                  </a:lnTo>
                  <a:lnTo>
                    <a:pt x="879" y="10609"/>
                  </a:lnTo>
                  <a:lnTo>
                    <a:pt x="879" y="10672"/>
                  </a:lnTo>
                  <a:lnTo>
                    <a:pt x="817" y="10756"/>
                  </a:lnTo>
                  <a:lnTo>
                    <a:pt x="733" y="10797"/>
                  </a:lnTo>
                  <a:lnTo>
                    <a:pt x="712" y="10776"/>
                  </a:lnTo>
                  <a:lnTo>
                    <a:pt x="545" y="10776"/>
                  </a:lnTo>
                  <a:lnTo>
                    <a:pt x="482" y="10797"/>
                  </a:lnTo>
                  <a:lnTo>
                    <a:pt x="419" y="10881"/>
                  </a:lnTo>
                  <a:lnTo>
                    <a:pt x="273" y="10881"/>
                  </a:lnTo>
                  <a:lnTo>
                    <a:pt x="210" y="10923"/>
                  </a:lnTo>
                  <a:lnTo>
                    <a:pt x="210" y="11069"/>
                  </a:lnTo>
                  <a:lnTo>
                    <a:pt x="294" y="11174"/>
                  </a:lnTo>
                  <a:lnTo>
                    <a:pt x="335" y="11237"/>
                  </a:lnTo>
                  <a:lnTo>
                    <a:pt x="419" y="11425"/>
                  </a:lnTo>
                  <a:lnTo>
                    <a:pt x="545" y="11488"/>
                  </a:lnTo>
                  <a:lnTo>
                    <a:pt x="503" y="11509"/>
                  </a:lnTo>
                  <a:lnTo>
                    <a:pt x="503" y="11530"/>
                  </a:lnTo>
                  <a:lnTo>
                    <a:pt x="587" y="11592"/>
                  </a:lnTo>
                  <a:lnTo>
                    <a:pt x="670" y="11697"/>
                  </a:lnTo>
                  <a:lnTo>
                    <a:pt x="754" y="11760"/>
                  </a:lnTo>
                  <a:lnTo>
                    <a:pt x="859" y="11823"/>
                  </a:lnTo>
                  <a:lnTo>
                    <a:pt x="963" y="11927"/>
                  </a:lnTo>
                  <a:lnTo>
                    <a:pt x="1047" y="11969"/>
                  </a:lnTo>
                  <a:lnTo>
                    <a:pt x="1068" y="11948"/>
                  </a:lnTo>
                  <a:lnTo>
                    <a:pt x="1068" y="11864"/>
                  </a:lnTo>
                  <a:lnTo>
                    <a:pt x="1047" y="11718"/>
                  </a:lnTo>
                  <a:lnTo>
                    <a:pt x="1047" y="11634"/>
                  </a:lnTo>
                  <a:lnTo>
                    <a:pt x="1110" y="11592"/>
                  </a:lnTo>
                  <a:lnTo>
                    <a:pt x="1131" y="11488"/>
                  </a:lnTo>
                  <a:lnTo>
                    <a:pt x="1131" y="11404"/>
                  </a:lnTo>
                  <a:lnTo>
                    <a:pt x="1172" y="11383"/>
                  </a:lnTo>
                  <a:lnTo>
                    <a:pt x="1214" y="11383"/>
                  </a:lnTo>
                  <a:lnTo>
                    <a:pt x="1235" y="11488"/>
                  </a:lnTo>
                  <a:lnTo>
                    <a:pt x="1277" y="11592"/>
                  </a:lnTo>
                  <a:lnTo>
                    <a:pt x="1277" y="11655"/>
                  </a:lnTo>
                  <a:lnTo>
                    <a:pt x="1319" y="11718"/>
                  </a:lnTo>
                  <a:lnTo>
                    <a:pt x="1340" y="11697"/>
                  </a:lnTo>
                  <a:lnTo>
                    <a:pt x="1361" y="11634"/>
                  </a:lnTo>
                  <a:lnTo>
                    <a:pt x="1444" y="11634"/>
                  </a:lnTo>
                  <a:lnTo>
                    <a:pt x="1549" y="11551"/>
                  </a:lnTo>
                  <a:lnTo>
                    <a:pt x="1570" y="11592"/>
                  </a:lnTo>
                  <a:lnTo>
                    <a:pt x="1654" y="11592"/>
                  </a:lnTo>
                  <a:lnTo>
                    <a:pt x="1675" y="11634"/>
                  </a:lnTo>
                  <a:lnTo>
                    <a:pt x="1612" y="11718"/>
                  </a:lnTo>
                  <a:lnTo>
                    <a:pt x="1549" y="11823"/>
                  </a:lnTo>
                  <a:lnTo>
                    <a:pt x="1549" y="11927"/>
                  </a:lnTo>
                  <a:lnTo>
                    <a:pt x="1633" y="11948"/>
                  </a:lnTo>
                  <a:lnTo>
                    <a:pt x="1675" y="11927"/>
                  </a:lnTo>
                  <a:lnTo>
                    <a:pt x="1737" y="11739"/>
                  </a:lnTo>
                  <a:lnTo>
                    <a:pt x="1758" y="11655"/>
                  </a:lnTo>
                  <a:lnTo>
                    <a:pt x="1842" y="11697"/>
                  </a:lnTo>
                  <a:lnTo>
                    <a:pt x="1926" y="11823"/>
                  </a:lnTo>
                  <a:lnTo>
                    <a:pt x="1968" y="11844"/>
                  </a:lnTo>
                  <a:lnTo>
                    <a:pt x="2051" y="11802"/>
                  </a:lnTo>
                  <a:lnTo>
                    <a:pt x="2051" y="11718"/>
                  </a:lnTo>
                  <a:lnTo>
                    <a:pt x="2093" y="11634"/>
                  </a:lnTo>
                  <a:lnTo>
                    <a:pt x="2198" y="11634"/>
                  </a:lnTo>
                  <a:lnTo>
                    <a:pt x="2240" y="11655"/>
                  </a:lnTo>
                  <a:lnTo>
                    <a:pt x="2240" y="11760"/>
                  </a:lnTo>
                  <a:lnTo>
                    <a:pt x="2177" y="11864"/>
                  </a:lnTo>
                  <a:lnTo>
                    <a:pt x="2177" y="11969"/>
                  </a:lnTo>
                  <a:lnTo>
                    <a:pt x="2240" y="11927"/>
                  </a:lnTo>
                  <a:lnTo>
                    <a:pt x="2344" y="11844"/>
                  </a:lnTo>
                  <a:lnTo>
                    <a:pt x="2386" y="11739"/>
                  </a:lnTo>
                  <a:lnTo>
                    <a:pt x="2470" y="11655"/>
                  </a:lnTo>
                  <a:lnTo>
                    <a:pt x="2595" y="11634"/>
                  </a:lnTo>
                  <a:lnTo>
                    <a:pt x="2700" y="11655"/>
                  </a:lnTo>
                  <a:lnTo>
                    <a:pt x="2784" y="11739"/>
                  </a:lnTo>
                  <a:lnTo>
                    <a:pt x="2909" y="11802"/>
                  </a:lnTo>
                  <a:lnTo>
                    <a:pt x="3076" y="11927"/>
                  </a:lnTo>
                  <a:lnTo>
                    <a:pt x="3181" y="11948"/>
                  </a:lnTo>
                  <a:lnTo>
                    <a:pt x="3223" y="11906"/>
                  </a:lnTo>
                  <a:lnTo>
                    <a:pt x="3286" y="11906"/>
                  </a:lnTo>
                  <a:lnTo>
                    <a:pt x="3390" y="12011"/>
                  </a:lnTo>
                  <a:lnTo>
                    <a:pt x="3516" y="12116"/>
                  </a:lnTo>
                  <a:lnTo>
                    <a:pt x="3495" y="12220"/>
                  </a:lnTo>
                  <a:lnTo>
                    <a:pt x="3495" y="12241"/>
                  </a:lnTo>
                  <a:lnTo>
                    <a:pt x="3537" y="12241"/>
                  </a:lnTo>
                  <a:lnTo>
                    <a:pt x="3558" y="12220"/>
                  </a:lnTo>
                  <a:lnTo>
                    <a:pt x="3620" y="12241"/>
                  </a:lnTo>
                  <a:lnTo>
                    <a:pt x="3662" y="12325"/>
                  </a:lnTo>
                  <a:lnTo>
                    <a:pt x="3746" y="12367"/>
                  </a:lnTo>
                  <a:lnTo>
                    <a:pt x="3809" y="12429"/>
                  </a:lnTo>
                  <a:lnTo>
                    <a:pt x="3830" y="12492"/>
                  </a:lnTo>
                  <a:lnTo>
                    <a:pt x="3851" y="12534"/>
                  </a:lnTo>
                  <a:lnTo>
                    <a:pt x="3913" y="12534"/>
                  </a:lnTo>
                  <a:lnTo>
                    <a:pt x="3913" y="12471"/>
                  </a:lnTo>
                  <a:lnTo>
                    <a:pt x="3955" y="12471"/>
                  </a:lnTo>
                  <a:lnTo>
                    <a:pt x="4018" y="12492"/>
                  </a:lnTo>
                  <a:lnTo>
                    <a:pt x="4039" y="12576"/>
                  </a:lnTo>
                  <a:lnTo>
                    <a:pt x="4164" y="12681"/>
                  </a:lnTo>
                  <a:lnTo>
                    <a:pt x="4248" y="12785"/>
                  </a:lnTo>
                  <a:lnTo>
                    <a:pt x="4290" y="12806"/>
                  </a:lnTo>
                  <a:lnTo>
                    <a:pt x="4353" y="12869"/>
                  </a:lnTo>
                  <a:lnTo>
                    <a:pt x="4332" y="12953"/>
                  </a:lnTo>
                  <a:lnTo>
                    <a:pt x="4353" y="12973"/>
                  </a:lnTo>
                  <a:lnTo>
                    <a:pt x="4353" y="13015"/>
                  </a:lnTo>
                  <a:lnTo>
                    <a:pt x="4290" y="13078"/>
                  </a:lnTo>
                  <a:lnTo>
                    <a:pt x="4248" y="13183"/>
                  </a:lnTo>
                  <a:lnTo>
                    <a:pt x="4164" y="13225"/>
                  </a:lnTo>
                  <a:lnTo>
                    <a:pt x="4164" y="13266"/>
                  </a:lnTo>
                  <a:lnTo>
                    <a:pt x="4269" y="13266"/>
                  </a:lnTo>
                  <a:lnTo>
                    <a:pt x="4290" y="13287"/>
                  </a:lnTo>
                  <a:lnTo>
                    <a:pt x="4269" y="13329"/>
                  </a:lnTo>
                  <a:lnTo>
                    <a:pt x="4227" y="13371"/>
                  </a:lnTo>
                  <a:lnTo>
                    <a:pt x="4123" y="13476"/>
                  </a:lnTo>
                  <a:lnTo>
                    <a:pt x="4081" y="13497"/>
                  </a:lnTo>
                  <a:lnTo>
                    <a:pt x="4081" y="13538"/>
                  </a:lnTo>
                  <a:lnTo>
                    <a:pt x="4144" y="13601"/>
                  </a:lnTo>
                  <a:lnTo>
                    <a:pt x="4185" y="13685"/>
                  </a:lnTo>
                  <a:lnTo>
                    <a:pt x="4185" y="13727"/>
                  </a:lnTo>
                  <a:lnTo>
                    <a:pt x="4374" y="13894"/>
                  </a:lnTo>
                  <a:lnTo>
                    <a:pt x="4416" y="13957"/>
                  </a:lnTo>
                  <a:lnTo>
                    <a:pt x="4416" y="14061"/>
                  </a:lnTo>
                  <a:lnTo>
                    <a:pt x="4457" y="14124"/>
                  </a:lnTo>
                  <a:lnTo>
                    <a:pt x="4416" y="14166"/>
                  </a:lnTo>
                  <a:lnTo>
                    <a:pt x="4416" y="14250"/>
                  </a:lnTo>
                  <a:lnTo>
                    <a:pt x="4478" y="14333"/>
                  </a:lnTo>
                  <a:lnTo>
                    <a:pt x="4520" y="14333"/>
                  </a:lnTo>
                  <a:lnTo>
                    <a:pt x="4562" y="14354"/>
                  </a:lnTo>
                  <a:lnTo>
                    <a:pt x="4583" y="14438"/>
                  </a:lnTo>
                  <a:lnTo>
                    <a:pt x="4667" y="14543"/>
                  </a:lnTo>
                  <a:lnTo>
                    <a:pt x="4709" y="14585"/>
                  </a:lnTo>
                  <a:lnTo>
                    <a:pt x="4709" y="14668"/>
                  </a:lnTo>
                  <a:lnTo>
                    <a:pt x="4688" y="14752"/>
                  </a:lnTo>
                  <a:lnTo>
                    <a:pt x="4604" y="14773"/>
                  </a:lnTo>
                  <a:lnTo>
                    <a:pt x="4520" y="14857"/>
                  </a:lnTo>
                  <a:lnTo>
                    <a:pt x="4499" y="14940"/>
                  </a:lnTo>
                  <a:lnTo>
                    <a:pt x="4457" y="15003"/>
                  </a:lnTo>
                  <a:lnTo>
                    <a:pt x="4395" y="15003"/>
                  </a:lnTo>
                  <a:lnTo>
                    <a:pt x="4290" y="15087"/>
                  </a:lnTo>
                  <a:lnTo>
                    <a:pt x="4269" y="15149"/>
                  </a:lnTo>
                  <a:lnTo>
                    <a:pt x="4311" y="15170"/>
                  </a:lnTo>
                  <a:lnTo>
                    <a:pt x="4374" y="15149"/>
                  </a:lnTo>
                  <a:lnTo>
                    <a:pt x="4416" y="15087"/>
                  </a:lnTo>
                  <a:lnTo>
                    <a:pt x="4478" y="15087"/>
                  </a:lnTo>
                  <a:lnTo>
                    <a:pt x="4583" y="14982"/>
                  </a:lnTo>
                  <a:lnTo>
                    <a:pt x="4688" y="14982"/>
                  </a:lnTo>
                  <a:lnTo>
                    <a:pt x="4667" y="15108"/>
                  </a:lnTo>
                  <a:lnTo>
                    <a:pt x="4625" y="15170"/>
                  </a:lnTo>
                  <a:lnTo>
                    <a:pt x="4667" y="15254"/>
                  </a:lnTo>
                  <a:lnTo>
                    <a:pt x="4667" y="15317"/>
                  </a:lnTo>
                  <a:lnTo>
                    <a:pt x="4709" y="15421"/>
                  </a:lnTo>
                  <a:lnTo>
                    <a:pt x="4729" y="15526"/>
                  </a:lnTo>
                  <a:lnTo>
                    <a:pt x="4688" y="15631"/>
                  </a:lnTo>
                  <a:lnTo>
                    <a:pt x="4688" y="15694"/>
                  </a:lnTo>
                  <a:lnTo>
                    <a:pt x="4709" y="15777"/>
                  </a:lnTo>
                  <a:lnTo>
                    <a:pt x="4709" y="15798"/>
                  </a:lnTo>
                  <a:lnTo>
                    <a:pt x="4667" y="15735"/>
                  </a:lnTo>
                  <a:lnTo>
                    <a:pt x="4604" y="15777"/>
                  </a:lnTo>
                  <a:lnTo>
                    <a:pt x="4625" y="15903"/>
                  </a:lnTo>
                  <a:lnTo>
                    <a:pt x="4688" y="16007"/>
                  </a:lnTo>
                  <a:lnTo>
                    <a:pt x="4688" y="16049"/>
                  </a:lnTo>
                  <a:lnTo>
                    <a:pt x="4667" y="16049"/>
                  </a:lnTo>
                  <a:lnTo>
                    <a:pt x="4604" y="16112"/>
                  </a:lnTo>
                  <a:lnTo>
                    <a:pt x="4625" y="16196"/>
                  </a:lnTo>
                  <a:lnTo>
                    <a:pt x="4667" y="16238"/>
                  </a:lnTo>
                  <a:lnTo>
                    <a:pt x="4729" y="16238"/>
                  </a:lnTo>
                  <a:lnTo>
                    <a:pt x="4792" y="16300"/>
                  </a:lnTo>
                  <a:lnTo>
                    <a:pt x="4792" y="16342"/>
                  </a:lnTo>
                  <a:lnTo>
                    <a:pt x="4729" y="16405"/>
                  </a:lnTo>
                  <a:lnTo>
                    <a:pt x="4729" y="16468"/>
                  </a:lnTo>
                  <a:lnTo>
                    <a:pt x="4667" y="16551"/>
                  </a:lnTo>
                  <a:lnTo>
                    <a:pt x="4604" y="16572"/>
                  </a:lnTo>
                  <a:lnTo>
                    <a:pt x="4520" y="16551"/>
                  </a:lnTo>
                  <a:lnTo>
                    <a:pt x="4478" y="16572"/>
                  </a:lnTo>
                  <a:lnTo>
                    <a:pt x="4478" y="16635"/>
                  </a:lnTo>
                  <a:lnTo>
                    <a:pt x="4562" y="16656"/>
                  </a:lnTo>
                  <a:lnTo>
                    <a:pt x="4625" y="16656"/>
                  </a:lnTo>
                  <a:lnTo>
                    <a:pt x="4688" y="16719"/>
                  </a:lnTo>
                  <a:lnTo>
                    <a:pt x="4729" y="16719"/>
                  </a:lnTo>
                  <a:lnTo>
                    <a:pt x="4813" y="16740"/>
                  </a:lnTo>
                  <a:lnTo>
                    <a:pt x="4855" y="16782"/>
                  </a:lnTo>
                  <a:lnTo>
                    <a:pt x="4855" y="16886"/>
                  </a:lnTo>
                  <a:lnTo>
                    <a:pt x="4876" y="17033"/>
                  </a:lnTo>
                  <a:lnTo>
                    <a:pt x="4771" y="17137"/>
                  </a:lnTo>
                  <a:lnTo>
                    <a:pt x="4750" y="17200"/>
                  </a:lnTo>
                  <a:lnTo>
                    <a:pt x="4792" y="17263"/>
                  </a:lnTo>
                  <a:lnTo>
                    <a:pt x="4709" y="17409"/>
                  </a:lnTo>
                  <a:lnTo>
                    <a:pt x="4604" y="17472"/>
                  </a:lnTo>
                  <a:lnTo>
                    <a:pt x="4541" y="17472"/>
                  </a:lnTo>
                  <a:lnTo>
                    <a:pt x="4478" y="17409"/>
                  </a:lnTo>
                  <a:lnTo>
                    <a:pt x="4436" y="17409"/>
                  </a:lnTo>
                  <a:lnTo>
                    <a:pt x="4332" y="17493"/>
                  </a:lnTo>
                  <a:lnTo>
                    <a:pt x="4290" y="17577"/>
                  </a:lnTo>
                  <a:lnTo>
                    <a:pt x="4332" y="17598"/>
                  </a:lnTo>
                  <a:lnTo>
                    <a:pt x="4374" y="17598"/>
                  </a:lnTo>
                  <a:lnTo>
                    <a:pt x="4541" y="17618"/>
                  </a:lnTo>
                  <a:lnTo>
                    <a:pt x="4583" y="17577"/>
                  </a:lnTo>
                  <a:lnTo>
                    <a:pt x="4604" y="17556"/>
                  </a:lnTo>
                  <a:lnTo>
                    <a:pt x="4646" y="17577"/>
                  </a:lnTo>
                  <a:lnTo>
                    <a:pt x="4646" y="17618"/>
                  </a:lnTo>
                  <a:lnTo>
                    <a:pt x="4667" y="17660"/>
                  </a:lnTo>
                  <a:lnTo>
                    <a:pt x="4604" y="17702"/>
                  </a:lnTo>
                  <a:lnTo>
                    <a:pt x="4562" y="17702"/>
                  </a:lnTo>
                  <a:lnTo>
                    <a:pt x="4541" y="17723"/>
                  </a:lnTo>
                  <a:lnTo>
                    <a:pt x="4541" y="17807"/>
                  </a:lnTo>
                  <a:lnTo>
                    <a:pt x="4499" y="17828"/>
                  </a:lnTo>
                  <a:lnTo>
                    <a:pt x="4436" y="17828"/>
                  </a:lnTo>
                  <a:lnTo>
                    <a:pt x="4290" y="17932"/>
                  </a:lnTo>
                  <a:lnTo>
                    <a:pt x="4185" y="17995"/>
                  </a:lnTo>
                  <a:lnTo>
                    <a:pt x="4185" y="18037"/>
                  </a:lnTo>
                  <a:lnTo>
                    <a:pt x="4269" y="18121"/>
                  </a:lnTo>
                  <a:lnTo>
                    <a:pt x="4395" y="18142"/>
                  </a:lnTo>
                  <a:lnTo>
                    <a:pt x="4499" y="18121"/>
                  </a:lnTo>
                  <a:lnTo>
                    <a:pt x="4583" y="18016"/>
                  </a:lnTo>
                  <a:lnTo>
                    <a:pt x="4646" y="17911"/>
                  </a:lnTo>
                  <a:lnTo>
                    <a:pt x="4688" y="17870"/>
                  </a:lnTo>
                  <a:lnTo>
                    <a:pt x="4709" y="17870"/>
                  </a:lnTo>
                  <a:lnTo>
                    <a:pt x="4709" y="17911"/>
                  </a:lnTo>
                  <a:lnTo>
                    <a:pt x="4604" y="18079"/>
                  </a:lnTo>
                  <a:lnTo>
                    <a:pt x="4478" y="18204"/>
                  </a:lnTo>
                  <a:lnTo>
                    <a:pt x="4436" y="18183"/>
                  </a:lnTo>
                  <a:lnTo>
                    <a:pt x="4269" y="18204"/>
                  </a:lnTo>
                  <a:lnTo>
                    <a:pt x="4227" y="18225"/>
                  </a:lnTo>
                  <a:lnTo>
                    <a:pt x="4164" y="18309"/>
                  </a:lnTo>
                  <a:lnTo>
                    <a:pt x="4144" y="18288"/>
                  </a:lnTo>
                  <a:lnTo>
                    <a:pt x="4039" y="18288"/>
                  </a:lnTo>
                  <a:lnTo>
                    <a:pt x="3934" y="18330"/>
                  </a:lnTo>
                  <a:lnTo>
                    <a:pt x="3934" y="18393"/>
                  </a:lnTo>
                  <a:lnTo>
                    <a:pt x="3955" y="18414"/>
                  </a:lnTo>
                  <a:lnTo>
                    <a:pt x="3976" y="18455"/>
                  </a:lnTo>
                  <a:lnTo>
                    <a:pt x="3955" y="18539"/>
                  </a:lnTo>
                  <a:lnTo>
                    <a:pt x="4018" y="18665"/>
                  </a:lnTo>
                  <a:lnTo>
                    <a:pt x="4039" y="18665"/>
                  </a:lnTo>
                  <a:lnTo>
                    <a:pt x="4060" y="18602"/>
                  </a:lnTo>
                  <a:lnTo>
                    <a:pt x="4123" y="18602"/>
                  </a:lnTo>
                  <a:lnTo>
                    <a:pt x="4164" y="18644"/>
                  </a:lnTo>
                  <a:lnTo>
                    <a:pt x="4185" y="18707"/>
                  </a:lnTo>
                  <a:lnTo>
                    <a:pt x="4185" y="18769"/>
                  </a:lnTo>
                  <a:lnTo>
                    <a:pt x="4248" y="18832"/>
                  </a:lnTo>
                  <a:lnTo>
                    <a:pt x="4374" y="18832"/>
                  </a:lnTo>
                  <a:lnTo>
                    <a:pt x="4457" y="18769"/>
                  </a:lnTo>
                  <a:lnTo>
                    <a:pt x="4478" y="18748"/>
                  </a:lnTo>
                  <a:lnTo>
                    <a:pt x="4541" y="18748"/>
                  </a:lnTo>
                  <a:lnTo>
                    <a:pt x="4646" y="18727"/>
                  </a:lnTo>
                  <a:lnTo>
                    <a:pt x="4688" y="18665"/>
                  </a:lnTo>
                  <a:lnTo>
                    <a:pt x="4709" y="18560"/>
                  </a:lnTo>
                  <a:lnTo>
                    <a:pt x="4688" y="18497"/>
                  </a:lnTo>
                  <a:lnTo>
                    <a:pt x="4646" y="18434"/>
                  </a:lnTo>
                  <a:lnTo>
                    <a:pt x="4750" y="18434"/>
                  </a:lnTo>
                  <a:lnTo>
                    <a:pt x="4750" y="18393"/>
                  </a:lnTo>
                  <a:lnTo>
                    <a:pt x="4771" y="18225"/>
                  </a:lnTo>
                  <a:lnTo>
                    <a:pt x="4813" y="18309"/>
                  </a:lnTo>
                  <a:lnTo>
                    <a:pt x="4876" y="18351"/>
                  </a:lnTo>
                  <a:lnTo>
                    <a:pt x="4918" y="18351"/>
                  </a:lnTo>
                  <a:lnTo>
                    <a:pt x="4981" y="18288"/>
                  </a:lnTo>
                  <a:lnTo>
                    <a:pt x="4981" y="18121"/>
                  </a:lnTo>
                  <a:lnTo>
                    <a:pt x="4981" y="18016"/>
                  </a:lnTo>
                  <a:lnTo>
                    <a:pt x="4918" y="17911"/>
                  </a:lnTo>
                  <a:lnTo>
                    <a:pt x="4897" y="17828"/>
                  </a:lnTo>
                  <a:lnTo>
                    <a:pt x="4918" y="17618"/>
                  </a:lnTo>
                  <a:lnTo>
                    <a:pt x="4960" y="17577"/>
                  </a:lnTo>
                  <a:lnTo>
                    <a:pt x="4981" y="17577"/>
                  </a:lnTo>
                  <a:lnTo>
                    <a:pt x="4981" y="17660"/>
                  </a:lnTo>
                  <a:lnTo>
                    <a:pt x="4960" y="17723"/>
                  </a:lnTo>
                  <a:lnTo>
                    <a:pt x="4981" y="17828"/>
                  </a:lnTo>
                  <a:lnTo>
                    <a:pt x="5022" y="17932"/>
                  </a:lnTo>
                  <a:lnTo>
                    <a:pt x="5022" y="18079"/>
                  </a:lnTo>
                  <a:lnTo>
                    <a:pt x="5001" y="18204"/>
                  </a:lnTo>
                  <a:lnTo>
                    <a:pt x="5001" y="18309"/>
                  </a:lnTo>
                  <a:lnTo>
                    <a:pt x="5064" y="18309"/>
                  </a:lnTo>
                  <a:lnTo>
                    <a:pt x="5085" y="18288"/>
                  </a:lnTo>
                  <a:lnTo>
                    <a:pt x="5169" y="18225"/>
                  </a:lnTo>
                  <a:lnTo>
                    <a:pt x="5169" y="18183"/>
                  </a:lnTo>
                  <a:lnTo>
                    <a:pt x="5273" y="18037"/>
                  </a:lnTo>
                  <a:lnTo>
                    <a:pt x="5378" y="17995"/>
                  </a:lnTo>
                  <a:lnTo>
                    <a:pt x="5420" y="17995"/>
                  </a:lnTo>
                  <a:lnTo>
                    <a:pt x="5420" y="18016"/>
                  </a:lnTo>
                  <a:lnTo>
                    <a:pt x="5336" y="18079"/>
                  </a:lnTo>
                  <a:lnTo>
                    <a:pt x="5294" y="18121"/>
                  </a:lnTo>
                  <a:lnTo>
                    <a:pt x="5232" y="18246"/>
                  </a:lnTo>
                  <a:lnTo>
                    <a:pt x="5169" y="18330"/>
                  </a:lnTo>
                  <a:lnTo>
                    <a:pt x="5169" y="18393"/>
                  </a:lnTo>
                  <a:lnTo>
                    <a:pt x="5211" y="18414"/>
                  </a:lnTo>
                  <a:lnTo>
                    <a:pt x="5294" y="18414"/>
                  </a:lnTo>
                  <a:lnTo>
                    <a:pt x="5336" y="18434"/>
                  </a:lnTo>
                  <a:lnTo>
                    <a:pt x="5399" y="18518"/>
                  </a:lnTo>
                  <a:lnTo>
                    <a:pt x="5483" y="18539"/>
                  </a:lnTo>
                  <a:lnTo>
                    <a:pt x="5587" y="18518"/>
                  </a:lnTo>
                  <a:lnTo>
                    <a:pt x="5650" y="18455"/>
                  </a:lnTo>
                  <a:lnTo>
                    <a:pt x="5713" y="18455"/>
                  </a:lnTo>
                  <a:lnTo>
                    <a:pt x="5734" y="18497"/>
                  </a:lnTo>
                  <a:lnTo>
                    <a:pt x="5734" y="18539"/>
                  </a:lnTo>
                  <a:lnTo>
                    <a:pt x="5608" y="18623"/>
                  </a:lnTo>
                  <a:lnTo>
                    <a:pt x="5420" y="18665"/>
                  </a:lnTo>
                  <a:lnTo>
                    <a:pt x="5294" y="18665"/>
                  </a:lnTo>
                  <a:lnTo>
                    <a:pt x="5211" y="18727"/>
                  </a:lnTo>
                  <a:lnTo>
                    <a:pt x="5169" y="18769"/>
                  </a:lnTo>
                  <a:lnTo>
                    <a:pt x="5169" y="18832"/>
                  </a:lnTo>
                  <a:lnTo>
                    <a:pt x="5190" y="18853"/>
                  </a:lnTo>
                  <a:lnTo>
                    <a:pt x="5315" y="18832"/>
                  </a:lnTo>
                  <a:lnTo>
                    <a:pt x="5378" y="18853"/>
                  </a:lnTo>
                  <a:lnTo>
                    <a:pt x="5420" y="18832"/>
                  </a:lnTo>
                  <a:lnTo>
                    <a:pt x="5504" y="18769"/>
                  </a:lnTo>
                  <a:lnTo>
                    <a:pt x="5629" y="18769"/>
                  </a:lnTo>
                  <a:lnTo>
                    <a:pt x="5650" y="18811"/>
                  </a:lnTo>
                  <a:lnTo>
                    <a:pt x="5629" y="18853"/>
                  </a:lnTo>
                  <a:lnTo>
                    <a:pt x="5545" y="18874"/>
                  </a:lnTo>
                  <a:lnTo>
                    <a:pt x="5483" y="18937"/>
                  </a:lnTo>
                  <a:lnTo>
                    <a:pt x="5336" y="18937"/>
                  </a:lnTo>
                  <a:lnTo>
                    <a:pt x="5294" y="19020"/>
                  </a:lnTo>
                  <a:lnTo>
                    <a:pt x="5273" y="19083"/>
                  </a:lnTo>
                  <a:lnTo>
                    <a:pt x="5211" y="19146"/>
                  </a:lnTo>
                  <a:lnTo>
                    <a:pt x="5211" y="19188"/>
                  </a:lnTo>
                  <a:lnTo>
                    <a:pt x="5273" y="19188"/>
                  </a:lnTo>
                  <a:lnTo>
                    <a:pt x="5420" y="19062"/>
                  </a:lnTo>
                  <a:lnTo>
                    <a:pt x="5483" y="19041"/>
                  </a:lnTo>
                  <a:lnTo>
                    <a:pt x="5545" y="19041"/>
                  </a:lnTo>
                  <a:lnTo>
                    <a:pt x="5587" y="19020"/>
                  </a:lnTo>
                  <a:lnTo>
                    <a:pt x="5629" y="19020"/>
                  </a:lnTo>
                  <a:lnTo>
                    <a:pt x="5692" y="19083"/>
                  </a:lnTo>
                  <a:lnTo>
                    <a:pt x="5692" y="19146"/>
                  </a:lnTo>
                  <a:lnTo>
                    <a:pt x="5650" y="19188"/>
                  </a:lnTo>
                  <a:lnTo>
                    <a:pt x="5587" y="19146"/>
                  </a:lnTo>
                  <a:lnTo>
                    <a:pt x="5525" y="19125"/>
                  </a:lnTo>
                  <a:lnTo>
                    <a:pt x="5399" y="19167"/>
                  </a:lnTo>
                  <a:lnTo>
                    <a:pt x="5378" y="19230"/>
                  </a:lnTo>
                  <a:lnTo>
                    <a:pt x="5399" y="19271"/>
                  </a:lnTo>
                  <a:lnTo>
                    <a:pt x="5587" y="19271"/>
                  </a:lnTo>
                  <a:lnTo>
                    <a:pt x="5650" y="19230"/>
                  </a:lnTo>
                  <a:lnTo>
                    <a:pt x="5713" y="19230"/>
                  </a:lnTo>
                  <a:lnTo>
                    <a:pt x="5797" y="19334"/>
                  </a:lnTo>
                  <a:lnTo>
                    <a:pt x="5797" y="19397"/>
                  </a:lnTo>
                  <a:lnTo>
                    <a:pt x="5734" y="19439"/>
                  </a:lnTo>
                  <a:lnTo>
                    <a:pt x="5525" y="19355"/>
                  </a:lnTo>
                  <a:lnTo>
                    <a:pt x="5420" y="19292"/>
                  </a:lnTo>
                  <a:lnTo>
                    <a:pt x="5399" y="19355"/>
                  </a:lnTo>
                  <a:lnTo>
                    <a:pt x="5420" y="19439"/>
                  </a:lnTo>
                  <a:lnTo>
                    <a:pt x="5525" y="19502"/>
                  </a:lnTo>
                  <a:lnTo>
                    <a:pt x="5629" y="19648"/>
                  </a:lnTo>
                  <a:lnTo>
                    <a:pt x="5692" y="19753"/>
                  </a:lnTo>
                  <a:lnTo>
                    <a:pt x="5629" y="19753"/>
                  </a:lnTo>
                  <a:lnTo>
                    <a:pt x="5545" y="19648"/>
                  </a:lnTo>
                  <a:lnTo>
                    <a:pt x="5525" y="19648"/>
                  </a:lnTo>
                  <a:lnTo>
                    <a:pt x="5504" y="19690"/>
                  </a:lnTo>
                  <a:lnTo>
                    <a:pt x="5525" y="19774"/>
                  </a:lnTo>
                  <a:lnTo>
                    <a:pt x="5650" y="19878"/>
                  </a:lnTo>
                  <a:lnTo>
                    <a:pt x="5797" y="19983"/>
                  </a:lnTo>
                  <a:lnTo>
                    <a:pt x="5797" y="20025"/>
                  </a:lnTo>
                  <a:lnTo>
                    <a:pt x="5734" y="20025"/>
                  </a:lnTo>
                  <a:lnTo>
                    <a:pt x="5734" y="20087"/>
                  </a:lnTo>
                  <a:lnTo>
                    <a:pt x="5692" y="20087"/>
                  </a:lnTo>
                  <a:lnTo>
                    <a:pt x="5587" y="19983"/>
                  </a:lnTo>
                  <a:lnTo>
                    <a:pt x="5545" y="19983"/>
                  </a:lnTo>
                  <a:lnTo>
                    <a:pt x="5545" y="20025"/>
                  </a:lnTo>
                  <a:lnTo>
                    <a:pt x="5650" y="20171"/>
                  </a:lnTo>
                  <a:lnTo>
                    <a:pt x="5713" y="20213"/>
                  </a:lnTo>
                  <a:lnTo>
                    <a:pt x="5755" y="20213"/>
                  </a:lnTo>
                  <a:lnTo>
                    <a:pt x="5817" y="20192"/>
                  </a:lnTo>
                  <a:lnTo>
                    <a:pt x="5838" y="20213"/>
                  </a:lnTo>
                  <a:lnTo>
                    <a:pt x="5797" y="20297"/>
                  </a:lnTo>
                  <a:lnTo>
                    <a:pt x="5734" y="20318"/>
                  </a:lnTo>
                  <a:lnTo>
                    <a:pt x="5629" y="20276"/>
                  </a:lnTo>
                  <a:lnTo>
                    <a:pt x="5545" y="20192"/>
                  </a:lnTo>
                  <a:lnTo>
                    <a:pt x="5441" y="20108"/>
                  </a:lnTo>
                  <a:lnTo>
                    <a:pt x="5378" y="20004"/>
                  </a:lnTo>
                  <a:lnTo>
                    <a:pt x="5294" y="19795"/>
                  </a:lnTo>
                  <a:lnTo>
                    <a:pt x="5232" y="19711"/>
                  </a:lnTo>
                  <a:lnTo>
                    <a:pt x="5169" y="19690"/>
                  </a:lnTo>
                  <a:lnTo>
                    <a:pt x="5085" y="19648"/>
                  </a:lnTo>
                  <a:lnTo>
                    <a:pt x="4981" y="19606"/>
                  </a:lnTo>
                  <a:lnTo>
                    <a:pt x="4876" y="19606"/>
                  </a:lnTo>
                  <a:lnTo>
                    <a:pt x="4813" y="19585"/>
                  </a:lnTo>
                  <a:lnTo>
                    <a:pt x="4750" y="19585"/>
                  </a:lnTo>
                  <a:lnTo>
                    <a:pt x="4646" y="19564"/>
                  </a:lnTo>
                  <a:lnTo>
                    <a:pt x="4541" y="19460"/>
                  </a:lnTo>
                  <a:lnTo>
                    <a:pt x="4436" y="19460"/>
                  </a:lnTo>
                  <a:lnTo>
                    <a:pt x="4353" y="19439"/>
                  </a:lnTo>
                  <a:lnTo>
                    <a:pt x="4290" y="19460"/>
                  </a:lnTo>
                  <a:lnTo>
                    <a:pt x="4185" y="19460"/>
                  </a:lnTo>
                  <a:lnTo>
                    <a:pt x="4060" y="19564"/>
                  </a:lnTo>
                  <a:lnTo>
                    <a:pt x="4060" y="19606"/>
                  </a:lnTo>
                  <a:lnTo>
                    <a:pt x="4123" y="19669"/>
                  </a:lnTo>
                  <a:lnTo>
                    <a:pt x="4185" y="19753"/>
                  </a:lnTo>
                  <a:lnTo>
                    <a:pt x="4248" y="19878"/>
                  </a:lnTo>
                  <a:lnTo>
                    <a:pt x="4248" y="19962"/>
                  </a:lnTo>
                  <a:lnTo>
                    <a:pt x="4353" y="20067"/>
                  </a:lnTo>
                  <a:lnTo>
                    <a:pt x="4499" y="20108"/>
                  </a:lnTo>
                  <a:lnTo>
                    <a:pt x="4709" y="20192"/>
                  </a:lnTo>
                  <a:lnTo>
                    <a:pt x="4855" y="20276"/>
                  </a:lnTo>
                  <a:lnTo>
                    <a:pt x="4897" y="20380"/>
                  </a:lnTo>
                  <a:lnTo>
                    <a:pt x="4897" y="20422"/>
                  </a:lnTo>
                  <a:lnTo>
                    <a:pt x="4981" y="20443"/>
                  </a:lnTo>
                  <a:lnTo>
                    <a:pt x="5064" y="20443"/>
                  </a:lnTo>
                  <a:lnTo>
                    <a:pt x="5127" y="20527"/>
                  </a:lnTo>
                  <a:lnTo>
                    <a:pt x="5211" y="20548"/>
                  </a:lnTo>
                  <a:lnTo>
                    <a:pt x="5273" y="20527"/>
                  </a:lnTo>
                  <a:lnTo>
                    <a:pt x="5315" y="20590"/>
                  </a:lnTo>
                  <a:lnTo>
                    <a:pt x="5399" y="20590"/>
                  </a:lnTo>
                  <a:lnTo>
                    <a:pt x="5441" y="20548"/>
                  </a:lnTo>
                  <a:lnTo>
                    <a:pt x="5504" y="20631"/>
                  </a:lnTo>
                  <a:lnTo>
                    <a:pt x="5608" y="20631"/>
                  </a:lnTo>
                  <a:lnTo>
                    <a:pt x="5692" y="20548"/>
                  </a:lnTo>
                  <a:lnTo>
                    <a:pt x="5797" y="20548"/>
                  </a:lnTo>
                  <a:lnTo>
                    <a:pt x="5838" y="20590"/>
                  </a:lnTo>
                  <a:lnTo>
                    <a:pt x="5838" y="20652"/>
                  </a:lnTo>
                  <a:lnTo>
                    <a:pt x="5755" y="20652"/>
                  </a:lnTo>
                  <a:lnTo>
                    <a:pt x="5692" y="20694"/>
                  </a:lnTo>
                  <a:lnTo>
                    <a:pt x="5692" y="20736"/>
                  </a:lnTo>
                  <a:lnTo>
                    <a:pt x="5755" y="20736"/>
                  </a:lnTo>
                  <a:lnTo>
                    <a:pt x="5817" y="20820"/>
                  </a:lnTo>
                  <a:lnTo>
                    <a:pt x="5734" y="20862"/>
                  </a:lnTo>
                  <a:lnTo>
                    <a:pt x="5734" y="20903"/>
                  </a:lnTo>
                  <a:lnTo>
                    <a:pt x="5650" y="20924"/>
                  </a:lnTo>
                  <a:lnTo>
                    <a:pt x="5608" y="20966"/>
                  </a:lnTo>
                  <a:lnTo>
                    <a:pt x="5504" y="21029"/>
                  </a:lnTo>
                  <a:lnTo>
                    <a:pt x="5483" y="21071"/>
                  </a:lnTo>
                  <a:lnTo>
                    <a:pt x="5504" y="21113"/>
                  </a:lnTo>
                  <a:lnTo>
                    <a:pt x="5608" y="21113"/>
                  </a:lnTo>
                  <a:lnTo>
                    <a:pt x="5692" y="21134"/>
                  </a:lnTo>
                  <a:lnTo>
                    <a:pt x="5713" y="21175"/>
                  </a:lnTo>
                  <a:lnTo>
                    <a:pt x="5629" y="21175"/>
                  </a:lnTo>
                  <a:lnTo>
                    <a:pt x="5587" y="21217"/>
                  </a:lnTo>
                  <a:lnTo>
                    <a:pt x="5545" y="21175"/>
                  </a:lnTo>
                  <a:lnTo>
                    <a:pt x="5504" y="21238"/>
                  </a:lnTo>
                  <a:lnTo>
                    <a:pt x="5420" y="21364"/>
                  </a:lnTo>
                  <a:lnTo>
                    <a:pt x="5378" y="21364"/>
                  </a:lnTo>
                  <a:lnTo>
                    <a:pt x="5315" y="21427"/>
                  </a:lnTo>
                  <a:lnTo>
                    <a:pt x="5315" y="21468"/>
                  </a:lnTo>
                  <a:lnTo>
                    <a:pt x="5399" y="21489"/>
                  </a:lnTo>
                  <a:lnTo>
                    <a:pt x="5441" y="21489"/>
                  </a:lnTo>
                  <a:lnTo>
                    <a:pt x="5504" y="21468"/>
                  </a:lnTo>
                  <a:lnTo>
                    <a:pt x="5525" y="21489"/>
                  </a:lnTo>
                  <a:lnTo>
                    <a:pt x="5545" y="21552"/>
                  </a:lnTo>
                  <a:lnTo>
                    <a:pt x="5608" y="21552"/>
                  </a:lnTo>
                  <a:lnTo>
                    <a:pt x="5650" y="21573"/>
                  </a:lnTo>
                  <a:lnTo>
                    <a:pt x="5650" y="21636"/>
                  </a:lnTo>
                  <a:lnTo>
                    <a:pt x="5545" y="21657"/>
                  </a:lnTo>
                  <a:lnTo>
                    <a:pt x="5483" y="21678"/>
                  </a:lnTo>
                  <a:lnTo>
                    <a:pt x="5483" y="21699"/>
                  </a:lnTo>
                  <a:lnTo>
                    <a:pt x="5608" y="21699"/>
                  </a:lnTo>
                  <a:lnTo>
                    <a:pt x="5650" y="21761"/>
                  </a:lnTo>
                  <a:lnTo>
                    <a:pt x="5650" y="21803"/>
                  </a:lnTo>
                  <a:lnTo>
                    <a:pt x="5608" y="21803"/>
                  </a:lnTo>
                  <a:lnTo>
                    <a:pt x="5545" y="21782"/>
                  </a:lnTo>
                  <a:lnTo>
                    <a:pt x="5525" y="21803"/>
                  </a:lnTo>
                  <a:lnTo>
                    <a:pt x="5483" y="21803"/>
                  </a:lnTo>
                  <a:lnTo>
                    <a:pt x="5420" y="21761"/>
                  </a:lnTo>
                  <a:lnTo>
                    <a:pt x="5336" y="21761"/>
                  </a:lnTo>
                  <a:lnTo>
                    <a:pt x="5232" y="21740"/>
                  </a:lnTo>
                  <a:lnTo>
                    <a:pt x="5232" y="21678"/>
                  </a:lnTo>
                  <a:lnTo>
                    <a:pt x="5273" y="21657"/>
                  </a:lnTo>
                  <a:lnTo>
                    <a:pt x="5211" y="21552"/>
                  </a:lnTo>
                  <a:lnTo>
                    <a:pt x="5190" y="21531"/>
                  </a:lnTo>
                  <a:lnTo>
                    <a:pt x="5127" y="21552"/>
                  </a:lnTo>
                  <a:lnTo>
                    <a:pt x="5127" y="21657"/>
                  </a:lnTo>
                  <a:lnTo>
                    <a:pt x="5064" y="21866"/>
                  </a:lnTo>
                  <a:lnTo>
                    <a:pt x="5001" y="21950"/>
                  </a:lnTo>
                  <a:lnTo>
                    <a:pt x="5022" y="21992"/>
                  </a:lnTo>
                  <a:lnTo>
                    <a:pt x="5085" y="21992"/>
                  </a:lnTo>
                  <a:lnTo>
                    <a:pt x="5169" y="21950"/>
                  </a:lnTo>
                  <a:lnTo>
                    <a:pt x="5190" y="21950"/>
                  </a:lnTo>
                  <a:lnTo>
                    <a:pt x="5169" y="21992"/>
                  </a:lnTo>
                  <a:lnTo>
                    <a:pt x="5085" y="22054"/>
                  </a:lnTo>
                  <a:lnTo>
                    <a:pt x="5022" y="22096"/>
                  </a:lnTo>
                  <a:lnTo>
                    <a:pt x="4981" y="22117"/>
                  </a:lnTo>
                  <a:lnTo>
                    <a:pt x="4981" y="22180"/>
                  </a:lnTo>
                  <a:lnTo>
                    <a:pt x="4855" y="22159"/>
                  </a:lnTo>
                  <a:lnTo>
                    <a:pt x="4750" y="22159"/>
                  </a:lnTo>
                  <a:lnTo>
                    <a:pt x="4646" y="22180"/>
                  </a:lnTo>
                  <a:lnTo>
                    <a:pt x="4604" y="22159"/>
                  </a:lnTo>
                  <a:lnTo>
                    <a:pt x="4478" y="22159"/>
                  </a:lnTo>
                  <a:lnTo>
                    <a:pt x="4395" y="22180"/>
                  </a:lnTo>
                  <a:lnTo>
                    <a:pt x="4248" y="22264"/>
                  </a:lnTo>
                  <a:lnTo>
                    <a:pt x="4123" y="22284"/>
                  </a:lnTo>
                  <a:lnTo>
                    <a:pt x="4144" y="22305"/>
                  </a:lnTo>
                  <a:lnTo>
                    <a:pt x="4248" y="22284"/>
                  </a:lnTo>
                  <a:lnTo>
                    <a:pt x="4290" y="22284"/>
                  </a:lnTo>
                  <a:lnTo>
                    <a:pt x="4248" y="22326"/>
                  </a:lnTo>
                  <a:lnTo>
                    <a:pt x="4185" y="22368"/>
                  </a:lnTo>
                  <a:lnTo>
                    <a:pt x="4227" y="22410"/>
                  </a:lnTo>
                  <a:lnTo>
                    <a:pt x="4290" y="22431"/>
                  </a:lnTo>
                  <a:lnTo>
                    <a:pt x="4353" y="22515"/>
                  </a:lnTo>
                  <a:lnTo>
                    <a:pt x="4457" y="22494"/>
                  </a:lnTo>
                  <a:lnTo>
                    <a:pt x="4541" y="22515"/>
                  </a:lnTo>
                  <a:lnTo>
                    <a:pt x="4583" y="22494"/>
                  </a:lnTo>
                  <a:lnTo>
                    <a:pt x="4709" y="22494"/>
                  </a:lnTo>
                  <a:lnTo>
                    <a:pt x="4750" y="22473"/>
                  </a:lnTo>
                  <a:lnTo>
                    <a:pt x="4667" y="22410"/>
                  </a:lnTo>
                  <a:lnTo>
                    <a:pt x="4646" y="22389"/>
                  </a:lnTo>
                  <a:lnTo>
                    <a:pt x="4688" y="22326"/>
                  </a:lnTo>
                  <a:lnTo>
                    <a:pt x="4855" y="22326"/>
                  </a:lnTo>
                  <a:lnTo>
                    <a:pt x="4918" y="22305"/>
                  </a:lnTo>
                  <a:lnTo>
                    <a:pt x="5001" y="22305"/>
                  </a:lnTo>
                  <a:lnTo>
                    <a:pt x="5001" y="22326"/>
                  </a:lnTo>
                  <a:lnTo>
                    <a:pt x="4960" y="22368"/>
                  </a:lnTo>
                  <a:lnTo>
                    <a:pt x="4918" y="22431"/>
                  </a:lnTo>
                  <a:lnTo>
                    <a:pt x="4918" y="22515"/>
                  </a:lnTo>
                  <a:lnTo>
                    <a:pt x="4792" y="22577"/>
                  </a:lnTo>
                  <a:lnTo>
                    <a:pt x="4792" y="22619"/>
                  </a:lnTo>
                  <a:lnTo>
                    <a:pt x="4813" y="22682"/>
                  </a:lnTo>
                  <a:lnTo>
                    <a:pt x="5064" y="22849"/>
                  </a:lnTo>
                  <a:lnTo>
                    <a:pt x="5169" y="22933"/>
                  </a:lnTo>
                  <a:lnTo>
                    <a:pt x="5169" y="22954"/>
                  </a:lnTo>
                  <a:lnTo>
                    <a:pt x="5085" y="22954"/>
                  </a:lnTo>
                  <a:lnTo>
                    <a:pt x="5064" y="22933"/>
                  </a:lnTo>
                  <a:lnTo>
                    <a:pt x="4960" y="22891"/>
                  </a:lnTo>
                  <a:lnTo>
                    <a:pt x="4813" y="22808"/>
                  </a:lnTo>
                  <a:lnTo>
                    <a:pt x="4771" y="22745"/>
                  </a:lnTo>
                  <a:lnTo>
                    <a:pt x="4667" y="22745"/>
                  </a:lnTo>
                  <a:lnTo>
                    <a:pt x="4604" y="22787"/>
                  </a:lnTo>
                  <a:lnTo>
                    <a:pt x="4541" y="22808"/>
                  </a:lnTo>
                  <a:lnTo>
                    <a:pt x="4332" y="22682"/>
                  </a:lnTo>
                  <a:lnTo>
                    <a:pt x="4290" y="22598"/>
                  </a:lnTo>
                  <a:lnTo>
                    <a:pt x="4248" y="22515"/>
                  </a:lnTo>
                  <a:lnTo>
                    <a:pt x="4227" y="22515"/>
                  </a:lnTo>
                  <a:lnTo>
                    <a:pt x="4248" y="22619"/>
                  </a:lnTo>
                  <a:lnTo>
                    <a:pt x="4269" y="22703"/>
                  </a:lnTo>
                  <a:lnTo>
                    <a:pt x="4248" y="22724"/>
                  </a:lnTo>
                  <a:lnTo>
                    <a:pt x="4144" y="22619"/>
                  </a:lnTo>
                  <a:lnTo>
                    <a:pt x="4039" y="22494"/>
                  </a:lnTo>
                  <a:lnTo>
                    <a:pt x="3913" y="22431"/>
                  </a:lnTo>
                  <a:lnTo>
                    <a:pt x="3851" y="22473"/>
                  </a:lnTo>
                  <a:lnTo>
                    <a:pt x="3872" y="22515"/>
                  </a:lnTo>
                  <a:lnTo>
                    <a:pt x="3955" y="22536"/>
                  </a:lnTo>
                  <a:lnTo>
                    <a:pt x="3976" y="22619"/>
                  </a:lnTo>
                  <a:lnTo>
                    <a:pt x="4123" y="22745"/>
                  </a:lnTo>
                  <a:lnTo>
                    <a:pt x="4164" y="22808"/>
                  </a:lnTo>
                  <a:lnTo>
                    <a:pt x="4227" y="22808"/>
                  </a:lnTo>
                  <a:lnTo>
                    <a:pt x="4290" y="22828"/>
                  </a:lnTo>
                  <a:lnTo>
                    <a:pt x="4332" y="22891"/>
                  </a:lnTo>
                  <a:lnTo>
                    <a:pt x="4164" y="22891"/>
                  </a:lnTo>
                  <a:lnTo>
                    <a:pt x="4060" y="22828"/>
                  </a:lnTo>
                  <a:lnTo>
                    <a:pt x="3976" y="22787"/>
                  </a:lnTo>
                  <a:lnTo>
                    <a:pt x="3934" y="22787"/>
                  </a:lnTo>
                  <a:lnTo>
                    <a:pt x="3913" y="22849"/>
                  </a:lnTo>
                  <a:lnTo>
                    <a:pt x="3913" y="22912"/>
                  </a:lnTo>
                  <a:lnTo>
                    <a:pt x="3851" y="22954"/>
                  </a:lnTo>
                  <a:lnTo>
                    <a:pt x="3830" y="22954"/>
                  </a:lnTo>
                  <a:lnTo>
                    <a:pt x="3830" y="23017"/>
                  </a:lnTo>
                  <a:lnTo>
                    <a:pt x="3767" y="23059"/>
                  </a:lnTo>
                  <a:lnTo>
                    <a:pt x="3725" y="23100"/>
                  </a:lnTo>
                  <a:lnTo>
                    <a:pt x="3600" y="23247"/>
                  </a:lnTo>
                  <a:lnTo>
                    <a:pt x="3600" y="23310"/>
                  </a:lnTo>
                  <a:lnTo>
                    <a:pt x="3627" y="23324"/>
                  </a:lnTo>
                  <a:lnTo>
                    <a:pt x="3627" y="23324"/>
                  </a:lnTo>
                  <a:lnTo>
                    <a:pt x="3558" y="23352"/>
                  </a:lnTo>
                  <a:lnTo>
                    <a:pt x="3495" y="23414"/>
                  </a:lnTo>
                  <a:lnTo>
                    <a:pt x="3390" y="23456"/>
                  </a:lnTo>
                  <a:lnTo>
                    <a:pt x="3328" y="23561"/>
                  </a:lnTo>
                  <a:lnTo>
                    <a:pt x="3328" y="23644"/>
                  </a:lnTo>
                  <a:lnTo>
                    <a:pt x="3348" y="23665"/>
                  </a:lnTo>
                  <a:lnTo>
                    <a:pt x="3432" y="23624"/>
                  </a:lnTo>
                  <a:lnTo>
                    <a:pt x="3537" y="23582"/>
                  </a:lnTo>
                  <a:lnTo>
                    <a:pt x="3600" y="23624"/>
                  </a:lnTo>
                  <a:lnTo>
                    <a:pt x="3620" y="23644"/>
                  </a:lnTo>
                  <a:lnTo>
                    <a:pt x="3725" y="23644"/>
                  </a:lnTo>
                  <a:lnTo>
                    <a:pt x="3913" y="23582"/>
                  </a:lnTo>
                  <a:lnTo>
                    <a:pt x="4060" y="23582"/>
                  </a:lnTo>
                  <a:lnTo>
                    <a:pt x="4185" y="23644"/>
                  </a:lnTo>
                  <a:lnTo>
                    <a:pt x="4185" y="23686"/>
                  </a:lnTo>
                  <a:lnTo>
                    <a:pt x="4144" y="23728"/>
                  </a:lnTo>
                  <a:lnTo>
                    <a:pt x="4018" y="23686"/>
                  </a:lnTo>
                  <a:lnTo>
                    <a:pt x="3934" y="23728"/>
                  </a:lnTo>
                  <a:lnTo>
                    <a:pt x="3558" y="23686"/>
                  </a:lnTo>
                  <a:lnTo>
                    <a:pt x="3453" y="23686"/>
                  </a:lnTo>
                  <a:lnTo>
                    <a:pt x="3432" y="23728"/>
                  </a:lnTo>
                  <a:lnTo>
                    <a:pt x="3286" y="23728"/>
                  </a:lnTo>
                  <a:lnTo>
                    <a:pt x="3286" y="23770"/>
                  </a:lnTo>
                  <a:lnTo>
                    <a:pt x="3307" y="23791"/>
                  </a:lnTo>
                  <a:lnTo>
                    <a:pt x="3411" y="23791"/>
                  </a:lnTo>
                  <a:lnTo>
                    <a:pt x="3432" y="23833"/>
                  </a:lnTo>
                  <a:lnTo>
                    <a:pt x="3390" y="23854"/>
                  </a:lnTo>
                  <a:lnTo>
                    <a:pt x="3307" y="23833"/>
                  </a:lnTo>
                  <a:lnTo>
                    <a:pt x="3202" y="23833"/>
                  </a:lnTo>
                  <a:lnTo>
                    <a:pt x="3202" y="23854"/>
                  </a:lnTo>
                  <a:lnTo>
                    <a:pt x="3244" y="23896"/>
                  </a:lnTo>
                  <a:lnTo>
                    <a:pt x="3348" y="23896"/>
                  </a:lnTo>
                  <a:lnTo>
                    <a:pt x="3620" y="23979"/>
                  </a:lnTo>
                  <a:lnTo>
                    <a:pt x="3704" y="23979"/>
                  </a:lnTo>
                  <a:lnTo>
                    <a:pt x="3746" y="23958"/>
                  </a:lnTo>
                  <a:lnTo>
                    <a:pt x="3830" y="23958"/>
                  </a:lnTo>
                  <a:lnTo>
                    <a:pt x="3851" y="23979"/>
                  </a:lnTo>
                  <a:lnTo>
                    <a:pt x="3851" y="24063"/>
                  </a:lnTo>
                  <a:lnTo>
                    <a:pt x="3872" y="24147"/>
                  </a:lnTo>
                  <a:lnTo>
                    <a:pt x="3830" y="24168"/>
                  </a:lnTo>
                  <a:lnTo>
                    <a:pt x="3746" y="24147"/>
                  </a:lnTo>
                  <a:lnTo>
                    <a:pt x="3725" y="24168"/>
                  </a:lnTo>
                  <a:lnTo>
                    <a:pt x="3704" y="24147"/>
                  </a:lnTo>
                  <a:lnTo>
                    <a:pt x="3600" y="24168"/>
                  </a:lnTo>
                  <a:lnTo>
                    <a:pt x="3600" y="24209"/>
                  </a:lnTo>
                  <a:lnTo>
                    <a:pt x="3620" y="24251"/>
                  </a:lnTo>
                  <a:lnTo>
                    <a:pt x="3662" y="24251"/>
                  </a:lnTo>
                  <a:lnTo>
                    <a:pt x="3746" y="24272"/>
                  </a:lnTo>
                  <a:lnTo>
                    <a:pt x="3767" y="24293"/>
                  </a:lnTo>
                  <a:lnTo>
                    <a:pt x="3662" y="24356"/>
                  </a:lnTo>
                  <a:lnTo>
                    <a:pt x="3600" y="24356"/>
                  </a:lnTo>
                  <a:lnTo>
                    <a:pt x="3495" y="24293"/>
                  </a:lnTo>
                  <a:lnTo>
                    <a:pt x="3390" y="24335"/>
                  </a:lnTo>
                  <a:lnTo>
                    <a:pt x="3390" y="24377"/>
                  </a:lnTo>
                  <a:lnTo>
                    <a:pt x="3411" y="24460"/>
                  </a:lnTo>
                  <a:lnTo>
                    <a:pt x="3453" y="24481"/>
                  </a:lnTo>
                  <a:lnTo>
                    <a:pt x="3516" y="24460"/>
                  </a:lnTo>
                  <a:lnTo>
                    <a:pt x="3620" y="24460"/>
                  </a:lnTo>
                  <a:lnTo>
                    <a:pt x="3704" y="24502"/>
                  </a:lnTo>
                  <a:lnTo>
                    <a:pt x="3725" y="24565"/>
                  </a:lnTo>
                  <a:lnTo>
                    <a:pt x="3495" y="24565"/>
                  </a:lnTo>
                  <a:lnTo>
                    <a:pt x="3432" y="24586"/>
                  </a:lnTo>
                  <a:lnTo>
                    <a:pt x="3348" y="24544"/>
                  </a:lnTo>
                  <a:lnTo>
                    <a:pt x="3307" y="24544"/>
                  </a:lnTo>
                  <a:lnTo>
                    <a:pt x="3244" y="24607"/>
                  </a:lnTo>
                  <a:lnTo>
                    <a:pt x="3244" y="24816"/>
                  </a:lnTo>
                  <a:lnTo>
                    <a:pt x="3223" y="24879"/>
                  </a:lnTo>
                  <a:lnTo>
                    <a:pt x="3244" y="24921"/>
                  </a:lnTo>
                  <a:lnTo>
                    <a:pt x="3328" y="24921"/>
                  </a:lnTo>
                  <a:lnTo>
                    <a:pt x="3558" y="24816"/>
                  </a:lnTo>
                  <a:lnTo>
                    <a:pt x="3620" y="24774"/>
                  </a:lnTo>
                  <a:lnTo>
                    <a:pt x="3809" y="24712"/>
                  </a:lnTo>
                  <a:lnTo>
                    <a:pt x="3913" y="24670"/>
                  </a:lnTo>
                  <a:lnTo>
                    <a:pt x="3976" y="24544"/>
                  </a:lnTo>
                  <a:lnTo>
                    <a:pt x="4123" y="24398"/>
                  </a:lnTo>
                  <a:lnTo>
                    <a:pt x="4395" y="24272"/>
                  </a:lnTo>
                  <a:lnTo>
                    <a:pt x="4541" y="24230"/>
                  </a:lnTo>
                  <a:lnTo>
                    <a:pt x="4604" y="24251"/>
                  </a:lnTo>
                  <a:lnTo>
                    <a:pt x="4604" y="24293"/>
                  </a:lnTo>
                  <a:lnTo>
                    <a:pt x="4562" y="24335"/>
                  </a:lnTo>
                  <a:lnTo>
                    <a:pt x="4478" y="24335"/>
                  </a:lnTo>
                  <a:lnTo>
                    <a:pt x="4332" y="24377"/>
                  </a:lnTo>
                  <a:lnTo>
                    <a:pt x="4144" y="24460"/>
                  </a:lnTo>
                  <a:lnTo>
                    <a:pt x="3955" y="24670"/>
                  </a:lnTo>
                  <a:lnTo>
                    <a:pt x="3872" y="24774"/>
                  </a:lnTo>
                  <a:lnTo>
                    <a:pt x="3725" y="24795"/>
                  </a:lnTo>
                  <a:lnTo>
                    <a:pt x="3641" y="24816"/>
                  </a:lnTo>
                  <a:lnTo>
                    <a:pt x="3495" y="24921"/>
                  </a:lnTo>
                  <a:lnTo>
                    <a:pt x="3328" y="24984"/>
                  </a:lnTo>
                  <a:lnTo>
                    <a:pt x="3244" y="25005"/>
                  </a:lnTo>
                  <a:lnTo>
                    <a:pt x="3223" y="25067"/>
                  </a:lnTo>
                  <a:lnTo>
                    <a:pt x="3307" y="25067"/>
                  </a:lnTo>
                  <a:lnTo>
                    <a:pt x="3348" y="25025"/>
                  </a:lnTo>
                  <a:lnTo>
                    <a:pt x="3411" y="25067"/>
                  </a:lnTo>
                  <a:lnTo>
                    <a:pt x="3411" y="25109"/>
                  </a:lnTo>
                  <a:lnTo>
                    <a:pt x="3516" y="25067"/>
                  </a:lnTo>
                  <a:lnTo>
                    <a:pt x="3558" y="25005"/>
                  </a:lnTo>
                  <a:lnTo>
                    <a:pt x="3620" y="25005"/>
                  </a:lnTo>
                  <a:lnTo>
                    <a:pt x="3704" y="25088"/>
                  </a:lnTo>
                  <a:lnTo>
                    <a:pt x="3746" y="25088"/>
                  </a:lnTo>
                  <a:lnTo>
                    <a:pt x="3830" y="25025"/>
                  </a:lnTo>
                  <a:lnTo>
                    <a:pt x="3934" y="24963"/>
                  </a:lnTo>
                  <a:lnTo>
                    <a:pt x="4018" y="24963"/>
                  </a:lnTo>
                  <a:lnTo>
                    <a:pt x="4039" y="24984"/>
                  </a:lnTo>
                  <a:lnTo>
                    <a:pt x="4018" y="25025"/>
                  </a:lnTo>
                  <a:lnTo>
                    <a:pt x="3934" y="25025"/>
                  </a:lnTo>
                  <a:lnTo>
                    <a:pt x="3851" y="25109"/>
                  </a:lnTo>
                  <a:lnTo>
                    <a:pt x="3767" y="25130"/>
                  </a:lnTo>
                  <a:lnTo>
                    <a:pt x="3662" y="25130"/>
                  </a:lnTo>
                  <a:lnTo>
                    <a:pt x="3620" y="25088"/>
                  </a:lnTo>
                  <a:lnTo>
                    <a:pt x="3558" y="25109"/>
                  </a:lnTo>
                  <a:lnTo>
                    <a:pt x="3516" y="25172"/>
                  </a:lnTo>
                  <a:lnTo>
                    <a:pt x="3390" y="25214"/>
                  </a:lnTo>
                  <a:lnTo>
                    <a:pt x="3348" y="25235"/>
                  </a:lnTo>
                  <a:lnTo>
                    <a:pt x="3432" y="25297"/>
                  </a:lnTo>
                  <a:lnTo>
                    <a:pt x="3495" y="25297"/>
                  </a:lnTo>
                  <a:lnTo>
                    <a:pt x="3600" y="25339"/>
                  </a:lnTo>
                  <a:lnTo>
                    <a:pt x="3516" y="25423"/>
                  </a:lnTo>
                  <a:lnTo>
                    <a:pt x="3516" y="25486"/>
                  </a:lnTo>
                  <a:lnTo>
                    <a:pt x="3600" y="25507"/>
                  </a:lnTo>
                  <a:lnTo>
                    <a:pt x="3558" y="25549"/>
                  </a:lnTo>
                  <a:lnTo>
                    <a:pt x="3600" y="25611"/>
                  </a:lnTo>
                  <a:lnTo>
                    <a:pt x="3537" y="25611"/>
                  </a:lnTo>
                  <a:lnTo>
                    <a:pt x="3453" y="25695"/>
                  </a:lnTo>
                  <a:lnTo>
                    <a:pt x="3495" y="25758"/>
                  </a:lnTo>
                  <a:lnTo>
                    <a:pt x="3537" y="25758"/>
                  </a:lnTo>
                  <a:lnTo>
                    <a:pt x="3600" y="25716"/>
                  </a:lnTo>
                  <a:lnTo>
                    <a:pt x="3620" y="25716"/>
                  </a:lnTo>
                  <a:lnTo>
                    <a:pt x="3641" y="25821"/>
                  </a:lnTo>
                  <a:lnTo>
                    <a:pt x="3641" y="25904"/>
                  </a:lnTo>
                  <a:lnTo>
                    <a:pt x="3558" y="25946"/>
                  </a:lnTo>
                  <a:lnTo>
                    <a:pt x="3558" y="26113"/>
                  </a:lnTo>
                  <a:lnTo>
                    <a:pt x="3620" y="26176"/>
                  </a:lnTo>
                  <a:lnTo>
                    <a:pt x="3704" y="26176"/>
                  </a:lnTo>
                  <a:lnTo>
                    <a:pt x="3767" y="26134"/>
                  </a:lnTo>
                  <a:lnTo>
                    <a:pt x="3809" y="26051"/>
                  </a:lnTo>
                  <a:lnTo>
                    <a:pt x="3851" y="26072"/>
                  </a:lnTo>
                  <a:lnTo>
                    <a:pt x="3913" y="26030"/>
                  </a:lnTo>
                  <a:lnTo>
                    <a:pt x="3955" y="26030"/>
                  </a:lnTo>
                  <a:lnTo>
                    <a:pt x="4018" y="26072"/>
                  </a:lnTo>
                  <a:lnTo>
                    <a:pt x="3976" y="26113"/>
                  </a:lnTo>
                  <a:lnTo>
                    <a:pt x="3872" y="26176"/>
                  </a:lnTo>
                  <a:lnTo>
                    <a:pt x="3809" y="26176"/>
                  </a:lnTo>
                  <a:lnTo>
                    <a:pt x="3641" y="26239"/>
                  </a:lnTo>
                  <a:lnTo>
                    <a:pt x="3558" y="26281"/>
                  </a:lnTo>
                  <a:lnTo>
                    <a:pt x="3558" y="26365"/>
                  </a:lnTo>
                  <a:lnTo>
                    <a:pt x="3537" y="26448"/>
                  </a:lnTo>
                  <a:lnTo>
                    <a:pt x="3620" y="26490"/>
                  </a:lnTo>
                  <a:lnTo>
                    <a:pt x="3558" y="26553"/>
                  </a:lnTo>
                  <a:lnTo>
                    <a:pt x="3537" y="26657"/>
                  </a:lnTo>
                  <a:lnTo>
                    <a:pt x="3558" y="26783"/>
                  </a:lnTo>
                  <a:lnTo>
                    <a:pt x="3620" y="26783"/>
                  </a:lnTo>
                  <a:lnTo>
                    <a:pt x="3704" y="26637"/>
                  </a:lnTo>
                  <a:lnTo>
                    <a:pt x="3746" y="26595"/>
                  </a:lnTo>
                  <a:lnTo>
                    <a:pt x="3872" y="26469"/>
                  </a:lnTo>
                  <a:lnTo>
                    <a:pt x="3934" y="26469"/>
                  </a:lnTo>
                  <a:lnTo>
                    <a:pt x="3976" y="26385"/>
                  </a:lnTo>
                  <a:lnTo>
                    <a:pt x="4060" y="26365"/>
                  </a:lnTo>
                  <a:lnTo>
                    <a:pt x="4060" y="26385"/>
                  </a:lnTo>
                  <a:lnTo>
                    <a:pt x="4018" y="26448"/>
                  </a:lnTo>
                  <a:lnTo>
                    <a:pt x="4018" y="26490"/>
                  </a:lnTo>
                  <a:lnTo>
                    <a:pt x="4039" y="26532"/>
                  </a:lnTo>
                  <a:lnTo>
                    <a:pt x="4123" y="26490"/>
                  </a:lnTo>
                  <a:lnTo>
                    <a:pt x="4248" y="26365"/>
                  </a:lnTo>
                  <a:lnTo>
                    <a:pt x="4269" y="26323"/>
                  </a:lnTo>
                  <a:lnTo>
                    <a:pt x="4332" y="26385"/>
                  </a:lnTo>
                  <a:lnTo>
                    <a:pt x="4374" y="26385"/>
                  </a:lnTo>
                  <a:lnTo>
                    <a:pt x="4436" y="26344"/>
                  </a:lnTo>
                  <a:lnTo>
                    <a:pt x="4499" y="26344"/>
                  </a:lnTo>
                  <a:lnTo>
                    <a:pt x="4499" y="26365"/>
                  </a:lnTo>
                  <a:lnTo>
                    <a:pt x="4436" y="26448"/>
                  </a:lnTo>
                  <a:lnTo>
                    <a:pt x="4436" y="26637"/>
                  </a:lnTo>
                  <a:lnTo>
                    <a:pt x="4478" y="26657"/>
                  </a:lnTo>
                  <a:lnTo>
                    <a:pt x="4541" y="26741"/>
                  </a:lnTo>
                  <a:lnTo>
                    <a:pt x="4499" y="26762"/>
                  </a:lnTo>
                  <a:lnTo>
                    <a:pt x="4436" y="26741"/>
                  </a:lnTo>
                  <a:lnTo>
                    <a:pt x="4332" y="26637"/>
                  </a:lnTo>
                  <a:lnTo>
                    <a:pt x="4269" y="26553"/>
                  </a:lnTo>
                  <a:lnTo>
                    <a:pt x="4227" y="26553"/>
                  </a:lnTo>
                  <a:lnTo>
                    <a:pt x="4164" y="26574"/>
                  </a:lnTo>
                  <a:lnTo>
                    <a:pt x="4081" y="26574"/>
                  </a:lnTo>
                  <a:lnTo>
                    <a:pt x="4060" y="26637"/>
                  </a:lnTo>
                  <a:lnTo>
                    <a:pt x="4123" y="26678"/>
                  </a:lnTo>
                  <a:lnTo>
                    <a:pt x="4164" y="26678"/>
                  </a:lnTo>
                  <a:lnTo>
                    <a:pt x="4248" y="26783"/>
                  </a:lnTo>
                  <a:lnTo>
                    <a:pt x="4290" y="26804"/>
                  </a:lnTo>
                  <a:lnTo>
                    <a:pt x="4269" y="26867"/>
                  </a:lnTo>
                  <a:lnTo>
                    <a:pt x="4185" y="26783"/>
                  </a:lnTo>
                  <a:lnTo>
                    <a:pt x="4144" y="26762"/>
                  </a:lnTo>
                  <a:lnTo>
                    <a:pt x="4060" y="26762"/>
                  </a:lnTo>
                  <a:lnTo>
                    <a:pt x="3955" y="26888"/>
                  </a:lnTo>
                  <a:lnTo>
                    <a:pt x="3872" y="26950"/>
                  </a:lnTo>
                  <a:lnTo>
                    <a:pt x="3704" y="26950"/>
                  </a:lnTo>
                  <a:lnTo>
                    <a:pt x="3662" y="26971"/>
                  </a:lnTo>
                  <a:lnTo>
                    <a:pt x="3725" y="26992"/>
                  </a:lnTo>
                  <a:lnTo>
                    <a:pt x="3830" y="26992"/>
                  </a:lnTo>
                  <a:lnTo>
                    <a:pt x="3892" y="26971"/>
                  </a:lnTo>
                  <a:lnTo>
                    <a:pt x="4060" y="26950"/>
                  </a:lnTo>
                  <a:lnTo>
                    <a:pt x="4164" y="26888"/>
                  </a:lnTo>
                  <a:lnTo>
                    <a:pt x="4248" y="26909"/>
                  </a:lnTo>
                  <a:lnTo>
                    <a:pt x="4353" y="26909"/>
                  </a:lnTo>
                  <a:lnTo>
                    <a:pt x="4311" y="26950"/>
                  </a:lnTo>
                  <a:lnTo>
                    <a:pt x="4248" y="27013"/>
                  </a:lnTo>
                  <a:lnTo>
                    <a:pt x="4102" y="27013"/>
                  </a:lnTo>
                  <a:lnTo>
                    <a:pt x="3976" y="27055"/>
                  </a:lnTo>
                  <a:lnTo>
                    <a:pt x="3767" y="27055"/>
                  </a:lnTo>
                  <a:lnTo>
                    <a:pt x="3662" y="27076"/>
                  </a:lnTo>
                  <a:lnTo>
                    <a:pt x="3641" y="27160"/>
                  </a:lnTo>
                  <a:lnTo>
                    <a:pt x="3662" y="27222"/>
                  </a:lnTo>
                  <a:lnTo>
                    <a:pt x="3767" y="27264"/>
                  </a:lnTo>
                  <a:lnTo>
                    <a:pt x="3872" y="27222"/>
                  </a:lnTo>
                  <a:lnTo>
                    <a:pt x="3892" y="27264"/>
                  </a:lnTo>
                  <a:lnTo>
                    <a:pt x="3830" y="27306"/>
                  </a:lnTo>
                  <a:lnTo>
                    <a:pt x="3725" y="27306"/>
                  </a:lnTo>
                  <a:lnTo>
                    <a:pt x="3662" y="27390"/>
                  </a:lnTo>
                  <a:lnTo>
                    <a:pt x="3683" y="27473"/>
                  </a:lnTo>
                  <a:lnTo>
                    <a:pt x="3767" y="27515"/>
                  </a:lnTo>
                  <a:lnTo>
                    <a:pt x="3830" y="27473"/>
                  </a:lnTo>
                  <a:lnTo>
                    <a:pt x="3851" y="27411"/>
                  </a:lnTo>
                  <a:lnTo>
                    <a:pt x="3934" y="27411"/>
                  </a:lnTo>
                  <a:lnTo>
                    <a:pt x="3976" y="27432"/>
                  </a:lnTo>
                  <a:lnTo>
                    <a:pt x="4060" y="27432"/>
                  </a:lnTo>
                  <a:lnTo>
                    <a:pt x="4144" y="27411"/>
                  </a:lnTo>
                  <a:lnTo>
                    <a:pt x="4185" y="27390"/>
                  </a:lnTo>
                  <a:lnTo>
                    <a:pt x="4227" y="27411"/>
                  </a:lnTo>
                  <a:lnTo>
                    <a:pt x="4164" y="27473"/>
                  </a:lnTo>
                  <a:lnTo>
                    <a:pt x="4039" y="27515"/>
                  </a:lnTo>
                  <a:lnTo>
                    <a:pt x="3976" y="27494"/>
                  </a:lnTo>
                  <a:lnTo>
                    <a:pt x="3913" y="27473"/>
                  </a:lnTo>
                  <a:lnTo>
                    <a:pt x="3851" y="27473"/>
                  </a:lnTo>
                  <a:lnTo>
                    <a:pt x="3913" y="27515"/>
                  </a:lnTo>
                  <a:lnTo>
                    <a:pt x="3976" y="27515"/>
                  </a:lnTo>
                  <a:lnTo>
                    <a:pt x="4039" y="27536"/>
                  </a:lnTo>
                  <a:lnTo>
                    <a:pt x="3976" y="27578"/>
                  </a:lnTo>
                  <a:lnTo>
                    <a:pt x="3851" y="27578"/>
                  </a:lnTo>
                  <a:lnTo>
                    <a:pt x="3746" y="27641"/>
                  </a:lnTo>
                  <a:lnTo>
                    <a:pt x="3809" y="27704"/>
                  </a:lnTo>
                  <a:lnTo>
                    <a:pt x="3851" y="27704"/>
                  </a:lnTo>
                  <a:lnTo>
                    <a:pt x="3913" y="27683"/>
                  </a:lnTo>
                  <a:lnTo>
                    <a:pt x="4039" y="27683"/>
                  </a:lnTo>
                  <a:lnTo>
                    <a:pt x="4081" y="27704"/>
                  </a:lnTo>
                  <a:lnTo>
                    <a:pt x="4144" y="27704"/>
                  </a:lnTo>
                  <a:lnTo>
                    <a:pt x="4081" y="27746"/>
                  </a:lnTo>
                  <a:lnTo>
                    <a:pt x="3955" y="27787"/>
                  </a:lnTo>
                  <a:lnTo>
                    <a:pt x="3872" y="27746"/>
                  </a:lnTo>
                  <a:lnTo>
                    <a:pt x="3809" y="27787"/>
                  </a:lnTo>
                  <a:lnTo>
                    <a:pt x="3767" y="27829"/>
                  </a:lnTo>
                  <a:lnTo>
                    <a:pt x="3809" y="27892"/>
                  </a:lnTo>
                  <a:lnTo>
                    <a:pt x="3851" y="27892"/>
                  </a:lnTo>
                  <a:lnTo>
                    <a:pt x="3934" y="27829"/>
                  </a:lnTo>
                  <a:lnTo>
                    <a:pt x="4018" y="27829"/>
                  </a:lnTo>
                  <a:lnTo>
                    <a:pt x="4081" y="27892"/>
                  </a:lnTo>
                  <a:lnTo>
                    <a:pt x="4081" y="27934"/>
                  </a:lnTo>
                  <a:lnTo>
                    <a:pt x="3934" y="27997"/>
                  </a:lnTo>
                  <a:lnTo>
                    <a:pt x="3892" y="28038"/>
                  </a:lnTo>
                  <a:lnTo>
                    <a:pt x="3955" y="28143"/>
                  </a:lnTo>
                  <a:lnTo>
                    <a:pt x="3997" y="28143"/>
                  </a:lnTo>
                  <a:lnTo>
                    <a:pt x="4039" y="28122"/>
                  </a:lnTo>
                  <a:lnTo>
                    <a:pt x="4102" y="28122"/>
                  </a:lnTo>
                  <a:lnTo>
                    <a:pt x="4164" y="28206"/>
                  </a:lnTo>
                  <a:lnTo>
                    <a:pt x="4185" y="28143"/>
                  </a:lnTo>
                  <a:lnTo>
                    <a:pt x="4227" y="28122"/>
                  </a:lnTo>
                  <a:lnTo>
                    <a:pt x="4269" y="28143"/>
                  </a:lnTo>
                  <a:lnTo>
                    <a:pt x="4248" y="28206"/>
                  </a:lnTo>
                  <a:lnTo>
                    <a:pt x="4206" y="28248"/>
                  </a:lnTo>
                  <a:lnTo>
                    <a:pt x="4269" y="28310"/>
                  </a:lnTo>
                  <a:lnTo>
                    <a:pt x="4164" y="28436"/>
                  </a:lnTo>
                  <a:lnTo>
                    <a:pt x="4144" y="28436"/>
                  </a:lnTo>
                  <a:lnTo>
                    <a:pt x="4081" y="28520"/>
                  </a:lnTo>
                  <a:lnTo>
                    <a:pt x="4039" y="28582"/>
                  </a:lnTo>
                  <a:lnTo>
                    <a:pt x="4039" y="28624"/>
                  </a:lnTo>
                  <a:lnTo>
                    <a:pt x="4102" y="28624"/>
                  </a:lnTo>
                  <a:lnTo>
                    <a:pt x="4164" y="28582"/>
                  </a:lnTo>
                  <a:lnTo>
                    <a:pt x="4248" y="28624"/>
                  </a:lnTo>
                  <a:lnTo>
                    <a:pt x="4269" y="28687"/>
                  </a:lnTo>
                  <a:lnTo>
                    <a:pt x="4227" y="28750"/>
                  </a:lnTo>
                  <a:lnTo>
                    <a:pt x="4227" y="28771"/>
                  </a:lnTo>
                  <a:lnTo>
                    <a:pt x="4290" y="28771"/>
                  </a:lnTo>
                  <a:lnTo>
                    <a:pt x="4353" y="28792"/>
                  </a:lnTo>
                  <a:lnTo>
                    <a:pt x="4353" y="28854"/>
                  </a:lnTo>
                  <a:lnTo>
                    <a:pt x="4290" y="28896"/>
                  </a:lnTo>
                  <a:lnTo>
                    <a:pt x="4353" y="28959"/>
                  </a:lnTo>
                  <a:lnTo>
                    <a:pt x="4332" y="29043"/>
                  </a:lnTo>
                  <a:lnTo>
                    <a:pt x="4248" y="29085"/>
                  </a:lnTo>
                  <a:lnTo>
                    <a:pt x="4206" y="29147"/>
                  </a:lnTo>
                  <a:lnTo>
                    <a:pt x="4311" y="29147"/>
                  </a:lnTo>
                  <a:lnTo>
                    <a:pt x="4374" y="29085"/>
                  </a:lnTo>
                  <a:lnTo>
                    <a:pt x="4395" y="29043"/>
                  </a:lnTo>
                  <a:lnTo>
                    <a:pt x="4520" y="28980"/>
                  </a:lnTo>
                  <a:lnTo>
                    <a:pt x="4562" y="29001"/>
                  </a:lnTo>
                  <a:lnTo>
                    <a:pt x="4499" y="29064"/>
                  </a:lnTo>
                  <a:lnTo>
                    <a:pt x="4541" y="29106"/>
                  </a:lnTo>
                  <a:lnTo>
                    <a:pt x="4457" y="29168"/>
                  </a:lnTo>
                  <a:lnTo>
                    <a:pt x="4395" y="29210"/>
                  </a:lnTo>
                  <a:lnTo>
                    <a:pt x="4332" y="29210"/>
                  </a:lnTo>
                  <a:lnTo>
                    <a:pt x="4248" y="29252"/>
                  </a:lnTo>
                  <a:lnTo>
                    <a:pt x="4185" y="29294"/>
                  </a:lnTo>
                  <a:lnTo>
                    <a:pt x="4248" y="29357"/>
                  </a:lnTo>
                  <a:lnTo>
                    <a:pt x="4332" y="29294"/>
                  </a:lnTo>
                  <a:lnTo>
                    <a:pt x="4374" y="29252"/>
                  </a:lnTo>
                  <a:lnTo>
                    <a:pt x="4478" y="29273"/>
                  </a:lnTo>
                  <a:lnTo>
                    <a:pt x="4499" y="29294"/>
                  </a:lnTo>
                  <a:lnTo>
                    <a:pt x="4457" y="29357"/>
                  </a:lnTo>
                  <a:lnTo>
                    <a:pt x="4332" y="29398"/>
                  </a:lnTo>
                  <a:lnTo>
                    <a:pt x="4332" y="29503"/>
                  </a:lnTo>
                  <a:lnTo>
                    <a:pt x="4269" y="29566"/>
                  </a:lnTo>
                  <a:lnTo>
                    <a:pt x="4185" y="29587"/>
                  </a:lnTo>
                  <a:lnTo>
                    <a:pt x="4164" y="29629"/>
                  </a:lnTo>
                  <a:lnTo>
                    <a:pt x="4248" y="29691"/>
                  </a:lnTo>
                  <a:lnTo>
                    <a:pt x="4374" y="29670"/>
                  </a:lnTo>
                  <a:lnTo>
                    <a:pt x="4457" y="29608"/>
                  </a:lnTo>
                  <a:lnTo>
                    <a:pt x="4562" y="29587"/>
                  </a:lnTo>
                  <a:lnTo>
                    <a:pt x="4625" y="29587"/>
                  </a:lnTo>
                  <a:lnTo>
                    <a:pt x="4667" y="29629"/>
                  </a:lnTo>
                  <a:lnTo>
                    <a:pt x="4625" y="29691"/>
                  </a:lnTo>
                  <a:lnTo>
                    <a:pt x="4562" y="29691"/>
                  </a:lnTo>
                  <a:lnTo>
                    <a:pt x="4416" y="29733"/>
                  </a:lnTo>
                  <a:lnTo>
                    <a:pt x="4416" y="29775"/>
                  </a:lnTo>
                  <a:lnTo>
                    <a:pt x="4499" y="29775"/>
                  </a:lnTo>
                  <a:lnTo>
                    <a:pt x="4541" y="29817"/>
                  </a:lnTo>
                  <a:lnTo>
                    <a:pt x="4457" y="29901"/>
                  </a:lnTo>
                  <a:lnTo>
                    <a:pt x="4478" y="29984"/>
                  </a:lnTo>
                  <a:lnTo>
                    <a:pt x="4562" y="30005"/>
                  </a:lnTo>
                  <a:lnTo>
                    <a:pt x="4688" y="29901"/>
                  </a:lnTo>
                  <a:lnTo>
                    <a:pt x="4750" y="29880"/>
                  </a:lnTo>
                  <a:lnTo>
                    <a:pt x="4771" y="29901"/>
                  </a:lnTo>
                  <a:lnTo>
                    <a:pt x="4855" y="29984"/>
                  </a:lnTo>
                  <a:lnTo>
                    <a:pt x="4855" y="30089"/>
                  </a:lnTo>
                  <a:lnTo>
                    <a:pt x="4918" y="30131"/>
                  </a:lnTo>
                  <a:lnTo>
                    <a:pt x="4918" y="30152"/>
                  </a:lnTo>
                  <a:lnTo>
                    <a:pt x="4876" y="30214"/>
                  </a:lnTo>
                  <a:lnTo>
                    <a:pt x="4792" y="30214"/>
                  </a:lnTo>
                  <a:lnTo>
                    <a:pt x="4750" y="30298"/>
                  </a:lnTo>
                  <a:lnTo>
                    <a:pt x="4771" y="30340"/>
                  </a:lnTo>
                  <a:lnTo>
                    <a:pt x="4918" y="30361"/>
                  </a:lnTo>
                  <a:lnTo>
                    <a:pt x="4981" y="30340"/>
                  </a:lnTo>
                  <a:lnTo>
                    <a:pt x="4960" y="30298"/>
                  </a:lnTo>
                  <a:lnTo>
                    <a:pt x="4960" y="30235"/>
                  </a:lnTo>
                  <a:lnTo>
                    <a:pt x="5001" y="30214"/>
                  </a:lnTo>
                  <a:lnTo>
                    <a:pt x="5064" y="30235"/>
                  </a:lnTo>
                  <a:lnTo>
                    <a:pt x="5127" y="30194"/>
                  </a:lnTo>
                  <a:lnTo>
                    <a:pt x="5211" y="30152"/>
                  </a:lnTo>
                  <a:lnTo>
                    <a:pt x="5273" y="30214"/>
                  </a:lnTo>
                  <a:lnTo>
                    <a:pt x="5315" y="30235"/>
                  </a:lnTo>
                  <a:lnTo>
                    <a:pt x="5378" y="30214"/>
                  </a:lnTo>
                  <a:lnTo>
                    <a:pt x="5420" y="30131"/>
                  </a:lnTo>
                  <a:lnTo>
                    <a:pt x="5483" y="30089"/>
                  </a:lnTo>
                  <a:lnTo>
                    <a:pt x="5545" y="30089"/>
                  </a:lnTo>
                  <a:lnTo>
                    <a:pt x="5629" y="30047"/>
                  </a:lnTo>
                  <a:lnTo>
                    <a:pt x="5713" y="30089"/>
                  </a:lnTo>
                  <a:lnTo>
                    <a:pt x="5755" y="30026"/>
                  </a:lnTo>
                  <a:lnTo>
                    <a:pt x="5755" y="29984"/>
                  </a:lnTo>
                  <a:lnTo>
                    <a:pt x="5713" y="29922"/>
                  </a:lnTo>
                  <a:lnTo>
                    <a:pt x="5713" y="29880"/>
                  </a:lnTo>
                  <a:lnTo>
                    <a:pt x="5755" y="29838"/>
                  </a:lnTo>
                  <a:lnTo>
                    <a:pt x="5817" y="29880"/>
                  </a:lnTo>
                  <a:lnTo>
                    <a:pt x="5859" y="29942"/>
                  </a:lnTo>
                  <a:lnTo>
                    <a:pt x="5859" y="30047"/>
                  </a:lnTo>
                  <a:lnTo>
                    <a:pt x="5797" y="30131"/>
                  </a:lnTo>
                  <a:lnTo>
                    <a:pt x="5734" y="30152"/>
                  </a:lnTo>
                  <a:lnTo>
                    <a:pt x="5692" y="30214"/>
                  </a:lnTo>
                  <a:lnTo>
                    <a:pt x="5713" y="30235"/>
                  </a:lnTo>
                  <a:lnTo>
                    <a:pt x="5838" y="30194"/>
                  </a:lnTo>
                  <a:lnTo>
                    <a:pt x="6027" y="30089"/>
                  </a:lnTo>
                  <a:lnTo>
                    <a:pt x="6131" y="29922"/>
                  </a:lnTo>
                  <a:lnTo>
                    <a:pt x="6173" y="29922"/>
                  </a:lnTo>
                  <a:lnTo>
                    <a:pt x="6215" y="30005"/>
                  </a:lnTo>
                  <a:lnTo>
                    <a:pt x="6215" y="30110"/>
                  </a:lnTo>
                  <a:lnTo>
                    <a:pt x="6131" y="30131"/>
                  </a:lnTo>
                  <a:lnTo>
                    <a:pt x="6048" y="30194"/>
                  </a:lnTo>
                  <a:lnTo>
                    <a:pt x="5964" y="30256"/>
                  </a:lnTo>
                  <a:lnTo>
                    <a:pt x="5859" y="30298"/>
                  </a:lnTo>
                  <a:lnTo>
                    <a:pt x="5838" y="30319"/>
                  </a:lnTo>
                  <a:lnTo>
                    <a:pt x="5859" y="30340"/>
                  </a:lnTo>
                  <a:lnTo>
                    <a:pt x="5964" y="30319"/>
                  </a:lnTo>
                  <a:lnTo>
                    <a:pt x="6110" y="30235"/>
                  </a:lnTo>
                  <a:lnTo>
                    <a:pt x="6131" y="30256"/>
                  </a:lnTo>
                  <a:lnTo>
                    <a:pt x="6027" y="30361"/>
                  </a:lnTo>
                  <a:lnTo>
                    <a:pt x="5943" y="30403"/>
                  </a:lnTo>
                  <a:lnTo>
                    <a:pt x="5943" y="30507"/>
                  </a:lnTo>
                  <a:lnTo>
                    <a:pt x="5797" y="30612"/>
                  </a:lnTo>
                  <a:lnTo>
                    <a:pt x="5755" y="30654"/>
                  </a:lnTo>
                  <a:lnTo>
                    <a:pt x="5817" y="30654"/>
                  </a:lnTo>
                  <a:lnTo>
                    <a:pt x="5859" y="30612"/>
                  </a:lnTo>
                  <a:lnTo>
                    <a:pt x="5901" y="30612"/>
                  </a:lnTo>
                  <a:lnTo>
                    <a:pt x="5901" y="30633"/>
                  </a:lnTo>
                  <a:lnTo>
                    <a:pt x="5922" y="30738"/>
                  </a:lnTo>
                  <a:lnTo>
                    <a:pt x="5943" y="30654"/>
                  </a:lnTo>
                  <a:lnTo>
                    <a:pt x="6027" y="30612"/>
                  </a:lnTo>
                  <a:lnTo>
                    <a:pt x="6048" y="30549"/>
                  </a:lnTo>
                  <a:lnTo>
                    <a:pt x="6110" y="30549"/>
                  </a:lnTo>
                  <a:lnTo>
                    <a:pt x="6131" y="30570"/>
                  </a:lnTo>
                  <a:lnTo>
                    <a:pt x="6048" y="30654"/>
                  </a:lnTo>
                  <a:lnTo>
                    <a:pt x="6027" y="30738"/>
                  </a:lnTo>
                  <a:lnTo>
                    <a:pt x="6048" y="30759"/>
                  </a:lnTo>
                  <a:lnTo>
                    <a:pt x="6131" y="30738"/>
                  </a:lnTo>
                  <a:lnTo>
                    <a:pt x="6173" y="30654"/>
                  </a:lnTo>
                  <a:lnTo>
                    <a:pt x="6236" y="30654"/>
                  </a:lnTo>
                  <a:lnTo>
                    <a:pt x="6320" y="30633"/>
                  </a:lnTo>
                  <a:lnTo>
                    <a:pt x="6236" y="30738"/>
                  </a:lnTo>
                  <a:lnTo>
                    <a:pt x="6215" y="30842"/>
                  </a:lnTo>
                  <a:lnTo>
                    <a:pt x="6110" y="30926"/>
                  </a:lnTo>
                  <a:lnTo>
                    <a:pt x="6110" y="30989"/>
                  </a:lnTo>
                  <a:lnTo>
                    <a:pt x="6131" y="31031"/>
                  </a:lnTo>
                  <a:lnTo>
                    <a:pt x="6236" y="30947"/>
                  </a:lnTo>
                  <a:lnTo>
                    <a:pt x="6320" y="30738"/>
                  </a:lnTo>
                  <a:lnTo>
                    <a:pt x="6382" y="30675"/>
                  </a:lnTo>
                  <a:lnTo>
                    <a:pt x="6424" y="30717"/>
                  </a:lnTo>
                  <a:lnTo>
                    <a:pt x="6320" y="30863"/>
                  </a:lnTo>
                  <a:lnTo>
                    <a:pt x="6320" y="30947"/>
                  </a:lnTo>
                  <a:lnTo>
                    <a:pt x="6257" y="31031"/>
                  </a:lnTo>
                  <a:lnTo>
                    <a:pt x="6236" y="31135"/>
                  </a:lnTo>
                  <a:lnTo>
                    <a:pt x="6278" y="31156"/>
                  </a:lnTo>
                  <a:lnTo>
                    <a:pt x="6341" y="31093"/>
                  </a:lnTo>
                  <a:lnTo>
                    <a:pt x="6341" y="31031"/>
                  </a:lnTo>
                  <a:lnTo>
                    <a:pt x="6361" y="30968"/>
                  </a:lnTo>
                  <a:lnTo>
                    <a:pt x="6424" y="30968"/>
                  </a:lnTo>
                  <a:lnTo>
                    <a:pt x="6487" y="30989"/>
                  </a:lnTo>
                  <a:lnTo>
                    <a:pt x="6487" y="30842"/>
                  </a:lnTo>
                  <a:lnTo>
                    <a:pt x="6550" y="30842"/>
                  </a:lnTo>
                  <a:lnTo>
                    <a:pt x="6592" y="30759"/>
                  </a:lnTo>
                  <a:lnTo>
                    <a:pt x="6654" y="30759"/>
                  </a:lnTo>
                  <a:lnTo>
                    <a:pt x="6654" y="30821"/>
                  </a:lnTo>
                  <a:lnTo>
                    <a:pt x="6633" y="30821"/>
                  </a:lnTo>
                  <a:lnTo>
                    <a:pt x="6592" y="30926"/>
                  </a:lnTo>
                  <a:lnTo>
                    <a:pt x="6592" y="30968"/>
                  </a:lnTo>
                  <a:lnTo>
                    <a:pt x="6759" y="30968"/>
                  </a:lnTo>
                  <a:lnTo>
                    <a:pt x="7010" y="31093"/>
                  </a:lnTo>
                  <a:lnTo>
                    <a:pt x="7052" y="31093"/>
                  </a:lnTo>
                  <a:lnTo>
                    <a:pt x="7052" y="31051"/>
                  </a:lnTo>
                  <a:lnTo>
                    <a:pt x="7094" y="30989"/>
                  </a:lnTo>
                  <a:lnTo>
                    <a:pt x="7157" y="30968"/>
                  </a:lnTo>
                  <a:lnTo>
                    <a:pt x="7157" y="30926"/>
                  </a:lnTo>
                  <a:lnTo>
                    <a:pt x="7094" y="30884"/>
                  </a:lnTo>
                  <a:lnTo>
                    <a:pt x="7073" y="30863"/>
                  </a:lnTo>
                  <a:lnTo>
                    <a:pt x="6989" y="30863"/>
                  </a:lnTo>
                  <a:lnTo>
                    <a:pt x="6968" y="30884"/>
                  </a:lnTo>
                  <a:lnTo>
                    <a:pt x="6968" y="30842"/>
                  </a:lnTo>
                  <a:lnTo>
                    <a:pt x="6989" y="30821"/>
                  </a:lnTo>
                  <a:lnTo>
                    <a:pt x="6989" y="30759"/>
                  </a:lnTo>
                  <a:lnTo>
                    <a:pt x="6885" y="30717"/>
                  </a:lnTo>
                  <a:lnTo>
                    <a:pt x="6696" y="30633"/>
                  </a:lnTo>
                  <a:lnTo>
                    <a:pt x="6675" y="30570"/>
                  </a:lnTo>
                  <a:lnTo>
                    <a:pt x="6696" y="30549"/>
                  </a:lnTo>
                  <a:lnTo>
                    <a:pt x="6780" y="30570"/>
                  </a:lnTo>
                  <a:lnTo>
                    <a:pt x="6843" y="30549"/>
                  </a:lnTo>
                  <a:lnTo>
                    <a:pt x="6864" y="30549"/>
                  </a:lnTo>
                  <a:lnTo>
                    <a:pt x="6885" y="30612"/>
                  </a:lnTo>
                  <a:lnTo>
                    <a:pt x="6968" y="30675"/>
                  </a:lnTo>
                  <a:lnTo>
                    <a:pt x="7052" y="30738"/>
                  </a:lnTo>
                  <a:lnTo>
                    <a:pt x="7115" y="30738"/>
                  </a:lnTo>
                  <a:lnTo>
                    <a:pt x="7219" y="30675"/>
                  </a:lnTo>
                  <a:lnTo>
                    <a:pt x="7303" y="30633"/>
                  </a:lnTo>
                  <a:lnTo>
                    <a:pt x="7324" y="30570"/>
                  </a:lnTo>
                  <a:lnTo>
                    <a:pt x="7261" y="30549"/>
                  </a:lnTo>
                  <a:lnTo>
                    <a:pt x="7157" y="30549"/>
                  </a:lnTo>
                  <a:lnTo>
                    <a:pt x="7094" y="30528"/>
                  </a:lnTo>
                  <a:lnTo>
                    <a:pt x="7094" y="30466"/>
                  </a:lnTo>
                  <a:lnTo>
                    <a:pt x="7219" y="30466"/>
                  </a:lnTo>
                  <a:lnTo>
                    <a:pt x="7303" y="30424"/>
                  </a:lnTo>
                  <a:lnTo>
                    <a:pt x="7303" y="30403"/>
                  </a:lnTo>
                  <a:lnTo>
                    <a:pt x="7219" y="30340"/>
                  </a:lnTo>
                  <a:lnTo>
                    <a:pt x="7157" y="30319"/>
                  </a:lnTo>
                  <a:lnTo>
                    <a:pt x="7157" y="30298"/>
                  </a:lnTo>
                  <a:lnTo>
                    <a:pt x="7198" y="30298"/>
                  </a:lnTo>
                  <a:lnTo>
                    <a:pt x="7219" y="30256"/>
                  </a:lnTo>
                  <a:lnTo>
                    <a:pt x="7198" y="30235"/>
                  </a:lnTo>
                  <a:lnTo>
                    <a:pt x="7094" y="30214"/>
                  </a:lnTo>
                  <a:lnTo>
                    <a:pt x="7052" y="30152"/>
                  </a:lnTo>
                  <a:lnTo>
                    <a:pt x="7073" y="30131"/>
                  </a:lnTo>
                  <a:lnTo>
                    <a:pt x="7157" y="30152"/>
                  </a:lnTo>
                  <a:lnTo>
                    <a:pt x="7261" y="30194"/>
                  </a:lnTo>
                  <a:lnTo>
                    <a:pt x="7408" y="30152"/>
                  </a:lnTo>
                  <a:lnTo>
                    <a:pt x="7491" y="30110"/>
                  </a:lnTo>
                  <a:lnTo>
                    <a:pt x="7512" y="30047"/>
                  </a:lnTo>
                  <a:lnTo>
                    <a:pt x="7491" y="30005"/>
                  </a:lnTo>
                  <a:lnTo>
                    <a:pt x="7387" y="29984"/>
                  </a:lnTo>
                  <a:lnTo>
                    <a:pt x="7198" y="29942"/>
                  </a:lnTo>
                  <a:lnTo>
                    <a:pt x="7115" y="29901"/>
                  </a:lnTo>
                  <a:lnTo>
                    <a:pt x="7115" y="29880"/>
                  </a:lnTo>
                  <a:lnTo>
                    <a:pt x="7177" y="29880"/>
                  </a:lnTo>
                  <a:lnTo>
                    <a:pt x="7261" y="29901"/>
                  </a:lnTo>
                  <a:lnTo>
                    <a:pt x="7408" y="29901"/>
                  </a:lnTo>
                  <a:lnTo>
                    <a:pt x="7491" y="29838"/>
                  </a:lnTo>
                  <a:lnTo>
                    <a:pt x="7491" y="29775"/>
                  </a:lnTo>
                  <a:lnTo>
                    <a:pt x="7408" y="29712"/>
                  </a:lnTo>
                  <a:lnTo>
                    <a:pt x="7324" y="29691"/>
                  </a:lnTo>
                  <a:lnTo>
                    <a:pt x="7303" y="29629"/>
                  </a:lnTo>
                  <a:lnTo>
                    <a:pt x="7366" y="29629"/>
                  </a:lnTo>
                  <a:lnTo>
                    <a:pt x="7408" y="29670"/>
                  </a:lnTo>
                  <a:lnTo>
                    <a:pt x="7429" y="29712"/>
                  </a:lnTo>
                  <a:lnTo>
                    <a:pt x="7512" y="29691"/>
                  </a:lnTo>
                  <a:lnTo>
                    <a:pt x="7575" y="29629"/>
                  </a:lnTo>
                  <a:lnTo>
                    <a:pt x="7575" y="29587"/>
                  </a:lnTo>
                  <a:lnTo>
                    <a:pt x="7512" y="29566"/>
                  </a:lnTo>
                  <a:lnTo>
                    <a:pt x="7429" y="29503"/>
                  </a:lnTo>
                  <a:lnTo>
                    <a:pt x="7429" y="29482"/>
                  </a:lnTo>
                  <a:lnTo>
                    <a:pt x="7491" y="29461"/>
                  </a:lnTo>
                  <a:lnTo>
                    <a:pt x="7512" y="29503"/>
                  </a:lnTo>
                  <a:lnTo>
                    <a:pt x="7575" y="29524"/>
                  </a:lnTo>
                  <a:lnTo>
                    <a:pt x="7638" y="29461"/>
                  </a:lnTo>
                  <a:lnTo>
                    <a:pt x="7638" y="29419"/>
                  </a:lnTo>
                  <a:lnTo>
                    <a:pt x="7533" y="29398"/>
                  </a:lnTo>
                  <a:lnTo>
                    <a:pt x="7470" y="29357"/>
                  </a:lnTo>
                  <a:lnTo>
                    <a:pt x="7429" y="29294"/>
                  </a:lnTo>
                  <a:lnTo>
                    <a:pt x="7491" y="29294"/>
                  </a:lnTo>
                  <a:lnTo>
                    <a:pt x="7575" y="29357"/>
                  </a:lnTo>
                  <a:lnTo>
                    <a:pt x="7638" y="29357"/>
                  </a:lnTo>
                  <a:lnTo>
                    <a:pt x="7701" y="29398"/>
                  </a:lnTo>
                  <a:lnTo>
                    <a:pt x="7742" y="29398"/>
                  </a:lnTo>
                  <a:lnTo>
                    <a:pt x="7784" y="29315"/>
                  </a:lnTo>
                  <a:lnTo>
                    <a:pt x="7784" y="29273"/>
                  </a:lnTo>
                  <a:lnTo>
                    <a:pt x="7826" y="29210"/>
                  </a:lnTo>
                  <a:lnTo>
                    <a:pt x="7826" y="29168"/>
                  </a:lnTo>
                  <a:lnTo>
                    <a:pt x="7805" y="29106"/>
                  </a:lnTo>
                  <a:lnTo>
                    <a:pt x="7826" y="29001"/>
                  </a:lnTo>
                  <a:lnTo>
                    <a:pt x="7826" y="28959"/>
                  </a:lnTo>
                  <a:lnTo>
                    <a:pt x="7742" y="28854"/>
                  </a:lnTo>
                  <a:lnTo>
                    <a:pt x="7617" y="28750"/>
                  </a:lnTo>
                  <a:lnTo>
                    <a:pt x="7512" y="28729"/>
                  </a:lnTo>
                  <a:lnTo>
                    <a:pt x="7470" y="28666"/>
                  </a:lnTo>
                  <a:lnTo>
                    <a:pt x="7470" y="28645"/>
                  </a:lnTo>
                  <a:lnTo>
                    <a:pt x="7533" y="28645"/>
                  </a:lnTo>
                  <a:lnTo>
                    <a:pt x="7596" y="28666"/>
                  </a:lnTo>
                  <a:lnTo>
                    <a:pt x="7722" y="28771"/>
                  </a:lnTo>
                  <a:lnTo>
                    <a:pt x="7805" y="28854"/>
                  </a:lnTo>
                  <a:lnTo>
                    <a:pt x="7889" y="28854"/>
                  </a:lnTo>
                  <a:lnTo>
                    <a:pt x="7910" y="28834"/>
                  </a:lnTo>
                  <a:lnTo>
                    <a:pt x="7889" y="28687"/>
                  </a:lnTo>
                  <a:lnTo>
                    <a:pt x="7826" y="28582"/>
                  </a:lnTo>
                  <a:lnTo>
                    <a:pt x="7701" y="28562"/>
                  </a:lnTo>
                  <a:lnTo>
                    <a:pt x="7533" y="28478"/>
                  </a:lnTo>
                  <a:lnTo>
                    <a:pt x="7491" y="28457"/>
                  </a:lnTo>
                  <a:lnTo>
                    <a:pt x="7491" y="28415"/>
                  </a:lnTo>
                  <a:lnTo>
                    <a:pt x="7533" y="28415"/>
                  </a:lnTo>
                  <a:lnTo>
                    <a:pt x="7596" y="28436"/>
                  </a:lnTo>
                  <a:lnTo>
                    <a:pt x="7638" y="28478"/>
                  </a:lnTo>
                  <a:lnTo>
                    <a:pt x="7742" y="28478"/>
                  </a:lnTo>
                  <a:lnTo>
                    <a:pt x="7805" y="28415"/>
                  </a:lnTo>
                  <a:lnTo>
                    <a:pt x="7826" y="28352"/>
                  </a:lnTo>
                  <a:lnTo>
                    <a:pt x="7826" y="28269"/>
                  </a:lnTo>
                  <a:lnTo>
                    <a:pt x="7847" y="28269"/>
                  </a:lnTo>
                  <a:lnTo>
                    <a:pt x="7910" y="28310"/>
                  </a:lnTo>
                  <a:lnTo>
                    <a:pt x="7910" y="28331"/>
                  </a:lnTo>
                  <a:lnTo>
                    <a:pt x="7910" y="28373"/>
                  </a:lnTo>
                  <a:lnTo>
                    <a:pt x="8014" y="28436"/>
                  </a:lnTo>
                  <a:lnTo>
                    <a:pt x="8056" y="28436"/>
                  </a:lnTo>
                  <a:lnTo>
                    <a:pt x="8119" y="28478"/>
                  </a:lnTo>
                  <a:lnTo>
                    <a:pt x="8161" y="28478"/>
                  </a:lnTo>
                  <a:lnTo>
                    <a:pt x="8203" y="28436"/>
                  </a:lnTo>
                  <a:lnTo>
                    <a:pt x="8245" y="28373"/>
                  </a:lnTo>
                  <a:lnTo>
                    <a:pt x="8266" y="28352"/>
                  </a:lnTo>
                  <a:lnTo>
                    <a:pt x="8245" y="28310"/>
                  </a:lnTo>
                  <a:lnTo>
                    <a:pt x="8161" y="28269"/>
                  </a:lnTo>
                  <a:lnTo>
                    <a:pt x="8014" y="28269"/>
                  </a:lnTo>
                  <a:lnTo>
                    <a:pt x="7994" y="28248"/>
                  </a:lnTo>
                  <a:lnTo>
                    <a:pt x="7994" y="28227"/>
                  </a:lnTo>
                  <a:lnTo>
                    <a:pt x="7994" y="28164"/>
                  </a:lnTo>
                  <a:lnTo>
                    <a:pt x="7931" y="28122"/>
                  </a:lnTo>
                  <a:lnTo>
                    <a:pt x="7931" y="28059"/>
                  </a:lnTo>
                  <a:lnTo>
                    <a:pt x="7994" y="28018"/>
                  </a:lnTo>
                  <a:lnTo>
                    <a:pt x="8014" y="28018"/>
                  </a:lnTo>
                  <a:lnTo>
                    <a:pt x="8056" y="28059"/>
                  </a:lnTo>
                  <a:lnTo>
                    <a:pt x="8056" y="28143"/>
                  </a:lnTo>
                  <a:lnTo>
                    <a:pt x="8119" y="28206"/>
                  </a:lnTo>
                  <a:lnTo>
                    <a:pt x="8245" y="28206"/>
                  </a:lnTo>
                  <a:lnTo>
                    <a:pt x="8307" y="28164"/>
                  </a:lnTo>
                  <a:lnTo>
                    <a:pt x="8307" y="28122"/>
                  </a:lnTo>
                  <a:lnTo>
                    <a:pt x="8266" y="28059"/>
                  </a:lnTo>
                  <a:lnTo>
                    <a:pt x="8161" y="28018"/>
                  </a:lnTo>
                  <a:lnTo>
                    <a:pt x="8098" y="27955"/>
                  </a:lnTo>
                  <a:lnTo>
                    <a:pt x="8056" y="27850"/>
                  </a:lnTo>
                  <a:lnTo>
                    <a:pt x="8098" y="27850"/>
                  </a:lnTo>
                  <a:lnTo>
                    <a:pt x="8140" y="27913"/>
                  </a:lnTo>
                  <a:lnTo>
                    <a:pt x="8245" y="27955"/>
                  </a:lnTo>
                  <a:lnTo>
                    <a:pt x="8307" y="27997"/>
                  </a:lnTo>
                  <a:lnTo>
                    <a:pt x="8370" y="28059"/>
                  </a:lnTo>
                  <a:lnTo>
                    <a:pt x="8412" y="28038"/>
                  </a:lnTo>
                  <a:lnTo>
                    <a:pt x="8412" y="27997"/>
                  </a:lnTo>
                  <a:lnTo>
                    <a:pt x="8370" y="27934"/>
                  </a:lnTo>
                  <a:lnTo>
                    <a:pt x="8266" y="27892"/>
                  </a:lnTo>
                  <a:lnTo>
                    <a:pt x="8203" y="27829"/>
                  </a:lnTo>
                  <a:lnTo>
                    <a:pt x="8203" y="27746"/>
                  </a:lnTo>
                  <a:lnTo>
                    <a:pt x="8245" y="27704"/>
                  </a:lnTo>
                  <a:lnTo>
                    <a:pt x="8266" y="27641"/>
                  </a:lnTo>
                  <a:lnTo>
                    <a:pt x="8328" y="27641"/>
                  </a:lnTo>
                  <a:lnTo>
                    <a:pt x="8349" y="27704"/>
                  </a:lnTo>
                  <a:lnTo>
                    <a:pt x="8475" y="27808"/>
                  </a:lnTo>
                  <a:lnTo>
                    <a:pt x="8558" y="27808"/>
                  </a:lnTo>
                  <a:lnTo>
                    <a:pt x="8621" y="27787"/>
                  </a:lnTo>
                  <a:lnTo>
                    <a:pt x="8684" y="27787"/>
                  </a:lnTo>
                  <a:lnTo>
                    <a:pt x="8768" y="27746"/>
                  </a:lnTo>
                  <a:lnTo>
                    <a:pt x="8789" y="27683"/>
                  </a:lnTo>
                  <a:lnTo>
                    <a:pt x="8768" y="27641"/>
                  </a:lnTo>
                  <a:lnTo>
                    <a:pt x="8684" y="27620"/>
                  </a:lnTo>
                  <a:lnTo>
                    <a:pt x="8621" y="27578"/>
                  </a:lnTo>
                  <a:lnTo>
                    <a:pt x="8517" y="27515"/>
                  </a:lnTo>
                  <a:lnTo>
                    <a:pt x="8454" y="27515"/>
                  </a:lnTo>
                  <a:lnTo>
                    <a:pt x="8370" y="27494"/>
                  </a:lnTo>
                  <a:lnTo>
                    <a:pt x="8412" y="27432"/>
                  </a:lnTo>
                  <a:lnTo>
                    <a:pt x="8433" y="27411"/>
                  </a:lnTo>
                  <a:lnTo>
                    <a:pt x="8517" y="27411"/>
                  </a:lnTo>
                  <a:lnTo>
                    <a:pt x="8579" y="27494"/>
                  </a:lnTo>
                  <a:lnTo>
                    <a:pt x="8642" y="27515"/>
                  </a:lnTo>
                  <a:lnTo>
                    <a:pt x="8684" y="27515"/>
                  </a:lnTo>
                  <a:lnTo>
                    <a:pt x="8768" y="27620"/>
                  </a:lnTo>
                  <a:lnTo>
                    <a:pt x="8851" y="27641"/>
                  </a:lnTo>
                  <a:lnTo>
                    <a:pt x="8893" y="27620"/>
                  </a:lnTo>
                  <a:lnTo>
                    <a:pt x="8935" y="27578"/>
                  </a:lnTo>
                  <a:lnTo>
                    <a:pt x="8935" y="27515"/>
                  </a:lnTo>
                  <a:lnTo>
                    <a:pt x="8935" y="27411"/>
                  </a:lnTo>
                  <a:lnTo>
                    <a:pt x="8893" y="27369"/>
                  </a:lnTo>
                  <a:lnTo>
                    <a:pt x="8851" y="27327"/>
                  </a:lnTo>
                  <a:lnTo>
                    <a:pt x="8851" y="27306"/>
                  </a:lnTo>
                  <a:lnTo>
                    <a:pt x="8956" y="27306"/>
                  </a:lnTo>
                  <a:lnTo>
                    <a:pt x="8977" y="27222"/>
                  </a:lnTo>
                  <a:lnTo>
                    <a:pt x="8977" y="27181"/>
                  </a:lnTo>
                  <a:lnTo>
                    <a:pt x="8935" y="27181"/>
                  </a:lnTo>
                  <a:lnTo>
                    <a:pt x="8872" y="27201"/>
                  </a:lnTo>
                  <a:lnTo>
                    <a:pt x="8830" y="27160"/>
                  </a:lnTo>
                  <a:lnTo>
                    <a:pt x="8768" y="27097"/>
                  </a:lnTo>
                  <a:lnTo>
                    <a:pt x="8684" y="27097"/>
                  </a:lnTo>
                  <a:lnTo>
                    <a:pt x="8558" y="27013"/>
                  </a:lnTo>
                  <a:lnTo>
                    <a:pt x="8538" y="26992"/>
                  </a:lnTo>
                  <a:lnTo>
                    <a:pt x="8579" y="26950"/>
                  </a:lnTo>
                  <a:lnTo>
                    <a:pt x="8684" y="26950"/>
                  </a:lnTo>
                  <a:lnTo>
                    <a:pt x="8789" y="26971"/>
                  </a:lnTo>
                  <a:lnTo>
                    <a:pt x="8872" y="26971"/>
                  </a:lnTo>
                  <a:lnTo>
                    <a:pt x="8893" y="26909"/>
                  </a:lnTo>
                  <a:lnTo>
                    <a:pt x="8956" y="26909"/>
                  </a:lnTo>
                  <a:lnTo>
                    <a:pt x="9040" y="26971"/>
                  </a:lnTo>
                  <a:lnTo>
                    <a:pt x="9061" y="26867"/>
                  </a:lnTo>
                  <a:lnTo>
                    <a:pt x="9040" y="26699"/>
                  </a:lnTo>
                  <a:lnTo>
                    <a:pt x="8998" y="26595"/>
                  </a:lnTo>
                  <a:lnTo>
                    <a:pt x="8956" y="26553"/>
                  </a:lnTo>
                  <a:lnTo>
                    <a:pt x="8935" y="26469"/>
                  </a:lnTo>
                  <a:lnTo>
                    <a:pt x="8935" y="26427"/>
                  </a:lnTo>
                  <a:lnTo>
                    <a:pt x="8977" y="26365"/>
                  </a:lnTo>
                  <a:lnTo>
                    <a:pt x="8956" y="26260"/>
                  </a:lnTo>
                  <a:lnTo>
                    <a:pt x="8956" y="26218"/>
                  </a:lnTo>
                  <a:lnTo>
                    <a:pt x="8977" y="26155"/>
                  </a:lnTo>
                  <a:lnTo>
                    <a:pt x="8998" y="26176"/>
                  </a:lnTo>
                  <a:lnTo>
                    <a:pt x="9040" y="26239"/>
                  </a:lnTo>
                  <a:lnTo>
                    <a:pt x="9102" y="26260"/>
                  </a:lnTo>
                  <a:lnTo>
                    <a:pt x="9102" y="26218"/>
                  </a:lnTo>
                  <a:lnTo>
                    <a:pt x="9165" y="26176"/>
                  </a:lnTo>
                  <a:lnTo>
                    <a:pt x="9207" y="26218"/>
                  </a:lnTo>
                  <a:lnTo>
                    <a:pt x="9249" y="26344"/>
                  </a:lnTo>
                  <a:lnTo>
                    <a:pt x="9291" y="26365"/>
                  </a:lnTo>
                  <a:lnTo>
                    <a:pt x="9374" y="26365"/>
                  </a:lnTo>
                  <a:lnTo>
                    <a:pt x="9479" y="26239"/>
                  </a:lnTo>
                  <a:lnTo>
                    <a:pt x="9521" y="26113"/>
                  </a:lnTo>
                  <a:lnTo>
                    <a:pt x="9521" y="26009"/>
                  </a:lnTo>
                  <a:lnTo>
                    <a:pt x="9500" y="25925"/>
                  </a:lnTo>
                  <a:lnTo>
                    <a:pt x="9500" y="25862"/>
                  </a:lnTo>
                  <a:lnTo>
                    <a:pt x="9563" y="25841"/>
                  </a:lnTo>
                  <a:lnTo>
                    <a:pt x="9605" y="25841"/>
                  </a:lnTo>
                  <a:lnTo>
                    <a:pt x="9626" y="25800"/>
                  </a:lnTo>
                  <a:lnTo>
                    <a:pt x="9667" y="25758"/>
                  </a:lnTo>
                  <a:lnTo>
                    <a:pt x="9688" y="25821"/>
                  </a:lnTo>
                  <a:lnTo>
                    <a:pt x="9730" y="25883"/>
                  </a:lnTo>
                  <a:lnTo>
                    <a:pt x="9814" y="25883"/>
                  </a:lnTo>
                  <a:lnTo>
                    <a:pt x="9877" y="25841"/>
                  </a:lnTo>
                  <a:lnTo>
                    <a:pt x="9877" y="25800"/>
                  </a:lnTo>
                  <a:lnTo>
                    <a:pt x="9877" y="25737"/>
                  </a:lnTo>
                  <a:lnTo>
                    <a:pt x="9898" y="25737"/>
                  </a:lnTo>
                  <a:lnTo>
                    <a:pt x="9918" y="25800"/>
                  </a:lnTo>
                  <a:lnTo>
                    <a:pt x="9939" y="25883"/>
                  </a:lnTo>
                  <a:lnTo>
                    <a:pt x="9981" y="25925"/>
                  </a:lnTo>
                  <a:lnTo>
                    <a:pt x="10044" y="25862"/>
                  </a:lnTo>
                  <a:lnTo>
                    <a:pt x="10107" y="25821"/>
                  </a:lnTo>
                  <a:lnTo>
                    <a:pt x="10149" y="25800"/>
                  </a:lnTo>
                  <a:lnTo>
                    <a:pt x="10211" y="25841"/>
                  </a:lnTo>
                  <a:lnTo>
                    <a:pt x="10295" y="25841"/>
                  </a:lnTo>
                  <a:lnTo>
                    <a:pt x="10358" y="25800"/>
                  </a:lnTo>
                  <a:lnTo>
                    <a:pt x="10400" y="25716"/>
                  </a:lnTo>
                  <a:lnTo>
                    <a:pt x="10421" y="25674"/>
                  </a:lnTo>
                  <a:lnTo>
                    <a:pt x="10421" y="25632"/>
                  </a:lnTo>
                  <a:lnTo>
                    <a:pt x="10358" y="25549"/>
                  </a:lnTo>
                  <a:lnTo>
                    <a:pt x="10316" y="25423"/>
                  </a:lnTo>
                  <a:lnTo>
                    <a:pt x="10295" y="25339"/>
                  </a:lnTo>
                  <a:lnTo>
                    <a:pt x="10337" y="25297"/>
                  </a:lnTo>
                  <a:lnTo>
                    <a:pt x="10358" y="25318"/>
                  </a:lnTo>
                  <a:lnTo>
                    <a:pt x="10400" y="25423"/>
                  </a:lnTo>
                  <a:lnTo>
                    <a:pt x="10442" y="25423"/>
                  </a:lnTo>
                  <a:lnTo>
                    <a:pt x="10525" y="25339"/>
                  </a:lnTo>
                  <a:lnTo>
                    <a:pt x="10546" y="25256"/>
                  </a:lnTo>
                  <a:lnTo>
                    <a:pt x="10609" y="25193"/>
                  </a:lnTo>
                  <a:lnTo>
                    <a:pt x="10630" y="25130"/>
                  </a:lnTo>
                  <a:lnTo>
                    <a:pt x="10546" y="25046"/>
                  </a:lnTo>
                  <a:lnTo>
                    <a:pt x="10546" y="25005"/>
                  </a:lnTo>
                  <a:lnTo>
                    <a:pt x="10609" y="24942"/>
                  </a:lnTo>
                  <a:lnTo>
                    <a:pt x="10651" y="24921"/>
                  </a:lnTo>
                  <a:lnTo>
                    <a:pt x="10672" y="24942"/>
                  </a:lnTo>
                  <a:lnTo>
                    <a:pt x="10672" y="24984"/>
                  </a:lnTo>
                  <a:lnTo>
                    <a:pt x="10735" y="25046"/>
                  </a:lnTo>
                  <a:lnTo>
                    <a:pt x="10839" y="25088"/>
                  </a:lnTo>
                  <a:lnTo>
                    <a:pt x="10881" y="25109"/>
                  </a:lnTo>
                  <a:lnTo>
                    <a:pt x="10839" y="25172"/>
                  </a:lnTo>
                  <a:lnTo>
                    <a:pt x="10755" y="25214"/>
                  </a:lnTo>
                  <a:lnTo>
                    <a:pt x="10714" y="25318"/>
                  </a:lnTo>
                  <a:lnTo>
                    <a:pt x="10714" y="25402"/>
                  </a:lnTo>
                  <a:lnTo>
                    <a:pt x="10839" y="25549"/>
                  </a:lnTo>
                  <a:lnTo>
                    <a:pt x="10881" y="25590"/>
                  </a:lnTo>
                  <a:lnTo>
                    <a:pt x="10923" y="25507"/>
                  </a:lnTo>
                  <a:lnTo>
                    <a:pt x="10923" y="25444"/>
                  </a:lnTo>
                  <a:lnTo>
                    <a:pt x="10944" y="25381"/>
                  </a:lnTo>
                  <a:lnTo>
                    <a:pt x="10965" y="25277"/>
                  </a:lnTo>
                  <a:lnTo>
                    <a:pt x="10986" y="25277"/>
                  </a:lnTo>
                  <a:lnTo>
                    <a:pt x="11027" y="25318"/>
                  </a:lnTo>
                  <a:lnTo>
                    <a:pt x="10986" y="25402"/>
                  </a:lnTo>
                  <a:lnTo>
                    <a:pt x="10986" y="25444"/>
                  </a:lnTo>
                  <a:lnTo>
                    <a:pt x="11048" y="25549"/>
                  </a:lnTo>
                  <a:lnTo>
                    <a:pt x="11132" y="25590"/>
                  </a:lnTo>
                  <a:lnTo>
                    <a:pt x="11195" y="25528"/>
                  </a:lnTo>
                  <a:lnTo>
                    <a:pt x="11279" y="25528"/>
                  </a:lnTo>
                  <a:lnTo>
                    <a:pt x="11299" y="25486"/>
                  </a:lnTo>
                  <a:lnTo>
                    <a:pt x="11299" y="25423"/>
                  </a:lnTo>
                  <a:lnTo>
                    <a:pt x="11341" y="25381"/>
                  </a:lnTo>
                  <a:lnTo>
                    <a:pt x="11362" y="25381"/>
                  </a:lnTo>
                  <a:lnTo>
                    <a:pt x="11383" y="25402"/>
                  </a:lnTo>
                  <a:lnTo>
                    <a:pt x="11362" y="25444"/>
                  </a:lnTo>
                  <a:lnTo>
                    <a:pt x="11362" y="25507"/>
                  </a:lnTo>
                  <a:lnTo>
                    <a:pt x="11404" y="25549"/>
                  </a:lnTo>
                  <a:lnTo>
                    <a:pt x="11488" y="25549"/>
                  </a:lnTo>
                  <a:lnTo>
                    <a:pt x="11571" y="25444"/>
                  </a:lnTo>
                  <a:lnTo>
                    <a:pt x="11718" y="25339"/>
                  </a:lnTo>
                  <a:lnTo>
                    <a:pt x="11781" y="25339"/>
                  </a:lnTo>
                  <a:lnTo>
                    <a:pt x="11823" y="25318"/>
                  </a:lnTo>
                  <a:lnTo>
                    <a:pt x="11823" y="25235"/>
                  </a:lnTo>
                  <a:lnTo>
                    <a:pt x="11781" y="25172"/>
                  </a:lnTo>
                  <a:lnTo>
                    <a:pt x="11718" y="25130"/>
                  </a:lnTo>
                  <a:lnTo>
                    <a:pt x="11676" y="25088"/>
                  </a:lnTo>
                  <a:lnTo>
                    <a:pt x="11697" y="25067"/>
                  </a:lnTo>
                  <a:lnTo>
                    <a:pt x="11760" y="25067"/>
                  </a:lnTo>
                  <a:lnTo>
                    <a:pt x="11781" y="25109"/>
                  </a:lnTo>
                  <a:lnTo>
                    <a:pt x="11885" y="25172"/>
                  </a:lnTo>
                  <a:lnTo>
                    <a:pt x="11927" y="25172"/>
                  </a:lnTo>
                  <a:lnTo>
                    <a:pt x="11927" y="25088"/>
                  </a:lnTo>
                  <a:lnTo>
                    <a:pt x="11990" y="25088"/>
                  </a:lnTo>
                  <a:lnTo>
                    <a:pt x="12011" y="25130"/>
                  </a:lnTo>
                  <a:lnTo>
                    <a:pt x="12011" y="25193"/>
                  </a:lnTo>
                  <a:lnTo>
                    <a:pt x="12032" y="25214"/>
                  </a:lnTo>
                  <a:lnTo>
                    <a:pt x="12095" y="25193"/>
                  </a:lnTo>
                  <a:lnTo>
                    <a:pt x="12220" y="25046"/>
                  </a:lnTo>
                  <a:lnTo>
                    <a:pt x="12241" y="25025"/>
                  </a:lnTo>
                  <a:lnTo>
                    <a:pt x="12241" y="25005"/>
                  </a:lnTo>
                  <a:lnTo>
                    <a:pt x="12283" y="24921"/>
                  </a:lnTo>
                  <a:lnTo>
                    <a:pt x="12304" y="24879"/>
                  </a:lnTo>
                  <a:lnTo>
                    <a:pt x="12346" y="24837"/>
                  </a:lnTo>
                  <a:lnTo>
                    <a:pt x="12346" y="24837"/>
                  </a:lnTo>
                  <a:lnTo>
                    <a:pt x="12325" y="24900"/>
                  </a:lnTo>
                  <a:lnTo>
                    <a:pt x="12346" y="24942"/>
                  </a:lnTo>
                  <a:lnTo>
                    <a:pt x="12387" y="24984"/>
                  </a:lnTo>
                  <a:lnTo>
                    <a:pt x="12429" y="24942"/>
                  </a:lnTo>
                  <a:lnTo>
                    <a:pt x="12513" y="24837"/>
                  </a:lnTo>
                  <a:lnTo>
                    <a:pt x="12534" y="24774"/>
                  </a:lnTo>
                  <a:lnTo>
                    <a:pt x="12513" y="24691"/>
                  </a:lnTo>
                  <a:lnTo>
                    <a:pt x="12513" y="24607"/>
                  </a:lnTo>
                  <a:lnTo>
                    <a:pt x="12639" y="24481"/>
                  </a:lnTo>
                  <a:lnTo>
                    <a:pt x="12722" y="24460"/>
                  </a:lnTo>
                  <a:lnTo>
                    <a:pt x="12764" y="24398"/>
                  </a:lnTo>
                  <a:lnTo>
                    <a:pt x="12743" y="24356"/>
                  </a:lnTo>
                  <a:lnTo>
                    <a:pt x="12722" y="24293"/>
                  </a:lnTo>
                  <a:lnTo>
                    <a:pt x="12722" y="24272"/>
                  </a:lnTo>
                  <a:lnTo>
                    <a:pt x="12764" y="24293"/>
                  </a:lnTo>
                  <a:lnTo>
                    <a:pt x="12827" y="24314"/>
                  </a:lnTo>
                  <a:lnTo>
                    <a:pt x="12869" y="24314"/>
                  </a:lnTo>
                  <a:lnTo>
                    <a:pt x="12911" y="24251"/>
                  </a:lnTo>
                  <a:lnTo>
                    <a:pt x="12869" y="24188"/>
                  </a:lnTo>
                  <a:lnTo>
                    <a:pt x="12827" y="24147"/>
                  </a:lnTo>
                  <a:lnTo>
                    <a:pt x="12869" y="24168"/>
                  </a:lnTo>
                  <a:lnTo>
                    <a:pt x="12931" y="24209"/>
                  </a:lnTo>
                  <a:lnTo>
                    <a:pt x="12931" y="24168"/>
                  </a:lnTo>
                  <a:lnTo>
                    <a:pt x="12952" y="24084"/>
                  </a:lnTo>
                  <a:lnTo>
                    <a:pt x="13036" y="24084"/>
                  </a:lnTo>
                  <a:lnTo>
                    <a:pt x="13120" y="24042"/>
                  </a:lnTo>
                  <a:lnTo>
                    <a:pt x="13120" y="23958"/>
                  </a:lnTo>
                  <a:lnTo>
                    <a:pt x="13120" y="23937"/>
                  </a:lnTo>
                  <a:lnTo>
                    <a:pt x="13141" y="23875"/>
                  </a:lnTo>
                  <a:lnTo>
                    <a:pt x="13224" y="23875"/>
                  </a:lnTo>
                  <a:lnTo>
                    <a:pt x="13266" y="23854"/>
                  </a:lnTo>
                  <a:lnTo>
                    <a:pt x="13350" y="23749"/>
                  </a:lnTo>
                  <a:lnTo>
                    <a:pt x="13434" y="23707"/>
                  </a:lnTo>
                  <a:lnTo>
                    <a:pt x="13476" y="23707"/>
                  </a:lnTo>
                  <a:lnTo>
                    <a:pt x="13496" y="23728"/>
                  </a:lnTo>
                  <a:lnTo>
                    <a:pt x="13580" y="23707"/>
                  </a:lnTo>
                  <a:lnTo>
                    <a:pt x="13643" y="23624"/>
                  </a:lnTo>
                  <a:lnTo>
                    <a:pt x="13664" y="23477"/>
                  </a:lnTo>
                  <a:lnTo>
                    <a:pt x="13643" y="23352"/>
                  </a:lnTo>
                  <a:lnTo>
                    <a:pt x="13580" y="23352"/>
                  </a:lnTo>
                  <a:lnTo>
                    <a:pt x="13559" y="23331"/>
                  </a:lnTo>
                  <a:lnTo>
                    <a:pt x="13580" y="23247"/>
                  </a:lnTo>
                  <a:lnTo>
                    <a:pt x="13580" y="23142"/>
                  </a:lnTo>
                  <a:lnTo>
                    <a:pt x="13559" y="23059"/>
                  </a:lnTo>
                  <a:lnTo>
                    <a:pt x="13496" y="23017"/>
                  </a:lnTo>
                  <a:lnTo>
                    <a:pt x="13476" y="22912"/>
                  </a:lnTo>
                  <a:lnTo>
                    <a:pt x="13455" y="22870"/>
                  </a:lnTo>
                  <a:lnTo>
                    <a:pt x="13455" y="22787"/>
                  </a:lnTo>
                  <a:lnTo>
                    <a:pt x="13496" y="22787"/>
                  </a:lnTo>
                  <a:lnTo>
                    <a:pt x="13559" y="22808"/>
                  </a:lnTo>
                  <a:lnTo>
                    <a:pt x="13580" y="22912"/>
                  </a:lnTo>
                  <a:lnTo>
                    <a:pt x="13643" y="22996"/>
                  </a:lnTo>
                  <a:lnTo>
                    <a:pt x="13643" y="23080"/>
                  </a:lnTo>
                  <a:lnTo>
                    <a:pt x="13685" y="23184"/>
                  </a:lnTo>
                  <a:lnTo>
                    <a:pt x="13748" y="23205"/>
                  </a:lnTo>
                  <a:lnTo>
                    <a:pt x="13789" y="23247"/>
                  </a:lnTo>
                  <a:lnTo>
                    <a:pt x="13768" y="23331"/>
                  </a:lnTo>
                  <a:lnTo>
                    <a:pt x="13789" y="23414"/>
                  </a:lnTo>
                  <a:lnTo>
                    <a:pt x="13873" y="23456"/>
                  </a:lnTo>
                  <a:lnTo>
                    <a:pt x="13915" y="23456"/>
                  </a:lnTo>
                  <a:lnTo>
                    <a:pt x="13915" y="23414"/>
                  </a:lnTo>
                  <a:lnTo>
                    <a:pt x="13957" y="23352"/>
                  </a:lnTo>
                  <a:lnTo>
                    <a:pt x="13999" y="23352"/>
                  </a:lnTo>
                  <a:lnTo>
                    <a:pt x="14061" y="23435"/>
                  </a:lnTo>
                  <a:lnTo>
                    <a:pt x="14229" y="23435"/>
                  </a:lnTo>
                  <a:lnTo>
                    <a:pt x="14292" y="23393"/>
                  </a:lnTo>
                  <a:lnTo>
                    <a:pt x="14312" y="23414"/>
                  </a:lnTo>
                  <a:lnTo>
                    <a:pt x="14375" y="23414"/>
                  </a:lnTo>
                  <a:lnTo>
                    <a:pt x="14438" y="23352"/>
                  </a:lnTo>
                  <a:lnTo>
                    <a:pt x="14480" y="23289"/>
                  </a:lnTo>
                  <a:lnTo>
                    <a:pt x="14522" y="23289"/>
                  </a:lnTo>
                  <a:lnTo>
                    <a:pt x="14522" y="23226"/>
                  </a:lnTo>
                  <a:lnTo>
                    <a:pt x="14584" y="23205"/>
                  </a:lnTo>
                  <a:lnTo>
                    <a:pt x="14626" y="23226"/>
                  </a:lnTo>
                  <a:lnTo>
                    <a:pt x="14731" y="23352"/>
                  </a:lnTo>
                  <a:lnTo>
                    <a:pt x="14752" y="23414"/>
                  </a:lnTo>
                  <a:lnTo>
                    <a:pt x="14815" y="23414"/>
                  </a:lnTo>
                  <a:lnTo>
                    <a:pt x="14856" y="23352"/>
                  </a:lnTo>
                  <a:lnTo>
                    <a:pt x="14919" y="23331"/>
                  </a:lnTo>
                  <a:lnTo>
                    <a:pt x="14919" y="23226"/>
                  </a:lnTo>
                  <a:lnTo>
                    <a:pt x="14940" y="23226"/>
                  </a:lnTo>
                  <a:lnTo>
                    <a:pt x="14961" y="23247"/>
                  </a:lnTo>
                  <a:lnTo>
                    <a:pt x="15024" y="23247"/>
                  </a:lnTo>
                  <a:lnTo>
                    <a:pt x="15024" y="23205"/>
                  </a:lnTo>
                  <a:lnTo>
                    <a:pt x="15066" y="23205"/>
                  </a:lnTo>
                  <a:lnTo>
                    <a:pt x="15108" y="23226"/>
                  </a:lnTo>
                  <a:lnTo>
                    <a:pt x="15170" y="23226"/>
                  </a:lnTo>
                  <a:lnTo>
                    <a:pt x="15212" y="23184"/>
                  </a:lnTo>
                  <a:lnTo>
                    <a:pt x="15212" y="23121"/>
                  </a:lnTo>
                  <a:lnTo>
                    <a:pt x="15254" y="23100"/>
                  </a:lnTo>
                  <a:lnTo>
                    <a:pt x="15338" y="23100"/>
                  </a:lnTo>
                  <a:lnTo>
                    <a:pt x="15359" y="23080"/>
                  </a:lnTo>
                  <a:lnTo>
                    <a:pt x="15359" y="23017"/>
                  </a:lnTo>
                  <a:lnTo>
                    <a:pt x="15380" y="23017"/>
                  </a:lnTo>
                  <a:lnTo>
                    <a:pt x="15380" y="23080"/>
                  </a:lnTo>
                  <a:lnTo>
                    <a:pt x="15442" y="23100"/>
                  </a:lnTo>
                  <a:lnTo>
                    <a:pt x="15484" y="23038"/>
                  </a:lnTo>
                  <a:lnTo>
                    <a:pt x="15526" y="22975"/>
                  </a:lnTo>
                  <a:lnTo>
                    <a:pt x="15547" y="22975"/>
                  </a:lnTo>
                  <a:lnTo>
                    <a:pt x="15589" y="23038"/>
                  </a:lnTo>
                  <a:lnTo>
                    <a:pt x="15652" y="23080"/>
                  </a:lnTo>
                  <a:lnTo>
                    <a:pt x="15693" y="22975"/>
                  </a:lnTo>
                  <a:lnTo>
                    <a:pt x="15735" y="22975"/>
                  </a:lnTo>
                  <a:lnTo>
                    <a:pt x="15756" y="23017"/>
                  </a:lnTo>
                  <a:lnTo>
                    <a:pt x="15798" y="23038"/>
                  </a:lnTo>
                  <a:lnTo>
                    <a:pt x="15861" y="23038"/>
                  </a:lnTo>
                  <a:lnTo>
                    <a:pt x="15882" y="22975"/>
                  </a:lnTo>
                  <a:lnTo>
                    <a:pt x="15944" y="22933"/>
                  </a:lnTo>
                  <a:lnTo>
                    <a:pt x="16007" y="22933"/>
                  </a:lnTo>
                  <a:lnTo>
                    <a:pt x="16112" y="22891"/>
                  </a:lnTo>
                  <a:lnTo>
                    <a:pt x="16175" y="22891"/>
                  </a:lnTo>
                  <a:lnTo>
                    <a:pt x="16196" y="22933"/>
                  </a:lnTo>
                  <a:lnTo>
                    <a:pt x="16258" y="22933"/>
                  </a:lnTo>
                  <a:lnTo>
                    <a:pt x="16279" y="22870"/>
                  </a:lnTo>
                  <a:lnTo>
                    <a:pt x="16321" y="22808"/>
                  </a:lnTo>
                  <a:lnTo>
                    <a:pt x="16426" y="22808"/>
                  </a:lnTo>
                  <a:lnTo>
                    <a:pt x="16468" y="22766"/>
                  </a:lnTo>
                  <a:lnTo>
                    <a:pt x="16572" y="22724"/>
                  </a:lnTo>
                  <a:lnTo>
                    <a:pt x="16614" y="22703"/>
                  </a:lnTo>
                  <a:lnTo>
                    <a:pt x="16614" y="22661"/>
                  </a:lnTo>
                  <a:lnTo>
                    <a:pt x="16572" y="22577"/>
                  </a:lnTo>
                  <a:lnTo>
                    <a:pt x="16572" y="22515"/>
                  </a:lnTo>
                  <a:lnTo>
                    <a:pt x="16719" y="22577"/>
                  </a:lnTo>
                  <a:lnTo>
                    <a:pt x="16802" y="22619"/>
                  </a:lnTo>
                  <a:lnTo>
                    <a:pt x="16823" y="22682"/>
                  </a:lnTo>
                  <a:lnTo>
                    <a:pt x="16886" y="22703"/>
                  </a:lnTo>
                  <a:lnTo>
                    <a:pt x="16991" y="22619"/>
                  </a:lnTo>
                  <a:lnTo>
                    <a:pt x="16991" y="22536"/>
                  </a:lnTo>
                  <a:lnTo>
                    <a:pt x="16928" y="22515"/>
                  </a:lnTo>
                  <a:lnTo>
                    <a:pt x="16928" y="22473"/>
                  </a:lnTo>
                  <a:lnTo>
                    <a:pt x="17012" y="22431"/>
                  </a:lnTo>
                  <a:lnTo>
                    <a:pt x="17033" y="22494"/>
                  </a:lnTo>
                  <a:lnTo>
                    <a:pt x="17116" y="22515"/>
                  </a:lnTo>
                  <a:lnTo>
                    <a:pt x="17158" y="22410"/>
                  </a:lnTo>
                  <a:lnTo>
                    <a:pt x="17137" y="22326"/>
                  </a:lnTo>
                  <a:lnTo>
                    <a:pt x="17137" y="22264"/>
                  </a:lnTo>
                  <a:lnTo>
                    <a:pt x="17200" y="22264"/>
                  </a:lnTo>
                  <a:lnTo>
                    <a:pt x="17221" y="22305"/>
                  </a:lnTo>
                  <a:lnTo>
                    <a:pt x="17305" y="22326"/>
                  </a:lnTo>
                  <a:lnTo>
                    <a:pt x="17346" y="22284"/>
                  </a:lnTo>
                  <a:lnTo>
                    <a:pt x="17409" y="22264"/>
                  </a:lnTo>
                  <a:lnTo>
                    <a:pt x="17451" y="22264"/>
                  </a:lnTo>
                  <a:lnTo>
                    <a:pt x="17451" y="22180"/>
                  </a:lnTo>
                  <a:lnTo>
                    <a:pt x="17430" y="22117"/>
                  </a:lnTo>
                  <a:lnTo>
                    <a:pt x="17451" y="22096"/>
                  </a:lnTo>
                  <a:lnTo>
                    <a:pt x="17514" y="22117"/>
                  </a:lnTo>
                  <a:lnTo>
                    <a:pt x="17556" y="22180"/>
                  </a:lnTo>
                  <a:lnTo>
                    <a:pt x="17639" y="22159"/>
                  </a:lnTo>
                  <a:lnTo>
                    <a:pt x="17681" y="22096"/>
                  </a:lnTo>
                  <a:lnTo>
                    <a:pt x="17681" y="22012"/>
                  </a:lnTo>
                  <a:lnTo>
                    <a:pt x="17660" y="21992"/>
                  </a:lnTo>
                  <a:lnTo>
                    <a:pt x="17660" y="21950"/>
                  </a:lnTo>
                  <a:lnTo>
                    <a:pt x="17681" y="21908"/>
                  </a:lnTo>
                  <a:lnTo>
                    <a:pt x="17786" y="21908"/>
                  </a:lnTo>
                  <a:lnTo>
                    <a:pt x="17849" y="21950"/>
                  </a:lnTo>
                  <a:lnTo>
                    <a:pt x="17869" y="21887"/>
                  </a:lnTo>
                  <a:lnTo>
                    <a:pt x="17890" y="21845"/>
                  </a:lnTo>
                  <a:lnTo>
                    <a:pt x="17953" y="21866"/>
                  </a:lnTo>
                  <a:lnTo>
                    <a:pt x="17995" y="21908"/>
                  </a:lnTo>
                  <a:lnTo>
                    <a:pt x="18058" y="21950"/>
                  </a:lnTo>
                  <a:lnTo>
                    <a:pt x="18079" y="21908"/>
                  </a:lnTo>
                  <a:lnTo>
                    <a:pt x="18079" y="21866"/>
                  </a:lnTo>
                  <a:lnTo>
                    <a:pt x="18037" y="21803"/>
                  </a:lnTo>
                  <a:lnTo>
                    <a:pt x="18037" y="21761"/>
                  </a:lnTo>
                  <a:lnTo>
                    <a:pt x="18100" y="21699"/>
                  </a:lnTo>
                  <a:lnTo>
                    <a:pt x="18162" y="21740"/>
                  </a:lnTo>
                  <a:lnTo>
                    <a:pt x="18288" y="21699"/>
                  </a:lnTo>
                  <a:lnTo>
                    <a:pt x="18393" y="21636"/>
                  </a:lnTo>
                  <a:lnTo>
                    <a:pt x="18455" y="21531"/>
                  </a:lnTo>
                  <a:lnTo>
                    <a:pt x="18455" y="21489"/>
                  </a:lnTo>
                  <a:lnTo>
                    <a:pt x="18309" y="21552"/>
                  </a:lnTo>
                  <a:lnTo>
                    <a:pt x="18183" y="21552"/>
                  </a:lnTo>
                  <a:lnTo>
                    <a:pt x="18141" y="21531"/>
                  </a:lnTo>
                  <a:lnTo>
                    <a:pt x="17890" y="21531"/>
                  </a:lnTo>
                  <a:lnTo>
                    <a:pt x="17765" y="21489"/>
                  </a:lnTo>
                  <a:lnTo>
                    <a:pt x="17639" y="21447"/>
                  </a:lnTo>
                  <a:lnTo>
                    <a:pt x="17472" y="21427"/>
                  </a:lnTo>
                  <a:lnTo>
                    <a:pt x="17325" y="21280"/>
                  </a:lnTo>
                  <a:lnTo>
                    <a:pt x="17263" y="21238"/>
                  </a:lnTo>
                  <a:lnTo>
                    <a:pt x="17221" y="21238"/>
                  </a:lnTo>
                  <a:lnTo>
                    <a:pt x="17095" y="21301"/>
                  </a:lnTo>
                  <a:lnTo>
                    <a:pt x="17053" y="21259"/>
                  </a:lnTo>
                  <a:lnTo>
                    <a:pt x="17095" y="21217"/>
                  </a:lnTo>
                  <a:lnTo>
                    <a:pt x="17095" y="21175"/>
                  </a:lnTo>
                  <a:lnTo>
                    <a:pt x="17033" y="21238"/>
                  </a:lnTo>
                  <a:lnTo>
                    <a:pt x="16886" y="21343"/>
                  </a:lnTo>
                  <a:lnTo>
                    <a:pt x="16802" y="21385"/>
                  </a:lnTo>
                  <a:lnTo>
                    <a:pt x="16635" y="21385"/>
                  </a:lnTo>
                  <a:lnTo>
                    <a:pt x="16593" y="21427"/>
                  </a:lnTo>
                  <a:lnTo>
                    <a:pt x="16530" y="21385"/>
                  </a:lnTo>
                  <a:lnTo>
                    <a:pt x="16489" y="21364"/>
                  </a:lnTo>
                  <a:cubicBezTo>
                    <a:pt x="16489" y="21364"/>
                    <a:pt x="16426" y="21385"/>
                    <a:pt x="16405" y="21385"/>
                  </a:cubicBezTo>
                  <a:lnTo>
                    <a:pt x="16321" y="21385"/>
                  </a:lnTo>
                  <a:lnTo>
                    <a:pt x="16196" y="21531"/>
                  </a:lnTo>
                  <a:lnTo>
                    <a:pt x="16154" y="21594"/>
                  </a:lnTo>
                  <a:lnTo>
                    <a:pt x="16091" y="21531"/>
                  </a:lnTo>
                  <a:lnTo>
                    <a:pt x="16049" y="21489"/>
                  </a:lnTo>
                  <a:lnTo>
                    <a:pt x="15861" y="21489"/>
                  </a:lnTo>
                  <a:lnTo>
                    <a:pt x="15777" y="21468"/>
                  </a:lnTo>
                  <a:lnTo>
                    <a:pt x="15735" y="21489"/>
                  </a:lnTo>
                  <a:lnTo>
                    <a:pt x="15672" y="21447"/>
                  </a:lnTo>
                  <a:lnTo>
                    <a:pt x="15735" y="21364"/>
                  </a:lnTo>
                  <a:lnTo>
                    <a:pt x="15840" y="21364"/>
                  </a:lnTo>
                  <a:lnTo>
                    <a:pt x="15882" y="21427"/>
                  </a:lnTo>
                  <a:lnTo>
                    <a:pt x="15965" y="21447"/>
                  </a:lnTo>
                  <a:lnTo>
                    <a:pt x="16049" y="21385"/>
                  </a:lnTo>
                  <a:lnTo>
                    <a:pt x="16175" y="21364"/>
                  </a:lnTo>
                  <a:lnTo>
                    <a:pt x="16258" y="21280"/>
                  </a:lnTo>
                  <a:lnTo>
                    <a:pt x="16321" y="21280"/>
                  </a:lnTo>
                  <a:lnTo>
                    <a:pt x="16426" y="21322"/>
                  </a:lnTo>
                  <a:lnTo>
                    <a:pt x="16530" y="21280"/>
                  </a:lnTo>
                  <a:lnTo>
                    <a:pt x="16572" y="21238"/>
                  </a:lnTo>
                  <a:lnTo>
                    <a:pt x="16530" y="21175"/>
                  </a:lnTo>
                  <a:lnTo>
                    <a:pt x="16489" y="21175"/>
                  </a:lnTo>
                  <a:lnTo>
                    <a:pt x="16468" y="21134"/>
                  </a:lnTo>
                  <a:lnTo>
                    <a:pt x="16405" y="21134"/>
                  </a:lnTo>
                  <a:lnTo>
                    <a:pt x="16300" y="21155"/>
                  </a:lnTo>
                  <a:lnTo>
                    <a:pt x="16216" y="21134"/>
                  </a:lnTo>
                  <a:lnTo>
                    <a:pt x="16049" y="21134"/>
                  </a:lnTo>
                  <a:lnTo>
                    <a:pt x="15944" y="21155"/>
                  </a:lnTo>
                  <a:lnTo>
                    <a:pt x="15840" y="21155"/>
                  </a:lnTo>
                  <a:lnTo>
                    <a:pt x="15693" y="21134"/>
                  </a:lnTo>
                  <a:lnTo>
                    <a:pt x="15672" y="21071"/>
                  </a:lnTo>
                  <a:lnTo>
                    <a:pt x="15631" y="21050"/>
                  </a:lnTo>
                  <a:lnTo>
                    <a:pt x="15526" y="21071"/>
                  </a:lnTo>
                  <a:lnTo>
                    <a:pt x="15380" y="21071"/>
                  </a:lnTo>
                  <a:lnTo>
                    <a:pt x="15212" y="21175"/>
                  </a:lnTo>
                  <a:lnTo>
                    <a:pt x="15170" y="21155"/>
                  </a:lnTo>
                  <a:lnTo>
                    <a:pt x="15212" y="21071"/>
                  </a:lnTo>
                  <a:lnTo>
                    <a:pt x="15275" y="21008"/>
                  </a:lnTo>
                  <a:lnTo>
                    <a:pt x="15463" y="21008"/>
                  </a:lnTo>
                  <a:lnTo>
                    <a:pt x="15672" y="20903"/>
                  </a:lnTo>
                  <a:lnTo>
                    <a:pt x="15756" y="20841"/>
                  </a:lnTo>
                  <a:lnTo>
                    <a:pt x="15756" y="20757"/>
                  </a:lnTo>
                  <a:lnTo>
                    <a:pt x="15777" y="20715"/>
                  </a:lnTo>
                  <a:lnTo>
                    <a:pt x="15861" y="20715"/>
                  </a:lnTo>
                  <a:lnTo>
                    <a:pt x="15903" y="20694"/>
                  </a:lnTo>
                  <a:lnTo>
                    <a:pt x="15965" y="20611"/>
                  </a:lnTo>
                  <a:lnTo>
                    <a:pt x="15944" y="20548"/>
                  </a:lnTo>
                  <a:lnTo>
                    <a:pt x="15882" y="20506"/>
                  </a:lnTo>
                  <a:lnTo>
                    <a:pt x="15798" y="20485"/>
                  </a:lnTo>
                  <a:lnTo>
                    <a:pt x="15777" y="20443"/>
                  </a:lnTo>
                  <a:lnTo>
                    <a:pt x="15861" y="20401"/>
                  </a:lnTo>
                  <a:lnTo>
                    <a:pt x="15903" y="20401"/>
                  </a:lnTo>
                  <a:lnTo>
                    <a:pt x="15903" y="20422"/>
                  </a:lnTo>
                  <a:lnTo>
                    <a:pt x="15986" y="20443"/>
                  </a:lnTo>
                  <a:lnTo>
                    <a:pt x="16007" y="20422"/>
                  </a:lnTo>
                  <a:lnTo>
                    <a:pt x="15986" y="20380"/>
                  </a:lnTo>
                  <a:lnTo>
                    <a:pt x="15965" y="20339"/>
                  </a:lnTo>
                  <a:lnTo>
                    <a:pt x="15965" y="20234"/>
                  </a:lnTo>
                  <a:lnTo>
                    <a:pt x="16007" y="20276"/>
                  </a:lnTo>
                  <a:lnTo>
                    <a:pt x="16049" y="20318"/>
                  </a:lnTo>
                  <a:lnTo>
                    <a:pt x="16049" y="20401"/>
                  </a:lnTo>
                  <a:lnTo>
                    <a:pt x="16091" y="20506"/>
                  </a:lnTo>
                  <a:lnTo>
                    <a:pt x="16175" y="20548"/>
                  </a:lnTo>
                  <a:lnTo>
                    <a:pt x="16279" y="20527"/>
                  </a:lnTo>
                  <a:lnTo>
                    <a:pt x="16405" y="20527"/>
                  </a:lnTo>
                  <a:lnTo>
                    <a:pt x="16698" y="20401"/>
                  </a:lnTo>
                  <a:lnTo>
                    <a:pt x="16781" y="20401"/>
                  </a:lnTo>
                  <a:lnTo>
                    <a:pt x="16844" y="20380"/>
                  </a:lnTo>
                  <a:lnTo>
                    <a:pt x="16907" y="20297"/>
                  </a:lnTo>
                  <a:lnTo>
                    <a:pt x="16991" y="20276"/>
                  </a:lnTo>
                  <a:lnTo>
                    <a:pt x="17033" y="20171"/>
                  </a:lnTo>
                  <a:lnTo>
                    <a:pt x="16991" y="20067"/>
                  </a:lnTo>
                  <a:lnTo>
                    <a:pt x="16949" y="19983"/>
                  </a:lnTo>
                  <a:lnTo>
                    <a:pt x="16907" y="19983"/>
                  </a:lnTo>
                  <a:lnTo>
                    <a:pt x="16802" y="19920"/>
                  </a:lnTo>
                  <a:lnTo>
                    <a:pt x="16530" y="19857"/>
                  </a:lnTo>
                  <a:lnTo>
                    <a:pt x="16489" y="19857"/>
                  </a:lnTo>
                  <a:lnTo>
                    <a:pt x="16384" y="19899"/>
                  </a:lnTo>
                  <a:lnTo>
                    <a:pt x="16321" y="19857"/>
                  </a:lnTo>
                  <a:lnTo>
                    <a:pt x="16321" y="19732"/>
                  </a:lnTo>
                  <a:lnTo>
                    <a:pt x="16300" y="19690"/>
                  </a:lnTo>
                  <a:lnTo>
                    <a:pt x="16196" y="19753"/>
                  </a:lnTo>
                  <a:lnTo>
                    <a:pt x="16112" y="19753"/>
                  </a:lnTo>
                  <a:lnTo>
                    <a:pt x="16007" y="19815"/>
                  </a:lnTo>
                  <a:lnTo>
                    <a:pt x="15944" y="19815"/>
                  </a:lnTo>
                  <a:lnTo>
                    <a:pt x="15861" y="19774"/>
                  </a:lnTo>
                  <a:lnTo>
                    <a:pt x="15861" y="19690"/>
                  </a:lnTo>
                  <a:lnTo>
                    <a:pt x="15944" y="19753"/>
                  </a:lnTo>
                  <a:lnTo>
                    <a:pt x="16007" y="19690"/>
                  </a:lnTo>
                  <a:lnTo>
                    <a:pt x="16070" y="19648"/>
                  </a:lnTo>
                  <a:lnTo>
                    <a:pt x="16196" y="19648"/>
                  </a:lnTo>
                  <a:lnTo>
                    <a:pt x="16216" y="19585"/>
                  </a:lnTo>
                  <a:lnTo>
                    <a:pt x="16175" y="19523"/>
                  </a:lnTo>
                  <a:lnTo>
                    <a:pt x="16091" y="19418"/>
                  </a:lnTo>
                  <a:lnTo>
                    <a:pt x="16049" y="19376"/>
                  </a:lnTo>
                  <a:lnTo>
                    <a:pt x="15944" y="19376"/>
                  </a:lnTo>
                  <a:lnTo>
                    <a:pt x="15965" y="19355"/>
                  </a:lnTo>
                  <a:lnTo>
                    <a:pt x="16070" y="19292"/>
                  </a:lnTo>
                  <a:lnTo>
                    <a:pt x="16070" y="19251"/>
                  </a:lnTo>
                  <a:lnTo>
                    <a:pt x="16070" y="19146"/>
                  </a:lnTo>
                  <a:lnTo>
                    <a:pt x="16091" y="19104"/>
                  </a:lnTo>
                  <a:lnTo>
                    <a:pt x="16154" y="19167"/>
                  </a:lnTo>
                  <a:lnTo>
                    <a:pt x="16175" y="19313"/>
                  </a:lnTo>
                  <a:lnTo>
                    <a:pt x="16216" y="19355"/>
                  </a:lnTo>
                  <a:lnTo>
                    <a:pt x="16216" y="19418"/>
                  </a:lnTo>
                  <a:lnTo>
                    <a:pt x="16363" y="19543"/>
                  </a:lnTo>
                  <a:lnTo>
                    <a:pt x="16363" y="19585"/>
                  </a:lnTo>
                  <a:lnTo>
                    <a:pt x="16426" y="19669"/>
                  </a:lnTo>
                  <a:lnTo>
                    <a:pt x="16489" y="19690"/>
                  </a:lnTo>
                  <a:lnTo>
                    <a:pt x="16572" y="19669"/>
                  </a:lnTo>
                  <a:lnTo>
                    <a:pt x="16614" y="19648"/>
                  </a:lnTo>
                  <a:lnTo>
                    <a:pt x="16698" y="19690"/>
                  </a:lnTo>
                  <a:lnTo>
                    <a:pt x="16802" y="19669"/>
                  </a:lnTo>
                  <a:lnTo>
                    <a:pt x="16886" y="19648"/>
                  </a:lnTo>
                  <a:lnTo>
                    <a:pt x="16928" y="19690"/>
                  </a:lnTo>
                  <a:lnTo>
                    <a:pt x="16928" y="19774"/>
                  </a:lnTo>
                  <a:lnTo>
                    <a:pt x="17116" y="20004"/>
                  </a:lnTo>
                  <a:lnTo>
                    <a:pt x="17200" y="20067"/>
                  </a:lnTo>
                  <a:lnTo>
                    <a:pt x="17221" y="20004"/>
                  </a:lnTo>
                  <a:lnTo>
                    <a:pt x="17325" y="19983"/>
                  </a:lnTo>
                  <a:lnTo>
                    <a:pt x="17346" y="19983"/>
                  </a:lnTo>
                  <a:lnTo>
                    <a:pt x="17367" y="20025"/>
                  </a:lnTo>
                  <a:lnTo>
                    <a:pt x="17346" y="20108"/>
                  </a:lnTo>
                  <a:lnTo>
                    <a:pt x="17325" y="20213"/>
                  </a:lnTo>
                  <a:lnTo>
                    <a:pt x="17346" y="20339"/>
                  </a:lnTo>
                  <a:lnTo>
                    <a:pt x="17409" y="20422"/>
                  </a:lnTo>
                  <a:lnTo>
                    <a:pt x="17451" y="20527"/>
                  </a:lnTo>
                  <a:lnTo>
                    <a:pt x="17472" y="20715"/>
                  </a:lnTo>
                  <a:lnTo>
                    <a:pt x="17535" y="20757"/>
                  </a:lnTo>
                  <a:lnTo>
                    <a:pt x="17618" y="20841"/>
                  </a:lnTo>
                  <a:lnTo>
                    <a:pt x="17681" y="21029"/>
                  </a:lnTo>
                  <a:lnTo>
                    <a:pt x="17828" y="21134"/>
                  </a:lnTo>
                  <a:lnTo>
                    <a:pt x="17869" y="21175"/>
                  </a:lnTo>
                  <a:lnTo>
                    <a:pt x="17953" y="21155"/>
                  </a:lnTo>
                  <a:lnTo>
                    <a:pt x="18037" y="21134"/>
                  </a:lnTo>
                  <a:lnTo>
                    <a:pt x="18100" y="21134"/>
                  </a:lnTo>
                  <a:lnTo>
                    <a:pt x="18141" y="21113"/>
                  </a:lnTo>
                  <a:lnTo>
                    <a:pt x="18141" y="21029"/>
                  </a:lnTo>
                  <a:lnTo>
                    <a:pt x="18141" y="20903"/>
                  </a:lnTo>
                  <a:lnTo>
                    <a:pt x="18141" y="20757"/>
                  </a:lnTo>
                  <a:lnTo>
                    <a:pt x="18162" y="20652"/>
                  </a:lnTo>
                  <a:lnTo>
                    <a:pt x="18183" y="20611"/>
                  </a:lnTo>
                  <a:lnTo>
                    <a:pt x="18204" y="20611"/>
                  </a:lnTo>
                  <a:lnTo>
                    <a:pt x="18246" y="20652"/>
                  </a:lnTo>
                  <a:lnTo>
                    <a:pt x="18204" y="20736"/>
                  </a:lnTo>
                  <a:lnTo>
                    <a:pt x="18204" y="20820"/>
                  </a:lnTo>
                  <a:lnTo>
                    <a:pt x="18267" y="20924"/>
                  </a:lnTo>
                  <a:lnTo>
                    <a:pt x="18204" y="21008"/>
                  </a:lnTo>
                  <a:lnTo>
                    <a:pt x="18204" y="21071"/>
                  </a:lnTo>
                  <a:lnTo>
                    <a:pt x="18267" y="21113"/>
                  </a:lnTo>
                  <a:lnTo>
                    <a:pt x="18309" y="21071"/>
                  </a:lnTo>
                  <a:lnTo>
                    <a:pt x="18393" y="21050"/>
                  </a:lnTo>
                  <a:lnTo>
                    <a:pt x="18455" y="21071"/>
                  </a:lnTo>
                  <a:lnTo>
                    <a:pt x="18476" y="21134"/>
                  </a:lnTo>
                  <a:lnTo>
                    <a:pt x="18455" y="21175"/>
                  </a:lnTo>
                  <a:lnTo>
                    <a:pt x="18476" y="21217"/>
                  </a:lnTo>
                  <a:lnTo>
                    <a:pt x="18581" y="21217"/>
                  </a:lnTo>
                  <a:lnTo>
                    <a:pt x="18623" y="21155"/>
                  </a:lnTo>
                  <a:lnTo>
                    <a:pt x="18623" y="21071"/>
                  </a:lnTo>
                  <a:lnTo>
                    <a:pt x="18602" y="21008"/>
                  </a:lnTo>
                  <a:lnTo>
                    <a:pt x="18602" y="20820"/>
                  </a:lnTo>
                  <a:lnTo>
                    <a:pt x="18623" y="20736"/>
                  </a:lnTo>
                  <a:lnTo>
                    <a:pt x="18623" y="20631"/>
                  </a:lnTo>
                  <a:lnTo>
                    <a:pt x="18665" y="20590"/>
                  </a:lnTo>
                  <a:lnTo>
                    <a:pt x="18623" y="20527"/>
                  </a:lnTo>
                  <a:lnTo>
                    <a:pt x="18581" y="20527"/>
                  </a:lnTo>
                  <a:lnTo>
                    <a:pt x="18602" y="20485"/>
                  </a:lnTo>
                  <a:lnTo>
                    <a:pt x="18623" y="20422"/>
                  </a:lnTo>
                  <a:lnTo>
                    <a:pt x="18602" y="20401"/>
                  </a:lnTo>
                  <a:lnTo>
                    <a:pt x="18497" y="20443"/>
                  </a:lnTo>
                  <a:lnTo>
                    <a:pt x="18497" y="20401"/>
                  </a:lnTo>
                  <a:lnTo>
                    <a:pt x="18518" y="20339"/>
                  </a:lnTo>
                  <a:lnTo>
                    <a:pt x="18623" y="20318"/>
                  </a:lnTo>
                  <a:lnTo>
                    <a:pt x="18685" y="20276"/>
                  </a:lnTo>
                  <a:lnTo>
                    <a:pt x="18685" y="20171"/>
                  </a:lnTo>
                  <a:lnTo>
                    <a:pt x="18665" y="20108"/>
                  </a:lnTo>
                  <a:lnTo>
                    <a:pt x="18602" y="20129"/>
                  </a:lnTo>
                  <a:lnTo>
                    <a:pt x="18581" y="20087"/>
                  </a:lnTo>
                  <a:lnTo>
                    <a:pt x="18623" y="20004"/>
                  </a:lnTo>
                  <a:lnTo>
                    <a:pt x="18685" y="19899"/>
                  </a:lnTo>
                  <a:lnTo>
                    <a:pt x="18685" y="19857"/>
                  </a:lnTo>
                  <a:lnTo>
                    <a:pt x="18623" y="19857"/>
                  </a:lnTo>
                  <a:lnTo>
                    <a:pt x="18560" y="19899"/>
                  </a:lnTo>
                  <a:lnTo>
                    <a:pt x="18476" y="20025"/>
                  </a:lnTo>
                  <a:lnTo>
                    <a:pt x="18455" y="20171"/>
                  </a:lnTo>
                  <a:lnTo>
                    <a:pt x="18393" y="20192"/>
                  </a:lnTo>
                  <a:lnTo>
                    <a:pt x="18393" y="20129"/>
                  </a:lnTo>
                  <a:lnTo>
                    <a:pt x="18413" y="20004"/>
                  </a:lnTo>
                  <a:lnTo>
                    <a:pt x="18413" y="19962"/>
                  </a:lnTo>
                  <a:lnTo>
                    <a:pt x="18393" y="19899"/>
                  </a:lnTo>
                  <a:lnTo>
                    <a:pt x="18393" y="19857"/>
                  </a:lnTo>
                  <a:lnTo>
                    <a:pt x="18413" y="19774"/>
                  </a:lnTo>
                  <a:lnTo>
                    <a:pt x="18497" y="19690"/>
                  </a:lnTo>
                  <a:lnTo>
                    <a:pt x="18581" y="19648"/>
                  </a:lnTo>
                  <a:lnTo>
                    <a:pt x="18602" y="19564"/>
                  </a:lnTo>
                  <a:lnTo>
                    <a:pt x="18560" y="19502"/>
                  </a:lnTo>
                  <a:lnTo>
                    <a:pt x="18476" y="19502"/>
                  </a:lnTo>
                  <a:lnTo>
                    <a:pt x="18413" y="19564"/>
                  </a:lnTo>
                  <a:lnTo>
                    <a:pt x="18393" y="19606"/>
                  </a:lnTo>
                  <a:lnTo>
                    <a:pt x="18372" y="19648"/>
                  </a:lnTo>
                  <a:lnTo>
                    <a:pt x="18393" y="19543"/>
                  </a:lnTo>
                  <a:lnTo>
                    <a:pt x="18413" y="19481"/>
                  </a:lnTo>
                  <a:lnTo>
                    <a:pt x="18393" y="19460"/>
                  </a:lnTo>
                  <a:lnTo>
                    <a:pt x="18351" y="19481"/>
                  </a:lnTo>
                  <a:lnTo>
                    <a:pt x="18246" y="19564"/>
                  </a:lnTo>
                  <a:lnTo>
                    <a:pt x="18162" y="19648"/>
                  </a:lnTo>
                  <a:lnTo>
                    <a:pt x="18162" y="19606"/>
                  </a:lnTo>
                  <a:lnTo>
                    <a:pt x="18183" y="19543"/>
                  </a:lnTo>
                  <a:lnTo>
                    <a:pt x="18246" y="19460"/>
                  </a:lnTo>
                  <a:lnTo>
                    <a:pt x="18288" y="19397"/>
                  </a:lnTo>
                  <a:lnTo>
                    <a:pt x="18351" y="19292"/>
                  </a:lnTo>
                  <a:lnTo>
                    <a:pt x="18351" y="19271"/>
                  </a:lnTo>
                  <a:lnTo>
                    <a:pt x="18288" y="19230"/>
                  </a:lnTo>
                  <a:lnTo>
                    <a:pt x="18267" y="19167"/>
                  </a:lnTo>
                  <a:lnTo>
                    <a:pt x="18204" y="19167"/>
                  </a:lnTo>
                  <a:lnTo>
                    <a:pt x="18162" y="19125"/>
                  </a:lnTo>
                  <a:lnTo>
                    <a:pt x="18141" y="19041"/>
                  </a:lnTo>
                  <a:lnTo>
                    <a:pt x="18079" y="19020"/>
                  </a:lnTo>
                  <a:lnTo>
                    <a:pt x="17995" y="18937"/>
                  </a:lnTo>
                  <a:lnTo>
                    <a:pt x="17953" y="18937"/>
                  </a:lnTo>
                  <a:lnTo>
                    <a:pt x="17932" y="18916"/>
                  </a:lnTo>
                  <a:lnTo>
                    <a:pt x="17869" y="18916"/>
                  </a:lnTo>
                  <a:lnTo>
                    <a:pt x="17869" y="18853"/>
                  </a:lnTo>
                  <a:lnTo>
                    <a:pt x="17849" y="18811"/>
                  </a:lnTo>
                  <a:lnTo>
                    <a:pt x="17660" y="18665"/>
                  </a:lnTo>
                  <a:lnTo>
                    <a:pt x="17639" y="18623"/>
                  </a:lnTo>
                  <a:lnTo>
                    <a:pt x="17535" y="18560"/>
                  </a:lnTo>
                  <a:lnTo>
                    <a:pt x="17430" y="18560"/>
                  </a:lnTo>
                  <a:lnTo>
                    <a:pt x="17325" y="18602"/>
                  </a:lnTo>
                  <a:lnTo>
                    <a:pt x="17242" y="18707"/>
                  </a:lnTo>
                  <a:lnTo>
                    <a:pt x="17242" y="18644"/>
                  </a:lnTo>
                  <a:lnTo>
                    <a:pt x="17221" y="18560"/>
                  </a:lnTo>
                  <a:lnTo>
                    <a:pt x="17053" y="18518"/>
                  </a:lnTo>
                  <a:lnTo>
                    <a:pt x="16949" y="18518"/>
                  </a:lnTo>
                  <a:lnTo>
                    <a:pt x="16844" y="18539"/>
                  </a:lnTo>
                  <a:lnTo>
                    <a:pt x="16823" y="18518"/>
                  </a:lnTo>
                  <a:lnTo>
                    <a:pt x="16907" y="18434"/>
                  </a:lnTo>
                  <a:lnTo>
                    <a:pt x="16949" y="18476"/>
                  </a:lnTo>
                  <a:lnTo>
                    <a:pt x="17137" y="18476"/>
                  </a:lnTo>
                  <a:lnTo>
                    <a:pt x="17221" y="18497"/>
                  </a:lnTo>
                  <a:lnTo>
                    <a:pt x="17325" y="18497"/>
                  </a:lnTo>
                  <a:lnTo>
                    <a:pt x="17430" y="18476"/>
                  </a:lnTo>
                  <a:lnTo>
                    <a:pt x="17472" y="18393"/>
                  </a:lnTo>
                  <a:lnTo>
                    <a:pt x="17514" y="18204"/>
                  </a:lnTo>
                  <a:lnTo>
                    <a:pt x="17472" y="18121"/>
                  </a:lnTo>
                  <a:lnTo>
                    <a:pt x="17451" y="18100"/>
                  </a:lnTo>
                  <a:lnTo>
                    <a:pt x="17409" y="18100"/>
                  </a:lnTo>
                  <a:lnTo>
                    <a:pt x="17263" y="17995"/>
                  </a:lnTo>
                  <a:lnTo>
                    <a:pt x="17221" y="17974"/>
                  </a:lnTo>
                  <a:lnTo>
                    <a:pt x="17158" y="17974"/>
                  </a:lnTo>
                  <a:lnTo>
                    <a:pt x="17053" y="18058"/>
                  </a:lnTo>
                  <a:lnTo>
                    <a:pt x="17012" y="18058"/>
                  </a:lnTo>
                  <a:lnTo>
                    <a:pt x="16928" y="18079"/>
                  </a:lnTo>
                  <a:lnTo>
                    <a:pt x="16886" y="18162"/>
                  </a:lnTo>
                  <a:lnTo>
                    <a:pt x="16844" y="18162"/>
                  </a:lnTo>
                  <a:lnTo>
                    <a:pt x="16844" y="18079"/>
                  </a:lnTo>
                  <a:lnTo>
                    <a:pt x="16823" y="18016"/>
                  </a:lnTo>
                  <a:lnTo>
                    <a:pt x="16781" y="18016"/>
                  </a:lnTo>
                  <a:lnTo>
                    <a:pt x="16635" y="18058"/>
                  </a:lnTo>
                  <a:lnTo>
                    <a:pt x="16593" y="18079"/>
                  </a:lnTo>
                  <a:lnTo>
                    <a:pt x="16530" y="18079"/>
                  </a:lnTo>
                  <a:lnTo>
                    <a:pt x="16572" y="18058"/>
                  </a:lnTo>
                  <a:lnTo>
                    <a:pt x="16677" y="17995"/>
                  </a:lnTo>
                  <a:lnTo>
                    <a:pt x="16781" y="17974"/>
                  </a:lnTo>
                  <a:lnTo>
                    <a:pt x="16802" y="17911"/>
                  </a:lnTo>
                  <a:lnTo>
                    <a:pt x="16781" y="17870"/>
                  </a:lnTo>
                  <a:lnTo>
                    <a:pt x="16719" y="17849"/>
                  </a:lnTo>
                  <a:lnTo>
                    <a:pt x="16677" y="17870"/>
                  </a:lnTo>
                  <a:lnTo>
                    <a:pt x="16719" y="17807"/>
                  </a:lnTo>
                  <a:lnTo>
                    <a:pt x="16781" y="17807"/>
                  </a:lnTo>
                  <a:lnTo>
                    <a:pt x="16823" y="17849"/>
                  </a:lnTo>
                  <a:lnTo>
                    <a:pt x="16928" y="17953"/>
                  </a:lnTo>
                  <a:lnTo>
                    <a:pt x="17012" y="17974"/>
                  </a:lnTo>
                  <a:lnTo>
                    <a:pt x="17095" y="17953"/>
                  </a:lnTo>
                  <a:lnTo>
                    <a:pt x="17200" y="17870"/>
                  </a:lnTo>
                  <a:lnTo>
                    <a:pt x="17367" y="17870"/>
                  </a:lnTo>
                  <a:lnTo>
                    <a:pt x="17430" y="17786"/>
                  </a:lnTo>
                  <a:lnTo>
                    <a:pt x="17472" y="17765"/>
                  </a:lnTo>
                  <a:lnTo>
                    <a:pt x="17514" y="17702"/>
                  </a:lnTo>
                  <a:lnTo>
                    <a:pt x="17472" y="17639"/>
                  </a:lnTo>
                  <a:lnTo>
                    <a:pt x="17409" y="17577"/>
                  </a:lnTo>
                  <a:lnTo>
                    <a:pt x="17263" y="17556"/>
                  </a:lnTo>
                  <a:lnTo>
                    <a:pt x="17200" y="17493"/>
                  </a:lnTo>
                  <a:lnTo>
                    <a:pt x="17137" y="17451"/>
                  </a:lnTo>
                  <a:lnTo>
                    <a:pt x="17033" y="17451"/>
                  </a:lnTo>
                  <a:lnTo>
                    <a:pt x="16928" y="17430"/>
                  </a:lnTo>
                  <a:lnTo>
                    <a:pt x="16844" y="17451"/>
                  </a:lnTo>
                  <a:lnTo>
                    <a:pt x="16823" y="17493"/>
                  </a:lnTo>
                  <a:lnTo>
                    <a:pt x="16740" y="17556"/>
                  </a:lnTo>
                  <a:lnTo>
                    <a:pt x="16677" y="17535"/>
                  </a:lnTo>
                  <a:lnTo>
                    <a:pt x="16593" y="17493"/>
                  </a:lnTo>
                  <a:lnTo>
                    <a:pt x="16489" y="17493"/>
                  </a:lnTo>
                  <a:lnTo>
                    <a:pt x="16468" y="17556"/>
                  </a:lnTo>
                  <a:lnTo>
                    <a:pt x="16426" y="17598"/>
                  </a:lnTo>
                  <a:lnTo>
                    <a:pt x="16384" y="17577"/>
                  </a:lnTo>
                  <a:lnTo>
                    <a:pt x="16321" y="17535"/>
                  </a:lnTo>
                  <a:lnTo>
                    <a:pt x="16300" y="17535"/>
                  </a:lnTo>
                  <a:lnTo>
                    <a:pt x="16279" y="17472"/>
                  </a:lnTo>
                  <a:lnTo>
                    <a:pt x="16321" y="17430"/>
                  </a:lnTo>
                  <a:lnTo>
                    <a:pt x="16426" y="17388"/>
                  </a:lnTo>
                  <a:lnTo>
                    <a:pt x="16572" y="17430"/>
                  </a:lnTo>
                  <a:lnTo>
                    <a:pt x="16740" y="17430"/>
                  </a:lnTo>
                  <a:lnTo>
                    <a:pt x="16802" y="17367"/>
                  </a:lnTo>
                  <a:lnTo>
                    <a:pt x="16802" y="17326"/>
                  </a:lnTo>
                  <a:lnTo>
                    <a:pt x="16740" y="17221"/>
                  </a:lnTo>
                  <a:lnTo>
                    <a:pt x="16635" y="17137"/>
                  </a:lnTo>
                  <a:lnTo>
                    <a:pt x="16530" y="17074"/>
                  </a:lnTo>
                  <a:lnTo>
                    <a:pt x="16489" y="17012"/>
                  </a:lnTo>
                  <a:lnTo>
                    <a:pt x="16489" y="16907"/>
                  </a:lnTo>
                  <a:lnTo>
                    <a:pt x="16509" y="16865"/>
                  </a:lnTo>
                  <a:lnTo>
                    <a:pt x="16572" y="16907"/>
                  </a:lnTo>
                  <a:lnTo>
                    <a:pt x="16593" y="16949"/>
                  </a:lnTo>
                  <a:lnTo>
                    <a:pt x="16593" y="17012"/>
                  </a:lnTo>
                  <a:lnTo>
                    <a:pt x="16677" y="17054"/>
                  </a:lnTo>
                  <a:lnTo>
                    <a:pt x="16802" y="17158"/>
                  </a:lnTo>
                  <a:lnTo>
                    <a:pt x="16823" y="17221"/>
                  </a:lnTo>
                  <a:lnTo>
                    <a:pt x="16886" y="17242"/>
                  </a:lnTo>
                  <a:lnTo>
                    <a:pt x="16928" y="17242"/>
                  </a:lnTo>
                  <a:lnTo>
                    <a:pt x="17012" y="17326"/>
                  </a:lnTo>
                  <a:lnTo>
                    <a:pt x="17095" y="17326"/>
                  </a:lnTo>
                  <a:lnTo>
                    <a:pt x="17200" y="17284"/>
                  </a:lnTo>
                  <a:lnTo>
                    <a:pt x="17263" y="17242"/>
                  </a:lnTo>
                  <a:lnTo>
                    <a:pt x="17346" y="17221"/>
                  </a:lnTo>
                  <a:lnTo>
                    <a:pt x="17409" y="17158"/>
                  </a:lnTo>
                  <a:lnTo>
                    <a:pt x="17472" y="17116"/>
                  </a:lnTo>
                  <a:lnTo>
                    <a:pt x="17556" y="17074"/>
                  </a:lnTo>
                  <a:lnTo>
                    <a:pt x="17606" y="17074"/>
                  </a:lnTo>
                  <a:lnTo>
                    <a:pt x="17618" y="17116"/>
                  </a:lnTo>
                  <a:lnTo>
                    <a:pt x="17618" y="17074"/>
                  </a:lnTo>
                  <a:lnTo>
                    <a:pt x="17618" y="17033"/>
                  </a:lnTo>
                  <a:lnTo>
                    <a:pt x="17577" y="16970"/>
                  </a:lnTo>
                  <a:lnTo>
                    <a:pt x="17588" y="17010"/>
                  </a:lnTo>
                  <a:lnTo>
                    <a:pt x="17472" y="16844"/>
                  </a:lnTo>
                  <a:lnTo>
                    <a:pt x="17409" y="16802"/>
                  </a:lnTo>
                  <a:lnTo>
                    <a:pt x="17409" y="16740"/>
                  </a:lnTo>
                  <a:lnTo>
                    <a:pt x="17430" y="16719"/>
                  </a:lnTo>
                  <a:lnTo>
                    <a:pt x="17472" y="16719"/>
                  </a:lnTo>
                  <a:lnTo>
                    <a:pt x="17535" y="16761"/>
                  </a:lnTo>
                  <a:lnTo>
                    <a:pt x="17535" y="16823"/>
                  </a:lnTo>
                  <a:lnTo>
                    <a:pt x="17577" y="16865"/>
                  </a:lnTo>
                  <a:lnTo>
                    <a:pt x="17681" y="17074"/>
                  </a:lnTo>
                  <a:lnTo>
                    <a:pt x="17869" y="17284"/>
                  </a:lnTo>
                  <a:lnTo>
                    <a:pt x="17890" y="17326"/>
                  </a:lnTo>
                  <a:lnTo>
                    <a:pt x="17932" y="17263"/>
                  </a:lnTo>
                  <a:lnTo>
                    <a:pt x="17932" y="17179"/>
                  </a:lnTo>
                  <a:lnTo>
                    <a:pt x="17953" y="17012"/>
                  </a:lnTo>
                  <a:lnTo>
                    <a:pt x="17953" y="16907"/>
                  </a:lnTo>
                  <a:lnTo>
                    <a:pt x="17995" y="16844"/>
                  </a:lnTo>
                  <a:lnTo>
                    <a:pt x="18058" y="16844"/>
                  </a:lnTo>
                  <a:lnTo>
                    <a:pt x="18100" y="16865"/>
                  </a:lnTo>
                  <a:lnTo>
                    <a:pt x="18100" y="16949"/>
                  </a:lnTo>
                  <a:lnTo>
                    <a:pt x="18141" y="17012"/>
                  </a:lnTo>
                  <a:lnTo>
                    <a:pt x="18183" y="17012"/>
                  </a:lnTo>
                  <a:lnTo>
                    <a:pt x="18372" y="17074"/>
                  </a:lnTo>
                  <a:lnTo>
                    <a:pt x="18518" y="17179"/>
                  </a:lnTo>
                  <a:lnTo>
                    <a:pt x="18602" y="17221"/>
                  </a:lnTo>
                  <a:lnTo>
                    <a:pt x="18665" y="17179"/>
                  </a:lnTo>
                  <a:lnTo>
                    <a:pt x="18706" y="17179"/>
                  </a:lnTo>
                  <a:lnTo>
                    <a:pt x="18769" y="17221"/>
                  </a:lnTo>
                  <a:lnTo>
                    <a:pt x="18769" y="17263"/>
                  </a:lnTo>
                  <a:lnTo>
                    <a:pt x="18602" y="17284"/>
                  </a:lnTo>
                  <a:lnTo>
                    <a:pt x="18581" y="17326"/>
                  </a:lnTo>
                  <a:lnTo>
                    <a:pt x="18476" y="17221"/>
                  </a:lnTo>
                  <a:lnTo>
                    <a:pt x="18288" y="17116"/>
                  </a:lnTo>
                  <a:lnTo>
                    <a:pt x="18246" y="17074"/>
                  </a:lnTo>
                  <a:lnTo>
                    <a:pt x="18204" y="17054"/>
                  </a:lnTo>
                  <a:lnTo>
                    <a:pt x="18162" y="17054"/>
                  </a:lnTo>
                  <a:lnTo>
                    <a:pt x="18121" y="17074"/>
                  </a:lnTo>
                  <a:lnTo>
                    <a:pt x="18121" y="17137"/>
                  </a:lnTo>
                  <a:lnTo>
                    <a:pt x="18183" y="17221"/>
                  </a:lnTo>
                  <a:lnTo>
                    <a:pt x="18413" y="17430"/>
                  </a:lnTo>
                  <a:lnTo>
                    <a:pt x="18518" y="17535"/>
                  </a:lnTo>
                  <a:lnTo>
                    <a:pt x="18685" y="17598"/>
                  </a:lnTo>
                  <a:lnTo>
                    <a:pt x="18790" y="17681"/>
                  </a:lnTo>
                  <a:lnTo>
                    <a:pt x="18832" y="17702"/>
                  </a:lnTo>
                  <a:lnTo>
                    <a:pt x="18916" y="17681"/>
                  </a:lnTo>
                  <a:lnTo>
                    <a:pt x="18937" y="17639"/>
                  </a:lnTo>
                  <a:lnTo>
                    <a:pt x="18999" y="17556"/>
                  </a:lnTo>
                  <a:lnTo>
                    <a:pt x="19125" y="17556"/>
                  </a:lnTo>
                  <a:lnTo>
                    <a:pt x="19167" y="17493"/>
                  </a:lnTo>
                  <a:lnTo>
                    <a:pt x="19167" y="17430"/>
                  </a:lnTo>
                  <a:lnTo>
                    <a:pt x="19250" y="17367"/>
                  </a:lnTo>
                  <a:lnTo>
                    <a:pt x="19313" y="17367"/>
                  </a:lnTo>
                  <a:lnTo>
                    <a:pt x="19376" y="17388"/>
                  </a:lnTo>
                  <a:lnTo>
                    <a:pt x="19460" y="17430"/>
                  </a:lnTo>
                  <a:lnTo>
                    <a:pt x="19564" y="17388"/>
                  </a:lnTo>
                  <a:lnTo>
                    <a:pt x="19669" y="17388"/>
                  </a:lnTo>
                  <a:lnTo>
                    <a:pt x="19690" y="17346"/>
                  </a:lnTo>
                  <a:lnTo>
                    <a:pt x="19732" y="17221"/>
                  </a:lnTo>
                  <a:lnTo>
                    <a:pt x="19732" y="17116"/>
                  </a:lnTo>
                  <a:lnTo>
                    <a:pt x="19774" y="17033"/>
                  </a:lnTo>
                  <a:lnTo>
                    <a:pt x="19857" y="16907"/>
                  </a:lnTo>
                  <a:lnTo>
                    <a:pt x="19857" y="16823"/>
                  </a:lnTo>
                  <a:lnTo>
                    <a:pt x="19836" y="16761"/>
                  </a:lnTo>
                  <a:lnTo>
                    <a:pt x="19753" y="16740"/>
                  </a:lnTo>
                  <a:lnTo>
                    <a:pt x="19648" y="16761"/>
                  </a:lnTo>
                  <a:lnTo>
                    <a:pt x="19627" y="16802"/>
                  </a:lnTo>
                  <a:lnTo>
                    <a:pt x="19585" y="16761"/>
                  </a:lnTo>
                  <a:lnTo>
                    <a:pt x="19543" y="16761"/>
                  </a:lnTo>
                  <a:lnTo>
                    <a:pt x="19522" y="16802"/>
                  </a:lnTo>
                  <a:lnTo>
                    <a:pt x="19439" y="16740"/>
                  </a:lnTo>
                  <a:lnTo>
                    <a:pt x="19376" y="16656"/>
                  </a:lnTo>
                  <a:lnTo>
                    <a:pt x="19334" y="16614"/>
                  </a:lnTo>
                  <a:lnTo>
                    <a:pt x="19313" y="16530"/>
                  </a:lnTo>
                  <a:lnTo>
                    <a:pt x="19271" y="16530"/>
                  </a:lnTo>
                  <a:lnTo>
                    <a:pt x="19250" y="16614"/>
                  </a:lnTo>
                  <a:lnTo>
                    <a:pt x="19250" y="16719"/>
                  </a:lnTo>
                  <a:lnTo>
                    <a:pt x="19313" y="16740"/>
                  </a:lnTo>
                  <a:lnTo>
                    <a:pt x="19313" y="16823"/>
                  </a:lnTo>
                  <a:lnTo>
                    <a:pt x="19250" y="16907"/>
                  </a:lnTo>
                  <a:lnTo>
                    <a:pt x="19229" y="17012"/>
                  </a:lnTo>
                  <a:lnTo>
                    <a:pt x="19209" y="16949"/>
                  </a:lnTo>
                  <a:lnTo>
                    <a:pt x="19229" y="16823"/>
                  </a:lnTo>
                  <a:lnTo>
                    <a:pt x="19209" y="16719"/>
                  </a:lnTo>
                  <a:lnTo>
                    <a:pt x="19146" y="16698"/>
                  </a:lnTo>
                  <a:lnTo>
                    <a:pt x="19125" y="16551"/>
                  </a:lnTo>
                  <a:lnTo>
                    <a:pt x="19062" y="16530"/>
                  </a:lnTo>
                  <a:lnTo>
                    <a:pt x="19041" y="16489"/>
                  </a:lnTo>
                  <a:lnTo>
                    <a:pt x="19041" y="16447"/>
                  </a:lnTo>
                  <a:lnTo>
                    <a:pt x="19104" y="16426"/>
                  </a:lnTo>
                  <a:lnTo>
                    <a:pt x="19161" y="16311"/>
                  </a:lnTo>
                  <a:lnTo>
                    <a:pt x="19146" y="16279"/>
                  </a:lnTo>
                  <a:lnTo>
                    <a:pt x="19104" y="16238"/>
                  </a:lnTo>
                  <a:lnTo>
                    <a:pt x="19146" y="16217"/>
                  </a:lnTo>
                  <a:lnTo>
                    <a:pt x="19229" y="16217"/>
                  </a:lnTo>
                  <a:lnTo>
                    <a:pt x="19271" y="16175"/>
                  </a:lnTo>
                  <a:lnTo>
                    <a:pt x="19313" y="16091"/>
                  </a:lnTo>
                  <a:lnTo>
                    <a:pt x="19313" y="15966"/>
                  </a:lnTo>
                  <a:lnTo>
                    <a:pt x="19271" y="15903"/>
                  </a:lnTo>
                  <a:lnTo>
                    <a:pt x="19271" y="15861"/>
                  </a:lnTo>
                  <a:lnTo>
                    <a:pt x="19334" y="15861"/>
                  </a:lnTo>
                  <a:lnTo>
                    <a:pt x="19376" y="15903"/>
                  </a:lnTo>
                  <a:lnTo>
                    <a:pt x="19439" y="15986"/>
                  </a:lnTo>
                  <a:lnTo>
                    <a:pt x="19481" y="16007"/>
                  </a:lnTo>
                  <a:lnTo>
                    <a:pt x="19564" y="16007"/>
                  </a:lnTo>
                  <a:lnTo>
                    <a:pt x="19648" y="15966"/>
                  </a:lnTo>
                  <a:lnTo>
                    <a:pt x="19732" y="15986"/>
                  </a:lnTo>
                  <a:lnTo>
                    <a:pt x="19794" y="16028"/>
                  </a:lnTo>
                  <a:lnTo>
                    <a:pt x="19899" y="16070"/>
                  </a:lnTo>
                  <a:lnTo>
                    <a:pt x="20046" y="16175"/>
                  </a:lnTo>
                  <a:lnTo>
                    <a:pt x="20046" y="16238"/>
                  </a:lnTo>
                  <a:lnTo>
                    <a:pt x="20066" y="16321"/>
                  </a:lnTo>
                  <a:lnTo>
                    <a:pt x="20108" y="16384"/>
                  </a:lnTo>
                  <a:lnTo>
                    <a:pt x="20150" y="16447"/>
                  </a:lnTo>
                  <a:lnTo>
                    <a:pt x="20192" y="16489"/>
                  </a:lnTo>
                  <a:lnTo>
                    <a:pt x="20318" y="16405"/>
                  </a:lnTo>
                  <a:lnTo>
                    <a:pt x="20422" y="16238"/>
                  </a:lnTo>
                  <a:lnTo>
                    <a:pt x="20485" y="16133"/>
                  </a:lnTo>
                  <a:lnTo>
                    <a:pt x="20422" y="16091"/>
                  </a:lnTo>
                  <a:lnTo>
                    <a:pt x="20401" y="15986"/>
                  </a:lnTo>
                  <a:lnTo>
                    <a:pt x="20464" y="15924"/>
                  </a:lnTo>
                  <a:lnTo>
                    <a:pt x="20464" y="15882"/>
                  </a:lnTo>
                  <a:lnTo>
                    <a:pt x="20359" y="15861"/>
                  </a:lnTo>
                  <a:lnTo>
                    <a:pt x="20276" y="15903"/>
                  </a:lnTo>
                  <a:lnTo>
                    <a:pt x="20255" y="15966"/>
                  </a:lnTo>
                  <a:lnTo>
                    <a:pt x="20108" y="15882"/>
                  </a:lnTo>
                  <a:lnTo>
                    <a:pt x="20046" y="15777"/>
                  </a:lnTo>
                  <a:lnTo>
                    <a:pt x="19899" y="15756"/>
                  </a:lnTo>
                  <a:lnTo>
                    <a:pt x="19857" y="15777"/>
                  </a:lnTo>
                  <a:lnTo>
                    <a:pt x="19794" y="15714"/>
                  </a:lnTo>
                  <a:lnTo>
                    <a:pt x="19794" y="15673"/>
                  </a:lnTo>
                  <a:lnTo>
                    <a:pt x="19857" y="15673"/>
                  </a:lnTo>
                  <a:lnTo>
                    <a:pt x="19899" y="15589"/>
                  </a:lnTo>
                  <a:lnTo>
                    <a:pt x="19941" y="15401"/>
                  </a:lnTo>
                  <a:lnTo>
                    <a:pt x="19962" y="15380"/>
                  </a:lnTo>
                  <a:lnTo>
                    <a:pt x="19962" y="15296"/>
                  </a:lnTo>
                  <a:lnTo>
                    <a:pt x="19836" y="15254"/>
                  </a:lnTo>
                  <a:lnTo>
                    <a:pt x="19774" y="15254"/>
                  </a:lnTo>
                  <a:lnTo>
                    <a:pt x="19669" y="15359"/>
                  </a:lnTo>
                  <a:lnTo>
                    <a:pt x="19564" y="15380"/>
                  </a:lnTo>
                  <a:lnTo>
                    <a:pt x="19460" y="15359"/>
                  </a:lnTo>
                  <a:lnTo>
                    <a:pt x="19439" y="15296"/>
                  </a:lnTo>
                  <a:lnTo>
                    <a:pt x="19418" y="15191"/>
                  </a:lnTo>
                  <a:lnTo>
                    <a:pt x="19376" y="15149"/>
                  </a:lnTo>
                  <a:lnTo>
                    <a:pt x="19376" y="15066"/>
                  </a:lnTo>
                  <a:lnTo>
                    <a:pt x="19460" y="15129"/>
                  </a:lnTo>
                  <a:lnTo>
                    <a:pt x="19481" y="15170"/>
                  </a:lnTo>
                  <a:lnTo>
                    <a:pt x="19460" y="15233"/>
                  </a:lnTo>
                  <a:lnTo>
                    <a:pt x="19481" y="15296"/>
                  </a:lnTo>
                  <a:lnTo>
                    <a:pt x="19564" y="15359"/>
                  </a:lnTo>
                  <a:lnTo>
                    <a:pt x="19648" y="15359"/>
                  </a:lnTo>
                  <a:lnTo>
                    <a:pt x="19753" y="15254"/>
                  </a:lnTo>
                  <a:lnTo>
                    <a:pt x="19836" y="15233"/>
                  </a:lnTo>
                  <a:lnTo>
                    <a:pt x="19941" y="15233"/>
                  </a:lnTo>
                  <a:lnTo>
                    <a:pt x="19983" y="15275"/>
                  </a:lnTo>
                  <a:lnTo>
                    <a:pt x="20046" y="15275"/>
                  </a:lnTo>
                  <a:lnTo>
                    <a:pt x="20066" y="15233"/>
                  </a:lnTo>
                  <a:lnTo>
                    <a:pt x="20046" y="15170"/>
                  </a:lnTo>
                  <a:lnTo>
                    <a:pt x="19836" y="14961"/>
                  </a:lnTo>
                  <a:lnTo>
                    <a:pt x="19669" y="14836"/>
                  </a:lnTo>
                  <a:lnTo>
                    <a:pt x="19522" y="14836"/>
                  </a:lnTo>
                  <a:lnTo>
                    <a:pt x="19355" y="14752"/>
                  </a:lnTo>
                  <a:lnTo>
                    <a:pt x="19271" y="14647"/>
                  </a:lnTo>
                  <a:lnTo>
                    <a:pt x="19271" y="14564"/>
                  </a:lnTo>
                  <a:lnTo>
                    <a:pt x="19271" y="14522"/>
                  </a:lnTo>
                  <a:lnTo>
                    <a:pt x="19334" y="14564"/>
                  </a:lnTo>
                  <a:lnTo>
                    <a:pt x="19376" y="14668"/>
                  </a:lnTo>
                  <a:lnTo>
                    <a:pt x="19460" y="14731"/>
                  </a:lnTo>
                  <a:lnTo>
                    <a:pt x="19585" y="14731"/>
                  </a:lnTo>
                  <a:lnTo>
                    <a:pt x="19627" y="14668"/>
                  </a:lnTo>
                  <a:lnTo>
                    <a:pt x="19627" y="14626"/>
                  </a:lnTo>
                  <a:lnTo>
                    <a:pt x="19522" y="14522"/>
                  </a:lnTo>
                  <a:lnTo>
                    <a:pt x="19481" y="14459"/>
                  </a:lnTo>
                  <a:lnTo>
                    <a:pt x="19481" y="14438"/>
                  </a:lnTo>
                  <a:lnTo>
                    <a:pt x="19522" y="14438"/>
                  </a:lnTo>
                  <a:lnTo>
                    <a:pt x="19564" y="14459"/>
                  </a:lnTo>
                  <a:lnTo>
                    <a:pt x="19690" y="14626"/>
                  </a:lnTo>
                  <a:lnTo>
                    <a:pt x="19753" y="14731"/>
                  </a:lnTo>
                  <a:lnTo>
                    <a:pt x="19753" y="14773"/>
                  </a:lnTo>
                  <a:lnTo>
                    <a:pt x="19857" y="14857"/>
                  </a:lnTo>
                  <a:lnTo>
                    <a:pt x="19962" y="14940"/>
                  </a:lnTo>
                  <a:lnTo>
                    <a:pt x="20087" y="15087"/>
                  </a:lnTo>
                  <a:lnTo>
                    <a:pt x="20171" y="15129"/>
                  </a:lnTo>
                  <a:lnTo>
                    <a:pt x="20213" y="15087"/>
                  </a:lnTo>
                  <a:lnTo>
                    <a:pt x="20276" y="15129"/>
                  </a:lnTo>
                  <a:lnTo>
                    <a:pt x="20297" y="15170"/>
                  </a:lnTo>
                  <a:lnTo>
                    <a:pt x="20213" y="15233"/>
                  </a:lnTo>
                  <a:lnTo>
                    <a:pt x="20276" y="15296"/>
                  </a:lnTo>
                  <a:lnTo>
                    <a:pt x="20318" y="15359"/>
                  </a:lnTo>
                  <a:lnTo>
                    <a:pt x="20380" y="15359"/>
                  </a:lnTo>
                  <a:lnTo>
                    <a:pt x="20422" y="15275"/>
                  </a:lnTo>
                  <a:lnTo>
                    <a:pt x="20485" y="15087"/>
                  </a:lnTo>
                  <a:lnTo>
                    <a:pt x="20506" y="15045"/>
                  </a:lnTo>
                  <a:lnTo>
                    <a:pt x="20527" y="14982"/>
                  </a:lnTo>
                  <a:lnTo>
                    <a:pt x="20506" y="14877"/>
                  </a:lnTo>
                  <a:lnTo>
                    <a:pt x="20506" y="14836"/>
                  </a:lnTo>
                  <a:lnTo>
                    <a:pt x="20506" y="14710"/>
                  </a:lnTo>
                  <a:lnTo>
                    <a:pt x="20464" y="14626"/>
                  </a:lnTo>
                  <a:lnTo>
                    <a:pt x="20464" y="14564"/>
                  </a:lnTo>
                  <a:lnTo>
                    <a:pt x="20464" y="14543"/>
                  </a:lnTo>
                  <a:lnTo>
                    <a:pt x="20506" y="14564"/>
                  </a:lnTo>
                  <a:lnTo>
                    <a:pt x="20590" y="14605"/>
                  </a:lnTo>
                  <a:lnTo>
                    <a:pt x="20610" y="14605"/>
                  </a:lnTo>
                  <a:lnTo>
                    <a:pt x="20590" y="14543"/>
                  </a:lnTo>
                  <a:lnTo>
                    <a:pt x="20506" y="14459"/>
                  </a:lnTo>
                  <a:lnTo>
                    <a:pt x="20464" y="14354"/>
                  </a:lnTo>
                  <a:lnTo>
                    <a:pt x="20401" y="14313"/>
                  </a:lnTo>
                  <a:lnTo>
                    <a:pt x="20318" y="14292"/>
                  </a:lnTo>
                  <a:lnTo>
                    <a:pt x="19962" y="14292"/>
                  </a:lnTo>
                  <a:lnTo>
                    <a:pt x="19920" y="14208"/>
                  </a:lnTo>
                  <a:lnTo>
                    <a:pt x="19836" y="14145"/>
                  </a:lnTo>
                  <a:lnTo>
                    <a:pt x="19648" y="14145"/>
                  </a:lnTo>
                  <a:lnTo>
                    <a:pt x="19564" y="14187"/>
                  </a:lnTo>
                  <a:lnTo>
                    <a:pt x="19502" y="14187"/>
                  </a:lnTo>
                  <a:lnTo>
                    <a:pt x="19460" y="14124"/>
                  </a:lnTo>
                  <a:lnTo>
                    <a:pt x="19439" y="14103"/>
                  </a:lnTo>
                  <a:lnTo>
                    <a:pt x="19460" y="14041"/>
                  </a:lnTo>
                  <a:lnTo>
                    <a:pt x="19502" y="14103"/>
                  </a:lnTo>
                  <a:lnTo>
                    <a:pt x="19543" y="14124"/>
                  </a:lnTo>
                  <a:lnTo>
                    <a:pt x="19669" y="14103"/>
                  </a:lnTo>
                  <a:lnTo>
                    <a:pt x="19836" y="14082"/>
                  </a:lnTo>
                  <a:lnTo>
                    <a:pt x="19878" y="14124"/>
                  </a:lnTo>
                  <a:lnTo>
                    <a:pt x="19941" y="14103"/>
                  </a:lnTo>
                  <a:lnTo>
                    <a:pt x="20025" y="14082"/>
                  </a:lnTo>
                  <a:lnTo>
                    <a:pt x="20087" y="14103"/>
                  </a:lnTo>
                  <a:lnTo>
                    <a:pt x="20150" y="14124"/>
                  </a:lnTo>
                  <a:lnTo>
                    <a:pt x="20192" y="14103"/>
                  </a:lnTo>
                  <a:lnTo>
                    <a:pt x="20234" y="14082"/>
                  </a:lnTo>
                  <a:lnTo>
                    <a:pt x="20234" y="14020"/>
                  </a:lnTo>
                  <a:lnTo>
                    <a:pt x="20234" y="13915"/>
                  </a:lnTo>
                  <a:lnTo>
                    <a:pt x="20234" y="13873"/>
                  </a:lnTo>
                  <a:lnTo>
                    <a:pt x="20171" y="13831"/>
                  </a:lnTo>
                  <a:lnTo>
                    <a:pt x="20129" y="13873"/>
                  </a:lnTo>
                  <a:lnTo>
                    <a:pt x="20066" y="13894"/>
                  </a:lnTo>
                  <a:lnTo>
                    <a:pt x="19983" y="13873"/>
                  </a:lnTo>
                  <a:lnTo>
                    <a:pt x="19857" y="13873"/>
                  </a:lnTo>
                  <a:lnTo>
                    <a:pt x="19815" y="13810"/>
                  </a:lnTo>
                  <a:lnTo>
                    <a:pt x="19711" y="13706"/>
                  </a:lnTo>
                  <a:lnTo>
                    <a:pt x="19606" y="13727"/>
                  </a:lnTo>
                  <a:lnTo>
                    <a:pt x="19564" y="13789"/>
                  </a:lnTo>
                  <a:lnTo>
                    <a:pt x="19543" y="13789"/>
                  </a:lnTo>
                  <a:lnTo>
                    <a:pt x="19543" y="13685"/>
                  </a:lnTo>
                  <a:lnTo>
                    <a:pt x="19543" y="13601"/>
                  </a:lnTo>
                  <a:lnTo>
                    <a:pt x="19522" y="13538"/>
                  </a:lnTo>
                  <a:lnTo>
                    <a:pt x="19313" y="13538"/>
                  </a:lnTo>
                  <a:lnTo>
                    <a:pt x="19229" y="13497"/>
                  </a:lnTo>
                  <a:lnTo>
                    <a:pt x="19250" y="13455"/>
                  </a:lnTo>
                  <a:lnTo>
                    <a:pt x="19313" y="13455"/>
                  </a:lnTo>
                  <a:lnTo>
                    <a:pt x="19418" y="13476"/>
                  </a:lnTo>
                  <a:lnTo>
                    <a:pt x="19460" y="13455"/>
                  </a:lnTo>
                  <a:lnTo>
                    <a:pt x="19460" y="13392"/>
                  </a:lnTo>
                  <a:lnTo>
                    <a:pt x="19439" y="13371"/>
                  </a:lnTo>
                  <a:lnTo>
                    <a:pt x="19481" y="13308"/>
                  </a:lnTo>
                  <a:lnTo>
                    <a:pt x="19460" y="13266"/>
                  </a:lnTo>
                  <a:lnTo>
                    <a:pt x="19439" y="13204"/>
                  </a:lnTo>
                  <a:lnTo>
                    <a:pt x="19481" y="13162"/>
                  </a:lnTo>
                  <a:lnTo>
                    <a:pt x="19460" y="13078"/>
                  </a:lnTo>
                  <a:lnTo>
                    <a:pt x="19460" y="12994"/>
                  </a:lnTo>
                  <a:lnTo>
                    <a:pt x="19522" y="12973"/>
                  </a:lnTo>
                  <a:lnTo>
                    <a:pt x="19543" y="12994"/>
                  </a:lnTo>
                  <a:lnTo>
                    <a:pt x="19543" y="13078"/>
                  </a:lnTo>
                  <a:lnTo>
                    <a:pt x="19585" y="13141"/>
                  </a:lnTo>
                  <a:lnTo>
                    <a:pt x="19648" y="13162"/>
                  </a:lnTo>
                  <a:lnTo>
                    <a:pt x="19732" y="13078"/>
                  </a:lnTo>
                  <a:lnTo>
                    <a:pt x="19857" y="12953"/>
                  </a:lnTo>
                  <a:lnTo>
                    <a:pt x="19941" y="12932"/>
                  </a:lnTo>
                  <a:lnTo>
                    <a:pt x="19941" y="12890"/>
                  </a:lnTo>
                  <a:lnTo>
                    <a:pt x="19899" y="12869"/>
                  </a:lnTo>
                  <a:lnTo>
                    <a:pt x="19794" y="12848"/>
                  </a:lnTo>
                  <a:lnTo>
                    <a:pt x="19732" y="12848"/>
                  </a:lnTo>
                  <a:lnTo>
                    <a:pt x="19690" y="12827"/>
                  </a:lnTo>
                  <a:lnTo>
                    <a:pt x="19774" y="12785"/>
                  </a:lnTo>
                  <a:lnTo>
                    <a:pt x="19878" y="12785"/>
                  </a:lnTo>
                  <a:lnTo>
                    <a:pt x="19941" y="12827"/>
                  </a:lnTo>
                  <a:lnTo>
                    <a:pt x="19983" y="12827"/>
                  </a:lnTo>
                  <a:lnTo>
                    <a:pt x="19983" y="12764"/>
                  </a:lnTo>
                  <a:lnTo>
                    <a:pt x="19962" y="12743"/>
                  </a:lnTo>
                  <a:lnTo>
                    <a:pt x="20046" y="12722"/>
                  </a:lnTo>
                  <a:lnTo>
                    <a:pt x="20150" y="12722"/>
                  </a:lnTo>
                  <a:lnTo>
                    <a:pt x="20213" y="12785"/>
                  </a:lnTo>
                  <a:lnTo>
                    <a:pt x="20276" y="12827"/>
                  </a:lnTo>
                  <a:lnTo>
                    <a:pt x="20318" y="12785"/>
                  </a:lnTo>
                  <a:lnTo>
                    <a:pt x="20380" y="12827"/>
                  </a:lnTo>
                  <a:lnTo>
                    <a:pt x="20422" y="12890"/>
                  </a:lnTo>
                  <a:lnTo>
                    <a:pt x="20401" y="12973"/>
                  </a:lnTo>
                  <a:lnTo>
                    <a:pt x="20422" y="13036"/>
                  </a:lnTo>
                  <a:lnTo>
                    <a:pt x="20506" y="13057"/>
                  </a:lnTo>
                  <a:lnTo>
                    <a:pt x="20527" y="13036"/>
                  </a:lnTo>
                  <a:lnTo>
                    <a:pt x="20590" y="13057"/>
                  </a:lnTo>
                  <a:lnTo>
                    <a:pt x="20631" y="13141"/>
                  </a:lnTo>
                  <a:lnTo>
                    <a:pt x="20778" y="13183"/>
                  </a:lnTo>
                  <a:lnTo>
                    <a:pt x="20820" y="13266"/>
                  </a:lnTo>
                  <a:lnTo>
                    <a:pt x="20841" y="13287"/>
                  </a:lnTo>
                  <a:lnTo>
                    <a:pt x="20882" y="13245"/>
                  </a:lnTo>
                  <a:lnTo>
                    <a:pt x="20903" y="13141"/>
                  </a:lnTo>
                  <a:lnTo>
                    <a:pt x="20945" y="13057"/>
                  </a:lnTo>
                  <a:lnTo>
                    <a:pt x="21008" y="12890"/>
                  </a:lnTo>
                  <a:lnTo>
                    <a:pt x="21008" y="12848"/>
                  </a:lnTo>
                  <a:lnTo>
                    <a:pt x="21029" y="12722"/>
                  </a:lnTo>
                  <a:lnTo>
                    <a:pt x="21050" y="12555"/>
                  </a:lnTo>
                  <a:lnTo>
                    <a:pt x="21092" y="12513"/>
                  </a:lnTo>
                  <a:lnTo>
                    <a:pt x="21092" y="12429"/>
                  </a:lnTo>
                  <a:lnTo>
                    <a:pt x="21050" y="12346"/>
                  </a:lnTo>
                  <a:lnTo>
                    <a:pt x="20987" y="12304"/>
                  </a:lnTo>
                  <a:lnTo>
                    <a:pt x="20924" y="12241"/>
                  </a:lnTo>
                  <a:lnTo>
                    <a:pt x="20882" y="12241"/>
                  </a:lnTo>
                  <a:lnTo>
                    <a:pt x="20841" y="12199"/>
                  </a:lnTo>
                  <a:lnTo>
                    <a:pt x="20841" y="12136"/>
                  </a:lnTo>
                  <a:lnTo>
                    <a:pt x="20757" y="12136"/>
                  </a:lnTo>
                  <a:lnTo>
                    <a:pt x="20694" y="12220"/>
                  </a:lnTo>
                  <a:lnTo>
                    <a:pt x="20590" y="12325"/>
                  </a:lnTo>
                  <a:lnTo>
                    <a:pt x="20506" y="12346"/>
                  </a:lnTo>
                  <a:lnTo>
                    <a:pt x="20464" y="12304"/>
                  </a:lnTo>
                  <a:lnTo>
                    <a:pt x="20485" y="12241"/>
                  </a:lnTo>
                  <a:lnTo>
                    <a:pt x="20485" y="12157"/>
                  </a:lnTo>
                  <a:lnTo>
                    <a:pt x="20485" y="12136"/>
                  </a:lnTo>
                  <a:lnTo>
                    <a:pt x="20380" y="12116"/>
                  </a:lnTo>
                  <a:lnTo>
                    <a:pt x="20297" y="12116"/>
                  </a:lnTo>
                  <a:lnTo>
                    <a:pt x="20276" y="12053"/>
                  </a:lnTo>
                  <a:lnTo>
                    <a:pt x="20338" y="12032"/>
                  </a:lnTo>
                  <a:lnTo>
                    <a:pt x="20338" y="12011"/>
                  </a:lnTo>
                  <a:lnTo>
                    <a:pt x="20255" y="11948"/>
                  </a:lnTo>
                  <a:lnTo>
                    <a:pt x="20213" y="11906"/>
                  </a:lnTo>
                  <a:lnTo>
                    <a:pt x="20255" y="11885"/>
                  </a:lnTo>
                  <a:lnTo>
                    <a:pt x="20276" y="11906"/>
                  </a:lnTo>
                  <a:lnTo>
                    <a:pt x="20359" y="11927"/>
                  </a:lnTo>
                  <a:lnTo>
                    <a:pt x="20359" y="11885"/>
                  </a:lnTo>
                  <a:lnTo>
                    <a:pt x="20297" y="11802"/>
                  </a:lnTo>
                  <a:lnTo>
                    <a:pt x="20276" y="11718"/>
                  </a:lnTo>
                  <a:lnTo>
                    <a:pt x="20297" y="11676"/>
                  </a:lnTo>
                  <a:lnTo>
                    <a:pt x="20359" y="11634"/>
                  </a:lnTo>
                  <a:lnTo>
                    <a:pt x="20380" y="11676"/>
                  </a:lnTo>
                  <a:lnTo>
                    <a:pt x="20443" y="11697"/>
                  </a:lnTo>
                  <a:lnTo>
                    <a:pt x="20464" y="11739"/>
                  </a:lnTo>
                  <a:lnTo>
                    <a:pt x="20590" y="11885"/>
                  </a:lnTo>
                  <a:lnTo>
                    <a:pt x="20673" y="11927"/>
                  </a:lnTo>
                  <a:lnTo>
                    <a:pt x="20757" y="11906"/>
                  </a:lnTo>
                  <a:lnTo>
                    <a:pt x="20799" y="11844"/>
                  </a:lnTo>
                  <a:lnTo>
                    <a:pt x="20757" y="11718"/>
                  </a:lnTo>
                  <a:lnTo>
                    <a:pt x="20652" y="11613"/>
                  </a:lnTo>
                  <a:lnTo>
                    <a:pt x="20569" y="11572"/>
                  </a:lnTo>
                  <a:lnTo>
                    <a:pt x="20464" y="11530"/>
                  </a:lnTo>
                  <a:lnTo>
                    <a:pt x="20443" y="11404"/>
                  </a:lnTo>
                  <a:lnTo>
                    <a:pt x="20380" y="11320"/>
                  </a:lnTo>
                  <a:lnTo>
                    <a:pt x="20338" y="11258"/>
                  </a:lnTo>
                  <a:lnTo>
                    <a:pt x="20255" y="11216"/>
                  </a:lnTo>
                  <a:lnTo>
                    <a:pt x="20171" y="11174"/>
                  </a:lnTo>
                  <a:lnTo>
                    <a:pt x="20171" y="11111"/>
                  </a:lnTo>
                  <a:lnTo>
                    <a:pt x="20234" y="11069"/>
                  </a:lnTo>
                  <a:lnTo>
                    <a:pt x="20234" y="11007"/>
                  </a:lnTo>
                  <a:lnTo>
                    <a:pt x="20192" y="10986"/>
                  </a:lnTo>
                  <a:lnTo>
                    <a:pt x="20192" y="10944"/>
                  </a:lnTo>
                  <a:lnTo>
                    <a:pt x="20255" y="10881"/>
                  </a:lnTo>
                  <a:lnTo>
                    <a:pt x="20297" y="10881"/>
                  </a:lnTo>
                  <a:lnTo>
                    <a:pt x="20359" y="10860"/>
                  </a:lnTo>
                  <a:lnTo>
                    <a:pt x="20443" y="10881"/>
                  </a:lnTo>
                  <a:lnTo>
                    <a:pt x="20485" y="10944"/>
                  </a:lnTo>
                  <a:lnTo>
                    <a:pt x="20401" y="10986"/>
                  </a:lnTo>
                  <a:lnTo>
                    <a:pt x="20464" y="10986"/>
                  </a:lnTo>
                  <a:lnTo>
                    <a:pt x="20548" y="11048"/>
                  </a:lnTo>
                  <a:lnTo>
                    <a:pt x="20548" y="11090"/>
                  </a:lnTo>
                  <a:lnTo>
                    <a:pt x="20569" y="11174"/>
                  </a:lnTo>
                  <a:lnTo>
                    <a:pt x="20652" y="11195"/>
                  </a:lnTo>
                  <a:lnTo>
                    <a:pt x="20757" y="11111"/>
                  </a:lnTo>
                  <a:lnTo>
                    <a:pt x="20799" y="10986"/>
                  </a:lnTo>
                  <a:lnTo>
                    <a:pt x="20820" y="10860"/>
                  </a:lnTo>
                  <a:lnTo>
                    <a:pt x="20882" y="10776"/>
                  </a:lnTo>
                  <a:lnTo>
                    <a:pt x="20903" y="10735"/>
                  </a:lnTo>
                  <a:lnTo>
                    <a:pt x="20882" y="10588"/>
                  </a:lnTo>
                  <a:lnTo>
                    <a:pt x="20966" y="10525"/>
                  </a:lnTo>
                  <a:lnTo>
                    <a:pt x="21029" y="10463"/>
                  </a:lnTo>
                  <a:lnTo>
                    <a:pt x="21071" y="10316"/>
                  </a:lnTo>
                  <a:lnTo>
                    <a:pt x="21029" y="10212"/>
                  </a:lnTo>
                  <a:lnTo>
                    <a:pt x="20987" y="10128"/>
                  </a:lnTo>
                  <a:lnTo>
                    <a:pt x="21029" y="9919"/>
                  </a:lnTo>
                  <a:lnTo>
                    <a:pt x="21092" y="9751"/>
                  </a:lnTo>
                  <a:lnTo>
                    <a:pt x="21092" y="9605"/>
                  </a:lnTo>
                  <a:lnTo>
                    <a:pt x="21175" y="9521"/>
                  </a:lnTo>
                  <a:lnTo>
                    <a:pt x="21175" y="9437"/>
                  </a:lnTo>
                  <a:lnTo>
                    <a:pt x="21196" y="9312"/>
                  </a:lnTo>
                  <a:lnTo>
                    <a:pt x="21196" y="9165"/>
                  </a:lnTo>
                  <a:lnTo>
                    <a:pt x="21280" y="9082"/>
                  </a:lnTo>
                  <a:lnTo>
                    <a:pt x="21343" y="8956"/>
                  </a:lnTo>
                  <a:lnTo>
                    <a:pt x="21531" y="8684"/>
                  </a:lnTo>
                  <a:lnTo>
                    <a:pt x="21615" y="8538"/>
                  </a:lnTo>
                  <a:lnTo>
                    <a:pt x="21761" y="8391"/>
                  </a:lnTo>
                  <a:lnTo>
                    <a:pt x="21824" y="8287"/>
                  </a:lnTo>
                  <a:lnTo>
                    <a:pt x="21908" y="8224"/>
                  </a:lnTo>
                  <a:lnTo>
                    <a:pt x="21950" y="8077"/>
                  </a:lnTo>
                  <a:lnTo>
                    <a:pt x="22075" y="7973"/>
                  </a:lnTo>
                  <a:lnTo>
                    <a:pt x="22117" y="7952"/>
                  </a:lnTo>
                  <a:lnTo>
                    <a:pt x="22075" y="7910"/>
                  </a:lnTo>
                  <a:lnTo>
                    <a:pt x="22012" y="7847"/>
                  </a:lnTo>
                  <a:lnTo>
                    <a:pt x="21908" y="7826"/>
                  </a:lnTo>
                  <a:lnTo>
                    <a:pt x="21845" y="7763"/>
                  </a:lnTo>
                  <a:lnTo>
                    <a:pt x="21803" y="7722"/>
                  </a:lnTo>
                  <a:lnTo>
                    <a:pt x="21719" y="7743"/>
                  </a:lnTo>
                  <a:lnTo>
                    <a:pt x="21552" y="7805"/>
                  </a:lnTo>
                  <a:lnTo>
                    <a:pt x="21406" y="7847"/>
                  </a:lnTo>
                  <a:lnTo>
                    <a:pt x="21280" y="7910"/>
                  </a:lnTo>
                  <a:lnTo>
                    <a:pt x="21196" y="8015"/>
                  </a:lnTo>
                  <a:lnTo>
                    <a:pt x="21092" y="8056"/>
                  </a:lnTo>
                  <a:lnTo>
                    <a:pt x="21071" y="8119"/>
                  </a:lnTo>
                  <a:lnTo>
                    <a:pt x="21008" y="8140"/>
                  </a:lnTo>
                  <a:lnTo>
                    <a:pt x="20903" y="8077"/>
                  </a:lnTo>
                  <a:lnTo>
                    <a:pt x="20862" y="8035"/>
                  </a:lnTo>
                  <a:lnTo>
                    <a:pt x="20862" y="7973"/>
                  </a:lnTo>
                  <a:lnTo>
                    <a:pt x="20924" y="7973"/>
                  </a:lnTo>
                  <a:lnTo>
                    <a:pt x="20987" y="7952"/>
                  </a:lnTo>
                  <a:lnTo>
                    <a:pt x="20987" y="7847"/>
                  </a:lnTo>
                  <a:lnTo>
                    <a:pt x="20966" y="7805"/>
                  </a:lnTo>
                  <a:lnTo>
                    <a:pt x="20882" y="7805"/>
                  </a:lnTo>
                  <a:lnTo>
                    <a:pt x="20820" y="7763"/>
                  </a:lnTo>
                  <a:lnTo>
                    <a:pt x="20903" y="7743"/>
                  </a:lnTo>
                  <a:lnTo>
                    <a:pt x="20966" y="7701"/>
                  </a:lnTo>
                  <a:lnTo>
                    <a:pt x="21071" y="7617"/>
                  </a:lnTo>
                  <a:lnTo>
                    <a:pt x="21134" y="7491"/>
                  </a:lnTo>
                  <a:lnTo>
                    <a:pt x="21238" y="7408"/>
                  </a:lnTo>
                  <a:lnTo>
                    <a:pt x="21322" y="7408"/>
                  </a:lnTo>
                  <a:lnTo>
                    <a:pt x="21447" y="7429"/>
                  </a:lnTo>
                  <a:lnTo>
                    <a:pt x="21698" y="7617"/>
                  </a:lnTo>
                  <a:lnTo>
                    <a:pt x="21761" y="7659"/>
                  </a:lnTo>
                  <a:lnTo>
                    <a:pt x="21970" y="7659"/>
                  </a:lnTo>
                  <a:lnTo>
                    <a:pt x="22075" y="7638"/>
                  </a:lnTo>
                  <a:lnTo>
                    <a:pt x="22180" y="7659"/>
                  </a:lnTo>
                  <a:lnTo>
                    <a:pt x="22389" y="7617"/>
                  </a:lnTo>
                  <a:lnTo>
                    <a:pt x="22494" y="7554"/>
                  </a:lnTo>
                  <a:lnTo>
                    <a:pt x="22494" y="7491"/>
                  </a:lnTo>
                  <a:lnTo>
                    <a:pt x="22473" y="7429"/>
                  </a:lnTo>
                  <a:lnTo>
                    <a:pt x="22515" y="7429"/>
                  </a:lnTo>
                  <a:lnTo>
                    <a:pt x="22598" y="7408"/>
                  </a:lnTo>
                  <a:lnTo>
                    <a:pt x="22682" y="7324"/>
                  </a:lnTo>
                  <a:lnTo>
                    <a:pt x="22682" y="7240"/>
                  </a:lnTo>
                  <a:lnTo>
                    <a:pt x="22640" y="7178"/>
                  </a:lnTo>
                  <a:lnTo>
                    <a:pt x="22535" y="7136"/>
                  </a:lnTo>
                  <a:lnTo>
                    <a:pt x="22473" y="7094"/>
                  </a:lnTo>
                  <a:lnTo>
                    <a:pt x="22431" y="7073"/>
                  </a:lnTo>
                  <a:lnTo>
                    <a:pt x="22347" y="7073"/>
                  </a:lnTo>
                  <a:lnTo>
                    <a:pt x="22263" y="7136"/>
                  </a:lnTo>
                  <a:lnTo>
                    <a:pt x="22222" y="7136"/>
                  </a:lnTo>
                  <a:lnTo>
                    <a:pt x="22138" y="7073"/>
                  </a:lnTo>
                  <a:lnTo>
                    <a:pt x="21908" y="7073"/>
                  </a:lnTo>
                  <a:lnTo>
                    <a:pt x="21761" y="7031"/>
                  </a:lnTo>
                  <a:lnTo>
                    <a:pt x="21657" y="6989"/>
                  </a:lnTo>
                  <a:lnTo>
                    <a:pt x="21594" y="6989"/>
                  </a:lnTo>
                  <a:lnTo>
                    <a:pt x="21510" y="7010"/>
                  </a:lnTo>
                  <a:lnTo>
                    <a:pt x="21196" y="7010"/>
                  </a:lnTo>
                  <a:lnTo>
                    <a:pt x="21092" y="6968"/>
                  </a:lnTo>
                  <a:lnTo>
                    <a:pt x="21196" y="6968"/>
                  </a:lnTo>
                  <a:lnTo>
                    <a:pt x="21301" y="6989"/>
                  </a:lnTo>
                  <a:lnTo>
                    <a:pt x="21406" y="6927"/>
                  </a:lnTo>
                  <a:lnTo>
                    <a:pt x="21531" y="6906"/>
                  </a:lnTo>
                  <a:lnTo>
                    <a:pt x="21636" y="6927"/>
                  </a:lnTo>
                  <a:lnTo>
                    <a:pt x="21740" y="6968"/>
                  </a:lnTo>
                  <a:lnTo>
                    <a:pt x="21782" y="6927"/>
                  </a:lnTo>
                  <a:lnTo>
                    <a:pt x="21845" y="6885"/>
                  </a:lnTo>
                  <a:lnTo>
                    <a:pt x="21950" y="6885"/>
                  </a:lnTo>
                  <a:lnTo>
                    <a:pt x="21991" y="6822"/>
                  </a:lnTo>
                  <a:lnTo>
                    <a:pt x="22054" y="6801"/>
                  </a:lnTo>
                  <a:lnTo>
                    <a:pt x="22138" y="6822"/>
                  </a:lnTo>
                  <a:lnTo>
                    <a:pt x="22180" y="6822"/>
                  </a:lnTo>
                  <a:lnTo>
                    <a:pt x="22201" y="6780"/>
                  </a:lnTo>
                  <a:lnTo>
                    <a:pt x="22242" y="6759"/>
                  </a:lnTo>
                  <a:lnTo>
                    <a:pt x="22284" y="6759"/>
                  </a:lnTo>
                  <a:lnTo>
                    <a:pt x="22305" y="6780"/>
                  </a:lnTo>
                  <a:lnTo>
                    <a:pt x="22368" y="6801"/>
                  </a:lnTo>
                  <a:lnTo>
                    <a:pt x="22410" y="6822"/>
                  </a:lnTo>
                  <a:lnTo>
                    <a:pt x="22515" y="6822"/>
                  </a:lnTo>
                  <a:lnTo>
                    <a:pt x="22619" y="6864"/>
                  </a:lnTo>
                  <a:lnTo>
                    <a:pt x="22703" y="6906"/>
                  </a:lnTo>
                  <a:lnTo>
                    <a:pt x="22891" y="6906"/>
                  </a:lnTo>
                  <a:lnTo>
                    <a:pt x="22996" y="6822"/>
                  </a:lnTo>
                  <a:lnTo>
                    <a:pt x="23184" y="6759"/>
                  </a:lnTo>
                  <a:lnTo>
                    <a:pt x="23331" y="6759"/>
                  </a:lnTo>
                  <a:lnTo>
                    <a:pt x="23351" y="6675"/>
                  </a:lnTo>
                  <a:lnTo>
                    <a:pt x="23351" y="6592"/>
                  </a:lnTo>
                  <a:lnTo>
                    <a:pt x="23310" y="6571"/>
                  </a:lnTo>
                  <a:lnTo>
                    <a:pt x="23247" y="6487"/>
                  </a:lnTo>
                  <a:lnTo>
                    <a:pt x="23247" y="6445"/>
                  </a:lnTo>
                  <a:lnTo>
                    <a:pt x="23226" y="6403"/>
                  </a:lnTo>
                  <a:lnTo>
                    <a:pt x="23226" y="6362"/>
                  </a:lnTo>
                  <a:lnTo>
                    <a:pt x="23289" y="6257"/>
                  </a:lnTo>
                  <a:lnTo>
                    <a:pt x="23351" y="6194"/>
                  </a:lnTo>
                  <a:lnTo>
                    <a:pt x="23414" y="6194"/>
                  </a:lnTo>
                  <a:lnTo>
                    <a:pt x="23561" y="6299"/>
                  </a:lnTo>
                  <a:lnTo>
                    <a:pt x="23644" y="6341"/>
                  </a:lnTo>
                  <a:lnTo>
                    <a:pt x="23707" y="6299"/>
                  </a:lnTo>
                  <a:lnTo>
                    <a:pt x="23749" y="6236"/>
                  </a:lnTo>
                  <a:lnTo>
                    <a:pt x="23854" y="6069"/>
                  </a:lnTo>
                  <a:lnTo>
                    <a:pt x="23958" y="5985"/>
                  </a:lnTo>
                  <a:lnTo>
                    <a:pt x="24042" y="5964"/>
                  </a:lnTo>
                  <a:lnTo>
                    <a:pt x="24063" y="5922"/>
                  </a:lnTo>
                  <a:lnTo>
                    <a:pt x="24167" y="5838"/>
                  </a:lnTo>
                  <a:lnTo>
                    <a:pt x="24272" y="5776"/>
                  </a:lnTo>
                  <a:lnTo>
                    <a:pt x="24335" y="5713"/>
                  </a:lnTo>
                  <a:lnTo>
                    <a:pt x="24335" y="5566"/>
                  </a:lnTo>
                  <a:lnTo>
                    <a:pt x="24272" y="5420"/>
                  </a:lnTo>
                  <a:lnTo>
                    <a:pt x="24188" y="5336"/>
                  </a:lnTo>
                  <a:lnTo>
                    <a:pt x="24167" y="5253"/>
                  </a:lnTo>
                  <a:lnTo>
                    <a:pt x="24021" y="5127"/>
                  </a:lnTo>
                  <a:lnTo>
                    <a:pt x="24021" y="5085"/>
                  </a:lnTo>
                  <a:lnTo>
                    <a:pt x="23958" y="5002"/>
                  </a:lnTo>
                  <a:lnTo>
                    <a:pt x="23854" y="4939"/>
                  </a:lnTo>
                  <a:lnTo>
                    <a:pt x="23812" y="4939"/>
                  </a:lnTo>
                  <a:lnTo>
                    <a:pt x="23728" y="4876"/>
                  </a:lnTo>
                  <a:lnTo>
                    <a:pt x="23623" y="4813"/>
                  </a:lnTo>
                  <a:lnTo>
                    <a:pt x="23498" y="4813"/>
                  </a:lnTo>
                  <a:lnTo>
                    <a:pt x="23331" y="4771"/>
                  </a:lnTo>
                  <a:lnTo>
                    <a:pt x="23184" y="4688"/>
                  </a:lnTo>
                  <a:lnTo>
                    <a:pt x="23038" y="4667"/>
                  </a:lnTo>
                  <a:lnTo>
                    <a:pt x="22975" y="4688"/>
                  </a:lnTo>
                  <a:lnTo>
                    <a:pt x="22828" y="4688"/>
                  </a:lnTo>
                  <a:lnTo>
                    <a:pt x="22682" y="4730"/>
                  </a:lnTo>
                  <a:lnTo>
                    <a:pt x="22619" y="4792"/>
                  </a:lnTo>
                  <a:lnTo>
                    <a:pt x="22515" y="4834"/>
                  </a:lnTo>
                  <a:lnTo>
                    <a:pt x="22410" y="4792"/>
                  </a:lnTo>
                  <a:lnTo>
                    <a:pt x="22389" y="4730"/>
                  </a:lnTo>
                  <a:lnTo>
                    <a:pt x="22347" y="4771"/>
                  </a:lnTo>
                  <a:lnTo>
                    <a:pt x="22305" y="4834"/>
                  </a:lnTo>
                  <a:lnTo>
                    <a:pt x="22347" y="4918"/>
                  </a:lnTo>
                  <a:lnTo>
                    <a:pt x="22347" y="5022"/>
                  </a:lnTo>
                  <a:lnTo>
                    <a:pt x="22284" y="5106"/>
                  </a:lnTo>
                  <a:lnTo>
                    <a:pt x="22242" y="5106"/>
                  </a:lnTo>
                  <a:lnTo>
                    <a:pt x="22242" y="5148"/>
                  </a:lnTo>
                  <a:lnTo>
                    <a:pt x="22263" y="5211"/>
                  </a:lnTo>
                  <a:lnTo>
                    <a:pt x="22242" y="5294"/>
                  </a:lnTo>
                  <a:lnTo>
                    <a:pt x="22138" y="5336"/>
                  </a:lnTo>
                  <a:lnTo>
                    <a:pt x="22033" y="5336"/>
                  </a:lnTo>
                  <a:lnTo>
                    <a:pt x="21970" y="5253"/>
                  </a:lnTo>
                  <a:lnTo>
                    <a:pt x="21970" y="5190"/>
                  </a:lnTo>
                  <a:lnTo>
                    <a:pt x="21929" y="5148"/>
                  </a:lnTo>
                  <a:lnTo>
                    <a:pt x="21866" y="5211"/>
                  </a:lnTo>
                  <a:lnTo>
                    <a:pt x="21866" y="5315"/>
                  </a:lnTo>
                  <a:lnTo>
                    <a:pt x="21887" y="5336"/>
                  </a:lnTo>
                  <a:lnTo>
                    <a:pt x="21845" y="5420"/>
                  </a:lnTo>
                  <a:lnTo>
                    <a:pt x="21824" y="5525"/>
                  </a:lnTo>
                  <a:lnTo>
                    <a:pt x="21782" y="5566"/>
                  </a:lnTo>
                  <a:lnTo>
                    <a:pt x="21782" y="5504"/>
                  </a:lnTo>
                  <a:lnTo>
                    <a:pt x="21824" y="5441"/>
                  </a:lnTo>
                  <a:lnTo>
                    <a:pt x="21782" y="5315"/>
                  </a:lnTo>
                  <a:lnTo>
                    <a:pt x="21740" y="5232"/>
                  </a:lnTo>
                  <a:lnTo>
                    <a:pt x="21761" y="5148"/>
                  </a:lnTo>
                  <a:lnTo>
                    <a:pt x="21761" y="5064"/>
                  </a:lnTo>
                  <a:lnTo>
                    <a:pt x="21719" y="5002"/>
                  </a:lnTo>
                  <a:lnTo>
                    <a:pt x="21719" y="4918"/>
                  </a:lnTo>
                  <a:lnTo>
                    <a:pt x="21657" y="4939"/>
                  </a:lnTo>
                  <a:lnTo>
                    <a:pt x="21636" y="5002"/>
                  </a:lnTo>
                  <a:lnTo>
                    <a:pt x="21552" y="5064"/>
                  </a:lnTo>
                  <a:lnTo>
                    <a:pt x="21552" y="5148"/>
                  </a:lnTo>
                  <a:lnTo>
                    <a:pt x="21531" y="5253"/>
                  </a:lnTo>
                  <a:lnTo>
                    <a:pt x="21364" y="5420"/>
                  </a:lnTo>
                  <a:lnTo>
                    <a:pt x="21301" y="5483"/>
                  </a:lnTo>
                  <a:lnTo>
                    <a:pt x="21217" y="5483"/>
                  </a:lnTo>
                  <a:lnTo>
                    <a:pt x="21154" y="5546"/>
                  </a:lnTo>
                  <a:lnTo>
                    <a:pt x="21050" y="5629"/>
                  </a:lnTo>
                  <a:lnTo>
                    <a:pt x="20945" y="5629"/>
                  </a:lnTo>
                  <a:lnTo>
                    <a:pt x="20841" y="5734"/>
                  </a:lnTo>
                  <a:lnTo>
                    <a:pt x="20694" y="5818"/>
                  </a:lnTo>
                  <a:lnTo>
                    <a:pt x="20422" y="5818"/>
                  </a:lnTo>
                  <a:lnTo>
                    <a:pt x="20422" y="5859"/>
                  </a:lnTo>
                  <a:lnTo>
                    <a:pt x="20359" y="5901"/>
                  </a:lnTo>
                  <a:lnTo>
                    <a:pt x="20255" y="5901"/>
                  </a:lnTo>
                  <a:lnTo>
                    <a:pt x="20171" y="5880"/>
                  </a:lnTo>
                  <a:lnTo>
                    <a:pt x="20087" y="5943"/>
                  </a:lnTo>
                  <a:lnTo>
                    <a:pt x="19711" y="6131"/>
                  </a:lnTo>
                  <a:lnTo>
                    <a:pt x="19522" y="6278"/>
                  </a:lnTo>
                  <a:lnTo>
                    <a:pt x="19502" y="6382"/>
                  </a:lnTo>
                  <a:lnTo>
                    <a:pt x="19439" y="6403"/>
                  </a:lnTo>
                  <a:lnTo>
                    <a:pt x="19229" y="6571"/>
                  </a:lnTo>
                  <a:lnTo>
                    <a:pt x="19125" y="6675"/>
                  </a:lnTo>
                  <a:lnTo>
                    <a:pt x="19104" y="6613"/>
                  </a:lnTo>
                  <a:lnTo>
                    <a:pt x="19083" y="6613"/>
                  </a:lnTo>
                  <a:lnTo>
                    <a:pt x="18978" y="6696"/>
                  </a:lnTo>
                  <a:lnTo>
                    <a:pt x="18895" y="6822"/>
                  </a:lnTo>
                  <a:lnTo>
                    <a:pt x="18790" y="6968"/>
                  </a:lnTo>
                  <a:lnTo>
                    <a:pt x="18769" y="7031"/>
                  </a:lnTo>
                  <a:lnTo>
                    <a:pt x="18727" y="7094"/>
                  </a:lnTo>
                  <a:lnTo>
                    <a:pt x="18706" y="7031"/>
                  </a:lnTo>
                  <a:lnTo>
                    <a:pt x="18748" y="6906"/>
                  </a:lnTo>
                  <a:lnTo>
                    <a:pt x="18748" y="6801"/>
                  </a:lnTo>
                  <a:lnTo>
                    <a:pt x="18748" y="6696"/>
                  </a:lnTo>
                  <a:lnTo>
                    <a:pt x="18853" y="6696"/>
                  </a:lnTo>
                  <a:lnTo>
                    <a:pt x="18895" y="6654"/>
                  </a:lnTo>
                  <a:lnTo>
                    <a:pt x="19020" y="6550"/>
                  </a:lnTo>
                  <a:lnTo>
                    <a:pt x="19104" y="6508"/>
                  </a:lnTo>
                  <a:lnTo>
                    <a:pt x="19209" y="6403"/>
                  </a:lnTo>
                  <a:lnTo>
                    <a:pt x="19355" y="6278"/>
                  </a:lnTo>
                  <a:lnTo>
                    <a:pt x="19418" y="6194"/>
                  </a:lnTo>
                  <a:lnTo>
                    <a:pt x="19522" y="6152"/>
                  </a:lnTo>
                  <a:lnTo>
                    <a:pt x="19627" y="5985"/>
                  </a:lnTo>
                  <a:lnTo>
                    <a:pt x="19669" y="5922"/>
                  </a:lnTo>
                  <a:lnTo>
                    <a:pt x="19648" y="5838"/>
                  </a:lnTo>
                  <a:lnTo>
                    <a:pt x="19669" y="5776"/>
                  </a:lnTo>
                  <a:lnTo>
                    <a:pt x="19690" y="5818"/>
                  </a:lnTo>
                  <a:lnTo>
                    <a:pt x="19753" y="5838"/>
                  </a:lnTo>
                  <a:lnTo>
                    <a:pt x="19836" y="5755"/>
                  </a:lnTo>
                  <a:lnTo>
                    <a:pt x="19941" y="5713"/>
                  </a:lnTo>
                  <a:lnTo>
                    <a:pt x="19941" y="5629"/>
                  </a:lnTo>
                  <a:lnTo>
                    <a:pt x="20004" y="5504"/>
                  </a:lnTo>
                  <a:lnTo>
                    <a:pt x="20066" y="5462"/>
                  </a:lnTo>
                  <a:lnTo>
                    <a:pt x="20150" y="5504"/>
                  </a:lnTo>
                  <a:lnTo>
                    <a:pt x="20213" y="5420"/>
                  </a:lnTo>
                  <a:lnTo>
                    <a:pt x="20297" y="5399"/>
                  </a:lnTo>
                  <a:lnTo>
                    <a:pt x="20318" y="5420"/>
                  </a:lnTo>
                  <a:lnTo>
                    <a:pt x="20401" y="5420"/>
                  </a:lnTo>
                  <a:lnTo>
                    <a:pt x="20715" y="5127"/>
                  </a:lnTo>
                  <a:lnTo>
                    <a:pt x="20778" y="5022"/>
                  </a:lnTo>
                  <a:lnTo>
                    <a:pt x="20799" y="4897"/>
                  </a:lnTo>
                  <a:lnTo>
                    <a:pt x="20882" y="4709"/>
                  </a:lnTo>
                  <a:lnTo>
                    <a:pt x="20987" y="4583"/>
                  </a:lnTo>
                  <a:lnTo>
                    <a:pt x="20987" y="4458"/>
                  </a:lnTo>
                  <a:lnTo>
                    <a:pt x="20987" y="4269"/>
                  </a:lnTo>
                  <a:lnTo>
                    <a:pt x="20945" y="4165"/>
                  </a:lnTo>
                  <a:lnTo>
                    <a:pt x="20882" y="4144"/>
                  </a:lnTo>
                  <a:lnTo>
                    <a:pt x="20736" y="4165"/>
                  </a:lnTo>
                  <a:lnTo>
                    <a:pt x="20590" y="4165"/>
                  </a:lnTo>
                  <a:lnTo>
                    <a:pt x="20464" y="4102"/>
                  </a:lnTo>
                  <a:lnTo>
                    <a:pt x="20318" y="4102"/>
                  </a:lnTo>
                  <a:lnTo>
                    <a:pt x="20255" y="4165"/>
                  </a:lnTo>
                  <a:lnTo>
                    <a:pt x="20213" y="4248"/>
                  </a:lnTo>
                  <a:lnTo>
                    <a:pt x="20255" y="4290"/>
                  </a:lnTo>
                  <a:lnTo>
                    <a:pt x="20213" y="4353"/>
                  </a:lnTo>
                  <a:lnTo>
                    <a:pt x="20213" y="4499"/>
                  </a:lnTo>
                  <a:lnTo>
                    <a:pt x="20171" y="4646"/>
                  </a:lnTo>
                  <a:lnTo>
                    <a:pt x="20066" y="4792"/>
                  </a:lnTo>
                  <a:lnTo>
                    <a:pt x="20004" y="4730"/>
                  </a:lnTo>
                  <a:lnTo>
                    <a:pt x="19941" y="4709"/>
                  </a:lnTo>
                  <a:lnTo>
                    <a:pt x="19899" y="4709"/>
                  </a:lnTo>
                  <a:lnTo>
                    <a:pt x="19857" y="4771"/>
                  </a:lnTo>
                  <a:lnTo>
                    <a:pt x="19794" y="4792"/>
                  </a:lnTo>
                  <a:lnTo>
                    <a:pt x="19732" y="4730"/>
                  </a:lnTo>
                  <a:lnTo>
                    <a:pt x="19669" y="4730"/>
                  </a:lnTo>
                  <a:cubicBezTo>
                    <a:pt x="19669" y="4730"/>
                    <a:pt x="19481" y="4688"/>
                    <a:pt x="19481" y="4646"/>
                  </a:cubicBezTo>
                  <a:lnTo>
                    <a:pt x="19271" y="4646"/>
                  </a:lnTo>
                  <a:lnTo>
                    <a:pt x="19167" y="4709"/>
                  </a:lnTo>
                  <a:lnTo>
                    <a:pt x="19020" y="4730"/>
                  </a:lnTo>
                  <a:lnTo>
                    <a:pt x="18895" y="4792"/>
                  </a:lnTo>
                  <a:lnTo>
                    <a:pt x="18832" y="4750"/>
                  </a:lnTo>
                  <a:lnTo>
                    <a:pt x="18832" y="4709"/>
                  </a:lnTo>
                  <a:lnTo>
                    <a:pt x="18853" y="4625"/>
                  </a:lnTo>
                  <a:lnTo>
                    <a:pt x="18853" y="4541"/>
                  </a:lnTo>
                  <a:lnTo>
                    <a:pt x="18895" y="4478"/>
                  </a:lnTo>
                  <a:lnTo>
                    <a:pt x="18916" y="4478"/>
                  </a:lnTo>
                  <a:lnTo>
                    <a:pt x="18957" y="4499"/>
                  </a:lnTo>
                  <a:lnTo>
                    <a:pt x="19020" y="4499"/>
                  </a:lnTo>
                  <a:lnTo>
                    <a:pt x="19146" y="4437"/>
                  </a:lnTo>
                  <a:lnTo>
                    <a:pt x="19439" y="4416"/>
                  </a:lnTo>
                  <a:lnTo>
                    <a:pt x="19481" y="4395"/>
                  </a:lnTo>
                  <a:lnTo>
                    <a:pt x="19543" y="4290"/>
                  </a:lnTo>
                  <a:lnTo>
                    <a:pt x="19564" y="4206"/>
                  </a:lnTo>
                  <a:lnTo>
                    <a:pt x="19648" y="4165"/>
                  </a:lnTo>
                  <a:lnTo>
                    <a:pt x="19669" y="4102"/>
                  </a:lnTo>
                  <a:lnTo>
                    <a:pt x="19627" y="4060"/>
                  </a:lnTo>
                  <a:lnTo>
                    <a:pt x="19627" y="3997"/>
                  </a:lnTo>
                  <a:lnTo>
                    <a:pt x="19313" y="3997"/>
                  </a:lnTo>
                  <a:lnTo>
                    <a:pt x="19125" y="3955"/>
                  </a:lnTo>
                  <a:lnTo>
                    <a:pt x="19020" y="3893"/>
                  </a:lnTo>
                  <a:lnTo>
                    <a:pt x="18937" y="3872"/>
                  </a:lnTo>
                  <a:lnTo>
                    <a:pt x="18685" y="3893"/>
                  </a:lnTo>
                  <a:lnTo>
                    <a:pt x="18560" y="3872"/>
                  </a:lnTo>
                  <a:lnTo>
                    <a:pt x="18455" y="3830"/>
                  </a:lnTo>
                  <a:lnTo>
                    <a:pt x="18288" y="3830"/>
                  </a:lnTo>
                  <a:lnTo>
                    <a:pt x="18162" y="3851"/>
                  </a:lnTo>
                  <a:lnTo>
                    <a:pt x="18100" y="3830"/>
                  </a:lnTo>
                  <a:lnTo>
                    <a:pt x="17995" y="3788"/>
                  </a:lnTo>
                  <a:lnTo>
                    <a:pt x="17932" y="3788"/>
                  </a:lnTo>
                  <a:lnTo>
                    <a:pt x="17849" y="3893"/>
                  </a:lnTo>
                  <a:lnTo>
                    <a:pt x="17849" y="3976"/>
                  </a:lnTo>
                  <a:lnTo>
                    <a:pt x="17765" y="4039"/>
                  </a:lnTo>
                  <a:lnTo>
                    <a:pt x="17744" y="4039"/>
                  </a:lnTo>
                  <a:lnTo>
                    <a:pt x="17765" y="3955"/>
                  </a:lnTo>
                  <a:lnTo>
                    <a:pt x="17765" y="3934"/>
                  </a:lnTo>
                  <a:lnTo>
                    <a:pt x="17681" y="3934"/>
                  </a:lnTo>
                  <a:lnTo>
                    <a:pt x="17451" y="3997"/>
                  </a:lnTo>
                  <a:lnTo>
                    <a:pt x="17305" y="4060"/>
                  </a:lnTo>
                  <a:lnTo>
                    <a:pt x="17221" y="4144"/>
                  </a:lnTo>
                  <a:lnTo>
                    <a:pt x="17158" y="4186"/>
                  </a:lnTo>
                  <a:lnTo>
                    <a:pt x="17053" y="4186"/>
                  </a:lnTo>
                  <a:lnTo>
                    <a:pt x="16949" y="4206"/>
                  </a:lnTo>
                  <a:lnTo>
                    <a:pt x="16886" y="4269"/>
                  </a:lnTo>
                  <a:lnTo>
                    <a:pt x="16781" y="4290"/>
                  </a:lnTo>
                  <a:lnTo>
                    <a:pt x="16698" y="4374"/>
                  </a:lnTo>
                  <a:lnTo>
                    <a:pt x="16698" y="4458"/>
                  </a:lnTo>
                  <a:lnTo>
                    <a:pt x="16635" y="4520"/>
                  </a:lnTo>
                  <a:lnTo>
                    <a:pt x="16593" y="4520"/>
                  </a:lnTo>
                  <a:lnTo>
                    <a:pt x="16530" y="4458"/>
                  </a:lnTo>
                  <a:lnTo>
                    <a:pt x="16530" y="4374"/>
                  </a:lnTo>
                  <a:lnTo>
                    <a:pt x="16509" y="4290"/>
                  </a:lnTo>
                  <a:lnTo>
                    <a:pt x="16468" y="4248"/>
                  </a:lnTo>
                  <a:lnTo>
                    <a:pt x="16468" y="4165"/>
                  </a:lnTo>
                  <a:lnTo>
                    <a:pt x="16509" y="4081"/>
                  </a:lnTo>
                  <a:lnTo>
                    <a:pt x="16593" y="4081"/>
                  </a:lnTo>
                  <a:lnTo>
                    <a:pt x="16698" y="4039"/>
                  </a:lnTo>
                  <a:lnTo>
                    <a:pt x="16802" y="4039"/>
                  </a:lnTo>
                  <a:lnTo>
                    <a:pt x="16886" y="3997"/>
                  </a:lnTo>
                  <a:lnTo>
                    <a:pt x="16928" y="3955"/>
                  </a:lnTo>
                  <a:lnTo>
                    <a:pt x="17012" y="3934"/>
                  </a:lnTo>
                  <a:lnTo>
                    <a:pt x="17158" y="3893"/>
                  </a:lnTo>
                  <a:lnTo>
                    <a:pt x="17263" y="3851"/>
                  </a:lnTo>
                  <a:lnTo>
                    <a:pt x="17346" y="3788"/>
                  </a:lnTo>
                  <a:lnTo>
                    <a:pt x="17472" y="3788"/>
                  </a:lnTo>
                  <a:lnTo>
                    <a:pt x="17556" y="3746"/>
                  </a:lnTo>
                  <a:lnTo>
                    <a:pt x="17577" y="3662"/>
                  </a:lnTo>
                  <a:lnTo>
                    <a:pt x="17556" y="3621"/>
                  </a:lnTo>
                  <a:lnTo>
                    <a:pt x="17514" y="3558"/>
                  </a:lnTo>
                  <a:lnTo>
                    <a:pt x="17346" y="3558"/>
                  </a:lnTo>
                  <a:lnTo>
                    <a:pt x="17346" y="3516"/>
                  </a:lnTo>
                  <a:lnTo>
                    <a:pt x="17430" y="3516"/>
                  </a:lnTo>
                  <a:lnTo>
                    <a:pt x="17451" y="3537"/>
                  </a:lnTo>
                  <a:lnTo>
                    <a:pt x="17535" y="3537"/>
                  </a:lnTo>
                  <a:lnTo>
                    <a:pt x="17577" y="3558"/>
                  </a:lnTo>
                  <a:lnTo>
                    <a:pt x="17618" y="3662"/>
                  </a:lnTo>
                  <a:lnTo>
                    <a:pt x="17639" y="3662"/>
                  </a:lnTo>
                  <a:lnTo>
                    <a:pt x="17660" y="3641"/>
                  </a:lnTo>
                  <a:lnTo>
                    <a:pt x="17765" y="3579"/>
                  </a:lnTo>
                  <a:lnTo>
                    <a:pt x="17890" y="3621"/>
                  </a:lnTo>
                  <a:lnTo>
                    <a:pt x="17974" y="3579"/>
                  </a:lnTo>
                  <a:lnTo>
                    <a:pt x="18058" y="3537"/>
                  </a:lnTo>
                  <a:lnTo>
                    <a:pt x="18141" y="3516"/>
                  </a:lnTo>
                  <a:lnTo>
                    <a:pt x="18246" y="3537"/>
                  </a:lnTo>
                  <a:lnTo>
                    <a:pt x="18351" y="3537"/>
                  </a:lnTo>
                  <a:lnTo>
                    <a:pt x="18455" y="3516"/>
                  </a:lnTo>
                  <a:lnTo>
                    <a:pt x="18518" y="3537"/>
                  </a:lnTo>
                  <a:lnTo>
                    <a:pt x="18602" y="3579"/>
                  </a:lnTo>
                  <a:lnTo>
                    <a:pt x="18769" y="3579"/>
                  </a:lnTo>
                  <a:lnTo>
                    <a:pt x="18790" y="3621"/>
                  </a:lnTo>
                  <a:lnTo>
                    <a:pt x="18832" y="3621"/>
                  </a:lnTo>
                  <a:lnTo>
                    <a:pt x="18978" y="3725"/>
                  </a:lnTo>
                  <a:lnTo>
                    <a:pt x="19041" y="3746"/>
                  </a:lnTo>
                  <a:lnTo>
                    <a:pt x="19146" y="3725"/>
                  </a:lnTo>
                  <a:lnTo>
                    <a:pt x="19209" y="3662"/>
                  </a:lnTo>
                  <a:lnTo>
                    <a:pt x="19292" y="3662"/>
                  </a:lnTo>
                  <a:lnTo>
                    <a:pt x="19355" y="3683"/>
                  </a:lnTo>
                  <a:lnTo>
                    <a:pt x="19439" y="3683"/>
                  </a:lnTo>
                  <a:lnTo>
                    <a:pt x="19502" y="3725"/>
                  </a:lnTo>
                  <a:lnTo>
                    <a:pt x="19564" y="3725"/>
                  </a:lnTo>
                  <a:lnTo>
                    <a:pt x="19732" y="3662"/>
                  </a:lnTo>
                  <a:lnTo>
                    <a:pt x="19815" y="3621"/>
                  </a:lnTo>
                  <a:lnTo>
                    <a:pt x="19920" y="3621"/>
                  </a:lnTo>
                  <a:lnTo>
                    <a:pt x="19983" y="3662"/>
                  </a:lnTo>
                  <a:lnTo>
                    <a:pt x="20046" y="3662"/>
                  </a:lnTo>
                  <a:lnTo>
                    <a:pt x="20129" y="3621"/>
                  </a:lnTo>
                  <a:lnTo>
                    <a:pt x="20234" y="3641"/>
                  </a:lnTo>
                  <a:lnTo>
                    <a:pt x="20338" y="3641"/>
                  </a:lnTo>
                  <a:lnTo>
                    <a:pt x="20338" y="3579"/>
                  </a:lnTo>
                  <a:lnTo>
                    <a:pt x="20276" y="3558"/>
                  </a:lnTo>
                  <a:lnTo>
                    <a:pt x="20276" y="3516"/>
                  </a:lnTo>
                  <a:lnTo>
                    <a:pt x="20297" y="3474"/>
                  </a:lnTo>
                  <a:lnTo>
                    <a:pt x="20359" y="3537"/>
                  </a:lnTo>
                  <a:lnTo>
                    <a:pt x="20401" y="3579"/>
                  </a:lnTo>
                  <a:lnTo>
                    <a:pt x="20485" y="3579"/>
                  </a:lnTo>
                  <a:lnTo>
                    <a:pt x="20548" y="3558"/>
                  </a:lnTo>
                  <a:lnTo>
                    <a:pt x="20694" y="3558"/>
                  </a:lnTo>
                  <a:lnTo>
                    <a:pt x="20903" y="3474"/>
                  </a:lnTo>
                  <a:lnTo>
                    <a:pt x="21008" y="3432"/>
                  </a:lnTo>
                  <a:lnTo>
                    <a:pt x="21029" y="3369"/>
                  </a:lnTo>
                  <a:lnTo>
                    <a:pt x="21029" y="3328"/>
                  </a:lnTo>
                  <a:lnTo>
                    <a:pt x="21092" y="3307"/>
                  </a:lnTo>
                  <a:lnTo>
                    <a:pt x="21134" y="3328"/>
                  </a:lnTo>
                  <a:lnTo>
                    <a:pt x="21217" y="3307"/>
                  </a:lnTo>
                  <a:lnTo>
                    <a:pt x="21322" y="3223"/>
                  </a:lnTo>
                  <a:lnTo>
                    <a:pt x="21406" y="3202"/>
                  </a:lnTo>
                  <a:lnTo>
                    <a:pt x="21406" y="3118"/>
                  </a:lnTo>
                  <a:lnTo>
                    <a:pt x="21426" y="3056"/>
                  </a:lnTo>
                  <a:lnTo>
                    <a:pt x="21489" y="3035"/>
                  </a:lnTo>
                  <a:lnTo>
                    <a:pt x="21489" y="2930"/>
                  </a:lnTo>
                  <a:lnTo>
                    <a:pt x="21447" y="2888"/>
                  </a:lnTo>
                  <a:lnTo>
                    <a:pt x="21343" y="2805"/>
                  </a:lnTo>
                  <a:lnTo>
                    <a:pt x="21217" y="2742"/>
                  </a:lnTo>
                  <a:lnTo>
                    <a:pt x="21113" y="2637"/>
                  </a:lnTo>
                  <a:lnTo>
                    <a:pt x="21092" y="2574"/>
                  </a:lnTo>
                  <a:lnTo>
                    <a:pt x="21029" y="2512"/>
                  </a:lnTo>
                  <a:lnTo>
                    <a:pt x="20882" y="2491"/>
                  </a:lnTo>
                  <a:lnTo>
                    <a:pt x="20799" y="2407"/>
                  </a:lnTo>
                  <a:lnTo>
                    <a:pt x="20778" y="2323"/>
                  </a:lnTo>
                  <a:lnTo>
                    <a:pt x="20715" y="2302"/>
                  </a:lnTo>
                  <a:lnTo>
                    <a:pt x="20694" y="2323"/>
                  </a:lnTo>
                  <a:lnTo>
                    <a:pt x="20610" y="2365"/>
                  </a:lnTo>
                  <a:lnTo>
                    <a:pt x="20569" y="2323"/>
                  </a:lnTo>
                  <a:lnTo>
                    <a:pt x="20548" y="2261"/>
                  </a:lnTo>
                  <a:lnTo>
                    <a:pt x="20485" y="2198"/>
                  </a:lnTo>
                  <a:lnTo>
                    <a:pt x="20255" y="2198"/>
                  </a:lnTo>
                  <a:lnTo>
                    <a:pt x="20171" y="2219"/>
                  </a:lnTo>
                  <a:lnTo>
                    <a:pt x="20171" y="2302"/>
                  </a:lnTo>
                  <a:lnTo>
                    <a:pt x="20171" y="2365"/>
                  </a:lnTo>
                  <a:lnTo>
                    <a:pt x="20129" y="2302"/>
                  </a:lnTo>
                  <a:lnTo>
                    <a:pt x="20066" y="2302"/>
                  </a:lnTo>
                  <a:lnTo>
                    <a:pt x="19920" y="2386"/>
                  </a:lnTo>
                  <a:lnTo>
                    <a:pt x="19836" y="2407"/>
                  </a:lnTo>
                  <a:lnTo>
                    <a:pt x="19711" y="2365"/>
                  </a:lnTo>
                  <a:lnTo>
                    <a:pt x="19606" y="2365"/>
                  </a:lnTo>
                  <a:lnTo>
                    <a:pt x="19522" y="2323"/>
                  </a:lnTo>
                  <a:lnTo>
                    <a:pt x="19460" y="2261"/>
                  </a:lnTo>
                  <a:lnTo>
                    <a:pt x="19460" y="2177"/>
                  </a:lnTo>
                  <a:lnTo>
                    <a:pt x="19522" y="2177"/>
                  </a:lnTo>
                  <a:lnTo>
                    <a:pt x="19564" y="2219"/>
                  </a:lnTo>
                  <a:lnTo>
                    <a:pt x="19669" y="2261"/>
                  </a:lnTo>
                  <a:lnTo>
                    <a:pt x="19711" y="2219"/>
                  </a:lnTo>
                  <a:lnTo>
                    <a:pt x="19711" y="2177"/>
                  </a:lnTo>
                  <a:lnTo>
                    <a:pt x="19606" y="2093"/>
                  </a:lnTo>
                  <a:lnTo>
                    <a:pt x="19606" y="2009"/>
                  </a:lnTo>
                  <a:lnTo>
                    <a:pt x="19627" y="1989"/>
                  </a:lnTo>
                  <a:lnTo>
                    <a:pt x="19669" y="2072"/>
                  </a:lnTo>
                  <a:lnTo>
                    <a:pt x="19774" y="2114"/>
                  </a:lnTo>
                  <a:lnTo>
                    <a:pt x="19857" y="2156"/>
                  </a:lnTo>
                  <a:lnTo>
                    <a:pt x="20025" y="2093"/>
                  </a:lnTo>
                  <a:lnTo>
                    <a:pt x="20171" y="1968"/>
                  </a:lnTo>
                  <a:lnTo>
                    <a:pt x="20171" y="1884"/>
                  </a:lnTo>
                  <a:lnTo>
                    <a:pt x="20150" y="1842"/>
                  </a:lnTo>
                  <a:lnTo>
                    <a:pt x="20087" y="1800"/>
                  </a:lnTo>
                  <a:lnTo>
                    <a:pt x="20087" y="1758"/>
                  </a:lnTo>
                  <a:lnTo>
                    <a:pt x="20150" y="1696"/>
                  </a:lnTo>
                  <a:lnTo>
                    <a:pt x="20150" y="1675"/>
                  </a:lnTo>
                  <a:lnTo>
                    <a:pt x="20046" y="1591"/>
                  </a:lnTo>
                  <a:lnTo>
                    <a:pt x="19962" y="1486"/>
                  </a:lnTo>
                  <a:lnTo>
                    <a:pt x="19920" y="1465"/>
                  </a:lnTo>
                  <a:lnTo>
                    <a:pt x="19857" y="1486"/>
                  </a:lnTo>
                  <a:lnTo>
                    <a:pt x="19774" y="1570"/>
                  </a:lnTo>
                  <a:lnTo>
                    <a:pt x="19627" y="1654"/>
                  </a:lnTo>
                  <a:lnTo>
                    <a:pt x="19439" y="1654"/>
                  </a:lnTo>
                  <a:lnTo>
                    <a:pt x="19334" y="1737"/>
                  </a:lnTo>
                  <a:lnTo>
                    <a:pt x="19292" y="1737"/>
                  </a:lnTo>
                  <a:lnTo>
                    <a:pt x="19229" y="1675"/>
                  </a:lnTo>
                  <a:lnTo>
                    <a:pt x="19188" y="1654"/>
                  </a:lnTo>
                  <a:lnTo>
                    <a:pt x="19104" y="1675"/>
                  </a:lnTo>
                  <a:lnTo>
                    <a:pt x="19020" y="1696"/>
                  </a:lnTo>
                  <a:lnTo>
                    <a:pt x="18937" y="1675"/>
                  </a:lnTo>
                  <a:lnTo>
                    <a:pt x="18874" y="1633"/>
                  </a:lnTo>
                  <a:lnTo>
                    <a:pt x="18769" y="1591"/>
                  </a:lnTo>
                  <a:lnTo>
                    <a:pt x="18685" y="1549"/>
                  </a:lnTo>
                  <a:lnTo>
                    <a:pt x="18581" y="1528"/>
                  </a:lnTo>
                  <a:lnTo>
                    <a:pt x="18476" y="1445"/>
                  </a:lnTo>
                  <a:lnTo>
                    <a:pt x="18309" y="1424"/>
                  </a:lnTo>
                  <a:lnTo>
                    <a:pt x="18100" y="1445"/>
                  </a:lnTo>
                  <a:lnTo>
                    <a:pt x="17995" y="1465"/>
                  </a:lnTo>
                  <a:lnTo>
                    <a:pt x="17849" y="1528"/>
                  </a:lnTo>
                  <a:lnTo>
                    <a:pt x="17723" y="1549"/>
                  </a:lnTo>
                  <a:lnTo>
                    <a:pt x="17577" y="1570"/>
                  </a:lnTo>
                  <a:lnTo>
                    <a:pt x="17472" y="1549"/>
                  </a:lnTo>
                  <a:lnTo>
                    <a:pt x="17346" y="1570"/>
                  </a:lnTo>
                  <a:lnTo>
                    <a:pt x="17325" y="1591"/>
                  </a:lnTo>
                  <a:lnTo>
                    <a:pt x="17346" y="1737"/>
                  </a:lnTo>
                  <a:lnTo>
                    <a:pt x="17346" y="1800"/>
                  </a:lnTo>
                  <a:lnTo>
                    <a:pt x="17305" y="1800"/>
                  </a:lnTo>
                  <a:lnTo>
                    <a:pt x="17242" y="1779"/>
                  </a:lnTo>
                  <a:lnTo>
                    <a:pt x="17158" y="1654"/>
                  </a:lnTo>
                  <a:lnTo>
                    <a:pt x="17137" y="1570"/>
                  </a:lnTo>
                  <a:lnTo>
                    <a:pt x="17095" y="1549"/>
                  </a:lnTo>
                  <a:lnTo>
                    <a:pt x="17012" y="1570"/>
                  </a:lnTo>
                  <a:lnTo>
                    <a:pt x="16698" y="1570"/>
                  </a:lnTo>
                  <a:cubicBezTo>
                    <a:pt x="16698" y="1570"/>
                    <a:pt x="16593" y="1633"/>
                    <a:pt x="16572" y="1633"/>
                  </a:cubicBezTo>
                  <a:lnTo>
                    <a:pt x="16489" y="1737"/>
                  </a:lnTo>
                  <a:lnTo>
                    <a:pt x="16426" y="1884"/>
                  </a:lnTo>
                  <a:lnTo>
                    <a:pt x="16384" y="1968"/>
                  </a:lnTo>
                  <a:lnTo>
                    <a:pt x="16363" y="1968"/>
                  </a:lnTo>
                  <a:lnTo>
                    <a:pt x="16363" y="1905"/>
                  </a:lnTo>
                  <a:lnTo>
                    <a:pt x="16405" y="1800"/>
                  </a:lnTo>
                  <a:lnTo>
                    <a:pt x="16426" y="1737"/>
                  </a:lnTo>
                  <a:lnTo>
                    <a:pt x="16405" y="1696"/>
                  </a:lnTo>
                  <a:lnTo>
                    <a:pt x="16321" y="1737"/>
                  </a:lnTo>
                  <a:lnTo>
                    <a:pt x="16196" y="1737"/>
                  </a:lnTo>
                  <a:lnTo>
                    <a:pt x="16154" y="1779"/>
                  </a:lnTo>
                  <a:lnTo>
                    <a:pt x="16154" y="1842"/>
                  </a:lnTo>
                  <a:lnTo>
                    <a:pt x="16112" y="1884"/>
                  </a:lnTo>
                  <a:lnTo>
                    <a:pt x="16112" y="1989"/>
                  </a:lnTo>
                  <a:lnTo>
                    <a:pt x="16049" y="2009"/>
                  </a:lnTo>
                  <a:lnTo>
                    <a:pt x="16007" y="1968"/>
                  </a:lnTo>
                  <a:lnTo>
                    <a:pt x="16007" y="1905"/>
                  </a:lnTo>
                  <a:lnTo>
                    <a:pt x="16070" y="1842"/>
                  </a:lnTo>
                  <a:lnTo>
                    <a:pt x="16070" y="1675"/>
                  </a:lnTo>
                  <a:lnTo>
                    <a:pt x="16091" y="1591"/>
                  </a:lnTo>
                  <a:lnTo>
                    <a:pt x="16300" y="1465"/>
                  </a:lnTo>
                  <a:lnTo>
                    <a:pt x="16426" y="1382"/>
                  </a:lnTo>
                  <a:lnTo>
                    <a:pt x="16593" y="1382"/>
                  </a:lnTo>
                  <a:lnTo>
                    <a:pt x="16719" y="1424"/>
                  </a:lnTo>
                  <a:lnTo>
                    <a:pt x="16823" y="1424"/>
                  </a:lnTo>
                  <a:lnTo>
                    <a:pt x="16844" y="1382"/>
                  </a:lnTo>
                  <a:lnTo>
                    <a:pt x="17116" y="1382"/>
                  </a:lnTo>
                  <a:lnTo>
                    <a:pt x="17200" y="1340"/>
                  </a:lnTo>
                  <a:lnTo>
                    <a:pt x="17221" y="1256"/>
                  </a:lnTo>
                  <a:lnTo>
                    <a:pt x="17158" y="1256"/>
                  </a:lnTo>
                  <a:lnTo>
                    <a:pt x="17095" y="1173"/>
                  </a:lnTo>
                  <a:lnTo>
                    <a:pt x="17095" y="1068"/>
                  </a:lnTo>
                  <a:lnTo>
                    <a:pt x="17200" y="1005"/>
                  </a:lnTo>
                  <a:lnTo>
                    <a:pt x="17263" y="963"/>
                  </a:lnTo>
                  <a:lnTo>
                    <a:pt x="17346" y="963"/>
                  </a:lnTo>
                  <a:lnTo>
                    <a:pt x="17367" y="1026"/>
                  </a:lnTo>
                  <a:lnTo>
                    <a:pt x="17346" y="1068"/>
                  </a:lnTo>
                  <a:lnTo>
                    <a:pt x="17305" y="1068"/>
                  </a:lnTo>
                  <a:lnTo>
                    <a:pt x="17346" y="1152"/>
                  </a:lnTo>
                  <a:lnTo>
                    <a:pt x="17346" y="1256"/>
                  </a:lnTo>
                  <a:lnTo>
                    <a:pt x="17409" y="1340"/>
                  </a:lnTo>
                  <a:lnTo>
                    <a:pt x="17556" y="1340"/>
                  </a:lnTo>
                  <a:lnTo>
                    <a:pt x="17681" y="1277"/>
                  </a:lnTo>
                  <a:lnTo>
                    <a:pt x="17765" y="1277"/>
                  </a:lnTo>
                  <a:lnTo>
                    <a:pt x="17869" y="1319"/>
                  </a:lnTo>
                  <a:lnTo>
                    <a:pt x="17953" y="1277"/>
                  </a:lnTo>
                  <a:lnTo>
                    <a:pt x="18141" y="1214"/>
                  </a:lnTo>
                  <a:lnTo>
                    <a:pt x="18267" y="1214"/>
                  </a:lnTo>
                  <a:lnTo>
                    <a:pt x="18309" y="1256"/>
                  </a:lnTo>
                  <a:lnTo>
                    <a:pt x="18393" y="1256"/>
                  </a:lnTo>
                  <a:lnTo>
                    <a:pt x="18455" y="1214"/>
                  </a:lnTo>
                  <a:lnTo>
                    <a:pt x="18581" y="1214"/>
                  </a:lnTo>
                  <a:lnTo>
                    <a:pt x="18685" y="1256"/>
                  </a:lnTo>
                  <a:lnTo>
                    <a:pt x="18769" y="1256"/>
                  </a:lnTo>
                  <a:lnTo>
                    <a:pt x="18853" y="1277"/>
                  </a:lnTo>
                  <a:lnTo>
                    <a:pt x="19083" y="1382"/>
                  </a:lnTo>
                  <a:lnTo>
                    <a:pt x="19209" y="1382"/>
                  </a:lnTo>
                  <a:lnTo>
                    <a:pt x="19313" y="1361"/>
                  </a:lnTo>
                  <a:lnTo>
                    <a:pt x="19439" y="1361"/>
                  </a:lnTo>
                  <a:lnTo>
                    <a:pt x="19481" y="1277"/>
                  </a:lnTo>
                  <a:lnTo>
                    <a:pt x="19564" y="1235"/>
                  </a:lnTo>
                  <a:lnTo>
                    <a:pt x="19669" y="1256"/>
                  </a:lnTo>
                  <a:lnTo>
                    <a:pt x="19774" y="1256"/>
                  </a:lnTo>
                  <a:lnTo>
                    <a:pt x="19836" y="1173"/>
                  </a:lnTo>
                  <a:lnTo>
                    <a:pt x="19836" y="1131"/>
                  </a:lnTo>
                  <a:lnTo>
                    <a:pt x="19669" y="1026"/>
                  </a:lnTo>
                  <a:lnTo>
                    <a:pt x="19585" y="963"/>
                  </a:lnTo>
                  <a:lnTo>
                    <a:pt x="19543" y="859"/>
                  </a:lnTo>
                  <a:lnTo>
                    <a:pt x="19439" y="796"/>
                  </a:lnTo>
                  <a:lnTo>
                    <a:pt x="19250" y="733"/>
                  </a:lnTo>
                  <a:lnTo>
                    <a:pt x="19167" y="649"/>
                  </a:lnTo>
                  <a:lnTo>
                    <a:pt x="19062" y="628"/>
                  </a:lnTo>
                  <a:lnTo>
                    <a:pt x="18957" y="649"/>
                  </a:lnTo>
                  <a:lnTo>
                    <a:pt x="18916" y="608"/>
                  </a:lnTo>
                  <a:lnTo>
                    <a:pt x="18853" y="545"/>
                  </a:lnTo>
                  <a:lnTo>
                    <a:pt x="18727" y="587"/>
                  </a:lnTo>
                  <a:lnTo>
                    <a:pt x="18685" y="524"/>
                  </a:lnTo>
                  <a:lnTo>
                    <a:pt x="18455" y="503"/>
                  </a:lnTo>
                  <a:lnTo>
                    <a:pt x="18309" y="398"/>
                  </a:lnTo>
                  <a:lnTo>
                    <a:pt x="18246" y="398"/>
                  </a:lnTo>
                  <a:lnTo>
                    <a:pt x="18058" y="294"/>
                  </a:lnTo>
                  <a:lnTo>
                    <a:pt x="17995" y="294"/>
                  </a:lnTo>
                  <a:lnTo>
                    <a:pt x="17995" y="315"/>
                  </a:lnTo>
                  <a:lnTo>
                    <a:pt x="17932" y="336"/>
                  </a:lnTo>
                  <a:lnTo>
                    <a:pt x="17765" y="231"/>
                  </a:lnTo>
                  <a:lnTo>
                    <a:pt x="17744" y="168"/>
                  </a:lnTo>
                  <a:lnTo>
                    <a:pt x="17681" y="105"/>
                  </a:lnTo>
                  <a:lnTo>
                    <a:pt x="17597" y="126"/>
                  </a:lnTo>
                  <a:lnTo>
                    <a:pt x="17535" y="126"/>
                  </a:lnTo>
                  <a:lnTo>
                    <a:pt x="17472" y="84"/>
                  </a:lnTo>
                  <a:lnTo>
                    <a:pt x="17263" y="84"/>
                  </a:lnTo>
                  <a:lnTo>
                    <a:pt x="17158" y="22"/>
                  </a:lnTo>
                  <a:lnTo>
                    <a:pt x="17074" y="84"/>
                  </a:lnTo>
                  <a:lnTo>
                    <a:pt x="17033" y="84"/>
                  </a:lnTo>
                  <a:lnTo>
                    <a:pt x="17012" y="64"/>
                  </a:lnTo>
                  <a:lnTo>
                    <a:pt x="16928" y="1"/>
                  </a:lnTo>
                  <a:lnTo>
                    <a:pt x="16740" y="22"/>
                  </a:lnTo>
                  <a:lnTo>
                    <a:pt x="16614"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FF6B65"/>
                </a:solidFill>
              </a:endParaRPr>
            </a:p>
          </p:txBody>
        </p:sp>
        <p:grpSp>
          <p:nvGrpSpPr>
            <p:cNvPr id="1501" name="Google Shape;1501;p60"/>
            <p:cNvGrpSpPr/>
            <p:nvPr/>
          </p:nvGrpSpPr>
          <p:grpSpPr>
            <a:xfrm>
              <a:off x="2905224" y="2311071"/>
              <a:ext cx="596721" cy="528992"/>
              <a:chOff x="1922950" y="1410350"/>
              <a:chExt cx="1252825" cy="1162875"/>
            </a:xfrm>
          </p:grpSpPr>
          <p:sp>
            <p:nvSpPr>
              <p:cNvPr id="1502" name="Google Shape;1502;p60"/>
              <p:cNvSpPr/>
              <p:nvPr/>
            </p:nvSpPr>
            <p:spPr>
              <a:xfrm>
                <a:off x="1988325" y="2333100"/>
                <a:ext cx="52325" cy="65925"/>
              </a:xfrm>
              <a:custGeom>
                <a:avLst/>
                <a:gdLst/>
                <a:ahLst/>
                <a:cxnLst/>
                <a:rect l="l" t="t" r="r" b="b"/>
                <a:pathLst>
                  <a:path w="2093" h="2637" extrusionOk="0">
                    <a:moveTo>
                      <a:pt x="210" y="0"/>
                    </a:moveTo>
                    <a:lnTo>
                      <a:pt x="189" y="63"/>
                    </a:lnTo>
                    <a:lnTo>
                      <a:pt x="1" y="21"/>
                    </a:lnTo>
                    <a:lnTo>
                      <a:pt x="63" y="188"/>
                    </a:lnTo>
                    <a:lnTo>
                      <a:pt x="105" y="209"/>
                    </a:lnTo>
                    <a:lnTo>
                      <a:pt x="168" y="335"/>
                    </a:lnTo>
                    <a:lnTo>
                      <a:pt x="440" y="377"/>
                    </a:lnTo>
                    <a:lnTo>
                      <a:pt x="314" y="439"/>
                    </a:lnTo>
                    <a:lnTo>
                      <a:pt x="189" y="439"/>
                    </a:lnTo>
                    <a:lnTo>
                      <a:pt x="105" y="544"/>
                    </a:lnTo>
                    <a:lnTo>
                      <a:pt x="168" y="607"/>
                    </a:lnTo>
                    <a:lnTo>
                      <a:pt x="105" y="732"/>
                    </a:lnTo>
                    <a:lnTo>
                      <a:pt x="126" y="774"/>
                    </a:lnTo>
                    <a:lnTo>
                      <a:pt x="273" y="732"/>
                    </a:lnTo>
                    <a:lnTo>
                      <a:pt x="293" y="837"/>
                    </a:lnTo>
                    <a:lnTo>
                      <a:pt x="419" y="837"/>
                    </a:lnTo>
                    <a:lnTo>
                      <a:pt x="419" y="942"/>
                    </a:lnTo>
                    <a:lnTo>
                      <a:pt x="524" y="1025"/>
                    </a:lnTo>
                    <a:lnTo>
                      <a:pt x="649" y="963"/>
                    </a:lnTo>
                    <a:lnTo>
                      <a:pt x="503" y="1130"/>
                    </a:lnTo>
                    <a:lnTo>
                      <a:pt x="545" y="1276"/>
                    </a:lnTo>
                    <a:lnTo>
                      <a:pt x="649" y="1255"/>
                    </a:lnTo>
                    <a:lnTo>
                      <a:pt x="649" y="1151"/>
                    </a:lnTo>
                    <a:lnTo>
                      <a:pt x="817" y="1109"/>
                    </a:lnTo>
                    <a:lnTo>
                      <a:pt x="817" y="1109"/>
                    </a:lnTo>
                    <a:lnTo>
                      <a:pt x="754" y="1235"/>
                    </a:lnTo>
                    <a:lnTo>
                      <a:pt x="691" y="1339"/>
                    </a:lnTo>
                    <a:lnTo>
                      <a:pt x="691" y="1423"/>
                    </a:lnTo>
                    <a:lnTo>
                      <a:pt x="733" y="1423"/>
                    </a:lnTo>
                    <a:lnTo>
                      <a:pt x="796" y="1548"/>
                    </a:lnTo>
                    <a:lnTo>
                      <a:pt x="963" y="1528"/>
                    </a:lnTo>
                    <a:lnTo>
                      <a:pt x="963" y="1632"/>
                    </a:lnTo>
                    <a:lnTo>
                      <a:pt x="1047" y="1632"/>
                    </a:lnTo>
                    <a:lnTo>
                      <a:pt x="1068" y="1737"/>
                    </a:lnTo>
                    <a:lnTo>
                      <a:pt x="1047" y="1820"/>
                    </a:lnTo>
                    <a:lnTo>
                      <a:pt x="1172" y="1967"/>
                    </a:lnTo>
                    <a:lnTo>
                      <a:pt x="1256" y="1883"/>
                    </a:lnTo>
                    <a:lnTo>
                      <a:pt x="1319" y="1946"/>
                    </a:lnTo>
                    <a:lnTo>
                      <a:pt x="1423" y="1946"/>
                    </a:lnTo>
                    <a:lnTo>
                      <a:pt x="1256" y="2113"/>
                    </a:lnTo>
                    <a:lnTo>
                      <a:pt x="1465" y="2323"/>
                    </a:lnTo>
                    <a:lnTo>
                      <a:pt x="1549" y="2364"/>
                    </a:lnTo>
                    <a:lnTo>
                      <a:pt x="1591" y="2427"/>
                    </a:lnTo>
                    <a:lnTo>
                      <a:pt x="1946" y="2636"/>
                    </a:lnTo>
                    <a:lnTo>
                      <a:pt x="1988" y="2595"/>
                    </a:lnTo>
                    <a:lnTo>
                      <a:pt x="2093" y="2616"/>
                    </a:lnTo>
                    <a:lnTo>
                      <a:pt x="2009" y="2302"/>
                    </a:lnTo>
                    <a:lnTo>
                      <a:pt x="2051" y="2176"/>
                    </a:lnTo>
                    <a:lnTo>
                      <a:pt x="2009" y="2072"/>
                    </a:lnTo>
                    <a:lnTo>
                      <a:pt x="2009" y="1820"/>
                    </a:lnTo>
                    <a:lnTo>
                      <a:pt x="1946" y="1695"/>
                    </a:lnTo>
                    <a:lnTo>
                      <a:pt x="1674" y="1548"/>
                    </a:lnTo>
                    <a:lnTo>
                      <a:pt x="1653" y="1214"/>
                    </a:lnTo>
                    <a:lnTo>
                      <a:pt x="1528" y="1004"/>
                    </a:lnTo>
                    <a:lnTo>
                      <a:pt x="1486" y="774"/>
                    </a:lnTo>
                    <a:lnTo>
                      <a:pt x="1444" y="732"/>
                    </a:lnTo>
                    <a:lnTo>
                      <a:pt x="1319" y="711"/>
                    </a:lnTo>
                    <a:lnTo>
                      <a:pt x="1130" y="607"/>
                    </a:lnTo>
                    <a:lnTo>
                      <a:pt x="1005" y="607"/>
                    </a:lnTo>
                    <a:lnTo>
                      <a:pt x="858" y="544"/>
                    </a:lnTo>
                    <a:lnTo>
                      <a:pt x="817" y="439"/>
                    </a:lnTo>
                    <a:lnTo>
                      <a:pt x="628" y="377"/>
                    </a:lnTo>
                    <a:lnTo>
                      <a:pt x="545" y="251"/>
                    </a:lnTo>
                    <a:lnTo>
                      <a:pt x="524" y="167"/>
                    </a:lnTo>
                    <a:lnTo>
                      <a:pt x="398" y="167"/>
                    </a:lnTo>
                    <a:lnTo>
                      <a:pt x="314" y="21"/>
                    </a:lnTo>
                    <a:lnTo>
                      <a:pt x="21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03" name="Google Shape;1503;p60"/>
              <p:cNvSpPr/>
              <p:nvPr/>
            </p:nvSpPr>
            <p:spPr>
              <a:xfrm>
                <a:off x="1953800" y="2242075"/>
                <a:ext cx="23050" cy="54425"/>
              </a:xfrm>
              <a:custGeom>
                <a:avLst/>
                <a:gdLst/>
                <a:ahLst/>
                <a:cxnLst/>
                <a:rect l="l" t="t" r="r" b="b"/>
                <a:pathLst>
                  <a:path w="922" h="2177" extrusionOk="0">
                    <a:moveTo>
                      <a:pt x="210" y="0"/>
                    </a:moveTo>
                    <a:lnTo>
                      <a:pt x="21" y="314"/>
                    </a:lnTo>
                    <a:lnTo>
                      <a:pt x="42" y="523"/>
                    </a:lnTo>
                    <a:lnTo>
                      <a:pt x="1" y="628"/>
                    </a:lnTo>
                    <a:lnTo>
                      <a:pt x="1" y="733"/>
                    </a:lnTo>
                    <a:lnTo>
                      <a:pt x="105" y="754"/>
                    </a:lnTo>
                    <a:lnTo>
                      <a:pt x="189" y="837"/>
                    </a:lnTo>
                    <a:lnTo>
                      <a:pt x="189" y="942"/>
                    </a:lnTo>
                    <a:lnTo>
                      <a:pt x="126" y="921"/>
                    </a:lnTo>
                    <a:lnTo>
                      <a:pt x="21" y="900"/>
                    </a:lnTo>
                    <a:lnTo>
                      <a:pt x="21" y="984"/>
                    </a:lnTo>
                    <a:lnTo>
                      <a:pt x="105" y="1047"/>
                    </a:lnTo>
                    <a:lnTo>
                      <a:pt x="21" y="1193"/>
                    </a:lnTo>
                    <a:lnTo>
                      <a:pt x="105" y="1214"/>
                    </a:lnTo>
                    <a:lnTo>
                      <a:pt x="210" y="1339"/>
                    </a:lnTo>
                    <a:lnTo>
                      <a:pt x="84" y="1319"/>
                    </a:lnTo>
                    <a:lnTo>
                      <a:pt x="21" y="1402"/>
                    </a:lnTo>
                    <a:lnTo>
                      <a:pt x="42" y="1507"/>
                    </a:lnTo>
                    <a:lnTo>
                      <a:pt x="210" y="1528"/>
                    </a:lnTo>
                    <a:lnTo>
                      <a:pt x="147" y="1611"/>
                    </a:lnTo>
                    <a:lnTo>
                      <a:pt x="189" y="1758"/>
                    </a:lnTo>
                    <a:lnTo>
                      <a:pt x="356" y="2135"/>
                    </a:lnTo>
                    <a:lnTo>
                      <a:pt x="503" y="2176"/>
                    </a:lnTo>
                    <a:lnTo>
                      <a:pt x="565" y="2072"/>
                    </a:lnTo>
                    <a:lnTo>
                      <a:pt x="524" y="1988"/>
                    </a:lnTo>
                    <a:lnTo>
                      <a:pt x="440" y="1988"/>
                    </a:lnTo>
                    <a:lnTo>
                      <a:pt x="398" y="1863"/>
                    </a:lnTo>
                    <a:lnTo>
                      <a:pt x="335" y="1653"/>
                    </a:lnTo>
                    <a:lnTo>
                      <a:pt x="356" y="1507"/>
                    </a:lnTo>
                    <a:lnTo>
                      <a:pt x="314" y="1402"/>
                    </a:lnTo>
                    <a:lnTo>
                      <a:pt x="398" y="1235"/>
                    </a:lnTo>
                    <a:lnTo>
                      <a:pt x="545" y="1235"/>
                    </a:lnTo>
                    <a:lnTo>
                      <a:pt x="524" y="1109"/>
                    </a:lnTo>
                    <a:lnTo>
                      <a:pt x="419" y="1109"/>
                    </a:lnTo>
                    <a:lnTo>
                      <a:pt x="335" y="1130"/>
                    </a:lnTo>
                    <a:lnTo>
                      <a:pt x="231" y="1130"/>
                    </a:lnTo>
                    <a:lnTo>
                      <a:pt x="314" y="1026"/>
                    </a:lnTo>
                    <a:lnTo>
                      <a:pt x="419" y="1026"/>
                    </a:lnTo>
                    <a:lnTo>
                      <a:pt x="545" y="921"/>
                    </a:lnTo>
                    <a:lnTo>
                      <a:pt x="565" y="733"/>
                    </a:lnTo>
                    <a:lnTo>
                      <a:pt x="670" y="607"/>
                    </a:lnTo>
                    <a:lnTo>
                      <a:pt x="712" y="419"/>
                    </a:lnTo>
                    <a:lnTo>
                      <a:pt x="921" y="210"/>
                    </a:lnTo>
                    <a:lnTo>
                      <a:pt x="858" y="189"/>
                    </a:lnTo>
                    <a:lnTo>
                      <a:pt x="670" y="272"/>
                    </a:lnTo>
                    <a:lnTo>
                      <a:pt x="545" y="461"/>
                    </a:lnTo>
                    <a:lnTo>
                      <a:pt x="461" y="628"/>
                    </a:lnTo>
                    <a:lnTo>
                      <a:pt x="335" y="670"/>
                    </a:lnTo>
                    <a:lnTo>
                      <a:pt x="335" y="586"/>
                    </a:lnTo>
                    <a:lnTo>
                      <a:pt x="252" y="523"/>
                    </a:lnTo>
                    <a:lnTo>
                      <a:pt x="461" y="461"/>
                    </a:lnTo>
                    <a:lnTo>
                      <a:pt x="565" y="377"/>
                    </a:lnTo>
                    <a:lnTo>
                      <a:pt x="607" y="231"/>
                    </a:lnTo>
                    <a:lnTo>
                      <a:pt x="607" y="168"/>
                    </a:lnTo>
                    <a:lnTo>
                      <a:pt x="503" y="105"/>
                    </a:lnTo>
                    <a:lnTo>
                      <a:pt x="440" y="189"/>
                    </a:lnTo>
                    <a:lnTo>
                      <a:pt x="356" y="210"/>
                    </a:lnTo>
                    <a:lnTo>
                      <a:pt x="398" y="63"/>
                    </a:lnTo>
                    <a:lnTo>
                      <a:pt x="21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04" name="Google Shape;1504;p60"/>
              <p:cNvSpPr/>
              <p:nvPr/>
            </p:nvSpPr>
            <p:spPr>
              <a:xfrm>
                <a:off x="2552225" y="1885325"/>
                <a:ext cx="48150" cy="48675"/>
              </a:xfrm>
              <a:custGeom>
                <a:avLst/>
                <a:gdLst/>
                <a:ahLst/>
                <a:cxnLst/>
                <a:rect l="l" t="t" r="r" b="b"/>
                <a:pathLst>
                  <a:path w="1926" h="1947" extrusionOk="0">
                    <a:moveTo>
                      <a:pt x="1402" y="0"/>
                    </a:moveTo>
                    <a:lnTo>
                      <a:pt x="1256" y="21"/>
                    </a:lnTo>
                    <a:lnTo>
                      <a:pt x="1067" y="189"/>
                    </a:lnTo>
                    <a:lnTo>
                      <a:pt x="984" y="356"/>
                    </a:lnTo>
                    <a:lnTo>
                      <a:pt x="1046" y="544"/>
                    </a:lnTo>
                    <a:lnTo>
                      <a:pt x="942" y="524"/>
                    </a:lnTo>
                    <a:lnTo>
                      <a:pt x="900" y="356"/>
                    </a:lnTo>
                    <a:lnTo>
                      <a:pt x="858" y="356"/>
                    </a:lnTo>
                    <a:lnTo>
                      <a:pt x="837" y="503"/>
                    </a:lnTo>
                    <a:lnTo>
                      <a:pt x="753" y="503"/>
                    </a:lnTo>
                    <a:lnTo>
                      <a:pt x="795" y="607"/>
                    </a:lnTo>
                    <a:lnTo>
                      <a:pt x="753" y="712"/>
                    </a:lnTo>
                    <a:lnTo>
                      <a:pt x="649" y="712"/>
                    </a:lnTo>
                    <a:lnTo>
                      <a:pt x="586" y="816"/>
                    </a:lnTo>
                    <a:lnTo>
                      <a:pt x="419" y="775"/>
                    </a:lnTo>
                    <a:lnTo>
                      <a:pt x="335" y="837"/>
                    </a:lnTo>
                    <a:lnTo>
                      <a:pt x="251" y="816"/>
                    </a:lnTo>
                    <a:lnTo>
                      <a:pt x="0" y="963"/>
                    </a:lnTo>
                    <a:lnTo>
                      <a:pt x="21" y="1088"/>
                    </a:lnTo>
                    <a:lnTo>
                      <a:pt x="147" y="1235"/>
                    </a:lnTo>
                    <a:lnTo>
                      <a:pt x="230" y="1172"/>
                    </a:lnTo>
                    <a:lnTo>
                      <a:pt x="209" y="1088"/>
                    </a:lnTo>
                    <a:lnTo>
                      <a:pt x="251" y="1026"/>
                    </a:lnTo>
                    <a:lnTo>
                      <a:pt x="356" y="1130"/>
                    </a:lnTo>
                    <a:lnTo>
                      <a:pt x="314" y="1277"/>
                    </a:lnTo>
                    <a:lnTo>
                      <a:pt x="440" y="1381"/>
                    </a:lnTo>
                    <a:lnTo>
                      <a:pt x="523" y="1256"/>
                    </a:lnTo>
                    <a:lnTo>
                      <a:pt x="544" y="1340"/>
                    </a:lnTo>
                    <a:lnTo>
                      <a:pt x="523" y="1423"/>
                    </a:lnTo>
                    <a:lnTo>
                      <a:pt x="649" y="1591"/>
                    </a:lnTo>
                    <a:lnTo>
                      <a:pt x="753" y="1612"/>
                    </a:lnTo>
                    <a:lnTo>
                      <a:pt x="795" y="1779"/>
                    </a:lnTo>
                    <a:lnTo>
                      <a:pt x="879" y="1863"/>
                    </a:lnTo>
                    <a:lnTo>
                      <a:pt x="963" y="1716"/>
                    </a:lnTo>
                    <a:lnTo>
                      <a:pt x="984" y="1821"/>
                    </a:lnTo>
                    <a:lnTo>
                      <a:pt x="1109" y="1946"/>
                    </a:lnTo>
                    <a:lnTo>
                      <a:pt x="1214" y="1925"/>
                    </a:lnTo>
                    <a:lnTo>
                      <a:pt x="1318" y="1925"/>
                    </a:lnTo>
                    <a:lnTo>
                      <a:pt x="1423" y="1821"/>
                    </a:lnTo>
                    <a:lnTo>
                      <a:pt x="1507" y="1800"/>
                    </a:lnTo>
                    <a:lnTo>
                      <a:pt x="1632" y="1695"/>
                    </a:lnTo>
                    <a:lnTo>
                      <a:pt x="1695" y="1800"/>
                    </a:lnTo>
                    <a:lnTo>
                      <a:pt x="1737" y="1758"/>
                    </a:lnTo>
                    <a:lnTo>
                      <a:pt x="1925" y="1653"/>
                    </a:lnTo>
                    <a:lnTo>
                      <a:pt x="1925" y="1549"/>
                    </a:lnTo>
                    <a:lnTo>
                      <a:pt x="1800" y="1591"/>
                    </a:lnTo>
                    <a:lnTo>
                      <a:pt x="1716" y="1507"/>
                    </a:lnTo>
                    <a:lnTo>
                      <a:pt x="1841" y="1277"/>
                    </a:lnTo>
                    <a:lnTo>
                      <a:pt x="1883" y="1151"/>
                    </a:lnTo>
                    <a:lnTo>
                      <a:pt x="1737" y="1235"/>
                    </a:lnTo>
                    <a:lnTo>
                      <a:pt x="1674" y="1402"/>
                    </a:lnTo>
                    <a:lnTo>
                      <a:pt x="1674" y="1277"/>
                    </a:lnTo>
                    <a:lnTo>
                      <a:pt x="1737" y="1026"/>
                    </a:lnTo>
                    <a:lnTo>
                      <a:pt x="1695" y="649"/>
                    </a:lnTo>
                    <a:lnTo>
                      <a:pt x="1528" y="544"/>
                    </a:lnTo>
                    <a:lnTo>
                      <a:pt x="1528" y="419"/>
                    </a:lnTo>
                    <a:lnTo>
                      <a:pt x="1423" y="419"/>
                    </a:lnTo>
                    <a:lnTo>
                      <a:pt x="1360" y="524"/>
                    </a:lnTo>
                    <a:lnTo>
                      <a:pt x="1360" y="398"/>
                    </a:lnTo>
                    <a:lnTo>
                      <a:pt x="1423" y="314"/>
                    </a:lnTo>
                    <a:lnTo>
                      <a:pt x="1381" y="210"/>
                    </a:lnTo>
                    <a:lnTo>
                      <a:pt x="1402" y="105"/>
                    </a:lnTo>
                    <a:lnTo>
                      <a:pt x="140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05" name="Google Shape;1505;p60"/>
              <p:cNvSpPr/>
              <p:nvPr/>
            </p:nvSpPr>
            <p:spPr>
              <a:xfrm>
                <a:off x="2722750" y="1634775"/>
                <a:ext cx="145950" cy="133925"/>
              </a:xfrm>
              <a:custGeom>
                <a:avLst/>
                <a:gdLst/>
                <a:ahLst/>
                <a:cxnLst/>
                <a:rect l="l" t="t" r="r" b="b"/>
                <a:pathLst>
                  <a:path w="5838" h="5357" extrusionOk="0">
                    <a:moveTo>
                      <a:pt x="502" y="0"/>
                    </a:moveTo>
                    <a:lnTo>
                      <a:pt x="440" y="84"/>
                    </a:lnTo>
                    <a:lnTo>
                      <a:pt x="230" y="105"/>
                    </a:lnTo>
                    <a:lnTo>
                      <a:pt x="210" y="126"/>
                    </a:lnTo>
                    <a:lnTo>
                      <a:pt x="147" y="126"/>
                    </a:lnTo>
                    <a:lnTo>
                      <a:pt x="105" y="230"/>
                    </a:lnTo>
                    <a:lnTo>
                      <a:pt x="189" y="335"/>
                    </a:lnTo>
                    <a:lnTo>
                      <a:pt x="230" y="439"/>
                    </a:lnTo>
                    <a:lnTo>
                      <a:pt x="147" y="439"/>
                    </a:lnTo>
                    <a:lnTo>
                      <a:pt x="21" y="272"/>
                    </a:lnTo>
                    <a:lnTo>
                      <a:pt x="0" y="398"/>
                    </a:lnTo>
                    <a:lnTo>
                      <a:pt x="21" y="502"/>
                    </a:lnTo>
                    <a:lnTo>
                      <a:pt x="147" y="544"/>
                    </a:lnTo>
                    <a:lnTo>
                      <a:pt x="251" y="732"/>
                    </a:lnTo>
                    <a:lnTo>
                      <a:pt x="356" y="732"/>
                    </a:lnTo>
                    <a:lnTo>
                      <a:pt x="293" y="816"/>
                    </a:lnTo>
                    <a:lnTo>
                      <a:pt x="210" y="816"/>
                    </a:lnTo>
                    <a:lnTo>
                      <a:pt x="189" y="921"/>
                    </a:lnTo>
                    <a:lnTo>
                      <a:pt x="314" y="1109"/>
                    </a:lnTo>
                    <a:lnTo>
                      <a:pt x="440" y="1151"/>
                    </a:lnTo>
                    <a:lnTo>
                      <a:pt x="419" y="1235"/>
                    </a:lnTo>
                    <a:lnTo>
                      <a:pt x="398" y="1172"/>
                    </a:lnTo>
                    <a:lnTo>
                      <a:pt x="210" y="1151"/>
                    </a:lnTo>
                    <a:lnTo>
                      <a:pt x="210" y="1235"/>
                    </a:lnTo>
                    <a:lnTo>
                      <a:pt x="147" y="1255"/>
                    </a:lnTo>
                    <a:lnTo>
                      <a:pt x="105" y="1360"/>
                    </a:lnTo>
                    <a:lnTo>
                      <a:pt x="251" y="1276"/>
                    </a:lnTo>
                    <a:lnTo>
                      <a:pt x="335" y="1360"/>
                    </a:lnTo>
                    <a:lnTo>
                      <a:pt x="523" y="1276"/>
                    </a:lnTo>
                    <a:lnTo>
                      <a:pt x="544" y="1360"/>
                    </a:lnTo>
                    <a:lnTo>
                      <a:pt x="649" y="1381"/>
                    </a:lnTo>
                    <a:lnTo>
                      <a:pt x="670" y="1465"/>
                    </a:lnTo>
                    <a:lnTo>
                      <a:pt x="837" y="1590"/>
                    </a:lnTo>
                    <a:lnTo>
                      <a:pt x="879" y="1590"/>
                    </a:lnTo>
                    <a:lnTo>
                      <a:pt x="879" y="1527"/>
                    </a:lnTo>
                    <a:lnTo>
                      <a:pt x="942" y="1548"/>
                    </a:lnTo>
                    <a:lnTo>
                      <a:pt x="1046" y="1486"/>
                    </a:lnTo>
                    <a:lnTo>
                      <a:pt x="1130" y="1527"/>
                    </a:lnTo>
                    <a:lnTo>
                      <a:pt x="1151" y="1590"/>
                    </a:lnTo>
                    <a:lnTo>
                      <a:pt x="1130" y="1674"/>
                    </a:lnTo>
                    <a:lnTo>
                      <a:pt x="1130" y="1883"/>
                    </a:lnTo>
                    <a:lnTo>
                      <a:pt x="1067" y="2051"/>
                    </a:lnTo>
                    <a:lnTo>
                      <a:pt x="1067" y="2113"/>
                    </a:lnTo>
                    <a:lnTo>
                      <a:pt x="1151" y="2260"/>
                    </a:lnTo>
                    <a:lnTo>
                      <a:pt x="1088" y="2385"/>
                    </a:lnTo>
                    <a:lnTo>
                      <a:pt x="1088" y="2469"/>
                    </a:lnTo>
                    <a:lnTo>
                      <a:pt x="1067" y="2595"/>
                    </a:lnTo>
                    <a:lnTo>
                      <a:pt x="879" y="2699"/>
                    </a:lnTo>
                    <a:lnTo>
                      <a:pt x="754" y="2741"/>
                    </a:lnTo>
                    <a:lnTo>
                      <a:pt x="733" y="2825"/>
                    </a:lnTo>
                    <a:lnTo>
                      <a:pt x="628" y="2992"/>
                    </a:lnTo>
                    <a:lnTo>
                      <a:pt x="628" y="3055"/>
                    </a:lnTo>
                    <a:lnTo>
                      <a:pt x="523" y="3118"/>
                    </a:lnTo>
                    <a:lnTo>
                      <a:pt x="461" y="3222"/>
                    </a:lnTo>
                    <a:lnTo>
                      <a:pt x="461" y="3348"/>
                    </a:lnTo>
                    <a:lnTo>
                      <a:pt x="544" y="3369"/>
                    </a:lnTo>
                    <a:lnTo>
                      <a:pt x="544" y="3452"/>
                    </a:lnTo>
                    <a:lnTo>
                      <a:pt x="440" y="3473"/>
                    </a:lnTo>
                    <a:lnTo>
                      <a:pt x="419" y="3578"/>
                    </a:lnTo>
                    <a:lnTo>
                      <a:pt x="461" y="3641"/>
                    </a:lnTo>
                    <a:lnTo>
                      <a:pt x="398" y="3745"/>
                    </a:lnTo>
                    <a:lnTo>
                      <a:pt x="356" y="3850"/>
                    </a:lnTo>
                    <a:lnTo>
                      <a:pt x="419" y="3955"/>
                    </a:lnTo>
                    <a:lnTo>
                      <a:pt x="502" y="3976"/>
                    </a:lnTo>
                    <a:lnTo>
                      <a:pt x="502" y="4059"/>
                    </a:lnTo>
                    <a:lnTo>
                      <a:pt x="565" y="4143"/>
                    </a:lnTo>
                    <a:lnTo>
                      <a:pt x="628" y="4143"/>
                    </a:lnTo>
                    <a:lnTo>
                      <a:pt x="649" y="4038"/>
                    </a:lnTo>
                    <a:lnTo>
                      <a:pt x="670" y="3955"/>
                    </a:lnTo>
                    <a:lnTo>
                      <a:pt x="733" y="3996"/>
                    </a:lnTo>
                    <a:lnTo>
                      <a:pt x="774" y="3996"/>
                    </a:lnTo>
                    <a:lnTo>
                      <a:pt x="879" y="3871"/>
                    </a:lnTo>
                    <a:lnTo>
                      <a:pt x="942" y="3892"/>
                    </a:lnTo>
                    <a:lnTo>
                      <a:pt x="879" y="4059"/>
                    </a:lnTo>
                    <a:lnTo>
                      <a:pt x="774" y="4080"/>
                    </a:lnTo>
                    <a:lnTo>
                      <a:pt x="754" y="4143"/>
                    </a:lnTo>
                    <a:lnTo>
                      <a:pt x="816" y="4185"/>
                    </a:lnTo>
                    <a:lnTo>
                      <a:pt x="816" y="4268"/>
                    </a:lnTo>
                    <a:lnTo>
                      <a:pt x="921" y="4394"/>
                    </a:lnTo>
                    <a:lnTo>
                      <a:pt x="1026" y="4352"/>
                    </a:lnTo>
                    <a:lnTo>
                      <a:pt x="1067" y="4394"/>
                    </a:lnTo>
                    <a:lnTo>
                      <a:pt x="1193" y="4415"/>
                    </a:lnTo>
                    <a:lnTo>
                      <a:pt x="1256" y="4352"/>
                    </a:lnTo>
                    <a:lnTo>
                      <a:pt x="1402" y="4310"/>
                    </a:lnTo>
                    <a:lnTo>
                      <a:pt x="1381" y="4164"/>
                    </a:lnTo>
                    <a:lnTo>
                      <a:pt x="1465" y="4164"/>
                    </a:lnTo>
                    <a:lnTo>
                      <a:pt x="1507" y="4101"/>
                    </a:lnTo>
                    <a:lnTo>
                      <a:pt x="1507" y="4185"/>
                    </a:lnTo>
                    <a:lnTo>
                      <a:pt x="1486" y="4206"/>
                    </a:lnTo>
                    <a:lnTo>
                      <a:pt x="1507" y="4310"/>
                    </a:lnTo>
                    <a:lnTo>
                      <a:pt x="1570" y="4289"/>
                    </a:lnTo>
                    <a:lnTo>
                      <a:pt x="1653" y="4143"/>
                    </a:lnTo>
                    <a:lnTo>
                      <a:pt x="1695" y="4080"/>
                    </a:lnTo>
                    <a:lnTo>
                      <a:pt x="1716" y="4143"/>
                    </a:lnTo>
                    <a:lnTo>
                      <a:pt x="1695" y="4268"/>
                    </a:lnTo>
                    <a:lnTo>
                      <a:pt x="1570" y="4478"/>
                    </a:lnTo>
                    <a:lnTo>
                      <a:pt x="1486" y="4520"/>
                    </a:lnTo>
                    <a:lnTo>
                      <a:pt x="1486" y="4624"/>
                    </a:lnTo>
                    <a:lnTo>
                      <a:pt x="1611" y="4666"/>
                    </a:lnTo>
                    <a:lnTo>
                      <a:pt x="1695" y="4729"/>
                    </a:lnTo>
                    <a:lnTo>
                      <a:pt x="1800" y="4729"/>
                    </a:lnTo>
                    <a:lnTo>
                      <a:pt x="1821" y="4771"/>
                    </a:lnTo>
                    <a:lnTo>
                      <a:pt x="1967" y="4792"/>
                    </a:lnTo>
                    <a:lnTo>
                      <a:pt x="1988" y="4708"/>
                    </a:lnTo>
                    <a:lnTo>
                      <a:pt x="2114" y="4708"/>
                    </a:lnTo>
                    <a:lnTo>
                      <a:pt x="2072" y="4771"/>
                    </a:lnTo>
                    <a:lnTo>
                      <a:pt x="2093" y="4833"/>
                    </a:lnTo>
                    <a:lnTo>
                      <a:pt x="2176" y="4833"/>
                    </a:lnTo>
                    <a:lnTo>
                      <a:pt x="2239" y="4917"/>
                    </a:lnTo>
                    <a:lnTo>
                      <a:pt x="2323" y="4875"/>
                    </a:lnTo>
                    <a:lnTo>
                      <a:pt x="2302" y="4792"/>
                    </a:lnTo>
                    <a:lnTo>
                      <a:pt x="2281" y="4708"/>
                    </a:lnTo>
                    <a:lnTo>
                      <a:pt x="2344" y="4603"/>
                    </a:lnTo>
                    <a:lnTo>
                      <a:pt x="2386" y="4687"/>
                    </a:lnTo>
                    <a:lnTo>
                      <a:pt x="2344" y="4792"/>
                    </a:lnTo>
                    <a:lnTo>
                      <a:pt x="2386" y="4917"/>
                    </a:lnTo>
                    <a:lnTo>
                      <a:pt x="2448" y="4917"/>
                    </a:lnTo>
                    <a:lnTo>
                      <a:pt x="2490" y="4792"/>
                    </a:lnTo>
                    <a:lnTo>
                      <a:pt x="2532" y="4729"/>
                    </a:lnTo>
                    <a:lnTo>
                      <a:pt x="2616" y="4708"/>
                    </a:lnTo>
                    <a:lnTo>
                      <a:pt x="2616" y="4792"/>
                    </a:lnTo>
                    <a:lnTo>
                      <a:pt x="2553" y="4833"/>
                    </a:lnTo>
                    <a:lnTo>
                      <a:pt x="2553" y="4917"/>
                    </a:lnTo>
                    <a:lnTo>
                      <a:pt x="2720" y="4917"/>
                    </a:lnTo>
                    <a:lnTo>
                      <a:pt x="2804" y="4875"/>
                    </a:lnTo>
                    <a:lnTo>
                      <a:pt x="2867" y="4687"/>
                    </a:lnTo>
                    <a:lnTo>
                      <a:pt x="2909" y="4792"/>
                    </a:lnTo>
                    <a:lnTo>
                      <a:pt x="2846" y="4833"/>
                    </a:lnTo>
                    <a:lnTo>
                      <a:pt x="2846" y="4938"/>
                    </a:lnTo>
                    <a:lnTo>
                      <a:pt x="2971" y="4917"/>
                    </a:lnTo>
                    <a:lnTo>
                      <a:pt x="3013" y="4771"/>
                    </a:lnTo>
                    <a:lnTo>
                      <a:pt x="3055" y="4687"/>
                    </a:lnTo>
                    <a:lnTo>
                      <a:pt x="3055" y="4687"/>
                    </a:lnTo>
                    <a:lnTo>
                      <a:pt x="3034" y="4917"/>
                    </a:lnTo>
                    <a:lnTo>
                      <a:pt x="3055" y="5001"/>
                    </a:lnTo>
                    <a:lnTo>
                      <a:pt x="3160" y="5001"/>
                    </a:lnTo>
                    <a:lnTo>
                      <a:pt x="3327" y="5105"/>
                    </a:lnTo>
                    <a:lnTo>
                      <a:pt x="3432" y="5043"/>
                    </a:lnTo>
                    <a:lnTo>
                      <a:pt x="3495" y="5022"/>
                    </a:lnTo>
                    <a:lnTo>
                      <a:pt x="3536" y="5105"/>
                    </a:lnTo>
                    <a:lnTo>
                      <a:pt x="3662" y="5084"/>
                    </a:lnTo>
                    <a:lnTo>
                      <a:pt x="3746" y="5022"/>
                    </a:lnTo>
                    <a:lnTo>
                      <a:pt x="3746" y="4896"/>
                    </a:lnTo>
                    <a:lnTo>
                      <a:pt x="3850" y="4792"/>
                    </a:lnTo>
                    <a:lnTo>
                      <a:pt x="3892" y="4729"/>
                    </a:lnTo>
                    <a:lnTo>
                      <a:pt x="3850" y="4603"/>
                    </a:lnTo>
                    <a:lnTo>
                      <a:pt x="3871" y="4520"/>
                    </a:lnTo>
                    <a:lnTo>
                      <a:pt x="3913" y="4520"/>
                    </a:lnTo>
                    <a:lnTo>
                      <a:pt x="3955" y="4666"/>
                    </a:lnTo>
                    <a:lnTo>
                      <a:pt x="3997" y="4687"/>
                    </a:lnTo>
                    <a:lnTo>
                      <a:pt x="3997" y="4729"/>
                    </a:lnTo>
                    <a:lnTo>
                      <a:pt x="3913" y="4812"/>
                    </a:lnTo>
                    <a:lnTo>
                      <a:pt x="3871" y="4980"/>
                    </a:lnTo>
                    <a:lnTo>
                      <a:pt x="3892" y="5210"/>
                    </a:lnTo>
                    <a:lnTo>
                      <a:pt x="3997" y="5252"/>
                    </a:lnTo>
                    <a:lnTo>
                      <a:pt x="4101" y="5210"/>
                    </a:lnTo>
                    <a:lnTo>
                      <a:pt x="4122" y="5315"/>
                    </a:lnTo>
                    <a:lnTo>
                      <a:pt x="4227" y="5315"/>
                    </a:lnTo>
                    <a:lnTo>
                      <a:pt x="4269" y="5357"/>
                    </a:lnTo>
                    <a:lnTo>
                      <a:pt x="4373" y="5357"/>
                    </a:lnTo>
                    <a:lnTo>
                      <a:pt x="4583" y="5231"/>
                    </a:lnTo>
                    <a:lnTo>
                      <a:pt x="4687" y="5210"/>
                    </a:lnTo>
                    <a:lnTo>
                      <a:pt x="4855" y="5315"/>
                    </a:lnTo>
                    <a:lnTo>
                      <a:pt x="4938" y="5294"/>
                    </a:lnTo>
                    <a:lnTo>
                      <a:pt x="5022" y="5336"/>
                    </a:lnTo>
                    <a:lnTo>
                      <a:pt x="5064" y="5252"/>
                    </a:lnTo>
                    <a:lnTo>
                      <a:pt x="5064" y="5210"/>
                    </a:lnTo>
                    <a:lnTo>
                      <a:pt x="5147" y="5084"/>
                    </a:lnTo>
                    <a:lnTo>
                      <a:pt x="5231" y="5043"/>
                    </a:lnTo>
                    <a:lnTo>
                      <a:pt x="5231" y="5001"/>
                    </a:lnTo>
                    <a:lnTo>
                      <a:pt x="5168" y="4875"/>
                    </a:lnTo>
                    <a:lnTo>
                      <a:pt x="5168" y="4729"/>
                    </a:lnTo>
                    <a:lnTo>
                      <a:pt x="5231" y="4812"/>
                    </a:lnTo>
                    <a:lnTo>
                      <a:pt x="5231" y="4896"/>
                    </a:lnTo>
                    <a:lnTo>
                      <a:pt x="5336" y="5022"/>
                    </a:lnTo>
                    <a:lnTo>
                      <a:pt x="5378" y="4938"/>
                    </a:lnTo>
                    <a:lnTo>
                      <a:pt x="5524" y="4938"/>
                    </a:lnTo>
                    <a:lnTo>
                      <a:pt x="5566" y="4980"/>
                    </a:lnTo>
                    <a:lnTo>
                      <a:pt x="5587" y="4896"/>
                    </a:lnTo>
                    <a:lnTo>
                      <a:pt x="5566" y="4792"/>
                    </a:lnTo>
                    <a:lnTo>
                      <a:pt x="5566" y="4708"/>
                    </a:lnTo>
                    <a:lnTo>
                      <a:pt x="5524" y="4666"/>
                    </a:lnTo>
                    <a:lnTo>
                      <a:pt x="5378" y="4687"/>
                    </a:lnTo>
                    <a:lnTo>
                      <a:pt x="5252" y="4708"/>
                    </a:lnTo>
                    <a:lnTo>
                      <a:pt x="5231" y="4603"/>
                    </a:lnTo>
                    <a:lnTo>
                      <a:pt x="5273" y="4582"/>
                    </a:lnTo>
                    <a:lnTo>
                      <a:pt x="5336" y="4603"/>
                    </a:lnTo>
                    <a:lnTo>
                      <a:pt x="5461" y="4561"/>
                    </a:lnTo>
                    <a:lnTo>
                      <a:pt x="5545" y="4457"/>
                    </a:lnTo>
                    <a:lnTo>
                      <a:pt x="5587" y="4520"/>
                    </a:lnTo>
                    <a:lnTo>
                      <a:pt x="5671" y="4499"/>
                    </a:lnTo>
                    <a:lnTo>
                      <a:pt x="5733" y="4394"/>
                    </a:lnTo>
                    <a:lnTo>
                      <a:pt x="5691" y="4310"/>
                    </a:lnTo>
                    <a:lnTo>
                      <a:pt x="5775" y="4206"/>
                    </a:lnTo>
                    <a:lnTo>
                      <a:pt x="5754" y="4143"/>
                    </a:lnTo>
                    <a:lnTo>
                      <a:pt x="5796" y="4143"/>
                    </a:lnTo>
                    <a:lnTo>
                      <a:pt x="5838" y="4080"/>
                    </a:lnTo>
                    <a:lnTo>
                      <a:pt x="5691" y="4038"/>
                    </a:lnTo>
                    <a:lnTo>
                      <a:pt x="5566" y="4059"/>
                    </a:lnTo>
                    <a:lnTo>
                      <a:pt x="5629" y="3976"/>
                    </a:lnTo>
                    <a:lnTo>
                      <a:pt x="5691" y="3955"/>
                    </a:lnTo>
                    <a:lnTo>
                      <a:pt x="5691" y="3850"/>
                    </a:lnTo>
                    <a:lnTo>
                      <a:pt x="5587" y="3766"/>
                    </a:lnTo>
                    <a:lnTo>
                      <a:pt x="5357" y="3766"/>
                    </a:lnTo>
                    <a:lnTo>
                      <a:pt x="5336" y="3724"/>
                    </a:lnTo>
                    <a:lnTo>
                      <a:pt x="5336" y="3641"/>
                    </a:lnTo>
                    <a:lnTo>
                      <a:pt x="5378" y="3620"/>
                    </a:lnTo>
                    <a:lnTo>
                      <a:pt x="5357" y="3515"/>
                    </a:lnTo>
                    <a:lnTo>
                      <a:pt x="5168" y="3348"/>
                    </a:lnTo>
                    <a:lnTo>
                      <a:pt x="5106" y="3348"/>
                    </a:lnTo>
                    <a:lnTo>
                      <a:pt x="5001" y="3432"/>
                    </a:lnTo>
                    <a:lnTo>
                      <a:pt x="4834" y="3432"/>
                    </a:lnTo>
                    <a:lnTo>
                      <a:pt x="4687" y="3452"/>
                    </a:lnTo>
                    <a:lnTo>
                      <a:pt x="4478" y="3327"/>
                    </a:lnTo>
                    <a:lnTo>
                      <a:pt x="4436" y="3243"/>
                    </a:lnTo>
                    <a:lnTo>
                      <a:pt x="4394" y="3222"/>
                    </a:lnTo>
                    <a:lnTo>
                      <a:pt x="4290" y="3264"/>
                    </a:lnTo>
                    <a:lnTo>
                      <a:pt x="4206" y="3264"/>
                    </a:lnTo>
                    <a:lnTo>
                      <a:pt x="4122" y="3306"/>
                    </a:lnTo>
                    <a:lnTo>
                      <a:pt x="4018" y="3306"/>
                    </a:lnTo>
                    <a:lnTo>
                      <a:pt x="3976" y="3411"/>
                    </a:lnTo>
                    <a:lnTo>
                      <a:pt x="3913" y="3348"/>
                    </a:lnTo>
                    <a:lnTo>
                      <a:pt x="3808" y="3264"/>
                    </a:lnTo>
                    <a:lnTo>
                      <a:pt x="3704" y="3327"/>
                    </a:lnTo>
                    <a:lnTo>
                      <a:pt x="3578" y="3348"/>
                    </a:lnTo>
                    <a:lnTo>
                      <a:pt x="3578" y="3411"/>
                    </a:lnTo>
                    <a:lnTo>
                      <a:pt x="3536" y="3452"/>
                    </a:lnTo>
                    <a:lnTo>
                      <a:pt x="3536" y="3369"/>
                    </a:lnTo>
                    <a:lnTo>
                      <a:pt x="3474" y="3327"/>
                    </a:lnTo>
                    <a:lnTo>
                      <a:pt x="3369" y="3348"/>
                    </a:lnTo>
                    <a:lnTo>
                      <a:pt x="3139" y="3327"/>
                    </a:lnTo>
                    <a:lnTo>
                      <a:pt x="3076" y="3348"/>
                    </a:lnTo>
                    <a:lnTo>
                      <a:pt x="3160" y="3432"/>
                    </a:lnTo>
                    <a:lnTo>
                      <a:pt x="3160" y="3536"/>
                    </a:lnTo>
                    <a:lnTo>
                      <a:pt x="3264" y="3620"/>
                    </a:lnTo>
                    <a:lnTo>
                      <a:pt x="3139" y="3578"/>
                    </a:lnTo>
                    <a:lnTo>
                      <a:pt x="3076" y="3515"/>
                    </a:lnTo>
                    <a:lnTo>
                      <a:pt x="3013" y="3473"/>
                    </a:lnTo>
                    <a:lnTo>
                      <a:pt x="2867" y="3536"/>
                    </a:lnTo>
                    <a:lnTo>
                      <a:pt x="2804" y="3473"/>
                    </a:lnTo>
                    <a:lnTo>
                      <a:pt x="2930" y="3432"/>
                    </a:lnTo>
                    <a:lnTo>
                      <a:pt x="2930" y="3348"/>
                    </a:lnTo>
                    <a:lnTo>
                      <a:pt x="2804" y="3222"/>
                    </a:lnTo>
                    <a:lnTo>
                      <a:pt x="2825" y="3139"/>
                    </a:lnTo>
                    <a:lnTo>
                      <a:pt x="2762" y="3097"/>
                    </a:lnTo>
                    <a:lnTo>
                      <a:pt x="2637" y="3160"/>
                    </a:lnTo>
                    <a:lnTo>
                      <a:pt x="2658" y="3243"/>
                    </a:lnTo>
                    <a:lnTo>
                      <a:pt x="2637" y="3306"/>
                    </a:lnTo>
                    <a:lnTo>
                      <a:pt x="2532" y="3264"/>
                    </a:lnTo>
                    <a:lnTo>
                      <a:pt x="2595" y="3201"/>
                    </a:lnTo>
                    <a:lnTo>
                      <a:pt x="2553" y="3139"/>
                    </a:lnTo>
                    <a:lnTo>
                      <a:pt x="2448" y="3097"/>
                    </a:lnTo>
                    <a:lnTo>
                      <a:pt x="2406" y="3139"/>
                    </a:lnTo>
                    <a:lnTo>
                      <a:pt x="2323" y="3139"/>
                    </a:lnTo>
                    <a:lnTo>
                      <a:pt x="2344" y="3034"/>
                    </a:lnTo>
                    <a:lnTo>
                      <a:pt x="2344" y="2992"/>
                    </a:lnTo>
                    <a:lnTo>
                      <a:pt x="2323" y="2888"/>
                    </a:lnTo>
                    <a:lnTo>
                      <a:pt x="2218" y="2908"/>
                    </a:lnTo>
                    <a:lnTo>
                      <a:pt x="2093" y="3034"/>
                    </a:lnTo>
                    <a:lnTo>
                      <a:pt x="2114" y="3160"/>
                    </a:lnTo>
                    <a:lnTo>
                      <a:pt x="2030" y="3160"/>
                    </a:lnTo>
                    <a:lnTo>
                      <a:pt x="1988" y="3055"/>
                    </a:lnTo>
                    <a:lnTo>
                      <a:pt x="2030" y="2992"/>
                    </a:lnTo>
                    <a:lnTo>
                      <a:pt x="2030" y="2908"/>
                    </a:lnTo>
                    <a:lnTo>
                      <a:pt x="2093" y="2720"/>
                    </a:lnTo>
                    <a:lnTo>
                      <a:pt x="2009" y="2636"/>
                    </a:lnTo>
                    <a:lnTo>
                      <a:pt x="1883" y="2699"/>
                    </a:lnTo>
                    <a:lnTo>
                      <a:pt x="1883" y="2636"/>
                    </a:lnTo>
                    <a:lnTo>
                      <a:pt x="1988" y="2616"/>
                    </a:lnTo>
                    <a:lnTo>
                      <a:pt x="2030" y="2490"/>
                    </a:lnTo>
                    <a:lnTo>
                      <a:pt x="2009" y="2385"/>
                    </a:lnTo>
                    <a:lnTo>
                      <a:pt x="1925" y="2427"/>
                    </a:lnTo>
                    <a:lnTo>
                      <a:pt x="1862" y="2385"/>
                    </a:lnTo>
                    <a:lnTo>
                      <a:pt x="1800" y="2427"/>
                    </a:lnTo>
                    <a:lnTo>
                      <a:pt x="1695" y="2427"/>
                    </a:lnTo>
                    <a:lnTo>
                      <a:pt x="1758" y="2385"/>
                    </a:lnTo>
                    <a:lnTo>
                      <a:pt x="1758" y="2323"/>
                    </a:lnTo>
                    <a:lnTo>
                      <a:pt x="1653" y="2323"/>
                    </a:lnTo>
                    <a:lnTo>
                      <a:pt x="1590" y="2406"/>
                    </a:lnTo>
                    <a:lnTo>
                      <a:pt x="1444" y="2427"/>
                    </a:lnTo>
                    <a:lnTo>
                      <a:pt x="1444" y="2364"/>
                    </a:lnTo>
                    <a:lnTo>
                      <a:pt x="1507" y="2323"/>
                    </a:lnTo>
                    <a:lnTo>
                      <a:pt x="1570" y="2218"/>
                    </a:lnTo>
                    <a:lnTo>
                      <a:pt x="1590" y="2155"/>
                    </a:lnTo>
                    <a:lnTo>
                      <a:pt x="1674" y="2155"/>
                    </a:lnTo>
                    <a:lnTo>
                      <a:pt x="1779" y="2260"/>
                    </a:lnTo>
                    <a:lnTo>
                      <a:pt x="1925" y="2260"/>
                    </a:lnTo>
                    <a:lnTo>
                      <a:pt x="1904" y="2197"/>
                    </a:lnTo>
                    <a:lnTo>
                      <a:pt x="1800" y="2071"/>
                    </a:lnTo>
                    <a:lnTo>
                      <a:pt x="1695" y="2071"/>
                    </a:lnTo>
                    <a:lnTo>
                      <a:pt x="1758" y="2009"/>
                    </a:lnTo>
                    <a:lnTo>
                      <a:pt x="1611" y="1883"/>
                    </a:lnTo>
                    <a:lnTo>
                      <a:pt x="1507" y="1841"/>
                    </a:lnTo>
                    <a:lnTo>
                      <a:pt x="1570" y="1799"/>
                    </a:lnTo>
                    <a:lnTo>
                      <a:pt x="1590" y="1737"/>
                    </a:lnTo>
                    <a:lnTo>
                      <a:pt x="1653" y="1737"/>
                    </a:lnTo>
                    <a:lnTo>
                      <a:pt x="1695" y="1841"/>
                    </a:lnTo>
                    <a:lnTo>
                      <a:pt x="1800" y="1967"/>
                    </a:lnTo>
                    <a:lnTo>
                      <a:pt x="1967" y="1988"/>
                    </a:lnTo>
                    <a:lnTo>
                      <a:pt x="2030" y="2092"/>
                    </a:lnTo>
                    <a:lnTo>
                      <a:pt x="2114" y="2009"/>
                    </a:lnTo>
                    <a:lnTo>
                      <a:pt x="2176" y="2092"/>
                    </a:lnTo>
                    <a:lnTo>
                      <a:pt x="2344" y="2155"/>
                    </a:lnTo>
                    <a:lnTo>
                      <a:pt x="2448" y="2155"/>
                    </a:lnTo>
                    <a:lnTo>
                      <a:pt x="2511" y="2051"/>
                    </a:lnTo>
                    <a:lnTo>
                      <a:pt x="2490" y="1904"/>
                    </a:lnTo>
                    <a:lnTo>
                      <a:pt x="2239" y="1758"/>
                    </a:lnTo>
                    <a:lnTo>
                      <a:pt x="2134" y="1653"/>
                    </a:lnTo>
                    <a:lnTo>
                      <a:pt x="2072" y="1653"/>
                    </a:lnTo>
                    <a:lnTo>
                      <a:pt x="2030" y="1548"/>
                    </a:lnTo>
                    <a:lnTo>
                      <a:pt x="1925" y="1444"/>
                    </a:lnTo>
                    <a:lnTo>
                      <a:pt x="1883" y="1444"/>
                    </a:lnTo>
                    <a:lnTo>
                      <a:pt x="1821" y="1381"/>
                    </a:lnTo>
                    <a:lnTo>
                      <a:pt x="1883" y="1318"/>
                    </a:lnTo>
                    <a:lnTo>
                      <a:pt x="1967" y="1339"/>
                    </a:lnTo>
                    <a:lnTo>
                      <a:pt x="2030" y="1444"/>
                    </a:lnTo>
                    <a:lnTo>
                      <a:pt x="2114" y="1444"/>
                    </a:lnTo>
                    <a:lnTo>
                      <a:pt x="2134" y="1548"/>
                    </a:lnTo>
                    <a:lnTo>
                      <a:pt x="2197" y="1548"/>
                    </a:lnTo>
                    <a:lnTo>
                      <a:pt x="2239" y="1465"/>
                    </a:lnTo>
                    <a:lnTo>
                      <a:pt x="2197" y="1276"/>
                    </a:lnTo>
                    <a:lnTo>
                      <a:pt x="2072" y="1130"/>
                    </a:lnTo>
                    <a:lnTo>
                      <a:pt x="1988" y="1130"/>
                    </a:lnTo>
                    <a:lnTo>
                      <a:pt x="1967" y="1109"/>
                    </a:lnTo>
                    <a:lnTo>
                      <a:pt x="1821" y="1109"/>
                    </a:lnTo>
                    <a:lnTo>
                      <a:pt x="1695" y="1172"/>
                    </a:lnTo>
                    <a:lnTo>
                      <a:pt x="1590" y="1172"/>
                    </a:lnTo>
                    <a:lnTo>
                      <a:pt x="1486" y="1109"/>
                    </a:lnTo>
                    <a:lnTo>
                      <a:pt x="1402" y="1130"/>
                    </a:lnTo>
                    <a:lnTo>
                      <a:pt x="1360" y="1025"/>
                    </a:lnTo>
                    <a:lnTo>
                      <a:pt x="1235" y="1214"/>
                    </a:lnTo>
                    <a:lnTo>
                      <a:pt x="1067" y="1276"/>
                    </a:lnTo>
                    <a:lnTo>
                      <a:pt x="1046" y="1381"/>
                    </a:lnTo>
                    <a:lnTo>
                      <a:pt x="963" y="1423"/>
                    </a:lnTo>
                    <a:lnTo>
                      <a:pt x="963" y="1339"/>
                    </a:lnTo>
                    <a:lnTo>
                      <a:pt x="1046" y="1235"/>
                    </a:lnTo>
                    <a:lnTo>
                      <a:pt x="1088" y="1235"/>
                    </a:lnTo>
                    <a:lnTo>
                      <a:pt x="1339" y="1004"/>
                    </a:lnTo>
                    <a:lnTo>
                      <a:pt x="1360" y="921"/>
                    </a:lnTo>
                    <a:lnTo>
                      <a:pt x="1298" y="816"/>
                    </a:lnTo>
                    <a:lnTo>
                      <a:pt x="1298" y="544"/>
                    </a:lnTo>
                    <a:lnTo>
                      <a:pt x="1339" y="523"/>
                    </a:lnTo>
                    <a:lnTo>
                      <a:pt x="1256" y="419"/>
                    </a:lnTo>
                    <a:lnTo>
                      <a:pt x="1193" y="481"/>
                    </a:lnTo>
                    <a:lnTo>
                      <a:pt x="1088" y="481"/>
                    </a:lnTo>
                    <a:lnTo>
                      <a:pt x="1026" y="419"/>
                    </a:lnTo>
                    <a:lnTo>
                      <a:pt x="1026" y="314"/>
                    </a:lnTo>
                    <a:lnTo>
                      <a:pt x="1026" y="230"/>
                    </a:lnTo>
                    <a:lnTo>
                      <a:pt x="816" y="188"/>
                    </a:lnTo>
                    <a:lnTo>
                      <a:pt x="733" y="84"/>
                    </a:lnTo>
                    <a:lnTo>
                      <a:pt x="628" y="84"/>
                    </a:lnTo>
                    <a:lnTo>
                      <a:pt x="50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06" name="Google Shape;1506;p60"/>
              <p:cNvSpPr/>
              <p:nvPr/>
            </p:nvSpPr>
            <p:spPr>
              <a:xfrm>
                <a:off x="2687175" y="1694400"/>
                <a:ext cx="33500" cy="37675"/>
              </a:xfrm>
              <a:custGeom>
                <a:avLst/>
                <a:gdLst/>
                <a:ahLst/>
                <a:cxnLst/>
                <a:rect l="l" t="t" r="r" b="b"/>
                <a:pathLst>
                  <a:path w="1340" h="1507" extrusionOk="0">
                    <a:moveTo>
                      <a:pt x="796" y="0"/>
                    </a:moveTo>
                    <a:lnTo>
                      <a:pt x="670" y="21"/>
                    </a:lnTo>
                    <a:lnTo>
                      <a:pt x="607" y="84"/>
                    </a:lnTo>
                    <a:lnTo>
                      <a:pt x="691" y="147"/>
                    </a:lnTo>
                    <a:lnTo>
                      <a:pt x="691" y="231"/>
                    </a:lnTo>
                    <a:lnTo>
                      <a:pt x="628" y="210"/>
                    </a:lnTo>
                    <a:lnTo>
                      <a:pt x="565" y="147"/>
                    </a:lnTo>
                    <a:lnTo>
                      <a:pt x="461" y="126"/>
                    </a:lnTo>
                    <a:lnTo>
                      <a:pt x="419" y="210"/>
                    </a:lnTo>
                    <a:lnTo>
                      <a:pt x="524" y="210"/>
                    </a:lnTo>
                    <a:lnTo>
                      <a:pt x="565" y="251"/>
                    </a:lnTo>
                    <a:lnTo>
                      <a:pt x="524" y="293"/>
                    </a:lnTo>
                    <a:lnTo>
                      <a:pt x="398" y="314"/>
                    </a:lnTo>
                    <a:lnTo>
                      <a:pt x="356" y="335"/>
                    </a:lnTo>
                    <a:lnTo>
                      <a:pt x="398" y="440"/>
                    </a:lnTo>
                    <a:lnTo>
                      <a:pt x="419" y="461"/>
                    </a:lnTo>
                    <a:lnTo>
                      <a:pt x="419" y="523"/>
                    </a:lnTo>
                    <a:lnTo>
                      <a:pt x="293" y="461"/>
                    </a:lnTo>
                    <a:lnTo>
                      <a:pt x="168" y="503"/>
                    </a:lnTo>
                    <a:lnTo>
                      <a:pt x="84" y="565"/>
                    </a:lnTo>
                    <a:lnTo>
                      <a:pt x="42" y="712"/>
                    </a:lnTo>
                    <a:lnTo>
                      <a:pt x="0" y="733"/>
                    </a:lnTo>
                    <a:lnTo>
                      <a:pt x="0" y="754"/>
                    </a:lnTo>
                    <a:lnTo>
                      <a:pt x="63" y="754"/>
                    </a:lnTo>
                    <a:lnTo>
                      <a:pt x="42" y="837"/>
                    </a:lnTo>
                    <a:lnTo>
                      <a:pt x="42" y="879"/>
                    </a:lnTo>
                    <a:lnTo>
                      <a:pt x="63" y="921"/>
                    </a:lnTo>
                    <a:lnTo>
                      <a:pt x="147" y="816"/>
                    </a:lnTo>
                    <a:lnTo>
                      <a:pt x="168" y="837"/>
                    </a:lnTo>
                    <a:lnTo>
                      <a:pt x="105" y="963"/>
                    </a:lnTo>
                    <a:lnTo>
                      <a:pt x="147" y="1026"/>
                    </a:lnTo>
                    <a:lnTo>
                      <a:pt x="210" y="1067"/>
                    </a:lnTo>
                    <a:lnTo>
                      <a:pt x="272" y="1047"/>
                    </a:lnTo>
                    <a:lnTo>
                      <a:pt x="293" y="1067"/>
                    </a:lnTo>
                    <a:lnTo>
                      <a:pt x="314" y="1151"/>
                    </a:lnTo>
                    <a:lnTo>
                      <a:pt x="356" y="1151"/>
                    </a:lnTo>
                    <a:lnTo>
                      <a:pt x="398" y="1088"/>
                    </a:lnTo>
                    <a:lnTo>
                      <a:pt x="461" y="1130"/>
                    </a:lnTo>
                    <a:lnTo>
                      <a:pt x="461" y="1256"/>
                    </a:lnTo>
                    <a:lnTo>
                      <a:pt x="482" y="1298"/>
                    </a:lnTo>
                    <a:lnTo>
                      <a:pt x="586" y="1277"/>
                    </a:lnTo>
                    <a:lnTo>
                      <a:pt x="607" y="1402"/>
                    </a:lnTo>
                    <a:lnTo>
                      <a:pt x="712" y="1402"/>
                    </a:lnTo>
                    <a:lnTo>
                      <a:pt x="837" y="1486"/>
                    </a:lnTo>
                    <a:lnTo>
                      <a:pt x="942" y="1486"/>
                    </a:lnTo>
                    <a:lnTo>
                      <a:pt x="1005" y="1507"/>
                    </a:lnTo>
                    <a:lnTo>
                      <a:pt x="1026" y="1486"/>
                    </a:lnTo>
                    <a:lnTo>
                      <a:pt x="1005" y="1402"/>
                    </a:lnTo>
                    <a:lnTo>
                      <a:pt x="1088" y="1381"/>
                    </a:lnTo>
                    <a:lnTo>
                      <a:pt x="1151" y="1235"/>
                    </a:lnTo>
                    <a:lnTo>
                      <a:pt x="1130" y="1088"/>
                    </a:lnTo>
                    <a:lnTo>
                      <a:pt x="1214" y="942"/>
                    </a:lnTo>
                    <a:lnTo>
                      <a:pt x="1235" y="921"/>
                    </a:lnTo>
                    <a:lnTo>
                      <a:pt x="1319" y="712"/>
                    </a:lnTo>
                    <a:lnTo>
                      <a:pt x="1319" y="565"/>
                    </a:lnTo>
                    <a:lnTo>
                      <a:pt x="1340" y="523"/>
                    </a:lnTo>
                    <a:lnTo>
                      <a:pt x="1319" y="419"/>
                    </a:lnTo>
                    <a:lnTo>
                      <a:pt x="1235" y="335"/>
                    </a:lnTo>
                    <a:lnTo>
                      <a:pt x="1235" y="210"/>
                    </a:lnTo>
                    <a:lnTo>
                      <a:pt x="1193" y="147"/>
                    </a:lnTo>
                    <a:lnTo>
                      <a:pt x="1151" y="42"/>
                    </a:lnTo>
                    <a:lnTo>
                      <a:pt x="1005" y="0"/>
                    </a:lnTo>
                    <a:lnTo>
                      <a:pt x="900" y="42"/>
                    </a:lnTo>
                    <a:lnTo>
                      <a:pt x="79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07" name="Google Shape;1507;p60"/>
              <p:cNvSpPr/>
              <p:nvPr/>
            </p:nvSpPr>
            <p:spPr>
              <a:xfrm>
                <a:off x="2605050" y="1520200"/>
                <a:ext cx="42400" cy="26175"/>
              </a:xfrm>
              <a:custGeom>
                <a:avLst/>
                <a:gdLst/>
                <a:ahLst/>
                <a:cxnLst/>
                <a:rect l="l" t="t" r="r" b="b"/>
                <a:pathLst>
                  <a:path w="1696" h="1047" extrusionOk="0">
                    <a:moveTo>
                      <a:pt x="1570" y="1"/>
                    </a:moveTo>
                    <a:lnTo>
                      <a:pt x="1486" y="64"/>
                    </a:lnTo>
                    <a:lnTo>
                      <a:pt x="1256" y="64"/>
                    </a:lnTo>
                    <a:lnTo>
                      <a:pt x="1130" y="168"/>
                    </a:lnTo>
                    <a:lnTo>
                      <a:pt x="963" y="168"/>
                    </a:lnTo>
                    <a:lnTo>
                      <a:pt x="921" y="189"/>
                    </a:lnTo>
                    <a:lnTo>
                      <a:pt x="816" y="105"/>
                    </a:lnTo>
                    <a:lnTo>
                      <a:pt x="712" y="84"/>
                    </a:lnTo>
                    <a:lnTo>
                      <a:pt x="356" y="189"/>
                    </a:lnTo>
                    <a:lnTo>
                      <a:pt x="126" y="189"/>
                    </a:lnTo>
                    <a:lnTo>
                      <a:pt x="105" y="273"/>
                    </a:lnTo>
                    <a:lnTo>
                      <a:pt x="0" y="377"/>
                    </a:lnTo>
                    <a:lnTo>
                      <a:pt x="0" y="482"/>
                    </a:lnTo>
                    <a:lnTo>
                      <a:pt x="105" y="461"/>
                    </a:lnTo>
                    <a:lnTo>
                      <a:pt x="231" y="461"/>
                    </a:lnTo>
                    <a:lnTo>
                      <a:pt x="314" y="419"/>
                    </a:lnTo>
                    <a:lnTo>
                      <a:pt x="398" y="461"/>
                    </a:lnTo>
                    <a:lnTo>
                      <a:pt x="503" y="461"/>
                    </a:lnTo>
                    <a:lnTo>
                      <a:pt x="565" y="503"/>
                    </a:lnTo>
                    <a:lnTo>
                      <a:pt x="503" y="587"/>
                    </a:lnTo>
                    <a:lnTo>
                      <a:pt x="544" y="712"/>
                    </a:lnTo>
                    <a:lnTo>
                      <a:pt x="628" y="817"/>
                    </a:lnTo>
                    <a:lnTo>
                      <a:pt x="712" y="712"/>
                    </a:lnTo>
                    <a:lnTo>
                      <a:pt x="712" y="628"/>
                    </a:lnTo>
                    <a:lnTo>
                      <a:pt x="754" y="587"/>
                    </a:lnTo>
                    <a:lnTo>
                      <a:pt x="858" y="712"/>
                    </a:lnTo>
                    <a:lnTo>
                      <a:pt x="837" y="838"/>
                    </a:lnTo>
                    <a:lnTo>
                      <a:pt x="984" y="1005"/>
                    </a:lnTo>
                    <a:lnTo>
                      <a:pt x="1088" y="984"/>
                    </a:lnTo>
                    <a:lnTo>
                      <a:pt x="1151" y="1047"/>
                    </a:lnTo>
                    <a:lnTo>
                      <a:pt x="1360" y="1047"/>
                    </a:lnTo>
                    <a:lnTo>
                      <a:pt x="1465" y="942"/>
                    </a:lnTo>
                    <a:lnTo>
                      <a:pt x="1591" y="900"/>
                    </a:lnTo>
                    <a:lnTo>
                      <a:pt x="1674" y="670"/>
                    </a:lnTo>
                    <a:lnTo>
                      <a:pt x="1591" y="503"/>
                    </a:lnTo>
                    <a:lnTo>
                      <a:pt x="1695" y="356"/>
                    </a:lnTo>
                    <a:lnTo>
                      <a:pt x="1695" y="273"/>
                    </a:lnTo>
                    <a:lnTo>
                      <a:pt x="1612" y="147"/>
                    </a:lnTo>
                    <a:lnTo>
                      <a:pt x="1653" y="64"/>
                    </a:lnTo>
                    <a:lnTo>
                      <a:pt x="157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08" name="Google Shape;1508;p60"/>
              <p:cNvSpPr/>
              <p:nvPr/>
            </p:nvSpPr>
            <p:spPr>
              <a:xfrm>
                <a:off x="2443425" y="1547400"/>
                <a:ext cx="109875" cy="60700"/>
              </a:xfrm>
              <a:custGeom>
                <a:avLst/>
                <a:gdLst/>
                <a:ahLst/>
                <a:cxnLst/>
                <a:rect l="l" t="t" r="r" b="b"/>
                <a:pathLst>
                  <a:path w="4395" h="2428" extrusionOk="0">
                    <a:moveTo>
                      <a:pt x="4268" y="1"/>
                    </a:moveTo>
                    <a:lnTo>
                      <a:pt x="4185" y="43"/>
                    </a:lnTo>
                    <a:lnTo>
                      <a:pt x="4059" y="105"/>
                    </a:lnTo>
                    <a:lnTo>
                      <a:pt x="4059" y="252"/>
                    </a:lnTo>
                    <a:lnTo>
                      <a:pt x="4038" y="336"/>
                    </a:lnTo>
                    <a:lnTo>
                      <a:pt x="4059" y="377"/>
                    </a:lnTo>
                    <a:lnTo>
                      <a:pt x="3955" y="419"/>
                    </a:lnTo>
                    <a:lnTo>
                      <a:pt x="3934" y="315"/>
                    </a:lnTo>
                    <a:lnTo>
                      <a:pt x="3892" y="315"/>
                    </a:lnTo>
                    <a:lnTo>
                      <a:pt x="3871" y="377"/>
                    </a:lnTo>
                    <a:lnTo>
                      <a:pt x="3829" y="440"/>
                    </a:lnTo>
                    <a:lnTo>
                      <a:pt x="3766" y="357"/>
                    </a:lnTo>
                    <a:lnTo>
                      <a:pt x="3745" y="168"/>
                    </a:lnTo>
                    <a:lnTo>
                      <a:pt x="3641" y="64"/>
                    </a:lnTo>
                    <a:lnTo>
                      <a:pt x="3578" y="64"/>
                    </a:lnTo>
                    <a:lnTo>
                      <a:pt x="3557" y="126"/>
                    </a:lnTo>
                    <a:lnTo>
                      <a:pt x="3432" y="126"/>
                    </a:lnTo>
                    <a:lnTo>
                      <a:pt x="3306" y="64"/>
                    </a:lnTo>
                    <a:lnTo>
                      <a:pt x="3222" y="64"/>
                    </a:lnTo>
                    <a:lnTo>
                      <a:pt x="2992" y="43"/>
                    </a:lnTo>
                    <a:lnTo>
                      <a:pt x="2846" y="126"/>
                    </a:lnTo>
                    <a:lnTo>
                      <a:pt x="2804" y="231"/>
                    </a:lnTo>
                    <a:lnTo>
                      <a:pt x="2741" y="315"/>
                    </a:lnTo>
                    <a:lnTo>
                      <a:pt x="2699" y="273"/>
                    </a:lnTo>
                    <a:lnTo>
                      <a:pt x="2636" y="273"/>
                    </a:lnTo>
                    <a:lnTo>
                      <a:pt x="2364" y="482"/>
                    </a:lnTo>
                    <a:lnTo>
                      <a:pt x="2281" y="566"/>
                    </a:lnTo>
                    <a:lnTo>
                      <a:pt x="2197" y="566"/>
                    </a:lnTo>
                    <a:lnTo>
                      <a:pt x="2051" y="670"/>
                    </a:lnTo>
                    <a:lnTo>
                      <a:pt x="1946" y="691"/>
                    </a:lnTo>
                    <a:lnTo>
                      <a:pt x="1862" y="775"/>
                    </a:lnTo>
                    <a:lnTo>
                      <a:pt x="1841" y="859"/>
                    </a:lnTo>
                    <a:lnTo>
                      <a:pt x="1653" y="859"/>
                    </a:lnTo>
                    <a:lnTo>
                      <a:pt x="1590" y="880"/>
                    </a:lnTo>
                    <a:lnTo>
                      <a:pt x="1465" y="859"/>
                    </a:lnTo>
                    <a:lnTo>
                      <a:pt x="1423" y="901"/>
                    </a:lnTo>
                    <a:lnTo>
                      <a:pt x="1339" y="901"/>
                    </a:lnTo>
                    <a:lnTo>
                      <a:pt x="1151" y="1068"/>
                    </a:lnTo>
                    <a:lnTo>
                      <a:pt x="1025" y="1152"/>
                    </a:lnTo>
                    <a:lnTo>
                      <a:pt x="900" y="1089"/>
                    </a:lnTo>
                    <a:lnTo>
                      <a:pt x="795" y="1152"/>
                    </a:lnTo>
                    <a:lnTo>
                      <a:pt x="523" y="1193"/>
                    </a:lnTo>
                    <a:lnTo>
                      <a:pt x="398" y="1382"/>
                    </a:lnTo>
                    <a:lnTo>
                      <a:pt x="314" y="1382"/>
                    </a:lnTo>
                    <a:lnTo>
                      <a:pt x="167" y="1403"/>
                    </a:lnTo>
                    <a:lnTo>
                      <a:pt x="105" y="1528"/>
                    </a:lnTo>
                    <a:lnTo>
                      <a:pt x="209" y="1528"/>
                    </a:lnTo>
                    <a:lnTo>
                      <a:pt x="272" y="1591"/>
                    </a:lnTo>
                    <a:lnTo>
                      <a:pt x="167" y="1591"/>
                    </a:lnTo>
                    <a:lnTo>
                      <a:pt x="126" y="1633"/>
                    </a:lnTo>
                    <a:lnTo>
                      <a:pt x="209" y="1717"/>
                    </a:lnTo>
                    <a:lnTo>
                      <a:pt x="188" y="1779"/>
                    </a:lnTo>
                    <a:lnTo>
                      <a:pt x="0" y="1842"/>
                    </a:lnTo>
                    <a:lnTo>
                      <a:pt x="0" y="1905"/>
                    </a:lnTo>
                    <a:lnTo>
                      <a:pt x="126" y="1926"/>
                    </a:lnTo>
                    <a:lnTo>
                      <a:pt x="230" y="1905"/>
                    </a:lnTo>
                    <a:lnTo>
                      <a:pt x="293" y="1821"/>
                    </a:lnTo>
                    <a:lnTo>
                      <a:pt x="377" y="1800"/>
                    </a:lnTo>
                    <a:lnTo>
                      <a:pt x="481" y="1842"/>
                    </a:lnTo>
                    <a:lnTo>
                      <a:pt x="586" y="1989"/>
                    </a:lnTo>
                    <a:lnTo>
                      <a:pt x="586" y="2114"/>
                    </a:lnTo>
                    <a:lnTo>
                      <a:pt x="691" y="2156"/>
                    </a:lnTo>
                    <a:lnTo>
                      <a:pt x="732" y="2114"/>
                    </a:lnTo>
                    <a:lnTo>
                      <a:pt x="732" y="2009"/>
                    </a:lnTo>
                    <a:lnTo>
                      <a:pt x="753" y="1989"/>
                    </a:lnTo>
                    <a:lnTo>
                      <a:pt x="816" y="1821"/>
                    </a:lnTo>
                    <a:lnTo>
                      <a:pt x="858" y="1821"/>
                    </a:lnTo>
                    <a:lnTo>
                      <a:pt x="1004" y="1779"/>
                    </a:lnTo>
                    <a:lnTo>
                      <a:pt x="1067" y="1800"/>
                    </a:lnTo>
                    <a:lnTo>
                      <a:pt x="1046" y="1884"/>
                    </a:lnTo>
                    <a:lnTo>
                      <a:pt x="942" y="1926"/>
                    </a:lnTo>
                    <a:lnTo>
                      <a:pt x="900" y="2093"/>
                    </a:lnTo>
                    <a:lnTo>
                      <a:pt x="942" y="2156"/>
                    </a:lnTo>
                    <a:lnTo>
                      <a:pt x="858" y="2240"/>
                    </a:lnTo>
                    <a:lnTo>
                      <a:pt x="816" y="2323"/>
                    </a:lnTo>
                    <a:lnTo>
                      <a:pt x="858" y="2407"/>
                    </a:lnTo>
                    <a:lnTo>
                      <a:pt x="921" y="2323"/>
                    </a:lnTo>
                    <a:lnTo>
                      <a:pt x="1004" y="2344"/>
                    </a:lnTo>
                    <a:lnTo>
                      <a:pt x="1004" y="2428"/>
                    </a:lnTo>
                    <a:lnTo>
                      <a:pt x="1046" y="2428"/>
                    </a:lnTo>
                    <a:lnTo>
                      <a:pt x="1235" y="2323"/>
                    </a:lnTo>
                    <a:lnTo>
                      <a:pt x="1318" y="2219"/>
                    </a:lnTo>
                    <a:lnTo>
                      <a:pt x="1381" y="2240"/>
                    </a:lnTo>
                    <a:lnTo>
                      <a:pt x="1444" y="2135"/>
                    </a:lnTo>
                    <a:lnTo>
                      <a:pt x="1444" y="2009"/>
                    </a:lnTo>
                    <a:lnTo>
                      <a:pt x="1527" y="2009"/>
                    </a:lnTo>
                    <a:lnTo>
                      <a:pt x="1590" y="1905"/>
                    </a:lnTo>
                    <a:lnTo>
                      <a:pt x="1590" y="1779"/>
                    </a:lnTo>
                    <a:lnTo>
                      <a:pt x="1653" y="1717"/>
                    </a:lnTo>
                    <a:lnTo>
                      <a:pt x="1674" y="1779"/>
                    </a:lnTo>
                    <a:lnTo>
                      <a:pt x="1653" y="1842"/>
                    </a:lnTo>
                    <a:lnTo>
                      <a:pt x="1674" y="1926"/>
                    </a:lnTo>
                    <a:lnTo>
                      <a:pt x="1653" y="2051"/>
                    </a:lnTo>
                    <a:lnTo>
                      <a:pt x="1674" y="2198"/>
                    </a:lnTo>
                    <a:lnTo>
                      <a:pt x="1737" y="2198"/>
                    </a:lnTo>
                    <a:lnTo>
                      <a:pt x="1841" y="2051"/>
                    </a:lnTo>
                    <a:lnTo>
                      <a:pt x="1862" y="1926"/>
                    </a:lnTo>
                    <a:lnTo>
                      <a:pt x="1883" y="1884"/>
                    </a:lnTo>
                    <a:lnTo>
                      <a:pt x="1967" y="1842"/>
                    </a:lnTo>
                    <a:lnTo>
                      <a:pt x="2092" y="1696"/>
                    </a:lnTo>
                    <a:lnTo>
                      <a:pt x="2113" y="1570"/>
                    </a:lnTo>
                    <a:lnTo>
                      <a:pt x="2092" y="1465"/>
                    </a:lnTo>
                    <a:lnTo>
                      <a:pt x="2155" y="1361"/>
                    </a:lnTo>
                    <a:lnTo>
                      <a:pt x="2197" y="1486"/>
                    </a:lnTo>
                    <a:lnTo>
                      <a:pt x="2406" y="1361"/>
                    </a:lnTo>
                    <a:lnTo>
                      <a:pt x="2469" y="1193"/>
                    </a:lnTo>
                    <a:lnTo>
                      <a:pt x="2490" y="1089"/>
                    </a:lnTo>
                    <a:lnTo>
                      <a:pt x="2595" y="1068"/>
                    </a:lnTo>
                    <a:lnTo>
                      <a:pt x="2636" y="1047"/>
                    </a:lnTo>
                    <a:lnTo>
                      <a:pt x="2720" y="1089"/>
                    </a:lnTo>
                    <a:lnTo>
                      <a:pt x="2825" y="984"/>
                    </a:lnTo>
                    <a:lnTo>
                      <a:pt x="2888" y="1047"/>
                    </a:lnTo>
                    <a:lnTo>
                      <a:pt x="2825" y="1256"/>
                    </a:lnTo>
                    <a:lnTo>
                      <a:pt x="2678" y="1403"/>
                    </a:lnTo>
                    <a:lnTo>
                      <a:pt x="2636" y="1507"/>
                    </a:lnTo>
                    <a:lnTo>
                      <a:pt x="2574" y="1591"/>
                    </a:lnTo>
                    <a:lnTo>
                      <a:pt x="2574" y="1633"/>
                    </a:lnTo>
                    <a:lnTo>
                      <a:pt x="2469" y="1696"/>
                    </a:lnTo>
                    <a:lnTo>
                      <a:pt x="2323" y="1926"/>
                    </a:lnTo>
                    <a:lnTo>
                      <a:pt x="2323" y="1989"/>
                    </a:lnTo>
                    <a:lnTo>
                      <a:pt x="2385" y="2093"/>
                    </a:lnTo>
                    <a:lnTo>
                      <a:pt x="2364" y="2198"/>
                    </a:lnTo>
                    <a:lnTo>
                      <a:pt x="2427" y="2219"/>
                    </a:lnTo>
                    <a:lnTo>
                      <a:pt x="2532" y="2261"/>
                    </a:lnTo>
                    <a:lnTo>
                      <a:pt x="2616" y="2198"/>
                    </a:lnTo>
                    <a:lnTo>
                      <a:pt x="2720" y="2135"/>
                    </a:lnTo>
                    <a:lnTo>
                      <a:pt x="2741" y="2030"/>
                    </a:lnTo>
                    <a:lnTo>
                      <a:pt x="2741" y="1926"/>
                    </a:lnTo>
                    <a:lnTo>
                      <a:pt x="2825" y="1842"/>
                    </a:lnTo>
                    <a:lnTo>
                      <a:pt x="2888" y="1737"/>
                    </a:lnTo>
                    <a:lnTo>
                      <a:pt x="2950" y="1737"/>
                    </a:lnTo>
                    <a:lnTo>
                      <a:pt x="3013" y="1717"/>
                    </a:lnTo>
                    <a:lnTo>
                      <a:pt x="3097" y="1779"/>
                    </a:lnTo>
                    <a:lnTo>
                      <a:pt x="3201" y="1779"/>
                    </a:lnTo>
                    <a:lnTo>
                      <a:pt x="3243" y="1717"/>
                    </a:lnTo>
                    <a:lnTo>
                      <a:pt x="3432" y="1717"/>
                    </a:lnTo>
                    <a:lnTo>
                      <a:pt x="3515" y="1612"/>
                    </a:lnTo>
                    <a:lnTo>
                      <a:pt x="3557" y="1403"/>
                    </a:lnTo>
                    <a:lnTo>
                      <a:pt x="3662" y="1256"/>
                    </a:lnTo>
                    <a:lnTo>
                      <a:pt x="3662" y="1152"/>
                    </a:lnTo>
                    <a:lnTo>
                      <a:pt x="3683" y="1089"/>
                    </a:lnTo>
                    <a:lnTo>
                      <a:pt x="3766" y="1214"/>
                    </a:lnTo>
                    <a:lnTo>
                      <a:pt x="3871" y="1256"/>
                    </a:lnTo>
                    <a:lnTo>
                      <a:pt x="3892" y="1193"/>
                    </a:lnTo>
                    <a:lnTo>
                      <a:pt x="3892" y="1110"/>
                    </a:lnTo>
                    <a:lnTo>
                      <a:pt x="3787" y="963"/>
                    </a:lnTo>
                    <a:lnTo>
                      <a:pt x="3787" y="880"/>
                    </a:lnTo>
                    <a:lnTo>
                      <a:pt x="3934" y="775"/>
                    </a:lnTo>
                    <a:lnTo>
                      <a:pt x="4038" y="754"/>
                    </a:lnTo>
                    <a:lnTo>
                      <a:pt x="4143" y="691"/>
                    </a:lnTo>
                    <a:lnTo>
                      <a:pt x="4206" y="733"/>
                    </a:lnTo>
                    <a:lnTo>
                      <a:pt x="4289" y="733"/>
                    </a:lnTo>
                    <a:lnTo>
                      <a:pt x="4394" y="587"/>
                    </a:lnTo>
                    <a:lnTo>
                      <a:pt x="4373" y="524"/>
                    </a:lnTo>
                    <a:lnTo>
                      <a:pt x="4352" y="273"/>
                    </a:lnTo>
                    <a:lnTo>
                      <a:pt x="4373" y="231"/>
                    </a:lnTo>
                    <a:lnTo>
                      <a:pt x="4352" y="168"/>
                    </a:lnTo>
                    <a:lnTo>
                      <a:pt x="4352" y="22"/>
                    </a:lnTo>
                    <a:lnTo>
                      <a:pt x="426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09" name="Google Shape;1509;p60"/>
              <p:cNvSpPr/>
              <p:nvPr/>
            </p:nvSpPr>
            <p:spPr>
              <a:xfrm>
                <a:off x="2580975" y="1547400"/>
                <a:ext cx="48150" cy="32475"/>
              </a:xfrm>
              <a:custGeom>
                <a:avLst/>
                <a:gdLst/>
                <a:ahLst/>
                <a:cxnLst/>
                <a:rect l="l" t="t" r="r" b="b"/>
                <a:pathLst>
                  <a:path w="1926" h="1299" extrusionOk="0">
                    <a:moveTo>
                      <a:pt x="796" y="1"/>
                    </a:moveTo>
                    <a:lnTo>
                      <a:pt x="524" y="43"/>
                    </a:lnTo>
                    <a:lnTo>
                      <a:pt x="440" y="43"/>
                    </a:lnTo>
                    <a:lnTo>
                      <a:pt x="336" y="126"/>
                    </a:lnTo>
                    <a:lnTo>
                      <a:pt x="231" y="168"/>
                    </a:lnTo>
                    <a:lnTo>
                      <a:pt x="210" y="315"/>
                    </a:lnTo>
                    <a:lnTo>
                      <a:pt x="64" y="419"/>
                    </a:lnTo>
                    <a:lnTo>
                      <a:pt x="64" y="524"/>
                    </a:lnTo>
                    <a:lnTo>
                      <a:pt x="1" y="629"/>
                    </a:lnTo>
                    <a:lnTo>
                      <a:pt x="22" y="754"/>
                    </a:lnTo>
                    <a:lnTo>
                      <a:pt x="22" y="880"/>
                    </a:lnTo>
                    <a:lnTo>
                      <a:pt x="106" y="880"/>
                    </a:lnTo>
                    <a:lnTo>
                      <a:pt x="231" y="963"/>
                    </a:lnTo>
                    <a:lnTo>
                      <a:pt x="315" y="1110"/>
                    </a:lnTo>
                    <a:lnTo>
                      <a:pt x="231" y="1193"/>
                    </a:lnTo>
                    <a:lnTo>
                      <a:pt x="252" y="1214"/>
                    </a:lnTo>
                    <a:lnTo>
                      <a:pt x="378" y="1214"/>
                    </a:lnTo>
                    <a:lnTo>
                      <a:pt x="524" y="1256"/>
                    </a:lnTo>
                    <a:lnTo>
                      <a:pt x="566" y="1214"/>
                    </a:lnTo>
                    <a:lnTo>
                      <a:pt x="691" y="1298"/>
                    </a:lnTo>
                    <a:lnTo>
                      <a:pt x="838" y="1298"/>
                    </a:lnTo>
                    <a:lnTo>
                      <a:pt x="943" y="1256"/>
                    </a:lnTo>
                    <a:lnTo>
                      <a:pt x="1068" y="1256"/>
                    </a:lnTo>
                    <a:lnTo>
                      <a:pt x="1110" y="1152"/>
                    </a:lnTo>
                    <a:lnTo>
                      <a:pt x="1110" y="1089"/>
                    </a:lnTo>
                    <a:lnTo>
                      <a:pt x="1215" y="1068"/>
                    </a:lnTo>
                    <a:lnTo>
                      <a:pt x="1256" y="984"/>
                    </a:lnTo>
                    <a:lnTo>
                      <a:pt x="1403" y="796"/>
                    </a:lnTo>
                    <a:lnTo>
                      <a:pt x="1382" y="733"/>
                    </a:lnTo>
                    <a:lnTo>
                      <a:pt x="1319" y="754"/>
                    </a:lnTo>
                    <a:lnTo>
                      <a:pt x="1215" y="733"/>
                    </a:lnTo>
                    <a:lnTo>
                      <a:pt x="1215" y="670"/>
                    </a:lnTo>
                    <a:lnTo>
                      <a:pt x="1361" y="545"/>
                    </a:lnTo>
                    <a:lnTo>
                      <a:pt x="1466" y="545"/>
                    </a:lnTo>
                    <a:lnTo>
                      <a:pt x="1738" y="440"/>
                    </a:lnTo>
                    <a:lnTo>
                      <a:pt x="1821" y="461"/>
                    </a:lnTo>
                    <a:lnTo>
                      <a:pt x="1926" y="273"/>
                    </a:lnTo>
                    <a:lnTo>
                      <a:pt x="1905" y="231"/>
                    </a:lnTo>
                    <a:lnTo>
                      <a:pt x="1779" y="210"/>
                    </a:lnTo>
                    <a:lnTo>
                      <a:pt x="1717" y="147"/>
                    </a:lnTo>
                    <a:lnTo>
                      <a:pt x="1591" y="126"/>
                    </a:lnTo>
                    <a:lnTo>
                      <a:pt x="1424" y="126"/>
                    </a:lnTo>
                    <a:lnTo>
                      <a:pt x="1403" y="105"/>
                    </a:lnTo>
                    <a:lnTo>
                      <a:pt x="1256" y="43"/>
                    </a:lnTo>
                    <a:lnTo>
                      <a:pt x="1173" y="64"/>
                    </a:lnTo>
                    <a:lnTo>
                      <a:pt x="1047" y="64"/>
                    </a:lnTo>
                    <a:lnTo>
                      <a:pt x="963" y="43"/>
                    </a:lnTo>
                    <a:lnTo>
                      <a:pt x="859" y="43"/>
                    </a:lnTo>
                    <a:lnTo>
                      <a:pt x="79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10" name="Google Shape;1510;p60"/>
              <p:cNvSpPr/>
              <p:nvPr/>
            </p:nvSpPr>
            <p:spPr>
              <a:xfrm>
                <a:off x="2474800" y="1600250"/>
                <a:ext cx="142825" cy="88425"/>
              </a:xfrm>
              <a:custGeom>
                <a:avLst/>
                <a:gdLst/>
                <a:ahLst/>
                <a:cxnLst/>
                <a:rect l="l" t="t" r="r" b="b"/>
                <a:pathLst>
                  <a:path w="5713" h="3537" extrusionOk="0">
                    <a:moveTo>
                      <a:pt x="2177" y="0"/>
                    </a:moveTo>
                    <a:lnTo>
                      <a:pt x="1863" y="84"/>
                    </a:lnTo>
                    <a:lnTo>
                      <a:pt x="1800" y="126"/>
                    </a:lnTo>
                    <a:lnTo>
                      <a:pt x="1863" y="188"/>
                    </a:lnTo>
                    <a:lnTo>
                      <a:pt x="1863" y="293"/>
                    </a:lnTo>
                    <a:lnTo>
                      <a:pt x="1988" y="356"/>
                    </a:lnTo>
                    <a:lnTo>
                      <a:pt x="2051" y="460"/>
                    </a:lnTo>
                    <a:lnTo>
                      <a:pt x="1967" y="439"/>
                    </a:lnTo>
                    <a:lnTo>
                      <a:pt x="1842" y="335"/>
                    </a:lnTo>
                    <a:lnTo>
                      <a:pt x="1758" y="335"/>
                    </a:lnTo>
                    <a:lnTo>
                      <a:pt x="1695" y="293"/>
                    </a:lnTo>
                    <a:lnTo>
                      <a:pt x="1591" y="293"/>
                    </a:lnTo>
                    <a:lnTo>
                      <a:pt x="1465" y="335"/>
                    </a:lnTo>
                    <a:lnTo>
                      <a:pt x="1381" y="335"/>
                    </a:lnTo>
                    <a:lnTo>
                      <a:pt x="1319" y="398"/>
                    </a:lnTo>
                    <a:lnTo>
                      <a:pt x="1256" y="502"/>
                    </a:lnTo>
                    <a:lnTo>
                      <a:pt x="1130" y="607"/>
                    </a:lnTo>
                    <a:lnTo>
                      <a:pt x="1214" y="711"/>
                    </a:lnTo>
                    <a:lnTo>
                      <a:pt x="1444" y="753"/>
                    </a:lnTo>
                    <a:lnTo>
                      <a:pt x="1549" y="753"/>
                    </a:lnTo>
                    <a:lnTo>
                      <a:pt x="1653" y="837"/>
                    </a:lnTo>
                    <a:lnTo>
                      <a:pt x="1737" y="837"/>
                    </a:lnTo>
                    <a:lnTo>
                      <a:pt x="1758" y="879"/>
                    </a:lnTo>
                    <a:lnTo>
                      <a:pt x="1695" y="921"/>
                    </a:lnTo>
                    <a:lnTo>
                      <a:pt x="1570" y="879"/>
                    </a:lnTo>
                    <a:lnTo>
                      <a:pt x="1319" y="858"/>
                    </a:lnTo>
                    <a:lnTo>
                      <a:pt x="1109" y="879"/>
                    </a:lnTo>
                    <a:lnTo>
                      <a:pt x="1026" y="858"/>
                    </a:lnTo>
                    <a:lnTo>
                      <a:pt x="921" y="879"/>
                    </a:lnTo>
                    <a:lnTo>
                      <a:pt x="754" y="1046"/>
                    </a:lnTo>
                    <a:lnTo>
                      <a:pt x="607" y="1193"/>
                    </a:lnTo>
                    <a:lnTo>
                      <a:pt x="628" y="1256"/>
                    </a:lnTo>
                    <a:lnTo>
                      <a:pt x="754" y="1256"/>
                    </a:lnTo>
                    <a:lnTo>
                      <a:pt x="942" y="1297"/>
                    </a:lnTo>
                    <a:lnTo>
                      <a:pt x="1068" y="1276"/>
                    </a:lnTo>
                    <a:lnTo>
                      <a:pt x="1214" y="1276"/>
                    </a:lnTo>
                    <a:lnTo>
                      <a:pt x="1256" y="1339"/>
                    </a:lnTo>
                    <a:lnTo>
                      <a:pt x="1340" y="1381"/>
                    </a:lnTo>
                    <a:lnTo>
                      <a:pt x="1214" y="1486"/>
                    </a:lnTo>
                    <a:lnTo>
                      <a:pt x="1068" y="1486"/>
                    </a:lnTo>
                    <a:lnTo>
                      <a:pt x="963" y="1569"/>
                    </a:lnTo>
                    <a:lnTo>
                      <a:pt x="837" y="1548"/>
                    </a:lnTo>
                    <a:lnTo>
                      <a:pt x="712" y="1465"/>
                    </a:lnTo>
                    <a:lnTo>
                      <a:pt x="503" y="1465"/>
                    </a:lnTo>
                    <a:lnTo>
                      <a:pt x="419" y="1444"/>
                    </a:lnTo>
                    <a:lnTo>
                      <a:pt x="314" y="1465"/>
                    </a:lnTo>
                    <a:lnTo>
                      <a:pt x="84" y="1611"/>
                    </a:lnTo>
                    <a:lnTo>
                      <a:pt x="126" y="1674"/>
                    </a:lnTo>
                    <a:lnTo>
                      <a:pt x="126" y="1800"/>
                    </a:lnTo>
                    <a:lnTo>
                      <a:pt x="0" y="1800"/>
                    </a:lnTo>
                    <a:lnTo>
                      <a:pt x="0" y="1862"/>
                    </a:lnTo>
                    <a:lnTo>
                      <a:pt x="189" y="1988"/>
                    </a:lnTo>
                    <a:lnTo>
                      <a:pt x="314" y="2134"/>
                    </a:lnTo>
                    <a:lnTo>
                      <a:pt x="377" y="2134"/>
                    </a:lnTo>
                    <a:lnTo>
                      <a:pt x="398" y="2030"/>
                    </a:lnTo>
                    <a:lnTo>
                      <a:pt x="482" y="2072"/>
                    </a:lnTo>
                    <a:lnTo>
                      <a:pt x="419" y="2134"/>
                    </a:lnTo>
                    <a:lnTo>
                      <a:pt x="544" y="2239"/>
                    </a:lnTo>
                    <a:lnTo>
                      <a:pt x="544" y="2385"/>
                    </a:lnTo>
                    <a:lnTo>
                      <a:pt x="649" y="2427"/>
                    </a:lnTo>
                    <a:lnTo>
                      <a:pt x="733" y="2344"/>
                    </a:lnTo>
                    <a:lnTo>
                      <a:pt x="733" y="2218"/>
                    </a:lnTo>
                    <a:lnTo>
                      <a:pt x="796" y="2239"/>
                    </a:lnTo>
                    <a:lnTo>
                      <a:pt x="900" y="2239"/>
                    </a:lnTo>
                    <a:lnTo>
                      <a:pt x="837" y="2323"/>
                    </a:lnTo>
                    <a:lnTo>
                      <a:pt x="837" y="2427"/>
                    </a:lnTo>
                    <a:lnTo>
                      <a:pt x="963" y="2511"/>
                    </a:lnTo>
                    <a:lnTo>
                      <a:pt x="1068" y="2490"/>
                    </a:lnTo>
                    <a:lnTo>
                      <a:pt x="1109" y="2406"/>
                    </a:lnTo>
                    <a:lnTo>
                      <a:pt x="1277" y="2323"/>
                    </a:lnTo>
                    <a:lnTo>
                      <a:pt x="1319" y="2197"/>
                    </a:lnTo>
                    <a:lnTo>
                      <a:pt x="1340" y="2176"/>
                    </a:lnTo>
                    <a:lnTo>
                      <a:pt x="1423" y="2281"/>
                    </a:lnTo>
                    <a:lnTo>
                      <a:pt x="1465" y="2197"/>
                    </a:lnTo>
                    <a:lnTo>
                      <a:pt x="1591" y="2176"/>
                    </a:lnTo>
                    <a:lnTo>
                      <a:pt x="1674" y="2176"/>
                    </a:lnTo>
                    <a:lnTo>
                      <a:pt x="1549" y="2281"/>
                    </a:lnTo>
                    <a:lnTo>
                      <a:pt x="1423" y="2344"/>
                    </a:lnTo>
                    <a:lnTo>
                      <a:pt x="1423" y="2448"/>
                    </a:lnTo>
                    <a:lnTo>
                      <a:pt x="1570" y="2511"/>
                    </a:lnTo>
                    <a:lnTo>
                      <a:pt x="1674" y="2490"/>
                    </a:lnTo>
                    <a:lnTo>
                      <a:pt x="1737" y="2532"/>
                    </a:lnTo>
                    <a:lnTo>
                      <a:pt x="1842" y="2511"/>
                    </a:lnTo>
                    <a:lnTo>
                      <a:pt x="1946" y="2490"/>
                    </a:lnTo>
                    <a:lnTo>
                      <a:pt x="2009" y="2406"/>
                    </a:lnTo>
                    <a:lnTo>
                      <a:pt x="2093" y="2490"/>
                    </a:lnTo>
                    <a:lnTo>
                      <a:pt x="2093" y="2553"/>
                    </a:lnTo>
                    <a:lnTo>
                      <a:pt x="2260" y="2553"/>
                    </a:lnTo>
                    <a:lnTo>
                      <a:pt x="2407" y="2490"/>
                    </a:lnTo>
                    <a:lnTo>
                      <a:pt x="2407" y="2553"/>
                    </a:lnTo>
                    <a:lnTo>
                      <a:pt x="2574" y="2553"/>
                    </a:lnTo>
                    <a:lnTo>
                      <a:pt x="2637" y="2490"/>
                    </a:lnTo>
                    <a:lnTo>
                      <a:pt x="2700" y="2532"/>
                    </a:lnTo>
                    <a:lnTo>
                      <a:pt x="2616" y="2595"/>
                    </a:lnTo>
                    <a:lnTo>
                      <a:pt x="2595" y="2657"/>
                    </a:lnTo>
                    <a:lnTo>
                      <a:pt x="2323" y="2657"/>
                    </a:lnTo>
                    <a:lnTo>
                      <a:pt x="2218" y="2741"/>
                    </a:lnTo>
                    <a:lnTo>
                      <a:pt x="2156" y="2720"/>
                    </a:lnTo>
                    <a:lnTo>
                      <a:pt x="2009" y="2720"/>
                    </a:lnTo>
                    <a:lnTo>
                      <a:pt x="1842" y="2657"/>
                    </a:lnTo>
                    <a:lnTo>
                      <a:pt x="1653" y="2657"/>
                    </a:lnTo>
                    <a:lnTo>
                      <a:pt x="1486" y="2741"/>
                    </a:lnTo>
                    <a:lnTo>
                      <a:pt x="1381" y="2741"/>
                    </a:lnTo>
                    <a:lnTo>
                      <a:pt x="1256" y="2720"/>
                    </a:lnTo>
                    <a:lnTo>
                      <a:pt x="1172" y="2762"/>
                    </a:lnTo>
                    <a:lnTo>
                      <a:pt x="1005" y="2720"/>
                    </a:lnTo>
                    <a:lnTo>
                      <a:pt x="837" y="2762"/>
                    </a:lnTo>
                    <a:lnTo>
                      <a:pt x="816" y="2950"/>
                    </a:lnTo>
                    <a:lnTo>
                      <a:pt x="837" y="3034"/>
                    </a:lnTo>
                    <a:lnTo>
                      <a:pt x="796" y="3160"/>
                    </a:lnTo>
                    <a:lnTo>
                      <a:pt x="921" y="3285"/>
                    </a:lnTo>
                    <a:lnTo>
                      <a:pt x="963" y="3390"/>
                    </a:lnTo>
                    <a:lnTo>
                      <a:pt x="1130" y="3432"/>
                    </a:lnTo>
                    <a:lnTo>
                      <a:pt x="1319" y="3494"/>
                    </a:lnTo>
                    <a:lnTo>
                      <a:pt x="1465" y="3494"/>
                    </a:lnTo>
                    <a:lnTo>
                      <a:pt x="1633" y="3452"/>
                    </a:lnTo>
                    <a:lnTo>
                      <a:pt x="1779" y="3452"/>
                    </a:lnTo>
                    <a:lnTo>
                      <a:pt x="1800" y="3536"/>
                    </a:lnTo>
                    <a:lnTo>
                      <a:pt x="1946" y="3536"/>
                    </a:lnTo>
                    <a:lnTo>
                      <a:pt x="2072" y="3473"/>
                    </a:lnTo>
                    <a:lnTo>
                      <a:pt x="2093" y="3473"/>
                    </a:lnTo>
                    <a:lnTo>
                      <a:pt x="2218" y="3452"/>
                    </a:lnTo>
                    <a:lnTo>
                      <a:pt x="2260" y="3369"/>
                    </a:lnTo>
                    <a:lnTo>
                      <a:pt x="2386" y="3369"/>
                    </a:lnTo>
                    <a:lnTo>
                      <a:pt x="2428" y="3348"/>
                    </a:lnTo>
                    <a:lnTo>
                      <a:pt x="2469" y="3243"/>
                    </a:lnTo>
                    <a:lnTo>
                      <a:pt x="2532" y="3222"/>
                    </a:lnTo>
                    <a:lnTo>
                      <a:pt x="2616" y="3222"/>
                    </a:lnTo>
                    <a:lnTo>
                      <a:pt x="2679" y="3139"/>
                    </a:lnTo>
                    <a:lnTo>
                      <a:pt x="2741" y="3180"/>
                    </a:lnTo>
                    <a:lnTo>
                      <a:pt x="2909" y="3180"/>
                    </a:lnTo>
                    <a:lnTo>
                      <a:pt x="2930" y="3222"/>
                    </a:lnTo>
                    <a:lnTo>
                      <a:pt x="3055" y="3222"/>
                    </a:lnTo>
                    <a:lnTo>
                      <a:pt x="3118" y="3160"/>
                    </a:lnTo>
                    <a:lnTo>
                      <a:pt x="3306" y="3076"/>
                    </a:lnTo>
                    <a:lnTo>
                      <a:pt x="3369" y="3076"/>
                    </a:lnTo>
                    <a:lnTo>
                      <a:pt x="3453" y="3055"/>
                    </a:lnTo>
                    <a:lnTo>
                      <a:pt x="3453" y="2971"/>
                    </a:lnTo>
                    <a:lnTo>
                      <a:pt x="3537" y="3013"/>
                    </a:lnTo>
                    <a:lnTo>
                      <a:pt x="3557" y="3076"/>
                    </a:lnTo>
                    <a:lnTo>
                      <a:pt x="3516" y="3160"/>
                    </a:lnTo>
                    <a:lnTo>
                      <a:pt x="3516" y="3222"/>
                    </a:lnTo>
                    <a:lnTo>
                      <a:pt x="3662" y="3264"/>
                    </a:lnTo>
                    <a:lnTo>
                      <a:pt x="3746" y="3243"/>
                    </a:lnTo>
                    <a:lnTo>
                      <a:pt x="3767" y="3160"/>
                    </a:lnTo>
                    <a:lnTo>
                      <a:pt x="3892" y="3118"/>
                    </a:lnTo>
                    <a:lnTo>
                      <a:pt x="3934" y="3118"/>
                    </a:lnTo>
                    <a:lnTo>
                      <a:pt x="3955" y="3180"/>
                    </a:lnTo>
                    <a:lnTo>
                      <a:pt x="3871" y="3264"/>
                    </a:lnTo>
                    <a:lnTo>
                      <a:pt x="3892" y="3348"/>
                    </a:lnTo>
                    <a:lnTo>
                      <a:pt x="4039" y="3390"/>
                    </a:lnTo>
                    <a:lnTo>
                      <a:pt x="4206" y="3369"/>
                    </a:lnTo>
                    <a:lnTo>
                      <a:pt x="4394" y="3285"/>
                    </a:lnTo>
                    <a:lnTo>
                      <a:pt x="4478" y="3285"/>
                    </a:lnTo>
                    <a:lnTo>
                      <a:pt x="4583" y="3264"/>
                    </a:lnTo>
                    <a:lnTo>
                      <a:pt x="4666" y="3327"/>
                    </a:lnTo>
                    <a:lnTo>
                      <a:pt x="4708" y="3285"/>
                    </a:lnTo>
                    <a:lnTo>
                      <a:pt x="4708" y="3243"/>
                    </a:lnTo>
                    <a:lnTo>
                      <a:pt x="4771" y="3222"/>
                    </a:lnTo>
                    <a:lnTo>
                      <a:pt x="4834" y="3222"/>
                    </a:lnTo>
                    <a:lnTo>
                      <a:pt x="4876" y="3139"/>
                    </a:lnTo>
                    <a:lnTo>
                      <a:pt x="4876" y="3055"/>
                    </a:lnTo>
                    <a:lnTo>
                      <a:pt x="4980" y="2971"/>
                    </a:lnTo>
                    <a:lnTo>
                      <a:pt x="5085" y="2971"/>
                    </a:lnTo>
                    <a:lnTo>
                      <a:pt x="5190" y="2804"/>
                    </a:lnTo>
                    <a:lnTo>
                      <a:pt x="5190" y="2720"/>
                    </a:lnTo>
                    <a:lnTo>
                      <a:pt x="5210" y="2657"/>
                    </a:lnTo>
                    <a:lnTo>
                      <a:pt x="5294" y="2657"/>
                    </a:lnTo>
                    <a:lnTo>
                      <a:pt x="5399" y="2616"/>
                    </a:lnTo>
                    <a:lnTo>
                      <a:pt x="5524" y="2490"/>
                    </a:lnTo>
                    <a:lnTo>
                      <a:pt x="5650" y="2218"/>
                    </a:lnTo>
                    <a:lnTo>
                      <a:pt x="5713" y="2072"/>
                    </a:lnTo>
                    <a:lnTo>
                      <a:pt x="5650" y="1967"/>
                    </a:lnTo>
                    <a:lnTo>
                      <a:pt x="5566" y="1779"/>
                    </a:lnTo>
                    <a:lnTo>
                      <a:pt x="5441" y="1695"/>
                    </a:lnTo>
                    <a:lnTo>
                      <a:pt x="5357" y="1695"/>
                    </a:lnTo>
                    <a:lnTo>
                      <a:pt x="5190" y="1820"/>
                    </a:lnTo>
                    <a:lnTo>
                      <a:pt x="5190" y="1925"/>
                    </a:lnTo>
                    <a:lnTo>
                      <a:pt x="5106" y="2072"/>
                    </a:lnTo>
                    <a:lnTo>
                      <a:pt x="5127" y="2092"/>
                    </a:lnTo>
                    <a:lnTo>
                      <a:pt x="5106" y="2134"/>
                    </a:lnTo>
                    <a:lnTo>
                      <a:pt x="5022" y="2134"/>
                    </a:lnTo>
                    <a:lnTo>
                      <a:pt x="4918" y="2239"/>
                    </a:lnTo>
                    <a:lnTo>
                      <a:pt x="4897" y="2197"/>
                    </a:lnTo>
                    <a:lnTo>
                      <a:pt x="4980" y="2009"/>
                    </a:lnTo>
                    <a:lnTo>
                      <a:pt x="5001" y="1883"/>
                    </a:lnTo>
                    <a:lnTo>
                      <a:pt x="4834" y="1800"/>
                    </a:lnTo>
                    <a:lnTo>
                      <a:pt x="4771" y="1820"/>
                    </a:lnTo>
                    <a:lnTo>
                      <a:pt x="4687" y="1904"/>
                    </a:lnTo>
                    <a:lnTo>
                      <a:pt x="4499" y="2009"/>
                    </a:lnTo>
                    <a:lnTo>
                      <a:pt x="4457" y="2113"/>
                    </a:lnTo>
                    <a:lnTo>
                      <a:pt x="4394" y="2030"/>
                    </a:lnTo>
                    <a:lnTo>
                      <a:pt x="4415" y="1925"/>
                    </a:lnTo>
                    <a:lnTo>
                      <a:pt x="4583" y="1800"/>
                    </a:lnTo>
                    <a:lnTo>
                      <a:pt x="4771" y="1695"/>
                    </a:lnTo>
                    <a:lnTo>
                      <a:pt x="4834" y="1569"/>
                    </a:lnTo>
                    <a:lnTo>
                      <a:pt x="4813" y="1507"/>
                    </a:lnTo>
                    <a:lnTo>
                      <a:pt x="4666" y="1507"/>
                    </a:lnTo>
                    <a:lnTo>
                      <a:pt x="4562" y="1548"/>
                    </a:lnTo>
                    <a:lnTo>
                      <a:pt x="4499" y="1548"/>
                    </a:lnTo>
                    <a:lnTo>
                      <a:pt x="4499" y="1486"/>
                    </a:lnTo>
                    <a:lnTo>
                      <a:pt x="4583" y="1402"/>
                    </a:lnTo>
                    <a:lnTo>
                      <a:pt x="4771" y="1276"/>
                    </a:lnTo>
                    <a:lnTo>
                      <a:pt x="4813" y="1276"/>
                    </a:lnTo>
                    <a:lnTo>
                      <a:pt x="4876" y="1235"/>
                    </a:lnTo>
                    <a:lnTo>
                      <a:pt x="4876" y="942"/>
                    </a:lnTo>
                    <a:lnTo>
                      <a:pt x="4834" y="921"/>
                    </a:lnTo>
                    <a:lnTo>
                      <a:pt x="4834" y="753"/>
                    </a:lnTo>
                    <a:lnTo>
                      <a:pt x="4876" y="649"/>
                    </a:lnTo>
                    <a:lnTo>
                      <a:pt x="4876" y="565"/>
                    </a:lnTo>
                    <a:lnTo>
                      <a:pt x="4938" y="502"/>
                    </a:lnTo>
                    <a:lnTo>
                      <a:pt x="5022" y="502"/>
                    </a:lnTo>
                    <a:lnTo>
                      <a:pt x="5085" y="419"/>
                    </a:lnTo>
                    <a:lnTo>
                      <a:pt x="5022" y="335"/>
                    </a:lnTo>
                    <a:lnTo>
                      <a:pt x="5043" y="251"/>
                    </a:lnTo>
                    <a:lnTo>
                      <a:pt x="4897" y="188"/>
                    </a:lnTo>
                    <a:lnTo>
                      <a:pt x="4813" y="188"/>
                    </a:lnTo>
                    <a:lnTo>
                      <a:pt x="4562" y="419"/>
                    </a:lnTo>
                    <a:lnTo>
                      <a:pt x="4415" y="460"/>
                    </a:lnTo>
                    <a:lnTo>
                      <a:pt x="4374" y="565"/>
                    </a:lnTo>
                    <a:lnTo>
                      <a:pt x="4394" y="628"/>
                    </a:lnTo>
                    <a:lnTo>
                      <a:pt x="4290" y="628"/>
                    </a:lnTo>
                    <a:lnTo>
                      <a:pt x="4248" y="607"/>
                    </a:lnTo>
                    <a:lnTo>
                      <a:pt x="4143" y="649"/>
                    </a:lnTo>
                    <a:lnTo>
                      <a:pt x="4039" y="816"/>
                    </a:lnTo>
                    <a:lnTo>
                      <a:pt x="4081" y="942"/>
                    </a:lnTo>
                    <a:lnTo>
                      <a:pt x="4081" y="1067"/>
                    </a:lnTo>
                    <a:lnTo>
                      <a:pt x="4143" y="1130"/>
                    </a:lnTo>
                    <a:lnTo>
                      <a:pt x="4206" y="1297"/>
                    </a:lnTo>
                    <a:lnTo>
                      <a:pt x="4143" y="1465"/>
                    </a:lnTo>
                    <a:lnTo>
                      <a:pt x="4039" y="1465"/>
                    </a:lnTo>
                    <a:lnTo>
                      <a:pt x="3871" y="1507"/>
                    </a:lnTo>
                    <a:lnTo>
                      <a:pt x="3788" y="1507"/>
                    </a:lnTo>
                    <a:lnTo>
                      <a:pt x="3746" y="1569"/>
                    </a:lnTo>
                    <a:lnTo>
                      <a:pt x="3788" y="1674"/>
                    </a:lnTo>
                    <a:lnTo>
                      <a:pt x="3788" y="1758"/>
                    </a:lnTo>
                    <a:lnTo>
                      <a:pt x="3892" y="1883"/>
                    </a:lnTo>
                    <a:lnTo>
                      <a:pt x="3955" y="2072"/>
                    </a:lnTo>
                    <a:lnTo>
                      <a:pt x="3767" y="2134"/>
                    </a:lnTo>
                    <a:lnTo>
                      <a:pt x="3788" y="2197"/>
                    </a:lnTo>
                    <a:lnTo>
                      <a:pt x="3829" y="2239"/>
                    </a:lnTo>
                    <a:lnTo>
                      <a:pt x="3746" y="2281"/>
                    </a:lnTo>
                    <a:lnTo>
                      <a:pt x="3662" y="2134"/>
                    </a:lnTo>
                    <a:lnTo>
                      <a:pt x="3453" y="2092"/>
                    </a:lnTo>
                    <a:lnTo>
                      <a:pt x="3411" y="2113"/>
                    </a:lnTo>
                    <a:lnTo>
                      <a:pt x="3265" y="2092"/>
                    </a:lnTo>
                    <a:lnTo>
                      <a:pt x="3244" y="2009"/>
                    </a:lnTo>
                    <a:lnTo>
                      <a:pt x="3202" y="1967"/>
                    </a:lnTo>
                    <a:lnTo>
                      <a:pt x="3118" y="2030"/>
                    </a:lnTo>
                    <a:lnTo>
                      <a:pt x="2993" y="2092"/>
                    </a:lnTo>
                    <a:lnTo>
                      <a:pt x="2930" y="2030"/>
                    </a:lnTo>
                    <a:lnTo>
                      <a:pt x="2930" y="1820"/>
                    </a:lnTo>
                    <a:lnTo>
                      <a:pt x="3034" y="1758"/>
                    </a:lnTo>
                    <a:lnTo>
                      <a:pt x="3118" y="1507"/>
                    </a:lnTo>
                    <a:lnTo>
                      <a:pt x="3034" y="1507"/>
                    </a:lnTo>
                    <a:lnTo>
                      <a:pt x="2909" y="1465"/>
                    </a:lnTo>
                    <a:lnTo>
                      <a:pt x="2804" y="1486"/>
                    </a:lnTo>
                    <a:lnTo>
                      <a:pt x="2783" y="1402"/>
                    </a:lnTo>
                    <a:lnTo>
                      <a:pt x="2888" y="1381"/>
                    </a:lnTo>
                    <a:lnTo>
                      <a:pt x="2993" y="1402"/>
                    </a:lnTo>
                    <a:lnTo>
                      <a:pt x="3034" y="1339"/>
                    </a:lnTo>
                    <a:lnTo>
                      <a:pt x="3013" y="1088"/>
                    </a:lnTo>
                    <a:lnTo>
                      <a:pt x="2909" y="963"/>
                    </a:lnTo>
                    <a:lnTo>
                      <a:pt x="2951" y="879"/>
                    </a:lnTo>
                    <a:lnTo>
                      <a:pt x="3013" y="858"/>
                    </a:lnTo>
                    <a:lnTo>
                      <a:pt x="3034" y="774"/>
                    </a:lnTo>
                    <a:lnTo>
                      <a:pt x="2951" y="711"/>
                    </a:lnTo>
                    <a:lnTo>
                      <a:pt x="2951" y="649"/>
                    </a:lnTo>
                    <a:lnTo>
                      <a:pt x="2909" y="565"/>
                    </a:lnTo>
                    <a:lnTo>
                      <a:pt x="2825" y="565"/>
                    </a:lnTo>
                    <a:lnTo>
                      <a:pt x="2783" y="523"/>
                    </a:lnTo>
                    <a:lnTo>
                      <a:pt x="2700" y="565"/>
                    </a:lnTo>
                    <a:lnTo>
                      <a:pt x="2490" y="565"/>
                    </a:lnTo>
                    <a:lnTo>
                      <a:pt x="2428" y="502"/>
                    </a:lnTo>
                    <a:lnTo>
                      <a:pt x="2532" y="335"/>
                    </a:lnTo>
                    <a:lnTo>
                      <a:pt x="2616" y="293"/>
                    </a:lnTo>
                    <a:lnTo>
                      <a:pt x="2574" y="126"/>
                    </a:lnTo>
                    <a:lnTo>
                      <a:pt x="2469" y="21"/>
                    </a:lnTo>
                    <a:lnTo>
                      <a:pt x="2281" y="21"/>
                    </a:lnTo>
                    <a:lnTo>
                      <a:pt x="217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11" name="Google Shape;1511;p60"/>
              <p:cNvSpPr/>
              <p:nvPr/>
            </p:nvSpPr>
            <p:spPr>
              <a:xfrm>
                <a:off x="2638000" y="1637900"/>
                <a:ext cx="69075" cy="67500"/>
              </a:xfrm>
              <a:custGeom>
                <a:avLst/>
                <a:gdLst/>
                <a:ahLst/>
                <a:cxnLst/>
                <a:rect l="l" t="t" r="r" b="b"/>
                <a:pathLst>
                  <a:path w="2763" h="2700" extrusionOk="0">
                    <a:moveTo>
                      <a:pt x="1884" y="1"/>
                    </a:moveTo>
                    <a:lnTo>
                      <a:pt x="1758" y="84"/>
                    </a:lnTo>
                    <a:lnTo>
                      <a:pt x="1654" y="84"/>
                    </a:lnTo>
                    <a:lnTo>
                      <a:pt x="1612" y="126"/>
                    </a:lnTo>
                    <a:lnTo>
                      <a:pt x="1507" y="126"/>
                    </a:lnTo>
                    <a:lnTo>
                      <a:pt x="1423" y="189"/>
                    </a:lnTo>
                    <a:lnTo>
                      <a:pt x="1423" y="335"/>
                    </a:lnTo>
                    <a:lnTo>
                      <a:pt x="1403" y="398"/>
                    </a:lnTo>
                    <a:lnTo>
                      <a:pt x="1423" y="545"/>
                    </a:lnTo>
                    <a:lnTo>
                      <a:pt x="1528" y="649"/>
                    </a:lnTo>
                    <a:lnTo>
                      <a:pt x="1549" y="733"/>
                    </a:lnTo>
                    <a:lnTo>
                      <a:pt x="1549" y="733"/>
                    </a:lnTo>
                    <a:lnTo>
                      <a:pt x="1444" y="691"/>
                    </a:lnTo>
                    <a:lnTo>
                      <a:pt x="1361" y="691"/>
                    </a:lnTo>
                    <a:lnTo>
                      <a:pt x="1340" y="733"/>
                    </a:lnTo>
                    <a:lnTo>
                      <a:pt x="1528" y="858"/>
                    </a:lnTo>
                    <a:lnTo>
                      <a:pt x="1528" y="963"/>
                    </a:lnTo>
                    <a:lnTo>
                      <a:pt x="1423" y="1005"/>
                    </a:lnTo>
                    <a:lnTo>
                      <a:pt x="1403" y="1151"/>
                    </a:lnTo>
                    <a:lnTo>
                      <a:pt x="1444" y="1235"/>
                    </a:lnTo>
                    <a:lnTo>
                      <a:pt x="1340" y="1319"/>
                    </a:lnTo>
                    <a:lnTo>
                      <a:pt x="1235" y="1256"/>
                    </a:lnTo>
                    <a:lnTo>
                      <a:pt x="1235" y="1214"/>
                    </a:lnTo>
                    <a:lnTo>
                      <a:pt x="1256" y="1110"/>
                    </a:lnTo>
                    <a:lnTo>
                      <a:pt x="1235" y="796"/>
                    </a:lnTo>
                    <a:lnTo>
                      <a:pt x="1151" y="712"/>
                    </a:lnTo>
                    <a:lnTo>
                      <a:pt x="1131" y="628"/>
                    </a:lnTo>
                    <a:lnTo>
                      <a:pt x="1151" y="586"/>
                    </a:lnTo>
                    <a:lnTo>
                      <a:pt x="1151" y="482"/>
                    </a:lnTo>
                    <a:lnTo>
                      <a:pt x="1110" y="419"/>
                    </a:lnTo>
                    <a:lnTo>
                      <a:pt x="1089" y="314"/>
                    </a:lnTo>
                    <a:lnTo>
                      <a:pt x="1026" y="273"/>
                    </a:lnTo>
                    <a:lnTo>
                      <a:pt x="900" y="314"/>
                    </a:lnTo>
                    <a:lnTo>
                      <a:pt x="879" y="377"/>
                    </a:lnTo>
                    <a:lnTo>
                      <a:pt x="775" y="461"/>
                    </a:lnTo>
                    <a:lnTo>
                      <a:pt x="733" y="524"/>
                    </a:lnTo>
                    <a:lnTo>
                      <a:pt x="796" y="566"/>
                    </a:lnTo>
                    <a:lnTo>
                      <a:pt x="838" y="566"/>
                    </a:lnTo>
                    <a:lnTo>
                      <a:pt x="900" y="628"/>
                    </a:lnTo>
                    <a:lnTo>
                      <a:pt x="796" y="670"/>
                    </a:lnTo>
                    <a:lnTo>
                      <a:pt x="775" y="733"/>
                    </a:lnTo>
                    <a:lnTo>
                      <a:pt x="670" y="796"/>
                    </a:lnTo>
                    <a:lnTo>
                      <a:pt x="628" y="942"/>
                    </a:lnTo>
                    <a:lnTo>
                      <a:pt x="733" y="984"/>
                    </a:lnTo>
                    <a:lnTo>
                      <a:pt x="733" y="1026"/>
                    </a:lnTo>
                    <a:lnTo>
                      <a:pt x="607" y="1068"/>
                    </a:lnTo>
                    <a:lnTo>
                      <a:pt x="587" y="1172"/>
                    </a:lnTo>
                    <a:lnTo>
                      <a:pt x="628" y="1256"/>
                    </a:lnTo>
                    <a:lnTo>
                      <a:pt x="670" y="1361"/>
                    </a:lnTo>
                    <a:lnTo>
                      <a:pt x="607" y="1423"/>
                    </a:lnTo>
                    <a:lnTo>
                      <a:pt x="566" y="1382"/>
                    </a:lnTo>
                    <a:lnTo>
                      <a:pt x="566" y="1235"/>
                    </a:lnTo>
                    <a:lnTo>
                      <a:pt x="503" y="1214"/>
                    </a:lnTo>
                    <a:lnTo>
                      <a:pt x="503" y="1110"/>
                    </a:lnTo>
                    <a:lnTo>
                      <a:pt x="461" y="1130"/>
                    </a:lnTo>
                    <a:lnTo>
                      <a:pt x="294" y="1130"/>
                    </a:lnTo>
                    <a:lnTo>
                      <a:pt x="273" y="1214"/>
                    </a:lnTo>
                    <a:lnTo>
                      <a:pt x="335" y="1256"/>
                    </a:lnTo>
                    <a:lnTo>
                      <a:pt x="252" y="1298"/>
                    </a:lnTo>
                    <a:lnTo>
                      <a:pt x="168" y="1235"/>
                    </a:lnTo>
                    <a:lnTo>
                      <a:pt x="84" y="1298"/>
                    </a:lnTo>
                    <a:lnTo>
                      <a:pt x="1" y="1256"/>
                    </a:lnTo>
                    <a:lnTo>
                      <a:pt x="1" y="1402"/>
                    </a:lnTo>
                    <a:lnTo>
                      <a:pt x="63" y="1444"/>
                    </a:lnTo>
                    <a:lnTo>
                      <a:pt x="147" y="1444"/>
                    </a:lnTo>
                    <a:lnTo>
                      <a:pt x="189" y="1465"/>
                    </a:lnTo>
                    <a:lnTo>
                      <a:pt x="252" y="1444"/>
                    </a:lnTo>
                    <a:lnTo>
                      <a:pt x="356" y="1444"/>
                    </a:lnTo>
                    <a:lnTo>
                      <a:pt x="419" y="1465"/>
                    </a:lnTo>
                    <a:lnTo>
                      <a:pt x="503" y="1444"/>
                    </a:lnTo>
                    <a:lnTo>
                      <a:pt x="628" y="1507"/>
                    </a:lnTo>
                    <a:lnTo>
                      <a:pt x="796" y="1465"/>
                    </a:lnTo>
                    <a:lnTo>
                      <a:pt x="879" y="1528"/>
                    </a:lnTo>
                    <a:lnTo>
                      <a:pt x="984" y="1528"/>
                    </a:lnTo>
                    <a:lnTo>
                      <a:pt x="1444" y="1612"/>
                    </a:lnTo>
                    <a:lnTo>
                      <a:pt x="1507" y="1654"/>
                    </a:lnTo>
                    <a:lnTo>
                      <a:pt x="1423" y="1695"/>
                    </a:lnTo>
                    <a:lnTo>
                      <a:pt x="1298" y="1674"/>
                    </a:lnTo>
                    <a:lnTo>
                      <a:pt x="1151" y="1674"/>
                    </a:lnTo>
                    <a:lnTo>
                      <a:pt x="1047" y="1737"/>
                    </a:lnTo>
                    <a:lnTo>
                      <a:pt x="879" y="1758"/>
                    </a:lnTo>
                    <a:lnTo>
                      <a:pt x="921" y="1758"/>
                    </a:lnTo>
                    <a:lnTo>
                      <a:pt x="984" y="1800"/>
                    </a:lnTo>
                    <a:lnTo>
                      <a:pt x="921" y="1842"/>
                    </a:lnTo>
                    <a:lnTo>
                      <a:pt x="754" y="1779"/>
                    </a:lnTo>
                    <a:lnTo>
                      <a:pt x="670" y="1758"/>
                    </a:lnTo>
                    <a:lnTo>
                      <a:pt x="587" y="1800"/>
                    </a:lnTo>
                    <a:lnTo>
                      <a:pt x="607" y="1863"/>
                    </a:lnTo>
                    <a:lnTo>
                      <a:pt x="587" y="1905"/>
                    </a:lnTo>
                    <a:lnTo>
                      <a:pt x="524" y="1863"/>
                    </a:lnTo>
                    <a:lnTo>
                      <a:pt x="482" y="1863"/>
                    </a:lnTo>
                    <a:lnTo>
                      <a:pt x="503" y="1905"/>
                    </a:lnTo>
                    <a:lnTo>
                      <a:pt x="503" y="1967"/>
                    </a:lnTo>
                    <a:lnTo>
                      <a:pt x="566" y="2009"/>
                    </a:lnTo>
                    <a:lnTo>
                      <a:pt x="649" y="2051"/>
                    </a:lnTo>
                    <a:lnTo>
                      <a:pt x="607" y="2114"/>
                    </a:lnTo>
                    <a:lnTo>
                      <a:pt x="670" y="2198"/>
                    </a:lnTo>
                    <a:lnTo>
                      <a:pt x="607" y="2198"/>
                    </a:lnTo>
                    <a:lnTo>
                      <a:pt x="566" y="2114"/>
                    </a:lnTo>
                    <a:lnTo>
                      <a:pt x="503" y="2114"/>
                    </a:lnTo>
                    <a:lnTo>
                      <a:pt x="461" y="2218"/>
                    </a:lnTo>
                    <a:lnTo>
                      <a:pt x="461" y="2281"/>
                    </a:lnTo>
                    <a:lnTo>
                      <a:pt x="440" y="2323"/>
                    </a:lnTo>
                    <a:lnTo>
                      <a:pt x="440" y="2428"/>
                    </a:lnTo>
                    <a:lnTo>
                      <a:pt x="503" y="2491"/>
                    </a:lnTo>
                    <a:lnTo>
                      <a:pt x="607" y="2491"/>
                    </a:lnTo>
                    <a:lnTo>
                      <a:pt x="670" y="2532"/>
                    </a:lnTo>
                    <a:lnTo>
                      <a:pt x="712" y="2532"/>
                    </a:lnTo>
                    <a:lnTo>
                      <a:pt x="775" y="2470"/>
                    </a:lnTo>
                    <a:lnTo>
                      <a:pt x="900" y="2407"/>
                    </a:lnTo>
                    <a:lnTo>
                      <a:pt x="817" y="2511"/>
                    </a:lnTo>
                    <a:lnTo>
                      <a:pt x="859" y="2595"/>
                    </a:lnTo>
                    <a:lnTo>
                      <a:pt x="921" y="2595"/>
                    </a:lnTo>
                    <a:lnTo>
                      <a:pt x="1005" y="2511"/>
                    </a:lnTo>
                    <a:lnTo>
                      <a:pt x="1026" y="2574"/>
                    </a:lnTo>
                    <a:lnTo>
                      <a:pt x="1068" y="2679"/>
                    </a:lnTo>
                    <a:lnTo>
                      <a:pt x="1382" y="2700"/>
                    </a:lnTo>
                    <a:lnTo>
                      <a:pt x="1444" y="2595"/>
                    </a:lnTo>
                    <a:lnTo>
                      <a:pt x="1423" y="2511"/>
                    </a:lnTo>
                    <a:lnTo>
                      <a:pt x="1444" y="2407"/>
                    </a:lnTo>
                    <a:lnTo>
                      <a:pt x="1507" y="2365"/>
                    </a:lnTo>
                    <a:lnTo>
                      <a:pt x="1528" y="2407"/>
                    </a:lnTo>
                    <a:lnTo>
                      <a:pt x="1528" y="2511"/>
                    </a:lnTo>
                    <a:lnTo>
                      <a:pt x="1570" y="2616"/>
                    </a:lnTo>
                    <a:lnTo>
                      <a:pt x="1612" y="2574"/>
                    </a:lnTo>
                    <a:lnTo>
                      <a:pt x="1612" y="2470"/>
                    </a:lnTo>
                    <a:lnTo>
                      <a:pt x="1612" y="2407"/>
                    </a:lnTo>
                    <a:lnTo>
                      <a:pt x="1654" y="2323"/>
                    </a:lnTo>
                    <a:lnTo>
                      <a:pt x="1675" y="2281"/>
                    </a:lnTo>
                    <a:lnTo>
                      <a:pt x="1570" y="2302"/>
                    </a:lnTo>
                    <a:lnTo>
                      <a:pt x="1486" y="2344"/>
                    </a:lnTo>
                    <a:lnTo>
                      <a:pt x="1528" y="2239"/>
                    </a:lnTo>
                    <a:lnTo>
                      <a:pt x="1633" y="2198"/>
                    </a:lnTo>
                    <a:lnTo>
                      <a:pt x="1695" y="2135"/>
                    </a:lnTo>
                    <a:lnTo>
                      <a:pt x="1758" y="2072"/>
                    </a:lnTo>
                    <a:lnTo>
                      <a:pt x="1758" y="1988"/>
                    </a:lnTo>
                    <a:lnTo>
                      <a:pt x="1821" y="1967"/>
                    </a:lnTo>
                    <a:lnTo>
                      <a:pt x="1905" y="1988"/>
                    </a:lnTo>
                    <a:lnTo>
                      <a:pt x="1905" y="2072"/>
                    </a:lnTo>
                    <a:lnTo>
                      <a:pt x="1905" y="2156"/>
                    </a:lnTo>
                    <a:lnTo>
                      <a:pt x="1947" y="2093"/>
                    </a:lnTo>
                    <a:lnTo>
                      <a:pt x="2072" y="1926"/>
                    </a:lnTo>
                    <a:lnTo>
                      <a:pt x="2072" y="1863"/>
                    </a:lnTo>
                    <a:lnTo>
                      <a:pt x="1947" y="1779"/>
                    </a:lnTo>
                    <a:lnTo>
                      <a:pt x="1947" y="1737"/>
                    </a:lnTo>
                    <a:lnTo>
                      <a:pt x="1988" y="1674"/>
                    </a:lnTo>
                    <a:lnTo>
                      <a:pt x="2051" y="1716"/>
                    </a:lnTo>
                    <a:lnTo>
                      <a:pt x="2135" y="1716"/>
                    </a:lnTo>
                    <a:lnTo>
                      <a:pt x="2156" y="1612"/>
                    </a:lnTo>
                    <a:lnTo>
                      <a:pt x="2156" y="1549"/>
                    </a:lnTo>
                    <a:lnTo>
                      <a:pt x="2260" y="1423"/>
                    </a:lnTo>
                    <a:lnTo>
                      <a:pt x="2281" y="1340"/>
                    </a:lnTo>
                    <a:lnTo>
                      <a:pt x="2407" y="1214"/>
                    </a:lnTo>
                    <a:lnTo>
                      <a:pt x="2511" y="1151"/>
                    </a:lnTo>
                    <a:lnTo>
                      <a:pt x="2553" y="1089"/>
                    </a:lnTo>
                    <a:lnTo>
                      <a:pt x="2511" y="942"/>
                    </a:lnTo>
                    <a:lnTo>
                      <a:pt x="2616" y="775"/>
                    </a:lnTo>
                    <a:lnTo>
                      <a:pt x="2742" y="691"/>
                    </a:lnTo>
                    <a:lnTo>
                      <a:pt x="2763" y="586"/>
                    </a:lnTo>
                    <a:lnTo>
                      <a:pt x="2700" y="482"/>
                    </a:lnTo>
                    <a:lnTo>
                      <a:pt x="2595" y="461"/>
                    </a:lnTo>
                    <a:lnTo>
                      <a:pt x="2553" y="356"/>
                    </a:lnTo>
                    <a:lnTo>
                      <a:pt x="2595" y="356"/>
                    </a:lnTo>
                    <a:lnTo>
                      <a:pt x="2616" y="294"/>
                    </a:lnTo>
                    <a:lnTo>
                      <a:pt x="2595" y="252"/>
                    </a:lnTo>
                    <a:lnTo>
                      <a:pt x="2616" y="168"/>
                    </a:lnTo>
                    <a:lnTo>
                      <a:pt x="2595" y="84"/>
                    </a:lnTo>
                    <a:lnTo>
                      <a:pt x="2511" y="84"/>
                    </a:lnTo>
                    <a:lnTo>
                      <a:pt x="2553" y="147"/>
                    </a:lnTo>
                    <a:lnTo>
                      <a:pt x="2553" y="252"/>
                    </a:lnTo>
                    <a:lnTo>
                      <a:pt x="2470" y="273"/>
                    </a:lnTo>
                    <a:lnTo>
                      <a:pt x="2386" y="189"/>
                    </a:lnTo>
                    <a:lnTo>
                      <a:pt x="2302" y="273"/>
                    </a:lnTo>
                    <a:lnTo>
                      <a:pt x="2302" y="461"/>
                    </a:lnTo>
                    <a:lnTo>
                      <a:pt x="2260" y="503"/>
                    </a:lnTo>
                    <a:lnTo>
                      <a:pt x="2198" y="503"/>
                    </a:lnTo>
                    <a:lnTo>
                      <a:pt x="2156" y="566"/>
                    </a:lnTo>
                    <a:lnTo>
                      <a:pt x="2093" y="566"/>
                    </a:lnTo>
                    <a:lnTo>
                      <a:pt x="2093" y="482"/>
                    </a:lnTo>
                    <a:lnTo>
                      <a:pt x="2177" y="398"/>
                    </a:lnTo>
                    <a:lnTo>
                      <a:pt x="2219" y="168"/>
                    </a:lnTo>
                    <a:lnTo>
                      <a:pt x="2156" y="105"/>
                    </a:lnTo>
                    <a:lnTo>
                      <a:pt x="2072" y="126"/>
                    </a:lnTo>
                    <a:lnTo>
                      <a:pt x="1988" y="84"/>
                    </a:lnTo>
                    <a:lnTo>
                      <a:pt x="196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12" name="Google Shape;1512;p60"/>
              <p:cNvSpPr/>
              <p:nvPr/>
            </p:nvSpPr>
            <p:spPr>
              <a:xfrm>
                <a:off x="2686125" y="1510800"/>
                <a:ext cx="62275" cy="87900"/>
              </a:xfrm>
              <a:custGeom>
                <a:avLst/>
                <a:gdLst/>
                <a:ahLst/>
                <a:cxnLst/>
                <a:rect l="l" t="t" r="r" b="b"/>
                <a:pathLst>
                  <a:path w="2491" h="3516" extrusionOk="0">
                    <a:moveTo>
                      <a:pt x="1026" y="0"/>
                    </a:moveTo>
                    <a:lnTo>
                      <a:pt x="921" y="63"/>
                    </a:lnTo>
                    <a:lnTo>
                      <a:pt x="879" y="147"/>
                    </a:lnTo>
                    <a:lnTo>
                      <a:pt x="754" y="230"/>
                    </a:lnTo>
                    <a:lnTo>
                      <a:pt x="733" y="335"/>
                    </a:lnTo>
                    <a:lnTo>
                      <a:pt x="607" y="481"/>
                    </a:lnTo>
                    <a:lnTo>
                      <a:pt x="607" y="586"/>
                    </a:lnTo>
                    <a:lnTo>
                      <a:pt x="712" y="649"/>
                    </a:lnTo>
                    <a:lnTo>
                      <a:pt x="754" y="586"/>
                    </a:lnTo>
                    <a:lnTo>
                      <a:pt x="879" y="565"/>
                    </a:lnTo>
                    <a:lnTo>
                      <a:pt x="921" y="628"/>
                    </a:lnTo>
                    <a:lnTo>
                      <a:pt x="775" y="753"/>
                    </a:lnTo>
                    <a:lnTo>
                      <a:pt x="649" y="837"/>
                    </a:lnTo>
                    <a:lnTo>
                      <a:pt x="545" y="984"/>
                    </a:lnTo>
                    <a:lnTo>
                      <a:pt x="545" y="1046"/>
                    </a:lnTo>
                    <a:lnTo>
                      <a:pt x="712" y="963"/>
                    </a:lnTo>
                    <a:lnTo>
                      <a:pt x="858" y="837"/>
                    </a:lnTo>
                    <a:lnTo>
                      <a:pt x="942" y="837"/>
                    </a:lnTo>
                    <a:lnTo>
                      <a:pt x="1026" y="774"/>
                    </a:lnTo>
                    <a:lnTo>
                      <a:pt x="1068" y="858"/>
                    </a:lnTo>
                    <a:lnTo>
                      <a:pt x="1047" y="984"/>
                    </a:lnTo>
                    <a:lnTo>
                      <a:pt x="963" y="984"/>
                    </a:lnTo>
                    <a:lnTo>
                      <a:pt x="838" y="1109"/>
                    </a:lnTo>
                    <a:lnTo>
                      <a:pt x="775" y="1193"/>
                    </a:lnTo>
                    <a:lnTo>
                      <a:pt x="838" y="1276"/>
                    </a:lnTo>
                    <a:lnTo>
                      <a:pt x="984" y="1256"/>
                    </a:lnTo>
                    <a:lnTo>
                      <a:pt x="1089" y="1297"/>
                    </a:lnTo>
                    <a:lnTo>
                      <a:pt x="963" y="1381"/>
                    </a:lnTo>
                    <a:lnTo>
                      <a:pt x="817" y="1465"/>
                    </a:lnTo>
                    <a:lnTo>
                      <a:pt x="712" y="1402"/>
                    </a:lnTo>
                    <a:lnTo>
                      <a:pt x="712" y="1486"/>
                    </a:lnTo>
                    <a:lnTo>
                      <a:pt x="838" y="1528"/>
                    </a:lnTo>
                    <a:lnTo>
                      <a:pt x="838" y="1590"/>
                    </a:lnTo>
                    <a:lnTo>
                      <a:pt x="649" y="1779"/>
                    </a:lnTo>
                    <a:lnTo>
                      <a:pt x="607" y="1779"/>
                    </a:lnTo>
                    <a:lnTo>
                      <a:pt x="545" y="1611"/>
                    </a:lnTo>
                    <a:lnTo>
                      <a:pt x="440" y="1569"/>
                    </a:lnTo>
                    <a:lnTo>
                      <a:pt x="335" y="1423"/>
                    </a:lnTo>
                    <a:lnTo>
                      <a:pt x="126" y="1528"/>
                    </a:lnTo>
                    <a:lnTo>
                      <a:pt x="126" y="1590"/>
                    </a:lnTo>
                    <a:lnTo>
                      <a:pt x="1" y="1800"/>
                    </a:lnTo>
                    <a:lnTo>
                      <a:pt x="105" y="1925"/>
                    </a:lnTo>
                    <a:lnTo>
                      <a:pt x="105" y="2051"/>
                    </a:lnTo>
                    <a:lnTo>
                      <a:pt x="189" y="2093"/>
                    </a:lnTo>
                    <a:lnTo>
                      <a:pt x="294" y="2009"/>
                    </a:lnTo>
                    <a:lnTo>
                      <a:pt x="356" y="2009"/>
                    </a:lnTo>
                    <a:lnTo>
                      <a:pt x="545" y="2051"/>
                    </a:lnTo>
                    <a:lnTo>
                      <a:pt x="733" y="2051"/>
                    </a:lnTo>
                    <a:lnTo>
                      <a:pt x="754" y="2113"/>
                    </a:lnTo>
                    <a:lnTo>
                      <a:pt x="942" y="2051"/>
                    </a:lnTo>
                    <a:lnTo>
                      <a:pt x="942" y="2134"/>
                    </a:lnTo>
                    <a:lnTo>
                      <a:pt x="838" y="2155"/>
                    </a:lnTo>
                    <a:lnTo>
                      <a:pt x="775" y="2239"/>
                    </a:lnTo>
                    <a:lnTo>
                      <a:pt x="817" y="2344"/>
                    </a:lnTo>
                    <a:lnTo>
                      <a:pt x="963" y="2323"/>
                    </a:lnTo>
                    <a:lnTo>
                      <a:pt x="1089" y="2427"/>
                    </a:lnTo>
                    <a:lnTo>
                      <a:pt x="1172" y="2616"/>
                    </a:lnTo>
                    <a:lnTo>
                      <a:pt x="1256" y="2616"/>
                    </a:lnTo>
                    <a:lnTo>
                      <a:pt x="1298" y="2657"/>
                    </a:lnTo>
                    <a:lnTo>
                      <a:pt x="1256" y="2741"/>
                    </a:lnTo>
                    <a:lnTo>
                      <a:pt x="1256" y="2867"/>
                    </a:lnTo>
                    <a:lnTo>
                      <a:pt x="1068" y="3201"/>
                    </a:lnTo>
                    <a:lnTo>
                      <a:pt x="1130" y="3390"/>
                    </a:lnTo>
                    <a:lnTo>
                      <a:pt x="1172" y="3494"/>
                    </a:lnTo>
                    <a:lnTo>
                      <a:pt x="1256" y="3494"/>
                    </a:lnTo>
                    <a:lnTo>
                      <a:pt x="1361" y="3473"/>
                    </a:lnTo>
                    <a:lnTo>
                      <a:pt x="1403" y="3515"/>
                    </a:lnTo>
                    <a:lnTo>
                      <a:pt x="1486" y="3515"/>
                    </a:lnTo>
                    <a:lnTo>
                      <a:pt x="1654" y="3411"/>
                    </a:lnTo>
                    <a:lnTo>
                      <a:pt x="1654" y="3348"/>
                    </a:lnTo>
                    <a:lnTo>
                      <a:pt x="1758" y="3285"/>
                    </a:lnTo>
                    <a:lnTo>
                      <a:pt x="1821" y="3160"/>
                    </a:lnTo>
                    <a:lnTo>
                      <a:pt x="1863" y="3034"/>
                    </a:lnTo>
                    <a:lnTo>
                      <a:pt x="1884" y="2846"/>
                    </a:lnTo>
                    <a:lnTo>
                      <a:pt x="1988" y="2678"/>
                    </a:lnTo>
                    <a:lnTo>
                      <a:pt x="1905" y="2657"/>
                    </a:lnTo>
                    <a:lnTo>
                      <a:pt x="1905" y="2574"/>
                    </a:lnTo>
                    <a:lnTo>
                      <a:pt x="1988" y="2532"/>
                    </a:lnTo>
                    <a:lnTo>
                      <a:pt x="2072" y="2365"/>
                    </a:lnTo>
                    <a:lnTo>
                      <a:pt x="2135" y="2365"/>
                    </a:lnTo>
                    <a:lnTo>
                      <a:pt x="2219" y="2260"/>
                    </a:lnTo>
                    <a:lnTo>
                      <a:pt x="2344" y="2197"/>
                    </a:lnTo>
                    <a:lnTo>
                      <a:pt x="2386" y="2030"/>
                    </a:lnTo>
                    <a:lnTo>
                      <a:pt x="2386" y="1925"/>
                    </a:lnTo>
                    <a:lnTo>
                      <a:pt x="2491" y="1841"/>
                    </a:lnTo>
                    <a:lnTo>
                      <a:pt x="2491" y="1800"/>
                    </a:lnTo>
                    <a:lnTo>
                      <a:pt x="2428" y="1695"/>
                    </a:lnTo>
                    <a:lnTo>
                      <a:pt x="2407" y="1569"/>
                    </a:lnTo>
                    <a:lnTo>
                      <a:pt x="2344" y="1569"/>
                    </a:lnTo>
                    <a:lnTo>
                      <a:pt x="2239" y="1507"/>
                    </a:lnTo>
                    <a:lnTo>
                      <a:pt x="2114" y="1507"/>
                    </a:lnTo>
                    <a:lnTo>
                      <a:pt x="2093" y="1465"/>
                    </a:lnTo>
                    <a:lnTo>
                      <a:pt x="2135" y="1360"/>
                    </a:lnTo>
                    <a:lnTo>
                      <a:pt x="2302" y="1276"/>
                    </a:lnTo>
                    <a:lnTo>
                      <a:pt x="2302" y="1193"/>
                    </a:lnTo>
                    <a:lnTo>
                      <a:pt x="2239" y="1109"/>
                    </a:lnTo>
                    <a:lnTo>
                      <a:pt x="2239" y="984"/>
                    </a:lnTo>
                    <a:lnTo>
                      <a:pt x="2281" y="879"/>
                    </a:lnTo>
                    <a:lnTo>
                      <a:pt x="2177" y="774"/>
                    </a:lnTo>
                    <a:lnTo>
                      <a:pt x="2093" y="774"/>
                    </a:lnTo>
                    <a:lnTo>
                      <a:pt x="1967" y="858"/>
                    </a:lnTo>
                    <a:lnTo>
                      <a:pt x="1779" y="900"/>
                    </a:lnTo>
                    <a:lnTo>
                      <a:pt x="1758" y="984"/>
                    </a:lnTo>
                    <a:lnTo>
                      <a:pt x="1675" y="1088"/>
                    </a:lnTo>
                    <a:lnTo>
                      <a:pt x="1591" y="1067"/>
                    </a:lnTo>
                    <a:lnTo>
                      <a:pt x="1570" y="963"/>
                    </a:lnTo>
                    <a:lnTo>
                      <a:pt x="1695" y="900"/>
                    </a:lnTo>
                    <a:lnTo>
                      <a:pt x="1758" y="837"/>
                    </a:lnTo>
                    <a:lnTo>
                      <a:pt x="1758" y="670"/>
                    </a:lnTo>
                    <a:lnTo>
                      <a:pt x="1800" y="460"/>
                    </a:lnTo>
                    <a:lnTo>
                      <a:pt x="1758" y="356"/>
                    </a:lnTo>
                    <a:lnTo>
                      <a:pt x="1695" y="272"/>
                    </a:lnTo>
                    <a:lnTo>
                      <a:pt x="1654" y="168"/>
                    </a:lnTo>
                    <a:lnTo>
                      <a:pt x="1507" y="105"/>
                    </a:lnTo>
                    <a:lnTo>
                      <a:pt x="1403" y="147"/>
                    </a:lnTo>
                    <a:lnTo>
                      <a:pt x="1277" y="105"/>
                    </a:lnTo>
                    <a:lnTo>
                      <a:pt x="1130" y="230"/>
                    </a:lnTo>
                    <a:lnTo>
                      <a:pt x="1047" y="209"/>
                    </a:lnTo>
                    <a:lnTo>
                      <a:pt x="1047" y="21"/>
                    </a:lnTo>
                    <a:lnTo>
                      <a:pt x="102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13" name="Google Shape;1513;p60"/>
              <p:cNvSpPr/>
              <p:nvPr/>
            </p:nvSpPr>
            <p:spPr>
              <a:xfrm>
                <a:off x="2799125" y="1455875"/>
                <a:ext cx="96775" cy="158525"/>
              </a:xfrm>
              <a:custGeom>
                <a:avLst/>
                <a:gdLst/>
                <a:ahLst/>
                <a:cxnLst/>
                <a:rect l="l" t="t" r="r" b="b"/>
                <a:pathLst>
                  <a:path w="3871" h="6341" extrusionOk="0">
                    <a:moveTo>
                      <a:pt x="2385" y="0"/>
                    </a:moveTo>
                    <a:lnTo>
                      <a:pt x="2385" y="126"/>
                    </a:lnTo>
                    <a:lnTo>
                      <a:pt x="2302" y="272"/>
                    </a:lnTo>
                    <a:lnTo>
                      <a:pt x="2385" y="356"/>
                    </a:lnTo>
                    <a:lnTo>
                      <a:pt x="2490" y="356"/>
                    </a:lnTo>
                    <a:lnTo>
                      <a:pt x="2595" y="314"/>
                    </a:lnTo>
                    <a:lnTo>
                      <a:pt x="2741" y="377"/>
                    </a:lnTo>
                    <a:lnTo>
                      <a:pt x="2783" y="460"/>
                    </a:lnTo>
                    <a:lnTo>
                      <a:pt x="2888" y="481"/>
                    </a:lnTo>
                    <a:lnTo>
                      <a:pt x="2888" y="565"/>
                    </a:lnTo>
                    <a:lnTo>
                      <a:pt x="2699" y="733"/>
                    </a:lnTo>
                    <a:lnTo>
                      <a:pt x="2616" y="733"/>
                    </a:lnTo>
                    <a:lnTo>
                      <a:pt x="2490" y="649"/>
                    </a:lnTo>
                    <a:lnTo>
                      <a:pt x="2385" y="649"/>
                    </a:lnTo>
                    <a:lnTo>
                      <a:pt x="2281" y="628"/>
                    </a:lnTo>
                    <a:lnTo>
                      <a:pt x="2281" y="628"/>
                    </a:lnTo>
                    <a:lnTo>
                      <a:pt x="2323" y="733"/>
                    </a:lnTo>
                    <a:lnTo>
                      <a:pt x="2406" y="753"/>
                    </a:lnTo>
                    <a:lnTo>
                      <a:pt x="2323" y="837"/>
                    </a:lnTo>
                    <a:lnTo>
                      <a:pt x="2218" y="858"/>
                    </a:lnTo>
                    <a:lnTo>
                      <a:pt x="2072" y="691"/>
                    </a:lnTo>
                    <a:lnTo>
                      <a:pt x="1904" y="774"/>
                    </a:lnTo>
                    <a:lnTo>
                      <a:pt x="1862" y="942"/>
                    </a:lnTo>
                    <a:lnTo>
                      <a:pt x="1779" y="1005"/>
                    </a:lnTo>
                    <a:lnTo>
                      <a:pt x="1779" y="1088"/>
                    </a:lnTo>
                    <a:lnTo>
                      <a:pt x="1883" y="1109"/>
                    </a:lnTo>
                    <a:lnTo>
                      <a:pt x="1904" y="1256"/>
                    </a:lnTo>
                    <a:lnTo>
                      <a:pt x="2051" y="1318"/>
                    </a:lnTo>
                    <a:lnTo>
                      <a:pt x="2051" y="1381"/>
                    </a:lnTo>
                    <a:lnTo>
                      <a:pt x="1946" y="1381"/>
                    </a:lnTo>
                    <a:lnTo>
                      <a:pt x="1946" y="1465"/>
                    </a:lnTo>
                    <a:lnTo>
                      <a:pt x="1988" y="1528"/>
                    </a:lnTo>
                    <a:lnTo>
                      <a:pt x="1988" y="1611"/>
                    </a:lnTo>
                    <a:lnTo>
                      <a:pt x="1904" y="1590"/>
                    </a:lnTo>
                    <a:lnTo>
                      <a:pt x="1841" y="1528"/>
                    </a:lnTo>
                    <a:lnTo>
                      <a:pt x="1695" y="1507"/>
                    </a:lnTo>
                    <a:lnTo>
                      <a:pt x="1590" y="1423"/>
                    </a:lnTo>
                    <a:lnTo>
                      <a:pt x="1528" y="1402"/>
                    </a:lnTo>
                    <a:lnTo>
                      <a:pt x="1423" y="1486"/>
                    </a:lnTo>
                    <a:lnTo>
                      <a:pt x="1381" y="1569"/>
                    </a:lnTo>
                    <a:lnTo>
                      <a:pt x="1465" y="1674"/>
                    </a:lnTo>
                    <a:lnTo>
                      <a:pt x="1423" y="1779"/>
                    </a:lnTo>
                    <a:lnTo>
                      <a:pt x="1360" y="1737"/>
                    </a:lnTo>
                    <a:lnTo>
                      <a:pt x="1360" y="1674"/>
                    </a:lnTo>
                    <a:lnTo>
                      <a:pt x="1276" y="1611"/>
                    </a:lnTo>
                    <a:lnTo>
                      <a:pt x="1151" y="1569"/>
                    </a:lnTo>
                    <a:lnTo>
                      <a:pt x="1109" y="1569"/>
                    </a:lnTo>
                    <a:lnTo>
                      <a:pt x="1025" y="1486"/>
                    </a:lnTo>
                    <a:lnTo>
                      <a:pt x="942" y="1465"/>
                    </a:lnTo>
                    <a:lnTo>
                      <a:pt x="921" y="1528"/>
                    </a:lnTo>
                    <a:lnTo>
                      <a:pt x="963" y="1674"/>
                    </a:lnTo>
                    <a:lnTo>
                      <a:pt x="963" y="1800"/>
                    </a:lnTo>
                    <a:lnTo>
                      <a:pt x="1004" y="1946"/>
                    </a:lnTo>
                    <a:lnTo>
                      <a:pt x="1109" y="2009"/>
                    </a:lnTo>
                    <a:lnTo>
                      <a:pt x="1235" y="2030"/>
                    </a:lnTo>
                    <a:lnTo>
                      <a:pt x="1276" y="2093"/>
                    </a:lnTo>
                    <a:lnTo>
                      <a:pt x="1256" y="2113"/>
                    </a:lnTo>
                    <a:lnTo>
                      <a:pt x="1130" y="2113"/>
                    </a:lnTo>
                    <a:lnTo>
                      <a:pt x="1256" y="2197"/>
                    </a:lnTo>
                    <a:lnTo>
                      <a:pt x="1318" y="2260"/>
                    </a:lnTo>
                    <a:lnTo>
                      <a:pt x="1423" y="2344"/>
                    </a:lnTo>
                    <a:lnTo>
                      <a:pt x="1548" y="2344"/>
                    </a:lnTo>
                    <a:lnTo>
                      <a:pt x="1632" y="2260"/>
                    </a:lnTo>
                    <a:lnTo>
                      <a:pt x="1674" y="2260"/>
                    </a:lnTo>
                    <a:lnTo>
                      <a:pt x="1674" y="2344"/>
                    </a:lnTo>
                    <a:lnTo>
                      <a:pt x="1590" y="2427"/>
                    </a:lnTo>
                    <a:lnTo>
                      <a:pt x="1548" y="2616"/>
                    </a:lnTo>
                    <a:lnTo>
                      <a:pt x="1486" y="2616"/>
                    </a:lnTo>
                    <a:lnTo>
                      <a:pt x="1339" y="2469"/>
                    </a:lnTo>
                    <a:lnTo>
                      <a:pt x="1025" y="2427"/>
                    </a:lnTo>
                    <a:lnTo>
                      <a:pt x="921" y="2260"/>
                    </a:lnTo>
                    <a:lnTo>
                      <a:pt x="837" y="2239"/>
                    </a:lnTo>
                    <a:lnTo>
                      <a:pt x="795" y="2155"/>
                    </a:lnTo>
                    <a:lnTo>
                      <a:pt x="753" y="2155"/>
                    </a:lnTo>
                    <a:lnTo>
                      <a:pt x="712" y="2302"/>
                    </a:lnTo>
                    <a:lnTo>
                      <a:pt x="712" y="2344"/>
                    </a:lnTo>
                    <a:lnTo>
                      <a:pt x="649" y="2406"/>
                    </a:lnTo>
                    <a:lnTo>
                      <a:pt x="712" y="2574"/>
                    </a:lnTo>
                    <a:lnTo>
                      <a:pt x="628" y="2637"/>
                    </a:lnTo>
                    <a:lnTo>
                      <a:pt x="544" y="2616"/>
                    </a:lnTo>
                    <a:lnTo>
                      <a:pt x="544" y="2762"/>
                    </a:lnTo>
                    <a:lnTo>
                      <a:pt x="502" y="2783"/>
                    </a:lnTo>
                    <a:lnTo>
                      <a:pt x="502" y="3034"/>
                    </a:lnTo>
                    <a:lnTo>
                      <a:pt x="586" y="3097"/>
                    </a:lnTo>
                    <a:lnTo>
                      <a:pt x="732" y="3097"/>
                    </a:lnTo>
                    <a:lnTo>
                      <a:pt x="837" y="3160"/>
                    </a:lnTo>
                    <a:lnTo>
                      <a:pt x="942" y="3139"/>
                    </a:lnTo>
                    <a:lnTo>
                      <a:pt x="942" y="3181"/>
                    </a:lnTo>
                    <a:lnTo>
                      <a:pt x="858" y="3243"/>
                    </a:lnTo>
                    <a:lnTo>
                      <a:pt x="753" y="3181"/>
                    </a:lnTo>
                    <a:lnTo>
                      <a:pt x="586" y="3181"/>
                    </a:lnTo>
                    <a:lnTo>
                      <a:pt x="523" y="3160"/>
                    </a:lnTo>
                    <a:lnTo>
                      <a:pt x="419" y="3181"/>
                    </a:lnTo>
                    <a:lnTo>
                      <a:pt x="272" y="3369"/>
                    </a:lnTo>
                    <a:lnTo>
                      <a:pt x="230" y="3473"/>
                    </a:lnTo>
                    <a:lnTo>
                      <a:pt x="314" y="3557"/>
                    </a:lnTo>
                    <a:lnTo>
                      <a:pt x="293" y="3599"/>
                    </a:lnTo>
                    <a:lnTo>
                      <a:pt x="209" y="3620"/>
                    </a:lnTo>
                    <a:lnTo>
                      <a:pt x="209" y="3725"/>
                    </a:lnTo>
                    <a:lnTo>
                      <a:pt x="293" y="3787"/>
                    </a:lnTo>
                    <a:lnTo>
                      <a:pt x="335" y="3725"/>
                    </a:lnTo>
                    <a:lnTo>
                      <a:pt x="502" y="3725"/>
                    </a:lnTo>
                    <a:lnTo>
                      <a:pt x="586" y="3662"/>
                    </a:lnTo>
                    <a:lnTo>
                      <a:pt x="628" y="3704"/>
                    </a:lnTo>
                    <a:lnTo>
                      <a:pt x="628" y="3787"/>
                    </a:lnTo>
                    <a:lnTo>
                      <a:pt x="523" y="3808"/>
                    </a:lnTo>
                    <a:lnTo>
                      <a:pt x="440" y="3913"/>
                    </a:lnTo>
                    <a:lnTo>
                      <a:pt x="502" y="3976"/>
                    </a:lnTo>
                    <a:lnTo>
                      <a:pt x="586" y="3976"/>
                    </a:lnTo>
                    <a:lnTo>
                      <a:pt x="691" y="3892"/>
                    </a:lnTo>
                    <a:lnTo>
                      <a:pt x="753" y="3892"/>
                    </a:lnTo>
                    <a:lnTo>
                      <a:pt x="858" y="3808"/>
                    </a:lnTo>
                    <a:lnTo>
                      <a:pt x="858" y="3871"/>
                    </a:lnTo>
                    <a:lnTo>
                      <a:pt x="816" y="3934"/>
                    </a:lnTo>
                    <a:lnTo>
                      <a:pt x="858" y="3976"/>
                    </a:lnTo>
                    <a:lnTo>
                      <a:pt x="1046" y="3976"/>
                    </a:lnTo>
                    <a:lnTo>
                      <a:pt x="1067" y="4018"/>
                    </a:lnTo>
                    <a:lnTo>
                      <a:pt x="963" y="4038"/>
                    </a:lnTo>
                    <a:lnTo>
                      <a:pt x="963" y="4122"/>
                    </a:lnTo>
                    <a:lnTo>
                      <a:pt x="1067" y="4143"/>
                    </a:lnTo>
                    <a:lnTo>
                      <a:pt x="1172" y="4122"/>
                    </a:lnTo>
                    <a:lnTo>
                      <a:pt x="1318" y="4206"/>
                    </a:lnTo>
                    <a:lnTo>
                      <a:pt x="1590" y="4290"/>
                    </a:lnTo>
                    <a:lnTo>
                      <a:pt x="1632" y="4331"/>
                    </a:lnTo>
                    <a:lnTo>
                      <a:pt x="1381" y="4310"/>
                    </a:lnTo>
                    <a:lnTo>
                      <a:pt x="1276" y="4331"/>
                    </a:lnTo>
                    <a:lnTo>
                      <a:pt x="1130" y="4227"/>
                    </a:lnTo>
                    <a:lnTo>
                      <a:pt x="963" y="4290"/>
                    </a:lnTo>
                    <a:lnTo>
                      <a:pt x="963" y="4352"/>
                    </a:lnTo>
                    <a:lnTo>
                      <a:pt x="1130" y="4415"/>
                    </a:lnTo>
                    <a:lnTo>
                      <a:pt x="1339" y="4436"/>
                    </a:lnTo>
                    <a:lnTo>
                      <a:pt x="1569" y="4436"/>
                    </a:lnTo>
                    <a:lnTo>
                      <a:pt x="1653" y="4499"/>
                    </a:lnTo>
                    <a:lnTo>
                      <a:pt x="1423" y="4541"/>
                    </a:lnTo>
                    <a:lnTo>
                      <a:pt x="1339" y="4520"/>
                    </a:lnTo>
                    <a:lnTo>
                      <a:pt x="1109" y="4499"/>
                    </a:lnTo>
                    <a:lnTo>
                      <a:pt x="942" y="4457"/>
                    </a:lnTo>
                    <a:lnTo>
                      <a:pt x="900" y="4394"/>
                    </a:lnTo>
                    <a:lnTo>
                      <a:pt x="753" y="4352"/>
                    </a:lnTo>
                    <a:lnTo>
                      <a:pt x="607" y="4206"/>
                    </a:lnTo>
                    <a:lnTo>
                      <a:pt x="544" y="4248"/>
                    </a:lnTo>
                    <a:lnTo>
                      <a:pt x="481" y="4331"/>
                    </a:lnTo>
                    <a:lnTo>
                      <a:pt x="293" y="4352"/>
                    </a:lnTo>
                    <a:lnTo>
                      <a:pt x="209" y="4415"/>
                    </a:lnTo>
                    <a:lnTo>
                      <a:pt x="188" y="4624"/>
                    </a:lnTo>
                    <a:lnTo>
                      <a:pt x="314" y="4729"/>
                    </a:lnTo>
                    <a:lnTo>
                      <a:pt x="314" y="4854"/>
                    </a:lnTo>
                    <a:lnTo>
                      <a:pt x="272" y="4917"/>
                    </a:lnTo>
                    <a:lnTo>
                      <a:pt x="188" y="4729"/>
                    </a:lnTo>
                    <a:lnTo>
                      <a:pt x="126" y="4729"/>
                    </a:lnTo>
                    <a:lnTo>
                      <a:pt x="63" y="4980"/>
                    </a:lnTo>
                    <a:lnTo>
                      <a:pt x="84" y="5126"/>
                    </a:lnTo>
                    <a:lnTo>
                      <a:pt x="168" y="5147"/>
                    </a:lnTo>
                    <a:lnTo>
                      <a:pt x="188" y="5126"/>
                    </a:lnTo>
                    <a:lnTo>
                      <a:pt x="272" y="5126"/>
                    </a:lnTo>
                    <a:lnTo>
                      <a:pt x="335" y="5252"/>
                    </a:lnTo>
                    <a:lnTo>
                      <a:pt x="419" y="5273"/>
                    </a:lnTo>
                    <a:lnTo>
                      <a:pt x="335" y="5294"/>
                    </a:lnTo>
                    <a:lnTo>
                      <a:pt x="272" y="5336"/>
                    </a:lnTo>
                    <a:lnTo>
                      <a:pt x="188" y="5231"/>
                    </a:lnTo>
                    <a:lnTo>
                      <a:pt x="21" y="5252"/>
                    </a:lnTo>
                    <a:lnTo>
                      <a:pt x="0" y="5461"/>
                    </a:lnTo>
                    <a:lnTo>
                      <a:pt x="63" y="5503"/>
                    </a:lnTo>
                    <a:lnTo>
                      <a:pt x="126" y="5482"/>
                    </a:lnTo>
                    <a:lnTo>
                      <a:pt x="84" y="5566"/>
                    </a:lnTo>
                    <a:lnTo>
                      <a:pt x="84" y="5817"/>
                    </a:lnTo>
                    <a:lnTo>
                      <a:pt x="168" y="5754"/>
                    </a:lnTo>
                    <a:lnTo>
                      <a:pt x="230" y="5775"/>
                    </a:lnTo>
                    <a:lnTo>
                      <a:pt x="230" y="5963"/>
                    </a:lnTo>
                    <a:lnTo>
                      <a:pt x="398" y="6005"/>
                    </a:lnTo>
                    <a:lnTo>
                      <a:pt x="628" y="6173"/>
                    </a:lnTo>
                    <a:lnTo>
                      <a:pt x="732" y="6110"/>
                    </a:lnTo>
                    <a:lnTo>
                      <a:pt x="795" y="6005"/>
                    </a:lnTo>
                    <a:lnTo>
                      <a:pt x="753" y="5922"/>
                    </a:lnTo>
                    <a:lnTo>
                      <a:pt x="921" y="5922"/>
                    </a:lnTo>
                    <a:lnTo>
                      <a:pt x="942" y="6026"/>
                    </a:lnTo>
                    <a:lnTo>
                      <a:pt x="921" y="6131"/>
                    </a:lnTo>
                    <a:lnTo>
                      <a:pt x="942" y="6235"/>
                    </a:lnTo>
                    <a:lnTo>
                      <a:pt x="1004" y="6214"/>
                    </a:lnTo>
                    <a:lnTo>
                      <a:pt x="1067" y="5963"/>
                    </a:lnTo>
                    <a:lnTo>
                      <a:pt x="1067" y="5712"/>
                    </a:lnTo>
                    <a:lnTo>
                      <a:pt x="1130" y="5566"/>
                    </a:lnTo>
                    <a:lnTo>
                      <a:pt x="1256" y="5440"/>
                    </a:lnTo>
                    <a:lnTo>
                      <a:pt x="1318" y="5294"/>
                    </a:lnTo>
                    <a:lnTo>
                      <a:pt x="1318" y="5461"/>
                    </a:lnTo>
                    <a:lnTo>
                      <a:pt x="1172" y="5670"/>
                    </a:lnTo>
                    <a:lnTo>
                      <a:pt x="1151" y="5817"/>
                    </a:lnTo>
                    <a:lnTo>
                      <a:pt x="1172" y="5922"/>
                    </a:lnTo>
                    <a:lnTo>
                      <a:pt x="1130" y="6131"/>
                    </a:lnTo>
                    <a:lnTo>
                      <a:pt x="1172" y="6235"/>
                    </a:lnTo>
                    <a:lnTo>
                      <a:pt x="1151" y="6319"/>
                    </a:lnTo>
                    <a:lnTo>
                      <a:pt x="1214" y="6340"/>
                    </a:lnTo>
                    <a:lnTo>
                      <a:pt x="1256" y="6298"/>
                    </a:lnTo>
                    <a:lnTo>
                      <a:pt x="1339" y="6173"/>
                    </a:lnTo>
                    <a:lnTo>
                      <a:pt x="1528" y="5984"/>
                    </a:lnTo>
                    <a:lnTo>
                      <a:pt x="1590" y="5691"/>
                    </a:lnTo>
                    <a:lnTo>
                      <a:pt x="1674" y="5650"/>
                    </a:lnTo>
                    <a:lnTo>
                      <a:pt x="1674" y="5754"/>
                    </a:lnTo>
                    <a:lnTo>
                      <a:pt x="1632" y="5880"/>
                    </a:lnTo>
                    <a:lnTo>
                      <a:pt x="1632" y="5963"/>
                    </a:lnTo>
                    <a:lnTo>
                      <a:pt x="1737" y="5984"/>
                    </a:lnTo>
                    <a:lnTo>
                      <a:pt x="1862" y="5859"/>
                    </a:lnTo>
                    <a:lnTo>
                      <a:pt x="1946" y="5775"/>
                    </a:lnTo>
                    <a:lnTo>
                      <a:pt x="1946" y="5670"/>
                    </a:lnTo>
                    <a:lnTo>
                      <a:pt x="1841" y="5650"/>
                    </a:lnTo>
                    <a:lnTo>
                      <a:pt x="1841" y="5608"/>
                    </a:lnTo>
                    <a:lnTo>
                      <a:pt x="1946" y="5566"/>
                    </a:lnTo>
                    <a:lnTo>
                      <a:pt x="1946" y="5398"/>
                    </a:lnTo>
                    <a:lnTo>
                      <a:pt x="1904" y="5336"/>
                    </a:lnTo>
                    <a:lnTo>
                      <a:pt x="1904" y="5231"/>
                    </a:lnTo>
                    <a:lnTo>
                      <a:pt x="2072" y="5126"/>
                    </a:lnTo>
                    <a:lnTo>
                      <a:pt x="2113" y="4938"/>
                    </a:lnTo>
                    <a:lnTo>
                      <a:pt x="2218" y="4875"/>
                    </a:lnTo>
                    <a:lnTo>
                      <a:pt x="2281" y="4813"/>
                    </a:lnTo>
                    <a:lnTo>
                      <a:pt x="2281" y="4917"/>
                    </a:lnTo>
                    <a:lnTo>
                      <a:pt x="2281" y="4959"/>
                    </a:lnTo>
                    <a:lnTo>
                      <a:pt x="2197" y="4980"/>
                    </a:lnTo>
                    <a:lnTo>
                      <a:pt x="2113" y="5168"/>
                    </a:lnTo>
                    <a:lnTo>
                      <a:pt x="2051" y="5294"/>
                    </a:lnTo>
                    <a:lnTo>
                      <a:pt x="2009" y="5461"/>
                    </a:lnTo>
                    <a:lnTo>
                      <a:pt x="2072" y="5566"/>
                    </a:lnTo>
                    <a:lnTo>
                      <a:pt x="2092" y="5691"/>
                    </a:lnTo>
                    <a:lnTo>
                      <a:pt x="2155" y="5650"/>
                    </a:lnTo>
                    <a:lnTo>
                      <a:pt x="2260" y="5461"/>
                    </a:lnTo>
                    <a:lnTo>
                      <a:pt x="2469" y="5273"/>
                    </a:lnTo>
                    <a:lnTo>
                      <a:pt x="2532" y="5147"/>
                    </a:lnTo>
                    <a:lnTo>
                      <a:pt x="2532" y="4980"/>
                    </a:lnTo>
                    <a:lnTo>
                      <a:pt x="2616" y="4875"/>
                    </a:lnTo>
                    <a:lnTo>
                      <a:pt x="2699" y="4854"/>
                    </a:lnTo>
                    <a:lnTo>
                      <a:pt x="2699" y="4917"/>
                    </a:lnTo>
                    <a:lnTo>
                      <a:pt x="2678" y="4959"/>
                    </a:lnTo>
                    <a:lnTo>
                      <a:pt x="2678" y="5085"/>
                    </a:lnTo>
                    <a:lnTo>
                      <a:pt x="2741" y="5064"/>
                    </a:lnTo>
                    <a:lnTo>
                      <a:pt x="2888" y="4875"/>
                    </a:lnTo>
                    <a:lnTo>
                      <a:pt x="2971" y="4875"/>
                    </a:lnTo>
                    <a:lnTo>
                      <a:pt x="3139" y="4917"/>
                    </a:lnTo>
                    <a:lnTo>
                      <a:pt x="3327" y="4854"/>
                    </a:lnTo>
                    <a:lnTo>
                      <a:pt x="3432" y="4834"/>
                    </a:lnTo>
                    <a:lnTo>
                      <a:pt x="3494" y="4750"/>
                    </a:lnTo>
                    <a:lnTo>
                      <a:pt x="3620" y="4729"/>
                    </a:lnTo>
                    <a:lnTo>
                      <a:pt x="3662" y="4624"/>
                    </a:lnTo>
                    <a:lnTo>
                      <a:pt x="3662" y="4541"/>
                    </a:lnTo>
                    <a:lnTo>
                      <a:pt x="3683" y="4457"/>
                    </a:lnTo>
                    <a:lnTo>
                      <a:pt x="3620" y="4394"/>
                    </a:lnTo>
                    <a:lnTo>
                      <a:pt x="3662" y="4227"/>
                    </a:lnTo>
                    <a:lnTo>
                      <a:pt x="3662" y="3976"/>
                    </a:lnTo>
                    <a:lnTo>
                      <a:pt x="3620" y="3976"/>
                    </a:lnTo>
                    <a:lnTo>
                      <a:pt x="3536" y="4122"/>
                    </a:lnTo>
                    <a:lnTo>
                      <a:pt x="3411" y="4290"/>
                    </a:lnTo>
                    <a:lnTo>
                      <a:pt x="3348" y="4290"/>
                    </a:lnTo>
                    <a:lnTo>
                      <a:pt x="3348" y="4206"/>
                    </a:lnTo>
                    <a:lnTo>
                      <a:pt x="3432" y="4101"/>
                    </a:lnTo>
                    <a:lnTo>
                      <a:pt x="3536" y="4018"/>
                    </a:lnTo>
                    <a:lnTo>
                      <a:pt x="3557" y="3934"/>
                    </a:lnTo>
                    <a:lnTo>
                      <a:pt x="3432" y="3829"/>
                    </a:lnTo>
                    <a:lnTo>
                      <a:pt x="3411" y="3725"/>
                    </a:lnTo>
                    <a:lnTo>
                      <a:pt x="3348" y="3725"/>
                    </a:lnTo>
                    <a:lnTo>
                      <a:pt x="3306" y="3766"/>
                    </a:lnTo>
                    <a:lnTo>
                      <a:pt x="3264" y="3829"/>
                    </a:lnTo>
                    <a:lnTo>
                      <a:pt x="3201" y="3787"/>
                    </a:lnTo>
                    <a:lnTo>
                      <a:pt x="3097" y="3808"/>
                    </a:lnTo>
                    <a:lnTo>
                      <a:pt x="3013" y="3871"/>
                    </a:lnTo>
                    <a:lnTo>
                      <a:pt x="2909" y="3829"/>
                    </a:lnTo>
                    <a:lnTo>
                      <a:pt x="2950" y="3787"/>
                    </a:lnTo>
                    <a:lnTo>
                      <a:pt x="3222" y="3683"/>
                    </a:lnTo>
                    <a:lnTo>
                      <a:pt x="3327" y="3662"/>
                    </a:lnTo>
                    <a:lnTo>
                      <a:pt x="3536" y="3453"/>
                    </a:lnTo>
                    <a:lnTo>
                      <a:pt x="3578" y="3390"/>
                    </a:lnTo>
                    <a:lnTo>
                      <a:pt x="3725" y="3160"/>
                    </a:lnTo>
                    <a:lnTo>
                      <a:pt x="3766" y="2971"/>
                    </a:lnTo>
                    <a:lnTo>
                      <a:pt x="3725" y="2950"/>
                    </a:lnTo>
                    <a:lnTo>
                      <a:pt x="3641" y="2971"/>
                    </a:lnTo>
                    <a:lnTo>
                      <a:pt x="3578" y="3034"/>
                    </a:lnTo>
                    <a:lnTo>
                      <a:pt x="3536" y="2950"/>
                    </a:lnTo>
                    <a:lnTo>
                      <a:pt x="3578" y="2888"/>
                    </a:lnTo>
                    <a:lnTo>
                      <a:pt x="3641" y="2846"/>
                    </a:lnTo>
                    <a:lnTo>
                      <a:pt x="3725" y="2867"/>
                    </a:lnTo>
                    <a:lnTo>
                      <a:pt x="3766" y="2783"/>
                    </a:lnTo>
                    <a:lnTo>
                      <a:pt x="3766" y="2657"/>
                    </a:lnTo>
                    <a:lnTo>
                      <a:pt x="3871" y="2553"/>
                    </a:lnTo>
                    <a:lnTo>
                      <a:pt x="3871" y="2427"/>
                    </a:lnTo>
                    <a:lnTo>
                      <a:pt x="3850" y="2365"/>
                    </a:lnTo>
                    <a:lnTo>
                      <a:pt x="3850" y="2302"/>
                    </a:lnTo>
                    <a:lnTo>
                      <a:pt x="3745" y="2260"/>
                    </a:lnTo>
                    <a:lnTo>
                      <a:pt x="3641" y="2302"/>
                    </a:lnTo>
                    <a:lnTo>
                      <a:pt x="3494" y="2553"/>
                    </a:lnTo>
                    <a:lnTo>
                      <a:pt x="3494" y="2678"/>
                    </a:lnTo>
                    <a:lnTo>
                      <a:pt x="3557" y="2762"/>
                    </a:lnTo>
                    <a:lnTo>
                      <a:pt x="3473" y="2846"/>
                    </a:lnTo>
                    <a:lnTo>
                      <a:pt x="3432" y="2888"/>
                    </a:lnTo>
                    <a:lnTo>
                      <a:pt x="3369" y="2867"/>
                    </a:lnTo>
                    <a:lnTo>
                      <a:pt x="3411" y="2825"/>
                    </a:lnTo>
                    <a:lnTo>
                      <a:pt x="3348" y="2762"/>
                    </a:lnTo>
                    <a:lnTo>
                      <a:pt x="3348" y="2657"/>
                    </a:lnTo>
                    <a:lnTo>
                      <a:pt x="3453" y="2448"/>
                    </a:lnTo>
                    <a:lnTo>
                      <a:pt x="3432" y="2344"/>
                    </a:lnTo>
                    <a:lnTo>
                      <a:pt x="3453" y="2302"/>
                    </a:lnTo>
                    <a:lnTo>
                      <a:pt x="3473" y="2323"/>
                    </a:lnTo>
                    <a:lnTo>
                      <a:pt x="3557" y="2302"/>
                    </a:lnTo>
                    <a:lnTo>
                      <a:pt x="3536" y="2134"/>
                    </a:lnTo>
                    <a:lnTo>
                      <a:pt x="3453" y="2030"/>
                    </a:lnTo>
                    <a:lnTo>
                      <a:pt x="3348" y="2030"/>
                    </a:lnTo>
                    <a:lnTo>
                      <a:pt x="3222" y="2051"/>
                    </a:lnTo>
                    <a:lnTo>
                      <a:pt x="3160" y="2155"/>
                    </a:lnTo>
                    <a:lnTo>
                      <a:pt x="3139" y="2113"/>
                    </a:lnTo>
                    <a:lnTo>
                      <a:pt x="3118" y="2051"/>
                    </a:lnTo>
                    <a:lnTo>
                      <a:pt x="3139" y="1904"/>
                    </a:lnTo>
                    <a:lnTo>
                      <a:pt x="3055" y="1737"/>
                    </a:lnTo>
                    <a:lnTo>
                      <a:pt x="3097" y="1507"/>
                    </a:lnTo>
                    <a:lnTo>
                      <a:pt x="3097" y="1318"/>
                    </a:lnTo>
                    <a:lnTo>
                      <a:pt x="3139" y="1193"/>
                    </a:lnTo>
                    <a:lnTo>
                      <a:pt x="3160" y="1005"/>
                    </a:lnTo>
                    <a:lnTo>
                      <a:pt x="3139" y="858"/>
                    </a:lnTo>
                    <a:lnTo>
                      <a:pt x="3243" y="670"/>
                    </a:lnTo>
                    <a:lnTo>
                      <a:pt x="3243" y="523"/>
                    </a:lnTo>
                    <a:lnTo>
                      <a:pt x="3139" y="419"/>
                    </a:lnTo>
                    <a:lnTo>
                      <a:pt x="3118" y="272"/>
                    </a:lnTo>
                    <a:lnTo>
                      <a:pt x="2950" y="147"/>
                    </a:lnTo>
                    <a:lnTo>
                      <a:pt x="2909" y="63"/>
                    </a:lnTo>
                    <a:lnTo>
                      <a:pt x="2741" y="0"/>
                    </a:lnTo>
                    <a:lnTo>
                      <a:pt x="2699" y="21"/>
                    </a:lnTo>
                    <a:lnTo>
                      <a:pt x="2699" y="105"/>
                    </a:lnTo>
                    <a:lnTo>
                      <a:pt x="2678" y="126"/>
                    </a:lnTo>
                    <a:lnTo>
                      <a:pt x="251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14" name="Google Shape;1514;p60"/>
              <p:cNvSpPr/>
              <p:nvPr/>
            </p:nvSpPr>
            <p:spPr>
              <a:xfrm>
                <a:off x="2744725" y="1557875"/>
                <a:ext cx="36625" cy="48150"/>
              </a:xfrm>
              <a:custGeom>
                <a:avLst/>
                <a:gdLst/>
                <a:ahLst/>
                <a:cxnLst/>
                <a:rect l="l" t="t" r="r" b="b"/>
                <a:pathLst>
                  <a:path w="1465" h="1926" extrusionOk="0">
                    <a:moveTo>
                      <a:pt x="711" y="0"/>
                    </a:moveTo>
                    <a:lnTo>
                      <a:pt x="586" y="105"/>
                    </a:lnTo>
                    <a:lnTo>
                      <a:pt x="502" y="168"/>
                    </a:lnTo>
                    <a:lnTo>
                      <a:pt x="502" y="356"/>
                    </a:lnTo>
                    <a:lnTo>
                      <a:pt x="419" y="419"/>
                    </a:lnTo>
                    <a:lnTo>
                      <a:pt x="356" y="377"/>
                    </a:lnTo>
                    <a:lnTo>
                      <a:pt x="272" y="544"/>
                    </a:lnTo>
                    <a:lnTo>
                      <a:pt x="272" y="733"/>
                    </a:lnTo>
                    <a:lnTo>
                      <a:pt x="188" y="837"/>
                    </a:lnTo>
                    <a:lnTo>
                      <a:pt x="272" y="963"/>
                    </a:lnTo>
                    <a:lnTo>
                      <a:pt x="147" y="963"/>
                    </a:lnTo>
                    <a:lnTo>
                      <a:pt x="167" y="1005"/>
                    </a:lnTo>
                    <a:lnTo>
                      <a:pt x="272" y="1088"/>
                    </a:lnTo>
                    <a:lnTo>
                      <a:pt x="398" y="1256"/>
                    </a:lnTo>
                    <a:lnTo>
                      <a:pt x="377" y="1360"/>
                    </a:lnTo>
                    <a:lnTo>
                      <a:pt x="356" y="1360"/>
                    </a:lnTo>
                    <a:lnTo>
                      <a:pt x="209" y="1256"/>
                    </a:lnTo>
                    <a:lnTo>
                      <a:pt x="84" y="1256"/>
                    </a:lnTo>
                    <a:lnTo>
                      <a:pt x="63" y="1318"/>
                    </a:lnTo>
                    <a:lnTo>
                      <a:pt x="0" y="1402"/>
                    </a:lnTo>
                    <a:lnTo>
                      <a:pt x="105" y="1465"/>
                    </a:lnTo>
                    <a:lnTo>
                      <a:pt x="147" y="1590"/>
                    </a:lnTo>
                    <a:lnTo>
                      <a:pt x="188" y="1632"/>
                    </a:lnTo>
                    <a:lnTo>
                      <a:pt x="105" y="1737"/>
                    </a:lnTo>
                    <a:lnTo>
                      <a:pt x="105" y="1883"/>
                    </a:lnTo>
                    <a:lnTo>
                      <a:pt x="251" y="1821"/>
                    </a:lnTo>
                    <a:lnTo>
                      <a:pt x="272" y="1737"/>
                    </a:lnTo>
                    <a:lnTo>
                      <a:pt x="356" y="1737"/>
                    </a:lnTo>
                    <a:lnTo>
                      <a:pt x="377" y="1883"/>
                    </a:lnTo>
                    <a:lnTo>
                      <a:pt x="460" y="1883"/>
                    </a:lnTo>
                    <a:lnTo>
                      <a:pt x="607" y="1842"/>
                    </a:lnTo>
                    <a:lnTo>
                      <a:pt x="711" y="1883"/>
                    </a:lnTo>
                    <a:lnTo>
                      <a:pt x="837" y="1779"/>
                    </a:lnTo>
                    <a:lnTo>
                      <a:pt x="900" y="1821"/>
                    </a:lnTo>
                    <a:lnTo>
                      <a:pt x="900" y="1925"/>
                    </a:lnTo>
                    <a:lnTo>
                      <a:pt x="983" y="1925"/>
                    </a:lnTo>
                    <a:lnTo>
                      <a:pt x="1025" y="1883"/>
                    </a:lnTo>
                    <a:lnTo>
                      <a:pt x="1235" y="1737"/>
                    </a:lnTo>
                    <a:lnTo>
                      <a:pt x="1235" y="1632"/>
                    </a:lnTo>
                    <a:lnTo>
                      <a:pt x="1214" y="1465"/>
                    </a:lnTo>
                    <a:lnTo>
                      <a:pt x="1151" y="1465"/>
                    </a:lnTo>
                    <a:lnTo>
                      <a:pt x="1109" y="1402"/>
                    </a:lnTo>
                    <a:lnTo>
                      <a:pt x="1193" y="1360"/>
                    </a:lnTo>
                    <a:lnTo>
                      <a:pt x="1297" y="1381"/>
                    </a:lnTo>
                    <a:lnTo>
                      <a:pt x="1339" y="1298"/>
                    </a:lnTo>
                    <a:lnTo>
                      <a:pt x="1465" y="1214"/>
                    </a:lnTo>
                    <a:lnTo>
                      <a:pt x="1423" y="984"/>
                    </a:lnTo>
                    <a:lnTo>
                      <a:pt x="1360" y="900"/>
                    </a:lnTo>
                    <a:lnTo>
                      <a:pt x="1360" y="837"/>
                    </a:lnTo>
                    <a:lnTo>
                      <a:pt x="1235" y="837"/>
                    </a:lnTo>
                    <a:lnTo>
                      <a:pt x="1193" y="691"/>
                    </a:lnTo>
                    <a:lnTo>
                      <a:pt x="1193" y="649"/>
                    </a:lnTo>
                    <a:lnTo>
                      <a:pt x="1130" y="586"/>
                    </a:lnTo>
                    <a:lnTo>
                      <a:pt x="1109" y="482"/>
                    </a:lnTo>
                    <a:lnTo>
                      <a:pt x="1046" y="461"/>
                    </a:lnTo>
                    <a:lnTo>
                      <a:pt x="1004" y="377"/>
                    </a:lnTo>
                    <a:lnTo>
                      <a:pt x="1025" y="272"/>
                    </a:lnTo>
                    <a:lnTo>
                      <a:pt x="983" y="168"/>
                    </a:lnTo>
                    <a:lnTo>
                      <a:pt x="83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15" name="Google Shape;1515;p60"/>
              <p:cNvSpPr/>
              <p:nvPr/>
            </p:nvSpPr>
            <p:spPr>
              <a:xfrm>
                <a:off x="2789175" y="1410350"/>
                <a:ext cx="386600" cy="302375"/>
              </a:xfrm>
              <a:custGeom>
                <a:avLst/>
                <a:gdLst/>
                <a:ahLst/>
                <a:cxnLst/>
                <a:rect l="l" t="t" r="r" b="b"/>
                <a:pathLst>
                  <a:path w="15464" h="12095" extrusionOk="0">
                    <a:moveTo>
                      <a:pt x="9625" y="1"/>
                    </a:moveTo>
                    <a:lnTo>
                      <a:pt x="9521" y="105"/>
                    </a:lnTo>
                    <a:lnTo>
                      <a:pt x="9416" y="105"/>
                    </a:lnTo>
                    <a:lnTo>
                      <a:pt x="9353" y="168"/>
                    </a:lnTo>
                    <a:lnTo>
                      <a:pt x="9416" y="252"/>
                    </a:lnTo>
                    <a:lnTo>
                      <a:pt x="9521" y="273"/>
                    </a:lnTo>
                    <a:lnTo>
                      <a:pt x="9584" y="315"/>
                    </a:lnTo>
                    <a:lnTo>
                      <a:pt x="9458" y="315"/>
                    </a:lnTo>
                    <a:lnTo>
                      <a:pt x="9395" y="377"/>
                    </a:lnTo>
                    <a:lnTo>
                      <a:pt x="9458" y="461"/>
                    </a:lnTo>
                    <a:lnTo>
                      <a:pt x="9584" y="566"/>
                    </a:lnTo>
                    <a:lnTo>
                      <a:pt x="9563" y="629"/>
                    </a:lnTo>
                    <a:lnTo>
                      <a:pt x="9521" y="691"/>
                    </a:lnTo>
                    <a:lnTo>
                      <a:pt x="9625" y="796"/>
                    </a:lnTo>
                    <a:lnTo>
                      <a:pt x="9709" y="817"/>
                    </a:lnTo>
                    <a:lnTo>
                      <a:pt x="9709" y="880"/>
                    </a:lnTo>
                    <a:lnTo>
                      <a:pt x="9605" y="901"/>
                    </a:lnTo>
                    <a:lnTo>
                      <a:pt x="9605" y="942"/>
                    </a:lnTo>
                    <a:lnTo>
                      <a:pt x="9395" y="712"/>
                    </a:lnTo>
                    <a:lnTo>
                      <a:pt x="9353" y="712"/>
                    </a:lnTo>
                    <a:lnTo>
                      <a:pt x="9312" y="796"/>
                    </a:lnTo>
                    <a:lnTo>
                      <a:pt x="9312" y="901"/>
                    </a:lnTo>
                    <a:lnTo>
                      <a:pt x="9270" y="880"/>
                    </a:lnTo>
                    <a:lnTo>
                      <a:pt x="9249" y="691"/>
                    </a:lnTo>
                    <a:lnTo>
                      <a:pt x="9270" y="566"/>
                    </a:lnTo>
                    <a:lnTo>
                      <a:pt x="9186" y="419"/>
                    </a:lnTo>
                    <a:lnTo>
                      <a:pt x="9186" y="273"/>
                    </a:lnTo>
                    <a:lnTo>
                      <a:pt x="9123" y="210"/>
                    </a:lnTo>
                    <a:lnTo>
                      <a:pt x="9081" y="252"/>
                    </a:lnTo>
                    <a:lnTo>
                      <a:pt x="8956" y="147"/>
                    </a:lnTo>
                    <a:lnTo>
                      <a:pt x="8872" y="105"/>
                    </a:lnTo>
                    <a:lnTo>
                      <a:pt x="8851" y="252"/>
                    </a:lnTo>
                    <a:lnTo>
                      <a:pt x="8872" y="461"/>
                    </a:lnTo>
                    <a:lnTo>
                      <a:pt x="8851" y="670"/>
                    </a:lnTo>
                    <a:lnTo>
                      <a:pt x="8893" y="817"/>
                    </a:lnTo>
                    <a:lnTo>
                      <a:pt x="8935" y="984"/>
                    </a:lnTo>
                    <a:lnTo>
                      <a:pt x="8935" y="1047"/>
                    </a:lnTo>
                    <a:lnTo>
                      <a:pt x="8935" y="1193"/>
                    </a:lnTo>
                    <a:lnTo>
                      <a:pt x="8872" y="1235"/>
                    </a:lnTo>
                    <a:lnTo>
                      <a:pt x="8830" y="1131"/>
                    </a:lnTo>
                    <a:lnTo>
                      <a:pt x="8788" y="984"/>
                    </a:lnTo>
                    <a:lnTo>
                      <a:pt x="8747" y="901"/>
                    </a:lnTo>
                    <a:lnTo>
                      <a:pt x="8747" y="775"/>
                    </a:lnTo>
                    <a:lnTo>
                      <a:pt x="8726" y="629"/>
                    </a:lnTo>
                    <a:lnTo>
                      <a:pt x="8684" y="482"/>
                    </a:lnTo>
                    <a:lnTo>
                      <a:pt x="8475" y="357"/>
                    </a:lnTo>
                    <a:lnTo>
                      <a:pt x="8412" y="357"/>
                    </a:lnTo>
                    <a:lnTo>
                      <a:pt x="8370" y="482"/>
                    </a:lnTo>
                    <a:lnTo>
                      <a:pt x="8349" y="524"/>
                    </a:lnTo>
                    <a:lnTo>
                      <a:pt x="8370" y="691"/>
                    </a:lnTo>
                    <a:lnTo>
                      <a:pt x="8558" y="817"/>
                    </a:lnTo>
                    <a:lnTo>
                      <a:pt x="8558" y="901"/>
                    </a:lnTo>
                    <a:lnTo>
                      <a:pt x="8370" y="880"/>
                    </a:lnTo>
                    <a:lnTo>
                      <a:pt x="8328" y="838"/>
                    </a:lnTo>
                    <a:lnTo>
                      <a:pt x="8244" y="838"/>
                    </a:lnTo>
                    <a:lnTo>
                      <a:pt x="8161" y="921"/>
                    </a:lnTo>
                    <a:lnTo>
                      <a:pt x="8244" y="1131"/>
                    </a:lnTo>
                    <a:lnTo>
                      <a:pt x="8224" y="1193"/>
                    </a:lnTo>
                    <a:lnTo>
                      <a:pt x="8077" y="1235"/>
                    </a:lnTo>
                    <a:lnTo>
                      <a:pt x="8035" y="1340"/>
                    </a:lnTo>
                    <a:lnTo>
                      <a:pt x="7952" y="1403"/>
                    </a:lnTo>
                    <a:lnTo>
                      <a:pt x="7910" y="1319"/>
                    </a:lnTo>
                    <a:lnTo>
                      <a:pt x="7910" y="1214"/>
                    </a:lnTo>
                    <a:lnTo>
                      <a:pt x="7847" y="1214"/>
                    </a:lnTo>
                    <a:lnTo>
                      <a:pt x="7784" y="1361"/>
                    </a:lnTo>
                    <a:lnTo>
                      <a:pt x="7700" y="1403"/>
                    </a:lnTo>
                    <a:lnTo>
                      <a:pt x="7680" y="1131"/>
                    </a:lnTo>
                    <a:lnTo>
                      <a:pt x="7700" y="984"/>
                    </a:lnTo>
                    <a:lnTo>
                      <a:pt x="7700" y="921"/>
                    </a:lnTo>
                    <a:lnTo>
                      <a:pt x="7491" y="838"/>
                    </a:lnTo>
                    <a:lnTo>
                      <a:pt x="7470" y="775"/>
                    </a:lnTo>
                    <a:lnTo>
                      <a:pt x="7533" y="691"/>
                    </a:lnTo>
                    <a:lnTo>
                      <a:pt x="7554" y="608"/>
                    </a:lnTo>
                    <a:lnTo>
                      <a:pt x="7470" y="566"/>
                    </a:lnTo>
                    <a:lnTo>
                      <a:pt x="7261" y="524"/>
                    </a:lnTo>
                    <a:lnTo>
                      <a:pt x="7219" y="482"/>
                    </a:lnTo>
                    <a:lnTo>
                      <a:pt x="7073" y="524"/>
                    </a:lnTo>
                    <a:lnTo>
                      <a:pt x="7031" y="629"/>
                    </a:lnTo>
                    <a:lnTo>
                      <a:pt x="7115" y="712"/>
                    </a:lnTo>
                    <a:lnTo>
                      <a:pt x="7115" y="921"/>
                    </a:lnTo>
                    <a:lnTo>
                      <a:pt x="7073" y="984"/>
                    </a:lnTo>
                    <a:lnTo>
                      <a:pt x="6968" y="942"/>
                    </a:lnTo>
                    <a:lnTo>
                      <a:pt x="6864" y="984"/>
                    </a:lnTo>
                    <a:lnTo>
                      <a:pt x="6780" y="901"/>
                    </a:lnTo>
                    <a:lnTo>
                      <a:pt x="6654" y="901"/>
                    </a:lnTo>
                    <a:lnTo>
                      <a:pt x="6633" y="1026"/>
                    </a:lnTo>
                    <a:lnTo>
                      <a:pt x="6675" y="1089"/>
                    </a:lnTo>
                    <a:lnTo>
                      <a:pt x="6738" y="1193"/>
                    </a:lnTo>
                    <a:lnTo>
                      <a:pt x="6801" y="1256"/>
                    </a:lnTo>
                    <a:lnTo>
                      <a:pt x="6801" y="1403"/>
                    </a:lnTo>
                    <a:lnTo>
                      <a:pt x="6864" y="1465"/>
                    </a:lnTo>
                    <a:lnTo>
                      <a:pt x="6905" y="1465"/>
                    </a:lnTo>
                    <a:lnTo>
                      <a:pt x="7010" y="1633"/>
                    </a:lnTo>
                    <a:lnTo>
                      <a:pt x="7010" y="1779"/>
                    </a:lnTo>
                    <a:lnTo>
                      <a:pt x="6968" y="1842"/>
                    </a:lnTo>
                    <a:lnTo>
                      <a:pt x="6989" y="1717"/>
                    </a:lnTo>
                    <a:lnTo>
                      <a:pt x="6947" y="1717"/>
                    </a:lnTo>
                    <a:lnTo>
                      <a:pt x="6843" y="1842"/>
                    </a:lnTo>
                    <a:lnTo>
                      <a:pt x="6780" y="1758"/>
                    </a:lnTo>
                    <a:lnTo>
                      <a:pt x="6780" y="1654"/>
                    </a:lnTo>
                    <a:lnTo>
                      <a:pt x="6801" y="1633"/>
                    </a:lnTo>
                    <a:lnTo>
                      <a:pt x="6780" y="1549"/>
                    </a:lnTo>
                    <a:lnTo>
                      <a:pt x="6738" y="1612"/>
                    </a:lnTo>
                    <a:lnTo>
                      <a:pt x="6654" y="1612"/>
                    </a:lnTo>
                    <a:lnTo>
                      <a:pt x="6654" y="1758"/>
                    </a:lnTo>
                    <a:lnTo>
                      <a:pt x="6592" y="1842"/>
                    </a:lnTo>
                    <a:lnTo>
                      <a:pt x="6571" y="1758"/>
                    </a:lnTo>
                    <a:lnTo>
                      <a:pt x="6508" y="1675"/>
                    </a:lnTo>
                    <a:lnTo>
                      <a:pt x="6550" y="1570"/>
                    </a:lnTo>
                    <a:lnTo>
                      <a:pt x="6550" y="1424"/>
                    </a:lnTo>
                    <a:lnTo>
                      <a:pt x="6445" y="1298"/>
                    </a:lnTo>
                    <a:lnTo>
                      <a:pt x="6382" y="1298"/>
                    </a:lnTo>
                    <a:lnTo>
                      <a:pt x="6257" y="1465"/>
                    </a:lnTo>
                    <a:lnTo>
                      <a:pt x="6215" y="1507"/>
                    </a:lnTo>
                    <a:lnTo>
                      <a:pt x="6215" y="1633"/>
                    </a:lnTo>
                    <a:lnTo>
                      <a:pt x="6257" y="1717"/>
                    </a:lnTo>
                    <a:lnTo>
                      <a:pt x="6215" y="1758"/>
                    </a:lnTo>
                    <a:lnTo>
                      <a:pt x="6131" y="1675"/>
                    </a:lnTo>
                    <a:lnTo>
                      <a:pt x="6152" y="1612"/>
                    </a:lnTo>
                    <a:lnTo>
                      <a:pt x="6110" y="1528"/>
                    </a:lnTo>
                    <a:lnTo>
                      <a:pt x="6131" y="1424"/>
                    </a:lnTo>
                    <a:lnTo>
                      <a:pt x="6110" y="1298"/>
                    </a:lnTo>
                    <a:lnTo>
                      <a:pt x="5985" y="1235"/>
                    </a:lnTo>
                    <a:lnTo>
                      <a:pt x="5985" y="1089"/>
                    </a:lnTo>
                    <a:lnTo>
                      <a:pt x="5985" y="984"/>
                    </a:lnTo>
                    <a:lnTo>
                      <a:pt x="5943" y="984"/>
                    </a:lnTo>
                    <a:lnTo>
                      <a:pt x="5796" y="1110"/>
                    </a:lnTo>
                    <a:lnTo>
                      <a:pt x="5713" y="1131"/>
                    </a:lnTo>
                    <a:lnTo>
                      <a:pt x="5692" y="1256"/>
                    </a:lnTo>
                    <a:lnTo>
                      <a:pt x="5713" y="1340"/>
                    </a:lnTo>
                    <a:lnTo>
                      <a:pt x="5692" y="1403"/>
                    </a:lnTo>
                    <a:lnTo>
                      <a:pt x="5692" y="1465"/>
                    </a:lnTo>
                    <a:lnTo>
                      <a:pt x="5608" y="1528"/>
                    </a:lnTo>
                    <a:lnTo>
                      <a:pt x="5608" y="1445"/>
                    </a:lnTo>
                    <a:lnTo>
                      <a:pt x="5629" y="1403"/>
                    </a:lnTo>
                    <a:lnTo>
                      <a:pt x="5608" y="1340"/>
                    </a:lnTo>
                    <a:lnTo>
                      <a:pt x="5524" y="1424"/>
                    </a:lnTo>
                    <a:lnTo>
                      <a:pt x="5462" y="1570"/>
                    </a:lnTo>
                    <a:lnTo>
                      <a:pt x="5399" y="1612"/>
                    </a:lnTo>
                    <a:lnTo>
                      <a:pt x="5399" y="1340"/>
                    </a:lnTo>
                    <a:lnTo>
                      <a:pt x="5420" y="1256"/>
                    </a:lnTo>
                    <a:lnTo>
                      <a:pt x="5420" y="1193"/>
                    </a:lnTo>
                    <a:lnTo>
                      <a:pt x="5336" y="1152"/>
                    </a:lnTo>
                    <a:lnTo>
                      <a:pt x="5273" y="1214"/>
                    </a:lnTo>
                    <a:lnTo>
                      <a:pt x="5022" y="1214"/>
                    </a:lnTo>
                    <a:lnTo>
                      <a:pt x="4876" y="1319"/>
                    </a:lnTo>
                    <a:lnTo>
                      <a:pt x="4771" y="1298"/>
                    </a:lnTo>
                    <a:lnTo>
                      <a:pt x="4646" y="1361"/>
                    </a:lnTo>
                    <a:lnTo>
                      <a:pt x="4583" y="1465"/>
                    </a:lnTo>
                    <a:lnTo>
                      <a:pt x="4457" y="1465"/>
                    </a:lnTo>
                    <a:lnTo>
                      <a:pt x="4353" y="1528"/>
                    </a:lnTo>
                    <a:lnTo>
                      <a:pt x="4332" y="1654"/>
                    </a:lnTo>
                    <a:lnTo>
                      <a:pt x="4248" y="1612"/>
                    </a:lnTo>
                    <a:lnTo>
                      <a:pt x="4227" y="1633"/>
                    </a:lnTo>
                    <a:lnTo>
                      <a:pt x="4248" y="1737"/>
                    </a:lnTo>
                    <a:lnTo>
                      <a:pt x="4290" y="1758"/>
                    </a:lnTo>
                    <a:lnTo>
                      <a:pt x="4269" y="1863"/>
                    </a:lnTo>
                    <a:lnTo>
                      <a:pt x="4290" y="1968"/>
                    </a:lnTo>
                    <a:lnTo>
                      <a:pt x="4415" y="1947"/>
                    </a:lnTo>
                    <a:lnTo>
                      <a:pt x="4478" y="1863"/>
                    </a:lnTo>
                    <a:lnTo>
                      <a:pt x="4478" y="1779"/>
                    </a:lnTo>
                    <a:lnTo>
                      <a:pt x="4604" y="1758"/>
                    </a:lnTo>
                    <a:lnTo>
                      <a:pt x="4667" y="1717"/>
                    </a:lnTo>
                    <a:lnTo>
                      <a:pt x="4708" y="1675"/>
                    </a:lnTo>
                    <a:lnTo>
                      <a:pt x="4750" y="1821"/>
                    </a:lnTo>
                    <a:lnTo>
                      <a:pt x="4813" y="1758"/>
                    </a:lnTo>
                    <a:lnTo>
                      <a:pt x="4855" y="1654"/>
                    </a:lnTo>
                    <a:lnTo>
                      <a:pt x="4897" y="1633"/>
                    </a:lnTo>
                    <a:lnTo>
                      <a:pt x="4876" y="1779"/>
                    </a:lnTo>
                    <a:lnTo>
                      <a:pt x="4918" y="1842"/>
                    </a:lnTo>
                    <a:lnTo>
                      <a:pt x="5064" y="1842"/>
                    </a:lnTo>
                    <a:lnTo>
                      <a:pt x="4939" y="1884"/>
                    </a:lnTo>
                    <a:lnTo>
                      <a:pt x="4771" y="1926"/>
                    </a:lnTo>
                    <a:lnTo>
                      <a:pt x="4604" y="2051"/>
                    </a:lnTo>
                    <a:lnTo>
                      <a:pt x="4478" y="2093"/>
                    </a:lnTo>
                    <a:lnTo>
                      <a:pt x="4499" y="2198"/>
                    </a:lnTo>
                    <a:lnTo>
                      <a:pt x="4499" y="2281"/>
                    </a:lnTo>
                    <a:lnTo>
                      <a:pt x="4583" y="2281"/>
                    </a:lnTo>
                    <a:lnTo>
                      <a:pt x="4667" y="2198"/>
                    </a:lnTo>
                    <a:lnTo>
                      <a:pt x="4771" y="2198"/>
                    </a:lnTo>
                    <a:lnTo>
                      <a:pt x="4918" y="2156"/>
                    </a:lnTo>
                    <a:lnTo>
                      <a:pt x="5127" y="2135"/>
                    </a:lnTo>
                    <a:lnTo>
                      <a:pt x="5378" y="2072"/>
                    </a:lnTo>
                    <a:lnTo>
                      <a:pt x="5420" y="2135"/>
                    </a:lnTo>
                    <a:lnTo>
                      <a:pt x="5420" y="2198"/>
                    </a:lnTo>
                    <a:lnTo>
                      <a:pt x="5336" y="2240"/>
                    </a:lnTo>
                    <a:lnTo>
                      <a:pt x="5273" y="2177"/>
                    </a:lnTo>
                    <a:lnTo>
                      <a:pt x="5169" y="2177"/>
                    </a:lnTo>
                    <a:lnTo>
                      <a:pt x="5064" y="2261"/>
                    </a:lnTo>
                    <a:lnTo>
                      <a:pt x="4876" y="2261"/>
                    </a:lnTo>
                    <a:lnTo>
                      <a:pt x="4708" y="2386"/>
                    </a:lnTo>
                    <a:lnTo>
                      <a:pt x="4562" y="2386"/>
                    </a:lnTo>
                    <a:lnTo>
                      <a:pt x="4541" y="2449"/>
                    </a:lnTo>
                    <a:lnTo>
                      <a:pt x="4604" y="2554"/>
                    </a:lnTo>
                    <a:lnTo>
                      <a:pt x="4708" y="2554"/>
                    </a:lnTo>
                    <a:lnTo>
                      <a:pt x="4813" y="2616"/>
                    </a:lnTo>
                    <a:lnTo>
                      <a:pt x="4750" y="2658"/>
                    </a:lnTo>
                    <a:lnTo>
                      <a:pt x="4562" y="2658"/>
                    </a:lnTo>
                    <a:lnTo>
                      <a:pt x="4478" y="2574"/>
                    </a:lnTo>
                    <a:lnTo>
                      <a:pt x="4415" y="2574"/>
                    </a:lnTo>
                    <a:lnTo>
                      <a:pt x="4353" y="2616"/>
                    </a:lnTo>
                    <a:lnTo>
                      <a:pt x="4353" y="2763"/>
                    </a:lnTo>
                    <a:lnTo>
                      <a:pt x="4290" y="2826"/>
                    </a:lnTo>
                    <a:lnTo>
                      <a:pt x="4332" y="2909"/>
                    </a:lnTo>
                    <a:lnTo>
                      <a:pt x="4415" y="2972"/>
                    </a:lnTo>
                    <a:lnTo>
                      <a:pt x="4562" y="2909"/>
                    </a:lnTo>
                    <a:lnTo>
                      <a:pt x="4750" y="3014"/>
                    </a:lnTo>
                    <a:lnTo>
                      <a:pt x="4897" y="2993"/>
                    </a:lnTo>
                    <a:lnTo>
                      <a:pt x="4918" y="3035"/>
                    </a:lnTo>
                    <a:lnTo>
                      <a:pt x="5022" y="3035"/>
                    </a:lnTo>
                    <a:lnTo>
                      <a:pt x="5169" y="3139"/>
                    </a:lnTo>
                    <a:lnTo>
                      <a:pt x="5231" y="3139"/>
                    </a:lnTo>
                    <a:lnTo>
                      <a:pt x="5315" y="3118"/>
                    </a:lnTo>
                    <a:lnTo>
                      <a:pt x="5462" y="3139"/>
                    </a:lnTo>
                    <a:lnTo>
                      <a:pt x="5545" y="3139"/>
                    </a:lnTo>
                    <a:lnTo>
                      <a:pt x="5713" y="3035"/>
                    </a:lnTo>
                    <a:lnTo>
                      <a:pt x="5943" y="3035"/>
                    </a:lnTo>
                    <a:lnTo>
                      <a:pt x="6110" y="3014"/>
                    </a:lnTo>
                    <a:lnTo>
                      <a:pt x="6173" y="2972"/>
                    </a:lnTo>
                    <a:lnTo>
                      <a:pt x="6236" y="2930"/>
                    </a:lnTo>
                    <a:lnTo>
                      <a:pt x="6320" y="2930"/>
                    </a:lnTo>
                    <a:lnTo>
                      <a:pt x="6320" y="2993"/>
                    </a:lnTo>
                    <a:lnTo>
                      <a:pt x="6278" y="3077"/>
                    </a:lnTo>
                    <a:lnTo>
                      <a:pt x="6068" y="3098"/>
                    </a:lnTo>
                    <a:lnTo>
                      <a:pt x="5838" y="3139"/>
                    </a:lnTo>
                    <a:lnTo>
                      <a:pt x="5755" y="3202"/>
                    </a:lnTo>
                    <a:lnTo>
                      <a:pt x="5650" y="3223"/>
                    </a:lnTo>
                    <a:lnTo>
                      <a:pt x="5629" y="3244"/>
                    </a:lnTo>
                    <a:lnTo>
                      <a:pt x="5462" y="3223"/>
                    </a:lnTo>
                    <a:lnTo>
                      <a:pt x="5336" y="3286"/>
                    </a:lnTo>
                    <a:lnTo>
                      <a:pt x="5231" y="3286"/>
                    </a:lnTo>
                    <a:lnTo>
                      <a:pt x="5190" y="3223"/>
                    </a:lnTo>
                    <a:lnTo>
                      <a:pt x="5085" y="3223"/>
                    </a:lnTo>
                    <a:lnTo>
                      <a:pt x="4897" y="3118"/>
                    </a:lnTo>
                    <a:lnTo>
                      <a:pt x="4562" y="3118"/>
                    </a:lnTo>
                    <a:lnTo>
                      <a:pt x="4499" y="3077"/>
                    </a:lnTo>
                    <a:lnTo>
                      <a:pt x="4374" y="3098"/>
                    </a:lnTo>
                    <a:lnTo>
                      <a:pt x="4269" y="3077"/>
                    </a:lnTo>
                    <a:lnTo>
                      <a:pt x="4227" y="3118"/>
                    </a:lnTo>
                    <a:lnTo>
                      <a:pt x="4248" y="3286"/>
                    </a:lnTo>
                    <a:lnTo>
                      <a:pt x="4290" y="3328"/>
                    </a:lnTo>
                    <a:lnTo>
                      <a:pt x="4290" y="3516"/>
                    </a:lnTo>
                    <a:lnTo>
                      <a:pt x="4353" y="3642"/>
                    </a:lnTo>
                    <a:lnTo>
                      <a:pt x="4395" y="3704"/>
                    </a:lnTo>
                    <a:lnTo>
                      <a:pt x="4478" y="3725"/>
                    </a:lnTo>
                    <a:lnTo>
                      <a:pt x="4646" y="3934"/>
                    </a:lnTo>
                    <a:lnTo>
                      <a:pt x="4708" y="3976"/>
                    </a:lnTo>
                    <a:lnTo>
                      <a:pt x="4771" y="3955"/>
                    </a:lnTo>
                    <a:lnTo>
                      <a:pt x="4897" y="3767"/>
                    </a:lnTo>
                    <a:lnTo>
                      <a:pt x="5106" y="3662"/>
                    </a:lnTo>
                    <a:lnTo>
                      <a:pt x="5315" y="3537"/>
                    </a:lnTo>
                    <a:lnTo>
                      <a:pt x="5441" y="3432"/>
                    </a:lnTo>
                    <a:lnTo>
                      <a:pt x="5503" y="3349"/>
                    </a:lnTo>
                    <a:lnTo>
                      <a:pt x="5545" y="3349"/>
                    </a:lnTo>
                    <a:lnTo>
                      <a:pt x="5817" y="3411"/>
                    </a:lnTo>
                    <a:lnTo>
                      <a:pt x="6027" y="3390"/>
                    </a:lnTo>
                    <a:lnTo>
                      <a:pt x="6173" y="3390"/>
                    </a:lnTo>
                    <a:lnTo>
                      <a:pt x="6320" y="3495"/>
                    </a:lnTo>
                    <a:lnTo>
                      <a:pt x="6571" y="3516"/>
                    </a:lnTo>
                    <a:lnTo>
                      <a:pt x="6780" y="3516"/>
                    </a:lnTo>
                    <a:lnTo>
                      <a:pt x="6864" y="3558"/>
                    </a:lnTo>
                    <a:lnTo>
                      <a:pt x="6843" y="3600"/>
                    </a:lnTo>
                    <a:lnTo>
                      <a:pt x="6654" y="3621"/>
                    </a:lnTo>
                    <a:lnTo>
                      <a:pt x="6550" y="3600"/>
                    </a:lnTo>
                    <a:lnTo>
                      <a:pt x="6361" y="3558"/>
                    </a:lnTo>
                    <a:lnTo>
                      <a:pt x="6152" y="3453"/>
                    </a:lnTo>
                    <a:lnTo>
                      <a:pt x="6047" y="3453"/>
                    </a:lnTo>
                    <a:lnTo>
                      <a:pt x="5964" y="3495"/>
                    </a:lnTo>
                    <a:lnTo>
                      <a:pt x="5734" y="3453"/>
                    </a:lnTo>
                    <a:lnTo>
                      <a:pt x="5608" y="3432"/>
                    </a:lnTo>
                    <a:lnTo>
                      <a:pt x="5545" y="3516"/>
                    </a:lnTo>
                    <a:lnTo>
                      <a:pt x="5399" y="3600"/>
                    </a:lnTo>
                    <a:lnTo>
                      <a:pt x="5294" y="3725"/>
                    </a:lnTo>
                    <a:lnTo>
                      <a:pt x="5106" y="3830"/>
                    </a:lnTo>
                    <a:lnTo>
                      <a:pt x="5022" y="3976"/>
                    </a:lnTo>
                    <a:lnTo>
                      <a:pt x="4939" y="4060"/>
                    </a:lnTo>
                    <a:lnTo>
                      <a:pt x="4918" y="4123"/>
                    </a:lnTo>
                    <a:lnTo>
                      <a:pt x="5064" y="4227"/>
                    </a:lnTo>
                    <a:lnTo>
                      <a:pt x="5190" y="4227"/>
                    </a:lnTo>
                    <a:lnTo>
                      <a:pt x="5190" y="4290"/>
                    </a:lnTo>
                    <a:lnTo>
                      <a:pt x="5294" y="4395"/>
                    </a:lnTo>
                    <a:lnTo>
                      <a:pt x="5503" y="4395"/>
                    </a:lnTo>
                    <a:lnTo>
                      <a:pt x="5755" y="4478"/>
                    </a:lnTo>
                    <a:lnTo>
                      <a:pt x="5943" y="4478"/>
                    </a:lnTo>
                    <a:lnTo>
                      <a:pt x="6110" y="4332"/>
                    </a:lnTo>
                    <a:lnTo>
                      <a:pt x="6131" y="4144"/>
                    </a:lnTo>
                    <a:lnTo>
                      <a:pt x="6278" y="4081"/>
                    </a:lnTo>
                    <a:lnTo>
                      <a:pt x="6382" y="4123"/>
                    </a:lnTo>
                    <a:lnTo>
                      <a:pt x="6257" y="4165"/>
                    </a:lnTo>
                    <a:lnTo>
                      <a:pt x="6257" y="4269"/>
                    </a:lnTo>
                    <a:lnTo>
                      <a:pt x="6361" y="4290"/>
                    </a:lnTo>
                    <a:lnTo>
                      <a:pt x="6508" y="4248"/>
                    </a:lnTo>
                    <a:lnTo>
                      <a:pt x="6654" y="4269"/>
                    </a:lnTo>
                    <a:lnTo>
                      <a:pt x="6780" y="4186"/>
                    </a:lnTo>
                    <a:lnTo>
                      <a:pt x="6884" y="4227"/>
                    </a:lnTo>
                    <a:lnTo>
                      <a:pt x="6780" y="4332"/>
                    </a:lnTo>
                    <a:lnTo>
                      <a:pt x="6571" y="4353"/>
                    </a:lnTo>
                    <a:lnTo>
                      <a:pt x="6466" y="4374"/>
                    </a:lnTo>
                    <a:lnTo>
                      <a:pt x="6320" y="4374"/>
                    </a:lnTo>
                    <a:lnTo>
                      <a:pt x="6152" y="4541"/>
                    </a:lnTo>
                    <a:lnTo>
                      <a:pt x="6173" y="4604"/>
                    </a:lnTo>
                    <a:lnTo>
                      <a:pt x="6257" y="4646"/>
                    </a:lnTo>
                    <a:lnTo>
                      <a:pt x="6445" y="4604"/>
                    </a:lnTo>
                    <a:lnTo>
                      <a:pt x="6571" y="4771"/>
                    </a:lnTo>
                    <a:lnTo>
                      <a:pt x="7010" y="4771"/>
                    </a:lnTo>
                    <a:lnTo>
                      <a:pt x="7156" y="4750"/>
                    </a:lnTo>
                    <a:lnTo>
                      <a:pt x="7554" y="4583"/>
                    </a:lnTo>
                    <a:lnTo>
                      <a:pt x="7680" y="4562"/>
                    </a:lnTo>
                    <a:lnTo>
                      <a:pt x="7889" y="4395"/>
                    </a:lnTo>
                    <a:lnTo>
                      <a:pt x="7847" y="4353"/>
                    </a:lnTo>
                    <a:lnTo>
                      <a:pt x="7805" y="4353"/>
                    </a:lnTo>
                    <a:lnTo>
                      <a:pt x="7952" y="4165"/>
                    </a:lnTo>
                    <a:lnTo>
                      <a:pt x="8056" y="4165"/>
                    </a:lnTo>
                    <a:lnTo>
                      <a:pt x="8140" y="4039"/>
                    </a:lnTo>
                    <a:lnTo>
                      <a:pt x="8161" y="4060"/>
                    </a:lnTo>
                    <a:lnTo>
                      <a:pt x="8224" y="4165"/>
                    </a:lnTo>
                    <a:lnTo>
                      <a:pt x="8265" y="4165"/>
                    </a:lnTo>
                    <a:lnTo>
                      <a:pt x="8265" y="4060"/>
                    </a:lnTo>
                    <a:lnTo>
                      <a:pt x="8579" y="3830"/>
                    </a:lnTo>
                    <a:lnTo>
                      <a:pt x="8788" y="3809"/>
                    </a:lnTo>
                    <a:lnTo>
                      <a:pt x="9123" y="3662"/>
                    </a:lnTo>
                    <a:lnTo>
                      <a:pt x="9123" y="3746"/>
                    </a:lnTo>
                    <a:lnTo>
                      <a:pt x="8851" y="3872"/>
                    </a:lnTo>
                    <a:lnTo>
                      <a:pt x="8684" y="3872"/>
                    </a:lnTo>
                    <a:lnTo>
                      <a:pt x="8370" y="4060"/>
                    </a:lnTo>
                    <a:lnTo>
                      <a:pt x="8328" y="4227"/>
                    </a:lnTo>
                    <a:lnTo>
                      <a:pt x="8203" y="4332"/>
                    </a:lnTo>
                    <a:lnTo>
                      <a:pt x="8056" y="4332"/>
                    </a:lnTo>
                    <a:lnTo>
                      <a:pt x="8014" y="4478"/>
                    </a:lnTo>
                    <a:lnTo>
                      <a:pt x="7952" y="4541"/>
                    </a:lnTo>
                    <a:lnTo>
                      <a:pt x="7952" y="4583"/>
                    </a:lnTo>
                    <a:lnTo>
                      <a:pt x="8244" y="4562"/>
                    </a:lnTo>
                    <a:lnTo>
                      <a:pt x="8328" y="4604"/>
                    </a:lnTo>
                    <a:lnTo>
                      <a:pt x="8454" y="4604"/>
                    </a:lnTo>
                    <a:lnTo>
                      <a:pt x="8579" y="4688"/>
                    </a:lnTo>
                    <a:lnTo>
                      <a:pt x="8558" y="4750"/>
                    </a:lnTo>
                    <a:lnTo>
                      <a:pt x="8663" y="4792"/>
                    </a:lnTo>
                    <a:lnTo>
                      <a:pt x="8747" y="4792"/>
                    </a:lnTo>
                    <a:lnTo>
                      <a:pt x="8788" y="4855"/>
                    </a:lnTo>
                    <a:lnTo>
                      <a:pt x="8663" y="4876"/>
                    </a:lnTo>
                    <a:lnTo>
                      <a:pt x="8558" y="4918"/>
                    </a:lnTo>
                    <a:lnTo>
                      <a:pt x="8433" y="4813"/>
                    </a:lnTo>
                    <a:lnTo>
                      <a:pt x="8224" y="4750"/>
                    </a:lnTo>
                    <a:lnTo>
                      <a:pt x="7952" y="4771"/>
                    </a:lnTo>
                    <a:lnTo>
                      <a:pt x="7554" y="4813"/>
                    </a:lnTo>
                    <a:lnTo>
                      <a:pt x="7408" y="4876"/>
                    </a:lnTo>
                    <a:lnTo>
                      <a:pt x="7303" y="4876"/>
                    </a:lnTo>
                    <a:lnTo>
                      <a:pt x="7303" y="4918"/>
                    </a:lnTo>
                    <a:lnTo>
                      <a:pt x="7324" y="4981"/>
                    </a:lnTo>
                    <a:lnTo>
                      <a:pt x="7512" y="5022"/>
                    </a:lnTo>
                    <a:lnTo>
                      <a:pt x="7680" y="5022"/>
                    </a:lnTo>
                    <a:lnTo>
                      <a:pt x="7784" y="5085"/>
                    </a:lnTo>
                    <a:lnTo>
                      <a:pt x="7784" y="5169"/>
                    </a:lnTo>
                    <a:lnTo>
                      <a:pt x="7638" y="5190"/>
                    </a:lnTo>
                    <a:lnTo>
                      <a:pt x="7533" y="5106"/>
                    </a:lnTo>
                    <a:lnTo>
                      <a:pt x="7324" y="5085"/>
                    </a:lnTo>
                    <a:lnTo>
                      <a:pt x="7219" y="5002"/>
                    </a:lnTo>
                    <a:lnTo>
                      <a:pt x="7115" y="4981"/>
                    </a:lnTo>
                    <a:lnTo>
                      <a:pt x="6947" y="5064"/>
                    </a:lnTo>
                    <a:lnTo>
                      <a:pt x="6696" y="5085"/>
                    </a:lnTo>
                    <a:lnTo>
                      <a:pt x="6508" y="5002"/>
                    </a:lnTo>
                    <a:lnTo>
                      <a:pt x="6361" y="5002"/>
                    </a:lnTo>
                    <a:lnTo>
                      <a:pt x="6215" y="4960"/>
                    </a:lnTo>
                    <a:lnTo>
                      <a:pt x="6131" y="4897"/>
                    </a:lnTo>
                    <a:lnTo>
                      <a:pt x="5922" y="4918"/>
                    </a:lnTo>
                    <a:lnTo>
                      <a:pt x="5859" y="5064"/>
                    </a:lnTo>
                    <a:lnTo>
                      <a:pt x="5922" y="5169"/>
                    </a:lnTo>
                    <a:lnTo>
                      <a:pt x="5922" y="5587"/>
                    </a:lnTo>
                    <a:lnTo>
                      <a:pt x="5943" y="5629"/>
                    </a:lnTo>
                    <a:lnTo>
                      <a:pt x="5838" y="5755"/>
                    </a:lnTo>
                    <a:lnTo>
                      <a:pt x="5838" y="5839"/>
                    </a:lnTo>
                    <a:lnTo>
                      <a:pt x="5922" y="5901"/>
                    </a:lnTo>
                    <a:lnTo>
                      <a:pt x="5985" y="6006"/>
                    </a:lnTo>
                    <a:lnTo>
                      <a:pt x="6131" y="6006"/>
                    </a:lnTo>
                    <a:lnTo>
                      <a:pt x="6236" y="6069"/>
                    </a:lnTo>
                    <a:lnTo>
                      <a:pt x="6110" y="6048"/>
                    </a:lnTo>
                    <a:lnTo>
                      <a:pt x="6027" y="6111"/>
                    </a:lnTo>
                    <a:lnTo>
                      <a:pt x="5985" y="6173"/>
                    </a:lnTo>
                    <a:lnTo>
                      <a:pt x="5964" y="6069"/>
                    </a:lnTo>
                    <a:lnTo>
                      <a:pt x="5859" y="5964"/>
                    </a:lnTo>
                    <a:lnTo>
                      <a:pt x="5817" y="5964"/>
                    </a:lnTo>
                    <a:lnTo>
                      <a:pt x="5796" y="6027"/>
                    </a:lnTo>
                    <a:lnTo>
                      <a:pt x="5713" y="5922"/>
                    </a:lnTo>
                    <a:lnTo>
                      <a:pt x="5692" y="5734"/>
                    </a:lnTo>
                    <a:lnTo>
                      <a:pt x="5692" y="5525"/>
                    </a:lnTo>
                    <a:lnTo>
                      <a:pt x="5629" y="5232"/>
                    </a:lnTo>
                    <a:lnTo>
                      <a:pt x="5503" y="5085"/>
                    </a:lnTo>
                    <a:lnTo>
                      <a:pt x="5503" y="4981"/>
                    </a:lnTo>
                    <a:lnTo>
                      <a:pt x="5231" y="4792"/>
                    </a:lnTo>
                    <a:lnTo>
                      <a:pt x="5169" y="4792"/>
                    </a:lnTo>
                    <a:lnTo>
                      <a:pt x="5001" y="4688"/>
                    </a:lnTo>
                    <a:lnTo>
                      <a:pt x="4980" y="4583"/>
                    </a:lnTo>
                    <a:lnTo>
                      <a:pt x="4876" y="4541"/>
                    </a:lnTo>
                    <a:lnTo>
                      <a:pt x="4708" y="4583"/>
                    </a:lnTo>
                    <a:lnTo>
                      <a:pt x="4353" y="4981"/>
                    </a:lnTo>
                    <a:lnTo>
                      <a:pt x="4290" y="5106"/>
                    </a:lnTo>
                    <a:lnTo>
                      <a:pt x="4290" y="5211"/>
                    </a:lnTo>
                    <a:lnTo>
                      <a:pt x="4374" y="5274"/>
                    </a:lnTo>
                    <a:lnTo>
                      <a:pt x="4499" y="5315"/>
                    </a:lnTo>
                    <a:lnTo>
                      <a:pt x="4562" y="5441"/>
                    </a:lnTo>
                    <a:lnTo>
                      <a:pt x="4562" y="5525"/>
                    </a:lnTo>
                    <a:lnTo>
                      <a:pt x="4541" y="5546"/>
                    </a:lnTo>
                    <a:lnTo>
                      <a:pt x="4457" y="5420"/>
                    </a:lnTo>
                    <a:lnTo>
                      <a:pt x="4374" y="5399"/>
                    </a:lnTo>
                    <a:lnTo>
                      <a:pt x="4290" y="5336"/>
                    </a:lnTo>
                    <a:lnTo>
                      <a:pt x="4248" y="5378"/>
                    </a:lnTo>
                    <a:lnTo>
                      <a:pt x="4164" y="5399"/>
                    </a:lnTo>
                    <a:lnTo>
                      <a:pt x="4143" y="5483"/>
                    </a:lnTo>
                    <a:lnTo>
                      <a:pt x="4185" y="5608"/>
                    </a:lnTo>
                    <a:lnTo>
                      <a:pt x="4269" y="5650"/>
                    </a:lnTo>
                    <a:lnTo>
                      <a:pt x="4332" y="5818"/>
                    </a:lnTo>
                    <a:lnTo>
                      <a:pt x="4353" y="6131"/>
                    </a:lnTo>
                    <a:lnTo>
                      <a:pt x="4269" y="6278"/>
                    </a:lnTo>
                    <a:lnTo>
                      <a:pt x="4269" y="6445"/>
                    </a:lnTo>
                    <a:lnTo>
                      <a:pt x="4185" y="6634"/>
                    </a:lnTo>
                    <a:lnTo>
                      <a:pt x="4185" y="6759"/>
                    </a:lnTo>
                    <a:lnTo>
                      <a:pt x="4227" y="6780"/>
                    </a:lnTo>
                    <a:lnTo>
                      <a:pt x="4290" y="6759"/>
                    </a:lnTo>
                    <a:lnTo>
                      <a:pt x="4290" y="6759"/>
                    </a:lnTo>
                    <a:lnTo>
                      <a:pt x="4269" y="6906"/>
                    </a:lnTo>
                    <a:lnTo>
                      <a:pt x="4185" y="7052"/>
                    </a:lnTo>
                    <a:lnTo>
                      <a:pt x="4143" y="6968"/>
                    </a:lnTo>
                    <a:lnTo>
                      <a:pt x="4123" y="6864"/>
                    </a:lnTo>
                    <a:lnTo>
                      <a:pt x="4018" y="6780"/>
                    </a:lnTo>
                    <a:lnTo>
                      <a:pt x="3934" y="6864"/>
                    </a:lnTo>
                    <a:lnTo>
                      <a:pt x="3934" y="7052"/>
                    </a:lnTo>
                    <a:lnTo>
                      <a:pt x="4081" y="7303"/>
                    </a:lnTo>
                    <a:lnTo>
                      <a:pt x="4248" y="7282"/>
                    </a:lnTo>
                    <a:lnTo>
                      <a:pt x="4353" y="7324"/>
                    </a:lnTo>
                    <a:lnTo>
                      <a:pt x="4395" y="7408"/>
                    </a:lnTo>
                    <a:lnTo>
                      <a:pt x="4583" y="7408"/>
                    </a:lnTo>
                    <a:lnTo>
                      <a:pt x="4792" y="7491"/>
                    </a:lnTo>
                    <a:lnTo>
                      <a:pt x="4876" y="7408"/>
                    </a:lnTo>
                    <a:lnTo>
                      <a:pt x="5001" y="7324"/>
                    </a:lnTo>
                    <a:lnTo>
                      <a:pt x="5001" y="7261"/>
                    </a:lnTo>
                    <a:lnTo>
                      <a:pt x="5085" y="7219"/>
                    </a:lnTo>
                    <a:lnTo>
                      <a:pt x="5085" y="7303"/>
                    </a:lnTo>
                    <a:lnTo>
                      <a:pt x="5022" y="7408"/>
                    </a:lnTo>
                    <a:lnTo>
                      <a:pt x="5022" y="7533"/>
                    </a:lnTo>
                    <a:lnTo>
                      <a:pt x="4980" y="7596"/>
                    </a:lnTo>
                    <a:lnTo>
                      <a:pt x="4876" y="7533"/>
                    </a:lnTo>
                    <a:lnTo>
                      <a:pt x="4646" y="7533"/>
                    </a:lnTo>
                    <a:lnTo>
                      <a:pt x="4541" y="7575"/>
                    </a:lnTo>
                    <a:lnTo>
                      <a:pt x="4541" y="7680"/>
                    </a:lnTo>
                    <a:lnTo>
                      <a:pt x="4583" y="7701"/>
                    </a:lnTo>
                    <a:lnTo>
                      <a:pt x="4708" y="7701"/>
                    </a:lnTo>
                    <a:lnTo>
                      <a:pt x="4750" y="7784"/>
                    </a:lnTo>
                    <a:lnTo>
                      <a:pt x="4646" y="7784"/>
                    </a:lnTo>
                    <a:lnTo>
                      <a:pt x="4646" y="7952"/>
                    </a:lnTo>
                    <a:lnTo>
                      <a:pt x="4478" y="7722"/>
                    </a:lnTo>
                    <a:lnTo>
                      <a:pt x="4395" y="7722"/>
                    </a:lnTo>
                    <a:lnTo>
                      <a:pt x="4353" y="7617"/>
                    </a:lnTo>
                    <a:lnTo>
                      <a:pt x="4290" y="7533"/>
                    </a:lnTo>
                    <a:lnTo>
                      <a:pt x="4039" y="7366"/>
                    </a:lnTo>
                    <a:lnTo>
                      <a:pt x="3976" y="7366"/>
                    </a:lnTo>
                    <a:lnTo>
                      <a:pt x="3830" y="7199"/>
                    </a:lnTo>
                    <a:lnTo>
                      <a:pt x="3830" y="7178"/>
                    </a:lnTo>
                    <a:lnTo>
                      <a:pt x="3725" y="7178"/>
                    </a:lnTo>
                    <a:lnTo>
                      <a:pt x="3620" y="7261"/>
                    </a:lnTo>
                    <a:lnTo>
                      <a:pt x="3516" y="7261"/>
                    </a:lnTo>
                    <a:lnTo>
                      <a:pt x="3432" y="7303"/>
                    </a:lnTo>
                    <a:lnTo>
                      <a:pt x="3286" y="7261"/>
                    </a:lnTo>
                    <a:lnTo>
                      <a:pt x="3034" y="7303"/>
                    </a:lnTo>
                    <a:lnTo>
                      <a:pt x="2972" y="7282"/>
                    </a:lnTo>
                    <a:lnTo>
                      <a:pt x="2783" y="7471"/>
                    </a:lnTo>
                    <a:lnTo>
                      <a:pt x="2700" y="7617"/>
                    </a:lnTo>
                    <a:lnTo>
                      <a:pt x="2700" y="7743"/>
                    </a:lnTo>
                    <a:lnTo>
                      <a:pt x="2595" y="7784"/>
                    </a:lnTo>
                    <a:lnTo>
                      <a:pt x="2490" y="7847"/>
                    </a:lnTo>
                    <a:lnTo>
                      <a:pt x="2365" y="7910"/>
                    </a:lnTo>
                    <a:lnTo>
                      <a:pt x="2344" y="7994"/>
                    </a:lnTo>
                    <a:lnTo>
                      <a:pt x="2198" y="8098"/>
                    </a:lnTo>
                    <a:lnTo>
                      <a:pt x="2177" y="8224"/>
                    </a:lnTo>
                    <a:lnTo>
                      <a:pt x="2260" y="8224"/>
                    </a:lnTo>
                    <a:lnTo>
                      <a:pt x="2281" y="8307"/>
                    </a:lnTo>
                    <a:lnTo>
                      <a:pt x="2177" y="8307"/>
                    </a:lnTo>
                    <a:lnTo>
                      <a:pt x="2093" y="8349"/>
                    </a:lnTo>
                    <a:lnTo>
                      <a:pt x="2260" y="8475"/>
                    </a:lnTo>
                    <a:lnTo>
                      <a:pt x="2407" y="8517"/>
                    </a:lnTo>
                    <a:lnTo>
                      <a:pt x="2511" y="8433"/>
                    </a:lnTo>
                    <a:lnTo>
                      <a:pt x="2490" y="8349"/>
                    </a:lnTo>
                    <a:lnTo>
                      <a:pt x="2658" y="8370"/>
                    </a:lnTo>
                    <a:lnTo>
                      <a:pt x="2825" y="8245"/>
                    </a:lnTo>
                    <a:lnTo>
                      <a:pt x="2825" y="8349"/>
                    </a:lnTo>
                    <a:lnTo>
                      <a:pt x="2700" y="8412"/>
                    </a:lnTo>
                    <a:lnTo>
                      <a:pt x="2616" y="8538"/>
                    </a:lnTo>
                    <a:lnTo>
                      <a:pt x="2616" y="8621"/>
                    </a:lnTo>
                    <a:lnTo>
                      <a:pt x="2783" y="8621"/>
                    </a:lnTo>
                    <a:lnTo>
                      <a:pt x="2888" y="8642"/>
                    </a:lnTo>
                    <a:lnTo>
                      <a:pt x="3014" y="8475"/>
                    </a:lnTo>
                    <a:lnTo>
                      <a:pt x="3202" y="8349"/>
                    </a:lnTo>
                    <a:lnTo>
                      <a:pt x="3307" y="8119"/>
                    </a:lnTo>
                    <a:lnTo>
                      <a:pt x="3453" y="7931"/>
                    </a:lnTo>
                    <a:lnTo>
                      <a:pt x="3558" y="7910"/>
                    </a:lnTo>
                    <a:lnTo>
                      <a:pt x="3558" y="7910"/>
                    </a:lnTo>
                    <a:lnTo>
                      <a:pt x="3537" y="7994"/>
                    </a:lnTo>
                    <a:lnTo>
                      <a:pt x="3453" y="8035"/>
                    </a:lnTo>
                    <a:lnTo>
                      <a:pt x="3307" y="8245"/>
                    </a:lnTo>
                    <a:lnTo>
                      <a:pt x="3348" y="8349"/>
                    </a:lnTo>
                    <a:lnTo>
                      <a:pt x="3244" y="8349"/>
                    </a:lnTo>
                    <a:lnTo>
                      <a:pt x="3181" y="8454"/>
                    </a:lnTo>
                    <a:lnTo>
                      <a:pt x="3202" y="8538"/>
                    </a:lnTo>
                    <a:lnTo>
                      <a:pt x="3286" y="8538"/>
                    </a:lnTo>
                    <a:lnTo>
                      <a:pt x="3223" y="8580"/>
                    </a:lnTo>
                    <a:lnTo>
                      <a:pt x="3139" y="8580"/>
                    </a:lnTo>
                    <a:lnTo>
                      <a:pt x="3034" y="8684"/>
                    </a:lnTo>
                    <a:lnTo>
                      <a:pt x="3076" y="8747"/>
                    </a:lnTo>
                    <a:lnTo>
                      <a:pt x="3202" y="8747"/>
                    </a:lnTo>
                    <a:lnTo>
                      <a:pt x="3118" y="8789"/>
                    </a:lnTo>
                    <a:lnTo>
                      <a:pt x="2993" y="8747"/>
                    </a:lnTo>
                    <a:lnTo>
                      <a:pt x="2888" y="8747"/>
                    </a:lnTo>
                    <a:lnTo>
                      <a:pt x="2804" y="8789"/>
                    </a:lnTo>
                    <a:lnTo>
                      <a:pt x="2721" y="8831"/>
                    </a:lnTo>
                    <a:lnTo>
                      <a:pt x="2679" y="8872"/>
                    </a:lnTo>
                    <a:lnTo>
                      <a:pt x="2721" y="8977"/>
                    </a:lnTo>
                    <a:lnTo>
                      <a:pt x="2804" y="8977"/>
                    </a:lnTo>
                    <a:lnTo>
                      <a:pt x="2867" y="8935"/>
                    </a:lnTo>
                    <a:lnTo>
                      <a:pt x="2909" y="8956"/>
                    </a:lnTo>
                    <a:lnTo>
                      <a:pt x="3014" y="8956"/>
                    </a:lnTo>
                    <a:lnTo>
                      <a:pt x="3014" y="9040"/>
                    </a:lnTo>
                    <a:lnTo>
                      <a:pt x="2930" y="9040"/>
                    </a:lnTo>
                    <a:lnTo>
                      <a:pt x="2825" y="8998"/>
                    </a:lnTo>
                    <a:lnTo>
                      <a:pt x="2783" y="9040"/>
                    </a:lnTo>
                    <a:lnTo>
                      <a:pt x="2783" y="9082"/>
                    </a:lnTo>
                    <a:lnTo>
                      <a:pt x="2888" y="9103"/>
                    </a:lnTo>
                    <a:lnTo>
                      <a:pt x="2867" y="9144"/>
                    </a:lnTo>
                    <a:lnTo>
                      <a:pt x="2783" y="9186"/>
                    </a:lnTo>
                    <a:lnTo>
                      <a:pt x="2700" y="9186"/>
                    </a:lnTo>
                    <a:lnTo>
                      <a:pt x="2700" y="9249"/>
                    </a:lnTo>
                    <a:lnTo>
                      <a:pt x="2783" y="9396"/>
                    </a:lnTo>
                    <a:lnTo>
                      <a:pt x="2867" y="9396"/>
                    </a:lnTo>
                    <a:lnTo>
                      <a:pt x="2909" y="9312"/>
                    </a:lnTo>
                    <a:lnTo>
                      <a:pt x="3034" y="9207"/>
                    </a:lnTo>
                    <a:lnTo>
                      <a:pt x="3014" y="9312"/>
                    </a:lnTo>
                    <a:lnTo>
                      <a:pt x="2909" y="9396"/>
                    </a:lnTo>
                    <a:lnTo>
                      <a:pt x="2825" y="9479"/>
                    </a:lnTo>
                    <a:lnTo>
                      <a:pt x="2804" y="9563"/>
                    </a:lnTo>
                    <a:lnTo>
                      <a:pt x="2972" y="9626"/>
                    </a:lnTo>
                    <a:lnTo>
                      <a:pt x="3097" y="9626"/>
                    </a:lnTo>
                    <a:lnTo>
                      <a:pt x="3118" y="9605"/>
                    </a:lnTo>
                    <a:lnTo>
                      <a:pt x="3181" y="9605"/>
                    </a:lnTo>
                    <a:lnTo>
                      <a:pt x="3244" y="9668"/>
                    </a:lnTo>
                    <a:lnTo>
                      <a:pt x="3432" y="9584"/>
                    </a:lnTo>
                    <a:lnTo>
                      <a:pt x="3620" y="9416"/>
                    </a:lnTo>
                    <a:lnTo>
                      <a:pt x="3620" y="9396"/>
                    </a:lnTo>
                    <a:lnTo>
                      <a:pt x="3725" y="9312"/>
                    </a:lnTo>
                    <a:lnTo>
                      <a:pt x="3934" y="9103"/>
                    </a:lnTo>
                    <a:lnTo>
                      <a:pt x="3934" y="9040"/>
                    </a:lnTo>
                    <a:lnTo>
                      <a:pt x="4018" y="8956"/>
                    </a:lnTo>
                    <a:lnTo>
                      <a:pt x="4081" y="8956"/>
                    </a:lnTo>
                    <a:lnTo>
                      <a:pt x="4018" y="9040"/>
                    </a:lnTo>
                    <a:lnTo>
                      <a:pt x="3976" y="9144"/>
                    </a:lnTo>
                    <a:lnTo>
                      <a:pt x="3809" y="9354"/>
                    </a:lnTo>
                    <a:lnTo>
                      <a:pt x="3599" y="9479"/>
                    </a:lnTo>
                    <a:lnTo>
                      <a:pt x="3453" y="9626"/>
                    </a:lnTo>
                    <a:lnTo>
                      <a:pt x="3307" y="9709"/>
                    </a:lnTo>
                    <a:lnTo>
                      <a:pt x="3223" y="9793"/>
                    </a:lnTo>
                    <a:lnTo>
                      <a:pt x="3286" y="9877"/>
                    </a:lnTo>
                    <a:lnTo>
                      <a:pt x="3223" y="9898"/>
                    </a:lnTo>
                    <a:lnTo>
                      <a:pt x="3076" y="9772"/>
                    </a:lnTo>
                    <a:lnTo>
                      <a:pt x="2825" y="9772"/>
                    </a:lnTo>
                    <a:lnTo>
                      <a:pt x="2825" y="9835"/>
                    </a:lnTo>
                    <a:lnTo>
                      <a:pt x="2783" y="9814"/>
                    </a:lnTo>
                    <a:lnTo>
                      <a:pt x="2700" y="9688"/>
                    </a:lnTo>
                    <a:lnTo>
                      <a:pt x="2490" y="9584"/>
                    </a:lnTo>
                    <a:lnTo>
                      <a:pt x="2407" y="9605"/>
                    </a:lnTo>
                    <a:lnTo>
                      <a:pt x="2365" y="9563"/>
                    </a:lnTo>
                    <a:lnTo>
                      <a:pt x="2407" y="9416"/>
                    </a:lnTo>
                    <a:lnTo>
                      <a:pt x="2407" y="9082"/>
                    </a:lnTo>
                    <a:lnTo>
                      <a:pt x="2365" y="8872"/>
                    </a:lnTo>
                    <a:lnTo>
                      <a:pt x="2239" y="8726"/>
                    </a:lnTo>
                    <a:lnTo>
                      <a:pt x="2156" y="8726"/>
                    </a:lnTo>
                    <a:lnTo>
                      <a:pt x="2030" y="8663"/>
                    </a:lnTo>
                    <a:lnTo>
                      <a:pt x="1946" y="8684"/>
                    </a:lnTo>
                    <a:lnTo>
                      <a:pt x="1821" y="8684"/>
                    </a:lnTo>
                    <a:lnTo>
                      <a:pt x="1737" y="8726"/>
                    </a:lnTo>
                    <a:lnTo>
                      <a:pt x="1633" y="8747"/>
                    </a:lnTo>
                    <a:lnTo>
                      <a:pt x="1633" y="8831"/>
                    </a:lnTo>
                    <a:lnTo>
                      <a:pt x="1654" y="8935"/>
                    </a:lnTo>
                    <a:lnTo>
                      <a:pt x="1633" y="8977"/>
                    </a:lnTo>
                    <a:lnTo>
                      <a:pt x="1612" y="9165"/>
                    </a:lnTo>
                    <a:lnTo>
                      <a:pt x="1654" y="9249"/>
                    </a:lnTo>
                    <a:lnTo>
                      <a:pt x="1716" y="9249"/>
                    </a:lnTo>
                    <a:lnTo>
                      <a:pt x="1716" y="9312"/>
                    </a:lnTo>
                    <a:lnTo>
                      <a:pt x="1612" y="9396"/>
                    </a:lnTo>
                    <a:lnTo>
                      <a:pt x="1570" y="9458"/>
                    </a:lnTo>
                    <a:lnTo>
                      <a:pt x="1654" y="9563"/>
                    </a:lnTo>
                    <a:lnTo>
                      <a:pt x="1737" y="9563"/>
                    </a:lnTo>
                    <a:lnTo>
                      <a:pt x="1758" y="9500"/>
                    </a:lnTo>
                    <a:lnTo>
                      <a:pt x="1884" y="9563"/>
                    </a:lnTo>
                    <a:lnTo>
                      <a:pt x="1863" y="9584"/>
                    </a:lnTo>
                    <a:lnTo>
                      <a:pt x="1737" y="9584"/>
                    </a:lnTo>
                    <a:lnTo>
                      <a:pt x="1737" y="9605"/>
                    </a:lnTo>
                    <a:lnTo>
                      <a:pt x="1821" y="9668"/>
                    </a:lnTo>
                    <a:lnTo>
                      <a:pt x="1821" y="9709"/>
                    </a:lnTo>
                    <a:lnTo>
                      <a:pt x="1737" y="9772"/>
                    </a:lnTo>
                    <a:lnTo>
                      <a:pt x="1716" y="9793"/>
                    </a:lnTo>
                    <a:lnTo>
                      <a:pt x="1779" y="9814"/>
                    </a:lnTo>
                    <a:lnTo>
                      <a:pt x="1842" y="9877"/>
                    </a:lnTo>
                    <a:lnTo>
                      <a:pt x="1946" y="9877"/>
                    </a:lnTo>
                    <a:lnTo>
                      <a:pt x="1967" y="9898"/>
                    </a:lnTo>
                    <a:lnTo>
                      <a:pt x="1926" y="9940"/>
                    </a:lnTo>
                    <a:lnTo>
                      <a:pt x="1821" y="9940"/>
                    </a:lnTo>
                    <a:lnTo>
                      <a:pt x="1779" y="9981"/>
                    </a:lnTo>
                    <a:lnTo>
                      <a:pt x="1654" y="9877"/>
                    </a:lnTo>
                    <a:lnTo>
                      <a:pt x="1612" y="9898"/>
                    </a:lnTo>
                    <a:lnTo>
                      <a:pt x="1570" y="9940"/>
                    </a:lnTo>
                    <a:lnTo>
                      <a:pt x="1507" y="9940"/>
                    </a:lnTo>
                    <a:lnTo>
                      <a:pt x="1444" y="9835"/>
                    </a:lnTo>
                    <a:lnTo>
                      <a:pt x="1361" y="9814"/>
                    </a:lnTo>
                    <a:lnTo>
                      <a:pt x="1298" y="9877"/>
                    </a:lnTo>
                    <a:lnTo>
                      <a:pt x="1110" y="9877"/>
                    </a:lnTo>
                    <a:lnTo>
                      <a:pt x="984" y="9793"/>
                    </a:lnTo>
                    <a:lnTo>
                      <a:pt x="879" y="9793"/>
                    </a:lnTo>
                    <a:lnTo>
                      <a:pt x="817" y="9835"/>
                    </a:lnTo>
                    <a:lnTo>
                      <a:pt x="817" y="9919"/>
                    </a:lnTo>
                    <a:lnTo>
                      <a:pt x="733" y="9940"/>
                    </a:lnTo>
                    <a:lnTo>
                      <a:pt x="628" y="9981"/>
                    </a:lnTo>
                    <a:lnTo>
                      <a:pt x="586" y="10044"/>
                    </a:lnTo>
                    <a:lnTo>
                      <a:pt x="419" y="10086"/>
                    </a:lnTo>
                    <a:lnTo>
                      <a:pt x="377" y="10107"/>
                    </a:lnTo>
                    <a:lnTo>
                      <a:pt x="273" y="10128"/>
                    </a:lnTo>
                    <a:lnTo>
                      <a:pt x="189" y="10212"/>
                    </a:lnTo>
                    <a:lnTo>
                      <a:pt x="168" y="10316"/>
                    </a:lnTo>
                    <a:lnTo>
                      <a:pt x="168" y="10358"/>
                    </a:lnTo>
                    <a:lnTo>
                      <a:pt x="147" y="10442"/>
                    </a:lnTo>
                    <a:lnTo>
                      <a:pt x="1" y="10525"/>
                    </a:lnTo>
                    <a:lnTo>
                      <a:pt x="1" y="10609"/>
                    </a:lnTo>
                    <a:lnTo>
                      <a:pt x="42" y="10651"/>
                    </a:lnTo>
                    <a:lnTo>
                      <a:pt x="42" y="10818"/>
                    </a:lnTo>
                    <a:lnTo>
                      <a:pt x="63" y="10860"/>
                    </a:lnTo>
                    <a:lnTo>
                      <a:pt x="189" y="10860"/>
                    </a:lnTo>
                    <a:lnTo>
                      <a:pt x="252" y="10735"/>
                    </a:lnTo>
                    <a:lnTo>
                      <a:pt x="294" y="10735"/>
                    </a:lnTo>
                    <a:lnTo>
                      <a:pt x="273" y="10756"/>
                    </a:lnTo>
                    <a:lnTo>
                      <a:pt x="210" y="10860"/>
                    </a:lnTo>
                    <a:lnTo>
                      <a:pt x="273" y="10881"/>
                    </a:lnTo>
                    <a:lnTo>
                      <a:pt x="356" y="10818"/>
                    </a:lnTo>
                    <a:lnTo>
                      <a:pt x="356" y="10651"/>
                    </a:lnTo>
                    <a:lnTo>
                      <a:pt x="398" y="10421"/>
                    </a:lnTo>
                    <a:lnTo>
                      <a:pt x="482" y="10400"/>
                    </a:lnTo>
                    <a:lnTo>
                      <a:pt x="566" y="10337"/>
                    </a:lnTo>
                    <a:lnTo>
                      <a:pt x="419" y="10567"/>
                    </a:lnTo>
                    <a:lnTo>
                      <a:pt x="419" y="10672"/>
                    </a:lnTo>
                    <a:lnTo>
                      <a:pt x="398" y="10714"/>
                    </a:lnTo>
                    <a:lnTo>
                      <a:pt x="377" y="10839"/>
                    </a:lnTo>
                    <a:lnTo>
                      <a:pt x="314" y="10944"/>
                    </a:lnTo>
                    <a:lnTo>
                      <a:pt x="377" y="10986"/>
                    </a:lnTo>
                    <a:lnTo>
                      <a:pt x="419" y="10986"/>
                    </a:lnTo>
                    <a:lnTo>
                      <a:pt x="503" y="11069"/>
                    </a:lnTo>
                    <a:lnTo>
                      <a:pt x="607" y="11069"/>
                    </a:lnTo>
                    <a:lnTo>
                      <a:pt x="628" y="10965"/>
                    </a:lnTo>
                    <a:lnTo>
                      <a:pt x="607" y="10944"/>
                    </a:lnTo>
                    <a:lnTo>
                      <a:pt x="670" y="10839"/>
                    </a:lnTo>
                    <a:lnTo>
                      <a:pt x="691" y="10735"/>
                    </a:lnTo>
                    <a:lnTo>
                      <a:pt x="733" y="10672"/>
                    </a:lnTo>
                    <a:lnTo>
                      <a:pt x="733" y="10756"/>
                    </a:lnTo>
                    <a:lnTo>
                      <a:pt x="775" y="10818"/>
                    </a:lnTo>
                    <a:lnTo>
                      <a:pt x="712" y="10944"/>
                    </a:lnTo>
                    <a:lnTo>
                      <a:pt x="712" y="11028"/>
                    </a:lnTo>
                    <a:lnTo>
                      <a:pt x="712" y="11090"/>
                    </a:lnTo>
                    <a:lnTo>
                      <a:pt x="796" y="11195"/>
                    </a:lnTo>
                    <a:lnTo>
                      <a:pt x="838" y="11237"/>
                    </a:lnTo>
                    <a:lnTo>
                      <a:pt x="921" y="11153"/>
                    </a:lnTo>
                    <a:lnTo>
                      <a:pt x="900" y="11069"/>
                    </a:lnTo>
                    <a:lnTo>
                      <a:pt x="900" y="11048"/>
                    </a:lnTo>
                    <a:lnTo>
                      <a:pt x="921" y="11028"/>
                    </a:lnTo>
                    <a:lnTo>
                      <a:pt x="1005" y="11028"/>
                    </a:lnTo>
                    <a:lnTo>
                      <a:pt x="1047" y="10965"/>
                    </a:lnTo>
                    <a:lnTo>
                      <a:pt x="1026" y="10860"/>
                    </a:lnTo>
                    <a:lnTo>
                      <a:pt x="984" y="10818"/>
                    </a:lnTo>
                    <a:lnTo>
                      <a:pt x="984" y="10735"/>
                    </a:lnTo>
                    <a:lnTo>
                      <a:pt x="1026" y="10756"/>
                    </a:lnTo>
                    <a:lnTo>
                      <a:pt x="1110" y="10923"/>
                    </a:lnTo>
                    <a:lnTo>
                      <a:pt x="1110" y="10986"/>
                    </a:lnTo>
                    <a:lnTo>
                      <a:pt x="1047" y="11090"/>
                    </a:lnTo>
                    <a:lnTo>
                      <a:pt x="1005" y="11090"/>
                    </a:lnTo>
                    <a:lnTo>
                      <a:pt x="942" y="11195"/>
                    </a:lnTo>
                    <a:lnTo>
                      <a:pt x="984" y="11258"/>
                    </a:lnTo>
                    <a:lnTo>
                      <a:pt x="1026" y="11258"/>
                    </a:lnTo>
                    <a:lnTo>
                      <a:pt x="1089" y="11279"/>
                    </a:lnTo>
                    <a:lnTo>
                      <a:pt x="1110" y="11341"/>
                    </a:lnTo>
                    <a:lnTo>
                      <a:pt x="1151" y="11341"/>
                    </a:lnTo>
                    <a:lnTo>
                      <a:pt x="1340" y="11446"/>
                    </a:lnTo>
                    <a:lnTo>
                      <a:pt x="1402" y="11446"/>
                    </a:lnTo>
                    <a:lnTo>
                      <a:pt x="1402" y="11551"/>
                    </a:lnTo>
                    <a:lnTo>
                      <a:pt x="1612" y="11551"/>
                    </a:lnTo>
                    <a:lnTo>
                      <a:pt x="1674" y="11593"/>
                    </a:lnTo>
                    <a:lnTo>
                      <a:pt x="1737" y="11572"/>
                    </a:lnTo>
                    <a:lnTo>
                      <a:pt x="1779" y="11488"/>
                    </a:lnTo>
                    <a:lnTo>
                      <a:pt x="1716" y="11362"/>
                    </a:lnTo>
                    <a:lnTo>
                      <a:pt x="1654" y="11174"/>
                    </a:lnTo>
                    <a:lnTo>
                      <a:pt x="1716" y="11048"/>
                    </a:lnTo>
                    <a:lnTo>
                      <a:pt x="1758" y="10986"/>
                    </a:lnTo>
                    <a:lnTo>
                      <a:pt x="1779" y="11048"/>
                    </a:lnTo>
                    <a:lnTo>
                      <a:pt x="1821" y="11174"/>
                    </a:lnTo>
                    <a:lnTo>
                      <a:pt x="1821" y="11279"/>
                    </a:lnTo>
                    <a:lnTo>
                      <a:pt x="1842" y="11341"/>
                    </a:lnTo>
                    <a:lnTo>
                      <a:pt x="1926" y="11341"/>
                    </a:lnTo>
                    <a:lnTo>
                      <a:pt x="1946" y="11279"/>
                    </a:lnTo>
                    <a:lnTo>
                      <a:pt x="2030" y="11279"/>
                    </a:lnTo>
                    <a:lnTo>
                      <a:pt x="2051" y="11237"/>
                    </a:lnTo>
                    <a:lnTo>
                      <a:pt x="2072" y="11153"/>
                    </a:lnTo>
                    <a:lnTo>
                      <a:pt x="2135" y="11090"/>
                    </a:lnTo>
                    <a:lnTo>
                      <a:pt x="2156" y="10965"/>
                    </a:lnTo>
                    <a:lnTo>
                      <a:pt x="2177" y="10923"/>
                    </a:lnTo>
                    <a:lnTo>
                      <a:pt x="2198" y="10923"/>
                    </a:lnTo>
                    <a:lnTo>
                      <a:pt x="2260" y="11048"/>
                    </a:lnTo>
                    <a:lnTo>
                      <a:pt x="2239" y="11090"/>
                    </a:lnTo>
                    <a:lnTo>
                      <a:pt x="2177" y="11195"/>
                    </a:lnTo>
                    <a:lnTo>
                      <a:pt x="2156" y="11279"/>
                    </a:lnTo>
                    <a:lnTo>
                      <a:pt x="2198" y="11341"/>
                    </a:lnTo>
                    <a:lnTo>
                      <a:pt x="2198" y="11404"/>
                    </a:lnTo>
                    <a:lnTo>
                      <a:pt x="2302" y="11488"/>
                    </a:lnTo>
                    <a:lnTo>
                      <a:pt x="2386" y="11446"/>
                    </a:lnTo>
                    <a:lnTo>
                      <a:pt x="2490" y="11279"/>
                    </a:lnTo>
                    <a:lnTo>
                      <a:pt x="2449" y="11174"/>
                    </a:lnTo>
                    <a:lnTo>
                      <a:pt x="2470" y="11028"/>
                    </a:lnTo>
                    <a:lnTo>
                      <a:pt x="2574" y="10944"/>
                    </a:lnTo>
                    <a:lnTo>
                      <a:pt x="2679" y="10923"/>
                    </a:lnTo>
                    <a:lnTo>
                      <a:pt x="2574" y="11028"/>
                    </a:lnTo>
                    <a:lnTo>
                      <a:pt x="2553" y="11132"/>
                    </a:lnTo>
                    <a:lnTo>
                      <a:pt x="2595" y="11237"/>
                    </a:lnTo>
                    <a:lnTo>
                      <a:pt x="2511" y="11446"/>
                    </a:lnTo>
                    <a:lnTo>
                      <a:pt x="2511" y="11509"/>
                    </a:lnTo>
                    <a:lnTo>
                      <a:pt x="2595" y="11593"/>
                    </a:lnTo>
                    <a:lnTo>
                      <a:pt x="2700" y="11572"/>
                    </a:lnTo>
                    <a:lnTo>
                      <a:pt x="2783" y="11593"/>
                    </a:lnTo>
                    <a:lnTo>
                      <a:pt x="2867" y="11572"/>
                    </a:lnTo>
                    <a:lnTo>
                      <a:pt x="2867" y="11446"/>
                    </a:lnTo>
                    <a:lnTo>
                      <a:pt x="2930" y="11362"/>
                    </a:lnTo>
                    <a:lnTo>
                      <a:pt x="2909" y="11279"/>
                    </a:lnTo>
                    <a:lnTo>
                      <a:pt x="2825" y="11132"/>
                    </a:lnTo>
                    <a:lnTo>
                      <a:pt x="2909" y="10944"/>
                    </a:lnTo>
                    <a:lnTo>
                      <a:pt x="2909" y="10818"/>
                    </a:lnTo>
                    <a:lnTo>
                      <a:pt x="2972" y="10923"/>
                    </a:lnTo>
                    <a:lnTo>
                      <a:pt x="2930" y="11028"/>
                    </a:lnTo>
                    <a:lnTo>
                      <a:pt x="2909" y="11090"/>
                    </a:lnTo>
                    <a:lnTo>
                      <a:pt x="2993" y="11258"/>
                    </a:lnTo>
                    <a:lnTo>
                      <a:pt x="3076" y="11279"/>
                    </a:lnTo>
                    <a:lnTo>
                      <a:pt x="3118" y="11300"/>
                    </a:lnTo>
                    <a:lnTo>
                      <a:pt x="3034" y="11341"/>
                    </a:lnTo>
                    <a:lnTo>
                      <a:pt x="2993" y="11488"/>
                    </a:lnTo>
                    <a:lnTo>
                      <a:pt x="3014" y="11551"/>
                    </a:lnTo>
                    <a:lnTo>
                      <a:pt x="3181" y="11593"/>
                    </a:lnTo>
                    <a:lnTo>
                      <a:pt x="3244" y="11551"/>
                    </a:lnTo>
                    <a:lnTo>
                      <a:pt x="3348" y="11697"/>
                    </a:lnTo>
                    <a:lnTo>
                      <a:pt x="3348" y="11802"/>
                    </a:lnTo>
                    <a:lnTo>
                      <a:pt x="3286" y="11906"/>
                    </a:lnTo>
                    <a:lnTo>
                      <a:pt x="3181" y="11990"/>
                    </a:lnTo>
                    <a:lnTo>
                      <a:pt x="3223" y="12011"/>
                    </a:lnTo>
                    <a:lnTo>
                      <a:pt x="3286" y="12095"/>
                    </a:lnTo>
                    <a:lnTo>
                      <a:pt x="3369" y="12095"/>
                    </a:lnTo>
                    <a:lnTo>
                      <a:pt x="3495" y="12074"/>
                    </a:lnTo>
                    <a:lnTo>
                      <a:pt x="3537" y="12095"/>
                    </a:lnTo>
                    <a:lnTo>
                      <a:pt x="3725" y="11927"/>
                    </a:lnTo>
                    <a:lnTo>
                      <a:pt x="3830" y="11969"/>
                    </a:lnTo>
                    <a:lnTo>
                      <a:pt x="3871" y="11990"/>
                    </a:lnTo>
                    <a:lnTo>
                      <a:pt x="4039" y="11823"/>
                    </a:lnTo>
                    <a:lnTo>
                      <a:pt x="4123" y="11802"/>
                    </a:lnTo>
                    <a:lnTo>
                      <a:pt x="4227" y="11655"/>
                    </a:lnTo>
                    <a:lnTo>
                      <a:pt x="4290" y="11593"/>
                    </a:lnTo>
                    <a:lnTo>
                      <a:pt x="4332" y="11613"/>
                    </a:lnTo>
                    <a:lnTo>
                      <a:pt x="4290" y="11781"/>
                    </a:lnTo>
                    <a:lnTo>
                      <a:pt x="4269" y="11906"/>
                    </a:lnTo>
                    <a:lnTo>
                      <a:pt x="4290" y="11927"/>
                    </a:lnTo>
                    <a:lnTo>
                      <a:pt x="4395" y="11865"/>
                    </a:lnTo>
                    <a:lnTo>
                      <a:pt x="4478" y="11718"/>
                    </a:lnTo>
                    <a:lnTo>
                      <a:pt x="4583" y="11655"/>
                    </a:lnTo>
                    <a:lnTo>
                      <a:pt x="4687" y="11655"/>
                    </a:lnTo>
                    <a:lnTo>
                      <a:pt x="4813" y="11446"/>
                    </a:lnTo>
                    <a:lnTo>
                      <a:pt x="4876" y="11237"/>
                    </a:lnTo>
                    <a:lnTo>
                      <a:pt x="4855" y="11153"/>
                    </a:lnTo>
                    <a:lnTo>
                      <a:pt x="4876" y="11048"/>
                    </a:lnTo>
                    <a:lnTo>
                      <a:pt x="4792" y="11028"/>
                    </a:lnTo>
                    <a:lnTo>
                      <a:pt x="4750" y="11048"/>
                    </a:lnTo>
                    <a:lnTo>
                      <a:pt x="4667" y="11048"/>
                    </a:lnTo>
                    <a:lnTo>
                      <a:pt x="4541" y="11132"/>
                    </a:lnTo>
                    <a:lnTo>
                      <a:pt x="4478" y="11195"/>
                    </a:lnTo>
                    <a:lnTo>
                      <a:pt x="4374" y="11195"/>
                    </a:lnTo>
                    <a:lnTo>
                      <a:pt x="4457" y="11090"/>
                    </a:lnTo>
                    <a:lnTo>
                      <a:pt x="4478" y="11028"/>
                    </a:lnTo>
                    <a:lnTo>
                      <a:pt x="4374" y="11048"/>
                    </a:lnTo>
                    <a:lnTo>
                      <a:pt x="4353" y="10986"/>
                    </a:lnTo>
                    <a:lnTo>
                      <a:pt x="4374" y="10923"/>
                    </a:lnTo>
                    <a:lnTo>
                      <a:pt x="4457" y="10923"/>
                    </a:lnTo>
                    <a:lnTo>
                      <a:pt x="4499" y="10735"/>
                    </a:lnTo>
                    <a:lnTo>
                      <a:pt x="4562" y="10651"/>
                    </a:lnTo>
                    <a:lnTo>
                      <a:pt x="4541" y="10546"/>
                    </a:lnTo>
                    <a:lnTo>
                      <a:pt x="4395" y="10463"/>
                    </a:lnTo>
                    <a:lnTo>
                      <a:pt x="4185" y="10525"/>
                    </a:lnTo>
                    <a:lnTo>
                      <a:pt x="4060" y="10630"/>
                    </a:lnTo>
                    <a:lnTo>
                      <a:pt x="4123" y="10504"/>
                    </a:lnTo>
                    <a:lnTo>
                      <a:pt x="4039" y="10358"/>
                    </a:lnTo>
                    <a:lnTo>
                      <a:pt x="3892" y="10295"/>
                    </a:lnTo>
                    <a:lnTo>
                      <a:pt x="3830" y="10316"/>
                    </a:lnTo>
                    <a:lnTo>
                      <a:pt x="3767" y="10358"/>
                    </a:lnTo>
                    <a:lnTo>
                      <a:pt x="3725" y="10358"/>
                    </a:lnTo>
                    <a:lnTo>
                      <a:pt x="3599" y="10525"/>
                    </a:lnTo>
                    <a:lnTo>
                      <a:pt x="3495" y="10525"/>
                    </a:lnTo>
                    <a:lnTo>
                      <a:pt x="3558" y="10337"/>
                    </a:lnTo>
                    <a:lnTo>
                      <a:pt x="3453" y="10232"/>
                    </a:lnTo>
                    <a:lnTo>
                      <a:pt x="3809" y="10232"/>
                    </a:lnTo>
                    <a:lnTo>
                      <a:pt x="3830" y="10191"/>
                    </a:lnTo>
                    <a:lnTo>
                      <a:pt x="3725" y="10044"/>
                    </a:lnTo>
                    <a:lnTo>
                      <a:pt x="3767" y="9981"/>
                    </a:lnTo>
                    <a:lnTo>
                      <a:pt x="3830" y="9793"/>
                    </a:lnTo>
                    <a:lnTo>
                      <a:pt x="3830" y="9709"/>
                    </a:lnTo>
                    <a:lnTo>
                      <a:pt x="3934" y="9605"/>
                    </a:lnTo>
                    <a:lnTo>
                      <a:pt x="3934" y="9668"/>
                    </a:lnTo>
                    <a:lnTo>
                      <a:pt x="3955" y="9730"/>
                    </a:lnTo>
                    <a:lnTo>
                      <a:pt x="3934" y="9835"/>
                    </a:lnTo>
                    <a:lnTo>
                      <a:pt x="3871" y="9898"/>
                    </a:lnTo>
                    <a:lnTo>
                      <a:pt x="3934" y="10128"/>
                    </a:lnTo>
                    <a:lnTo>
                      <a:pt x="4164" y="10421"/>
                    </a:lnTo>
                    <a:lnTo>
                      <a:pt x="4332" y="10442"/>
                    </a:lnTo>
                    <a:lnTo>
                      <a:pt x="4353" y="10421"/>
                    </a:lnTo>
                    <a:lnTo>
                      <a:pt x="4478" y="10421"/>
                    </a:lnTo>
                    <a:lnTo>
                      <a:pt x="4771" y="10546"/>
                    </a:lnTo>
                    <a:lnTo>
                      <a:pt x="4813" y="10525"/>
                    </a:lnTo>
                    <a:lnTo>
                      <a:pt x="4897" y="10358"/>
                    </a:lnTo>
                    <a:lnTo>
                      <a:pt x="4980" y="10295"/>
                    </a:lnTo>
                    <a:lnTo>
                      <a:pt x="5022" y="10295"/>
                    </a:lnTo>
                    <a:lnTo>
                      <a:pt x="4980" y="10358"/>
                    </a:lnTo>
                    <a:lnTo>
                      <a:pt x="5064" y="10400"/>
                    </a:lnTo>
                    <a:lnTo>
                      <a:pt x="5169" y="10337"/>
                    </a:lnTo>
                    <a:lnTo>
                      <a:pt x="5190" y="10253"/>
                    </a:lnTo>
                    <a:lnTo>
                      <a:pt x="5211" y="10212"/>
                    </a:lnTo>
                    <a:lnTo>
                      <a:pt x="5273" y="10253"/>
                    </a:lnTo>
                    <a:lnTo>
                      <a:pt x="5399" y="10212"/>
                    </a:lnTo>
                    <a:lnTo>
                      <a:pt x="5399" y="10086"/>
                    </a:lnTo>
                    <a:lnTo>
                      <a:pt x="5545" y="9981"/>
                    </a:lnTo>
                    <a:lnTo>
                      <a:pt x="5545" y="9877"/>
                    </a:lnTo>
                    <a:lnTo>
                      <a:pt x="5524" y="9835"/>
                    </a:lnTo>
                    <a:lnTo>
                      <a:pt x="5420" y="9835"/>
                    </a:lnTo>
                    <a:lnTo>
                      <a:pt x="5524" y="9730"/>
                    </a:lnTo>
                    <a:lnTo>
                      <a:pt x="5545" y="9521"/>
                    </a:lnTo>
                    <a:lnTo>
                      <a:pt x="5713" y="9500"/>
                    </a:lnTo>
                    <a:lnTo>
                      <a:pt x="5943" y="9563"/>
                    </a:lnTo>
                    <a:lnTo>
                      <a:pt x="6027" y="9626"/>
                    </a:lnTo>
                    <a:lnTo>
                      <a:pt x="6173" y="9626"/>
                    </a:lnTo>
                    <a:lnTo>
                      <a:pt x="6278" y="9563"/>
                    </a:lnTo>
                    <a:lnTo>
                      <a:pt x="6382" y="9563"/>
                    </a:lnTo>
                    <a:lnTo>
                      <a:pt x="6466" y="9668"/>
                    </a:lnTo>
                    <a:lnTo>
                      <a:pt x="6571" y="9626"/>
                    </a:lnTo>
                    <a:lnTo>
                      <a:pt x="6675" y="9521"/>
                    </a:lnTo>
                    <a:lnTo>
                      <a:pt x="6759" y="9479"/>
                    </a:lnTo>
                    <a:lnTo>
                      <a:pt x="6759" y="9396"/>
                    </a:lnTo>
                    <a:lnTo>
                      <a:pt x="6633" y="9396"/>
                    </a:lnTo>
                    <a:lnTo>
                      <a:pt x="6278" y="9207"/>
                    </a:lnTo>
                    <a:lnTo>
                      <a:pt x="6257" y="9144"/>
                    </a:lnTo>
                    <a:lnTo>
                      <a:pt x="6340" y="9082"/>
                    </a:lnTo>
                    <a:lnTo>
                      <a:pt x="6445" y="9103"/>
                    </a:lnTo>
                    <a:lnTo>
                      <a:pt x="6487" y="9165"/>
                    </a:lnTo>
                    <a:lnTo>
                      <a:pt x="6592" y="9144"/>
                    </a:lnTo>
                    <a:lnTo>
                      <a:pt x="6780" y="9291"/>
                    </a:lnTo>
                    <a:lnTo>
                      <a:pt x="6864" y="9270"/>
                    </a:lnTo>
                    <a:lnTo>
                      <a:pt x="6989" y="9165"/>
                    </a:lnTo>
                    <a:lnTo>
                      <a:pt x="7073" y="9144"/>
                    </a:lnTo>
                    <a:lnTo>
                      <a:pt x="7115" y="9061"/>
                    </a:lnTo>
                    <a:lnTo>
                      <a:pt x="7094" y="8935"/>
                    </a:lnTo>
                    <a:lnTo>
                      <a:pt x="6968" y="8831"/>
                    </a:lnTo>
                    <a:lnTo>
                      <a:pt x="6884" y="8831"/>
                    </a:lnTo>
                    <a:lnTo>
                      <a:pt x="6864" y="8747"/>
                    </a:lnTo>
                    <a:lnTo>
                      <a:pt x="6738" y="8684"/>
                    </a:lnTo>
                    <a:lnTo>
                      <a:pt x="6738" y="8642"/>
                    </a:lnTo>
                    <a:lnTo>
                      <a:pt x="6864" y="8663"/>
                    </a:lnTo>
                    <a:lnTo>
                      <a:pt x="6947" y="8684"/>
                    </a:lnTo>
                    <a:lnTo>
                      <a:pt x="6968" y="8768"/>
                    </a:lnTo>
                    <a:lnTo>
                      <a:pt x="7031" y="8789"/>
                    </a:lnTo>
                    <a:lnTo>
                      <a:pt x="7156" y="8789"/>
                    </a:lnTo>
                    <a:lnTo>
                      <a:pt x="7198" y="8852"/>
                    </a:lnTo>
                    <a:lnTo>
                      <a:pt x="7387" y="8726"/>
                    </a:lnTo>
                    <a:lnTo>
                      <a:pt x="7428" y="8726"/>
                    </a:lnTo>
                    <a:lnTo>
                      <a:pt x="7470" y="8538"/>
                    </a:lnTo>
                    <a:lnTo>
                      <a:pt x="7596" y="8328"/>
                    </a:lnTo>
                    <a:lnTo>
                      <a:pt x="7596" y="8224"/>
                    </a:lnTo>
                    <a:lnTo>
                      <a:pt x="7512" y="8161"/>
                    </a:lnTo>
                    <a:lnTo>
                      <a:pt x="7387" y="8056"/>
                    </a:lnTo>
                    <a:lnTo>
                      <a:pt x="7198" y="8056"/>
                    </a:lnTo>
                    <a:lnTo>
                      <a:pt x="7094" y="8119"/>
                    </a:lnTo>
                    <a:lnTo>
                      <a:pt x="7094" y="8035"/>
                    </a:lnTo>
                    <a:lnTo>
                      <a:pt x="7219" y="7994"/>
                    </a:lnTo>
                    <a:lnTo>
                      <a:pt x="7366" y="7994"/>
                    </a:lnTo>
                    <a:lnTo>
                      <a:pt x="7387" y="7931"/>
                    </a:lnTo>
                    <a:lnTo>
                      <a:pt x="7198" y="7784"/>
                    </a:lnTo>
                    <a:lnTo>
                      <a:pt x="7115" y="7743"/>
                    </a:lnTo>
                    <a:lnTo>
                      <a:pt x="7010" y="7743"/>
                    </a:lnTo>
                    <a:lnTo>
                      <a:pt x="6968" y="7722"/>
                    </a:lnTo>
                    <a:lnTo>
                      <a:pt x="6947" y="7743"/>
                    </a:lnTo>
                    <a:lnTo>
                      <a:pt x="6843" y="7784"/>
                    </a:lnTo>
                    <a:lnTo>
                      <a:pt x="6801" y="7743"/>
                    </a:lnTo>
                    <a:lnTo>
                      <a:pt x="6780" y="7784"/>
                    </a:lnTo>
                    <a:lnTo>
                      <a:pt x="6675" y="7784"/>
                    </a:lnTo>
                    <a:lnTo>
                      <a:pt x="6675" y="7701"/>
                    </a:lnTo>
                    <a:lnTo>
                      <a:pt x="6696" y="7638"/>
                    </a:lnTo>
                    <a:lnTo>
                      <a:pt x="6487" y="7533"/>
                    </a:lnTo>
                    <a:lnTo>
                      <a:pt x="6466" y="7491"/>
                    </a:lnTo>
                    <a:lnTo>
                      <a:pt x="6466" y="7491"/>
                    </a:lnTo>
                    <a:lnTo>
                      <a:pt x="6571" y="7533"/>
                    </a:lnTo>
                    <a:lnTo>
                      <a:pt x="6759" y="7575"/>
                    </a:lnTo>
                    <a:lnTo>
                      <a:pt x="6843" y="7617"/>
                    </a:lnTo>
                    <a:lnTo>
                      <a:pt x="6801" y="7701"/>
                    </a:lnTo>
                    <a:lnTo>
                      <a:pt x="6801" y="7701"/>
                    </a:lnTo>
                    <a:lnTo>
                      <a:pt x="6989" y="7638"/>
                    </a:lnTo>
                    <a:lnTo>
                      <a:pt x="7198" y="7638"/>
                    </a:lnTo>
                    <a:lnTo>
                      <a:pt x="7324" y="7743"/>
                    </a:lnTo>
                    <a:lnTo>
                      <a:pt x="7366" y="7722"/>
                    </a:lnTo>
                    <a:lnTo>
                      <a:pt x="7387" y="7596"/>
                    </a:lnTo>
                    <a:lnTo>
                      <a:pt x="7115" y="7512"/>
                    </a:lnTo>
                    <a:lnTo>
                      <a:pt x="6905" y="7491"/>
                    </a:lnTo>
                    <a:lnTo>
                      <a:pt x="6759" y="7429"/>
                    </a:lnTo>
                    <a:lnTo>
                      <a:pt x="6780" y="7387"/>
                    </a:lnTo>
                    <a:lnTo>
                      <a:pt x="6884" y="7366"/>
                    </a:lnTo>
                    <a:lnTo>
                      <a:pt x="6989" y="7429"/>
                    </a:lnTo>
                    <a:lnTo>
                      <a:pt x="7219" y="7491"/>
                    </a:lnTo>
                    <a:lnTo>
                      <a:pt x="7408" y="7491"/>
                    </a:lnTo>
                    <a:lnTo>
                      <a:pt x="7470" y="7596"/>
                    </a:lnTo>
                    <a:lnTo>
                      <a:pt x="7470" y="7722"/>
                    </a:lnTo>
                    <a:lnTo>
                      <a:pt x="7491" y="7805"/>
                    </a:lnTo>
                    <a:lnTo>
                      <a:pt x="7638" y="7910"/>
                    </a:lnTo>
                    <a:lnTo>
                      <a:pt x="7805" y="7952"/>
                    </a:lnTo>
                    <a:lnTo>
                      <a:pt x="7889" y="8035"/>
                    </a:lnTo>
                    <a:lnTo>
                      <a:pt x="7910" y="8035"/>
                    </a:lnTo>
                    <a:lnTo>
                      <a:pt x="7993" y="7994"/>
                    </a:lnTo>
                    <a:lnTo>
                      <a:pt x="7952" y="7847"/>
                    </a:lnTo>
                    <a:lnTo>
                      <a:pt x="7993" y="7743"/>
                    </a:lnTo>
                    <a:lnTo>
                      <a:pt x="7952" y="7701"/>
                    </a:lnTo>
                    <a:lnTo>
                      <a:pt x="8056" y="7617"/>
                    </a:lnTo>
                    <a:lnTo>
                      <a:pt x="7993" y="7575"/>
                    </a:lnTo>
                    <a:lnTo>
                      <a:pt x="7680" y="7491"/>
                    </a:lnTo>
                    <a:lnTo>
                      <a:pt x="7554" y="7512"/>
                    </a:lnTo>
                    <a:lnTo>
                      <a:pt x="7512" y="7512"/>
                    </a:lnTo>
                    <a:lnTo>
                      <a:pt x="7408" y="7408"/>
                    </a:lnTo>
                    <a:lnTo>
                      <a:pt x="7282" y="7387"/>
                    </a:lnTo>
                    <a:lnTo>
                      <a:pt x="7198" y="7282"/>
                    </a:lnTo>
                    <a:lnTo>
                      <a:pt x="7115" y="7282"/>
                    </a:lnTo>
                    <a:lnTo>
                      <a:pt x="7073" y="7324"/>
                    </a:lnTo>
                    <a:lnTo>
                      <a:pt x="6989" y="7324"/>
                    </a:lnTo>
                    <a:lnTo>
                      <a:pt x="7010" y="7219"/>
                    </a:lnTo>
                    <a:lnTo>
                      <a:pt x="6864" y="7178"/>
                    </a:lnTo>
                    <a:lnTo>
                      <a:pt x="6843" y="7094"/>
                    </a:lnTo>
                    <a:lnTo>
                      <a:pt x="6947" y="7073"/>
                    </a:lnTo>
                    <a:lnTo>
                      <a:pt x="6989" y="7115"/>
                    </a:lnTo>
                    <a:lnTo>
                      <a:pt x="7094" y="7157"/>
                    </a:lnTo>
                    <a:lnTo>
                      <a:pt x="7156" y="7073"/>
                    </a:lnTo>
                    <a:lnTo>
                      <a:pt x="7115" y="7010"/>
                    </a:lnTo>
                    <a:lnTo>
                      <a:pt x="7156" y="6968"/>
                    </a:lnTo>
                    <a:lnTo>
                      <a:pt x="7219" y="7052"/>
                    </a:lnTo>
                    <a:lnTo>
                      <a:pt x="7219" y="7178"/>
                    </a:lnTo>
                    <a:lnTo>
                      <a:pt x="7324" y="7219"/>
                    </a:lnTo>
                    <a:lnTo>
                      <a:pt x="7638" y="7303"/>
                    </a:lnTo>
                    <a:lnTo>
                      <a:pt x="7700" y="7261"/>
                    </a:lnTo>
                    <a:lnTo>
                      <a:pt x="7554" y="7052"/>
                    </a:lnTo>
                    <a:lnTo>
                      <a:pt x="7408" y="6989"/>
                    </a:lnTo>
                    <a:lnTo>
                      <a:pt x="7303" y="6947"/>
                    </a:lnTo>
                    <a:lnTo>
                      <a:pt x="7303" y="6864"/>
                    </a:lnTo>
                    <a:lnTo>
                      <a:pt x="7324" y="6801"/>
                    </a:lnTo>
                    <a:lnTo>
                      <a:pt x="7408" y="6906"/>
                    </a:lnTo>
                    <a:lnTo>
                      <a:pt x="7554" y="6906"/>
                    </a:lnTo>
                    <a:lnTo>
                      <a:pt x="7638" y="6968"/>
                    </a:lnTo>
                    <a:lnTo>
                      <a:pt x="7680" y="7073"/>
                    </a:lnTo>
                    <a:lnTo>
                      <a:pt x="7721" y="7052"/>
                    </a:lnTo>
                    <a:lnTo>
                      <a:pt x="7805" y="7157"/>
                    </a:lnTo>
                    <a:lnTo>
                      <a:pt x="7910" y="7199"/>
                    </a:lnTo>
                    <a:lnTo>
                      <a:pt x="7952" y="7261"/>
                    </a:lnTo>
                    <a:lnTo>
                      <a:pt x="8014" y="7282"/>
                    </a:lnTo>
                    <a:lnTo>
                      <a:pt x="8077" y="7178"/>
                    </a:lnTo>
                    <a:lnTo>
                      <a:pt x="8203" y="7178"/>
                    </a:lnTo>
                    <a:lnTo>
                      <a:pt x="8307" y="7282"/>
                    </a:lnTo>
                    <a:lnTo>
                      <a:pt x="8349" y="7261"/>
                    </a:lnTo>
                    <a:lnTo>
                      <a:pt x="8349" y="7157"/>
                    </a:lnTo>
                    <a:lnTo>
                      <a:pt x="8412" y="7157"/>
                    </a:lnTo>
                    <a:lnTo>
                      <a:pt x="8516" y="7261"/>
                    </a:lnTo>
                    <a:lnTo>
                      <a:pt x="8642" y="7261"/>
                    </a:lnTo>
                    <a:lnTo>
                      <a:pt x="8684" y="7199"/>
                    </a:lnTo>
                    <a:lnTo>
                      <a:pt x="8684" y="6885"/>
                    </a:lnTo>
                    <a:lnTo>
                      <a:pt x="8433" y="6634"/>
                    </a:lnTo>
                    <a:lnTo>
                      <a:pt x="8349" y="6634"/>
                    </a:lnTo>
                    <a:lnTo>
                      <a:pt x="8307" y="6655"/>
                    </a:lnTo>
                    <a:lnTo>
                      <a:pt x="8224" y="6634"/>
                    </a:lnTo>
                    <a:lnTo>
                      <a:pt x="8244" y="6571"/>
                    </a:lnTo>
                    <a:lnTo>
                      <a:pt x="8433" y="6550"/>
                    </a:lnTo>
                    <a:lnTo>
                      <a:pt x="8516" y="6571"/>
                    </a:lnTo>
                    <a:lnTo>
                      <a:pt x="8558" y="6550"/>
                    </a:lnTo>
                    <a:lnTo>
                      <a:pt x="8642" y="6592"/>
                    </a:lnTo>
                    <a:lnTo>
                      <a:pt x="8642" y="6696"/>
                    </a:lnTo>
                    <a:lnTo>
                      <a:pt x="8684" y="6759"/>
                    </a:lnTo>
                    <a:lnTo>
                      <a:pt x="8851" y="6780"/>
                    </a:lnTo>
                    <a:lnTo>
                      <a:pt x="8851" y="6968"/>
                    </a:lnTo>
                    <a:lnTo>
                      <a:pt x="8893" y="7052"/>
                    </a:lnTo>
                    <a:lnTo>
                      <a:pt x="8998" y="7052"/>
                    </a:lnTo>
                    <a:lnTo>
                      <a:pt x="9060" y="7094"/>
                    </a:lnTo>
                    <a:lnTo>
                      <a:pt x="9353" y="7115"/>
                    </a:lnTo>
                    <a:lnTo>
                      <a:pt x="9500" y="7115"/>
                    </a:lnTo>
                    <a:lnTo>
                      <a:pt x="9688" y="6947"/>
                    </a:lnTo>
                    <a:lnTo>
                      <a:pt x="9709" y="6864"/>
                    </a:lnTo>
                    <a:lnTo>
                      <a:pt x="9605" y="6801"/>
                    </a:lnTo>
                    <a:lnTo>
                      <a:pt x="9563" y="6843"/>
                    </a:lnTo>
                    <a:lnTo>
                      <a:pt x="9500" y="6780"/>
                    </a:lnTo>
                    <a:lnTo>
                      <a:pt x="9563" y="6759"/>
                    </a:lnTo>
                    <a:lnTo>
                      <a:pt x="9709" y="6696"/>
                    </a:lnTo>
                    <a:lnTo>
                      <a:pt x="9835" y="6738"/>
                    </a:lnTo>
                    <a:lnTo>
                      <a:pt x="9981" y="6675"/>
                    </a:lnTo>
                    <a:lnTo>
                      <a:pt x="10002" y="6571"/>
                    </a:lnTo>
                    <a:lnTo>
                      <a:pt x="9918" y="6466"/>
                    </a:lnTo>
                    <a:lnTo>
                      <a:pt x="9625" y="6466"/>
                    </a:lnTo>
                    <a:lnTo>
                      <a:pt x="9395" y="6424"/>
                    </a:lnTo>
                    <a:lnTo>
                      <a:pt x="9416" y="6362"/>
                    </a:lnTo>
                    <a:lnTo>
                      <a:pt x="9521" y="6362"/>
                    </a:lnTo>
                    <a:lnTo>
                      <a:pt x="9563" y="6257"/>
                    </a:lnTo>
                    <a:lnTo>
                      <a:pt x="9605" y="6278"/>
                    </a:lnTo>
                    <a:lnTo>
                      <a:pt x="9625" y="6383"/>
                    </a:lnTo>
                    <a:lnTo>
                      <a:pt x="9709" y="6383"/>
                    </a:lnTo>
                    <a:lnTo>
                      <a:pt x="9772" y="6341"/>
                    </a:lnTo>
                    <a:lnTo>
                      <a:pt x="9981" y="6424"/>
                    </a:lnTo>
                    <a:lnTo>
                      <a:pt x="10044" y="6362"/>
                    </a:lnTo>
                    <a:lnTo>
                      <a:pt x="10149" y="6445"/>
                    </a:lnTo>
                    <a:lnTo>
                      <a:pt x="10211" y="6445"/>
                    </a:lnTo>
                    <a:lnTo>
                      <a:pt x="10316" y="6320"/>
                    </a:lnTo>
                    <a:lnTo>
                      <a:pt x="10295" y="6236"/>
                    </a:lnTo>
                    <a:lnTo>
                      <a:pt x="10149" y="6152"/>
                    </a:lnTo>
                    <a:lnTo>
                      <a:pt x="10211" y="6048"/>
                    </a:lnTo>
                    <a:lnTo>
                      <a:pt x="10253" y="6006"/>
                    </a:lnTo>
                    <a:lnTo>
                      <a:pt x="10232" y="5839"/>
                    </a:lnTo>
                    <a:lnTo>
                      <a:pt x="10316" y="5901"/>
                    </a:lnTo>
                    <a:lnTo>
                      <a:pt x="10316" y="6006"/>
                    </a:lnTo>
                    <a:lnTo>
                      <a:pt x="10253" y="6069"/>
                    </a:lnTo>
                    <a:lnTo>
                      <a:pt x="10295" y="6152"/>
                    </a:lnTo>
                    <a:lnTo>
                      <a:pt x="10358" y="6173"/>
                    </a:lnTo>
                    <a:lnTo>
                      <a:pt x="10441" y="6111"/>
                    </a:lnTo>
                    <a:lnTo>
                      <a:pt x="10734" y="6111"/>
                    </a:lnTo>
                    <a:lnTo>
                      <a:pt x="10776" y="6027"/>
                    </a:lnTo>
                    <a:lnTo>
                      <a:pt x="10923" y="5922"/>
                    </a:lnTo>
                    <a:lnTo>
                      <a:pt x="10881" y="5797"/>
                    </a:lnTo>
                    <a:lnTo>
                      <a:pt x="10944" y="5755"/>
                    </a:lnTo>
                    <a:lnTo>
                      <a:pt x="11048" y="5755"/>
                    </a:lnTo>
                    <a:lnTo>
                      <a:pt x="11132" y="5650"/>
                    </a:lnTo>
                    <a:lnTo>
                      <a:pt x="11216" y="5692"/>
                    </a:lnTo>
                    <a:lnTo>
                      <a:pt x="11299" y="5629"/>
                    </a:lnTo>
                    <a:lnTo>
                      <a:pt x="11550" y="5608"/>
                    </a:lnTo>
                    <a:lnTo>
                      <a:pt x="11613" y="5483"/>
                    </a:lnTo>
                    <a:lnTo>
                      <a:pt x="11822" y="5420"/>
                    </a:lnTo>
                    <a:lnTo>
                      <a:pt x="11927" y="5336"/>
                    </a:lnTo>
                    <a:lnTo>
                      <a:pt x="12073" y="5336"/>
                    </a:lnTo>
                    <a:lnTo>
                      <a:pt x="12136" y="5315"/>
                    </a:lnTo>
                    <a:lnTo>
                      <a:pt x="12262" y="5315"/>
                    </a:lnTo>
                    <a:lnTo>
                      <a:pt x="12429" y="5232"/>
                    </a:lnTo>
                    <a:lnTo>
                      <a:pt x="12555" y="5106"/>
                    </a:lnTo>
                    <a:lnTo>
                      <a:pt x="12659" y="5085"/>
                    </a:lnTo>
                    <a:lnTo>
                      <a:pt x="12743" y="4960"/>
                    </a:lnTo>
                    <a:lnTo>
                      <a:pt x="12952" y="4918"/>
                    </a:lnTo>
                    <a:lnTo>
                      <a:pt x="13036" y="4876"/>
                    </a:lnTo>
                    <a:lnTo>
                      <a:pt x="13224" y="4771"/>
                    </a:lnTo>
                    <a:lnTo>
                      <a:pt x="13308" y="4604"/>
                    </a:lnTo>
                    <a:lnTo>
                      <a:pt x="13371" y="4458"/>
                    </a:lnTo>
                    <a:lnTo>
                      <a:pt x="13182" y="4458"/>
                    </a:lnTo>
                    <a:lnTo>
                      <a:pt x="13057" y="4478"/>
                    </a:lnTo>
                    <a:lnTo>
                      <a:pt x="12973" y="4437"/>
                    </a:lnTo>
                    <a:lnTo>
                      <a:pt x="12848" y="4458"/>
                    </a:lnTo>
                    <a:lnTo>
                      <a:pt x="12659" y="4646"/>
                    </a:lnTo>
                    <a:lnTo>
                      <a:pt x="12387" y="4667"/>
                    </a:lnTo>
                    <a:lnTo>
                      <a:pt x="11927" y="4709"/>
                    </a:lnTo>
                    <a:lnTo>
                      <a:pt x="11801" y="4688"/>
                    </a:lnTo>
                    <a:lnTo>
                      <a:pt x="11488" y="4688"/>
                    </a:lnTo>
                    <a:lnTo>
                      <a:pt x="11299" y="4771"/>
                    </a:lnTo>
                    <a:lnTo>
                      <a:pt x="11299" y="4667"/>
                    </a:lnTo>
                    <a:lnTo>
                      <a:pt x="11174" y="4667"/>
                    </a:lnTo>
                    <a:lnTo>
                      <a:pt x="11216" y="4562"/>
                    </a:lnTo>
                    <a:lnTo>
                      <a:pt x="11362" y="4562"/>
                    </a:lnTo>
                    <a:lnTo>
                      <a:pt x="11446" y="4583"/>
                    </a:lnTo>
                    <a:lnTo>
                      <a:pt x="11550" y="4541"/>
                    </a:lnTo>
                    <a:lnTo>
                      <a:pt x="11571" y="4604"/>
                    </a:lnTo>
                    <a:lnTo>
                      <a:pt x="11718" y="4604"/>
                    </a:lnTo>
                    <a:lnTo>
                      <a:pt x="11906" y="4583"/>
                    </a:lnTo>
                    <a:lnTo>
                      <a:pt x="12032" y="4583"/>
                    </a:lnTo>
                    <a:lnTo>
                      <a:pt x="12346" y="4541"/>
                    </a:lnTo>
                    <a:lnTo>
                      <a:pt x="12848" y="4332"/>
                    </a:lnTo>
                    <a:lnTo>
                      <a:pt x="12931" y="4269"/>
                    </a:lnTo>
                    <a:lnTo>
                      <a:pt x="12848" y="4186"/>
                    </a:lnTo>
                    <a:lnTo>
                      <a:pt x="12638" y="4144"/>
                    </a:lnTo>
                    <a:lnTo>
                      <a:pt x="12262" y="4081"/>
                    </a:lnTo>
                    <a:lnTo>
                      <a:pt x="12199" y="3976"/>
                    </a:lnTo>
                    <a:lnTo>
                      <a:pt x="12199" y="3976"/>
                    </a:lnTo>
                    <a:lnTo>
                      <a:pt x="12346" y="4060"/>
                    </a:lnTo>
                    <a:lnTo>
                      <a:pt x="12450" y="4039"/>
                    </a:lnTo>
                    <a:lnTo>
                      <a:pt x="12450" y="3976"/>
                    </a:lnTo>
                    <a:lnTo>
                      <a:pt x="12325" y="3851"/>
                    </a:lnTo>
                    <a:lnTo>
                      <a:pt x="12304" y="3725"/>
                    </a:lnTo>
                    <a:lnTo>
                      <a:pt x="12408" y="3851"/>
                    </a:lnTo>
                    <a:lnTo>
                      <a:pt x="12597" y="4060"/>
                    </a:lnTo>
                    <a:lnTo>
                      <a:pt x="12638" y="4060"/>
                    </a:lnTo>
                    <a:lnTo>
                      <a:pt x="12722" y="4018"/>
                    </a:lnTo>
                    <a:lnTo>
                      <a:pt x="12764" y="4081"/>
                    </a:lnTo>
                    <a:lnTo>
                      <a:pt x="12973" y="4081"/>
                    </a:lnTo>
                    <a:lnTo>
                      <a:pt x="13057" y="4144"/>
                    </a:lnTo>
                    <a:lnTo>
                      <a:pt x="13141" y="4144"/>
                    </a:lnTo>
                    <a:lnTo>
                      <a:pt x="13287" y="4165"/>
                    </a:lnTo>
                    <a:lnTo>
                      <a:pt x="13371" y="4123"/>
                    </a:lnTo>
                    <a:lnTo>
                      <a:pt x="13308" y="4081"/>
                    </a:lnTo>
                    <a:lnTo>
                      <a:pt x="13162" y="4060"/>
                    </a:lnTo>
                    <a:lnTo>
                      <a:pt x="13162" y="3976"/>
                    </a:lnTo>
                    <a:lnTo>
                      <a:pt x="13350" y="4018"/>
                    </a:lnTo>
                    <a:lnTo>
                      <a:pt x="13475" y="4060"/>
                    </a:lnTo>
                    <a:lnTo>
                      <a:pt x="13601" y="4165"/>
                    </a:lnTo>
                    <a:lnTo>
                      <a:pt x="13664" y="4144"/>
                    </a:lnTo>
                    <a:lnTo>
                      <a:pt x="13706" y="4018"/>
                    </a:lnTo>
                    <a:lnTo>
                      <a:pt x="13810" y="4081"/>
                    </a:lnTo>
                    <a:lnTo>
                      <a:pt x="13978" y="4081"/>
                    </a:lnTo>
                    <a:lnTo>
                      <a:pt x="14124" y="4039"/>
                    </a:lnTo>
                    <a:lnTo>
                      <a:pt x="14229" y="4018"/>
                    </a:lnTo>
                    <a:lnTo>
                      <a:pt x="14354" y="3914"/>
                    </a:lnTo>
                    <a:lnTo>
                      <a:pt x="14710" y="3746"/>
                    </a:lnTo>
                    <a:lnTo>
                      <a:pt x="14794" y="3662"/>
                    </a:lnTo>
                    <a:lnTo>
                      <a:pt x="14794" y="3621"/>
                    </a:lnTo>
                    <a:lnTo>
                      <a:pt x="14877" y="3600"/>
                    </a:lnTo>
                    <a:lnTo>
                      <a:pt x="15003" y="3621"/>
                    </a:lnTo>
                    <a:lnTo>
                      <a:pt x="15045" y="3558"/>
                    </a:lnTo>
                    <a:lnTo>
                      <a:pt x="15275" y="3432"/>
                    </a:lnTo>
                    <a:lnTo>
                      <a:pt x="15400" y="3181"/>
                    </a:lnTo>
                    <a:lnTo>
                      <a:pt x="15463" y="2909"/>
                    </a:lnTo>
                    <a:lnTo>
                      <a:pt x="15442" y="2721"/>
                    </a:lnTo>
                    <a:lnTo>
                      <a:pt x="15379" y="2595"/>
                    </a:lnTo>
                    <a:lnTo>
                      <a:pt x="15233" y="2512"/>
                    </a:lnTo>
                    <a:lnTo>
                      <a:pt x="15149" y="2512"/>
                    </a:lnTo>
                    <a:lnTo>
                      <a:pt x="15128" y="2554"/>
                    </a:lnTo>
                    <a:lnTo>
                      <a:pt x="15024" y="2554"/>
                    </a:lnTo>
                    <a:lnTo>
                      <a:pt x="14961" y="2658"/>
                    </a:lnTo>
                    <a:lnTo>
                      <a:pt x="14877" y="2700"/>
                    </a:lnTo>
                    <a:lnTo>
                      <a:pt x="14835" y="2658"/>
                    </a:lnTo>
                    <a:lnTo>
                      <a:pt x="14961" y="2470"/>
                    </a:lnTo>
                    <a:lnTo>
                      <a:pt x="15003" y="2386"/>
                    </a:lnTo>
                    <a:lnTo>
                      <a:pt x="15107" y="2302"/>
                    </a:lnTo>
                    <a:lnTo>
                      <a:pt x="15128" y="2156"/>
                    </a:lnTo>
                    <a:lnTo>
                      <a:pt x="15066" y="2051"/>
                    </a:lnTo>
                    <a:lnTo>
                      <a:pt x="15024" y="2030"/>
                    </a:lnTo>
                    <a:lnTo>
                      <a:pt x="15107" y="1968"/>
                    </a:lnTo>
                    <a:lnTo>
                      <a:pt x="15170" y="1737"/>
                    </a:lnTo>
                    <a:lnTo>
                      <a:pt x="15066" y="1717"/>
                    </a:lnTo>
                    <a:lnTo>
                      <a:pt x="14940" y="1737"/>
                    </a:lnTo>
                    <a:lnTo>
                      <a:pt x="14919" y="1842"/>
                    </a:lnTo>
                    <a:lnTo>
                      <a:pt x="14856" y="1884"/>
                    </a:lnTo>
                    <a:lnTo>
                      <a:pt x="14794" y="1926"/>
                    </a:lnTo>
                    <a:lnTo>
                      <a:pt x="14731" y="1863"/>
                    </a:lnTo>
                    <a:lnTo>
                      <a:pt x="14794" y="1779"/>
                    </a:lnTo>
                    <a:lnTo>
                      <a:pt x="14794" y="1717"/>
                    </a:lnTo>
                    <a:lnTo>
                      <a:pt x="14835" y="1633"/>
                    </a:lnTo>
                    <a:lnTo>
                      <a:pt x="14814" y="1570"/>
                    </a:lnTo>
                    <a:lnTo>
                      <a:pt x="14689" y="1654"/>
                    </a:lnTo>
                    <a:lnTo>
                      <a:pt x="14626" y="1779"/>
                    </a:lnTo>
                    <a:lnTo>
                      <a:pt x="14584" y="1821"/>
                    </a:lnTo>
                    <a:lnTo>
                      <a:pt x="14522" y="1758"/>
                    </a:lnTo>
                    <a:lnTo>
                      <a:pt x="14584" y="1633"/>
                    </a:lnTo>
                    <a:lnTo>
                      <a:pt x="14542" y="1549"/>
                    </a:lnTo>
                    <a:lnTo>
                      <a:pt x="14417" y="1549"/>
                    </a:lnTo>
                    <a:lnTo>
                      <a:pt x="14270" y="1633"/>
                    </a:lnTo>
                    <a:lnTo>
                      <a:pt x="14208" y="1737"/>
                    </a:lnTo>
                    <a:lnTo>
                      <a:pt x="14082" y="1737"/>
                    </a:lnTo>
                    <a:lnTo>
                      <a:pt x="14019" y="1779"/>
                    </a:lnTo>
                    <a:lnTo>
                      <a:pt x="13978" y="1884"/>
                    </a:lnTo>
                    <a:lnTo>
                      <a:pt x="13894" y="1884"/>
                    </a:lnTo>
                    <a:lnTo>
                      <a:pt x="13789" y="1842"/>
                    </a:lnTo>
                    <a:lnTo>
                      <a:pt x="13580" y="1821"/>
                    </a:lnTo>
                    <a:lnTo>
                      <a:pt x="13308" y="1821"/>
                    </a:lnTo>
                    <a:lnTo>
                      <a:pt x="13496" y="1758"/>
                    </a:lnTo>
                    <a:lnTo>
                      <a:pt x="13559" y="1717"/>
                    </a:lnTo>
                    <a:lnTo>
                      <a:pt x="13643" y="1737"/>
                    </a:lnTo>
                    <a:lnTo>
                      <a:pt x="13747" y="1737"/>
                    </a:lnTo>
                    <a:lnTo>
                      <a:pt x="13894" y="1654"/>
                    </a:lnTo>
                    <a:lnTo>
                      <a:pt x="14019" y="1633"/>
                    </a:lnTo>
                    <a:lnTo>
                      <a:pt x="14124" y="1507"/>
                    </a:lnTo>
                    <a:lnTo>
                      <a:pt x="14333" y="1403"/>
                    </a:lnTo>
                    <a:lnTo>
                      <a:pt x="14396" y="1340"/>
                    </a:lnTo>
                    <a:lnTo>
                      <a:pt x="14354" y="1298"/>
                    </a:lnTo>
                    <a:lnTo>
                      <a:pt x="14270" y="1298"/>
                    </a:lnTo>
                    <a:lnTo>
                      <a:pt x="14061" y="1152"/>
                    </a:lnTo>
                    <a:lnTo>
                      <a:pt x="14019" y="1089"/>
                    </a:lnTo>
                    <a:lnTo>
                      <a:pt x="13978" y="1089"/>
                    </a:lnTo>
                    <a:lnTo>
                      <a:pt x="13873" y="1131"/>
                    </a:lnTo>
                    <a:lnTo>
                      <a:pt x="13810" y="1193"/>
                    </a:lnTo>
                    <a:lnTo>
                      <a:pt x="13747" y="1152"/>
                    </a:lnTo>
                    <a:lnTo>
                      <a:pt x="13706" y="1089"/>
                    </a:lnTo>
                    <a:lnTo>
                      <a:pt x="13789" y="1005"/>
                    </a:lnTo>
                    <a:lnTo>
                      <a:pt x="13768" y="921"/>
                    </a:lnTo>
                    <a:lnTo>
                      <a:pt x="13601" y="942"/>
                    </a:lnTo>
                    <a:lnTo>
                      <a:pt x="13538" y="1047"/>
                    </a:lnTo>
                    <a:lnTo>
                      <a:pt x="13454" y="1026"/>
                    </a:lnTo>
                    <a:lnTo>
                      <a:pt x="13454" y="901"/>
                    </a:lnTo>
                    <a:lnTo>
                      <a:pt x="13308" y="942"/>
                    </a:lnTo>
                    <a:lnTo>
                      <a:pt x="13266" y="1005"/>
                    </a:lnTo>
                    <a:lnTo>
                      <a:pt x="13224" y="921"/>
                    </a:lnTo>
                    <a:lnTo>
                      <a:pt x="13287" y="838"/>
                    </a:lnTo>
                    <a:lnTo>
                      <a:pt x="13245" y="775"/>
                    </a:lnTo>
                    <a:lnTo>
                      <a:pt x="13308" y="775"/>
                    </a:lnTo>
                    <a:lnTo>
                      <a:pt x="13371" y="691"/>
                    </a:lnTo>
                    <a:lnTo>
                      <a:pt x="13287" y="608"/>
                    </a:lnTo>
                    <a:lnTo>
                      <a:pt x="13078" y="587"/>
                    </a:lnTo>
                    <a:lnTo>
                      <a:pt x="12910" y="503"/>
                    </a:lnTo>
                    <a:lnTo>
                      <a:pt x="12785" y="524"/>
                    </a:lnTo>
                    <a:lnTo>
                      <a:pt x="12659" y="629"/>
                    </a:lnTo>
                    <a:lnTo>
                      <a:pt x="12638" y="733"/>
                    </a:lnTo>
                    <a:lnTo>
                      <a:pt x="12597" y="775"/>
                    </a:lnTo>
                    <a:lnTo>
                      <a:pt x="12513" y="670"/>
                    </a:lnTo>
                    <a:lnTo>
                      <a:pt x="12638" y="524"/>
                    </a:lnTo>
                    <a:lnTo>
                      <a:pt x="12659" y="461"/>
                    </a:lnTo>
                    <a:lnTo>
                      <a:pt x="12513" y="461"/>
                    </a:lnTo>
                    <a:lnTo>
                      <a:pt x="12387" y="377"/>
                    </a:lnTo>
                    <a:lnTo>
                      <a:pt x="12262" y="377"/>
                    </a:lnTo>
                    <a:lnTo>
                      <a:pt x="12199" y="482"/>
                    </a:lnTo>
                    <a:lnTo>
                      <a:pt x="12011" y="608"/>
                    </a:lnTo>
                    <a:lnTo>
                      <a:pt x="11885" y="733"/>
                    </a:lnTo>
                    <a:lnTo>
                      <a:pt x="11801" y="775"/>
                    </a:lnTo>
                    <a:lnTo>
                      <a:pt x="11781" y="712"/>
                    </a:lnTo>
                    <a:lnTo>
                      <a:pt x="11822" y="587"/>
                    </a:lnTo>
                    <a:lnTo>
                      <a:pt x="11822" y="419"/>
                    </a:lnTo>
                    <a:lnTo>
                      <a:pt x="11781" y="377"/>
                    </a:lnTo>
                    <a:lnTo>
                      <a:pt x="11739" y="273"/>
                    </a:lnTo>
                    <a:lnTo>
                      <a:pt x="11592" y="189"/>
                    </a:lnTo>
                    <a:lnTo>
                      <a:pt x="11467" y="210"/>
                    </a:lnTo>
                    <a:lnTo>
                      <a:pt x="11341" y="189"/>
                    </a:lnTo>
                    <a:lnTo>
                      <a:pt x="11278" y="85"/>
                    </a:lnTo>
                    <a:lnTo>
                      <a:pt x="11153" y="64"/>
                    </a:lnTo>
                    <a:lnTo>
                      <a:pt x="10985" y="105"/>
                    </a:lnTo>
                    <a:lnTo>
                      <a:pt x="10881" y="85"/>
                    </a:lnTo>
                    <a:lnTo>
                      <a:pt x="10818" y="64"/>
                    </a:lnTo>
                    <a:lnTo>
                      <a:pt x="10734" y="1"/>
                    </a:lnTo>
                    <a:lnTo>
                      <a:pt x="10651" y="64"/>
                    </a:lnTo>
                    <a:lnTo>
                      <a:pt x="10630" y="210"/>
                    </a:lnTo>
                    <a:lnTo>
                      <a:pt x="10734" y="461"/>
                    </a:lnTo>
                    <a:lnTo>
                      <a:pt x="10651" y="670"/>
                    </a:lnTo>
                    <a:lnTo>
                      <a:pt x="10651" y="817"/>
                    </a:lnTo>
                    <a:lnTo>
                      <a:pt x="10609" y="880"/>
                    </a:lnTo>
                    <a:lnTo>
                      <a:pt x="10525" y="838"/>
                    </a:lnTo>
                    <a:lnTo>
                      <a:pt x="10400" y="880"/>
                    </a:lnTo>
                    <a:lnTo>
                      <a:pt x="10337" y="817"/>
                    </a:lnTo>
                    <a:lnTo>
                      <a:pt x="10421" y="733"/>
                    </a:lnTo>
                    <a:lnTo>
                      <a:pt x="10358" y="566"/>
                    </a:lnTo>
                    <a:lnTo>
                      <a:pt x="10421" y="461"/>
                    </a:lnTo>
                    <a:lnTo>
                      <a:pt x="10441" y="315"/>
                    </a:lnTo>
                    <a:lnTo>
                      <a:pt x="10400" y="273"/>
                    </a:lnTo>
                    <a:lnTo>
                      <a:pt x="10232" y="398"/>
                    </a:lnTo>
                    <a:lnTo>
                      <a:pt x="10232" y="461"/>
                    </a:lnTo>
                    <a:lnTo>
                      <a:pt x="10149" y="482"/>
                    </a:lnTo>
                    <a:lnTo>
                      <a:pt x="10107" y="419"/>
                    </a:lnTo>
                    <a:lnTo>
                      <a:pt x="10149" y="273"/>
                    </a:lnTo>
                    <a:lnTo>
                      <a:pt x="10107" y="210"/>
                    </a:lnTo>
                    <a:lnTo>
                      <a:pt x="10044" y="252"/>
                    </a:lnTo>
                    <a:lnTo>
                      <a:pt x="9981" y="398"/>
                    </a:lnTo>
                    <a:lnTo>
                      <a:pt x="9897" y="398"/>
                    </a:lnTo>
                    <a:lnTo>
                      <a:pt x="9877" y="357"/>
                    </a:lnTo>
                    <a:lnTo>
                      <a:pt x="9918" y="252"/>
                    </a:lnTo>
                    <a:lnTo>
                      <a:pt x="9918" y="105"/>
                    </a:lnTo>
                    <a:lnTo>
                      <a:pt x="9897" y="64"/>
                    </a:lnTo>
                    <a:lnTo>
                      <a:pt x="962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16" name="Google Shape;1516;p60"/>
              <p:cNvSpPr/>
              <p:nvPr/>
            </p:nvSpPr>
            <p:spPr>
              <a:xfrm>
                <a:off x="2905300" y="2401625"/>
                <a:ext cx="91575" cy="98875"/>
              </a:xfrm>
              <a:custGeom>
                <a:avLst/>
                <a:gdLst/>
                <a:ahLst/>
                <a:cxnLst/>
                <a:rect l="l" t="t" r="r" b="b"/>
                <a:pathLst>
                  <a:path w="3663" h="3955" extrusionOk="0">
                    <a:moveTo>
                      <a:pt x="2909" y="2155"/>
                    </a:moveTo>
                    <a:lnTo>
                      <a:pt x="2872" y="2165"/>
                    </a:lnTo>
                    <a:lnTo>
                      <a:pt x="2872" y="2165"/>
                    </a:lnTo>
                    <a:lnTo>
                      <a:pt x="2878" y="2166"/>
                    </a:lnTo>
                    <a:lnTo>
                      <a:pt x="2878" y="2166"/>
                    </a:lnTo>
                    <a:lnTo>
                      <a:pt x="2930" y="2155"/>
                    </a:lnTo>
                    <a:close/>
                    <a:moveTo>
                      <a:pt x="2323" y="0"/>
                    </a:moveTo>
                    <a:lnTo>
                      <a:pt x="2260" y="42"/>
                    </a:lnTo>
                    <a:lnTo>
                      <a:pt x="2219" y="84"/>
                    </a:lnTo>
                    <a:lnTo>
                      <a:pt x="2135" y="84"/>
                    </a:lnTo>
                    <a:lnTo>
                      <a:pt x="2072" y="147"/>
                    </a:lnTo>
                    <a:lnTo>
                      <a:pt x="2009" y="188"/>
                    </a:lnTo>
                    <a:lnTo>
                      <a:pt x="1905" y="188"/>
                    </a:lnTo>
                    <a:lnTo>
                      <a:pt x="1779" y="293"/>
                    </a:lnTo>
                    <a:lnTo>
                      <a:pt x="1675" y="377"/>
                    </a:lnTo>
                    <a:lnTo>
                      <a:pt x="1675" y="460"/>
                    </a:lnTo>
                    <a:lnTo>
                      <a:pt x="1612" y="460"/>
                    </a:lnTo>
                    <a:lnTo>
                      <a:pt x="1570" y="419"/>
                    </a:lnTo>
                    <a:lnTo>
                      <a:pt x="1570" y="460"/>
                    </a:lnTo>
                    <a:lnTo>
                      <a:pt x="1591" y="481"/>
                    </a:lnTo>
                    <a:lnTo>
                      <a:pt x="1591" y="523"/>
                    </a:lnTo>
                    <a:lnTo>
                      <a:pt x="1528" y="586"/>
                    </a:lnTo>
                    <a:lnTo>
                      <a:pt x="1423" y="670"/>
                    </a:lnTo>
                    <a:lnTo>
                      <a:pt x="1382" y="691"/>
                    </a:lnTo>
                    <a:lnTo>
                      <a:pt x="1402" y="711"/>
                    </a:lnTo>
                    <a:lnTo>
                      <a:pt x="1382" y="774"/>
                    </a:lnTo>
                    <a:lnTo>
                      <a:pt x="1319" y="774"/>
                    </a:lnTo>
                    <a:lnTo>
                      <a:pt x="1319" y="816"/>
                    </a:lnTo>
                    <a:lnTo>
                      <a:pt x="1382" y="837"/>
                    </a:lnTo>
                    <a:lnTo>
                      <a:pt x="1319" y="879"/>
                    </a:lnTo>
                    <a:lnTo>
                      <a:pt x="1256" y="879"/>
                    </a:lnTo>
                    <a:lnTo>
                      <a:pt x="1193" y="942"/>
                    </a:lnTo>
                    <a:lnTo>
                      <a:pt x="1193" y="1004"/>
                    </a:lnTo>
                    <a:lnTo>
                      <a:pt x="1214" y="1004"/>
                    </a:lnTo>
                    <a:lnTo>
                      <a:pt x="1256" y="1025"/>
                    </a:lnTo>
                    <a:lnTo>
                      <a:pt x="1193" y="1046"/>
                    </a:lnTo>
                    <a:lnTo>
                      <a:pt x="1151" y="1046"/>
                    </a:lnTo>
                    <a:lnTo>
                      <a:pt x="1089" y="1151"/>
                    </a:lnTo>
                    <a:lnTo>
                      <a:pt x="1068" y="1214"/>
                    </a:lnTo>
                    <a:lnTo>
                      <a:pt x="942" y="1402"/>
                    </a:lnTo>
                    <a:lnTo>
                      <a:pt x="942" y="1444"/>
                    </a:lnTo>
                    <a:lnTo>
                      <a:pt x="984" y="1507"/>
                    </a:lnTo>
                    <a:lnTo>
                      <a:pt x="984" y="1548"/>
                    </a:lnTo>
                    <a:lnTo>
                      <a:pt x="963" y="1548"/>
                    </a:lnTo>
                    <a:lnTo>
                      <a:pt x="942" y="1527"/>
                    </a:lnTo>
                    <a:lnTo>
                      <a:pt x="900" y="1527"/>
                    </a:lnTo>
                    <a:lnTo>
                      <a:pt x="796" y="1569"/>
                    </a:lnTo>
                    <a:lnTo>
                      <a:pt x="754" y="1653"/>
                    </a:lnTo>
                    <a:lnTo>
                      <a:pt x="754" y="1716"/>
                    </a:lnTo>
                    <a:lnTo>
                      <a:pt x="796" y="1716"/>
                    </a:lnTo>
                    <a:lnTo>
                      <a:pt x="858" y="1758"/>
                    </a:lnTo>
                    <a:lnTo>
                      <a:pt x="838" y="1779"/>
                    </a:lnTo>
                    <a:lnTo>
                      <a:pt x="838" y="1841"/>
                    </a:lnTo>
                    <a:lnTo>
                      <a:pt x="775" y="1883"/>
                    </a:lnTo>
                    <a:lnTo>
                      <a:pt x="649" y="1862"/>
                    </a:lnTo>
                    <a:lnTo>
                      <a:pt x="628" y="1883"/>
                    </a:lnTo>
                    <a:lnTo>
                      <a:pt x="628" y="1946"/>
                    </a:lnTo>
                    <a:lnTo>
                      <a:pt x="545" y="2030"/>
                    </a:lnTo>
                    <a:lnTo>
                      <a:pt x="482" y="2134"/>
                    </a:lnTo>
                    <a:lnTo>
                      <a:pt x="440" y="2197"/>
                    </a:lnTo>
                    <a:lnTo>
                      <a:pt x="419" y="2197"/>
                    </a:lnTo>
                    <a:lnTo>
                      <a:pt x="419" y="2134"/>
                    </a:lnTo>
                    <a:lnTo>
                      <a:pt x="377" y="2197"/>
                    </a:lnTo>
                    <a:lnTo>
                      <a:pt x="335" y="2134"/>
                    </a:lnTo>
                    <a:lnTo>
                      <a:pt x="356" y="2072"/>
                    </a:lnTo>
                    <a:lnTo>
                      <a:pt x="440" y="2030"/>
                    </a:lnTo>
                    <a:lnTo>
                      <a:pt x="461" y="1967"/>
                    </a:lnTo>
                    <a:lnTo>
                      <a:pt x="440" y="1988"/>
                    </a:lnTo>
                    <a:lnTo>
                      <a:pt x="356" y="2051"/>
                    </a:lnTo>
                    <a:lnTo>
                      <a:pt x="231" y="2134"/>
                    </a:lnTo>
                    <a:lnTo>
                      <a:pt x="168" y="2260"/>
                    </a:lnTo>
                    <a:lnTo>
                      <a:pt x="231" y="2260"/>
                    </a:lnTo>
                    <a:lnTo>
                      <a:pt x="314" y="2239"/>
                    </a:lnTo>
                    <a:lnTo>
                      <a:pt x="461" y="2197"/>
                    </a:lnTo>
                    <a:lnTo>
                      <a:pt x="586" y="2197"/>
                    </a:lnTo>
                    <a:lnTo>
                      <a:pt x="524" y="2281"/>
                    </a:lnTo>
                    <a:lnTo>
                      <a:pt x="419" y="2406"/>
                    </a:lnTo>
                    <a:lnTo>
                      <a:pt x="335" y="2511"/>
                    </a:lnTo>
                    <a:lnTo>
                      <a:pt x="210" y="2595"/>
                    </a:lnTo>
                    <a:lnTo>
                      <a:pt x="105" y="2699"/>
                    </a:lnTo>
                    <a:lnTo>
                      <a:pt x="22" y="2699"/>
                    </a:lnTo>
                    <a:lnTo>
                      <a:pt x="1" y="2762"/>
                    </a:lnTo>
                    <a:lnTo>
                      <a:pt x="22" y="2804"/>
                    </a:lnTo>
                    <a:lnTo>
                      <a:pt x="1" y="2888"/>
                    </a:lnTo>
                    <a:lnTo>
                      <a:pt x="22" y="2929"/>
                    </a:lnTo>
                    <a:lnTo>
                      <a:pt x="63" y="2929"/>
                    </a:lnTo>
                    <a:lnTo>
                      <a:pt x="168" y="2971"/>
                    </a:lnTo>
                    <a:lnTo>
                      <a:pt x="314" y="2929"/>
                    </a:lnTo>
                    <a:lnTo>
                      <a:pt x="377" y="2888"/>
                    </a:lnTo>
                    <a:lnTo>
                      <a:pt x="482" y="2888"/>
                    </a:lnTo>
                    <a:lnTo>
                      <a:pt x="566" y="2825"/>
                    </a:lnTo>
                    <a:lnTo>
                      <a:pt x="586" y="2783"/>
                    </a:lnTo>
                    <a:lnTo>
                      <a:pt x="586" y="2804"/>
                    </a:lnTo>
                    <a:lnTo>
                      <a:pt x="545" y="2888"/>
                    </a:lnTo>
                    <a:lnTo>
                      <a:pt x="670" y="2908"/>
                    </a:lnTo>
                    <a:lnTo>
                      <a:pt x="754" y="2888"/>
                    </a:lnTo>
                    <a:lnTo>
                      <a:pt x="796" y="2929"/>
                    </a:lnTo>
                    <a:lnTo>
                      <a:pt x="963" y="2929"/>
                    </a:lnTo>
                    <a:lnTo>
                      <a:pt x="1047" y="2908"/>
                    </a:lnTo>
                    <a:lnTo>
                      <a:pt x="1068" y="2971"/>
                    </a:lnTo>
                    <a:lnTo>
                      <a:pt x="1110" y="3013"/>
                    </a:lnTo>
                    <a:lnTo>
                      <a:pt x="1214" y="3013"/>
                    </a:lnTo>
                    <a:lnTo>
                      <a:pt x="1256" y="2992"/>
                    </a:lnTo>
                    <a:lnTo>
                      <a:pt x="1277" y="3013"/>
                    </a:lnTo>
                    <a:lnTo>
                      <a:pt x="1361" y="3013"/>
                    </a:lnTo>
                    <a:lnTo>
                      <a:pt x="1402" y="2992"/>
                    </a:lnTo>
                    <a:lnTo>
                      <a:pt x="1402" y="2950"/>
                    </a:lnTo>
                    <a:lnTo>
                      <a:pt x="1486" y="2950"/>
                    </a:lnTo>
                    <a:lnTo>
                      <a:pt x="1507" y="2992"/>
                    </a:lnTo>
                    <a:lnTo>
                      <a:pt x="1570" y="2992"/>
                    </a:lnTo>
                    <a:lnTo>
                      <a:pt x="1591" y="2929"/>
                    </a:lnTo>
                    <a:lnTo>
                      <a:pt x="1633" y="2929"/>
                    </a:lnTo>
                    <a:lnTo>
                      <a:pt x="1695" y="2971"/>
                    </a:lnTo>
                    <a:lnTo>
                      <a:pt x="1716" y="2908"/>
                    </a:lnTo>
                    <a:lnTo>
                      <a:pt x="1716" y="2867"/>
                    </a:lnTo>
                    <a:lnTo>
                      <a:pt x="1716" y="2783"/>
                    </a:lnTo>
                    <a:lnTo>
                      <a:pt x="1737" y="2804"/>
                    </a:lnTo>
                    <a:lnTo>
                      <a:pt x="1779" y="2762"/>
                    </a:lnTo>
                    <a:lnTo>
                      <a:pt x="1821" y="2762"/>
                    </a:lnTo>
                    <a:lnTo>
                      <a:pt x="1800" y="2783"/>
                    </a:lnTo>
                    <a:lnTo>
                      <a:pt x="1779" y="2888"/>
                    </a:lnTo>
                    <a:lnTo>
                      <a:pt x="1800" y="2908"/>
                    </a:lnTo>
                    <a:lnTo>
                      <a:pt x="1821" y="2867"/>
                    </a:lnTo>
                    <a:lnTo>
                      <a:pt x="1884" y="2783"/>
                    </a:lnTo>
                    <a:lnTo>
                      <a:pt x="1905" y="2783"/>
                    </a:lnTo>
                    <a:lnTo>
                      <a:pt x="1905" y="2867"/>
                    </a:lnTo>
                    <a:lnTo>
                      <a:pt x="1884" y="2908"/>
                    </a:lnTo>
                    <a:lnTo>
                      <a:pt x="1884" y="2971"/>
                    </a:lnTo>
                    <a:lnTo>
                      <a:pt x="1947" y="2929"/>
                    </a:lnTo>
                    <a:lnTo>
                      <a:pt x="1988" y="2929"/>
                    </a:lnTo>
                    <a:lnTo>
                      <a:pt x="1988" y="2971"/>
                    </a:lnTo>
                    <a:lnTo>
                      <a:pt x="1884" y="3034"/>
                    </a:lnTo>
                    <a:lnTo>
                      <a:pt x="1779" y="3097"/>
                    </a:lnTo>
                    <a:lnTo>
                      <a:pt x="1800" y="3118"/>
                    </a:lnTo>
                    <a:lnTo>
                      <a:pt x="1821" y="3097"/>
                    </a:lnTo>
                    <a:lnTo>
                      <a:pt x="1884" y="3097"/>
                    </a:lnTo>
                    <a:lnTo>
                      <a:pt x="1905" y="3118"/>
                    </a:lnTo>
                    <a:lnTo>
                      <a:pt x="1947" y="3118"/>
                    </a:lnTo>
                    <a:lnTo>
                      <a:pt x="1988" y="3139"/>
                    </a:lnTo>
                    <a:lnTo>
                      <a:pt x="2030" y="3118"/>
                    </a:lnTo>
                    <a:lnTo>
                      <a:pt x="2114" y="3097"/>
                    </a:lnTo>
                    <a:lnTo>
                      <a:pt x="2135" y="3013"/>
                    </a:lnTo>
                    <a:lnTo>
                      <a:pt x="2135" y="2971"/>
                    </a:lnTo>
                    <a:lnTo>
                      <a:pt x="2198" y="2992"/>
                    </a:lnTo>
                    <a:lnTo>
                      <a:pt x="2260" y="3013"/>
                    </a:lnTo>
                    <a:lnTo>
                      <a:pt x="2323" y="3076"/>
                    </a:lnTo>
                    <a:lnTo>
                      <a:pt x="2365" y="3034"/>
                    </a:lnTo>
                    <a:lnTo>
                      <a:pt x="2428" y="3013"/>
                    </a:lnTo>
                    <a:lnTo>
                      <a:pt x="2511" y="3013"/>
                    </a:lnTo>
                    <a:lnTo>
                      <a:pt x="2449" y="3076"/>
                    </a:lnTo>
                    <a:lnTo>
                      <a:pt x="2449" y="3097"/>
                    </a:lnTo>
                    <a:lnTo>
                      <a:pt x="2344" y="3139"/>
                    </a:lnTo>
                    <a:lnTo>
                      <a:pt x="2239" y="3139"/>
                    </a:lnTo>
                    <a:lnTo>
                      <a:pt x="2198" y="3201"/>
                    </a:lnTo>
                    <a:lnTo>
                      <a:pt x="2198" y="3243"/>
                    </a:lnTo>
                    <a:lnTo>
                      <a:pt x="2156" y="3285"/>
                    </a:lnTo>
                    <a:lnTo>
                      <a:pt x="2135" y="3327"/>
                    </a:lnTo>
                    <a:lnTo>
                      <a:pt x="2051" y="3327"/>
                    </a:lnTo>
                    <a:lnTo>
                      <a:pt x="2009" y="3348"/>
                    </a:lnTo>
                    <a:lnTo>
                      <a:pt x="1988" y="3411"/>
                    </a:lnTo>
                    <a:lnTo>
                      <a:pt x="1926" y="3432"/>
                    </a:lnTo>
                    <a:lnTo>
                      <a:pt x="1821" y="3452"/>
                    </a:lnTo>
                    <a:lnTo>
                      <a:pt x="1737" y="3515"/>
                    </a:lnTo>
                    <a:lnTo>
                      <a:pt x="1716" y="3557"/>
                    </a:lnTo>
                    <a:lnTo>
                      <a:pt x="1737" y="3599"/>
                    </a:lnTo>
                    <a:lnTo>
                      <a:pt x="1779" y="3620"/>
                    </a:lnTo>
                    <a:lnTo>
                      <a:pt x="1842" y="3620"/>
                    </a:lnTo>
                    <a:lnTo>
                      <a:pt x="1884" y="3557"/>
                    </a:lnTo>
                    <a:lnTo>
                      <a:pt x="1905" y="3536"/>
                    </a:lnTo>
                    <a:lnTo>
                      <a:pt x="1947" y="3536"/>
                    </a:lnTo>
                    <a:lnTo>
                      <a:pt x="1947" y="3599"/>
                    </a:lnTo>
                    <a:lnTo>
                      <a:pt x="1988" y="3620"/>
                    </a:lnTo>
                    <a:lnTo>
                      <a:pt x="2051" y="3599"/>
                    </a:lnTo>
                    <a:lnTo>
                      <a:pt x="2114" y="3536"/>
                    </a:lnTo>
                    <a:lnTo>
                      <a:pt x="2135" y="3494"/>
                    </a:lnTo>
                    <a:lnTo>
                      <a:pt x="2156" y="3494"/>
                    </a:lnTo>
                    <a:lnTo>
                      <a:pt x="2198" y="3432"/>
                    </a:lnTo>
                    <a:lnTo>
                      <a:pt x="2219" y="3348"/>
                    </a:lnTo>
                    <a:lnTo>
                      <a:pt x="2260" y="3327"/>
                    </a:lnTo>
                    <a:lnTo>
                      <a:pt x="2365" y="3222"/>
                    </a:lnTo>
                    <a:lnTo>
                      <a:pt x="2428" y="3201"/>
                    </a:lnTo>
                    <a:lnTo>
                      <a:pt x="2470" y="3222"/>
                    </a:lnTo>
                    <a:lnTo>
                      <a:pt x="2553" y="3222"/>
                    </a:lnTo>
                    <a:lnTo>
                      <a:pt x="2511" y="3285"/>
                    </a:lnTo>
                    <a:lnTo>
                      <a:pt x="2553" y="3285"/>
                    </a:lnTo>
                    <a:lnTo>
                      <a:pt x="2616" y="3243"/>
                    </a:lnTo>
                    <a:lnTo>
                      <a:pt x="2658" y="3118"/>
                    </a:lnTo>
                    <a:lnTo>
                      <a:pt x="2721" y="3013"/>
                    </a:lnTo>
                    <a:lnTo>
                      <a:pt x="2721" y="2908"/>
                    </a:lnTo>
                    <a:lnTo>
                      <a:pt x="2742" y="2888"/>
                    </a:lnTo>
                    <a:lnTo>
                      <a:pt x="2763" y="2888"/>
                    </a:lnTo>
                    <a:lnTo>
                      <a:pt x="2825" y="2929"/>
                    </a:lnTo>
                    <a:lnTo>
                      <a:pt x="2846" y="2929"/>
                    </a:lnTo>
                    <a:lnTo>
                      <a:pt x="2888" y="2971"/>
                    </a:lnTo>
                    <a:lnTo>
                      <a:pt x="2888" y="3076"/>
                    </a:lnTo>
                    <a:lnTo>
                      <a:pt x="2867" y="3139"/>
                    </a:lnTo>
                    <a:lnTo>
                      <a:pt x="2846" y="3222"/>
                    </a:lnTo>
                    <a:lnTo>
                      <a:pt x="2867" y="3285"/>
                    </a:lnTo>
                    <a:lnTo>
                      <a:pt x="2846" y="3327"/>
                    </a:lnTo>
                    <a:lnTo>
                      <a:pt x="2763" y="3411"/>
                    </a:lnTo>
                    <a:lnTo>
                      <a:pt x="2721" y="3557"/>
                    </a:lnTo>
                    <a:lnTo>
                      <a:pt x="2721" y="3641"/>
                    </a:lnTo>
                    <a:lnTo>
                      <a:pt x="2679" y="3662"/>
                    </a:lnTo>
                    <a:lnTo>
                      <a:pt x="2679" y="3745"/>
                    </a:lnTo>
                    <a:lnTo>
                      <a:pt x="2742" y="3766"/>
                    </a:lnTo>
                    <a:lnTo>
                      <a:pt x="2825" y="3724"/>
                    </a:lnTo>
                    <a:lnTo>
                      <a:pt x="2888" y="3557"/>
                    </a:lnTo>
                    <a:lnTo>
                      <a:pt x="2951" y="3557"/>
                    </a:lnTo>
                    <a:lnTo>
                      <a:pt x="3035" y="3452"/>
                    </a:lnTo>
                    <a:lnTo>
                      <a:pt x="3076" y="3411"/>
                    </a:lnTo>
                    <a:lnTo>
                      <a:pt x="3097" y="3432"/>
                    </a:lnTo>
                    <a:lnTo>
                      <a:pt x="3202" y="3432"/>
                    </a:lnTo>
                    <a:lnTo>
                      <a:pt x="3202" y="3494"/>
                    </a:lnTo>
                    <a:lnTo>
                      <a:pt x="3139" y="3515"/>
                    </a:lnTo>
                    <a:lnTo>
                      <a:pt x="3035" y="3620"/>
                    </a:lnTo>
                    <a:lnTo>
                      <a:pt x="3035" y="3704"/>
                    </a:lnTo>
                    <a:lnTo>
                      <a:pt x="2993" y="3766"/>
                    </a:lnTo>
                    <a:lnTo>
                      <a:pt x="3035" y="3808"/>
                    </a:lnTo>
                    <a:lnTo>
                      <a:pt x="3035" y="3913"/>
                    </a:lnTo>
                    <a:lnTo>
                      <a:pt x="3076" y="3955"/>
                    </a:lnTo>
                    <a:lnTo>
                      <a:pt x="3097" y="3871"/>
                    </a:lnTo>
                    <a:lnTo>
                      <a:pt x="3160" y="3829"/>
                    </a:lnTo>
                    <a:lnTo>
                      <a:pt x="3202" y="3829"/>
                    </a:lnTo>
                    <a:lnTo>
                      <a:pt x="3265" y="3913"/>
                    </a:lnTo>
                    <a:lnTo>
                      <a:pt x="3307" y="3934"/>
                    </a:lnTo>
                    <a:lnTo>
                      <a:pt x="3390" y="3871"/>
                    </a:lnTo>
                    <a:lnTo>
                      <a:pt x="3390" y="3829"/>
                    </a:lnTo>
                    <a:lnTo>
                      <a:pt x="3411" y="3829"/>
                    </a:lnTo>
                    <a:lnTo>
                      <a:pt x="3453" y="3766"/>
                    </a:lnTo>
                    <a:lnTo>
                      <a:pt x="3453" y="3704"/>
                    </a:lnTo>
                    <a:lnTo>
                      <a:pt x="3474" y="3704"/>
                    </a:lnTo>
                    <a:lnTo>
                      <a:pt x="3495" y="3641"/>
                    </a:lnTo>
                    <a:lnTo>
                      <a:pt x="3474" y="3599"/>
                    </a:lnTo>
                    <a:lnTo>
                      <a:pt x="3495" y="3494"/>
                    </a:lnTo>
                    <a:lnTo>
                      <a:pt x="3599" y="3348"/>
                    </a:lnTo>
                    <a:lnTo>
                      <a:pt x="3662" y="3243"/>
                    </a:lnTo>
                    <a:lnTo>
                      <a:pt x="3662" y="3097"/>
                    </a:lnTo>
                    <a:lnTo>
                      <a:pt x="3662" y="3034"/>
                    </a:lnTo>
                    <a:lnTo>
                      <a:pt x="3620" y="3034"/>
                    </a:lnTo>
                    <a:lnTo>
                      <a:pt x="3620" y="3097"/>
                    </a:lnTo>
                    <a:lnTo>
                      <a:pt x="3579" y="3180"/>
                    </a:lnTo>
                    <a:lnTo>
                      <a:pt x="3495" y="3222"/>
                    </a:lnTo>
                    <a:lnTo>
                      <a:pt x="3411" y="3306"/>
                    </a:lnTo>
                    <a:lnTo>
                      <a:pt x="3369" y="3327"/>
                    </a:lnTo>
                    <a:lnTo>
                      <a:pt x="3348" y="3243"/>
                    </a:lnTo>
                    <a:lnTo>
                      <a:pt x="3369" y="3180"/>
                    </a:lnTo>
                    <a:lnTo>
                      <a:pt x="3369" y="3097"/>
                    </a:lnTo>
                    <a:lnTo>
                      <a:pt x="3474" y="3013"/>
                    </a:lnTo>
                    <a:lnTo>
                      <a:pt x="3495" y="2971"/>
                    </a:lnTo>
                    <a:lnTo>
                      <a:pt x="3579" y="2888"/>
                    </a:lnTo>
                    <a:lnTo>
                      <a:pt x="3599" y="2888"/>
                    </a:lnTo>
                    <a:lnTo>
                      <a:pt x="3662" y="2867"/>
                    </a:lnTo>
                    <a:lnTo>
                      <a:pt x="3620" y="2804"/>
                    </a:lnTo>
                    <a:lnTo>
                      <a:pt x="3579" y="2867"/>
                    </a:lnTo>
                    <a:lnTo>
                      <a:pt x="3516" y="2867"/>
                    </a:lnTo>
                    <a:lnTo>
                      <a:pt x="3453" y="2888"/>
                    </a:lnTo>
                    <a:lnTo>
                      <a:pt x="3390" y="2888"/>
                    </a:lnTo>
                    <a:lnTo>
                      <a:pt x="3307" y="2929"/>
                    </a:lnTo>
                    <a:lnTo>
                      <a:pt x="3286" y="2992"/>
                    </a:lnTo>
                    <a:lnTo>
                      <a:pt x="3181" y="3076"/>
                    </a:lnTo>
                    <a:lnTo>
                      <a:pt x="3181" y="3118"/>
                    </a:lnTo>
                    <a:lnTo>
                      <a:pt x="3139" y="3180"/>
                    </a:lnTo>
                    <a:lnTo>
                      <a:pt x="3055" y="3097"/>
                    </a:lnTo>
                    <a:lnTo>
                      <a:pt x="3055" y="3034"/>
                    </a:lnTo>
                    <a:lnTo>
                      <a:pt x="3035" y="2971"/>
                    </a:lnTo>
                    <a:lnTo>
                      <a:pt x="3035" y="2888"/>
                    </a:lnTo>
                    <a:lnTo>
                      <a:pt x="3076" y="2929"/>
                    </a:lnTo>
                    <a:lnTo>
                      <a:pt x="3097" y="2929"/>
                    </a:lnTo>
                    <a:lnTo>
                      <a:pt x="3181" y="2825"/>
                    </a:lnTo>
                    <a:lnTo>
                      <a:pt x="3139" y="2825"/>
                    </a:lnTo>
                    <a:lnTo>
                      <a:pt x="3055" y="2804"/>
                    </a:lnTo>
                    <a:lnTo>
                      <a:pt x="3181" y="2804"/>
                    </a:lnTo>
                    <a:lnTo>
                      <a:pt x="3076" y="2783"/>
                    </a:lnTo>
                    <a:lnTo>
                      <a:pt x="3035" y="2720"/>
                    </a:lnTo>
                    <a:lnTo>
                      <a:pt x="3035" y="2678"/>
                    </a:lnTo>
                    <a:lnTo>
                      <a:pt x="3055" y="2657"/>
                    </a:lnTo>
                    <a:lnTo>
                      <a:pt x="3160" y="2657"/>
                    </a:lnTo>
                    <a:lnTo>
                      <a:pt x="3181" y="2616"/>
                    </a:lnTo>
                    <a:lnTo>
                      <a:pt x="3265" y="2553"/>
                    </a:lnTo>
                    <a:lnTo>
                      <a:pt x="3286" y="2448"/>
                    </a:lnTo>
                    <a:lnTo>
                      <a:pt x="3369" y="2448"/>
                    </a:lnTo>
                    <a:lnTo>
                      <a:pt x="3390" y="2469"/>
                    </a:lnTo>
                    <a:lnTo>
                      <a:pt x="3495" y="2406"/>
                    </a:lnTo>
                    <a:lnTo>
                      <a:pt x="3516" y="2344"/>
                    </a:lnTo>
                    <a:lnTo>
                      <a:pt x="3516" y="2260"/>
                    </a:lnTo>
                    <a:lnTo>
                      <a:pt x="3495" y="2197"/>
                    </a:lnTo>
                    <a:lnTo>
                      <a:pt x="3411" y="2281"/>
                    </a:lnTo>
                    <a:lnTo>
                      <a:pt x="3369" y="2302"/>
                    </a:lnTo>
                    <a:lnTo>
                      <a:pt x="3348" y="2281"/>
                    </a:lnTo>
                    <a:lnTo>
                      <a:pt x="3286" y="2281"/>
                    </a:lnTo>
                    <a:lnTo>
                      <a:pt x="3286" y="2344"/>
                    </a:lnTo>
                    <a:lnTo>
                      <a:pt x="3286" y="2406"/>
                    </a:lnTo>
                    <a:lnTo>
                      <a:pt x="3244" y="2448"/>
                    </a:lnTo>
                    <a:lnTo>
                      <a:pt x="3181" y="2448"/>
                    </a:lnTo>
                    <a:lnTo>
                      <a:pt x="3097" y="2490"/>
                    </a:lnTo>
                    <a:lnTo>
                      <a:pt x="3055" y="2511"/>
                    </a:lnTo>
                    <a:lnTo>
                      <a:pt x="3055" y="2574"/>
                    </a:lnTo>
                    <a:lnTo>
                      <a:pt x="2993" y="2595"/>
                    </a:lnTo>
                    <a:lnTo>
                      <a:pt x="3035" y="2553"/>
                    </a:lnTo>
                    <a:lnTo>
                      <a:pt x="3035" y="2469"/>
                    </a:lnTo>
                    <a:lnTo>
                      <a:pt x="2993" y="2490"/>
                    </a:lnTo>
                    <a:lnTo>
                      <a:pt x="2951" y="2490"/>
                    </a:lnTo>
                    <a:lnTo>
                      <a:pt x="2993" y="2469"/>
                    </a:lnTo>
                    <a:lnTo>
                      <a:pt x="3055" y="2406"/>
                    </a:lnTo>
                    <a:lnTo>
                      <a:pt x="3076" y="2385"/>
                    </a:lnTo>
                    <a:lnTo>
                      <a:pt x="3035" y="2364"/>
                    </a:lnTo>
                    <a:lnTo>
                      <a:pt x="3076" y="2302"/>
                    </a:lnTo>
                    <a:lnTo>
                      <a:pt x="3097" y="2239"/>
                    </a:lnTo>
                    <a:lnTo>
                      <a:pt x="3055" y="2197"/>
                    </a:lnTo>
                    <a:lnTo>
                      <a:pt x="2993" y="2260"/>
                    </a:lnTo>
                    <a:lnTo>
                      <a:pt x="3035" y="2197"/>
                    </a:lnTo>
                    <a:lnTo>
                      <a:pt x="3035" y="2155"/>
                    </a:lnTo>
                    <a:lnTo>
                      <a:pt x="2993" y="2155"/>
                    </a:lnTo>
                    <a:lnTo>
                      <a:pt x="2930" y="2176"/>
                    </a:lnTo>
                    <a:lnTo>
                      <a:pt x="2878" y="2166"/>
                    </a:lnTo>
                    <a:lnTo>
                      <a:pt x="2878" y="2166"/>
                    </a:lnTo>
                    <a:lnTo>
                      <a:pt x="2825" y="2176"/>
                    </a:lnTo>
                    <a:lnTo>
                      <a:pt x="2872" y="2165"/>
                    </a:lnTo>
                    <a:lnTo>
                      <a:pt x="2872" y="2165"/>
                    </a:lnTo>
                    <a:lnTo>
                      <a:pt x="2825" y="2155"/>
                    </a:lnTo>
                    <a:lnTo>
                      <a:pt x="2909" y="2155"/>
                    </a:lnTo>
                    <a:lnTo>
                      <a:pt x="2993" y="2113"/>
                    </a:lnTo>
                    <a:lnTo>
                      <a:pt x="3035" y="2072"/>
                    </a:lnTo>
                    <a:lnTo>
                      <a:pt x="3076" y="2072"/>
                    </a:lnTo>
                    <a:lnTo>
                      <a:pt x="3139" y="2051"/>
                    </a:lnTo>
                    <a:lnTo>
                      <a:pt x="3139" y="1967"/>
                    </a:lnTo>
                    <a:lnTo>
                      <a:pt x="3181" y="1904"/>
                    </a:lnTo>
                    <a:lnTo>
                      <a:pt x="3181" y="1862"/>
                    </a:lnTo>
                    <a:lnTo>
                      <a:pt x="3097" y="1800"/>
                    </a:lnTo>
                    <a:lnTo>
                      <a:pt x="2993" y="1716"/>
                    </a:lnTo>
                    <a:lnTo>
                      <a:pt x="2888" y="1716"/>
                    </a:lnTo>
                    <a:lnTo>
                      <a:pt x="2783" y="1737"/>
                    </a:lnTo>
                    <a:lnTo>
                      <a:pt x="2742" y="1737"/>
                    </a:lnTo>
                    <a:lnTo>
                      <a:pt x="2742" y="1779"/>
                    </a:lnTo>
                    <a:lnTo>
                      <a:pt x="2679" y="1862"/>
                    </a:lnTo>
                    <a:lnTo>
                      <a:pt x="2658" y="1946"/>
                    </a:lnTo>
                    <a:lnTo>
                      <a:pt x="2679" y="1841"/>
                    </a:lnTo>
                    <a:lnTo>
                      <a:pt x="2658" y="1820"/>
                    </a:lnTo>
                    <a:lnTo>
                      <a:pt x="2679" y="1758"/>
                    </a:lnTo>
                    <a:lnTo>
                      <a:pt x="2742" y="1674"/>
                    </a:lnTo>
                    <a:lnTo>
                      <a:pt x="2721" y="1674"/>
                    </a:lnTo>
                    <a:lnTo>
                      <a:pt x="2637" y="1737"/>
                    </a:lnTo>
                    <a:lnTo>
                      <a:pt x="2574" y="1779"/>
                    </a:lnTo>
                    <a:lnTo>
                      <a:pt x="2553" y="1862"/>
                    </a:lnTo>
                    <a:lnTo>
                      <a:pt x="2532" y="1841"/>
                    </a:lnTo>
                    <a:lnTo>
                      <a:pt x="2491" y="1862"/>
                    </a:lnTo>
                    <a:lnTo>
                      <a:pt x="2449" y="1883"/>
                    </a:lnTo>
                    <a:lnTo>
                      <a:pt x="2428" y="1862"/>
                    </a:lnTo>
                    <a:lnTo>
                      <a:pt x="2344" y="1925"/>
                    </a:lnTo>
                    <a:lnTo>
                      <a:pt x="2323" y="2030"/>
                    </a:lnTo>
                    <a:lnTo>
                      <a:pt x="2239" y="2072"/>
                    </a:lnTo>
                    <a:lnTo>
                      <a:pt x="2239" y="2072"/>
                    </a:lnTo>
                    <a:lnTo>
                      <a:pt x="2281" y="2030"/>
                    </a:lnTo>
                    <a:lnTo>
                      <a:pt x="2323" y="1883"/>
                    </a:lnTo>
                    <a:lnTo>
                      <a:pt x="2365" y="1779"/>
                    </a:lnTo>
                    <a:lnTo>
                      <a:pt x="2344" y="1758"/>
                    </a:lnTo>
                    <a:lnTo>
                      <a:pt x="2281" y="1779"/>
                    </a:lnTo>
                    <a:lnTo>
                      <a:pt x="2260" y="1841"/>
                    </a:lnTo>
                    <a:lnTo>
                      <a:pt x="2219" y="1883"/>
                    </a:lnTo>
                    <a:lnTo>
                      <a:pt x="2177" y="1841"/>
                    </a:lnTo>
                    <a:lnTo>
                      <a:pt x="2239" y="1779"/>
                    </a:lnTo>
                    <a:lnTo>
                      <a:pt x="2260" y="1737"/>
                    </a:lnTo>
                    <a:lnTo>
                      <a:pt x="2260" y="1716"/>
                    </a:lnTo>
                    <a:lnTo>
                      <a:pt x="2177" y="1737"/>
                    </a:lnTo>
                    <a:lnTo>
                      <a:pt x="2072" y="1820"/>
                    </a:lnTo>
                    <a:lnTo>
                      <a:pt x="2030" y="1820"/>
                    </a:lnTo>
                    <a:lnTo>
                      <a:pt x="2009" y="1737"/>
                    </a:lnTo>
                    <a:lnTo>
                      <a:pt x="1967" y="1737"/>
                    </a:lnTo>
                    <a:lnTo>
                      <a:pt x="1905" y="1820"/>
                    </a:lnTo>
                    <a:lnTo>
                      <a:pt x="1842" y="1820"/>
                    </a:lnTo>
                    <a:lnTo>
                      <a:pt x="1842" y="1779"/>
                    </a:lnTo>
                    <a:lnTo>
                      <a:pt x="1947" y="1737"/>
                    </a:lnTo>
                    <a:lnTo>
                      <a:pt x="2009" y="1632"/>
                    </a:lnTo>
                    <a:lnTo>
                      <a:pt x="2030" y="1548"/>
                    </a:lnTo>
                    <a:lnTo>
                      <a:pt x="1947" y="1548"/>
                    </a:lnTo>
                    <a:lnTo>
                      <a:pt x="1863" y="1611"/>
                    </a:lnTo>
                    <a:lnTo>
                      <a:pt x="1863" y="1611"/>
                    </a:lnTo>
                    <a:lnTo>
                      <a:pt x="1926" y="1527"/>
                    </a:lnTo>
                    <a:lnTo>
                      <a:pt x="2009" y="1444"/>
                    </a:lnTo>
                    <a:lnTo>
                      <a:pt x="2114" y="1444"/>
                    </a:lnTo>
                    <a:lnTo>
                      <a:pt x="2156" y="1423"/>
                    </a:lnTo>
                    <a:lnTo>
                      <a:pt x="2239" y="1381"/>
                    </a:lnTo>
                    <a:lnTo>
                      <a:pt x="2281" y="1339"/>
                    </a:lnTo>
                    <a:lnTo>
                      <a:pt x="2281" y="1276"/>
                    </a:lnTo>
                    <a:lnTo>
                      <a:pt x="2260" y="1318"/>
                    </a:lnTo>
                    <a:lnTo>
                      <a:pt x="2156" y="1339"/>
                    </a:lnTo>
                    <a:lnTo>
                      <a:pt x="2114" y="1318"/>
                    </a:lnTo>
                    <a:lnTo>
                      <a:pt x="2030" y="1235"/>
                    </a:lnTo>
                    <a:lnTo>
                      <a:pt x="1967" y="1235"/>
                    </a:lnTo>
                    <a:lnTo>
                      <a:pt x="1926" y="1255"/>
                    </a:lnTo>
                    <a:lnTo>
                      <a:pt x="1967" y="1151"/>
                    </a:lnTo>
                    <a:lnTo>
                      <a:pt x="2009" y="1130"/>
                    </a:lnTo>
                    <a:lnTo>
                      <a:pt x="2009" y="1109"/>
                    </a:lnTo>
                    <a:lnTo>
                      <a:pt x="1947" y="1130"/>
                    </a:lnTo>
                    <a:lnTo>
                      <a:pt x="1863" y="1193"/>
                    </a:lnTo>
                    <a:lnTo>
                      <a:pt x="1821" y="1255"/>
                    </a:lnTo>
                    <a:lnTo>
                      <a:pt x="1737" y="1339"/>
                    </a:lnTo>
                    <a:lnTo>
                      <a:pt x="1695" y="1360"/>
                    </a:lnTo>
                    <a:lnTo>
                      <a:pt x="1654" y="1423"/>
                    </a:lnTo>
                    <a:lnTo>
                      <a:pt x="1591" y="1465"/>
                    </a:lnTo>
                    <a:lnTo>
                      <a:pt x="1528" y="1548"/>
                    </a:lnTo>
                    <a:lnTo>
                      <a:pt x="1528" y="1444"/>
                    </a:lnTo>
                    <a:lnTo>
                      <a:pt x="1549" y="1360"/>
                    </a:lnTo>
                    <a:lnTo>
                      <a:pt x="1612" y="1297"/>
                    </a:lnTo>
                    <a:lnTo>
                      <a:pt x="1612" y="1235"/>
                    </a:lnTo>
                    <a:lnTo>
                      <a:pt x="1654" y="1130"/>
                    </a:lnTo>
                    <a:lnTo>
                      <a:pt x="1737" y="1046"/>
                    </a:lnTo>
                    <a:lnTo>
                      <a:pt x="1737" y="1004"/>
                    </a:lnTo>
                    <a:lnTo>
                      <a:pt x="1800" y="942"/>
                    </a:lnTo>
                    <a:lnTo>
                      <a:pt x="1821" y="921"/>
                    </a:lnTo>
                    <a:lnTo>
                      <a:pt x="1863" y="816"/>
                    </a:lnTo>
                    <a:lnTo>
                      <a:pt x="1947" y="774"/>
                    </a:lnTo>
                    <a:lnTo>
                      <a:pt x="2009" y="711"/>
                    </a:lnTo>
                    <a:lnTo>
                      <a:pt x="2051" y="691"/>
                    </a:lnTo>
                    <a:lnTo>
                      <a:pt x="2072" y="670"/>
                    </a:lnTo>
                    <a:lnTo>
                      <a:pt x="2072" y="607"/>
                    </a:lnTo>
                    <a:lnTo>
                      <a:pt x="2114" y="565"/>
                    </a:lnTo>
                    <a:lnTo>
                      <a:pt x="2135" y="481"/>
                    </a:lnTo>
                    <a:lnTo>
                      <a:pt x="2135" y="523"/>
                    </a:lnTo>
                    <a:lnTo>
                      <a:pt x="2114" y="586"/>
                    </a:lnTo>
                    <a:lnTo>
                      <a:pt x="2135" y="628"/>
                    </a:lnTo>
                    <a:lnTo>
                      <a:pt x="2219" y="523"/>
                    </a:lnTo>
                    <a:lnTo>
                      <a:pt x="2323" y="419"/>
                    </a:lnTo>
                    <a:lnTo>
                      <a:pt x="2344" y="377"/>
                    </a:lnTo>
                    <a:lnTo>
                      <a:pt x="2323" y="314"/>
                    </a:lnTo>
                    <a:lnTo>
                      <a:pt x="2260" y="314"/>
                    </a:lnTo>
                    <a:lnTo>
                      <a:pt x="2219" y="377"/>
                    </a:lnTo>
                    <a:lnTo>
                      <a:pt x="2177" y="293"/>
                    </a:lnTo>
                    <a:lnTo>
                      <a:pt x="2156" y="272"/>
                    </a:lnTo>
                    <a:lnTo>
                      <a:pt x="2177" y="209"/>
                    </a:lnTo>
                    <a:lnTo>
                      <a:pt x="2239" y="188"/>
                    </a:lnTo>
                    <a:lnTo>
                      <a:pt x="2323" y="209"/>
                    </a:lnTo>
                    <a:lnTo>
                      <a:pt x="2386" y="272"/>
                    </a:lnTo>
                    <a:lnTo>
                      <a:pt x="2449" y="251"/>
                    </a:lnTo>
                    <a:lnTo>
                      <a:pt x="2491" y="188"/>
                    </a:lnTo>
                    <a:lnTo>
                      <a:pt x="2491" y="42"/>
                    </a:lnTo>
                    <a:lnTo>
                      <a:pt x="2428" y="42"/>
                    </a:lnTo>
                    <a:lnTo>
                      <a:pt x="2365" y="63"/>
                    </a:lnTo>
                    <a:lnTo>
                      <a:pt x="2365" y="105"/>
                    </a:lnTo>
                    <a:lnTo>
                      <a:pt x="2323" y="105"/>
                    </a:lnTo>
                    <a:lnTo>
                      <a:pt x="2323" y="63"/>
                    </a:lnTo>
                    <a:lnTo>
                      <a:pt x="232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17" name="Google Shape;1517;p60"/>
              <p:cNvSpPr/>
              <p:nvPr/>
            </p:nvSpPr>
            <p:spPr>
              <a:xfrm>
                <a:off x="1922950" y="1659350"/>
                <a:ext cx="1050900" cy="913875"/>
              </a:xfrm>
              <a:custGeom>
                <a:avLst/>
                <a:gdLst/>
                <a:ahLst/>
                <a:cxnLst/>
                <a:rect l="l" t="t" r="r" b="b"/>
                <a:pathLst>
                  <a:path w="42036" h="36555" extrusionOk="0">
                    <a:moveTo>
                      <a:pt x="4310" y="26929"/>
                    </a:moveTo>
                    <a:lnTo>
                      <a:pt x="4310" y="27055"/>
                    </a:lnTo>
                    <a:lnTo>
                      <a:pt x="4268" y="27159"/>
                    </a:lnTo>
                    <a:lnTo>
                      <a:pt x="4101" y="27264"/>
                    </a:lnTo>
                    <a:lnTo>
                      <a:pt x="4076" y="27268"/>
                    </a:lnTo>
                    <a:lnTo>
                      <a:pt x="4076" y="27268"/>
                    </a:lnTo>
                    <a:lnTo>
                      <a:pt x="4101" y="27243"/>
                    </a:lnTo>
                    <a:lnTo>
                      <a:pt x="4185" y="27117"/>
                    </a:lnTo>
                    <a:lnTo>
                      <a:pt x="4289" y="27034"/>
                    </a:lnTo>
                    <a:lnTo>
                      <a:pt x="4310" y="26929"/>
                    </a:lnTo>
                    <a:close/>
                    <a:moveTo>
                      <a:pt x="40508" y="27473"/>
                    </a:moveTo>
                    <a:lnTo>
                      <a:pt x="40299" y="27557"/>
                    </a:lnTo>
                    <a:lnTo>
                      <a:pt x="40090" y="27599"/>
                    </a:lnTo>
                    <a:lnTo>
                      <a:pt x="40132" y="27536"/>
                    </a:lnTo>
                    <a:lnTo>
                      <a:pt x="40404" y="27473"/>
                    </a:lnTo>
                    <a:close/>
                    <a:moveTo>
                      <a:pt x="19459" y="0"/>
                    </a:moveTo>
                    <a:lnTo>
                      <a:pt x="19187" y="105"/>
                    </a:lnTo>
                    <a:lnTo>
                      <a:pt x="18810" y="105"/>
                    </a:lnTo>
                    <a:lnTo>
                      <a:pt x="18727" y="63"/>
                    </a:lnTo>
                    <a:lnTo>
                      <a:pt x="18392" y="84"/>
                    </a:lnTo>
                    <a:lnTo>
                      <a:pt x="18308" y="63"/>
                    </a:lnTo>
                    <a:lnTo>
                      <a:pt x="18120" y="105"/>
                    </a:lnTo>
                    <a:lnTo>
                      <a:pt x="18078" y="210"/>
                    </a:lnTo>
                    <a:lnTo>
                      <a:pt x="18120" y="272"/>
                    </a:lnTo>
                    <a:lnTo>
                      <a:pt x="18078" y="377"/>
                    </a:lnTo>
                    <a:lnTo>
                      <a:pt x="18078" y="524"/>
                    </a:lnTo>
                    <a:lnTo>
                      <a:pt x="18036" y="775"/>
                    </a:lnTo>
                    <a:lnTo>
                      <a:pt x="18120" y="879"/>
                    </a:lnTo>
                    <a:lnTo>
                      <a:pt x="18036" y="942"/>
                    </a:lnTo>
                    <a:lnTo>
                      <a:pt x="17911" y="942"/>
                    </a:lnTo>
                    <a:lnTo>
                      <a:pt x="17764" y="1109"/>
                    </a:lnTo>
                    <a:lnTo>
                      <a:pt x="17701" y="1214"/>
                    </a:lnTo>
                    <a:lnTo>
                      <a:pt x="17471" y="1298"/>
                    </a:lnTo>
                    <a:lnTo>
                      <a:pt x="17367" y="1444"/>
                    </a:lnTo>
                    <a:lnTo>
                      <a:pt x="17095" y="1633"/>
                    </a:lnTo>
                    <a:lnTo>
                      <a:pt x="16990" y="1674"/>
                    </a:lnTo>
                    <a:lnTo>
                      <a:pt x="16990" y="1758"/>
                    </a:lnTo>
                    <a:lnTo>
                      <a:pt x="17074" y="1925"/>
                    </a:lnTo>
                    <a:lnTo>
                      <a:pt x="17074" y="2072"/>
                    </a:lnTo>
                    <a:lnTo>
                      <a:pt x="16760" y="2030"/>
                    </a:lnTo>
                    <a:lnTo>
                      <a:pt x="16739" y="1946"/>
                    </a:lnTo>
                    <a:lnTo>
                      <a:pt x="16718" y="2135"/>
                    </a:lnTo>
                    <a:lnTo>
                      <a:pt x="16613" y="2281"/>
                    </a:lnTo>
                    <a:lnTo>
                      <a:pt x="16530" y="2302"/>
                    </a:lnTo>
                    <a:lnTo>
                      <a:pt x="16509" y="2365"/>
                    </a:lnTo>
                    <a:lnTo>
                      <a:pt x="16300" y="2407"/>
                    </a:lnTo>
                    <a:lnTo>
                      <a:pt x="16237" y="2574"/>
                    </a:lnTo>
                    <a:lnTo>
                      <a:pt x="16132" y="2595"/>
                    </a:lnTo>
                    <a:lnTo>
                      <a:pt x="16028" y="2700"/>
                    </a:lnTo>
                    <a:lnTo>
                      <a:pt x="15944" y="2700"/>
                    </a:lnTo>
                    <a:lnTo>
                      <a:pt x="15923" y="2804"/>
                    </a:lnTo>
                    <a:lnTo>
                      <a:pt x="15776" y="2888"/>
                    </a:lnTo>
                    <a:lnTo>
                      <a:pt x="15672" y="2993"/>
                    </a:lnTo>
                    <a:lnTo>
                      <a:pt x="15588" y="2972"/>
                    </a:lnTo>
                    <a:lnTo>
                      <a:pt x="15588" y="3076"/>
                    </a:lnTo>
                    <a:lnTo>
                      <a:pt x="15776" y="3139"/>
                    </a:lnTo>
                    <a:lnTo>
                      <a:pt x="15986" y="3139"/>
                    </a:lnTo>
                    <a:lnTo>
                      <a:pt x="15986" y="3244"/>
                    </a:lnTo>
                    <a:lnTo>
                      <a:pt x="15839" y="3202"/>
                    </a:lnTo>
                    <a:lnTo>
                      <a:pt x="15944" y="3516"/>
                    </a:lnTo>
                    <a:lnTo>
                      <a:pt x="16028" y="3599"/>
                    </a:lnTo>
                    <a:lnTo>
                      <a:pt x="16007" y="3725"/>
                    </a:lnTo>
                    <a:lnTo>
                      <a:pt x="15944" y="3871"/>
                    </a:lnTo>
                    <a:lnTo>
                      <a:pt x="16007" y="4018"/>
                    </a:lnTo>
                    <a:lnTo>
                      <a:pt x="15902" y="4185"/>
                    </a:lnTo>
                    <a:lnTo>
                      <a:pt x="15902" y="4394"/>
                    </a:lnTo>
                    <a:lnTo>
                      <a:pt x="15902" y="4457"/>
                    </a:lnTo>
                    <a:lnTo>
                      <a:pt x="15986" y="4457"/>
                    </a:lnTo>
                    <a:lnTo>
                      <a:pt x="16028" y="4478"/>
                    </a:lnTo>
                    <a:lnTo>
                      <a:pt x="16111" y="4394"/>
                    </a:lnTo>
                    <a:lnTo>
                      <a:pt x="16237" y="4374"/>
                    </a:lnTo>
                    <a:lnTo>
                      <a:pt x="16341" y="4394"/>
                    </a:lnTo>
                    <a:lnTo>
                      <a:pt x="16509" y="4374"/>
                    </a:lnTo>
                    <a:lnTo>
                      <a:pt x="16676" y="4227"/>
                    </a:lnTo>
                    <a:lnTo>
                      <a:pt x="16760" y="4185"/>
                    </a:lnTo>
                    <a:lnTo>
                      <a:pt x="16760" y="4143"/>
                    </a:lnTo>
                    <a:lnTo>
                      <a:pt x="16864" y="4060"/>
                    </a:lnTo>
                    <a:lnTo>
                      <a:pt x="16927" y="4143"/>
                    </a:lnTo>
                    <a:lnTo>
                      <a:pt x="16927" y="4269"/>
                    </a:lnTo>
                    <a:lnTo>
                      <a:pt x="16844" y="4353"/>
                    </a:lnTo>
                    <a:lnTo>
                      <a:pt x="16927" y="4457"/>
                    </a:lnTo>
                    <a:lnTo>
                      <a:pt x="17032" y="4457"/>
                    </a:lnTo>
                    <a:lnTo>
                      <a:pt x="17178" y="4374"/>
                    </a:lnTo>
                    <a:lnTo>
                      <a:pt x="17346" y="4374"/>
                    </a:lnTo>
                    <a:lnTo>
                      <a:pt x="17450" y="4248"/>
                    </a:lnTo>
                    <a:lnTo>
                      <a:pt x="17597" y="4081"/>
                    </a:lnTo>
                    <a:lnTo>
                      <a:pt x="17576" y="4018"/>
                    </a:lnTo>
                    <a:lnTo>
                      <a:pt x="17701" y="3850"/>
                    </a:lnTo>
                    <a:lnTo>
                      <a:pt x="17722" y="3767"/>
                    </a:lnTo>
                    <a:lnTo>
                      <a:pt x="17890" y="3620"/>
                    </a:lnTo>
                    <a:lnTo>
                      <a:pt x="18015" y="3557"/>
                    </a:lnTo>
                    <a:lnTo>
                      <a:pt x="18036" y="3453"/>
                    </a:lnTo>
                    <a:lnTo>
                      <a:pt x="18099" y="3306"/>
                    </a:lnTo>
                    <a:lnTo>
                      <a:pt x="18204" y="3453"/>
                    </a:lnTo>
                    <a:lnTo>
                      <a:pt x="18350" y="3453"/>
                    </a:lnTo>
                    <a:lnTo>
                      <a:pt x="18497" y="3348"/>
                    </a:lnTo>
                    <a:lnTo>
                      <a:pt x="18643" y="3327"/>
                    </a:lnTo>
                    <a:lnTo>
                      <a:pt x="18706" y="3181"/>
                    </a:lnTo>
                    <a:lnTo>
                      <a:pt x="18769" y="3181"/>
                    </a:lnTo>
                    <a:lnTo>
                      <a:pt x="18873" y="3076"/>
                    </a:lnTo>
                    <a:lnTo>
                      <a:pt x="18936" y="2909"/>
                    </a:lnTo>
                    <a:lnTo>
                      <a:pt x="19124" y="2867"/>
                    </a:lnTo>
                    <a:lnTo>
                      <a:pt x="19187" y="2846"/>
                    </a:lnTo>
                    <a:lnTo>
                      <a:pt x="19250" y="2888"/>
                    </a:lnTo>
                    <a:lnTo>
                      <a:pt x="19333" y="2846"/>
                    </a:lnTo>
                    <a:lnTo>
                      <a:pt x="19543" y="2846"/>
                    </a:lnTo>
                    <a:lnTo>
                      <a:pt x="19668" y="2762"/>
                    </a:lnTo>
                    <a:lnTo>
                      <a:pt x="19773" y="2762"/>
                    </a:lnTo>
                    <a:lnTo>
                      <a:pt x="20024" y="2658"/>
                    </a:lnTo>
                    <a:lnTo>
                      <a:pt x="20233" y="2616"/>
                    </a:lnTo>
                    <a:lnTo>
                      <a:pt x="20296" y="2595"/>
                    </a:lnTo>
                    <a:cubicBezTo>
                      <a:pt x="20338" y="2679"/>
                      <a:pt x="20442" y="2741"/>
                      <a:pt x="20526" y="2762"/>
                    </a:cubicBezTo>
                    <a:lnTo>
                      <a:pt x="20401" y="2783"/>
                    </a:lnTo>
                    <a:lnTo>
                      <a:pt x="19877" y="2993"/>
                    </a:lnTo>
                    <a:lnTo>
                      <a:pt x="19752" y="3097"/>
                    </a:lnTo>
                    <a:lnTo>
                      <a:pt x="19438" y="3181"/>
                    </a:lnTo>
                    <a:lnTo>
                      <a:pt x="19020" y="3369"/>
                    </a:lnTo>
                    <a:lnTo>
                      <a:pt x="18852" y="3495"/>
                    </a:lnTo>
                    <a:lnTo>
                      <a:pt x="18852" y="3578"/>
                    </a:lnTo>
                    <a:lnTo>
                      <a:pt x="18957" y="3578"/>
                    </a:lnTo>
                    <a:lnTo>
                      <a:pt x="19020" y="3620"/>
                    </a:lnTo>
                    <a:lnTo>
                      <a:pt x="18915" y="3704"/>
                    </a:lnTo>
                    <a:lnTo>
                      <a:pt x="18831" y="3704"/>
                    </a:lnTo>
                    <a:lnTo>
                      <a:pt x="18643" y="3850"/>
                    </a:lnTo>
                    <a:lnTo>
                      <a:pt x="18497" y="3850"/>
                    </a:lnTo>
                    <a:lnTo>
                      <a:pt x="18413" y="3934"/>
                    </a:lnTo>
                    <a:lnTo>
                      <a:pt x="18392" y="4039"/>
                    </a:lnTo>
                    <a:lnTo>
                      <a:pt x="18225" y="4143"/>
                    </a:lnTo>
                    <a:lnTo>
                      <a:pt x="18162" y="4227"/>
                    </a:lnTo>
                    <a:lnTo>
                      <a:pt x="18162" y="4353"/>
                    </a:lnTo>
                    <a:lnTo>
                      <a:pt x="18225" y="4311"/>
                    </a:lnTo>
                    <a:lnTo>
                      <a:pt x="18308" y="4374"/>
                    </a:lnTo>
                    <a:lnTo>
                      <a:pt x="18266" y="4457"/>
                    </a:lnTo>
                    <a:lnTo>
                      <a:pt x="18287" y="4478"/>
                    </a:lnTo>
                    <a:lnTo>
                      <a:pt x="18371" y="4457"/>
                    </a:lnTo>
                    <a:lnTo>
                      <a:pt x="18476" y="4415"/>
                    </a:lnTo>
                    <a:lnTo>
                      <a:pt x="18580" y="4415"/>
                    </a:lnTo>
                    <a:lnTo>
                      <a:pt x="18643" y="4457"/>
                    </a:lnTo>
                    <a:lnTo>
                      <a:pt x="18622" y="4541"/>
                    </a:lnTo>
                    <a:lnTo>
                      <a:pt x="18497" y="4583"/>
                    </a:lnTo>
                    <a:lnTo>
                      <a:pt x="18371" y="4520"/>
                    </a:lnTo>
                    <a:lnTo>
                      <a:pt x="18287" y="4562"/>
                    </a:lnTo>
                    <a:lnTo>
                      <a:pt x="18308" y="4666"/>
                    </a:lnTo>
                    <a:lnTo>
                      <a:pt x="18517" y="4771"/>
                    </a:lnTo>
                    <a:lnTo>
                      <a:pt x="18601" y="4729"/>
                    </a:lnTo>
                    <a:lnTo>
                      <a:pt x="18622" y="4646"/>
                    </a:lnTo>
                    <a:lnTo>
                      <a:pt x="18685" y="4646"/>
                    </a:lnTo>
                    <a:lnTo>
                      <a:pt x="18727" y="4687"/>
                    </a:lnTo>
                    <a:lnTo>
                      <a:pt x="18685" y="4771"/>
                    </a:lnTo>
                    <a:lnTo>
                      <a:pt x="18789" y="4771"/>
                    </a:lnTo>
                    <a:lnTo>
                      <a:pt x="18957" y="4792"/>
                    </a:lnTo>
                    <a:lnTo>
                      <a:pt x="19145" y="4750"/>
                    </a:lnTo>
                    <a:lnTo>
                      <a:pt x="19250" y="4750"/>
                    </a:lnTo>
                    <a:lnTo>
                      <a:pt x="19417" y="4834"/>
                    </a:lnTo>
                    <a:lnTo>
                      <a:pt x="19543" y="4792"/>
                    </a:lnTo>
                    <a:lnTo>
                      <a:pt x="19647" y="4855"/>
                    </a:lnTo>
                    <a:lnTo>
                      <a:pt x="19689" y="4959"/>
                    </a:lnTo>
                    <a:lnTo>
                      <a:pt x="19773" y="4959"/>
                    </a:lnTo>
                    <a:lnTo>
                      <a:pt x="19752" y="5001"/>
                    </a:lnTo>
                    <a:lnTo>
                      <a:pt x="19668" y="5001"/>
                    </a:lnTo>
                    <a:lnTo>
                      <a:pt x="19522" y="4897"/>
                    </a:lnTo>
                    <a:lnTo>
                      <a:pt x="19313" y="4897"/>
                    </a:lnTo>
                    <a:lnTo>
                      <a:pt x="19250" y="4959"/>
                    </a:lnTo>
                    <a:lnTo>
                      <a:pt x="19375" y="5001"/>
                    </a:lnTo>
                    <a:lnTo>
                      <a:pt x="19417" y="5064"/>
                    </a:lnTo>
                    <a:lnTo>
                      <a:pt x="19229" y="5064"/>
                    </a:lnTo>
                    <a:lnTo>
                      <a:pt x="19145" y="4980"/>
                    </a:lnTo>
                    <a:lnTo>
                      <a:pt x="18894" y="5001"/>
                    </a:lnTo>
                    <a:lnTo>
                      <a:pt x="18810" y="5064"/>
                    </a:lnTo>
                    <a:lnTo>
                      <a:pt x="18727" y="5001"/>
                    </a:lnTo>
                    <a:lnTo>
                      <a:pt x="18643" y="5001"/>
                    </a:lnTo>
                    <a:lnTo>
                      <a:pt x="18580" y="5043"/>
                    </a:lnTo>
                    <a:lnTo>
                      <a:pt x="18497" y="5043"/>
                    </a:lnTo>
                    <a:lnTo>
                      <a:pt x="18225" y="5064"/>
                    </a:lnTo>
                    <a:lnTo>
                      <a:pt x="18183" y="5085"/>
                    </a:lnTo>
                    <a:lnTo>
                      <a:pt x="17973" y="5127"/>
                    </a:lnTo>
                    <a:lnTo>
                      <a:pt x="17953" y="5273"/>
                    </a:lnTo>
                    <a:lnTo>
                      <a:pt x="17973" y="5587"/>
                    </a:lnTo>
                    <a:lnTo>
                      <a:pt x="17994" y="5629"/>
                    </a:lnTo>
                    <a:lnTo>
                      <a:pt x="17994" y="5754"/>
                    </a:lnTo>
                    <a:lnTo>
                      <a:pt x="17953" y="5796"/>
                    </a:lnTo>
                    <a:lnTo>
                      <a:pt x="17953" y="5859"/>
                    </a:lnTo>
                    <a:lnTo>
                      <a:pt x="17994" y="5922"/>
                    </a:lnTo>
                    <a:lnTo>
                      <a:pt x="18099" y="5901"/>
                    </a:lnTo>
                    <a:lnTo>
                      <a:pt x="18141" y="5901"/>
                    </a:lnTo>
                    <a:lnTo>
                      <a:pt x="18225" y="5943"/>
                    </a:lnTo>
                    <a:lnTo>
                      <a:pt x="18329" y="5943"/>
                    </a:lnTo>
                    <a:lnTo>
                      <a:pt x="18371" y="5901"/>
                    </a:lnTo>
                    <a:lnTo>
                      <a:pt x="18392" y="5901"/>
                    </a:lnTo>
                    <a:lnTo>
                      <a:pt x="18476" y="5922"/>
                    </a:lnTo>
                    <a:lnTo>
                      <a:pt x="18517" y="5964"/>
                    </a:lnTo>
                    <a:lnTo>
                      <a:pt x="18559" y="5943"/>
                    </a:lnTo>
                    <a:lnTo>
                      <a:pt x="18622" y="6006"/>
                    </a:lnTo>
                    <a:lnTo>
                      <a:pt x="18622" y="6047"/>
                    </a:lnTo>
                    <a:lnTo>
                      <a:pt x="18706" y="6068"/>
                    </a:lnTo>
                    <a:lnTo>
                      <a:pt x="18789" y="6047"/>
                    </a:lnTo>
                    <a:lnTo>
                      <a:pt x="18852" y="6047"/>
                    </a:lnTo>
                    <a:lnTo>
                      <a:pt x="18915" y="6110"/>
                    </a:lnTo>
                    <a:lnTo>
                      <a:pt x="19041" y="6110"/>
                    </a:lnTo>
                    <a:lnTo>
                      <a:pt x="19124" y="6068"/>
                    </a:lnTo>
                    <a:lnTo>
                      <a:pt x="19229" y="6131"/>
                    </a:lnTo>
                    <a:lnTo>
                      <a:pt x="19333" y="6068"/>
                    </a:lnTo>
                    <a:lnTo>
                      <a:pt x="19417" y="6110"/>
                    </a:lnTo>
                    <a:lnTo>
                      <a:pt x="19543" y="6110"/>
                    </a:lnTo>
                    <a:lnTo>
                      <a:pt x="19647" y="6068"/>
                    </a:lnTo>
                    <a:lnTo>
                      <a:pt x="19752" y="6131"/>
                    </a:lnTo>
                    <a:lnTo>
                      <a:pt x="19773" y="6215"/>
                    </a:lnTo>
                    <a:lnTo>
                      <a:pt x="19857" y="6152"/>
                    </a:lnTo>
                    <a:lnTo>
                      <a:pt x="19877" y="6257"/>
                    </a:lnTo>
                    <a:lnTo>
                      <a:pt x="19982" y="6340"/>
                    </a:lnTo>
                    <a:lnTo>
                      <a:pt x="19982" y="6382"/>
                    </a:lnTo>
                    <a:lnTo>
                      <a:pt x="20003" y="6445"/>
                    </a:lnTo>
                    <a:lnTo>
                      <a:pt x="20108" y="6445"/>
                    </a:lnTo>
                    <a:lnTo>
                      <a:pt x="20191" y="6466"/>
                    </a:lnTo>
                    <a:lnTo>
                      <a:pt x="20212" y="6550"/>
                    </a:lnTo>
                    <a:lnTo>
                      <a:pt x="20275" y="6570"/>
                    </a:lnTo>
                    <a:lnTo>
                      <a:pt x="20359" y="6654"/>
                    </a:lnTo>
                    <a:lnTo>
                      <a:pt x="20317" y="6696"/>
                    </a:lnTo>
                    <a:lnTo>
                      <a:pt x="20317" y="6780"/>
                    </a:lnTo>
                    <a:lnTo>
                      <a:pt x="20422" y="6884"/>
                    </a:lnTo>
                    <a:lnTo>
                      <a:pt x="20589" y="6989"/>
                    </a:lnTo>
                    <a:lnTo>
                      <a:pt x="20589" y="7052"/>
                    </a:lnTo>
                    <a:lnTo>
                      <a:pt x="20568" y="7073"/>
                    </a:lnTo>
                    <a:lnTo>
                      <a:pt x="20589" y="7114"/>
                    </a:lnTo>
                    <a:lnTo>
                      <a:pt x="20526" y="7094"/>
                    </a:lnTo>
                    <a:lnTo>
                      <a:pt x="20317" y="7052"/>
                    </a:lnTo>
                    <a:lnTo>
                      <a:pt x="20170" y="6989"/>
                    </a:lnTo>
                    <a:lnTo>
                      <a:pt x="20087" y="7010"/>
                    </a:lnTo>
                    <a:lnTo>
                      <a:pt x="20003" y="6989"/>
                    </a:lnTo>
                    <a:lnTo>
                      <a:pt x="19982" y="7010"/>
                    </a:lnTo>
                    <a:lnTo>
                      <a:pt x="19898" y="7010"/>
                    </a:lnTo>
                    <a:lnTo>
                      <a:pt x="19836" y="6905"/>
                    </a:lnTo>
                    <a:lnTo>
                      <a:pt x="19752" y="6905"/>
                    </a:lnTo>
                    <a:lnTo>
                      <a:pt x="19689" y="6801"/>
                    </a:lnTo>
                    <a:lnTo>
                      <a:pt x="19647" y="6780"/>
                    </a:lnTo>
                    <a:lnTo>
                      <a:pt x="19522" y="6801"/>
                    </a:lnTo>
                    <a:lnTo>
                      <a:pt x="19438" y="6780"/>
                    </a:lnTo>
                    <a:lnTo>
                      <a:pt x="19375" y="6738"/>
                    </a:lnTo>
                    <a:lnTo>
                      <a:pt x="19250" y="6675"/>
                    </a:lnTo>
                    <a:lnTo>
                      <a:pt x="19229" y="6591"/>
                    </a:lnTo>
                    <a:lnTo>
                      <a:pt x="19166" y="6591"/>
                    </a:lnTo>
                    <a:lnTo>
                      <a:pt x="19124" y="6570"/>
                    </a:lnTo>
                    <a:lnTo>
                      <a:pt x="18999" y="6570"/>
                    </a:lnTo>
                    <a:lnTo>
                      <a:pt x="18936" y="6550"/>
                    </a:lnTo>
                    <a:lnTo>
                      <a:pt x="18685" y="6550"/>
                    </a:lnTo>
                    <a:lnTo>
                      <a:pt x="18517" y="6529"/>
                    </a:lnTo>
                    <a:lnTo>
                      <a:pt x="18413" y="6487"/>
                    </a:lnTo>
                    <a:lnTo>
                      <a:pt x="17973" y="6487"/>
                    </a:lnTo>
                    <a:lnTo>
                      <a:pt x="17890" y="6529"/>
                    </a:lnTo>
                    <a:lnTo>
                      <a:pt x="17764" y="6550"/>
                    </a:lnTo>
                    <a:lnTo>
                      <a:pt x="17701" y="6633"/>
                    </a:lnTo>
                    <a:lnTo>
                      <a:pt x="17701" y="6801"/>
                    </a:lnTo>
                    <a:lnTo>
                      <a:pt x="17597" y="6968"/>
                    </a:lnTo>
                    <a:lnTo>
                      <a:pt x="17639" y="7156"/>
                    </a:lnTo>
                    <a:lnTo>
                      <a:pt x="17597" y="7219"/>
                    </a:lnTo>
                    <a:lnTo>
                      <a:pt x="17639" y="7282"/>
                    </a:lnTo>
                    <a:lnTo>
                      <a:pt x="17701" y="7303"/>
                    </a:lnTo>
                    <a:lnTo>
                      <a:pt x="17681" y="7366"/>
                    </a:lnTo>
                    <a:lnTo>
                      <a:pt x="17639" y="7387"/>
                    </a:lnTo>
                    <a:lnTo>
                      <a:pt x="17701" y="7617"/>
                    </a:lnTo>
                    <a:lnTo>
                      <a:pt x="17785" y="7700"/>
                    </a:lnTo>
                    <a:lnTo>
                      <a:pt x="17806" y="7742"/>
                    </a:lnTo>
                    <a:lnTo>
                      <a:pt x="17973" y="7847"/>
                    </a:lnTo>
                    <a:lnTo>
                      <a:pt x="18015" y="7910"/>
                    </a:lnTo>
                    <a:lnTo>
                      <a:pt x="18120" y="7889"/>
                    </a:lnTo>
                    <a:lnTo>
                      <a:pt x="18183" y="7951"/>
                    </a:lnTo>
                    <a:lnTo>
                      <a:pt x="18266" y="7993"/>
                    </a:lnTo>
                    <a:lnTo>
                      <a:pt x="18392" y="7931"/>
                    </a:lnTo>
                    <a:lnTo>
                      <a:pt x="18476" y="7931"/>
                    </a:lnTo>
                    <a:lnTo>
                      <a:pt x="18538" y="8014"/>
                    </a:lnTo>
                    <a:lnTo>
                      <a:pt x="18685" y="8014"/>
                    </a:lnTo>
                    <a:lnTo>
                      <a:pt x="18748" y="8140"/>
                    </a:lnTo>
                    <a:lnTo>
                      <a:pt x="18831" y="8161"/>
                    </a:lnTo>
                    <a:lnTo>
                      <a:pt x="18852" y="8223"/>
                    </a:lnTo>
                    <a:lnTo>
                      <a:pt x="18727" y="8265"/>
                    </a:lnTo>
                    <a:lnTo>
                      <a:pt x="18727" y="8349"/>
                    </a:lnTo>
                    <a:lnTo>
                      <a:pt x="18685" y="8412"/>
                    </a:lnTo>
                    <a:lnTo>
                      <a:pt x="18685" y="8454"/>
                    </a:lnTo>
                    <a:lnTo>
                      <a:pt x="18622" y="8537"/>
                    </a:lnTo>
                    <a:lnTo>
                      <a:pt x="18497" y="8621"/>
                    </a:lnTo>
                    <a:lnTo>
                      <a:pt x="18497" y="8663"/>
                    </a:lnTo>
                    <a:lnTo>
                      <a:pt x="18434" y="8747"/>
                    </a:lnTo>
                    <a:lnTo>
                      <a:pt x="18517" y="8788"/>
                    </a:lnTo>
                    <a:lnTo>
                      <a:pt x="18517" y="8935"/>
                    </a:lnTo>
                    <a:lnTo>
                      <a:pt x="18580" y="9060"/>
                    </a:lnTo>
                    <a:lnTo>
                      <a:pt x="18580" y="9144"/>
                    </a:lnTo>
                    <a:lnTo>
                      <a:pt x="18434" y="9165"/>
                    </a:lnTo>
                    <a:lnTo>
                      <a:pt x="18497" y="9207"/>
                    </a:lnTo>
                    <a:lnTo>
                      <a:pt x="18685" y="9249"/>
                    </a:lnTo>
                    <a:lnTo>
                      <a:pt x="18748" y="9207"/>
                    </a:lnTo>
                    <a:lnTo>
                      <a:pt x="18810" y="9207"/>
                    </a:lnTo>
                    <a:lnTo>
                      <a:pt x="18831" y="9270"/>
                    </a:lnTo>
                    <a:lnTo>
                      <a:pt x="18894" y="9207"/>
                    </a:lnTo>
                    <a:lnTo>
                      <a:pt x="18936" y="9207"/>
                    </a:lnTo>
                    <a:lnTo>
                      <a:pt x="18999" y="9249"/>
                    </a:lnTo>
                    <a:lnTo>
                      <a:pt x="19145" y="9249"/>
                    </a:lnTo>
                    <a:lnTo>
                      <a:pt x="19333" y="9311"/>
                    </a:lnTo>
                    <a:lnTo>
                      <a:pt x="19417" y="9249"/>
                    </a:lnTo>
                    <a:lnTo>
                      <a:pt x="19564" y="9249"/>
                    </a:lnTo>
                    <a:lnTo>
                      <a:pt x="19585" y="9291"/>
                    </a:lnTo>
                    <a:lnTo>
                      <a:pt x="19626" y="9291"/>
                    </a:lnTo>
                    <a:lnTo>
                      <a:pt x="19668" y="9270"/>
                    </a:lnTo>
                    <a:lnTo>
                      <a:pt x="19752" y="9249"/>
                    </a:lnTo>
                    <a:lnTo>
                      <a:pt x="19794" y="9270"/>
                    </a:lnTo>
                    <a:lnTo>
                      <a:pt x="19836" y="9353"/>
                    </a:lnTo>
                    <a:lnTo>
                      <a:pt x="19877" y="9353"/>
                    </a:lnTo>
                    <a:lnTo>
                      <a:pt x="19940" y="9311"/>
                    </a:lnTo>
                    <a:lnTo>
                      <a:pt x="19982" y="9353"/>
                    </a:lnTo>
                    <a:lnTo>
                      <a:pt x="20003" y="9416"/>
                    </a:lnTo>
                    <a:lnTo>
                      <a:pt x="20066" y="9416"/>
                    </a:lnTo>
                    <a:lnTo>
                      <a:pt x="20108" y="9374"/>
                    </a:lnTo>
                    <a:lnTo>
                      <a:pt x="20254" y="9353"/>
                    </a:lnTo>
                    <a:lnTo>
                      <a:pt x="20296" y="9270"/>
                    </a:lnTo>
                    <a:lnTo>
                      <a:pt x="20401" y="9249"/>
                    </a:lnTo>
                    <a:lnTo>
                      <a:pt x="20484" y="9249"/>
                    </a:lnTo>
                    <a:lnTo>
                      <a:pt x="20589" y="9144"/>
                    </a:lnTo>
                    <a:lnTo>
                      <a:pt x="20714" y="9081"/>
                    </a:lnTo>
                    <a:lnTo>
                      <a:pt x="20819" y="9060"/>
                    </a:lnTo>
                    <a:lnTo>
                      <a:pt x="20840" y="8998"/>
                    </a:lnTo>
                    <a:lnTo>
                      <a:pt x="20924" y="8998"/>
                    </a:lnTo>
                    <a:lnTo>
                      <a:pt x="21028" y="9039"/>
                    </a:lnTo>
                    <a:lnTo>
                      <a:pt x="21112" y="9039"/>
                    </a:lnTo>
                    <a:lnTo>
                      <a:pt x="21196" y="9081"/>
                    </a:lnTo>
                    <a:lnTo>
                      <a:pt x="21405" y="9081"/>
                    </a:lnTo>
                    <a:lnTo>
                      <a:pt x="21635" y="8935"/>
                    </a:lnTo>
                    <a:lnTo>
                      <a:pt x="21656" y="8851"/>
                    </a:lnTo>
                    <a:lnTo>
                      <a:pt x="21719" y="8851"/>
                    </a:lnTo>
                    <a:lnTo>
                      <a:pt x="21740" y="8893"/>
                    </a:lnTo>
                    <a:lnTo>
                      <a:pt x="21761" y="8851"/>
                    </a:lnTo>
                    <a:lnTo>
                      <a:pt x="21844" y="8788"/>
                    </a:lnTo>
                    <a:lnTo>
                      <a:pt x="21844" y="8726"/>
                    </a:lnTo>
                    <a:lnTo>
                      <a:pt x="21865" y="8663"/>
                    </a:lnTo>
                    <a:lnTo>
                      <a:pt x="21928" y="8684"/>
                    </a:lnTo>
                    <a:lnTo>
                      <a:pt x="21991" y="8684"/>
                    </a:lnTo>
                    <a:lnTo>
                      <a:pt x="22054" y="8642"/>
                    </a:lnTo>
                    <a:lnTo>
                      <a:pt x="22054" y="8579"/>
                    </a:lnTo>
                    <a:lnTo>
                      <a:pt x="22095" y="8621"/>
                    </a:lnTo>
                    <a:lnTo>
                      <a:pt x="22158" y="8621"/>
                    </a:lnTo>
                    <a:lnTo>
                      <a:pt x="22179" y="8663"/>
                    </a:lnTo>
                    <a:lnTo>
                      <a:pt x="22179" y="8726"/>
                    </a:lnTo>
                    <a:lnTo>
                      <a:pt x="22242" y="8767"/>
                    </a:lnTo>
                    <a:lnTo>
                      <a:pt x="22158" y="8830"/>
                    </a:lnTo>
                    <a:lnTo>
                      <a:pt x="22158" y="8893"/>
                    </a:lnTo>
                    <a:lnTo>
                      <a:pt x="22095" y="8977"/>
                    </a:lnTo>
                    <a:lnTo>
                      <a:pt x="22054" y="8998"/>
                    </a:lnTo>
                    <a:lnTo>
                      <a:pt x="22054" y="9060"/>
                    </a:lnTo>
                    <a:lnTo>
                      <a:pt x="22137" y="9081"/>
                    </a:lnTo>
                    <a:lnTo>
                      <a:pt x="22200" y="9165"/>
                    </a:lnTo>
                    <a:lnTo>
                      <a:pt x="22242" y="9144"/>
                    </a:lnTo>
                    <a:lnTo>
                      <a:pt x="22305" y="9144"/>
                    </a:lnTo>
                    <a:lnTo>
                      <a:pt x="22409" y="9186"/>
                    </a:lnTo>
                    <a:lnTo>
                      <a:pt x="22409" y="9207"/>
                    </a:lnTo>
                    <a:cubicBezTo>
                      <a:pt x="22367" y="9207"/>
                      <a:pt x="22305" y="9249"/>
                      <a:pt x="22263" y="9270"/>
                    </a:cubicBezTo>
                    <a:lnTo>
                      <a:pt x="22242" y="9270"/>
                    </a:lnTo>
                    <a:cubicBezTo>
                      <a:pt x="22137" y="9291"/>
                      <a:pt x="22054" y="9353"/>
                      <a:pt x="21949" y="9374"/>
                    </a:cubicBezTo>
                    <a:cubicBezTo>
                      <a:pt x="21886" y="9374"/>
                      <a:pt x="21865" y="9395"/>
                      <a:pt x="21844" y="9458"/>
                    </a:cubicBezTo>
                    <a:lnTo>
                      <a:pt x="21551" y="9521"/>
                    </a:lnTo>
                    <a:lnTo>
                      <a:pt x="21133" y="9563"/>
                    </a:lnTo>
                    <a:lnTo>
                      <a:pt x="21007" y="9521"/>
                    </a:lnTo>
                    <a:lnTo>
                      <a:pt x="20903" y="9521"/>
                    </a:lnTo>
                    <a:lnTo>
                      <a:pt x="20735" y="9730"/>
                    </a:lnTo>
                    <a:lnTo>
                      <a:pt x="20631" y="9793"/>
                    </a:lnTo>
                    <a:lnTo>
                      <a:pt x="20589" y="9876"/>
                    </a:lnTo>
                    <a:lnTo>
                      <a:pt x="20673" y="9918"/>
                    </a:lnTo>
                    <a:lnTo>
                      <a:pt x="20735" y="9876"/>
                    </a:lnTo>
                    <a:lnTo>
                      <a:pt x="20798" y="9876"/>
                    </a:lnTo>
                    <a:lnTo>
                      <a:pt x="20777" y="9981"/>
                    </a:lnTo>
                    <a:lnTo>
                      <a:pt x="20694" y="10023"/>
                    </a:lnTo>
                    <a:lnTo>
                      <a:pt x="20714" y="10086"/>
                    </a:lnTo>
                    <a:lnTo>
                      <a:pt x="20882" y="10107"/>
                    </a:lnTo>
                    <a:lnTo>
                      <a:pt x="20903" y="10148"/>
                    </a:lnTo>
                    <a:lnTo>
                      <a:pt x="21028" y="10127"/>
                    </a:lnTo>
                    <a:lnTo>
                      <a:pt x="21028" y="10044"/>
                    </a:lnTo>
                    <a:lnTo>
                      <a:pt x="20945" y="9981"/>
                    </a:lnTo>
                    <a:lnTo>
                      <a:pt x="20945" y="9897"/>
                    </a:lnTo>
                    <a:lnTo>
                      <a:pt x="21028" y="9876"/>
                    </a:lnTo>
                    <a:lnTo>
                      <a:pt x="21049" y="9918"/>
                    </a:lnTo>
                    <a:lnTo>
                      <a:pt x="21133" y="9918"/>
                    </a:lnTo>
                    <a:lnTo>
                      <a:pt x="21238" y="10002"/>
                    </a:lnTo>
                    <a:lnTo>
                      <a:pt x="21321" y="9981"/>
                    </a:lnTo>
                    <a:lnTo>
                      <a:pt x="21342" y="9876"/>
                    </a:lnTo>
                    <a:lnTo>
                      <a:pt x="21426" y="9814"/>
                    </a:lnTo>
                    <a:lnTo>
                      <a:pt x="21426" y="9918"/>
                    </a:lnTo>
                    <a:lnTo>
                      <a:pt x="21530" y="10023"/>
                    </a:lnTo>
                    <a:lnTo>
                      <a:pt x="21551" y="9981"/>
                    </a:lnTo>
                    <a:lnTo>
                      <a:pt x="21551" y="9897"/>
                    </a:lnTo>
                    <a:lnTo>
                      <a:pt x="21656" y="9897"/>
                    </a:lnTo>
                    <a:lnTo>
                      <a:pt x="21677" y="9814"/>
                    </a:lnTo>
                    <a:lnTo>
                      <a:pt x="21761" y="9814"/>
                    </a:lnTo>
                    <a:lnTo>
                      <a:pt x="21886" y="9772"/>
                    </a:lnTo>
                    <a:cubicBezTo>
                      <a:pt x="21932" y="9802"/>
                      <a:pt x="21989" y="9822"/>
                      <a:pt x="22041" y="9822"/>
                    </a:cubicBezTo>
                    <a:cubicBezTo>
                      <a:pt x="22060" y="9822"/>
                      <a:pt x="22079" y="9819"/>
                      <a:pt x="22095" y="9814"/>
                    </a:cubicBezTo>
                    <a:cubicBezTo>
                      <a:pt x="22116" y="9814"/>
                      <a:pt x="22132" y="9808"/>
                      <a:pt x="22142" y="9803"/>
                    </a:cubicBezTo>
                    <a:lnTo>
                      <a:pt x="22142" y="9803"/>
                    </a:lnTo>
                    <a:lnTo>
                      <a:pt x="22095" y="9835"/>
                    </a:lnTo>
                    <a:lnTo>
                      <a:pt x="22158" y="9918"/>
                    </a:lnTo>
                    <a:lnTo>
                      <a:pt x="22033" y="10044"/>
                    </a:lnTo>
                    <a:lnTo>
                      <a:pt x="21949" y="10002"/>
                    </a:lnTo>
                    <a:lnTo>
                      <a:pt x="21886" y="10044"/>
                    </a:lnTo>
                    <a:lnTo>
                      <a:pt x="21782" y="10044"/>
                    </a:lnTo>
                    <a:lnTo>
                      <a:pt x="21740" y="10002"/>
                    </a:lnTo>
                    <a:lnTo>
                      <a:pt x="21656" y="10002"/>
                    </a:lnTo>
                    <a:lnTo>
                      <a:pt x="21551" y="10190"/>
                    </a:lnTo>
                    <a:lnTo>
                      <a:pt x="21572" y="10316"/>
                    </a:lnTo>
                    <a:lnTo>
                      <a:pt x="21572" y="10462"/>
                    </a:lnTo>
                    <a:lnTo>
                      <a:pt x="21551" y="10316"/>
                    </a:lnTo>
                    <a:lnTo>
                      <a:pt x="21510" y="10316"/>
                    </a:lnTo>
                    <a:lnTo>
                      <a:pt x="21468" y="10232"/>
                    </a:lnTo>
                    <a:lnTo>
                      <a:pt x="21405" y="10232"/>
                    </a:lnTo>
                    <a:lnTo>
                      <a:pt x="21342" y="10337"/>
                    </a:lnTo>
                    <a:lnTo>
                      <a:pt x="21196" y="10379"/>
                    </a:lnTo>
                    <a:lnTo>
                      <a:pt x="21133" y="10400"/>
                    </a:lnTo>
                    <a:lnTo>
                      <a:pt x="21133" y="10316"/>
                    </a:lnTo>
                    <a:lnTo>
                      <a:pt x="21091" y="10316"/>
                    </a:lnTo>
                    <a:lnTo>
                      <a:pt x="21007" y="10420"/>
                    </a:lnTo>
                    <a:lnTo>
                      <a:pt x="20924" y="10441"/>
                    </a:lnTo>
                    <a:lnTo>
                      <a:pt x="20882" y="10400"/>
                    </a:lnTo>
                    <a:lnTo>
                      <a:pt x="20798" y="10400"/>
                    </a:lnTo>
                    <a:lnTo>
                      <a:pt x="20735" y="10483"/>
                    </a:lnTo>
                    <a:lnTo>
                      <a:pt x="20735" y="10504"/>
                    </a:lnTo>
                    <a:lnTo>
                      <a:pt x="20589" y="10525"/>
                    </a:lnTo>
                    <a:lnTo>
                      <a:pt x="20505" y="10588"/>
                    </a:lnTo>
                    <a:lnTo>
                      <a:pt x="20505" y="10692"/>
                    </a:lnTo>
                    <a:lnTo>
                      <a:pt x="20526" y="10797"/>
                    </a:lnTo>
                    <a:lnTo>
                      <a:pt x="20422" y="11069"/>
                    </a:lnTo>
                    <a:lnTo>
                      <a:pt x="20380" y="11278"/>
                    </a:lnTo>
                    <a:lnTo>
                      <a:pt x="20380" y="11362"/>
                    </a:lnTo>
                    <a:lnTo>
                      <a:pt x="20484" y="11446"/>
                    </a:lnTo>
                    <a:lnTo>
                      <a:pt x="20463" y="11488"/>
                    </a:lnTo>
                    <a:lnTo>
                      <a:pt x="20359" y="11529"/>
                    </a:lnTo>
                    <a:lnTo>
                      <a:pt x="20359" y="11592"/>
                    </a:lnTo>
                    <a:lnTo>
                      <a:pt x="20422" y="11697"/>
                    </a:lnTo>
                    <a:lnTo>
                      <a:pt x="20422" y="11801"/>
                    </a:lnTo>
                    <a:lnTo>
                      <a:pt x="20380" y="11864"/>
                    </a:lnTo>
                    <a:lnTo>
                      <a:pt x="20359" y="11801"/>
                    </a:lnTo>
                    <a:lnTo>
                      <a:pt x="20275" y="11864"/>
                    </a:lnTo>
                    <a:lnTo>
                      <a:pt x="20212" y="11843"/>
                    </a:lnTo>
                    <a:lnTo>
                      <a:pt x="20254" y="11760"/>
                    </a:lnTo>
                    <a:lnTo>
                      <a:pt x="20296" y="11739"/>
                    </a:lnTo>
                    <a:lnTo>
                      <a:pt x="20296" y="11634"/>
                    </a:lnTo>
                    <a:lnTo>
                      <a:pt x="20212" y="11634"/>
                    </a:lnTo>
                    <a:lnTo>
                      <a:pt x="20087" y="11864"/>
                    </a:lnTo>
                    <a:lnTo>
                      <a:pt x="20066" y="12115"/>
                    </a:lnTo>
                    <a:lnTo>
                      <a:pt x="20108" y="12408"/>
                    </a:lnTo>
                    <a:lnTo>
                      <a:pt x="20108" y="12785"/>
                    </a:lnTo>
                    <a:lnTo>
                      <a:pt x="20087" y="12408"/>
                    </a:lnTo>
                    <a:lnTo>
                      <a:pt x="20045" y="12220"/>
                    </a:lnTo>
                    <a:lnTo>
                      <a:pt x="19982" y="12178"/>
                    </a:lnTo>
                    <a:lnTo>
                      <a:pt x="20045" y="12073"/>
                    </a:lnTo>
                    <a:lnTo>
                      <a:pt x="20045" y="11990"/>
                    </a:lnTo>
                    <a:lnTo>
                      <a:pt x="19898" y="11906"/>
                    </a:lnTo>
                    <a:lnTo>
                      <a:pt x="19961" y="11780"/>
                    </a:lnTo>
                    <a:lnTo>
                      <a:pt x="19961" y="11571"/>
                    </a:lnTo>
                    <a:lnTo>
                      <a:pt x="19877" y="11446"/>
                    </a:lnTo>
                    <a:lnTo>
                      <a:pt x="19877" y="11236"/>
                    </a:lnTo>
                    <a:lnTo>
                      <a:pt x="19961" y="11111"/>
                    </a:lnTo>
                    <a:lnTo>
                      <a:pt x="20045" y="10923"/>
                    </a:lnTo>
                    <a:lnTo>
                      <a:pt x="20045" y="10755"/>
                    </a:lnTo>
                    <a:lnTo>
                      <a:pt x="20003" y="10755"/>
                    </a:lnTo>
                    <a:lnTo>
                      <a:pt x="19961" y="10839"/>
                    </a:lnTo>
                    <a:lnTo>
                      <a:pt x="19940" y="10964"/>
                    </a:lnTo>
                    <a:lnTo>
                      <a:pt x="19857" y="11048"/>
                    </a:lnTo>
                    <a:lnTo>
                      <a:pt x="19836" y="11027"/>
                    </a:lnTo>
                    <a:lnTo>
                      <a:pt x="19794" y="10902"/>
                    </a:lnTo>
                    <a:lnTo>
                      <a:pt x="19877" y="10713"/>
                    </a:lnTo>
                    <a:lnTo>
                      <a:pt x="19898" y="10609"/>
                    </a:lnTo>
                    <a:lnTo>
                      <a:pt x="19836" y="10546"/>
                    </a:lnTo>
                    <a:lnTo>
                      <a:pt x="19752" y="10630"/>
                    </a:lnTo>
                    <a:lnTo>
                      <a:pt x="19731" y="10609"/>
                    </a:lnTo>
                    <a:lnTo>
                      <a:pt x="19689" y="10546"/>
                    </a:lnTo>
                    <a:lnTo>
                      <a:pt x="19731" y="10483"/>
                    </a:lnTo>
                    <a:lnTo>
                      <a:pt x="19731" y="10337"/>
                    </a:lnTo>
                    <a:lnTo>
                      <a:pt x="19668" y="10337"/>
                    </a:lnTo>
                    <a:lnTo>
                      <a:pt x="19668" y="10295"/>
                    </a:lnTo>
                    <a:lnTo>
                      <a:pt x="19689" y="10232"/>
                    </a:lnTo>
                    <a:lnTo>
                      <a:pt x="19689" y="10127"/>
                    </a:lnTo>
                    <a:lnTo>
                      <a:pt x="19585" y="10169"/>
                    </a:lnTo>
                    <a:lnTo>
                      <a:pt x="19271" y="10274"/>
                    </a:lnTo>
                    <a:lnTo>
                      <a:pt x="19103" y="10379"/>
                    </a:lnTo>
                    <a:lnTo>
                      <a:pt x="19041" y="10337"/>
                    </a:lnTo>
                    <a:lnTo>
                      <a:pt x="19041" y="10295"/>
                    </a:lnTo>
                    <a:lnTo>
                      <a:pt x="18999" y="10295"/>
                    </a:lnTo>
                    <a:lnTo>
                      <a:pt x="18915" y="10379"/>
                    </a:lnTo>
                    <a:lnTo>
                      <a:pt x="18831" y="10379"/>
                    </a:lnTo>
                    <a:lnTo>
                      <a:pt x="18789" y="10295"/>
                    </a:lnTo>
                    <a:lnTo>
                      <a:pt x="18622" y="10420"/>
                    </a:lnTo>
                    <a:lnTo>
                      <a:pt x="18622" y="10337"/>
                    </a:lnTo>
                    <a:lnTo>
                      <a:pt x="18517" y="10295"/>
                    </a:lnTo>
                    <a:lnTo>
                      <a:pt x="18476" y="10295"/>
                    </a:lnTo>
                    <a:lnTo>
                      <a:pt x="18476" y="10337"/>
                    </a:lnTo>
                    <a:lnTo>
                      <a:pt x="18308" y="10337"/>
                    </a:lnTo>
                    <a:lnTo>
                      <a:pt x="18078" y="10232"/>
                    </a:lnTo>
                    <a:lnTo>
                      <a:pt x="17890" y="10232"/>
                    </a:lnTo>
                    <a:lnTo>
                      <a:pt x="17701" y="10127"/>
                    </a:lnTo>
                    <a:lnTo>
                      <a:pt x="17555" y="10127"/>
                    </a:lnTo>
                    <a:lnTo>
                      <a:pt x="17555" y="10023"/>
                    </a:lnTo>
                    <a:lnTo>
                      <a:pt x="17429" y="9918"/>
                    </a:lnTo>
                    <a:lnTo>
                      <a:pt x="17346" y="9981"/>
                    </a:lnTo>
                    <a:lnTo>
                      <a:pt x="17241" y="9897"/>
                    </a:lnTo>
                    <a:lnTo>
                      <a:pt x="17220" y="9772"/>
                    </a:lnTo>
                    <a:lnTo>
                      <a:pt x="17116" y="9709"/>
                    </a:lnTo>
                    <a:lnTo>
                      <a:pt x="17053" y="9667"/>
                    </a:lnTo>
                    <a:lnTo>
                      <a:pt x="17157" y="9646"/>
                    </a:lnTo>
                    <a:lnTo>
                      <a:pt x="17283" y="9646"/>
                    </a:lnTo>
                    <a:lnTo>
                      <a:pt x="17283" y="9500"/>
                    </a:lnTo>
                    <a:lnTo>
                      <a:pt x="17388" y="9437"/>
                    </a:lnTo>
                    <a:lnTo>
                      <a:pt x="17367" y="9353"/>
                    </a:lnTo>
                    <a:lnTo>
                      <a:pt x="17471" y="9353"/>
                    </a:lnTo>
                    <a:lnTo>
                      <a:pt x="17639" y="9395"/>
                    </a:lnTo>
                    <a:lnTo>
                      <a:pt x="17681" y="9374"/>
                    </a:lnTo>
                    <a:lnTo>
                      <a:pt x="17681" y="9332"/>
                    </a:lnTo>
                    <a:lnTo>
                      <a:pt x="17806" y="9332"/>
                    </a:lnTo>
                    <a:lnTo>
                      <a:pt x="18078" y="9395"/>
                    </a:lnTo>
                    <a:lnTo>
                      <a:pt x="18183" y="9291"/>
                    </a:lnTo>
                    <a:lnTo>
                      <a:pt x="18183" y="9165"/>
                    </a:lnTo>
                    <a:lnTo>
                      <a:pt x="18225" y="9060"/>
                    </a:lnTo>
                    <a:lnTo>
                      <a:pt x="18183" y="8935"/>
                    </a:lnTo>
                    <a:lnTo>
                      <a:pt x="18183" y="8809"/>
                    </a:lnTo>
                    <a:lnTo>
                      <a:pt x="18120" y="8705"/>
                    </a:lnTo>
                    <a:lnTo>
                      <a:pt x="18078" y="8537"/>
                    </a:lnTo>
                    <a:lnTo>
                      <a:pt x="17994" y="8516"/>
                    </a:lnTo>
                    <a:lnTo>
                      <a:pt x="17973" y="8433"/>
                    </a:lnTo>
                    <a:lnTo>
                      <a:pt x="17806" y="8286"/>
                    </a:lnTo>
                    <a:lnTo>
                      <a:pt x="17764" y="8286"/>
                    </a:lnTo>
                    <a:lnTo>
                      <a:pt x="17743" y="8349"/>
                    </a:lnTo>
                    <a:lnTo>
                      <a:pt x="17681" y="8349"/>
                    </a:lnTo>
                    <a:lnTo>
                      <a:pt x="17660" y="8286"/>
                    </a:lnTo>
                    <a:lnTo>
                      <a:pt x="17492" y="8203"/>
                    </a:lnTo>
                    <a:lnTo>
                      <a:pt x="17492" y="8244"/>
                    </a:lnTo>
                    <a:lnTo>
                      <a:pt x="17597" y="8328"/>
                    </a:lnTo>
                    <a:lnTo>
                      <a:pt x="17576" y="8391"/>
                    </a:lnTo>
                    <a:lnTo>
                      <a:pt x="17639" y="8454"/>
                    </a:lnTo>
                    <a:lnTo>
                      <a:pt x="17576" y="8558"/>
                    </a:lnTo>
                    <a:lnTo>
                      <a:pt x="17492" y="8454"/>
                    </a:lnTo>
                    <a:lnTo>
                      <a:pt x="17492" y="8349"/>
                    </a:lnTo>
                    <a:lnTo>
                      <a:pt x="17388" y="8349"/>
                    </a:lnTo>
                    <a:lnTo>
                      <a:pt x="17220" y="8244"/>
                    </a:lnTo>
                    <a:lnTo>
                      <a:pt x="17178" y="8182"/>
                    </a:lnTo>
                    <a:lnTo>
                      <a:pt x="17137" y="8223"/>
                    </a:lnTo>
                    <a:lnTo>
                      <a:pt x="17053" y="8182"/>
                    </a:lnTo>
                    <a:lnTo>
                      <a:pt x="17011" y="8077"/>
                    </a:lnTo>
                    <a:lnTo>
                      <a:pt x="16906" y="7993"/>
                    </a:lnTo>
                    <a:lnTo>
                      <a:pt x="16739" y="7993"/>
                    </a:lnTo>
                    <a:lnTo>
                      <a:pt x="16551" y="7805"/>
                    </a:lnTo>
                    <a:lnTo>
                      <a:pt x="16404" y="7721"/>
                    </a:lnTo>
                    <a:lnTo>
                      <a:pt x="16383" y="7617"/>
                    </a:lnTo>
                    <a:lnTo>
                      <a:pt x="15902" y="7345"/>
                    </a:lnTo>
                    <a:lnTo>
                      <a:pt x="15776" y="7135"/>
                    </a:lnTo>
                    <a:lnTo>
                      <a:pt x="15776" y="6968"/>
                    </a:lnTo>
                    <a:lnTo>
                      <a:pt x="15672" y="6717"/>
                    </a:lnTo>
                    <a:lnTo>
                      <a:pt x="15672" y="6612"/>
                    </a:lnTo>
                    <a:lnTo>
                      <a:pt x="15567" y="6612"/>
                    </a:lnTo>
                    <a:lnTo>
                      <a:pt x="15442" y="6508"/>
                    </a:lnTo>
                    <a:lnTo>
                      <a:pt x="15337" y="6508"/>
                    </a:lnTo>
                    <a:lnTo>
                      <a:pt x="15253" y="6424"/>
                    </a:lnTo>
                    <a:lnTo>
                      <a:pt x="15149" y="6403"/>
                    </a:lnTo>
                    <a:lnTo>
                      <a:pt x="15065" y="6319"/>
                    </a:lnTo>
                    <a:lnTo>
                      <a:pt x="14940" y="6361"/>
                    </a:lnTo>
                    <a:lnTo>
                      <a:pt x="14793" y="6487"/>
                    </a:lnTo>
                    <a:lnTo>
                      <a:pt x="14688" y="6696"/>
                    </a:lnTo>
                    <a:lnTo>
                      <a:pt x="14584" y="6738"/>
                    </a:lnTo>
                    <a:lnTo>
                      <a:pt x="14479" y="6801"/>
                    </a:lnTo>
                    <a:lnTo>
                      <a:pt x="14375" y="6801"/>
                    </a:lnTo>
                    <a:lnTo>
                      <a:pt x="14312" y="6738"/>
                    </a:lnTo>
                    <a:lnTo>
                      <a:pt x="14144" y="6696"/>
                    </a:lnTo>
                    <a:lnTo>
                      <a:pt x="14061" y="6633"/>
                    </a:lnTo>
                    <a:lnTo>
                      <a:pt x="14144" y="6529"/>
                    </a:lnTo>
                    <a:lnTo>
                      <a:pt x="14207" y="6466"/>
                    </a:lnTo>
                    <a:lnTo>
                      <a:pt x="14270" y="6466"/>
                    </a:lnTo>
                    <a:lnTo>
                      <a:pt x="14375" y="6361"/>
                    </a:lnTo>
                    <a:lnTo>
                      <a:pt x="14458" y="6319"/>
                    </a:lnTo>
                    <a:lnTo>
                      <a:pt x="14479" y="6257"/>
                    </a:lnTo>
                    <a:lnTo>
                      <a:pt x="14458" y="6215"/>
                    </a:lnTo>
                    <a:lnTo>
                      <a:pt x="14375" y="6236"/>
                    </a:lnTo>
                    <a:lnTo>
                      <a:pt x="14333" y="6194"/>
                    </a:lnTo>
                    <a:lnTo>
                      <a:pt x="14354" y="6110"/>
                    </a:lnTo>
                    <a:lnTo>
                      <a:pt x="14458" y="6006"/>
                    </a:lnTo>
                    <a:lnTo>
                      <a:pt x="14437" y="5943"/>
                    </a:lnTo>
                    <a:lnTo>
                      <a:pt x="14542" y="5838"/>
                    </a:lnTo>
                    <a:lnTo>
                      <a:pt x="14542" y="5754"/>
                    </a:lnTo>
                    <a:lnTo>
                      <a:pt x="14521" y="5629"/>
                    </a:lnTo>
                    <a:lnTo>
                      <a:pt x="14375" y="5650"/>
                    </a:lnTo>
                    <a:lnTo>
                      <a:pt x="14375" y="5734"/>
                    </a:lnTo>
                    <a:lnTo>
                      <a:pt x="14165" y="5880"/>
                    </a:lnTo>
                    <a:lnTo>
                      <a:pt x="14061" y="5838"/>
                    </a:lnTo>
                    <a:lnTo>
                      <a:pt x="14165" y="6047"/>
                    </a:lnTo>
                    <a:lnTo>
                      <a:pt x="14103" y="6131"/>
                    </a:lnTo>
                    <a:lnTo>
                      <a:pt x="14061" y="6026"/>
                    </a:lnTo>
                    <a:lnTo>
                      <a:pt x="13914" y="6026"/>
                    </a:lnTo>
                    <a:lnTo>
                      <a:pt x="13810" y="6131"/>
                    </a:lnTo>
                    <a:lnTo>
                      <a:pt x="13893" y="6152"/>
                    </a:lnTo>
                    <a:lnTo>
                      <a:pt x="13851" y="6298"/>
                    </a:lnTo>
                    <a:lnTo>
                      <a:pt x="13747" y="6236"/>
                    </a:lnTo>
                    <a:lnTo>
                      <a:pt x="13642" y="6319"/>
                    </a:lnTo>
                    <a:lnTo>
                      <a:pt x="13684" y="6403"/>
                    </a:lnTo>
                    <a:lnTo>
                      <a:pt x="13789" y="6403"/>
                    </a:lnTo>
                    <a:lnTo>
                      <a:pt x="13831" y="6466"/>
                    </a:lnTo>
                    <a:lnTo>
                      <a:pt x="13642" y="6570"/>
                    </a:lnTo>
                    <a:lnTo>
                      <a:pt x="13579" y="6424"/>
                    </a:lnTo>
                    <a:lnTo>
                      <a:pt x="13433" y="6361"/>
                    </a:lnTo>
                    <a:lnTo>
                      <a:pt x="13391" y="6236"/>
                    </a:lnTo>
                    <a:lnTo>
                      <a:pt x="13391" y="5713"/>
                    </a:lnTo>
                    <a:lnTo>
                      <a:pt x="13496" y="5503"/>
                    </a:lnTo>
                    <a:lnTo>
                      <a:pt x="13475" y="5148"/>
                    </a:lnTo>
                    <a:lnTo>
                      <a:pt x="13538" y="5001"/>
                    </a:lnTo>
                    <a:lnTo>
                      <a:pt x="13517" y="4562"/>
                    </a:lnTo>
                    <a:lnTo>
                      <a:pt x="13517" y="4625"/>
                    </a:lnTo>
                    <a:lnTo>
                      <a:pt x="13370" y="4687"/>
                    </a:lnTo>
                    <a:lnTo>
                      <a:pt x="13266" y="4855"/>
                    </a:lnTo>
                    <a:lnTo>
                      <a:pt x="13349" y="4938"/>
                    </a:lnTo>
                    <a:lnTo>
                      <a:pt x="13287" y="5001"/>
                    </a:lnTo>
                    <a:lnTo>
                      <a:pt x="13349" y="5148"/>
                    </a:lnTo>
                    <a:lnTo>
                      <a:pt x="13307" y="5315"/>
                    </a:lnTo>
                    <a:lnTo>
                      <a:pt x="13245" y="5294"/>
                    </a:lnTo>
                    <a:lnTo>
                      <a:pt x="13161" y="5210"/>
                    </a:lnTo>
                    <a:lnTo>
                      <a:pt x="13119" y="5294"/>
                    </a:lnTo>
                    <a:lnTo>
                      <a:pt x="13119" y="5378"/>
                    </a:lnTo>
                    <a:lnTo>
                      <a:pt x="13056" y="5315"/>
                    </a:lnTo>
                    <a:lnTo>
                      <a:pt x="12952" y="5399"/>
                    </a:lnTo>
                    <a:lnTo>
                      <a:pt x="12952" y="5482"/>
                    </a:lnTo>
                    <a:lnTo>
                      <a:pt x="12889" y="5482"/>
                    </a:lnTo>
                    <a:lnTo>
                      <a:pt x="12638" y="5608"/>
                    </a:lnTo>
                    <a:lnTo>
                      <a:pt x="12491" y="5775"/>
                    </a:lnTo>
                    <a:lnTo>
                      <a:pt x="12429" y="5692"/>
                    </a:lnTo>
                    <a:lnTo>
                      <a:pt x="12429" y="5587"/>
                    </a:lnTo>
                    <a:lnTo>
                      <a:pt x="12575" y="5524"/>
                    </a:lnTo>
                    <a:lnTo>
                      <a:pt x="12596" y="5420"/>
                    </a:lnTo>
                    <a:lnTo>
                      <a:pt x="12491" y="5420"/>
                    </a:lnTo>
                    <a:lnTo>
                      <a:pt x="12387" y="5482"/>
                    </a:lnTo>
                    <a:lnTo>
                      <a:pt x="12178" y="5482"/>
                    </a:lnTo>
                    <a:lnTo>
                      <a:pt x="12052" y="5566"/>
                    </a:lnTo>
                    <a:lnTo>
                      <a:pt x="11780" y="5566"/>
                    </a:lnTo>
                    <a:lnTo>
                      <a:pt x="11424" y="5817"/>
                    </a:lnTo>
                    <a:lnTo>
                      <a:pt x="11257" y="5880"/>
                    </a:lnTo>
                    <a:lnTo>
                      <a:pt x="11111" y="6089"/>
                    </a:lnTo>
                    <a:lnTo>
                      <a:pt x="11090" y="5985"/>
                    </a:lnTo>
                    <a:lnTo>
                      <a:pt x="11215" y="5796"/>
                    </a:lnTo>
                    <a:lnTo>
                      <a:pt x="11173" y="5713"/>
                    </a:lnTo>
                    <a:lnTo>
                      <a:pt x="10985" y="5817"/>
                    </a:lnTo>
                    <a:lnTo>
                      <a:pt x="10964" y="5775"/>
                    </a:lnTo>
                    <a:lnTo>
                      <a:pt x="10880" y="5796"/>
                    </a:lnTo>
                    <a:lnTo>
                      <a:pt x="10797" y="5838"/>
                    </a:lnTo>
                    <a:lnTo>
                      <a:pt x="10734" y="5775"/>
                    </a:lnTo>
                    <a:lnTo>
                      <a:pt x="10629" y="5796"/>
                    </a:lnTo>
                    <a:lnTo>
                      <a:pt x="10587" y="5880"/>
                    </a:lnTo>
                    <a:lnTo>
                      <a:pt x="10315" y="6047"/>
                    </a:lnTo>
                    <a:lnTo>
                      <a:pt x="10211" y="6047"/>
                    </a:lnTo>
                    <a:lnTo>
                      <a:pt x="10022" y="6110"/>
                    </a:lnTo>
                    <a:lnTo>
                      <a:pt x="9897" y="6257"/>
                    </a:lnTo>
                    <a:lnTo>
                      <a:pt x="9939" y="6361"/>
                    </a:lnTo>
                    <a:lnTo>
                      <a:pt x="9834" y="6340"/>
                    </a:lnTo>
                    <a:lnTo>
                      <a:pt x="9792" y="6403"/>
                    </a:lnTo>
                    <a:lnTo>
                      <a:pt x="9688" y="6361"/>
                    </a:lnTo>
                    <a:lnTo>
                      <a:pt x="9657" y="6408"/>
                    </a:lnTo>
                    <a:lnTo>
                      <a:pt x="9657" y="6408"/>
                    </a:lnTo>
                    <a:lnTo>
                      <a:pt x="9583" y="6319"/>
                    </a:lnTo>
                    <a:lnTo>
                      <a:pt x="9625" y="6215"/>
                    </a:lnTo>
                    <a:lnTo>
                      <a:pt x="9709" y="6215"/>
                    </a:lnTo>
                    <a:lnTo>
                      <a:pt x="9792" y="6110"/>
                    </a:lnTo>
                    <a:lnTo>
                      <a:pt x="9897" y="6026"/>
                    </a:lnTo>
                    <a:lnTo>
                      <a:pt x="9939" y="6068"/>
                    </a:lnTo>
                    <a:lnTo>
                      <a:pt x="10022" y="6026"/>
                    </a:lnTo>
                    <a:lnTo>
                      <a:pt x="10043" y="5943"/>
                    </a:lnTo>
                    <a:lnTo>
                      <a:pt x="10169" y="5838"/>
                    </a:lnTo>
                    <a:lnTo>
                      <a:pt x="10211" y="5901"/>
                    </a:lnTo>
                    <a:lnTo>
                      <a:pt x="10462" y="5796"/>
                    </a:lnTo>
                    <a:lnTo>
                      <a:pt x="10546" y="5650"/>
                    </a:lnTo>
                    <a:lnTo>
                      <a:pt x="10671" y="5608"/>
                    </a:lnTo>
                    <a:lnTo>
                      <a:pt x="10880" y="5629"/>
                    </a:lnTo>
                    <a:lnTo>
                      <a:pt x="10901" y="5587"/>
                    </a:lnTo>
                    <a:lnTo>
                      <a:pt x="11090" y="5587"/>
                    </a:lnTo>
                    <a:lnTo>
                      <a:pt x="11278" y="5503"/>
                    </a:lnTo>
                    <a:lnTo>
                      <a:pt x="11320" y="5587"/>
                    </a:lnTo>
                    <a:lnTo>
                      <a:pt x="11383" y="5587"/>
                    </a:lnTo>
                    <a:lnTo>
                      <a:pt x="11445" y="5524"/>
                    </a:lnTo>
                    <a:lnTo>
                      <a:pt x="11529" y="5524"/>
                    </a:lnTo>
                    <a:lnTo>
                      <a:pt x="11675" y="5503"/>
                    </a:lnTo>
                    <a:lnTo>
                      <a:pt x="11738" y="5399"/>
                    </a:lnTo>
                    <a:lnTo>
                      <a:pt x="11989" y="5315"/>
                    </a:lnTo>
                    <a:lnTo>
                      <a:pt x="12240" y="5231"/>
                    </a:lnTo>
                    <a:lnTo>
                      <a:pt x="12261" y="5127"/>
                    </a:lnTo>
                    <a:lnTo>
                      <a:pt x="12324" y="5127"/>
                    </a:lnTo>
                    <a:lnTo>
                      <a:pt x="12366" y="5085"/>
                    </a:lnTo>
                    <a:lnTo>
                      <a:pt x="12324" y="5022"/>
                    </a:lnTo>
                    <a:lnTo>
                      <a:pt x="12324" y="4918"/>
                    </a:lnTo>
                    <a:lnTo>
                      <a:pt x="12240" y="4876"/>
                    </a:lnTo>
                    <a:lnTo>
                      <a:pt x="12219" y="4918"/>
                    </a:lnTo>
                    <a:lnTo>
                      <a:pt x="12219" y="5001"/>
                    </a:lnTo>
                    <a:lnTo>
                      <a:pt x="12115" y="5022"/>
                    </a:lnTo>
                    <a:lnTo>
                      <a:pt x="12073" y="4980"/>
                    </a:lnTo>
                    <a:lnTo>
                      <a:pt x="12031" y="4980"/>
                    </a:lnTo>
                    <a:lnTo>
                      <a:pt x="12010" y="4938"/>
                    </a:lnTo>
                    <a:lnTo>
                      <a:pt x="11885" y="4938"/>
                    </a:lnTo>
                    <a:lnTo>
                      <a:pt x="11696" y="5001"/>
                    </a:lnTo>
                    <a:lnTo>
                      <a:pt x="11634" y="5106"/>
                    </a:lnTo>
                    <a:lnTo>
                      <a:pt x="11571" y="5169"/>
                    </a:lnTo>
                    <a:lnTo>
                      <a:pt x="11508" y="5085"/>
                    </a:lnTo>
                    <a:lnTo>
                      <a:pt x="11466" y="5085"/>
                    </a:lnTo>
                    <a:lnTo>
                      <a:pt x="11362" y="5169"/>
                    </a:lnTo>
                    <a:lnTo>
                      <a:pt x="11090" y="5252"/>
                    </a:lnTo>
                    <a:lnTo>
                      <a:pt x="10755" y="5273"/>
                    </a:lnTo>
                    <a:lnTo>
                      <a:pt x="10692" y="5210"/>
                    </a:lnTo>
                    <a:lnTo>
                      <a:pt x="10629" y="5210"/>
                    </a:lnTo>
                    <a:lnTo>
                      <a:pt x="10650" y="5273"/>
                    </a:lnTo>
                    <a:lnTo>
                      <a:pt x="10587" y="5315"/>
                    </a:lnTo>
                    <a:lnTo>
                      <a:pt x="10483" y="5294"/>
                    </a:lnTo>
                    <a:lnTo>
                      <a:pt x="10420" y="5294"/>
                    </a:lnTo>
                    <a:lnTo>
                      <a:pt x="10357" y="5420"/>
                    </a:lnTo>
                    <a:lnTo>
                      <a:pt x="10211" y="5587"/>
                    </a:lnTo>
                    <a:lnTo>
                      <a:pt x="10148" y="5524"/>
                    </a:lnTo>
                    <a:lnTo>
                      <a:pt x="10043" y="5524"/>
                    </a:lnTo>
                    <a:lnTo>
                      <a:pt x="10022" y="5503"/>
                    </a:lnTo>
                    <a:lnTo>
                      <a:pt x="9897" y="5503"/>
                    </a:lnTo>
                    <a:lnTo>
                      <a:pt x="9813" y="5566"/>
                    </a:lnTo>
                    <a:lnTo>
                      <a:pt x="9730" y="5566"/>
                    </a:lnTo>
                    <a:lnTo>
                      <a:pt x="9688" y="5629"/>
                    </a:lnTo>
                    <a:lnTo>
                      <a:pt x="9583" y="5671"/>
                    </a:lnTo>
                    <a:lnTo>
                      <a:pt x="9478" y="5734"/>
                    </a:lnTo>
                    <a:lnTo>
                      <a:pt x="9311" y="5817"/>
                    </a:lnTo>
                    <a:lnTo>
                      <a:pt x="9123" y="5880"/>
                    </a:lnTo>
                    <a:lnTo>
                      <a:pt x="9081" y="5985"/>
                    </a:lnTo>
                    <a:lnTo>
                      <a:pt x="9081" y="6152"/>
                    </a:lnTo>
                    <a:lnTo>
                      <a:pt x="9102" y="6466"/>
                    </a:lnTo>
                    <a:lnTo>
                      <a:pt x="9081" y="6633"/>
                    </a:lnTo>
                    <a:lnTo>
                      <a:pt x="9018" y="6612"/>
                    </a:lnTo>
                    <a:lnTo>
                      <a:pt x="8955" y="6654"/>
                    </a:lnTo>
                    <a:lnTo>
                      <a:pt x="8704" y="6863"/>
                    </a:lnTo>
                    <a:lnTo>
                      <a:pt x="8788" y="6759"/>
                    </a:lnTo>
                    <a:lnTo>
                      <a:pt x="8893" y="6633"/>
                    </a:lnTo>
                    <a:lnTo>
                      <a:pt x="8914" y="6550"/>
                    </a:lnTo>
                    <a:lnTo>
                      <a:pt x="8872" y="6529"/>
                    </a:lnTo>
                    <a:lnTo>
                      <a:pt x="8872" y="6445"/>
                    </a:lnTo>
                    <a:lnTo>
                      <a:pt x="8746" y="6257"/>
                    </a:lnTo>
                    <a:lnTo>
                      <a:pt x="8662" y="6257"/>
                    </a:lnTo>
                    <a:lnTo>
                      <a:pt x="8600" y="6173"/>
                    </a:lnTo>
                    <a:lnTo>
                      <a:pt x="8537" y="6152"/>
                    </a:lnTo>
                    <a:lnTo>
                      <a:pt x="8537" y="6006"/>
                    </a:lnTo>
                    <a:lnTo>
                      <a:pt x="8390" y="5817"/>
                    </a:lnTo>
                    <a:lnTo>
                      <a:pt x="8370" y="5817"/>
                    </a:lnTo>
                    <a:lnTo>
                      <a:pt x="8286" y="5796"/>
                    </a:lnTo>
                    <a:lnTo>
                      <a:pt x="8265" y="5692"/>
                    </a:lnTo>
                    <a:lnTo>
                      <a:pt x="8181" y="5629"/>
                    </a:lnTo>
                    <a:lnTo>
                      <a:pt x="8139" y="5671"/>
                    </a:lnTo>
                    <a:lnTo>
                      <a:pt x="8035" y="5587"/>
                    </a:lnTo>
                    <a:lnTo>
                      <a:pt x="7846" y="5378"/>
                    </a:lnTo>
                    <a:lnTo>
                      <a:pt x="7805" y="5190"/>
                    </a:lnTo>
                    <a:lnTo>
                      <a:pt x="7805" y="5001"/>
                    </a:lnTo>
                    <a:lnTo>
                      <a:pt x="7763" y="4980"/>
                    </a:lnTo>
                    <a:lnTo>
                      <a:pt x="7721" y="5043"/>
                    </a:lnTo>
                    <a:lnTo>
                      <a:pt x="7658" y="5001"/>
                    </a:lnTo>
                    <a:lnTo>
                      <a:pt x="7616" y="4876"/>
                    </a:lnTo>
                    <a:lnTo>
                      <a:pt x="7658" y="4750"/>
                    </a:lnTo>
                    <a:lnTo>
                      <a:pt x="7637" y="4729"/>
                    </a:lnTo>
                    <a:lnTo>
                      <a:pt x="7658" y="4646"/>
                    </a:lnTo>
                    <a:lnTo>
                      <a:pt x="7533" y="4520"/>
                    </a:lnTo>
                    <a:lnTo>
                      <a:pt x="7533" y="4415"/>
                    </a:lnTo>
                    <a:lnTo>
                      <a:pt x="7428" y="4332"/>
                    </a:lnTo>
                    <a:lnTo>
                      <a:pt x="7386" y="4332"/>
                    </a:lnTo>
                    <a:lnTo>
                      <a:pt x="7323" y="4248"/>
                    </a:lnTo>
                    <a:lnTo>
                      <a:pt x="7219" y="4164"/>
                    </a:lnTo>
                    <a:lnTo>
                      <a:pt x="7114" y="4164"/>
                    </a:lnTo>
                    <a:lnTo>
                      <a:pt x="6800" y="3934"/>
                    </a:lnTo>
                    <a:lnTo>
                      <a:pt x="6717" y="3934"/>
                    </a:lnTo>
                    <a:lnTo>
                      <a:pt x="6696" y="3850"/>
                    </a:lnTo>
                    <a:lnTo>
                      <a:pt x="0" y="16091"/>
                    </a:lnTo>
                    <a:lnTo>
                      <a:pt x="377" y="16091"/>
                    </a:lnTo>
                    <a:lnTo>
                      <a:pt x="502" y="16153"/>
                    </a:lnTo>
                    <a:lnTo>
                      <a:pt x="711" y="16007"/>
                    </a:lnTo>
                    <a:lnTo>
                      <a:pt x="1004" y="16049"/>
                    </a:lnTo>
                    <a:lnTo>
                      <a:pt x="858" y="16300"/>
                    </a:lnTo>
                    <a:lnTo>
                      <a:pt x="921" y="16446"/>
                    </a:lnTo>
                    <a:lnTo>
                      <a:pt x="1025" y="16718"/>
                    </a:lnTo>
                    <a:lnTo>
                      <a:pt x="1172" y="17388"/>
                    </a:lnTo>
                    <a:lnTo>
                      <a:pt x="1235" y="17534"/>
                    </a:lnTo>
                    <a:lnTo>
                      <a:pt x="1130" y="17702"/>
                    </a:lnTo>
                    <a:lnTo>
                      <a:pt x="1130" y="17765"/>
                    </a:lnTo>
                    <a:lnTo>
                      <a:pt x="1172" y="17765"/>
                    </a:lnTo>
                    <a:lnTo>
                      <a:pt x="1381" y="17744"/>
                    </a:lnTo>
                    <a:lnTo>
                      <a:pt x="1569" y="17723"/>
                    </a:lnTo>
                    <a:lnTo>
                      <a:pt x="1695" y="17639"/>
                    </a:lnTo>
                    <a:lnTo>
                      <a:pt x="1862" y="17409"/>
                    </a:lnTo>
                    <a:lnTo>
                      <a:pt x="1988" y="17283"/>
                    </a:lnTo>
                    <a:lnTo>
                      <a:pt x="2197" y="17200"/>
                    </a:lnTo>
                    <a:lnTo>
                      <a:pt x="2260" y="17179"/>
                    </a:lnTo>
                    <a:lnTo>
                      <a:pt x="2469" y="17116"/>
                    </a:lnTo>
                    <a:lnTo>
                      <a:pt x="2636" y="17116"/>
                    </a:lnTo>
                    <a:lnTo>
                      <a:pt x="2783" y="17221"/>
                    </a:lnTo>
                    <a:lnTo>
                      <a:pt x="2783" y="17325"/>
                    </a:lnTo>
                    <a:lnTo>
                      <a:pt x="2804" y="17409"/>
                    </a:lnTo>
                    <a:lnTo>
                      <a:pt x="2720" y="17555"/>
                    </a:lnTo>
                    <a:lnTo>
                      <a:pt x="2699" y="17639"/>
                    </a:lnTo>
                    <a:lnTo>
                      <a:pt x="2825" y="17974"/>
                    </a:lnTo>
                    <a:lnTo>
                      <a:pt x="2804" y="18078"/>
                    </a:lnTo>
                    <a:lnTo>
                      <a:pt x="2846" y="18288"/>
                    </a:lnTo>
                    <a:lnTo>
                      <a:pt x="2992" y="18455"/>
                    </a:lnTo>
                    <a:lnTo>
                      <a:pt x="3013" y="18664"/>
                    </a:lnTo>
                    <a:lnTo>
                      <a:pt x="3055" y="18748"/>
                    </a:lnTo>
                    <a:lnTo>
                      <a:pt x="3097" y="18853"/>
                    </a:lnTo>
                    <a:lnTo>
                      <a:pt x="3034" y="18957"/>
                    </a:lnTo>
                    <a:lnTo>
                      <a:pt x="3034" y="19062"/>
                    </a:lnTo>
                    <a:lnTo>
                      <a:pt x="3055" y="19146"/>
                    </a:lnTo>
                    <a:lnTo>
                      <a:pt x="3013" y="19501"/>
                    </a:lnTo>
                    <a:lnTo>
                      <a:pt x="3013" y="19920"/>
                    </a:lnTo>
                    <a:lnTo>
                      <a:pt x="3034" y="20338"/>
                    </a:lnTo>
                    <a:lnTo>
                      <a:pt x="2929" y="20380"/>
                    </a:lnTo>
                    <a:lnTo>
                      <a:pt x="2929" y="20464"/>
                    </a:lnTo>
                    <a:lnTo>
                      <a:pt x="2971" y="20464"/>
                    </a:lnTo>
                    <a:lnTo>
                      <a:pt x="3055" y="20527"/>
                    </a:lnTo>
                    <a:lnTo>
                      <a:pt x="3076" y="20568"/>
                    </a:lnTo>
                    <a:lnTo>
                      <a:pt x="3034" y="20589"/>
                    </a:lnTo>
                    <a:lnTo>
                      <a:pt x="2971" y="20652"/>
                    </a:lnTo>
                    <a:lnTo>
                      <a:pt x="3013" y="20736"/>
                    </a:lnTo>
                    <a:lnTo>
                      <a:pt x="3055" y="20778"/>
                    </a:lnTo>
                    <a:lnTo>
                      <a:pt x="3076" y="20861"/>
                    </a:lnTo>
                    <a:lnTo>
                      <a:pt x="3055" y="20903"/>
                    </a:lnTo>
                    <a:lnTo>
                      <a:pt x="3055" y="20966"/>
                    </a:lnTo>
                    <a:lnTo>
                      <a:pt x="3160" y="20966"/>
                    </a:lnTo>
                    <a:lnTo>
                      <a:pt x="3243" y="20987"/>
                    </a:lnTo>
                    <a:lnTo>
                      <a:pt x="3348" y="21154"/>
                    </a:lnTo>
                    <a:lnTo>
                      <a:pt x="3369" y="21217"/>
                    </a:lnTo>
                    <a:lnTo>
                      <a:pt x="3452" y="21280"/>
                    </a:lnTo>
                    <a:lnTo>
                      <a:pt x="3578" y="21363"/>
                    </a:lnTo>
                    <a:lnTo>
                      <a:pt x="3641" y="21468"/>
                    </a:lnTo>
                    <a:lnTo>
                      <a:pt x="3641" y="21573"/>
                    </a:lnTo>
                    <a:lnTo>
                      <a:pt x="3683" y="21594"/>
                    </a:lnTo>
                    <a:lnTo>
                      <a:pt x="3704" y="21635"/>
                    </a:lnTo>
                    <a:lnTo>
                      <a:pt x="3683" y="21698"/>
                    </a:lnTo>
                    <a:lnTo>
                      <a:pt x="3683" y="21740"/>
                    </a:lnTo>
                    <a:lnTo>
                      <a:pt x="3641" y="21782"/>
                    </a:lnTo>
                    <a:lnTo>
                      <a:pt x="3641" y="21845"/>
                    </a:lnTo>
                    <a:lnTo>
                      <a:pt x="3641" y="21887"/>
                    </a:lnTo>
                    <a:lnTo>
                      <a:pt x="3662" y="21907"/>
                    </a:lnTo>
                    <a:lnTo>
                      <a:pt x="3599" y="22033"/>
                    </a:lnTo>
                    <a:lnTo>
                      <a:pt x="3452" y="22326"/>
                    </a:lnTo>
                    <a:lnTo>
                      <a:pt x="3432" y="22514"/>
                    </a:lnTo>
                    <a:lnTo>
                      <a:pt x="3285" y="22661"/>
                    </a:lnTo>
                    <a:lnTo>
                      <a:pt x="3285" y="22744"/>
                    </a:lnTo>
                    <a:lnTo>
                      <a:pt x="3327" y="22744"/>
                    </a:lnTo>
                    <a:lnTo>
                      <a:pt x="3494" y="22535"/>
                    </a:lnTo>
                    <a:lnTo>
                      <a:pt x="3536" y="22410"/>
                    </a:lnTo>
                    <a:lnTo>
                      <a:pt x="3662" y="22305"/>
                    </a:lnTo>
                    <a:lnTo>
                      <a:pt x="3683" y="22347"/>
                    </a:lnTo>
                    <a:lnTo>
                      <a:pt x="3766" y="22368"/>
                    </a:lnTo>
                    <a:lnTo>
                      <a:pt x="3766" y="22431"/>
                    </a:lnTo>
                    <a:lnTo>
                      <a:pt x="3599" y="22514"/>
                    </a:lnTo>
                    <a:lnTo>
                      <a:pt x="3557" y="22619"/>
                    </a:lnTo>
                    <a:lnTo>
                      <a:pt x="3390" y="22786"/>
                    </a:lnTo>
                    <a:lnTo>
                      <a:pt x="3390" y="22828"/>
                    </a:lnTo>
                    <a:lnTo>
                      <a:pt x="3473" y="22828"/>
                    </a:lnTo>
                    <a:lnTo>
                      <a:pt x="3432" y="22870"/>
                    </a:lnTo>
                    <a:lnTo>
                      <a:pt x="3285" y="22849"/>
                    </a:lnTo>
                    <a:lnTo>
                      <a:pt x="3222" y="22870"/>
                    </a:lnTo>
                    <a:lnTo>
                      <a:pt x="3160" y="23037"/>
                    </a:lnTo>
                    <a:lnTo>
                      <a:pt x="3055" y="23142"/>
                    </a:lnTo>
                    <a:lnTo>
                      <a:pt x="3076" y="23268"/>
                    </a:lnTo>
                    <a:lnTo>
                      <a:pt x="3034" y="23247"/>
                    </a:lnTo>
                    <a:lnTo>
                      <a:pt x="2971" y="23184"/>
                    </a:lnTo>
                    <a:lnTo>
                      <a:pt x="2908" y="23247"/>
                    </a:lnTo>
                    <a:lnTo>
                      <a:pt x="2908" y="23393"/>
                    </a:lnTo>
                    <a:lnTo>
                      <a:pt x="3013" y="23393"/>
                    </a:lnTo>
                    <a:lnTo>
                      <a:pt x="3034" y="23477"/>
                    </a:lnTo>
                    <a:lnTo>
                      <a:pt x="2971" y="23665"/>
                    </a:lnTo>
                    <a:lnTo>
                      <a:pt x="2950" y="23937"/>
                    </a:lnTo>
                    <a:lnTo>
                      <a:pt x="3013" y="24125"/>
                    </a:lnTo>
                    <a:lnTo>
                      <a:pt x="3076" y="24293"/>
                    </a:lnTo>
                    <a:lnTo>
                      <a:pt x="3160" y="24314"/>
                    </a:lnTo>
                    <a:lnTo>
                      <a:pt x="3180" y="24230"/>
                    </a:lnTo>
                    <a:lnTo>
                      <a:pt x="3264" y="24146"/>
                    </a:lnTo>
                    <a:lnTo>
                      <a:pt x="3452" y="24104"/>
                    </a:lnTo>
                    <a:lnTo>
                      <a:pt x="3557" y="24021"/>
                    </a:lnTo>
                    <a:lnTo>
                      <a:pt x="3662" y="23895"/>
                    </a:lnTo>
                    <a:lnTo>
                      <a:pt x="3704" y="23895"/>
                    </a:lnTo>
                    <a:lnTo>
                      <a:pt x="3704" y="24021"/>
                    </a:lnTo>
                    <a:lnTo>
                      <a:pt x="3662" y="24125"/>
                    </a:lnTo>
                    <a:lnTo>
                      <a:pt x="3599" y="24146"/>
                    </a:lnTo>
                    <a:lnTo>
                      <a:pt x="3536" y="24251"/>
                    </a:lnTo>
                    <a:lnTo>
                      <a:pt x="3536" y="24314"/>
                    </a:lnTo>
                    <a:lnTo>
                      <a:pt x="3641" y="24397"/>
                    </a:lnTo>
                    <a:lnTo>
                      <a:pt x="3704" y="24460"/>
                    </a:lnTo>
                    <a:lnTo>
                      <a:pt x="3808" y="24460"/>
                    </a:lnTo>
                    <a:lnTo>
                      <a:pt x="3892" y="24502"/>
                    </a:lnTo>
                    <a:lnTo>
                      <a:pt x="3955" y="24544"/>
                    </a:lnTo>
                    <a:lnTo>
                      <a:pt x="3808" y="24502"/>
                    </a:lnTo>
                    <a:lnTo>
                      <a:pt x="3683" y="24502"/>
                    </a:lnTo>
                    <a:lnTo>
                      <a:pt x="3578" y="24439"/>
                    </a:lnTo>
                    <a:lnTo>
                      <a:pt x="3432" y="24439"/>
                    </a:lnTo>
                    <a:lnTo>
                      <a:pt x="3369" y="24523"/>
                    </a:lnTo>
                    <a:lnTo>
                      <a:pt x="3369" y="24607"/>
                    </a:lnTo>
                    <a:lnTo>
                      <a:pt x="3432" y="24669"/>
                    </a:lnTo>
                    <a:lnTo>
                      <a:pt x="3452" y="24920"/>
                    </a:lnTo>
                    <a:lnTo>
                      <a:pt x="3494" y="24983"/>
                    </a:lnTo>
                    <a:lnTo>
                      <a:pt x="3557" y="24983"/>
                    </a:lnTo>
                    <a:lnTo>
                      <a:pt x="3641" y="24941"/>
                    </a:lnTo>
                    <a:lnTo>
                      <a:pt x="3683" y="24983"/>
                    </a:lnTo>
                    <a:lnTo>
                      <a:pt x="3641" y="25046"/>
                    </a:lnTo>
                    <a:lnTo>
                      <a:pt x="3599" y="25088"/>
                    </a:lnTo>
                    <a:lnTo>
                      <a:pt x="3683" y="25151"/>
                    </a:lnTo>
                    <a:lnTo>
                      <a:pt x="3683" y="25192"/>
                    </a:lnTo>
                    <a:lnTo>
                      <a:pt x="3662" y="25255"/>
                    </a:lnTo>
                    <a:lnTo>
                      <a:pt x="3557" y="25234"/>
                    </a:lnTo>
                    <a:lnTo>
                      <a:pt x="3411" y="25276"/>
                    </a:lnTo>
                    <a:lnTo>
                      <a:pt x="3264" y="25381"/>
                    </a:lnTo>
                    <a:lnTo>
                      <a:pt x="3243" y="25423"/>
                    </a:lnTo>
                    <a:lnTo>
                      <a:pt x="3306" y="25485"/>
                    </a:lnTo>
                    <a:lnTo>
                      <a:pt x="3452" y="25423"/>
                    </a:lnTo>
                    <a:lnTo>
                      <a:pt x="3536" y="25465"/>
                    </a:lnTo>
                    <a:lnTo>
                      <a:pt x="3452" y="25485"/>
                    </a:lnTo>
                    <a:lnTo>
                      <a:pt x="3432" y="25548"/>
                    </a:lnTo>
                    <a:lnTo>
                      <a:pt x="3515" y="25632"/>
                    </a:lnTo>
                    <a:lnTo>
                      <a:pt x="3662" y="25590"/>
                    </a:lnTo>
                    <a:lnTo>
                      <a:pt x="3829" y="25465"/>
                    </a:lnTo>
                    <a:lnTo>
                      <a:pt x="3934" y="25297"/>
                    </a:lnTo>
                    <a:lnTo>
                      <a:pt x="4038" y="25297"/>
                    </a:lnTo>
                    <a:lnTo>
                      <a:pt x="4143" y="25213"/>
                    </a:lnTo>
                    <a:lnTo>
                      <a:pt x="4164" y="25109"/>
                    </a:lnTo>
                    <a:lnTo>
                      <a:pt x="4185" y="25088"/>
                    </a:lnTo>
                    <a:lnTo>
                      <a:pt x="4206" y="25172"/>
                    </a:lnTo>
                    <a:lnTo>
                      <a:pt x="4143" y="25339"/>
                    </a:lnTo>
                    <a:lnTo>
                      <a:pt x="4038" y="25402"/>
                    </a:lnTo>
                    <a:lnTo>
                      <a:pt x="3913" y="25465"/>
                    </a:lnTo>
                    <a:lnTo>
                      <a:pt x="3892" y="25548"/>
                    </a:lnTo>
                    <a:lnTo>
                      <a:pt x="3955" y="25611"/>
                    </a:lnTo>
                    <a:lnTo>
                      <a:pt x="4038" y="25590"/>
                    </a:lnTo>
                    <a:lnTo>
                      <a:pt x="4164" y="25590"/>
                    </a:lnTo>
                    <a:lnTo>
                      <a:pt x="4268" y="25611"/>
                    </a:lnTo>
                    <a:lnTo>
                      <a:pt x="4122" y="25611"/>
                    </a:lnTo>
                    <a:lnTo>
                      <a:pt x="4017" y="25674"/>
                    </a:lnTo>
                    <a:lnTo>
                      <a:pt x="4017" y="25820"/>
                    </a:lnTo>
                    <a:lnTo>
                      <a:pt x="4059" y="25967"/>
                    </a:lnTo>
                    <a:lnTo>
                      <a:pt x="4017" y="25988"/>
                    </a:lnTo>
                    <a:lnTo>
                      <a:pt x="3976" y="25904"/>
                    </a:lnTo>
                    <a:lnTo>
                      <a:pt x="3976" y="25757"/>
                    </a:lnTo>
                    <a:lnTo>
                      <a:pt x="3913" y="25674"/>
                    </a:lnTo>
                    <a:lnTo>
                      <a:pt x="3850" y="25716"/>
                    </a:lnTo>
                    <a:lnTo>
                      <a:pt x="3578" y="25904"/>
                    </a:lnTo>
                    <a:lnTo>
                      <a:pt x="3536" y="25988"/>
                    </a:lnTo>
                    <a:lnTo>
                      <a:pt x="3369" y="26071"/>
                    </a:lnTo>
                    <a:lnTo>
                      <a:pt x="3327" y="26134"/>
                    </a:lnTo>
                    <a:lnTo>
                      <a:pt x="3348" y="26218"/>
                    </a:lnTo>
                    <a:lnTo>
                      <a:pt x="3348" y="26301"/>
                    </a:lnTo>
                    <a:lnTo>
                      <a:pt x="3369" y="26322"/>
                    </a:lnTo>
                    <a:lnTo>
                      <a:pt x="3452" y="26281"/>
                    </a:lnTo>
                    <a:lnTo>
                      <a:pt x="3557" y="26218"/>
                    </a:lnTo>
                    <a:lnTo>
                      <a:pt x="3599" y="26113"/>
                    </a:lnTo>
                    <a:lnTo>
                      <a:pt x="3662" y="26134"/>
                    </a:lnTo>
                    <a:lnTo>
                      <a:pt x="3704" y="26197"/>
                    </a:lnTo>
                    <a:lnTo>
                      <a:pt x="3892" y="26218"/>
                    </a:lnTo>
                    <a:lnTo>
                      <a:pt x="3871" y="26239"/>
                    </a:lnTo>
                    <a:lnTo>
                      <a:pt x="3766" y="26218"/>
                    </a:lnTo>
                    <a:lnTo>
                      <a:pt x="3599" y="26218"/>
                    </a:lnTo>
                    <a:lnTo>
                      <a:pt x="3536" y="26281"/>
                    </a:lnTo>
                    <a:lnTo>
                      <a:pt x="3536" y="26322"/>
                    </a:lnTo>
                    <a:lnTo>
                      <a:pt x="3557" y="26385"/>
                    </a:lnTo>
                    <a:lnTo>
                      <a:pt x="3473" y="26406"/>
                    </a:lnTo>
                    <a:lnTo>
                      <a:pt x="3432" y="26385"/>
                    </a:lnTo>
                    <a:lnTo>
                      <a:pt x="3264" y="26427"/>
                    </a:lnTo>
                    <a:lnTo>
                      <a:pt x="3264" y="26490"/>
                    </a:lnTo>
                    <a:lnTo>
                      <a:pt x="3390" y="26490"/>
                    </a:lnTo>
                    <a:lnTo>
                      <a:pt x="3473" y="26532"/>
                    </a:lnTo>
                    <a:lnTo>
                      <a:pt x="3578" y="26532"/>
                    </a:lnTo>
                    <a:lnTo>
                      <a:pt x="3515" y="26594"/>
                    </a:lnTo>
                    <a:lnTo>
                      <a:pt x="3390" y="26594"/>
                    </a:lnTo>
                    <a:lnTo>
                      <a:pt x="3327" y="26532"/>
                    </a:lnTo>
                    <a:lnTo>
                      <a:pt x="3222" y="26553"/>
                    </a:lnTo>
                    <a:lnTo>
                      <a:pt x="3180" y="26657"/>
                    </a:lnTo>
                    <a:lnTo>
                      <a:pt x="3243" y="26720"/>
                    </a:lnTo>
                    <a:lnTo>
                      <a:pt x="3327" y="26720"/>
                    </a:lnTo>
                    <a:lnTo>
                      <a:pt x="3452" y="26699"/>
                    </a:lnTo>
                    <a:lnTo>
                      <a:pt x="3536" y="26741"/>
                    </a:lnTo>
                    <a:lnTo>
                      <a:pt x="3683" y="26741"/>
                    </a:lnTo>
                    <a:lnTo>
                      <a:pt x="3662" y="26804"/>
                    </a:lnTo>
                    <a:lnTo>
                      <a:pt x="3557" y="26825"/>
                    </a:lnTo>
                    <a:lnTo>
                      <a:pt x="3452" y="26804"/>
                    </a:lnTo>
                    <a:lnTo>
                      <a:pt x="3432" y="26825"/>
                    </a:lnTo>
                    <a:lnTo>
                      <a:pt x="3452" y="26845"/>
                    </a:lnTo>
                    <a:lnTo>
                      <a:pt x="3662" y="26845"/>
                    </a:lnTo>
                    <a:lnTo>
                      <a:pt x="3662" y="26908"/>
                    </a:lnTo>
                    <a:lnTo>
                      <a:pt x="3536" y="26929"/>
                    </a:lnTo>
                    <a:lnTo>
                      <a:pt x="3390" y="26908"/>
                    </a:lnTo>
                    <a:lnTo>
                      <a:pt x="3327" y="26845"/>
                    </a:lnTo>
                    <a:lnTo>
                      <a:pt x="3264" y="26908"/>
                    </a:lnTo>
                    <a:lnTo>
                      <a:pt x="3327" y="27013"/>
                    </a:lnTo>
                    <a:lnTo>
                      <a:pt x="3452" y="27076"/>
                    </a:lnTo>
                    <a:lnTo>
                      <a:pt x="3473" y="27013"/>
                    </a:lnTo>
                    <a:lnTo>
                      <a:pt x="3557" y="27013"/>
                    </a:lnTo>
                    <a:lnTo>
                      <a:pt x="3641" y="27055"/>
                    </a:lnTo>
                    <a:lnTo>
                      <a:pt x="3787" y="27034"/>
                    </a:lnTo>
                    <a:lnTo>
                      <a:pt x="3850" y="27076"/>
                    </a:lnTo>
                    <a:lnTo>
                      <a:pt x="3766" y="27117"/>
                    </a:lnTo>
                    <a:lnTo>
                      <a:pt x="3766" y="27159"/>
                    </a:lnTo>
                    <a:lnTo>
                      <a:pt x="3871" y="27159"/>
                    </a:lnTo>
                    <a:lnTo>
                      <a:pt x="3892" y="27243"/>
                    </a:lnTo>
                    <a:lnTo>
                      <a:pt x="4026" y="27276"/>
                    </a:lnTo>
                    <a:lnTo>
                      <a:pt x="3976" y="27285"/>
                    </a:lnTo>
                    <a:lnTo>
                      <a:pt x="3871" y="27285"/>
                    </a:lnTo>
                    <a:lnTo>
                      <a:pt x="3787" y="27369"/>
                    </a:lnTo>
                    <a:lnTo>
                      <a:pt x="3787" y="27431"/>
                    </a:lnTo>
                    <a:lnTo>
                      <a:pt x="3871" y="27473"/>
                    </a:lnTo>
                    <a:lnTo>
                      <a:pt x="3913" y="27431"/>
                    </a:lnTo>
                    <a:lnTo>
                      <a:pt x="3976" y="27389"/>
                    </a:lnTo>
                    <a:lnTo>
                      <a:pt x="3996" y="27452"/>
                    </a:lnTo>
                    <a:lnTo>
                      <a:pt x="4017" y="27452"/>
                    </a:lnTo>
                    <a:lnTo>
                      <a:pt x="4080" y="27369"/>
                    </a:lnTo>
                    <a:lnTo>
                      <a:pt x="4185" y="27306"/>
                    </a:lnTo>
                    <a:lnTo>
                      <a:pt x="4185" y="27369"/>
                    </a:lnTo>
                    <a:lnTo>
                      <a:pt x="4164" y="27410"/>
                    </a:lnTo>
                    <a:lnTo>
                      <a:pt x="4164" y="27473"/>
                    </a:lnTo>
                    <a:lnTo>
                      <a:pt x="4206" y="27494"/>
                    </a:lnTo>
                    <a:lnTo>
                      <a:pt x="4289" y="27557"/>
                    </a:lnTo>
                    <a:lnTo>
                      <a:pt x="4373" y="27557"/>
                    </a:lnTo>
                    <a:lnTo>
                      <a:pt x="4499" y="27369"/>
                    </a:lnTo>
                    <a:lnTo>
                      <a:pt x="4520" y="27159"/>
                    </a:lnTo>
                    <a:lnTo>
                      <a:pt x="4582" y="27055"/>
                    </a:lnTo>
                    <a:lnTo>
                      <a:pt x="4645" y="27034"/>
                    </a:lnTo>
                    <a:lnTo>
                      <a:pt x="4645" y="27097"/>
                    </a:lnTo>
                    <a:lnTo>
                      <a:pt x="4603" y="27159"/>
                    </a:lnTo>
                    <a:lnTo>
                      <a:pt x="4603" y="27306"/>
                    </a:lnTo>
                    <a:lnTo>
                      <a:pt x="4499" y="27473"/>
                    </a:lnTo>
                    <a:lnTo>
                      <a:pt x="4415" y="27557"/>
                    </a:lnTo>
                    <a:lnTo>
                      <a:pt x="4436" y="27599"/>
                    </a:lnTo>
                    <a:lnTo>
                      <a:pt x="4582" y="27599"/>
                    </a:lnTo>
                    <a:lnTo>
                      <a:pt x="4687" y="27578"/>
                    </a:lnTo>
                    <a:lnTo>
                      <a:pt x="4708" y="27599"/>
                    </a:lnTo>
                    <a:lnTo>
                      <a:pt x="4624" y="27682"/>
                    </a:lnTo>
                    <a:lnTo>
                      <a:pt x="4582" y="27808"/>
                    </a:lnTo>
                    <a:lnTo>
                      <a:pt x="4415" y="27913"/>
                    </a:lnTo>
                    <a:lnTo>
                      <a:pt x="4415" y="27975"/>
                    </a:lnTo>
                    <a:lnTo>
                      <a:pt x="4499" y="28122"/>
                    </a:lnTo>
                    <a:lnTo>
                      <a:pt x="4624" y="28185"/>
                    </a:lnTo>
                    <a:lnTo>
                      <a:pt x="4708" y="28122"/>
                    </a:lnTo>
                    <a:lnTo>
                      <a:pt x="4792" y="28122"/>
                    </a:lnTo>
                    <a:lnTo>
                      <a:pt x="4812" y="28226"/>
                    </a:lnTo>
                    <a:lnTo>
                      <a:pt x="4875" y="28331"/>
                    </a:lnTo>
                    <a:lnTo>
                      <a:pt x="4875" y="28415"/>
                    </a:lnTo>
                    <a:lnTo>
                      <a:pt x="4812" y="28415"/>
                    </a:lnTo>
                    <a:lnTo>
                      <a:pt x="4771" y="28310"/>
                    </a:lnTo>
                    <a:lnTo>
                      <a:pt x="4708" y="28310"/>
                    </a:lnTo>
                    <a:lnTo>
                      <a:pt x="4708" y="28415"/>
                    </a:lnTo>
                    <a:lnTo>
                      <a:pt x="4812" y="28561"/>
                    </a:lnTo>
                    <a:lnTo>
                      <a:pt x="4938" y="28498"/>
                    </a:lnTo>
                    <a:lnTo>
                      <a:pt x="5085" y="28436"/>
                    </a:lnTo>
                    <a:lnTo>
                      <a:pt x="5147" y="28352"/>
                    </a:lnTo>
                    <a:lnTo>
                      <a:pt x="5147" y="28352"/>
                    </a:lnTo>
                    <a:lnTo>
                      <a:pt x="5126" y="28519"/>
                    </a:lnTo>
                    <a:lnTo>
                      <a:pt x="5022" y="28750"/>
                    </a:lnTo>
                    <a:lnTo>
                      <a:pt x="5043" y="28938"/>
                    </a:lnTo>
                    <a:lnTo>
                      <a:pt x="5126" y="28959"/>
                    </a:lnTo>
                    <a:lnTo>
                      <a:pt x="20087" y="30444"/>
                    </a:lnTo>
                    <a:lnTo>
                      <a:pt x="20212" y="30507"/>
                    </a:lnTo>
                    <a:lnTo>
                      <a:pt x="20359" y="30507"/>
                    </a:lnTo>
                    <a:lnTo>
                      <a:pt x="20484" y="30612"/>
                    </a:lnTo>
                    <a:lnTo>
                      <a:pt x="20484" y="30674"/>
                    </a:lnTo>
                    <a:lnTo>
                      <a:pt x="20568" y="30737"/>
                    </a:lnTo>
                    <a:lnTo>
                      <a:pt x="20589" y="30779"/>
                    </a:lnTo>
                    <a:lnTo>
                      <a:pt x="20694" y="30821"/>
                    </a:lnTo>
                    <a:lnTo>
                      <a:pt x="20714" y="30842"/>
                    </a:lnTo>
                    <a:lnTo>
                      <a:pt x="20840" y="30884"/>
                    </a:lnTo>
                    <a:lnTo>
                      <a:pt x="20903" y="30946"/>
                    </a:lnTo>
                    <a:lnTo>
                      <a:pt x="20945" y="30946"/>
                    </a:lnTo>
                    <a:lnTo>
                      <a:pt x="21049" y="30926"/>
                    </a:lnTo>
                    <a:lnTo>
                      <a:pt x="21133" y="30946"/>
                    </a:lnTo>
                    <a:lnTo>
                      <a:pt x="21238" y="30946"/>
                    </a:lnTo>
                    <a:lnTo>
                      <a:pt x="21363" y="31051"/>
                    </a:lnTo>
                    <a:lnTo>
                      <a:pt x="21447" y="31051"/>
                    </a:lnTo>
                    <a:lnTo>
                      <a:pt x="21510" y="31198"/>
                    </a:lnTo>
                    <a:lnTo>
                      <a:pt x="21719" y="31239"/>
                    </a:lnTo>
                    <a:lnTo>
                      <a:pt x="21823" y="31260"/>
                    </a:lnTo>
                    <a:lnTo>
                      <a:pt x="21886" y="31344"/>
                    </a:lnTo>
                    <a:lnTo>
                      <a:pt x="21970" y="31407"/>
                    </a:lnTo>
                    <a:lnTo>
                      <a:pt x="22158" y="31407"/>
                    </a:lnTo>
                    <a:lnTo>
                      <a:pt x="22263" y="31344"/>
                    </a:lnTo>
                    <a:lnTo>
                      <a:pt x="22305" y="31407"/>
                    </a:lnTo>
                    <a:lnTo>
                      <a:pt x="22367" y="31511"/>
                    </a:lnTo>
                    <a:lnTo>
                      <a:pt x="22618" y="31532"/>
                    </a:lnTo>
                    <a:lnTo>
                      <a:pt x="22681" y="31574"/>
                    </a:lnTo>
                    <a:lnTo>
                      <a:pt x="22807" y="31616"/>
                    </a:lnTo>
                    <a:lnTo>
                      <a:pt x="22890" y="31658"/>
                    </a:lnTo>
                    <a:lnTo>
                      <a:pt x="25192" y="32725"/>
                    </a:lnTo>
                    <a:lnTo>
                      <a:pt x="25339" y="32913"/>
                    </a:lnTo>
                    <a:lnTo>
                      <a:pt x="25694" y="33206"/>
                    </a:lnTo>
                    <a:lnTo>
                      <a:pt x="26050" y="34985"/>
                    </a:lnTo>
                    <a:lnTo>
                      <a:pt x="26008" y="35738"/>
                    </a:lnTo>
                    <a:lnTo>
                      <a:pt x="25945" y="35864"/>
                    </a:lnTo>
                    <a:lnTo>
                      <a:pt x="25903" y="36010"/>
                    </a:lnTo>
                    <a:lnTo>
                      <a:pt x="25820" y="36136"/>
                    </a:lnTo>
                    <a:lnTo>
                      <a:pt x="25611" y="36240"/>
                    </a:lnTo>
                    <a:lnTo>
                      <a:pt x="25506" y="36366"/>
                    </a:lnTo>
                    <a:lnTo>
                      <a:pt x="25611" y="36554"/>
                    </a:lnTo>
                    <a:lnTo>
                      <a:pt x="27598" y="36031"/>
                    </a:lnTo>
                    <a:lnTo>
                      <a:pt x="27849" y="35947"/>
                    </a:lnTo>
                    <a:lnTo>
                      <a:pt x="27912" y="35654"/>
                    </a:lnTo>
                    <a:lnTo>
                      <a:pt x="28979" y="35340"/>
                    </a:lnTo>
                    <a:lnTo>
                      <a:pt x="29461" y="34985"/>
                    </a:lnTo>
                    <a:lnTo>
                      <a:pt x="29565" y="34901"/>
                    </a:lnTo>
                    <a:lnTo>
                      <a:pt x="29712" y="34880"/>
                    </a:lnTo>
                    <a:lnTo>
                      <a:pt x="29984" y="34650"/>
                    </a:lnTo>
                    <a:lnTo>
                      <a:pt x="30088" y="34545"/>
                    </a:lnTo>
                    <a:lnTo>
                      <a:pt x="30214" y="34483"/>
                    </a:lnTo>
                    <a:lnTo>
                      <a:pt x="30318" y="34378"/>
                    </a:lnTo>
                    <a:lnTo>
                      <a:pt x="30528" y="34357"/>
                    </a:lnTo>
                    <a:lnTo>
                      <a:pt x="32202" y="34378"/>
                    </a:lnTo>
                    <a:lnTo>
                      <a:pt x="32327" y="34252"/>
                    </a:lnTo>
                    <a:lnTo>
                      <a:pt x="32390" y="34252"/>
                    </a:lnTo>
                    <a:lnTo>
                      <a:pt x="32432" y="34190"/>
                    </a:lnTo>
                    <a:lnTo>
                      <a:pt x="32515" y="34190"/>
                    </a:lnTo>
                    <a:lnTo>
                      <a:pt x="32620" y="34231"/>
                    </a:lnTo>
                    <a:lnTo>
                      <a:pt x="32704" y="34169"/>
                    </a:lnTo>
                    <a:lnTo>
                      <a:pt x="32725" y="34085"/>
                    </a:lnTo>
                    <a:lnTo>
                      <a:pt x="32913" y="33876"/>
                    </a:lnTo>
                    <a:lnTo>
                      <a:pt x="32976" y="33855"/>
                    </a:lnTo>
                    <a:lnTo>
                      <a:pt x="33143" y="33667"/>
                    </a:lnTo>
                    <a:lnTo>
                      <a:pt x="33185" y="33541"/>
                    </a:lnTo>
                    <a:lnTo>
                      <a:pt x="33227" y="33415"/>
                    </a:lnTo>
                    <a:lnTo>
                      <a:pt x="33373" y="33332"/>
                    </a:lnTo>
                    <a:lnTo>
                      <a:pt x="33373" y="33227"/>
                    </a:lnTo>
                    <a:lnTo>
                      <a:pt x="33478" y="33102"/>
                    </a:lnTo>
                    <a:lnTo>
                      <a:pt x="33687" y="32871"/>
                    </a:lnTo>
                    <a:lnTo>
                      <a:pt x="33750" y="32767"/>
                    </a:lnTo>
                    <a:lnTo>
                      <a:pt x="33854" y="32662"/>
                    </a:lnTo>
                    <a:lnTo>
                      <a:pt x="33875" y="32662"/>
                    </a:lnTo>
                    <a:lnTo>
                      <a:pt x="33959" y="32704"/>
                    </a:lnTo>
                    <a:lnTo>
                      <a:pt x="34022" y="32788"/>
                    </a:lnTo>
                    <a:lnTo>
                      <a:pt x="34168" y="32767"/>
                    </a:lnTo>
                    <a:lnTo>
                      <a:pt x="34315" y="32809"/>
                    </a:lnTo>
                    <a:lnTo>
                      <a:pt x="34378" y="32767"/>
                    </a:lnTo>
                    <a:lnTo>
                      <a:pt x="34608" y="32976"/>
                    </a:lnTo>
                    <a:lnTo>
                      <a:pt x="34608" y="33143"/>
                    </a:lnTo>
                    <a:lnTo>
                      <a:pt x="34482" y="33876"/>
                    </a:lnTo>
                    <a:lnTo>
                      <a:pt x="34440" y="33959"/>
                    </a:lnTo>
                    <a:lnTo>
                      <a:pt x="34503" y="33959"/>
                    </a:lnTo>
                    <a:lnTo>
                      <a:pt x="34524" y="34043"/>
                    </a:lnTo>
                    <a:lnTo>
                      <a:pt x="34587" y="34085"/>
                    </a:lnTo>
                    <a:lnTo>
                      <a:pt x="34587" y="34190"/>
                    </a:lnTo>
                    <a:lnTo>
                      <a:pt x="34587" y="34252"/>
                    </a:lnTo>
                    <a:lnTo>
                      <a:pt x="34587" y="34294"/>
                    </a:lnTo>
                    <a:lnTo>
                      <a:pt x="34545" y="34357"/>
                    </a:lnTo>
                    <a:lnTo>
                      <a:pt x="34587" y="34378"/>
                    </a:lnTo>
                    <a:lnTo>
                      <a:pt x="34733" y="34399"/>
                    </a:lnTo>
                    <a:lnTo>
                      <a:pt x="34859" y="34378"/>
                    </a:lnTo>
                    <a:lnTo>
                      <a:pt x="34901" y="34462"/>
                    </a:lnTo>
                    <a:lnTo>
                      <a:pt x="34963" y="34483"/>
                    </a:lnTo>
                    <a:lnTo>
                      <a:pt x="35026" y="34399"/>
                    </a:lnTo>
                    <a:lnTo>
                      <a:pt x="35110" y="34462"/>
                    </a:lnTo>
                    <a:lnTo>
                      <a:pt x="35235" y="34441"/>
                    </a:lnTo>
                    <a:lnTo>
                      <a:pt x="35277" y="34336"/>
                    </a:lnTo>
                    <a:lnTo>
                      <a:pt x="35382" y="34231"/>
                    </a:lnTo>
                    <a:lnTo>
                      <a:pt x="35382" y="34231"/>
                    </a:lnTo>
                    <a:lnTo>
                      <a:pt x="35319" y="34336"/>
                    </a:lnTo>
                    <a:lnTo>
                      <a:pt x="35340" y="34336"/>
                    </a:lnTo>
                    <a:lnTo>
                      <a:pt x="35319" y="34378"/>
                    </a:lnTo>
                    <a:lnTo>
                      <a:pt x="35361" y="34399"/>
                    </a:lnTo>
                    <a:lnTo>
                      <a:pt x="35633" y="34336"/>
                    </a:lnTo>
                    <a:lnTo>
                      <a:pt x="35675" y="34252"/>
                    </a:lnTo>
                    <a:lnTo>
                      <a:pt x="35842" y="34252"/>
                    </a:lnTo>
                    <a:lnTo>
                      <a:pt x="35968" y="34127"/>
                    </a:lnTo>
                    <a:lnTo>
                      <a:pt x="36072" y="34085"/>
                    </a:lnTo>
                    <a:lnTo>
                      <a:pt x="36198" y="33918"/>
                    </a:lnTo>
                    <a:lnTo>
                      <a:pt x="36198" y="33980"/>
                    </a:lnTo>
                    <a:lnTo>
                      <a:pt x="36282" y="33939"/>
                    </a:lnTo>
                    <a:lnTo>
                      <a:pt x="36282" y="33980"/>
                    </a:lnTo>
                    <a:lnTo>
                      <a:pt x="36156" y="34127"/>
                    </a:lnTo>
                    <a:lnTo>
                      <a:pt x="36051" y="34148"/>
                    </a:lnTo>
                    <a:lnTo>
                      <a:pt x="35947" y="34294"/>
                    </a:lnTo>
                    <a:lnTo>
                      <a:pt x="36072" y="34336"/>
                    </a:lnTo>
                    <a:lnTo>
                      <a:pt x="36156" y="34231"/>
                    </a:lnTo>
                    <a:lnTo>
                      <a:pt x="36261" y="34231"/>
                    </a:lnTo>
                    <a:lnTo>
                      <a:pt x="36323" y="34273"/>
                    </a:lnTo>
                    <a:lnTo>
                      <a:pt x="36575" y="34294"/>
                    </a:lnTo>
                    <a:lnTo>
                      <a:pt x="36742" y="34294"/>
                    </a:lnTo>
                    <a:lnTo>
                      <a:pt x="36616" y="34357"/>
                    </a:lnTo>
                    <a:lnTo>
                      <a:pt x="36470" y="34378"/>
                    </a:lnTo>
                    <a:lnTo>
                      <a:pt x="36365" y="34399"/>
                    </a:lnTo>
                    <a:lnTo>
                      <a:pt x="36323" y="34483"/>
                    </a:lnTo>
                    <a:lnTo>
                      <a:pt x="36323" y="34545"/>
                    </a:lnTo>
                    <a:lnTo>
                      <a:pt x="36261" y="34483"/>
                    </a:lnTo>
                    <a:lnTo>
                      <a:pt x="36219" y="34378"/>
                    </a:lnTo>
                    <a:lnTo>
                      <a:pt x="36156" y="34357"/>
                    </a:lnTo>
                    <a:lnTo>
                      <a:pt x="35968" y="34399"/>
                    </a:lnTo>
                    <a:lnTo>
                      <a:pt x="35779" y="34545"/>
                    </a:lnTo>
                    <a:lnTo>
                      <a:pt x="35549" y="34587"/>
                    </a:lnTo>
                    <a:lnTo>
                      <a:pt x="35340" y="34713"/>
                    </a:lnTo>
                    <a:lnTo>
                      <a:pt x="35319" y="34817"/>
                    </a:lnTo>
                    <a:lnTo>
                      <a:pt x="35173" y="34922"/>
                    </a:lnTo>
                    <a:lnTo>
                      <a:pt x="35110" y="35110"/>
                    </a:lnTo>
                    <a:lnTo>
                      <a:pt x="35110" y="35236"/>
                    </a:lnTo>
                    <a:lnTo>
                      <a:pt x="35131" y="35340"/>
                    </a:lnTo>
                    <a:lnTo>
                      <a:pt x="35152" y="35445"/>
                    </a:lnTo>
                    <a:lnTo>
                      <a:pt x="35215" y="35424"/>
                    </a:lnTo>
                    <a:lnTo>
                      <a:pt x="35256" y="35445"/>
                    </a:lnTo>
                    <a:lnTo>
                      <a:pt x="35256" y="35592"/>
                    </a:lnTo>
                    <a:lnTo>
                      <a:pt x="35361" y="35654"/>
                    </a:lnTo>
                    <a:lnTo>
                      <a:pt x="35403" y="35612"/>
                    </a:lnTo>
                    <a:lnTo>
                      <a:pt x="35466" y="35654"/>
                    </a:lnTo>
                    <a:lnTo>
                      <a:pt x="35507" y="35612"/>
                    </a:lnTo>
                    <a:lnTo>
                      <a:pt x="35507" y="35508"/>
                    </a:lnTo>
                    <a:lnTo>
                      <a:pt x="35570" y="35487"/>
                    </a:lnTo>
                    <a:lnTo>
                      <a:pt x="35654" y="35487"/>
                    </a:lnTo>
                    <a:lnTo>
                      <a:pt x="35779" y="35382"/>
                    </a:lnTo>
                    <a:lnTo>
                      <a:pt x="35884" y="35340"/>
                    </a:lnTo>
                    <a:lnTo>
                      <a:pt x="36031" y="35131"/>
                    </a:lnTo>
                    <a:lnTo>
                      <a:pt x="36219" y="35006"/>
                    </a:lnTo>
                    <a:lnTo>
                      <a:pt x="36177" y="34964"/>
                    </a:lnTo>
                    <a:lnTo>
                      <a:pt x="36240" y="34817"/>
                    </a:lnTo>
                    <a:lnTo>
                      <a:pt x="36323" y="34817"/>
                    </a:lnTo>
                    <a:lnTo>
                      <a:pt x="36386" y="34755"/>
                    </a:lnTo>
                    <a:lnTo>
                      <a:pt x="36428" y="34755"/>
                    </a:lnTo>
                    <a:lnTo>
                      <a:pt x="36491" y="34880"/>
                    </a:lnTo>
                    <a:lnTo>
                      <a:pt x="36637" y="34901"/>
                    </a:lnTo>
                    <a:lnTo>
                      <a:pt x="36637" y="34859"/>
                    </a:lnTo>
                    <a:lnTo>
                      <a:pt x="36721" y="34859"/>
                    </a:lnTo>
                    <a:lnTo>
                      <a:pt x="36909" y="34755"/>
                    </a:lnTo>
                    <a:lnTo>
                      <a:pt x="37077" y="34692"/>
                    </a:lnTo>
                    <a:lnTo>
                      <a:pt x="37286" y="34650"/>
                    </a:lnTo>
                    <a:lnTo>
                      <a:pt x="37391" y="34650"/>
                    </a:lnTo>
                    <a:lnTo>
                      <a:pt x="37663" y="34483"/>
                    </a:lnTo>
                    <a:lnTo>
                      <a:pt x="37809" y="34441"/>
                    </a:lnTo>
                    <a:lnTo>
                      <a:pt x="37914" y="34441"/>
                    </a:lnTo>
                    <a:lnTo>
                      <a:pt x="37997" y="34462"/>
                    </a:lnTo>
                    <a:lnTo>
                      <a:pt x="38081" y="34399"/>
                    </a:lnTo>
                    <a:lnTo>
                      <a:pt x="38018" y="34357"/>
                    </a:lnTo>
                    <a:lnTo>
                      <a:pt x="37935" y="34357"/>
                    </a:lnTo>
                    <a:lnTo>
                      <a:pt x="37830" y="34294"/>
                    </a:lnTo>
                    <a:lnTo>
                      <a:pt x="37872" y="34294"/>
                    </a:lnTo>
                    <a:lnTo>
                      <a:pt x="37956" y="34273"/>
                    </a:lnTo>
                    <a:lnTo>
                      <a:pt x="37956" y="34231"/>
                    </a:lnTo>
                    <a:lnTo>
                      <a:pt x="37663" y="34169"/>
                    </a:lnTo>
                    <a:lnTo>
                      <a:pt x="37537" y="34148"/>
                    </a:lnTo>
                    <a:lnTo>
                      <a:pt x="37558" y="34085"/>
                    </a:lnTo>
                    <a:lnTo>
                      <a:pt x="37537" y="33980"/>
                    </a:lnTo>
                    <a:lnTo>
                      <a:pt x="37370" y="34085"/>
                    </a:lnTo>
                    <a:lnTo>
                      <a:pt x="37349" y="34148"/>
                    </a:lnTo>
                    <a:lnTo>
                      <a:pt x="37160" y="34106"/>
                    </a:lnTo>
                    <a:lnTo>
                      <a:pt x="37139" y="34064"/>
                    </a:lnTo>
                    <a:lnTo>
                      <a:pt x="36993" y="34022"/>
                    </a:lnTo>
                    <a:lnTo>
                      <a:pt x="36930" y="34043"/>
                    </a:lnTo>
                    <a:lnTo>
                      <a:pt x="36826" y="33980"/>
                    </a:lnTo>
                    <a:lnTo>
                      <a:pt x="36637" y="33980"/>
                    </a:lnTo>
                    <a:lnTo>
                      <a:pt x="36491" y="33876"/>
                    </a:lnTo>
                    <a:lnTo>
                      <a:pt x="36616" y="33834"/>
                    </a:lnTo>
                    <a:lnTo>
                      <a:pt x="36637" y="33750"/>
                    </a:lnTo>
                    <a:lnTo>
                      <a:pt x="36491" y="33750"/>
                    </a:lnTo>
                    <a:lnTo>
                      <a:pt x="36428" y="33708"/>
                    </a:lnTo>
                    <a:lnTo>
                      <a:pt x="36323" y="33708"/>
                    </a:lnTo>
                    <a:lnTo>
                      <a:pt x="36282" y="33541"/>
                    </a:lnTo>
                    <a:lnTo>
                      <a:pt x="36219" y="33499"/>
                    </a:lnTo>
                    <a:lnTo>
                      <a:pt x="36219" y="33332"/>
                    </a:lnTo>
                    <a:lnTo>
                      <a:pt x="36261" y="33227"/>
                    </a:lnTo>
                    <a:lnTo>
                      <a:pt x="36177" y="33143"/>
                    </a:lnTo>
                    <a:lnTo>
                      <a:pt x="36261" y="33039"/>
                    </a:lnTo>
                    <a:lnTo>
                      <a:pt x="36261" y="32997"/>
                    </a:lnTo>
                    <a:lnTo>
                      <a:pt x="36051" y="32997"/>
                    </a:lnTo>
                    <a:lnTo>
                      <a:pt x="36114" y="32913"/>
                    </a:lnTo>
                    <a:lnTo>
                      <a:pt x="36198" y="32913"/>
                    </a:lnTo>
                    <a:lnTo>
                      <a:pt x="36365" y="32620"/>
                    </a:lnTo>
                    <a:lnTo>
                      <a:pt x="36470" y="32558"/>
                    </a:lnTo>
                    <a:lnTo>
                      <a:pt x="36428" y="32474"/>
                    </a:lnTo>
                    <a:lnTo>
                      <a:pt x="36365" y="32474"/>
                    </a:lnTo>
                    <a:lnTo>
                      <a:pt x="36323" y="32411"/>
                    </a:lnTo>
                    <a:lnTo>
                      <a:pt x="36219" y="32411"/>
                    </a:lnTo>
                    <a:lnTo>
                      <a:pt x="36114" y="32495"/>
                    </a:lnTo>
                    <a:lnTo>
                      <a:pt x="35989" y="32558"/>
                    </a:lnTo>
                    <a:lnTo>
                      <a:pt x="35947" y="32474"/>
                    </a:lnTo>
                    <a:lnTo>
                      <a:pt x="35905" y="32369"/>
                    </a:lnTo>
                    <a:lnTo>
                      <a:pt x="35675" y="32307"/>
                    </a:lnTo>
                    <a:lnTo>
                      <a:pt x="35528" y="32286"/>
                    </a:lnTo>
                    <a:lnTo>
                      <a:pt x="35361" y="32307"/>
                    </a:lnTo>
                    <a:lnTo>
                      <a:pt x="35528" y="32244"/>
                    </a:lnTo>
                    <a:lnTo>
                      <a:pt x="35654" y="32265"/>
                    </a:lnTo>
                    <a:lnTo>
                      <a:pt x="35779" y="32244"/>
                    </a:lnTo>
                    <a:lnTo>
                      <a:pt x="35863" y="32181"/>
                    </a:lnTo>
                    <a:lnTo>
                      <a:pt x="35989" y="32244"/>
                    </a:lnTo>
                    <a:lnTo>
                      <a:pt x="36093" y="32307"/>
                    </a:lnTo>
                    <a:lnTo>
                      <a:pt x="36219" y="32307"/>
                    </a:lnTo>
                    <a:lnTo>
                      <a:pt x="36386" y="32202"/>
                    </a:lnTo>
                    <a:lnTo>
                      <a:pt x="36470" y="32202"/>
                    </a:lnTo>
                    <a:lnTo>
                      <a:pt x="36575" y="32097"/>
                    </a:lnTo>
                    <a:lnTo>
                      <a:pt x="36700" y="32076"/>
                    </a:lnTo>
                    <a:lnTo>
                      <a:pt x="36784" y="31867"/>
                    </a:lnTo>
                    <a:lnTo>
                      <a:pt x="36721" y="31825"/>
                    </a:lnTo>
                    <a:lnTo>
                      <a:pt x="36805" y="31783"/>
                    </a:lnTo>
                    <a:lnTo>
                      <a:pt x="36742" y="31721"/>
                    </a:lnTo>
                    <a:lnTo>
                      <a:pt x="36616" y="31658"/>
                    </a:lnTo>
                    <a:lnTo>
                      <a:pt x="36533" y="31658"/>
                    </a:lnTo>
                    <a:lnTo>
                      <a:pt x="36575" y="31637"/>
                    </a:lnTo>
                    <a:lnTo>
                      <a:pt x="36575" y="31616"/>
                    </a:lnTo>
                    <a:lnTo>
                      <a:pt x="36742" y="31637"/>
                    </a:lnTo>
                    <a:lnTo>
                      <a:pt x="36742" y="31574"/>
                    </a:lnTo>
                    <a:lnTo>
                      <a:pt x="36512" y="31449"/>
                    </a:lnTo>
                    <a:lnTo>
                      <a:pt x="36303" y="31365"/>
                    </a:lnTo>
                    <a:lnTo>
                      <a:pt x="35905" y="31365"/>
                    </a:lnTo>
                    <a:lnTo>
                      <a:pt x="35800" y="31428"/>
                    </a:lnTo>
                    <a:lnTo>
                      <a:pt x="35675" y="31428"/>
                    </a:lnTo>
                    <a:lnTo>
                      <a:pt x="35319" y="31553"/>
                    </a:lnTo>
                    <a:lnTo>
                      <a:pt x="35026" y="31616"/>
                    </a:lnTo>
                    <a:lnTo>
                      <a:pt x="34859" y="31679"/>
                    </a:lnTo>
                    <a:lnTo>
                      <a:pt x="34712" y="31721"/>
                    </a:lnTo>
                    <a:lnTo>
                      <a:pt x="34440" y="31867"/>
                    </a:lnTo>
                    <a:lnTo>
                      <a:pt x="34064" y="32139"/>
                    </a:lnTo>
                    <a:lnTo>
                      <a:pt x="33771" y="32390"/>
                    </a:lnTo>
                    <a:lnTo>
                      <a:pt x="33666" y="32453"/>
                    </a:lnTo>
                    <a:lnTo>
                      <a:pt x="33541" y="32579"/>
                    </a:lnTo>
                    <a:lnTo>
                      <a:pt x="33373" y="32767"/>
                    </a:lnTo>
                    <a:lnTo>
                      <a:pt x="33185" y="32892"/>
                    </a:lnTo>
                    <a:lnTo>
                      <a:pt x="32934" y="33018"/>
                    </a:lnTo>
                    <a:lnTo>
                      <a:pt x="32641" y="33143"/>
                    </a:lnTo>
                    <a:lnTo>
                      <a:pt x="32515" y="33143"/>
                    </a:lnTo>
                    <a:lnTo>
                      <a:pt x="32704" y="33102"/>
                    </a:lnTo>
                    <a:lnTo>
                      <a:pt x="33018" y="32976"/>
                    </a:lnTo>
                    <a:lnTo>
                      <a:pt x="33038" y="32892"/>
                    </a:lnTo>
                    <a:lnTo>
                      <a:pt x="33290" y="32725"/>
                    </a:lnTo>
                    <a:lnTo>
                      <a:pt x="33373" y="32599"/>
                    </a:lnTo>
                    <a:lnTo>
                      <a:pt x="33436" y="32453"/>
                    </a:lnTo>
                    <a:lnTo>
                      <a:pt x="33541" y="32411"/>
                    </a:lnTo>
                    <a:lnTo>
                      <a:pt x="33666" y="32286"/>
                    </a:lnTo>
                    <a:lnTo>
                      <a:pt x="33813" y="32202"/>
                    </a:lnTo>
                    <a:lnTo>
                      <a:pt x="33875" y="31993"/>
                    </a:lnTo>
                    <a:lnTo>
                      <a:pt x="34106" y="31888"/>
                    </a:lnTo>
                    <a:lnTo>
                      <a:pt x="34231" y="31679"/>
                    </a:lnTo>
                    <a:lnTo>
                      <a:pt x="34294" y="31658"/>
                    </a:lnTo>
                    <a:lnTo>
                      <a:pt x="34315" y="31595"/>
                    </a:lnTo>
                    <a:lnTo>
                      <a:pt x="34440" y="31532"/>
                    </a:lnTo>
                    <a:lnTo>
                      <a:pt x="34545" y="31491"/>
                    </a:lnTo>
                    <a:lnTo>
                      <a:pt x="34608" y="31386"/>
                    </a:lnTo>
                    <a:lnTo>
                      <a:pt x="34712" y="31344"/>
                    </a:lnTo>
                    <a:lnTo>
                      <a:pt x="34754" y="31386"/>
                    </a:lnTo>
                    <a:lnTo>
                      <a:pt x="34838" y="31365"/>
                    </a:lnTo>
                    <a:lnTo>
                      <a:pt x="34922" y="31239"/>
                    </a:lnTo>
                    <a:lnTo>
                      <a:pt x="35131" y="31239"/>
                    </a:lnTo>
                    <a:lnTo>
                      <a:pt x="35235" y="31177"/>
                    </a:lnTo>
                    <a:lnTo>
                      <a:pt x="35424" y="31177"/>
                    </a:lnTo>
                    <a:lnTo>
                      <a:pt x="35487" y="31072"/>
                    </a:lnTo>
                    <a:lnTo>
                      <a:pt x="35528" y="30946"/>
                    </a:lnTo>
                    <a:lnTo>
                      <a:pt x="35570" y="30905"/>
                    </a:lnTo>
                    <a:lnTo>
                      <a:pt x="35570" y="30821"/>
                    </a:lnTo>
                    <a:lnTo>
                      <a:pt x="35696" y="30758"/>
                    </a:lnTo>
                    <a:lnTo>
                      <a:pt x="35905" y="30591"/>
                    </a:lnTo>
                    <a:lnTo>
                      <a:pt x="36010" y="30549"/>
                    </a:lnTo>
                    <a:lnTo>
                      <a:pt x="36072" y="30507"/>
                    </a:lnTo>
                    <a:lnTo>
                      <a:pt x="36010" y="30444"/>
                    </a:lnTo>
                    <a:lnTo>
                      <a:pt x="36072" y="30382"/>
                    </a:lnTo>
                    <a:lnTo>
                      <a:pt x="36156" y="30319"/>
                    </a:lnTo>
                    <a:lnTo>
                      <a:pt x="36261" y="30423"/>
                    </a:lnTo>
                    <a:lnTo>
                      <a:pt x="36386" y="30486"/>
                    </a:lnTo>
                    <a:lnTo>
                      <a:pt x="36616" y="30444"/>
                    </a:lnTo>
                    <a:lnTo>
                      <a:pt x="36805" y="30528"/>
                    </a:lnTo>
                    <a:lnTo>
                      <a:pt x="36888" y="30528"/>
                    </a:lnTo>
                    <a:lnTo>
                      <a:pt x="36951" y="30549"/>
                    </a:lnTo>
                    <a:lnTo>
                      <a:pt x="37098" y="30486"/>
                    </a:lnTo>
                    <a:lnTo>
                      <a:pt x="37160" y="30549"/>
                    </a:lnTo>
                    <a:lnTo>
                      <a:pt x="37265" y="30549"/>
                    </a:lnTo>
                    <a:lnTo>
                      <a:pt x="37349" y="30507"/>
                    </a:lnTo>
                    <a:lnTo>
                      <a:pt x="37474" y="30591"/>
                    </a:lnTo>
                    <a:lnTo>
                      <a:pt x="37663" y="30612"/>
                    </a:lnTo>
                    <a:lnTo>
                      <a:pt x="37746" y="30570"/>
                    </a:lnTo>
                    <a:lnTo>
                      <a:pt x="37788" y="30570"/>
                    </a:lnTo>
                    <a:lnTo>
                      <a:pt x="37893" y="30633"/>
                    </a:lnTo>
                    <a:lnTo>
                      <a:pt x="38039" y="30674"/>
                    </a:lnTo>
                    <a:lnTo>
                      <a:pt x="38081" y="30633"/>
                    </a:lnTo>
                    <a:lnTo>
                      <a:pt x="38248" y="30716"/>
                    </a:lnTo>
                    <a:lnTo>
                      <a:pt x="38311" y="30716"/>
                    </a:lnTo>
                    <a:lnTo>
                      <a:pt x="38416" y="30674"/>
                    </a:lnTo>
                    <a:lnTo>
                      <a:pt x="38500" y="30695"/>
                    </a:lnTo>
                    <a:lnTo>
                      <a:pt x="38479" y="30737"/>
                    </a:lnTo>
                    <a:lnTo>
                      <a:pt x="38583" y="30779"/>
                    </a:lnTo>
                    <a:lnTo>
                      <a:pt x="38834" y="30695"/>
                    </a:lnTo>
                    <a:lnTo>
                      <a:pt x="38897" y="30695"/>
                    </a:lnTo>
                    <a:lnTo>
                      <a:pt x="39023" y="30633"/>
                    </a:lnTo>
                    <a:lnTo>
                      <a:pt x="39085" y="30674"/>
                    </a:lnTo>
                    <a:lnTo>
                      <a:pt x="39253" y="30674"/>
                    </a:lnTo>
                    <a:lnTo>
                      <a:pt x="39336" y="30716"/>
                    </a:lnTo>
                    <a:lnTo>
                      <a:pt x="39441" y="30674"/>
                    </a:lnTo>
                    <a:lnTo>
                      <a:pt x="39462" y="30591"/>
                    </a:lnTo>
                    <a:lnTo>
                      <a:pt x="39608" y="30591"/>
                    </a:lnTo>
                    <a:lnTo>
                      <a:pt x="39671" y="30528"/>
                    </a:lnTo>
                    <a:lnTo>
                      <a:pt x="39734" y="30570"/>
                    </a:lnTo>
                    <a:lnTo>
                      <a:pt x="39818" y="30465"/>
                    </a:lnTo>
                    <a:lnTo>
                      <a:pt x="39922" y="30402"/>
                    </a:lnTo>
                    <a:lnTo>
                      <a:pt x="39943" y="30361"/>
                    </a:lnTo>
                    <a:lnTo>
                      <a:pt x="40048" y="30382"/>
                    </a:lnTo>
                    <a:lnTo>
                      <a:pt x="40132" y="30214"/>
                    </a:lnTo>
                    <a:lnTo>
                      <a:pt x="40132" y="30110"/>
                    </a:lnTo>
                    <a:lnTo>
                      <a:pt x="40194" y="30110"/>
                    </a:lnTo>
                    <a:lnTo>
                      <a:pt x="40278" y="30047"/>
                    </a:lnTo>
                    <a:lnTo>
                      <a:pt x="40299" y="29963"/>
                    </a:lnTo>
                    <a:lnTo>
                      <a:pt x="40257" y="29942"/>
                    </a:lnTo>
                    <a:lnTo>
                      <a:pt x="40278" y="29879"/>
                    </a:lnTo>
                    <a:lnTo>
                      <a:pt x="40383" y="29879"/>
                    </a:lnTo>
                    <a:lnTo>
                      <a:pt x="40487" y="29858"/>
                    </a:lnTo>
                    <a:lnTo>
                      <a:pt x="40487" y="29775"/>
                    </a:lnTo>
                    <a:lnTo>
                      <a:pt x="40508" y="29754"/>
                    </a:lnTo>
                    <a:lnTo>
                      <a:pt x="40571" y="29838"/>
                    </a:lnTo>
                    <a:lnTo>
                      <a:pt x="40696" y="29858"/>
                    </a:lnTo>
                    <a:lnTo>
                      <a:pt x="40801" y="29775"/>
                    </a:lnTo>
                    <a:lnTo>
                      <a:pt x="40822" y="29838"/>
                    </a:lnTo>
                    <a:lnTo>
                      <a:pt x="40906" y="29838"/>
                    </a:lnTo>
                    <a:lnTo>
                      <a:pt x="40989" y="29775"/>
                    </a:lnTo>
                    <a:lnTo>
                      <a:pt x="41031" y="29838"/>
                    </a:lnTo>
                    <a:lnTo>
                      <a:pt x="41136" y="29796"/>
                    </a:lnTo>
                    <a:lnTo>
                      <a:pt x="41178" y="29754"/>
                    </a:lnTo>
                    <a:lnTo>
                      <a:pt x="41241" y="29754"/>
                    </a:lnTo>
                    <a:lnTo>
                      <a:pt x="41324" y="29649"/>
                    </a:lnTo>
                    <a:lnTo>
                      <a:pt x="41387" y="29649"/>
                    </a:lnTo>
                    <a:lnTo>
                      <a:pt x="41492" y="29545"/>
                    </a:lnTo>
                    <a:lnTo>
                      <a:pt x="41617" y="29545"/>
                    </a:lnTo>
                    <a:lnTo>
                      <a:pt x="41764" y="29440"/>
                    </a:lnTo>
                    <a:lnTo>
                      <a:pt x="41826" y="29356"/>
                    </a:lnTo>
                    <a:lnTo>
                      <a:pt x="41910" y="29356"/>
                    </a:lnTo>
                    <a:lnTo>
                      <a:pt x="41931" y="29252"/>
                    </a:lnTo>
                    <a:lnTo>
                      <a:pt x="41973" y="29147"/>
                    </a:lnTo>
                    <a:lnTo>
                      <a:pt x="41910" y="29126"/>
                    </a:lnTo>
                    <a:lnTo>
                      <a:pt x="41805" y="29147"/>
                    </a:lnTo>
                    <a:lnTo>
                      <a:pt x="41722" y="29105"/>
                    </a:lnTo>
                    <a:lnTo>
                      <a:pt x="41764" y="29105"/>
                    </a:lnTo>
                    <a:lnTo>
                      <a:pt x="41868" y="29126"/>
                    </a:lnTo>
                    <a:lnTo>
                      <a:pt x="41952" y="29105"/>
                    </a:lnTo>
                    <a:lnTo>
                      <a:pt x="41868" y="29001"/>
                    </a:lnTo>
                    <a:lnTo>
                      <a:pt x="41764" y="29001"/>
                    </a:lnTo>
                    <a:lnTo>
                      <a:pt x="41617" y="28917"/>
                    </a:lnTo>
                    <a:lnTo>
                      <a:pt x="41554" y="28812"/>
                    </a:lnTo>
                    <a:lnTo>
                      <a:pt x="41554" y="28812"/>
                    </a:lnTo>
                    <a:lnTo>
                      <a:pt x="41701" y="28896"/>
                    </a:lnTo>
                    <a:lnTo>
                      <a:pt x="41805" y="28833"/>
                    </a:lnTo>
                    <a:lnTo>
                      <a:pt x="41826" y="28729"/>
                    </a:lnTo>
                    <a:lnTo>
                      <a:pt x="41910" y="28708"/>
                    </a:lnTo>
                    <a:lnTo>
                      <a:pt x="41952" y="28603"/>
                    </a:lnTo>
                    <a:lnTo>
                      <a:pt x="41764" y="28540"/>
                    </a:lnTo>
                    <a:lnTo>
                      <a:pt x="41847" y="28478"/>
                    </a:lnTo>
                    <a:lnTo>
                      <a:pt x="41931" y="28498"/>
                    </a:lnTo>
                    <a:lnTo>
                      <a:pt x="42015" y="28415"/>
                    </a:lnTo>
                    <a:lnTo>
                      <a:pt x="41973" y="28331"/>
                    </a:lnTo>
                    <a:lnTo>
                      <a:pt x="41826" y="28268"/>
                    </a:lnTo>
                    <a:lnTo>
                      <a:pt x="41805" y="28164"/>
                    </a:lnTo>
                    <a:lnTo>
                      <a:pt x="41847" y="28122"/>
                    </a:lnTo>
                    <a:lnTo>
                      <a:pt x="41952" y="28185"/>
                    </a:lnTo>
                    <a:lnTo>
                      <a:pt x="41931" y="28101"/>
                    </a:lnTo>
                    <a:lnTo>
                      <a:pt x="41764" y="28017"/>
                    </a:lnTo>
                    <a:lnTo>
                      <a:pt x="41617" y="28017"/>
                    </a:lnTo>
                    <a:lnTo>
                      <a:pt x="41638" y="27954"/>
                    </a:lnTo>
                    <a:lnTo>
                      <a:pt x="41701" y="27913"/>
                    </a:lnTo>
                    <a:lnTo>
                      <a:pt x="41659" y="27871"/>
                    </a:lnTo>
                    <a:lnTo>
                      <a:pt x="41533" y="27871"/>
                    </a:lnTo>
                    <a:lnTo>
                      <a:pt x="41387" y="27954"/>
                    </a:lnTo>
                    <a:lnTo>
                      <a:pt x="41345" y="28059"/>
                    </a:lnTo>
                    <a:lnTo>
                      <a:pt x="41303" y="28101"/>
                    </a:lnTo>
                    <a:lnTo>
                      <a:pt x="41241" y="27996"/>
                    </a:lnTo>
                    <a:lnTo>
                      <a:pt x="41094" y="27996"/>
                    </a:lnTo>
                    <a:lnTo>
                      <a:pt x="41157" y="27913"/>
                    </a:lnTo>
                    <a:lnTo>
                      <a:pt x="41220" y="27913"/>
                    </a:lnTo>
                    <a:lnTo>
                      <a:pt x="41345" y="27808"/>
                    </a:lnTo>
                    <a:lnTo>
                      <a:pt x="41387" y="27703"/>
                    </a:lnTo>
                    <a:lnTo>
                      <a:pt x="41303" y="27536"/>
                    </a:lnTo>
                    <a:lnTo>
                      <a:pt x="41115" y="27473"/>
                    </a:lnTo>
                    <a:lnTo>
                      <a:pt x="40885" y="27494"/>
                    </a:lnTo>
                    <a:lnTo>
                      <a:pt x="40801" y="27536"/>
                    </a:lnTo>
                    <a:lnTo>
                      <a:pt x="40822" y="27557"/>
                    </a:lnTo>
                    <a:lnTo>
                      <a:pt x="40969" y="27557"/>
                    </a:lnTo>
                    <a:lnTo>
                      <a:pt x="41010" y="27578"/>
                    </a:lnTo>
                    <a:lnTo>
                      <a:pt x="40885" y="27578"/>
                    </a:lnTo>
                    <a:lnTo>
                      <a:pt x="40717" y="27557"/>
                    </a:lnTo>
                    <a:lnTo>
                      <a:pt x="40550" y="27641"/>
                    </a:lnTo>
                    <a:lnTo>
                      <a:pt x="40404" y="27661"/>
                    </a:lnTo>
                    <a:lnTo>
                      <a:pt x="40299" y="27787"/>
                    </a:lnTo>
                    <a:lnTo>
                      <a:pt x="40257" y="27892"/>
                    </a:lnTo>
                    <a:lnTo>
                      <a:pt x="40173" y="27892"/>
                    </a:lnTo>
                    <a:lnTo>
                      <a:pt x="40048" y="27996"/>
                    </a:lnTo>
                    <a:lnTo>
                      <a:pt x="39860" y="27996"/>
                    </a:lnTo>
                    <a:lnTo>
                      <a:pt x="39755" y="28205"/>
                    </a:lnTo>
                    <a:lnTo>
                      <a:pt x="39671" y="28205"/>
                    </a:lnTo>
                    <a:lnTo>
                      <a:pt x="39629" y="28268"/>
                    </a:lnTo>
                    <a:lnTo>
                      <a:pt x="39567" y="28268"/>
                    </a:lnTo>
                    <a:lnTo>
                      <a:pt x="39525" y="28185"/>
                    </a:lnTo>
                    <a:lnTo>
                      <a:pt x="39608" y="28101"/>
                    </a:lnTo>
                    <a:lnTo>
                      <a:pt x="39671" y="28122"/>
                    </a:lnTo>
                    <a:lnTo>
                      <a:pt x="39713" y="28059"/>
                    </a:lnTo>
                    <a:lnTo>
                      <a:pt x="39462" y="27871"/>
                    </a:lnTo>
                    <a:lnTo>
                      <a:pt x="39441" y="27808"/>
                    </a:lnTo>
                    <a:lnTo>
                      <a:pt x="39357" y="27787"/>
                    </a:lnTo>
                    <a:lnTo>
                      <a:pt x="39399" y="27745"/>
                    </a:lnTo>
                    <a:lnTo>
                      <a:pt x="39399" y="27641"/>
                    </a:lnTo>
                    <a:lnTo>
                      <a:pt x="39525" y="27850"/>
                    </a:lnTo>
                    <a:lnTo>
                      <a:pt x="39734" y="27975"/>
                    </a:lnTo>
                    <a:lnTo>
                      <a:pt x="39776" y="27913"/>
                    </a:lnTo>
                    <a:lnTo>
                      <a:pt x="39818" y="27808"/>
                    </a:lnTo>
                    <a:lnTo>
                      <a:pt x="39943" y="27808"/>
                    </a:lnTo>
                    <a:lnTo>
                      <a:pt x="40027" y="27745"/>
                    </a:lnTo>
                    <a:lnTo>
                      <a:pt x="40194" y="27641"/>
                    </a:lnTo>
                    <a:lnTo>
                      <a:pt x="40404" y="27578"/>
                    </a:lnTo>
                    <a:lnTo>
                      <a:pt x="40613" y="27557"/>
                    </a:lnTo>
                    <a:lnTo>
                      <a:pt x="40592" y="27494"/>
                    </a:lnTo>
                    <a:lnTo>
                      <a:pt x="40508" y="27473"/>
                    </a:lnTo>
                    <a:lnTo>
                      <a:pt x="40613" y="27473"/>
                    </a:lnTo>
                    <a:lnTo>
                      <a:pt x="40717" y="27369"/>
                    </a:lnTo>
                    <a:lnTo>
                      <a:pt x="40906" y="27285"/>
                    </a:lnTo>
                    <a:lnTo>
                      <a:pt x="40969" y="27348"/>
                    </a:lnTo>
                    <a:lnTo>
                      <a:pt x="41199" y="27285"/>
                    </a:lnTo>
                    <a:lnTo>
                      <a:pt x="41199" y="27243"/>
                    </a:lnTo>
                    <a:lnTo>
                      <a:pt x="41387" y="27222"/>
                    </a:lnTo>
                    <a:lnTo>
                      <a:pt x="41282" y="27117"/>
                    </a:lnTo>
                    <a:lnTo>
                      <a:pt x="41010" y="27034"/>
                    </a:lnTo>
                    <a:lnTo>
                      <a:pt x="41073" y="26971"/>
                    </a:lnTo>
                    <a:lnTo>
                      <a:pt x="41136" y="26971"/>
                    </a:lnTo>
                    <a:lnTo>
                      <a:pt x="41199" y="26866"/>
                    </a:lnTo>
                    <a:lnTo>
                      <a:pt x="41115" y="26845"/>
                    </a:lnTo>
                    <a:lnTo>
                      <a:pt x="40969" y="26908"/>
                    </a:lnTo>
                    <a:lnTo>
                      <a:pt x="40885" y="27013"/>
                    </a:lnTo>
                    <a:lnTo>
                      <a:pt x="40759" y="26929"/>
                    </a:lnTo>
                    <a:lnTo>
                      <a:pt x="40613" y="26950"/>
                    </a:lnTo>
                    <a:lnTo>
                      <a:pt x="40592" y="26866"/>
                    </a:lnTo>
                    <a:lnTo>
                      <a:pt x="40676" y="26845"/>
                    </a:lnTo>
                    <a:lnTo>
                      <a:pt x="40676" y="26657"/>
                    </a:lnTo>
                    <a:lnTo>
                      <a:pt x="40696" y="26615"/>
                    </a:lnTo>
                    <a:lnTo>
                      <a:pt x="40550" y="26720"/>
                    </a:lnTo>
                    <a:lnTo>
                      <a:pt x="40550" y="26657"/>
                    </a:lnTo>
                    <a:lnTo>
                      <a:pt x="40592" y="26615"/>
                    </a:lnTo>
                    <a:lnTo>
                      <a:pt x="40550" y="26594"/>
                    </a:lnTo>
                    <a:lnTo>
                      <a:pt x="40341" y="26762"/>
                    </a:lnTo>
                    <a:lnTo>
                      <a:pt x="40257" y="26845"/>
                    </a:lnTo>
                    <a:lnTo>
                      <a:pt x="40194" y="26845"/>
                    </a:lnTo>
                    <a:lnTo>
                      <a:pt x="40278" y="26762"/>
                    </a:lnTo>
                    <a:lnTo>
                      <a:pt x="40445" y="26636"/>
                    </a:lnTo>
                    <a:lnTo>
                      <a:pt x="40383" y="26594"/>
                    </a:lnTo>
                    <a:lnTo>
                      <a:pt x="40236" y="26657"/>
                    </a:lnTo>
                    <a:lnTo>
                      <a:pt x="40194" y="26636"/>
                    </a:lnTo>
                    <a:lnTo>
                      <a:pt x="40257" y="26594"/>
                    </a:lnTo>
                    <a:lnTo>
                      <a:pt x="40341" y="26532"/>
                    </a:lnTo>
                    <a:lnTo>
                      <a:pt x="40341" y="26490"/>
                    </a:lnTo>
                    <a:lnTo>
                      <a:pt x="40194" y="26511"/>
                    </a:lnTo>
                    <a:lnTo>
                      <a:pt x="40090" y="26615"/>
                    </a:lnTo>
                    <a:lnTo>
                      <a:pt x="39985" y="26741"/>
                    </a:lnTo>
                    <a:lnTo>
                      <a:pt x="39943" y="26720"/>
                    </a:lnTo>
                    <a:lnTo>
                      <a:pt x="39985" y="26615"/>
                    </a:lnTo>
                    <a:lnTo>
                      <a:pt x="40090" y="26532"/>
                    </a:lnTo>
                    <a:lnTo>
                      <a:pt x="40090" y="26490"/>
                    </a:lnTo>
                    <a:lnTo>
                      <a:pt x="40027" y="26490"/>
                    </a:lnTo>
                    <a:lnTo>
                      <a:pt x="39818" y="26699"/>
                    </a:lnTo>
                    <a:lnTo>
                      <a:pt x="39713" y="26720"/>
                    </a:lnTo>
                    <a:lnTo>
                      <a:pt x="39608" y="26636"/>
                    </a:lnTo>
                    <a:lnTo>
                      <a:pt x="39734" y="26657"/>
                    </a:lnTo>
                    <a:lnTo>
                      <a:pt x="39839" y="26594"/>
                    </a:lnTo>
                    <a:lnTo>
                      <a:pt x="40027" y="26343"/>
                    </a:lnTo>
                    <a:lnTo>
                      <a:pt x="40152" y="26281"/>
                    </a:lnTo>
                    <a:lnTo>
                      <a:pt x="40069" y="26197"/>
                    </a:lnTo>
                    <a:lnTo>
                      <a:pt x="40090" y="26092"/>
                    </a:lnTo>
                    <a:lnTo>
                      <a:pt x="40069" y="26071"/>
                    </a:lnTo>
                    <a:lnTo>
                      <a:pt x="39964" y="26218"/>
                    </a:lnTo>
                    <a:lnTo>
                      <a:pt x="39922" y="26218"/>
                    </a:lnTo>
                    <a:lnTo>
                      <a:pt x="39922" y="26176"/>
                    </a:lnTo>
                    <a:lnTo>
                      <a:pt x="39964" y="26092"/>
                    </a:lnTo>
                    <a:lnTo>
                      <a:pt x="39964" y="25925"/>
                    </a:lnTo>
                    <a:lnTo>
                      <a:pt x="39880" y="25904"/>
                    </a:lnTo>
                    <a:lnTo>
                      <a:pt x="39860" y="25883"/>
                    </a:lnTo>
                    <a:lnTo>
                      <a:pt x="39755" y="25967"/>
                    </a:lnTo>
                    <a:lnTo>
                      <a:pt x="39734" y="25904"/>
                    </a:lnTo>
                    <a:lnTo>
                      <a:pt x="39755" y="25820"/>
                    </a:lnTo>
                    <a:lnTo>
                      <a:pt x="39734" y="25799"/>
                    </a:lnTo>
                    <a:lnTo>
                      <a:pt x="39650" y="25799"/>
                    </a:lnTo>
                    <a:lnTo>
                      <a:pt x="39713" y="25757"/>
                    </a:lnTo>
                    <a:lnTo>
                      <a:pt x="39650" y="25695"/>
                    </a:lnTo>
                    <a:lnTo>
                      <a:pt x="39650" y="25611"/>
                    </a:lnTo>
                    <a:lnTo>
                      <a:pt x="39608" y="25611"/>
                    </a:lnTo>
                    <a:lnTo>
                      <a:pt x="39441" y="25653"/>
                    </a:lnTo>
                    <a:lnTo>
                      <a:pt x="39441" y="25695"/>
                    </a:lnTo>
                    <a:lnTo>
                      <a:pt x="39357" y="25716"/>
                    </a:lnTo>
                    <a:lnTo>
                      <a:pt x="39148" y="25674"/>
                    </a:lnTo>
                    <a:lnTo>
                      <a:pt x="39316" y="25674"/>
                    </a:lnTo>
                    <a:lnTo>
                      <a:pt x="39357" y="25590"/>
                    </a:lnTo>
                    <a:lnTo>
                      <a:pt x="39504" y="25569"/>
                    </a:lnTo>
                    <a:lnTo>
                      <a:pt x="39525" y="25506"/>
                    </a:lnTo>
                    <a:lnTo>
                      <a:pt x="39462" y="25444"/>
                    </a:lnTo>
                    <a:lnTo>
                      <a:pt x="39357" y="25339"/>
                    </a:lnTo>
                    <a:lnTo>
                      <a:pt x="39357" y="25234"/>
                    </a:lnTo>
                    <a:lnTo>
                      <a:pt x="39211" y="25151"/>
                    </a:lnTo>
                    <a:lnTo>
                      <a:pt x="39357" y="25151"/>
                    </a:lnTo>
                    <a:lnTo>
                      <a:pt x="39525" y="25234"/>
                    </a:lnTo>
                    <a:lnTo>
                      <a:pt x="39650" y="25234"/>
                    </a:lnTo>
                    <a:lnTo>
                      <a:pt x="39650" y="25151"/>
                    </a:lnTo>
                    <a:lnTo>
                      <a:pt x="39546" y="25088"/>
                    </a:lnTo>
                    <a:lnTo>
                      <a:pt x="39567" y="25046"/>
                    </a:lnTo>
                    <a:lnTo>
                      <a:pt x="39650" y="25067"/>
                    </a:lnTo>
                    <a:lnTo>
                      <a:pt x="39776" y="24962"/>
                    </a:lnTo>
                    <a:lnTo>
                      <a:pt x="39860" y="24920"/>
                    </a:lnTo>
                    <a:lnTo>
                      <a:pt x="39880" y="24816"/>
                    </a:lnTo>
                    <a:lnTo>
                      <a:pt x="39776" y="24711"/>
                    </a:lnTo>
                    <a:lnTo>
                      <a:pt x="39713" y="24732"/>
                    </a:lnTo>
                    <a:lnTo>
                      <a:pt x="39608" y="24711"/>
                    </a:lnTo>
                    <a:lnTo>
                      <a:pt x="39671" y="24648"/>
                    </a:lnTo>
                    <a:lnTo>
                      <a:pt x="39713" y="24565"/>
                    </a:lnTo>
                    <a:lnTo>
                      <a:pt x="39650" y="24523"/>
                    </a:lnTo>
                    <a:lnTo>
                      <a:pt x="39525" y="24523"/>
                    </a:lnTo>
                    <a:lnTo>
                      <a:pt x="39462" y="24502"/>
                    </a:lnTo>
                    <a:lnTo>
                      <a:pt x="39399" y="24523"/>
                    </a:lnTo>
                    <a:lnTo>
                      <a:pt x="39316" y="24439"/>
                    </a:lnTo>
                    <a:lnTo>
                      <a:pt x="39420" y="24439"/>
                    </a:lnTo>
                    <a:lnTo>
                      <a:pt x="39462" y="24397"/>
                    </a:lnTo>
                    <a:lnTo>
                      <a:pt x="39546" y="24418"/>
                    </a:lnTo>
                    <a:lnTo>
                      <a:pt x="39650" y="24314"/>
                    </a:lnTo>
                    <a:lnTo>
                      <a:pt x="39608" y="24125"/>
                    </a:lnTo>
                    <a:lnTo>
                      <a:pt x="39504" y="24021"/>
                    </a:lnTo>
                    <a:lnTo>
                      <a:pt x="39441" y="24104"/>
                    </a:lnTo>
                    <a:lnTo>
                      <a:pt x="39336" y="24084"/>
                    </a:lnTo>
                    <a:lnTo>
                      <a:pt x="39253" y="24146"/>
                    </a:lnTo>
                    <a:lnTo>
                      <a:pt x="39295" y="24042"/>
                    </a:lnTo>
                    <a:lnTo>
                      <a:pt x="39420" y="23979"/>
                    </a:lnTo>
                    <a:lnTo>
                      <a:pt x="39504" y="23979"/>
                    </a:lnTo>
                    <a:lnTo>
                      <a:pt x="39504" y="23874"/>
                    </a:lnTo>
                    <a:lnTo>
                      <a:pt x="39399" y="23832"/>
                    </a:lnTo>
                    <a:lnTo>
                      <a:pt x="39316" y="23874"/>
                    </a:lnTo>
                    <a:lnTo>
                      <a:pt x="39190" y="23874"/>
                    </a:lnTo>
                    <a:lnTo>
                      <a:pt x="39002" y="23937"/>
                    </a:lnTo>
                    <a:lnTo>
                      <a:pt x="39002" y="23937"/>
                    </a:lnTo>
                    <a:lnTo>
                      <a:pt x="39148" y="23728"/>
                    </a:lnTo>
                    <a:lnTo>
                      <a:pt x="39253" y="23728"/>
                    </a:lnTo>
                    <a:lnTo>
                      <a:pt x="39357" y="23686"/>
                    </a:lnTo>
                    <a:lnTo>
                      <a:pt x="39357" y="23623"/>
                    </a:lnTo>
                    <a:lnTo>
                      <a:pt x="39441" y="23560"/>
                    </a:lnTo>
                    <a:lnTo>
                      <a:pt x="39420" y="23519"/>
                    </a:lnTo>
                    <a:lnTo>
                      <a:pt x="39295" y="23581"/>
                    </a:lnTo>
                    <a:lnTo>
                      <a:pt x="39106" y="23581"/>
                    </a:lnTo>
                    <a:lnTo>
                      <a:pt x="38939" y="23665"/>
                    </a:lnTo>
                    <a:lnTo>
                      <a:pt x="38939" y="23665"/>
                    </a:lnTo>
                    <a:lnTo>
                      <a:pt x="39002" y="23581"/>
                    </a:lnTo>
                    <a:lnTo>
                      <a:pt x="38981" y="23498"/>
                    </a:lnTo>
                    <a:lnTo>
                      <a:pt x="39023" y="23414"/>
                    </a:lnTo>
                    <a:lnTo>
                      <a:pt x="39106" y="23477"/>
                    </a:lnTo>
                    <a:lnTo>
                      <a:pt x="39295" y="23477"/>
                    </a:lnTo>
                    <a:lnTo>
                      <a:pt x="39399" y="23351"/>
                    </a:lnTo>
                    <a:lnTo>
                      <a:pt x="39399" y="23205"/>
                    </a:lnTo>
                    <a:lnTo>
                      <a:pt x="39295" y="23268"/>
                    </a:lnTo>
                    <a:lnTo>
                      <a:pt x="39211" y="23247"/>
                    </a:lnTo>
                    <a:lnTo>
                      <a:pt x="39316" y="23142"/>
                    </a:lnTo>
                    <a:lnTo>
                      <a:pt x="39336" y="23037"/>
                    </a:lnTo>
                    <a:lnTo>
                      <a:pt x="39253" y="22996"/>
                    </a:lnTo>
                    <a:lnTo>
                      <a:pt x="39002" y="23079"/>
                    </a:lnTo>
                    <a:lnTo>
                      <a:pt x="38918" y="23037"/>
                    </a:lnTo>
                    <a:lnTo>
                      <a:pt x="38981" y="22954"/>
                    </a:lnTo>
                    <a:lnTo>
                      <a:pt x="39106" y="22975"/>
                    </a:lnTo>
                    <a:lnTo>
                      <a:pt x="39211" y="22954"/>
                    </a:lnTo>
                    <a:lnTo>
                      <a:pt x="39295" y="22828"/>
                    </a:lnTo>
                    <a:lnTo>
                      <a:pt x="39211" y="22765"/>
                    </a:lnTo>
                    <a:lnTo>
                      <a:pt x="39211" y="22682"/>
                    </a:lnTo>
                    <a:lnTo>
                      <a:pt x="39127" y="22765"/>
                    </a:lnTo>
                    <a:lnTo>
                      <a:pt x="39085" y="22765"/>
                    </a:lnTo>
                    <a:lnTo>
                      <a:pt x="39044" y="22682"/>
                    </a:lnTo>
                    <a:lnTo>
                      <a:pt x="38981" y="22619"/>
                    </a:lnTo>
                    <a:lnTo>
                      <a:pt x="39044" y="22577"/>
                    </a:lnTo>
                    <a:lnTo>
                      <a:pt x="39106" y="22640"/>
                    </a:lnTo>
                    <a:lnTo>
                      <a:pt x="39148" y="22577"/>
                    </a:lnTo>
                    <a:lnTo>
                      <a:pt x="39148" y="22452"/>
                    </a:lnTo>
                    <a:lnTo>
                      <a:pt x="39044" y="22347"/>
                    </a:lnTo>
                    <a:lnTo>
                      <a:pt x="39023" y="22242"/>
                    </a:lnTo>
                    <a:lnTo>
                      <a:pt x="39106" y="22200"/>
                    </a:lnTo>
                    <a:lnTo>
                      <a:pt x="39106" y="22096"/>
                    </a:lnTo>
                    <a:lnTo>
                      <a:pt x="39023" y="22096"/>
                    </a:lnTo>
                    <a:lnTo>
                      <a:pt x="39044" y="22033"/>
                    </a:lnTo>
                    <a:lnTo>
                      <a:pt x="39085" y="21928"/>
                    </a:lnTo>
                    <a:lnTo>
                      <a:pt x="39002" y="21928"/>
                    </a:lnTo>
                    <a:lnTo>
                      <a:pt x="38918" y="21907"/>
                    </a:lnTo>
                    <a:lnTo>
                      <a:pt x="38918" y="21887"/>
                    </a:lnTo>
                    <a:lnTo>
                      <a:pt x="38981" y="21887"/>
                    </a:lnTo>
                    <a:lnTo>
                      <a:pt x="39044" y="21803"/>
                    </a:lnTo>
                    <a:lnTo>
                      <a:pt x="38981" y="21740"/>
                    </a:lnTo>
                    <a:lnTo>
                      <a:pt x="38981" y="21677"/>
                    </a:lnTo>
                    <a:lnTo>
                      <a:pt x="39044" y="21615"/>
                    </a:lnTo>
                    <a:lnTo>
                      <a:pt x="39023" y="21573"/>
                    </a:lnTo>
                    <a:lnTo>
                      <a:pt x="38918" y="21615"/>
                    </a:lnTo>
                    <a:lnTo>
                      <a:pt x="38918" y="21615"/>
                    </a:lnTo>
                    <a:lnTo>
                      <a:pt x="39023" y="21531"/>
                    </a:lnTo>
                    <a:lnTo>
                      <a:pt x="38981" y="21489"/>
                    </a:lnTo>
                    <a:lnTo>
                      <a:pt x="38876" y="21510"/>
                    </a:lnTo>
                    <a:lnTo>
                      <a:pt x="38772" y="21635"/>
                    </a:lnTo>
                    <a:lnTo>
                      <a:pt x="38792" y="21719"/>
                    </a:lnTo>
                    <a:lnTo>
                      <a:pt x="38730" y="21824"/>
                    </a:lnTo>
                    <a:lnTo>
                      <a:pt x="38604" y="21949"/>
                    </a:lnTo>
                    <a:lnTo>
                      <a:pt x="38604" y="22033"/>
                    </a:lnTo>
                    <a:lnTo>
                      <a:pt x="38520" y="22096"/>
                    </a:lnTo>
                    <a:lnTo>
                      <a:pt x="38520" y="22200"/>
                    </a:lnTo>
                    <a:lnTo>
                      <a:pt x="38458" y="22117"/>
                    </a:lnTo>
                    <a:lnTo>
                      <a:pt x="38395" y="22138"/>
                    </a:lnTo>
                    <a:lnTo>
                      <a:pt x="38311" y="22326"/>
                    </a:lnTo>
                    <a:lnTo>
                      <a:pt x="38311" y="22410"/>
                    </a:lnTo>
                    <a:lnTo>
                      <a:pt x="38416" y="22410"/>
                    </a:lnTo>
                    <a:lnTo>
                      <a:pt x="38479" y="22472"/>
                    </a:lnTo>
                    <a:lnTo>
                      <a:pt x="38479" y="22556"/>
                    </a:lnTo>
                    <a:lnTo>
                      <a:pt x="38374" y="22452"/>
                    </a:lnTo>
                    <a:lnTo>
                      <a:pt x="38311" y="22452"/>
                    </a:lnTo>
                    <a:lnTo>
                      <a:pt x="38290" y="22535"/>
                    </a:lnTo>
                    <a:lnTo>
                      <a:pt x="38207" y="22640"/>
                    </a:lnTo>
                    <a:lnTo>
                      <a:pt x="38144" y="22682"/>
                    </a:lnTo>
                    <a:lnTo>
                      <a:pt x="38102" y="22849"/>
                    </a:lnTo>
                    <a:lnTo>
                      <a:pt x="37997" y="22870"/>
                    </a:lnTo>
                    <a:lnTo>
                      <a:pt x="37935" y="22975"/>
                    </a:lnTo>
                    <a:lnTo>
                      <a:pt x="37935" y="23037"/>
                    </a:lnTo>
                    <a:lnTo>
                      <a:pt x="37872" y="23037"/>
                    </a:lnTo>
                    <a:lnTo>
                      <a:pt x="37872" y="23205"/>
                    </a:lnTo>
                    <a:lnTo>
                      <a:pt x="37788" y="23393"/>
                    </a:lnTo>
                    <a:lnTo>
                      <a:pt x="37788" y="23393"/>
                    </a:lnTo>
                    <a:lnTo>
                      <a:pt x="37830" y="23268"/>
                    </a:lnTo>
                    <a:lnTo>
                      <a:pt x="37788" y="23100"/>
                    </a:lnTo>
                    <a:lnTo>
                      <a:pt x="37725" y="23037"/>
                    </a:lnTo>
                    <a:lnTo>
                      <a:pt x="37558" y="23142"/>
                    </a:lnTo>
                    <a:lnTo>
                      <a:pt x="37474" y="23247"/>
                    </a:lnTo>
                    <a:lnTo>
                      <a:pt x="37453" y="23351"/>
                    </a:lnTo>
                    <a:lnTo>
                      <a:pt x="37349" y="23372"/>
                    </a:lnTo>
                    <a:lnTo>
                      <a:pt x="37307" y="23414"/>
                    </a:lnTo>
                    <a:lnTo>
                      <a:pt x="37265" y="23372"/>
                    </a:lnTo>
                    <a:lnTo>
                      <a:pt x="37202" y="23372"/>
                    </a:lnTo>
                    <a:lnTo>
                      <a:pt x="37098" y="23456"/>
                    </a:lnTo>
                    <a:lnTo>
                      <a:pt x="36993" y="23456"/>
                    </a:lnTo>
                    <a:lnTo>
                      <a:pt x="36847" y="23560"/>
                    </a:lnTo>
                    <a:lnTo>
                      <a:pt x="36826" y="23686"/>
                    </a:lnTo>
                    <a:lnTo>
                      <a:pt x="36700" y="23832"/>
                    </a:lnTo>
                    <a:lnTo>
                      <a:pt x="36742" y="23728"/>
                    </a:lnTo>
                    <a:lnTo>
                      <a:pt x="36742" y="23623"/>
                    </a:lnTo>
                    <a:lnTo>
                      <a:pt x="36784" y="23581"/>
                    </a:lnTo>
                    <a:lnTo>
                      <a:pt x="36784" y="23351"/>
                    </a:lnTo>
                    <a:lnTo>
                      <a:pt x="36805" y="23247"/>
                    </a:lnTo>
                    <a:lnTo>
                      <a:pt x="36784" y="23247"/>
                    </a:lnTo>
                    <a:lnTo>
                      <a:pt x="36365" y="23456"/>
                    </a:lnTo>
                    <a:lnTo>
                      <a:pt x="36198" y="23770"/>
                    </a:lnTo>
                    <a:lnTo>
                      <a:pt x="36072" y="23812"/>
                    </a:lnTo>
                    <a:lnTo>
                      <a:pt x="36156" y="23707"/>
                    </a:lnTo>
                    <a:lnTo>
                      <a:pt x="36177" y="23581"/>
                    </a:lnTo>
                    <a:lnTo>
                      <a:pt x="36303" y="23393"/>
                    </a:lnTo>
                    <a:lnTo>
                      <a:pt x="36303" y="23268"/>
                    </a:lnTo>
                    <a:lnTo>
                      <a:pt x="36323" y="23142"/>
                    </a:lnTo>
                    <a:lnTo>
                      <a:pt x="36282" y="23037"/>
                    </a:lnTo>
                    <a:lnTo>
                      <a:pt x="36177" y="22933"/>
                    </a:lnTo>
                    <a:lnTo>
                      <a:pt x="36072" y="22933"/>
                    </a:lnTo>
                    <a:lnTo>
                      <a:pt x="36093" y="23058"/>
                    </a:lnTo>
                    <a:lnTo>
                      <a:pt x="36072" y="23058"/>
                    </a:lnTo>
                    <a:lnTo>
                      <a:pt x="35968" y="22975"/>
                    </a:lnTo>
                    <a:lnTo>
                      <a:pt x="35842" y="22765"/>
                    </a:lnTo>
                    <a:lnTo>
                      <a:pt x="36051" y="22870"/>
                    </a:lnTo>
                    <a:lnTo>
                      <a:pt x="36093" y="22849"/>
                    </a:lnTo>
                    <a:lnTo>
                      <a:pt x="35989" y="22807"/>
                    </a:lnTo>
                    <a:lnTo>
                      <a:pt x="35863" y="22598"/>
                    </a:lnTo>
                    <a:lnTo>
                      <a:pt x="35842" y="22577"/>
                    </a:lnTo>
                    <a:lnTo>
                      <a:pt x="35968" y="22431"/>
                    </a:lnTo>
                    <a:lnTo>
                      <a:pt x="35989" y="22347"/>
                    </a:lnTo>
                    <a:lnTo>
                      <a:pt x="36093" y="22179"/>
                    </a:lnTo>
                    <a:lnTo>
                      <a:pt x="36093" y="21970"/>
                    </a:lnTo>
                    <a:lnTo>
                      <a:pt x="35947" y="21845"/>
                    </a:lnTo>
                    <a:lnTo>
                      <a:pt x="35738" y="21803"/>
                    </a:lnTo>
                    <a:lnTo>
                      <a:pt x="35466" y="21656"/>
                    </a:lnTo>
                    <a:lnTo>
                      <a:pt x="35466" y="21656"/>
                    </a:lnTo>
                    <a:lnTo>
                      <a:pt x="35759" y="21761"/>
                    </a:lnTo>
                    <a:lnTo>
                      <a:pt x="36010" y="21803"/>
                    </a:lnTo>
                    <a:lnTo>
                      <a:pt x="36051" y="21615"/>
                    </a:lnTo>
                    <a:lnTo>
                      <a:pt x="36093" y="21531"/>
                    </a:lnTo>
                    <a:lnTo>
                      <a:pt x="36114" y="21698"/>
                    </a:lnTo>
                    <a:lnTo>
                      <a:pt x="36177" y="21594"/>
                    </a:lnTo>
                    <a:lnTo>
                      <a:pt x="36093" y="21363"/>
                    </a:lnTo>
                    <a:lnTo>
                      <a:pt x="36198" y="21196"/>
                    </a:lnTo>
                    <a:lnTo>
                      <a:pt x="36365" y="21175"/>
                    </a:lnTo>
                    <a:lnTo>
                      <a:pt x="36386" y="20987"/>
                    </a:lnTo>
                    <a:lnTo>
                      <a:pt x="36386" y="20778"/>
                    </a:lnTo>
                    <a:lnTo>
                      <a:pt x="36303" y="20778"/>
                    </a:lnTo>
                    <a:lnTo>
                      <a:pt x="36282" y="20966"/>
                    </a:lnTo>
                    <a:lnTo>
                      <a:pt x="36156" y="21071"/>
                    </a:lnTo>
                    <a:lnTo>
                      <a:pt x="36093" y="20987"/>
                    </a:lnTo>
                    <a:lnTo>
                      <a:pt x="36114" y="20778"/>
                    </a:lnTo>
                    <a:lnTo>
                      <a:pt x="35968" y="20715"/>
                    </a:lnTo>
                    <a:lnTo>
                      <a:pt x="35842" y="20778"/>
                    </a:lnTo>
                    <a:lnTo>
                      <a:pt x="35779" y="20715"/>
                    </a:lnTo>
                    <a:lnTo>
                      <a:pt x="35696" y="20757"/>
                    </a:lnTo>
                    <a:lnTo>
                      <a:pt x="35528" y="20589"/>
                    </a:lnTo>
                    <a:lnTo>
                      <a:pt x="35424" y="20652"/>
                    </a:lnTo>
                    <a:lnTo>
                      <a:pt x="35424" y="20547"/>
                    </a:lnTo>
                    <a:lnTo>
                      <a:pt x="35319" y="20652"/>
                    </a:lnTo>
                    <a:lnTo>
                      <a:pt x="35319" y="20547"/>
                    </a:lnTo>
                    <a:lnTo>
                      <a:pt x="35173" y="20401"/>
                    </a:lnTo>
                    <a:lnTo>
                      <a:pt x="35277" y="20401"/>
                    </a:lnTo>
                    <a:lnTo>
                      <a:pt x="35340" y="20296"/>
                    </a:lnTo>
                    <a:lnTo>
                      <a:pt x="35445" y="20380"/>
                    </a:lnTo>
                    <a:lnTo>
                      <a:pt x="35466" y="20296"/>
                    </a:lnTo>
                    <a:lnTo>
                      <a:pt x="35361" y="20171"/>
                    </a:lnTo>
                    <a:lnTo>
                      <a:pt x="35277" y="20255"/>
                    </a:lnTo>
                    <a:lnTo>
                      <a:pt x="35173" y="20171"/>
                    </a:lnTo>
                    <a:lnTo>
                      <a:pt x="35277" y="20150"/>
                    </a:lnTo>
                    <a:lnTo>
                      <a:pt x="35235" y="20024"/>
                    </a:lnTo>
                    <a:lnTo>
                      <a:pt x="35110" y="19920"/>
                    </a:lnTo>
                    <a:lnTo>
                      <a:pt x="35026" y="19962"/>
                    </a:lnTo>
                    <a:lnTo>
                      <a:pt x="35026" y="19878"/>
                    </a:lnTo>
                    <a:lnTo>
                      <a:pt x="35110" y="19773"/>
                    </a:lnTo>
                    <a:lnTo>
                      <a:pt x="35110" y="19606"/>
                    </a:lnTo>
                    <a:lnTo>
                      <a:pt x="35005" y="19606"/>
                    </a:lnTo>
                    <a:lnTo>
                      <a:pt x="34859" y="19501"/>
                    </a:lnTo>
                    <a:lnTo>
                      <a:pt x="34859" y="19397"/>
                    </a:lnTo>
                    <a:lnTo>
                      <a:pt x="34650" y="19229"/>
                    </a:lnTo>
                    <a:lnTo>
                      <a:pt x="34503" y="19313"/>
                    </a:lnTo>
                    <a:lnTo>
                      <a:pt x="34398" y="19313"/>
                    </a:lnTo>
                    <a:lnTo>
                      <a:pt x="34336" y="19397"/>
                    </a:lnTo>
                    <a:lnTo>
                      <a:pt x="34210" y="19334"/>
                    </a:lnTo>
                    <a:lnTo>
                      <a:pt x="34210" y="19480"/>
                    </a:lnTo>
                    <a:lnTo>
                      <a:pt x="34126" y="19376"/>
                    </a:lnTo>
                    <a:lnTo>
                      <a:pt x="34043" y="19376"/>
                    </a:lnTo>
                    <a:lnTo>
                      <a:pt x="34001" y="19292"/>
                    </a:lnTo>
                    <a:lnTo>
                      <a:pt x="33896" y="19292"/>
                    </a:lnTo>
                    <a:lnTo>
                      <a:pt x="33729" y="19397"/>
                    </a:lnTo>
                    <a:lnTo>
                      <a:pt x="33562" y="19397"/>
                    </a:lnTo>
                    <a:lnTo>
                      <a:pt x="33708" y="19334"/>
                    </a:lnTo>
                    <a:lnTo>
                      <a:pt x="33729" y="19229"/>
                    </a:lnTo>
                    <a:lnTo>
                      <a:pt x="33603" y="19229"/>
                    </a:lnTo>
                    <a:lnTo>
                      <a:pt x="33352" y="19104"/>
                    </a:lnTo>
                    <a:lnTo>
                      <a:pt x="33164" y="18999"/>
                    </a:lnTo>
                    <a:lnTo>
                      <a:pt x="32976" y="18999"/>
                    </a:lnTo>
                    <a:lnTo>
                      <a:pt x="32913" y="18957"/>
                    </a:lnTo>
                    <a:lnTo>
                      <a:pt x="32829" y="18978"/>
                    </a:lnTo>
                    <a:lnTo>
                      <a:pt x="32746" y="18978"/>
                    </a:lnTo>
                    <a:lnTo>
                      <a:pt x="32662" y="19062"/>
                    </a:lnTo>
                    <a:lnTo>
                      <a:pt x="32662" y="19125"/>
                    </a:lnTo>
                    <a:lnTo>
                      <a:pt x="32578" y="19125"/>
                    </a:lnTo>
                    <a:lnTo>
                      <a:pt x="32536" y="19104"/>
                    </a:lnTo>
                    <a:lnTo>
                      <a:pt x="32453" y="19166"/>
                    </a:lnTo>
                    <a:lnTo>
                      <a:pt x="32453" y="19313"/>
                    </a:lnTo>
                    <a:lnTo>
                      <a:pt x="32369" y="19480"/>
                    </a:lnTo>
                    <a:lnTo>
                      <a:pt x="32369" y="19690"/>
                    </a:lnTo>
                    <a:lnTo>
                      <a:pt x="32453" y="19794"/>
                    </a:lnTo>
                    <a:lnTo>
                      <a:pt x="32515" y="19794"/>
                    </a:lnTo>
                    <a:lnTo>
                      <a:pt x="32515" y="19836"/>
                    </a:lnTo>
                    <a:lnTo>
                      <a:pt x="32557" y="19857"/>
                    </a:lnTo>
                    <a:lnTo>
                      <a:pt x="32557" y="20003"/>
                    </a:lnTo>
                    <a:lnTo>
                      <a:pt x="32515" y="20045"/>
                    </a:lnTo>
                    <a:lnTo>
                      <a:pt x="32432" y="20045"/>
                    </a:lnTo>
                    <a:lnTo>
                      <a:pt x="32411" y="20171"/>
                    </a:lnTo>
                    <a:lnTo>
                      <a:pt x="32243" y="20380"/>
                    </a:lnTo>
                    <a:lnTo>
                      <a:pt x="32013" y="20568"/>
                    </a:lnTo>
                    <a:lnTo>
                      <a:pt x="32013" y="20652"/>
                    </a:lnTo>
                    <a:lnTo>
                      <a:pt x="32055" y="20673"/>
                    </a:lnTo>
                    <a:lnTo>
                      <a:pt x="32243" y="20652"/>
                    </a:lnTo>
                    <a:lnTo>
                      <a:pt x="32327" y="20652"/>
                    </a:lnTo>
                    <a:lnTo>
                      <a:pt x="32243" y="20694"/>
                    </a:lnTo>
                    <a:lnTo>
                      <a:pt x="32202" y="20861"/>
                    </a:lnTo>
                    <a:lnTo>
                      <a:pt x="32202" y="20903"/>
                    </a:lnTo>
                    <a:lnTo>
                      <a:pt x="32327" y="20945"/>
                    </a:lnTo>
                    <a:lnTo>
                      <a:pt x="32222" y="20966"/>
                    </a:lnTo>
                    <a:lnTo>
                      <a:pt x="32139" y="21050"/>
                    </a:lnTo>
                    <a:lnTo>
                      <a:pt x="32160" y="21112"/>
                    </a:lnTo>
                    <a:lnTo>
                      <a:pt x="32222" y="21175"/>
                    </a:lnTo>
                    <a:lnTo>
                      <a:pt x="32118" y="21301"/>
                    </a:lnTo>
                    <a:lnTo>
                      <a:pt x="32118" y="21363"/>
                    </a:lnTo>
                    <a:lnTo>
                      <a:pt x="32264" y="21363"/>
                    </a:lnTo>
                    <a:lnTo>
                      <a:pt x="32306" y="21426"/>
                    </a:lnTo>
                    <a:lnTo>
                      <a:pt x="32160" y="21635"/>
                    </a:lnTo>
                    <a:lnTo>
                      <a:pt x="32034" y="21698"/>
                    </a:lnTo>
                    <a:lnTo>
                      <a:pt x="32034" y="21824"/>
                    </a:lnTo>
                    <a:lnTo>
                      <a:pt x="32097" y="21887"/>
                    </a:lnTo>
                    <a:lnTo>
                      <a:pt x="32013" y="21845"/>
                    </a:lnTo>
                    <a:lnTo>
                      <a:pt x="31930" y="21719"/>
                    </a:lnTo>
                    <a:lnTo>
                      <a:pt x="31888" y="21719"/>
                    </a:lnTo>
                    <a:lnTo>
                      <a:pt x="31741" y="21887"/>
                    </a:lnTo>
                    <a:lnTo>
                      <a:pt x="31741" y="21928"/>
                    </a:lnTo>
                    <a:lnTo>
                      <a:pt x="31804" y="21949"/>
                    </a:lnTo>
                    <a:lnTo>
                      <a:pt x="31804" y="22033"/>
                    </a:lnTo>
                    <a:lnTo>
                      <a:pt x="31720" y="22117"/>
                    </a:lnTo>
                    <a:lnTo>
                      <a:pt x="31616" y="22117"/>
                    </a:lnTo>
                    <a:lnTo>
                      <a:pt x="31302" y="22431"/>
                    </a:lnTo>
                    <a:lnTo>
                      <a:pt x="31197" y="22472"/>
                    </a:lnTo>
                    <a:lnTo>
                      <a:pt x="31113" y="22724"/>
                    </a:lnTo>
                    <a:lnTo>
                      <a:pt x="31155" y="22786"/>
                    </a:lnTo>
                    <a:lnTo>
                      <a:pt x="31260" y="22828"/>
                    </a:lnTo>
                    <a:lnTo>
                      <a:pt x="31281" y="22954"/>
                    </a:lnTo>
                    <a:lnTo>
                      <a:pt x="31406" y="23037"/>
                    </a:lnTo>
                    <a:lnTo>
                      <a:pt x="31595" y="23288"/>
                    </a:lnTo>
                    <a:lnTo>
                      <a:pt x="31616" y="23602"/>
                    </a:lnTo>
                    <a:lnTo>
                      <a:pt x="31595" y="23937"/>
                    </a:lnTo>
                    <a:lnTo>
                      <a:pt x="31678" y="24125"/>
                    </a:lnTo>
                    <a:lnTo>
                      <a:pt x="31637" y="24251"/>
                    </a:lnTo>
                    <a:lnTo>
                      <a:pt x="31637" y="24460"/>
                    </a:lnTo>
                    <a:lnTo>
                      <a:pt x="31595" y="24523"/>
                    </a:lnTo>
                    <a:lnTo>
                      <a:pt x="31490" y="24816"/>
                    </a:lnTo>
                    <a:lnTo>
                      <a:pt x="31427" y="24962"/>
                    </a:lnTo>
                    <a:lnTo>
                      <a:pt x="31490" y="24962"/>
                    </a:lnTo>
                    <a:lnTo>
                      <a:pt x="31511" y="24858"/>
                    </a:lnTo>
                    <a:lnTo>
                      <a:pt x="31595" y="24816"/>
                    </a:lnTo>
                    <a:lnTo>
                      <a:pt x="31595" y="24962"/>
                    </a:lnTo>
                    <a:lnTo>
                      <a:pt x="31699" y="25088"/>
                    </a:lnTo>
                    <a:lnTo>
                      <a:pt x="31616" y="25192"/>
                    </a:lnTo>
                    <a:lnTo>
                      <a:pt x="31511" y="25192"/>
                    </a:lnTo>
                    <a:lnTo>
                      <a:pt x="31469" y="25151"/>
                    </a:lnTo>
                    <a:lnTo>
                      <a:pt x="31385" y="25151"/>
                    </a:lnTo>
                    <a:lnTo>
                      <a:pt x="31218" y="25402"/>
                    </a:lnTo>
                    <a:lnTo>
                      <a:pt x="31093" y="25465"/>
                    </a:lnTo>
                    <a:lnTo>
                      <a:pt x="31072" y="25569"/>
                    </a:lnTo>
                    <a:lnTo>
                      <a:pt x="30800" y="25674"/>
                    </a:lnTo>
                    <a:lnTo>
                      <a:pt x="30737" y="25757"/>
                    </a:lnTo>
                    <a:lnTo>
                      <a:pt x="30737" y="25799"/>
                    </a:lnTo>
                    <a:lnTo>
                      <a:pt x="30360" y="25925"/>
                    </a:lnTo>
                    <a:lnTo>
                      <a:pt x="30130" y="26029"/>
                    </a:lnTo>
                    <a:lnTo>
                      <a:pt x="30067" y="26092"/>
                    </a:lnTo>
                    <a:lnTo>
                      <a:pt x="29942" y="26092"/>
                    </a:lnTo>
                    <a:lnTo>
                      <a:pt x="29837" y="26176"/>
                    </a:lnTo>
                    <a:lnTo>
                      <a:pt x="29607" y="26197"/>
                    </a:lnTo>
                    <a:lnTo>
                      <a:pt x="29440" y="26281"/>
                    </a:lnTo>
                    <a:lnTo>
                      <a:pt x="29481" y="26322"/>
                    </a:lnTo>
                    <a:lnTo>
                      <a:pt x="29481" y="26427"/>
                    </a:lnTo>
                    <a:lnTo>
                      <a:pt x="29523" y="26511"/>
                    </a:lnTo>
                    <a:lnTo>
                      <a:pt x="29523" y="26615"/>
                    </a:lnTo>
                    <a:lnTo>
                      <a:pt x="29586" y="26699"/>
                    </a:lnTo>
                    <a:lnTo>
                      <a:pt x="29523" y="26720"/>
                    </a:lnTo>
                    <a:lnTo>
                      <a:pt x="29544" y="26804"/>
                    </a:lnTo>
                    <a:lnTo>
                      <a:pt x="29607" y="26825"/>
                    </a:lnTo>
                    <a:lnTo>
                      <a:pt x="29523" y="26866"/>
                    </a:lnTo>
                    <a:lnTo>
                      <a:pt x="29586" y="26971"/>
                    </a:lnTo>
                    <a:lnTo>
                      <a:pt x="29523" y="27013"/>
                    </a:lnTo>
                    <a:lnTo>
                      <a:pt x="29544" y="27117"/>
                    </a:lnTo>
                    <a:lnTo>
                      <a:pt x="29502" y="27159"/>
                    </a:lnTo>
                    <a:lnTo>
                      <a:pt x="29481" y="27348"/>
                    </a:lnTo>
                    <a:lnTo>
                      <a:pt x="29502" y="27452"/>
                    </a:lnTo>
                    <a:lnTo>
                      <a:pt x="29419" y="27745"/>
                    </a:lnTo>
                    <a:lnTo>
                      <a:pt x="29440" y="27808"/>
                    </a:lnTo>
                    <a:lnTo>
                      <a:pt x="29502" y="27850"/>
                    </a:lnTo>
                    <a:lnTo>
                      <a:pt x="29502" y="27913"/>
                    </a:lnTo>
                    <a:lnTo>
                      <a:pt x="29544" y="27975"/>
                    </a:lnTo>
                    <a:lnTo>
                      <a:pt x="29440" y="28101"/>
                    </a:lnTo>
                    <a:lnTo>
                      <a:pt x="29440" y="28226"/>
                    </a:lnTo>
                    <a:lnTo>
                      <a:pt x="29523" y="28268"/>
                    </a:lnTo>
                    <a:lnTo>
                      <a:pt x="29544" y="28436"/>
                    </a:lnTo>
                    <a:lnTo>
                      <a:pt x="29607" y="28498"/>
                    </a:lnTo>
                    <a:lnTo>
                      <a:pt x="29481" y="28624"/>
                    </a:lnTo>
                    <a:lnTo>
                      <a:pt x="29419" y="28791"/>
                    </a:lnTo>
                    <a:lnTo>
                      <a:pt x="29377" y="28812"/>
                    </a:lnTo>
                    <a:lnTo>
                      <a:pt x="29314" y="28791"/>
                    </a:lnTo>
                    <a:lnTo>
                      <a:pt x="29314" y="28896"/>
                    </a:lnTo>
                    <a:lnTo>
                      <a:pt x="29377" y="28959"/>
                    </a:lnTo>
                    <a:lnTo>
                      <a:pt x="29314" y="29042"/>
                    </a:lnTo>
                    <a:lnTo>
                      <a:pt x="29293" y="29231"/>
                    </a:lnTo>
                    <a:lnTo>
                      <a:pt x="29314" y="29356"/>
                    </a:lnTo>
                    <a:lnTo>
                      <a:pt x="29419" y="29482"/>
                    </a:lnTo>
                    <a:lnTo>
                      <a:pt x="29523" y="29545"/>
                    </a:lnTo>
                    <a:lnTo>
                      <a:pt x="29335" y="29524"/>
                    </a:lnTo>
                    <a:lnTo>
                      <a:pt x="29209" y="29419"/>
                    </a:lnTo>
                    <a:lnTo>
                      <a:pt x="29230" y="29252"/>
                    </a:lnTo>
                    <a:lnTo>
                      <a:pt x="29189" y="29042"/>
                    </a:lnTo>
                    <a:lnTo>
                      <a:pt x="29105" y="29022"/>
                    </a:lnTo>
                    <a:lnTo>
                      <a:pt x="29084" y="28959"/>
                    </a:lnTo>
                    <a:lnTo>
                      <a:pt x="29105" y="28854"/>
                    </a:lnTo>
                    <a:lnTo>
                      <a:pt x="29063" y="28854"/>
                    </a:lnTo>
                    <a:lnTo>
                      <a:pt x="28875" y="29105"/>
                    </a:lnTo>
                    <a:lnTo>
                      <a:pt x="28875" y="29210"/>
                    </a:lnTo>
                    <a:lnTo>
                      <a:pt x="28854" y="29314"/>
                    </a:lnTo>
                    <a:lnTo>
                      <a:pt x="28749" y="29314"/>
                    </a:lnTo>
                    <a:lnTo>
                      <a:pt x="28644" y="29210"/>
                    </a:lnTo>
                    <a:lnTo>
                      <a:pt x="28477" y="29147"/>
                    </a:lnTo>
                    <a:lnTo>
                      <a:pt x="28352" y="29252"/>
                    </a:lnTo>
                    <a:lnTo>
                      <a:pt x="28184" y="29335"/>
                    </a:lnTo>
                    <a:lnTo>
                      <a:pt x="28184" y="29335"/>
                    </a:lnTo>
                    <a:lnTo>
                      <a:pt x="28393" y="29147"/>
                    </a:lnTo>
                    <a:lnTo>
                      <a:pt x="28456" y="29001"/>
                    </a:lnTo>
                    <a:lnTo>
                      <a:pt x="28435" y="28917"/>
                    </a:lnTo>
                    <a:lnTo>
                      <a:pt x="28393" y="28729"/>
                    </a:lnTo>
                    <a:lnTo>
                      <a:pt x="28331" y="28624"/>
                    </a:lnTo>
                    <a:lnTo>
                      <a:pt x="28289" y="28540"/>
                    </a:lnTo>
                    <a:lnTo>
                      <a:pt x="28268" y="28540"/>
                    </a:lnTo>
                    <a:lnTo>
                      <a:pt x="28142" y="28478"/>
                    </a:lnTo>
                    <a:lnTo>
                      <a:pt x="28038" y="28415"/>
                    </a:lnTo>
                    <a:lnTo>
                      <a:pt x="28038" y="28331"/>
                    </a:lnTo>
                    <a:lnTo>
                      <a:pt x="28017" y="28289"/>
                    </a:lnTo>
                    <a:lnTo>
                      <a:pt x="28038" y="28185"/>
                    </a:lnTo>
                    <a:lnTo>
                      <a:pt x="27954" y="28080"/>
                    </a:lnTo>
                    <a:lnTo>
                      <a:pt x="27870" y="28017"/>
                    </a:lnTo>
                    <a:lnTo>
                      <a:pt x="27870" y="27892"/>
                    </a:lnTo>
                    <a:lnTo>
                      <a:pt x="27766" y="27808"/>
                    </a:lnTo>
                    <a:lnTo>
                      <a:pt x="27724" y="27703"/>
                    </a:lnTo>
                    <a:lnTo>
                      <a:pt x="27766" y="27473"/>
                    </a:lnTo>
                    <a:lnTo>
                      <a:pt x="27870" y="27369"/>
                    </a:lnTo>
                    <a:lnTo>
                      <a:pt x="27933" y="27222"/>
                    </a:lnTo>
                    <a:lnTo>
                      <a:pt x="27933" y="27117"/>
                    </a:lnTo>
                    <a:lnTo>
                      <a:pt x="28080" y="26866"/>
                    </a:lnTo>
                    <a:lnTo>
                      <a:pt x="28080" y="26615"/>
                    </a:lnTo>
                    <a:lnTo>
                      <a:pt x="28059" y="26594"/>
                    </a:lnTo>
                    <a:lnTo>
                      <a:pt x="28038" y="26448"/>
                    </a:lnTo>
                    <a:lnTo>
                      <a:pt x="28121" y="26301"/>
                    </a:lnTo>
                    <a:lnTo>
                      <a:pt x="28184" y="26197"/>
                    </a:lnTo>
                    <a:lnTo>
                      <a:pt x="28184" y="26092"/>
                    </a:lnTo>
                    <a:lnTo>
                      <a:pt x="28352" y="25799"/>
                    </a:lnTo>
                    <a:lnTo>
                      <a:pt x="28331" y="25611"/>
                    </a:lnTo>
                    <a:lnTo>
                      <a:pt x="28268" y="25611"/>
                    </a:lnTo>
                    <a:lnTo>
                      <a:pt x="28247" y="25653"/>
                    </a:lnTo>
                    <a:lnTo>
                      <a:pt x="28247" y="25590"/>
                    </a:lnTo>
                    <a:lnTo>
                      <a:pt x="28163" y="25590"/>
                    </a:lnTo>
                    <a:lnTo>
                      <a:pt x="28038" y="25653"/>
                    </a:lnTo>
                    <a:lnTo>
                      <a:pt x="27849" y="25611"/>
                    </a:lnTo>
                    <a:lnTo>
                      <a:pt x="27661" y="25569"/>
                    </a:lnTo>
                    <a:lnTo>
                      <a:pt x="27619" y="25569"/>
                    </a:lnTo>
                    <a:lnTo>
                      <a:pt x="27556" y="25506"/>
                    </a:lnTo>
                    <a:lnTo>
                      <a:pt x="27326" y="25506"/>
                    </a:lnTo>
                    <a:lnTo>
                      <a:pt x="27201" y="25548"/>
                    </a:lnTo>
                    <a:lnTo>
                      <a:pt x="27138" y="25506"/>
                    </a:lnTo>
                    <a:lnTo>
                      <a:pt x="26971" y="25506"/>
                    </a:lnTo>
                    <a:lnTo>
                      <a:pt x="26929" y="25485"/>
                    </a:lnTo>
                    <a:lnTo>
                      <a:pt x="26971" y="25444"/>
                    </a:lnTo>
                    <a:lnTo>
                      <a:pt x="26803" y="25297"/>
                    </a:lnTo>
                    <a:lnTo>
                      <a:pt x="26782" y="25234"/>
                    </a:lnTo>
                    <a:lnTo>
                      <a:pt x="26594" y="25046"/>
                    </a:lnTo>
                    <a:lnTo>
                      <a:pt x="26510" y="25025"/>
                    </a:lnTo>
                    <a:lnTo>
                      <a:pt x="26343" y="24879"/>
                    </a:lnTo>
                    <a:lnTo>
                      <a:pt x="26259" y="24858"/>
                    </a:lnTo>
                    <a:lnTo>
                      <a:pt x="26029" y="24711"/>
                    </a:lnTo>
                    <a:lnTo>
                      <a:pt x="25966" y="24648"/>
                    </a:lnTo>
                    <a:lnTo>
                      <a:pt x="25903" y="24753"/>
                    </a:lnTo>
                    <a:lnTo>
                      <a:pt x="25903" y="24711"/>
                    </a:lnTo>
                    <a:lnTo>
                      <a:pt x="25820" y="24523"/>
                    </a:lnTo>
                    <a:lnTo>
                      <a:pt x="25736" y="24439"/>
                    </a:lnTo>
                    <a:lnTo>
                      <a:pt x="25736" y="24335"/>
                    </a:lnTo>
                    <a:lnTo>
                      <a:pt x="25631" y="24293"/>
                    </a:lnTo>
                    <a:lnTo>
                      <a:pt x="25527" y="24104"/>
                    </a:lnTo>
                    <a:lnTo>
                      <a:pt x="25443" y="24084"/>
                    </a:lnTo>
                    <a:lnTo>
                      <a:pt x="25255" y="23895"/>
                    </a:lnTo>
                    <a:lnTo>
                      <a:pt x="25150" y="23874"/>
                    </a:lnTo>
                    <a:lnTo>
                      <a:pt x="25087" y="23812"/>
                    </a:lnTo>
                    <a:lnTo>
                      <a:pt x="24815" y="23728"/>
                    </a:lnTo>
                    <a:lnTo>
                      <a:pt x="24627" y="23581"/>
                    </a:lnTo>
                    <a:lnTo>
                      <a:pt x="24376" y="23393"/>
                    </a:lnTo>
                    <a:lnTo>
                      <a:pt x="24167" y="23414"/>
                    </a:lnTo>
                    <a:lnTo>
                      <a:pt x="23748" y="23560"/>
                    </a:lnTo>
                    <a:lnTo>
                      <a:pt x="23330" y="23686"/>
                    </a:lnTo>
                    <a:lnTo>
                      <a:pt x="23142" y="23686"/>
                    </a:lnTo>
                    <a:lnTo>
                      <a:pt x="23016" y="23623"/>
                    </a:lnTo>
                    <a:lnTo>
                      <a:pt x="23016" y="23623"/>
                    </a:lnTo>
                    <a:lnTo>
                      <a:pt x="23142" y="23665"/>
                    </a:lnTo>
                    <a:lnTo>
                      <a:pt x="23330" y="23602"/>
                    </a:lnTo>
                    <a:lnTo>
                      <a:pt x="23665" y="23268"/>
                    </a:lnTo>
                    <a:lnTo>
                      <a:pt x="23727" y="23163"/>
                    </a:lnTo>
                    <a:lnTo>
                      <a:pt x="23665" y="22933"/>
                    </a:lnTo>
                    <a:lnTo>
                      <a:pt x="23581" y="22828"/>
                    </a:lnTo>
                    <a:lnTo>
                      <a:pt x="23665" y="22577"/>
                    </a:lnTo>
                    <a:lnTo>
                      <a:pt x="23665" y="22347"/>
                    </a:lnTo>
                    <a:lnTo>
                      <a:pt x="23581" y="22200"/>
                    </a:lnTo>
                    <a:lnTo>
                      <a:pt x="23581" y="22054"/>
                    </a:lnTo>
                    <a:lnTo>
                      <a:pt x="23644" y="21928"/>
                    </a:lnTo>
                    <a:lnTo>
                      <a:pt x="23644" y="21824"/>
                    </a:lnTo>
                    <a:lnTo>
                      <a:pt x="23539" y="21782"/>
                    </a:lnTo>
                    <a:lnTo>
                      <a:pt x="23204" y="21782"/>
                    </a:lnTo>
                    <a:lnTo>
                      <a:pt x="23037" y="22054"/>
                    </a:lnTo>
                    <a:lnTo>
                      <a:pt x="22828" y="22305"/>
                    </a:lnTo>
                    <a:lnTo>
                      <a:pt x="22577" y="22326"/>
                    </a:lnTo>
                    <a:lnTo>
                      <a:pt x="22409" y="22452"/>
                    </a:lnTo>
                    <a:lnTo>
                      <a:pt x="22472" y="22347"/>
                    </a:lnTo>
                    <a:lnTo>
                      <a:pt x="22786" y="22263"/>
                    </a:lnTo>
                    <a:lnTo>
                      <a:pt x="22932" y="22117"/>
                    </a:lnTo>
                    <a:lnTo>
                      <a:pt x="23037" y="21845"/>
                    </a:lnTo>
                    <a:lnTo>
                      <a:pt x="22995" y="21824"/>
                    </a:lnTo>
                    <a:lnTo>
                      <a:pt x="22995" y="21677"/>
                    </a:lnTo>
                    <a:lnTo>
                      <a:pt x="22932" y="21594"/>
                    </a:lnTo>
                    <a:lnTo>
                      <a:pt x="22953" y="21489"/>
                    </a:lnTo>
                    <a:lnTo>
                      <a:pt x="22932" y="21405"/>
                    </a:lnTo>
                    <a:lnTo>
                      <a:pt x="22807" y="21384"/>
                    </a:lnTo>
                    <a:lnTo>
                      <a:pt x="22849" y="21322"/>
                    </a:lnTo>
                    <a:lnTo>
                      <a:pt x="22953" y="21301"/>
                    </a:lnTo>
                    <a:lnTo>
                      <a:pt x="22995" y="21196"/>
                    </a:lnTo>
                    <a:lnTo>
                      <a:pt x="23100" y="21008"/>
                    </a:lnTo>
                    <a:lnTo>
                      <a:pt x="23100" y="20861"/>
                    </a:lnTo>
                    <a:lnTo>
                      <a:pt x="23037" y="20799"/>
                    </a:lnTo>
                    <a:lnTo>
                      <a:pt x="23121" y="20568"/>
                    </a:lnTo>
                    <a:lnTo>
                      <a:pt x="23204" y="20527"/>
                    </a:lnTo>
                    <a:lnTo>
                      <a:pt x="23246" y="20359"/>
                    </a:lnTo>
                    <a:lnTo>
                      <a:pt x="23330" y="20255"/>
                    </a:lnTo>
                    <a:lnTo>
                      <a:pt x="23372" y="20045"/>
                    </a:lnTo>
                    <a:lnTo>
                      <a:pt x="23476" y="19941"/>
                    </a:lnTo>
                    <a:lnTo>
                      <a:pt x="23435" y="19815"/>
                    </a:lnTo>
                    <a:lnTo>
                      <a:pt x="23435" y="19731"/>
                    </a:lnTo>
                    <a:lnTo>
                      <a:pt x="23560" y="19815"/>
                    </a:lnTo>
                    <a:lnTo>
                      <a:pt x="23665" y="19711"/>
                    </a:lnTo>
                    <a:lnTo>
                      <a:pt x="23665" y="19606"/>
                    </a:lnTo>
                    <a:lnTo>
                      <a:pt x="23790" y="19585"/>
                    </a:lnTo>
                    <a:lnTo>
                      <a:pt x="23958" y="19397"/>
                    </a:lnTo>
                    <a:lnTo>
                      <a:pt x="24062" y="19334"/>
                    </a:lnTo>
                    <a:lnTo>
                      <a:pt x="24041" y="19229"/>
                    </a:lnTo>
                    <a:lnTo>
                      <a:pt x="24125" y="19166"/>
                    </a:lnTo>
                    <a:lnTo>
                      <a:pt x="24188" y="19166"/>
                    </a:lnTo>
                    <a:lnTo>
                      <a:pt x="24230" y="19083"/>
                    </a:lnTo>
                    <a:lnTo>
                      <a:pt x="24167" y="18999"/>
                    </a:lnTo>
                    <a:lnTo>
                      <a:pt x="24292" y="18915"/>
                    </a:lnTo>
                    <a:lnTo>
                      <a:pt x="24376" y="18769"/>
                    </a:lnTo>
                    <a:lnTo>
                      <a:pt x="24481" y="18769"/>
                    </a:lnTo>
                    <a:lnTo>
                      <a:pt x="24481" y="18706"/>
                    </a:lnTo>
                    <a:lnTo>
                      <a:pt x="24543" y="18664"/>
                    </a:lnTo>
                    <a:lnTo>
                      <a:pt x="24397" y="18560"/>
                    </a:lnTo>
                    <a:lnTo>
                      <a:pt x="24460" y="18539"/>
                    </a:lnTo>
                    <a:lnTo>
                      <a:pt x="24460" y="18455"/>
                    </a:lnTo>
                    <a:lnTo>
                      <a:pt x="24543" y="18476"/>
                    </a:lnTo>
                    <a:lnTo>
                      <a:pt x="24669" y="18581"/>
                    </a:lnTo>
                    <a:lnTo>
                      <a:pt x="24690" y="18643"/>
                    </a:lnTo>
                    <a:lnTo>
                      <a:pt x="24753" y="18602"/>
                    </a:lnTo>
                    <a:lnTo>
                      <a:pt x="24711" y="18539"/>
                    </a:lnTo>
                    <a:lnTo>
                      <a:pt x="24606" y="18476"/>
                    </a:lnTo>
                    <a:lnTo>
                      <a:pt x="24795" y="18392"/>
                    </a:lnTo>
                    <a:lnTo>
                      <a:pt x="24836" y="18330"/>
                    </a:lnTo>
                    <a:lnTo>
                      <a:pt x="24983" y="18330"/>
                    </a:lnTo>
                    <a:lnTo>
                      <a:pt x="25004" y="18350"/>
                    </a:lnTo>
                    <a:lnTo>
                      <a:pt x="25025" y="18267"/>
                    </a:lnTo>
                    <a:lnTo>
                      <a:pt x="25004" y="18225"/>
                    </a:lnTo>
                    <a:lnTo>
                      <a:pt x="25087" y="18225"/>
                    </a:lnTo>
                    <a:lnTo>
                      <a:pt x="25108" y="18350"/>
                    </a:lnTo>
                    <a:lnTo>
                      <a:pt x="25192" y="18246"/>
                    </a:lnTo>
                    <a:lnTo>
                      <a:pt x="25192" y="18225"/>
                    </a:lnTo>
                    <a:lnTo>
                      <a:pt x="25108" y="18162"/>
                    </a:lnTo>
                    <a:lnTo>
                      <a:pt x="25108" y="18058"/>
                    </a:lnTo>
                    <a:lnTo>
                      <a:pt x="25150" y="18120"/>
                    </a:lnTo>
                    <a:lnTo>
                      <a:pt x="25359" y="18162"/>
                    </a:lnTo>
                    <a:lnTo>
                      <a:pt x="25339" y="18078"/>
                    </a:lnTo>
                    <a:lnTo>
                      <a:pt x="25234" y="18037"/>
                    </a:lnTo>
                    <a:lnTo>
                      <a:pt x="25213" y="17953"/>
                    </a:lnTo>
                    <a:lnTo>
                      <a:pt x="25255" y="17932"/>
                    </a:lnTo>
                    <a:lnTo>
                      <a:pt x="25297" y="17848"/>
                    </a:lnTo>
                    <a:lnTo>
                      <a:pt x="25318" y="18016"/>
                    </a:lnTo>
                    <a:lnTo>
                      <a:pt x="25422" y="17974"/>
                    </a:lnTo>
                    <a:lnTo>
                      <a:pt x="25506" y="18016"/>
                    </a:lnTo>
                    <a:lnTo>
                      <a:pt x="25590" y="17953"/>
                    </a:lnTo>
                    <a:lnTo>
                      <a:pt x="25464" y="17744"/>
                    </a:lnTo>
                    <a:lnTo>
                      <a:pt x="25401" y="17514"/>
                    </a:lnTo>
                    <a:lnTo>
                      <a:pt x="25297" y="17388"/>
                    </a:lnTo>
                    <a:lnTo>
                      <a:pt x="25297" y="17283"/>
                    </a:lnTo>
                    <a:lnTo>
                      <a:pt x="25255" y="17200"/>
                    </a:lnTo>
                    <a:lnTo>
                      <a:pt x="25297" y="17137"/>
                    </a:lnTo>
                    <a:lnTo>
                      <a:pt x="25359" y="17221"/>
                    </a:lnTo>
                    <a:lnTo>
                      <a:pt x="25422" y="17409"/>
                    </a:lnTo>
                    <a:lnTo>
                      <a:pt x="25569" y="17597"/>
                    </a:lnTo>
                    <a:lnTo>
                      <a:pt x="25841" y="17639"/>
                    </a:lnTo>
                    <a:lnTo>
                      <a:pt x="25945" y="17723"/>
                    </a:lnTo>
                    <a:lnTo>
                      <a:pt x="26071" y="17723"/>
                    </a:lnTo>
                    <a:lnTo>
                      <a:pt x="26155" y="17660"/>
                    </a:lnTo>
                    <a:lnTo>
                      <a:pt x="26259" y="17660"/>
                    </a:lnTo>
                    <a:lnTo>
                      <a:pt x="26406" y="17514"/>
                    </a:lnTo>
                    <a:lnTo>
                      <a:pt x="26448" y="17242"/>
                    </a:lnTo>
                    <a:lnTo>
                      <a:pt x="26238" y="16990"/>
                    </a:lnTo>
                    <a:lnTo>
                      <a:pt x="26196" y="16823"/>
                    </a:lnTo>
                    <a:lnTo>
                      <a:pt x="26134" y="16739"/>
                    </a:lnTo>
                    <a:lnTo>
                      <a:pt x="26071" y="16739"/>
                    </a:lnTo>
                    <a:lnTo>
                      <a:pt x="25945" y="16886"/>
                    </a:lnTo>
                    <a:lnTo>
                      <a:pt x="25715" y="16907"/>
                    </a:lnTo>
                    <a:lnTo>
                      <a:pt x="25652" y="16928"/>
                    </a:lnTo>
                    <a:lnTo>
                      <a:pt x="25652" y="16907"/>
                    </a:lnTo>
                    <a:lnTo>
                      <a:pt x="25631" y="16823"/>
                    </a:lnTo>
                    <a:lnTo>
                      <a:pt x="25715" y="16865"/>
                    </a:lnTo>
                    <a:lnTo>
                      <a:pt x="25841" y="16823"/>
                    </a:lnTo>
                    <a:lnTo>
                      <a:pt x="25966" y="16718"/>
                    </a:lnTo>
                    <a:lnTo>
                      <a:pt x="25945" y="16677"/>
                    </a:lnTo>
                    <a:lnTo>
                      <a:pt x="25736" y="16551"/>
                    </a:lnTo>
                    <a:lnTo>
                      <a:pt x="25506" y="16300"/>
                    </a:lnTo>
                    <a:lnTo>
                      <a:pt x="25443" y="16300"/>
                    </a:lnTo>
                    <a:lnTo>
                      <a:pt x="25422" y="16363"/>
                    </a:lnTo>
                    <a:lnTo>
                      <a:pt x="25464" y="16446"/>
                    </a:lnTo>
                    <a:lnTo>
                      <a:pt x="25443" y="16488"/>
                    </a:lnTo>
                    <a:lnTo>
                      <a:pt x="25339" y="16405"/>
                    </a:lnTo>
                    <a:lnTo>
                      <a:pt x="25297" y="16258"/>
                    </a:lnTo>
                    <a:lnTo>
                      <a:pt x="25401" y="16279"/>
                    </a:lnTo>
                    <a:lnTo>
                      <a:pt x="25401" y="16091"/>
                    </a:lnTo>
                    <a:lnTo>
                      <a:pt x="25443" y="16195"/>
                    </a:lnTo>
                    <a:lnTo>
                      <a:pt x="25611" y="16342"/>
                    </a:lnTo>
                    <a:lnTo>
                      <a:pt x="25694" y="16363"/>
                    </a:lnTo>
                    <a:lnTo>
                      <a:pt x="25757" y="16551"/>
                    </a:lnTo>
                    <a:lnTo>
                      <a:pt x="25966" y="16677"/>
                    </a:lnTo>
                    <a:lnTo>
                      <a:pt x="26217" y="16760"/>
                    </a:lnTo>
                    <a:lnTo>
                      <a:pt x="26322" y="16907"/>
                    </a:lnTo>
                    <a:lnTo>
                      <a:pt x="26427" y="16970"/>
                    </a:lnTo>
                    <a:lnTo>
                      <a:pt x="26448" y="17032"/>
                    </a:lnTo>
                    <a:lnTo>
                      <a:pt x="26573" y="17095"/>
                    </a:lnTo>
                    <a:lnTo>
                      <a:pt x="26636" y="17137"/>
                    </a:lnTo>
                    <a:lnTo>
                      <a:pt x="26636" y="17011"/>
                    </a:lnTo>
                    <a:lnTo>
                      <a:pt x="26740" y="16970"/>
                    </a:lnTo>
                    <a:lnTo>
                      <a:pt x="26657" y="16907"/>
                    </a:lnTo>
                    <a:lnTo>
                      <a:pt x="26678" y="16802"/>
                    </a:lnTo>
                    <a:lnTo>
                      <a:pt x="26761" y="16928"/>
                    </a:lnTo>
                    <a:lnTo>
                      <a:pt x="26782" y="17011"/>
                    </a:lnTo>
                    <a:lnTo>
                      <a:pt x="26866" y="17032"/>
                    </a:lnTo>
                    <a:lnTo>
                      <a:pt x="26992" y="16865"/>
                    </a:lnTo>
                    <a:lnTo>
                      <a:pt x="26992" y="16656"/>
                    </a:lnTo>
                    <a:lnTo>
                      <a:pt x="26950" y="16572"/>
                    </a:lnTo>
                    <a:lnTo>
                      <a:pt x="26992" y="16405"/>
                    </a:lnTo>
                    <a:lnTo>
                      <a:pt x="27054" y="16593"/>
                    </a:lnTo>
                    <a:lnTo>
                      <a:pt x="27054" y="16698"/>
                    </a:lnTo>
                    <a:lnTo>
                      <a:pt x="27117" y="16467"/>
                    </a:lnTo>
                    <a:lnTo>
                      <a:pt x="27222" y="16405"/>
                    </a:lnTo>
                    <a:lnTo>
                      <a:pt x="27264" y="16467"/>
                    </a:lnTo>
                    <a:lnTo>
                      <a:pt x="27284" y="16488"/>
                    </a:lnTo>
                    <a:lnTo>
                      <a:pt x="27201" y="16593"/>
                    </a:lnTo>
                    <a:lnTo>
                      <a:pt x="27264" y="16614"/>
                    </a:lnTo>
                    <a:lnTo>
                      <a:pt x="27284" y="16698"/>
                    </a:lnTo>
                    <a:lnTo>
                      <a:pt x="27368" y="16614"/>
                    </a:lnTo>
                    <a:lnTo>
                      <a:pt x="27431" y="16656"/>
                    </a:lnTo>
                    <a:lnTo>
                      <a:pt x="27577" y="16802"/>
                    </a:lnTo>
                    <a:lnTo>
                      <a:pt x="27598" y="16760"/>
                    </a:lnTo>
                    <a:lnTo>
                      <a:pt x="27682" y="16760"/>
                    </a:lnTo>
                    <a:lnTo>
                      <a:pt x="27724" y="16802"/>
                    </a:lnTo>
                    <a:lnTo>
                      <a:pt x="27828" y="16781"/>
                    </a:lnTo>
                    <a:lnTo>
                      <a:pt x="27933" y="16593"/>
                    </a:lnTo>
                    <a:lnTo>
                      <a:pt x="28100" y="16509"/>
                    </a:lnTo>
                    <a:lnTo>
                      <a:pt x="28456" y="16153"/>
                    </a:lnTo>
                    <a:lnTo>
                      <a:pt x="28477" y="16070"/>
                    </a:lnTo>
                    <a:lnTo>
                      <a:pt x="28540" y="16049"/>
                    </a:lnTo>
                    <a:lnTo>
                      <a:pt x="28561" y="16091"/>
                    </a:lnTo>
                    <a:lnTo>
                      <a:pt x="28728" y="15881"/>
                    </a:lnTo>
                    <a:lnTo>
                      <a:pt x="28833" y="15840"/>
                    </a:lnTo>
                    <a:lnTo>
                      <a:pt x="28958" y="15735"/>
                    </a:lnTo>
                    <a:lnTo>
                      <a:pt x="29000" y="15672"/>
                    </a:lnTo>
                    <a:lnTo>
                      <a:pt x="28979" y="15547"/>
                    </a:lnTo>
                    <a:lnTo>
                      <a:pt x="28561" y="15442"/>
                    </a:lnTo>
                    <a:lnTo>
                      <a:pt x="28331" y="15400"/>
                    </a:lnTo>
                    <a:lnTo>
                      <a:pt x="28121" y="15317"/>
                    </a:lnTo>
                    <a:lnTo>
                      <a:pt x="28038" y="15128"/>
                    </a:lnTo>
                    <a:lnTo>
                      <a:pt x="27912" y="14898"/>
                    </a:lnTo>
                    <a:lnTo>
                      <a:pt x="27849" y="14898"/>
                    </a:lnTo>
                    <a:lnTo>
                      <a:pt x="27828" y="14710"/>
                    </a:lnTo>
                    <a:lnTo>
                      <a:pt x="27808" y="14689"/>
                    </a:lnTo>
                    <a:lnTo>
                      <a:pt x="27828" y="14626"/>
                    </a:lnTo>
                    <a:lnTo>
                      <a:pt x="27870" y="14626"/>
                    </a:lnTo>
                    <a:lnTo>
                      <a:pt x="27912" y="14563"/>
                    </a:lnTo>
                    <a:lnTo>
                      <a:pt x="27828" y="14501"/>
                    </a:lnTo>
                    <a:lnTo>
                      <a:pt x="27598" y="14501"/>
                    </a:lnTo>
                    <a:lnTo>
                      <a:pt x="27326" y="14417"/>
                    </a:lnTo>
                    <a:lnTo>
                      <a:pt x="27243" y="14417"/>
                    </a:lnTo>
                    <a:lnTo>
                      <a:pt x="27201" y="14480"/>
                    </a:lnTo>
                    <a:lnTo>
                      <a:pt x="27117" y="14396"/>
                    </a:lnTo>
                    <a:lnTo>
                      <a:pt x="27117" y="14312"/>
                    </a:lnTo>
                    <a:lnTo>
                      <a:pt x="27222" y="14354"/>
                    </a:lnTo>
                    <a:lnTo>
                      <a:pt x="27494" y="14375"/>
                    </a:lnTo>
                    <a:lnTo>
                      <a:pt x="27640" y="14480"/>
                    </a:lnTo>
                    <a:lnTo>
                      <a:pt x="27870" y="14480"/>
                    </a:lnTo>
                    <a:lnTo>
                      <a:pt x="28017" y="14584"/>
                    </a:lnTo>
                    <a:lnTo>
                      <a:pt x="28142" y="14814"/>
                    </a:lnTo>
                    <a:lnTo>
                      <a:pt x="28247" y="14835"/>
                    </a:lnTo>
                    <a:lnTo>
                      <a:pt x="28289" y="14898"/>
                    </a:lnTo>
                    <a:lnTo>
                      <a:pt x="28247" y="14919"/>
                    </a:lnTo>
                    <a:lnTo>
                      <a:pt x="28184" y="14919"/>
                    </a:lnTo>
                    <a:lnTo>
                      <a:pt x="28184" y="14982"/>
                    </a:lnTo>
                    <a:lnTo>
                      <a:pt x="28372" y="15045"/>
                    </a:lnTo>
                    <a:lnTo>
                      <a:pt x="28435" y="15191"/>
                    </a:lnTo>
                    <a:lnTo>
                      <a:pt x="28498" y="15296"/>
                    </a:lnTo>
                    <a:lnTo>
                      <a:pt x="28875" y="15358"/>
                    </a:lnTo>
                    <a:lnTo>
                      <a:pt x="28979" y="15317"/>
                    </a:lnTo>
                    <a:lnTo>
                      <a:pt x="29021" y="15191"/>
                    </a:lnTo>
                    <a:lnTo>
                      <a:pt x="29105" y="15128"/>
                    </a:lnTo>
                    <a:lnTo>
                      <a:pt x="29189" y="15149"/>
                    </a:lnTo>
                    <a:lnTo>
                      <a:pt x="29314" y="15003"/>
                    </a:lnTo>
                    <a:lnTo>
                      <a:pt x="29335" y="14982"/>
                    </a:lnTo>
                    <a:lnTo>
                      <a:pt x="29502" y="15128"/>
                    </a:lnTo>
                    <a:lnTo>
                      <a:pt x="29481" y="15149"/>
                    </a:lnTo>
                    <a:lnTo>
                      <a:pt x="29377" y="15317"/>
                    </a:lnTo>
                    <a:lnTo>
                      <a:pt x="29377" y="15400"/>
                    </a:lnTo>
                    <a:lnTo>
                      <a:pt x="29293" y="15505"/>
                    </a:lnTo>
                    <a:lnTo>
                      <a:pt x="29293" y="15568"/>
                    </a:lnTo>
                    <a:lnTo>
                      <a:pt x="29189" y="15756"/>
                    </a:lnTo>
                    <a:lnTo>
                      <a:pt x="29230" y="15840"/>
                    </a:lnTo>
                    <a:lnTo>
                      <a:pt x="29189" y="15861"/>
                    </a:lnTo>
                    <a:lnTo>
                      <a:pt x="29168" y="15965"/>
                    </a:lnTo>
                    <a:lnTo>
                      <a:pt x="29168" y="16070"/>
                    </a:lnTo>
                    <a:lnTo>
                      <a:pt x="29000" y="16195"/>
                    </a:lnTo>
                    <a:lnTo>
                      <a:pt x="28958" y="16300"/>
                    </a:lnTo>
                    <a:lnTo>
                      <a:pt x="28958" y="16467"/>
                    </a:lnTo>
                    <a:lnTo>
                      <a:pt x="28916" y="16509"/>
                    </a:lnTo>
                    <a:lnTo>
                      <a:pt x="28916" y="16677"/>
                    </a:lnTo>
                    <a:lnTo>
                      <a:pt x="28854" y="16760"/>
                    </a:lnTo>
                    <a:lnTo>
                      <a:pt x="28707" y="16760"/>
                    </a:lnTo>
                    <a:lnTo>
                      <a:pt x="28540" y="16823"/>
                    </a:lnTo>
                    <a:lnTo>
                      <a:pt x="28540" y="16928"/>
                    </a:lnTo>
                    <a:lnTo>
                      <a:pt x="28477" y="17116"/>
                    </a:lnTo>
                    <a:lnTo>
                      <a:pt x="28498" y="17242"/>
                    </a:lnTo>
                    <a:lnTo>
                      <a:pt x="28561" y="17242"/>
                    </a:lnTo>
                    <a:lnTo>
                      <a:pt x="28582" y="17137"/>
                    </a:lnTo>
                    <a:lnTo>
                      <a:pt x="28644" y="17116"/>
                    </a:lnTo>
                    <a:lnTo>
                      <a:pt x="28686" y="17137"/>
                    </a:lnTo>
                    <a:lnTo>
                      <a:pt x="28770" y="17200"/>
                    </a:lnTo>
                    <a:lnTo>
                      <a:pt x="28854" y="17200"/>
                    </a:lnTo>
                    <a:lnTo>
                      <a:pt x="28896" y="17179"/>
                    </a:lnTo>
                    <a:lnTo>
                      <a:pt x="28958" y="17179"/>
                    </a:lnTo>
                    <a:lnTo>
                      <a:pt x="29000" y="17221"/>
                    </a:lnTo>
                    <a:lnTo>
                      <a:pt x="29021" y="17304"/>
                    </a:lnTo>
                    <a:lnTo>
                      <a:pt x="28958" y="17409"/>
                    </a:lnTo>
                    <a:lnTo>
                      <a:pt x="28979" y="17514"/>
                    </a:lnTo>
                    <a:lnTo>
                      <a:pt x="28896" y="17597"/>
                    </a:lnTo>
                    <a:lnTo>
                      <a:pt x="28896" y="17744"/>
                    </a:lnTo>
                    <a:lnTo>
                      <a:pt x="28916" y="17806"/>
                    </a:lnTo>
                    <a:lnTo>
                      <a:pt x="28979" y="17765"/>
                    </a:lnTo>
                    <a:lnTo>
                      <a:pt x="29021" y="17806"/>
                    </a:lnTo>
                    <a:lnTo>
                      <a:pt x="29105" y="17806"/>
                    </a:lnTo>
                    <a:lnTo>
                      <a:pt x="29168" y="17744"/>
                    </a:lnTo>
                    <a:lnTo>
                      <a:pt x="29272" y="17744"/>
                    </a:lnTo>
                    <a:lnTo>
                      <a:pt x="29293" y="17702"/>
                    </a:lnTo>
                    <a:lnTo>
                      <a:pt x="29377" y="17639"/>
                    </a:lnTo>
                    <a:lnTo>
                      <a:pt x="29440" y="17639"/>
                    </a:lnTo>
                    <a:lnTo>
                      <a:pt x="29544" y="17555"/>
                    </a:lnTo>
                    <a:lnTo>
                      <a:pt x="29586" y="17430"/>
                    </a:lnTo>
                    <a:lnTo>
                      <a:pt x="29649" y="17346"/>
                    </a:lnTo>
                    <a:lnTo>
                      <a:pt x="29712" y="17283"/>
                    </a:lnTo>
                    <a:lnTo>
                      <a:pt x="29753" y="17283"/>
                    </a:lnTo>
                    <a:lnTo>
                      <a:pt x="29816" y="17325"/>
                    </a:lnTo>
                    <a:lnTo>
                      <a:pt x="29900" y="17283"/>
                    </a:lnTo>
                    <a:lnTo>
                      <a:pt x="29942" y="17242"/>
                    </a:lnTo>
                    <a:lnTo>
                      <a:pt x="30025" y="17242"/>
                    </a:lnTo>
                    <a:lnTo>
                      <a:pt x="30067" y="17095"/>
                    </a:lnTo>
                    <a:lnTo>
                      <a:pt x="30067" y="16970"/>
                    </a:lnTo>
                    <a:lnTo>
                      <a:pt x="30172" y="16886"/>
                    </a:lnTo>
                    <a:lnTo>
                      <a:pt x="30214" y="16802"/>
                    </a:lnTo>
                    <a:lnTo>
                      <a:pt x="30277" y="16802"/>
                    </a:lnTo>
                    <a:lnTo>
                      <a:pt x="30339" y="16865"/>
                    </a:lnTo>
                    <a:lnTo>
                      <a:pt x="30381" y="16802"/>
                    </a:lnTo>
                    <a:lnTo>
                      <a:pt x="30444" y="16781"/>
                    </a:lnTo>
                    <a:lnTo>
                      <a:pt x="30486" y="16802"/>
                    </a:lnTo>
                    <a:lnTo>
                      <a:pt x="30528" y="16907"/>
                    </a:lnTo>
                    <a:lnTo>
                      <a:pt x="30444" y="16970"/>
                    </a:lnTo>
                    <a:lnTo>
                      <a:pt x="30381" y="17011"/>
                    </a:lnTo>
                    <a:lnTo>
                      <a:pt x="30465" y="17074"/>
                    </a:lnTo>
                    <a:lnTo>
                      <a:pt x="30632" y="17074"/>
                    </a:lnTo>
                    <a:lnTo>
                      <a:pt x="30695" y="17095"/>
                    </a:lnTo>
                    <a:lnTo>
                      <a:pt x="30737" y="17179"/>
                    </a:lnTo>
                    <a:lnTo>
                      <a:pt x="30653" y="17283"/>
                    </a:lnTo>
                    <a:lnTo>
                      <a:pt x="30569" y="17304"/>
                    </a:lnTo>
                    <a:lnTo>
                      <a:pt x="30569" y="17430"/>
                    </a:lnTo>
                    <a:lnTo>
                      <a:pt x="30653" y="17451"/>
                    </a:lnTo>
                    <a:lnTo>
                      <a:pt x="30695" y="17430"/>
                    </a:lnTo>
                    <a:lnTo>
                      <a:pt x="30779" y="17430"/>
                    </a:lnTo>
                    <a:lnTo>
                      <a:pt x="30800" y="17451"/>
                    </a:lnTo>
                    <a:lnTo>
                      <a:pt x="30883" y="17430"/>
                    </a:lnTo>
                    <a:lnTo>
                      <a:pt x="30904" y="17514"/>
                    </a:lnTo>
                    <a:lnTo>
                      <a:pt x="31009" y="17514"/>
                    </a:lnTo>
                    <a:lnTo>
                      <a:pt x="31072" y="17555"/>
                    </a:lnTo>
                    <a:lnTo>
                      <a:pt x="31113" y="17555"/>
                    </a:lnTo>
                    <a:lnTo>
                      <a:pt x="31260" y="17639"/>
                    </a:lnTo>
                    <a:lnTo>
                      <a:pt x="31302" y="17618"/>
                    </a:lnTo>
                    <a:lnTo>
                      <a:pt x="31365" y="17493"/>
                    </a:lnTo>
                    <a:lnTo>
                      <a:pt x="31406" y="17451"/>
                    </a:lnTo>
                    <a:lnTo>
                      <a:pt x="31490" y="17346"/>
                    </a:lnTo>
                    <a:lnTo>
                      <a:pt x="31595" y="17346"/>
                    </a:lnTo>
                    <a:lnTo>
                      <a:pt x="31616" y="17304"/>
                    </a:lnTo>
                    <a:lnTo>
                      <a:pt x="31532" y="17283"/>
                    </a:lnTo>
                    <a:lnTo>
                      <a:pt x="31490" y="17200"/>
                    </a:lnTo>
                    <a:lnTo>
                      <a:pt x="31574" y="17179"/>
                    </a:lnTo>
                    <a:lnTo>
                      <a:pt x="31595" y="17095"/>
                    </a:lnTo>
                    <a:lnTo>
                      <a:pt x="31511" y="17053"/>
                    </a:lnTo>
                    <a:lnTo>
                      <a:pt x="31469" y="16990"/>
                    </a:lnTo>
                    <a:lnTo>
                      <a:pt x="31406" y="17011"/>
                    </a:lnTo>
                    <a:lnTo>
                      <a:pt x="31406" y="17095"/>
                    </a:lnTo>
                    <a:lnTo>
                      <a:pt x="31365" y="17116"/>
                    </a:lnTo>
                    <a:lnTo>
                      <a:pt x="31302" y="17095"/>
                    </a:lnTo>
                    <a:lnTo>
                      <a:pt x="31197" y="17032"/>
                    </a:lnTo>
                    <a:lnTo>
                      <a:pt x="31197" y="16970"/>
                    </a:lnTo>
                    <a:lnTo>
                      <a:pt x="31155" y="16990"/>
                    </a:lnTo>
                    <a:lnTo>
                      <a:pt x="31072" y="17074"/>
                    </a:lnTo>
                    <a:lnTo>
                      <a:pt x="30883" y="17074"/>
                    </a:lnTo>
                    <a:lnTo>
                      <a:pt x="30800" y="17011"/>
                    </a:lnTo>
                    <a:lnTo>
                      <a:pt x="30904" y="16970"/>
                    </a:lnTo>
                    <a:lnTo>
                      <a:pt x="30988" y="16970"/>
                    </a:lnTo>
                    <a:lnTo>
                      <a:pt x="31072" y="16907"/>
                    </a:lnTo>
                    <a:lnTo>
                      <a:pt x="31072" y="16823"/>
                    </a:lnTo>
                    <a:lnTo>
                      <a:pt x="31051" y="16802"/>
                    </a:lnTo>
                    <a:lnTo>
                      <a:pt x="31051" y="16677"/>
                    </a:lnTo>
                    <a:lnTo>
                      <a:pt x="31072" y="16593"/>
                    </a:lnTo>
                    <a:lnTo>
                      <a:pt x="31072" y="16551"/>
                    </a:lnTo>
                    <a:lnTo>
                      <a:pt x="31009" y="16488"/>
                    </a:lnTo>
                    <a:lnTo>
                      <a:pt x="31009" y="16405"/>
                    </a:lnTo>
                    <a:lnTo>
                      <a:pt x="30862" y="16258"/>
                    </a:lnTo>
                    <a:lnTo>
                      <a:pt x="30737" y="16195"/>
                    </a:lnTo>
                    <a:lnTo>
                      <a:pt x="30737" y="16153"/>
                    </a:lnTo>
                    <a:lnTo>
                      <a:pt x="30695" y="16028"/>
                    </a:lnTo>
                    <a:lnTo>
                      <a:pt x="30632" y="16028"/>
                    </a:lnTo>
                    <a:lnTo>
                      <a:pt x="30590" y="15944"/>
                    </a:lnTo>
                    <a:lnTo>
                      <a:pt x="30632" y="15819"/>
                    </a:lnTo>
                    <a:lnTo>
                      <a:pt x="30590" y="15735"/>
                    </a:lnTo>
                    <a:lnTo>
                      <a:pt x="30465" y="15735"/>
                    </a:lnTo>
                    <a:lnTo>
                      <a:pt x="30277" y="15651"/>
                    </a:lnTo>
                    <a:lnTo>
                      <a:pt x="30235" y="15547"/>
                    </a:lnTo>
                    <a:lnTo>
                      <a:pt x="30277" y="15505"/>
                    </a:lnTo>
                    <a:lnTo>
                      <a:pt x="30277" y="15442"/>
                    </a:lnTo>
                    <a:lnTo>
                      <a:pt x="30214" y="15358"/>
                    </a:lnTo>
                    <a:lnTo>
                      <a:pt x="30172" y="15296"/>
                    </a:lnTo>
                    <a:lnTo>
                      <a:pt x="30151" y="15296"/>
                    </a:lnTo>
                    <a:lnTo>
                      <a:pt x="30046" y="15421"/>
                    </a:lnTo>
                    <a:lnTo>
                      <a:pt x="30025" y="15526"/>
                    </a:lnTo>
                    <a:lnTo>
                      <a:pt x="29963" y="15568"/>
                    </a:lnTo>
                    <a:lnTo>
                      <a:pt x="29921" y="15526"/>
                    </a:lnTo>
                    <a:lnTo>
                      <a:pt x="29921" y="15400"/>
                    </a:lnTo>
                    <a:lnTo>
                      <a:pt x="29858" y="15296"/>
                    </a:lnTo>
                    <a:lnTo>
                      <a:pt x="29900" y="15212"/>
                    </a:lnTo>
                    <a:lnTo>
                      <a:pt x="30025" y="15212"/>
                    </a:lnTo>
                    <a:lnTo>
                      <a:pt x="30005" y="15128"/>
                    </a:lnTo>
                    <a:lnTo>
                      <a:pt x="30025" y="15024"/>
                    </a:lnTo>
                    <a:lnTo>
                      <a:pt x="30005" y="14919"/>
                    </a:lnTo>
                    <a:lnTo>
                      <a:pt x="29900" y="14940"/>
                    </a:lnTo>
                    <a:lnTo>
                      <a:pt x="29900" y="14877"/>
                    </a:lnTo>
                    <a:lnTo>
                      <a:pt x="29963" y="14773"/>
                    </a:lnTo>
                    <a:lnTo>
                      <a:pt x="29921" y="14731"/>
                    </a:lnTo>
                    <a:lnTo>
                      <a:pt x="29712" y="14814"/>
                    </a:lnTo>
                    <a:cubicBezTo>
                      <a:pt x="29691" y="14773"/>
                      <a:pt x="29628" y="14731"/>
                      <a:pt x="29607" y="14689"/>
                    </a:cubicBezTo>
                    <a:lnTo>
                      <a:pt x="29712" y="14605"/>
                    </a:lnTo>
                    <a:lnTo>
                      <a:pt x="29795" y="14584"/>
                    </a:lnTo>
                    <a:lnTo>
                      <a:pt x="29858" y="14417"/>
                    </a:lnTo>
                    <a:lnTo>
                      <a:pt x="29816" y="14312"/>
                    </a:lnTo>
                    <a:lnTo>
                      <a:pt x="29691" y="14291"/>
                    </a:lnTo>
                    <a:lnTo>
                      <a:pt x="29628" y="14208"/>
                    </a:lnTo>
                    <a:lnTo>
                      <a:pt x="29628" y="14103"/>
                    </a:lnTo>
                    <a:lnTo>
                      <a:pt x="29691" y="14082"/>
                    </a:lnTo>
                    <a:lnTo>
                      <a:pt x="29649" y="13998"/>
                    </a:lnTo>
                    <a:lnTo>
                      <a:pt x="29691" y="13915"/>
                    </a:lnTo>
                    <a:lnTo>
                      <a:pt x="29816" y="13998"/>
                    </a:lnTo>
                    <a:lnTo>
                      <a:pt x="29921" y="13977"/>
                    </a:lnTo>
                    <a:lnTo>
                      <a:pt x="30025" y="14061"/>
                    </a:lnTo>
                    <a:lnTo>
                      <a:pt x="30151" y="14061"/>
                    </a:lnTo>
                    <a:lnTo>
                      <a:pt x="30318" y="13977"/>
                    </a:lnTo>
                    <a:lnTo>
                      <a:pt x="30318" y="14019"/>
                    </a:lnTo>
                    <a:lnTo>
                      <a:pt x="30360" y="14061"/>
                    </a:lnTo>
                    <a:lnTo>
                      <a:pt x="30339" y="14082"/>
                    </a:lnTo>
                    <a:lnTo>
                      <a:pt x="30277" y="14249"/>
                    </a:lnTo>
                    <a:lnTo>
                      <a:pt x="30277" y="14312"/>
                    </a:lnTo>
                    <a:lnTo>
                      <a:pt x="30360" y="14291"/>
                    </a:lnTo>
                    <a:lnTo>
                      <a:pt x="30381" y="14354"/>
                    </a:lnTo>
                    <a:lnTo>
                      <a:pt x="30465" y="14375"/>
                    </a:lnTo>
                    <a:lnTo>
                      <a:pt x="30590" y="14459"/>
                    </a:lnTo>
                    <a:lnTo>
                      <a:pt x="30632" y="14354"/>
                    </a:lnTo>
                    <a:lnTo>
                      <a:pt x="30528" y="14249"/>
                    </a:lnTo>
                    <a:lnTo>
                      <a:pt x="30590" y="14145"/>
                    </a:lnTo>
                    <a:lnTo>
                      <a:pt x="30632" y="14208"/>
                    </a:lnTo>
                    <a:lnTo>
                      <a:pt x="30695" y="14249"/>
                    </a:lnTo>
                    <a:lnTo>
                      <a:pt x="30737" y="14354"/>
                    </a:lnTo>
                    <a:lnTo>
                      <a:pt x="30904" y="14501"/>
                    </a:lnTo>
                    <a:lnTo>
                      <a:pt x="30967" y="14501"/>
                    </a:lnTo>
                    <a:lnTo>
                      <a:pt x="30967" y="14417"/>
                    </a:lnTo>
                    <a:lnTo>
                      <a:pt x="30946" y="14375"/>
                    </a:lnTo>
                    <a:lnTo>
                      <a:pt x="30988" y="14291"/>
                    </a:lnTo>
                    <a:lnTo>
                      <a:pt x="30967" y="14145"/>
                    </a:lnTo>
                    <a:lnTo>
                      <a:pt x="30904" y="14103"/>
                    </a:lnTo>
                    <a:lnTo>
                      <a:pt x="30946" y="13957"/>
                    </a:lnTo>
                    <a:lnTo>
                      <a:pt x="30862" y="13768"/>
                    </a:lnTo>
                    <a:lnTo>
                      <a:pt x="30758" y="13726"/>
                    </a:lnTo>
                    <a:lnTo>
                      <a:pt x="30758" y="13622"/>
                    </a:lnTo>
                    <a:lnTo>
                      <a:pt x="30695" y="13580"/>
                    </a:lnTo>
                    <a:lnTo>
                      <a:pt x="30549" y="13685"/>
                    </a:lnTo>
                    <a:lnTo>
                      <a:pt x="30486" y="13685"/>
                    </a:lnTo>
                    <a:lnTo>
                      <a:pt x="30590" y="13538"/>
                    </a:lnTo>
                    <a:lnTo>
                      <a:pt x="30695" y="13538"/>
                    </a:lnTo>
                    <a:lnTo>
                      <a:pt x="30737" y="13559"/>
                    </a:lnTo>
                    <a:lnTo>
                      <a:pt x="30841" y="13517"/>
                    </a:lnTo>
                    <a:lnTo>
                      <a:pt x="30925" y="13622"/>
                    </a:lnTo>
                    <a:lnTo>
                      <a:pt x="30967" y="13643"/>
                    </a:lnTo>
                    <a:lnTo>
                      <a:pt x="30967" y="13873"/>
                    </a:lnTo>
                    <a:lnTo>
                      <a:pt x="31009" y="13873"/>
                    </a:lnTo>
                    <a:lnTo>
                      <a:pt x="31155" y="13768"/>
                    </a:lnTo>
                    <a:lnTo>
                      <a:pt x="31051" y="13936"/>
                    </a:lnTo>
                    <a:lnTo>
                      <a:pt x="31051" y="13998"/>
                    </a:lnTo>
                    <a:lnTo>
                      <a:pt x="30967" y="14040"/>
                    </a:lnTo>
                    <a:lnTo>
                      <a:pt x="30967" y="14082"/>
                    </a:lnTo>
                    <a:lnTo>
                      <a:pt x="31051" y="14166"/>
                    </a:lnTo>
                    <a:lnTo>
                      <a:pt x="31072" y="14291"/>
                    </a:lnTo>
                    <a:lnTo>
                      <a:pt x="31009" y="14375"/>
                    </a:lnTo>
                    <a:lnTo>
                      <a:pt x="31072" y="14417"/>
                    </a:lnTo>
                    <a:lnTo>
                      <a:pt x="31365" y="14354"/>
                    </a:lnTo>
                    <a:lnTo>
                      <a:pt x="31406" y="14249"/>
                    </a:lnTo>
                    <a:lnTo>
                      <a:pt x="31511" y="14249"/>
                    </a:lnTo>
                    <a:lnTo>
                      <a:pt x="31574" y="14270"/>
                    </a:lnTo>
                    <a:lnTo>
                      <a:pt x="31720" y="14082"/>
                    </a:lnTo>
                    <a:lnTo>
                      <a:pt x="31804" y="14082"/>
                    </a:lnTo>
                    <a:lnTo>
                      <a:pt x="31846" y="13998"/>
                    </a:lnTo>
                    <a:lnTo>
                      <a:pt x="31950" y="13936"/>
                    </a:lnTo>
                    <a:lnTo>
                      <a:pt x="31992" y="13789"/>
                    </a:lnTo>
                    <a:lnTo>
                      <a:pt x="32055" y="13747"/>
                    </a:lnTo>
                    <a:lnTo>
                      <a:pt x="32243" y="13747"/>
                    </a:lnTo>
                    <a:lnTo>
                      <a:pt x="32348" y="13789"/>
                    </a:lnTo>
                    <a:lnTo>
                      <a:pt x="32411" y="13726"/>
                    </a:lnTo>
                    <a:lnTo>
                      <a:pt x="32369" y="13622"/>
                    </a:lnTo>
                    <a:lnTo>
                      <a:pt x="32536" y="13475"/>
                    </a:lnTo>
                    <a:lnTo>
                      <a:pt x="32557" y="13413"/>
                    </a:lnTo>
                    <a:lnTo>
                      <a:pt x="32620" y="13371"/>
                    </a:lnTo>
                    <a:lnTo>
                      <a:pt x="32641" y="13245"/>
                    </a:lnTo>
                    <a:lnTo>
                      <a:pt x="32515" y="13015"/>
                    </a:lnTo>
                    <a:lnTo>
                      <a:pt x="32536" y="12931"/>
                    </a:lnTo>
                    <a:lnTo>
                      <a:pt x="32411" y="12827"/>
                    </a:lnTo>
                    <a:lnTo>
                      <a:pt x="32369" y="12701"/>
                    </a:lnTo>
                    <a:lnTo>
                      <a:pt x="32432" y="12596"/>
                    </a:lnTo>
                    <a:lnTo>
                      <a:pt x="32557" y="12534"/>
                    </a:lnTo>
                    <a:lnTo>
                      <a:pt x="32578" y="12471"/>
                    </a:lnTo>
                    <a:lnTo>
                      <a:pt x="32557" y="12471"/>
                    </a:lnTo>
                    <a:lnTo>
                      <a:pt x="32474" y="12534"/>
                    </a:lnTo>
                    <a:lnTo>
                      <a:pt x="32453" y="12534"/>
                    </a:lnTo>
                    <a:lnTo>
                      <a:pt x="32453" y="12471"/>
                    </a:lnTo>
                    <a:lnTo>
                      <a:pt x="32536" y="12366"/>
                    </a:lnTo>
                    <a:lnTo>
                      <a:pt x="32432" y="12366"/>
                    </a:lnTo>
                    <a:lnTo>
                      <a:pt x="32515" y="12283"/>
                    </a:lnTo>
                    <a:lnTo>
                      <a:pt x="32536" y="12199"/>
                    </a:lnTo>
                    <a:lnTo>
                      <a:pt x="32453" y="12157"/>
                    </a:lnTo>
                    <a:lnTo>
                      <a:pt x="32348" y="12115"/>
                    </a:lnTo>
                    <a:lnTo>
                      <a:pt x="32411" y="12094"/>
                    </a:lnTo>
                    <a:lnTo>
                      <a:pt x="32411" y="11990"/>
                    </a:lnTo>
                    <a:lnTo>
                      <a:pt x="32474" y="11990"/>
                    </a:lnTo>
                    <a:lnTo>
                      <a:pt x="32515" y="12052"/>
                    </a:lnTo>
                    <a:lnTo>
                      <a:pt x="32620" y="12052"/>
                    </a:lnTo>
                    <a:lnTo>
                      <a:pt x="32683" y="12157"/>
                    </a:lnTo>
                    <a:lnTo>
                      <a:pt x="32766" y="12178"/>
                    </a:lnTo>
                    <a:lnTo>
                      <a:pt x="32829" y="12094"/>
                    </a:lnTo>
                    <a:lnTo>
                      <a:pt x="32892" y="12115"/>
                    </a:lnTo>
                    <a:lnTo>
                      <a:pt x="33059" y="12073"/>
                    </a:lnTo>
                    <a:lnTo>
                      <a:pt x="33185" y="11990"/>
                    </a:lnTo>
                    <a:lnTo>
                      <a:pt x="33143" y="11948"/>
                    </a:lnTo>
                    <a:lnTo>
                      <a:pt x="33206" y="11843"/>
                    </a:lnTo>
                    <a:lnTo>
                      <a:pt x="33185" y="11801"/>
                    </a:lnTo>
                    <a:lnTo>
                      <a:pt x="33143" y="11801"/>
                    </a:lnTo>
                    <a:lnTo>
                      <a:pt x="33143" y="11739"/>
                    </a:lnTo>
                    <a:lnTo>
                      <a:pt x="33080" y="11697"/>
                    </a:lnTo>
                    <a:lnTo>
                      <a:pt x="32934" y="11697"/>
                    </a:lnTo>
                    <a:lnTo>
                      <a:pt x="32997" y="11655"/>
                    </a:lnTo>
                    <a:lnTo>
                      <a:pt x="33101" y="11634"/>
                    </a:lnTo>
                    <a:lnTo>
                      <a:pt x="33290" y="11488"/>
                    </a:lnTo>
                    <a:lnTo>
                      <a:pt x="33373" y="11383"/>
                    </a:lnTo>
                    <a:lnTo>
                      <a:pt x="33352" y="11341"/>
                    </a:lnTo>
                    <a:lnTo>
                      <a:pt x="33290" y="11320"/>
                    </a:lnTo>
                    <a:lnTo>
                      <a:pt x="33269" y="11236"/>
                    </a:lnTo>
                    <a:lnTo>
                      <a:pt x="33080" y="11174"/>
                    </a:lnTo>
                    <a:lnTo>
                      <a:pt x="32976" y="11216"/>
                    </a:lnTo>
                    <a:lnTo>
                      <a:pt x="32934" y="11174"/>
                    </a:lnTo>
                    <a:lnTo>
                      <a:pt x="33038" y="11153"/>
                    </a:lnTo>
                    <a:lnTo>
                      <a:pt x="33038" y="11027"/>
                    </a:lnTo>
                    <a:lnTo>
                      <a:pt x="32808" y="10860"/>
                    </a:lnTo>
                    <a:lnTo>
                      <a:pt x="32808" y="10818"/>
                    </a:lnTo>
                    <a:lnTo>
                      <a:pt x="32871" y="10818"/>
                    </a:lnTo>
                    <a:lnTo>
                      <a:pt x="32955" y="10902"/>
                    </a:lnTo>
                    <a:lnTo>
                      <a:pt x="33038" y="10860"/>
                    </a:lnTo>
                    <a:lnTo>
                      <a:pt x="32955" y="10797"/>
                    </a:lnTo>
                    <a:lnTo>
                      <a:pt x="33018" y="10755"/>
                    </a:lnTo>
                    <a:lnTo>
                      <a:pt x="33018" y="10713"/>
                    </a:lnTo>
                    <a:lnTo>
                      <a:pt x="32871" y="10651"/>
                    </a:lnTo>
                    <a:lnTo>
                      <a:pt x="32766" y="10588"/>
                    </a:lnTo>
                    <a:lnTo>
                      <a:pt x="32662" y="10651"/>
                    </a:lnTo>
                    <a:lnTo>
                      <a:pt x="32515" y="10588"/>
                    </a:lnTo>
                    <a:cubicBezTo>
                      <a:pt x="32536" y="10546"/>
                      <a:pt x="32536" y="10525"/>
                      <a:pt x="32536" y="10504"/>
                    </a:cubicBezTo>
                    <a:lnTo>
                      <a:pt x="32599" y="10504"/>
                    </a:lnTo>
                    <a:lnTo>
                      <a:pt x="32620" y="10483"/>
                    </a:lnTo>
                    <a:lnTo>
                      <a:pt x="32599" y="10420"/>
                    </a:lnTo>
                    <a:lnTo>
                      <a:pt x="32536" y="10420"/>
                    </a:lnTo>
                    <a:cubicBezTo>
                      <a:pt x="32536" y="10400"/>
                      <a:pt x="32536" y="10339"/>
                      <a:pt x="32517" y="10317"/>
                    </a:cubicBezTo>
                    <a:lnTo>
                      <a:pt x="32517" y="10317"/>
                    </a:lnTo>
                    <a:cubicBezTo>
                      <a:pt x="32518" y="10308"/>
                      <a:pt x="32523" y="10287"/>
                      <a:pt x="32536" y="10274"/>
                    </a:cubicBezTo>
                    <a:cubicBezTo>
                      <a:pt x="32536" y="10274"/>
                      <a:pt x="32536" y="10232"/>
                      <a:pt x="32557" y="10232"/>
                    </a:cubicBezTo>
                    <a:lnTo>
                      <a:pt x="32641" y="10316"/>
                    </a:lnTo>
                    <a:lnTo>
                      <a:pt x="32746" y="10274"/>
                    </a:lnTo>
                    <a:lnTo>
                      <a:pt x="32934" y="10232"/>
                    </a:lnTo>
                    <a:lnTo>
                      <a:pt x="32976" y="10337"/>
                    </a:lnTo>
                    <a:lnTo>
                      <a:pt x="33080" y="10379"/>
                    </a:lnTo>
                    <a:lnTo>
                      <a:pt x="33143" y="10441"/>
                    </a:lnTo>
                    <a:lnTo>
                      <a:pt x="33185" y="10420"/>
                    </a:lnTo>
                    <a:lnTo>
                      <a:pt x="33352" y="10525"/>
                    </a:lnTo>
                    <a:lnTo>
                      <a:pt x="33394" y="10483"/>
                    </a:lnTo>
                    <a:lnTo>
                      <a:pt x="33457" y="10504"/>
                    </a:lnTo>
                    <a:lnTo>
                      <a:pt x="33499" y="10420"/>
                    </a:lnTo>
                    <a:lnTo>
                      <a:pt x="33478" y="10337"/>
                    </a:lnTo>
                    <a:lnTo>
                      <a:pt x="33394" y="10295"/>
                    </a:lnTo>
                    <a:lnTo>
                      <a:pt x="33310" y="10190"/>
                    </a:lnTo>
                    <a:lnTo>
                      <a:pt x="33269" y="10107"/>
                    </a:lnTo>
                    <a:lnTo>
                      <a:pt x="33059" y="9918"/>
                    </a:lnTo>
                    <a:lnTo>
                      <a:pt x="33038" y="9855"/>
                    </a:lnTo>
                    <a:lnTo>
                      <a:pt x="33038" y="9855"/>
                    </a:lnTo>
                    <a:lnTo>
                      <a:pt x="33101" y="9897"/>
                    </a:lnTo>
                    <a:lnTo>
                      <a:pt x="33143" y="9960"/>
                    </a:lnTo>
                    <a:lnTo>
                      <a:pt x="33206" y="9981"/>
                    </a:lnTo>
                    <a:lnTo>
                      <a:pt x="33310" y="10107"/>
                    </a:lnTo>
                    <a:lnTo>
                      <a:pt x="33394" y="10127"/>
                    </a:lnTo>
                    <a:lnTo>
                      <a:pt x="33415" y="10190"/>
                    </a:lnTo>
                    <a:lnTo>
                      <a:pt x="33499" y="10295"/>
                    </a:lnTo>
                    <a:lnTo>
                      <a:pt x="33603" y="10400"/>
                    </a:lnTo>
                    <a:lnTo>
                      <a:pt x="33624" y="10462"/>
                    </a:lnTo>
                    <a:lnTo>
                      <a:pt x="33687" y="10504"/>
                    </a:lnTo>
                    <a:lnTo>
                      <a:pt x="33792" y="10609"/>
                    </a:lnTo>
                    <a:lnTo>
                      <a:pt x="33834" y="10713"/>
                    </a:lnTo>
                    <a:lnTo>
                      <a:pt x="33938" y="10713"/>
                    </a:lnTo>
                    <a:lnTo>
                      <a:pt x="33980" y="10672"/>
                    </a:lnTo>
                    <a:lnTo>
                      <a:pt x="33917" y="10546"/>
                    </a:lnTo>
                    <a:lnTo>
                      <a:pt x="33834" y="10337"/>
                    </a:lnTo>
                    <a:lnTo>
                      <a:pt x="34001" y="10358"/>
                    </a:lnTo>
                    <a:lnTo>
                      <a:pt x="34189" y="10462"/>
                    </a:lnTo>
                    <a:lnTo>
                      <a:pt x="34357" y="10462"/>
                    </a:lnTo>
                    <a:lnTo>
                      <a:pt x="34357" y="10567"/>
                    </a:lnTo>
                    <a:lnTo>
                      <a:pt x="34336" y="10630"/>
                    </a:lnTo>
                    <a:lnTo>
                      <a:pt x="34440" y="10713"/>
                    </a:lnTo>
                    <a:lnTo>
                      <a:pt x="34545" y="10713"/>
                    </a:lnTo>
                    <a:lnTo>
                      <a:pt x="34566" y="10734"/>
                    </a:lnTo>
                    <a:lnTo>
                      <a:pt x="34838" y="10734"/>
                    </a:lnTo>
                    <a:lnTo>
                      <a:pt x="34922" y="10672"/>
                    </a:lnTo>
                    <a:lnTo>
                      <a:pt x="34984" y="10546"/>
                    </a:lnTo>
                    <a:lnTo>
                      <a:pt x="34984" y="10441"/>
                    </a:lnTo>
                    <a:lnTo>
                      <a:pt x="35026" y="10337"/>
                    </a:lnTo>
                    <a:lnTo>
                      <a:pt x="34963" y="10295"/>
                    </a:lnTo>
                    <a:lnTo>
                      <a:pt x="34880" y="10086"/>
                    </a:lnTo>
                    <a:lnTo>
                      <a:pt x="34838" y="10086"/>
                    </a:lnTo>
                    <a:lnTo>
                      <a:pt x="34754" y="9939"/>
                    </a:lnTo>
                    <a:lnTo>
                      <a:pt x="34775" y="9814"/>
                    </a:lnTo>
                    <a:lnTo>
                      <a:pt x="34838" y="9793"/>
                    </a:lnTo>
                    <a:lnTo>
                      <a:pt x="34838" y="9709"/>
                    </a:lnTo>
                    <a:lnTo>
                      <a:pt x="34859" y="9688"/>
                    </a:lnTo>
                    <a:lnTo>
                      <a:pt x="34922" y="9730"/>
                    </a:lnTo>
                    <a:lnTo>
                      <a:pt x="34943" y="9835"/>
                    </a:lnTo>
                    <a:lnTo>
                      <a:pt x="34984" y="9730"/>
                    </a:lnTo>
                    <a:lnTo>
                      <a:pt x="34984" y="9583"/>
                    </a:lnTo>
                    <a:lnTo>
                      <a:pt x="35047" y="9542"/>
                    </a:lnTo>
                    <a:lnTo>
                      <a:pt x="35089" y="9500"/>
                    </a:lnTo>
                    <a:lnTo>
                      <a:pt x="35089" y="9604"/>
                    </a:lnTo>
                    <a:lnTo>
                      <a:pt x="35131" y="9667"/>
                    </a:lnTo>
                    <a:lnTo>
                      <a:pt x="35089" y="9709"/>
                    </a:lnTo>
                    <a:lnTo>
                      <a:pt x="34984" y="9772"/>
                    </a:lnTo>
                    <a:lnTo>
                      <a:pt x="34963" y="9897"/>
                    </a:lnTo>
                    <a:lnTo>
                      <a:pt x="35026" y="9918"/>
                    </a:lnTo>
                    <a:lnTo>
                      <a:pt x="35068" y="10002"/>
                    </a:lnTo>
                    <a:lnTo>
                      <a:pt x="35068" y="10086"/>
                    </a:lnTo>
                    <a:lnTo>
                      <a:pt x="35194" y="10232"/>
                    </a:lnTo>
                    <a:lnTo>
                      <a:pt x="35256" y="10274"/>
                    </a:lnTo>
                    <a:lnTo>
                      <a:pt x="35256" y="10190"/>
                    </a:lnTo>
                    <a:lnTo>
                      <a:pt x="35298" y="10169"/>
                    </a:lnTo>
                    <a:lnTo>
                      <a:pt x="35361" y="10211"/>
                    </a:lnTo>
                    <a:lnTo>
                      <a:pt x="35466" y="10169"/>
                    </a:lnTo>
                    <a:lnTo>
                      <a:pt x="35487" y="10211"/>
                    </a:lnTo>
                    <a:lnTo>
                      <a:pt x="35466" y="10253"/>
                    </a:lnTo>
                    <a:lnTo>
                      <a:pt x="35466" y="10358"/>
                    </a:lnTo>
                    <a:lnTo>
                      <a:pt x="35403" y="10525"/>
                    </a:lnTo>
                    <a:lnTo>
                      <a:pt x="35403" y="10567"/>
                    </a:lnTo>
                    <a:lnTo>
                      <a:pt x="35298" y="10734"/>
                    </a:lnTo>
                    <a:lnTo>
                      <a:pt x="35235" y="10923"/>
                    </a:lnTo>
                    <a:lnTo>
                      <a:pt x="35235" y="10964"/>
                    </a:lnTo>
                    <a:lnTo>
                      <a:pt x="35256" y="10964"/>
                    </a:lnTo>
                    <a:lnTo>
                      <a:pt x="35298" y="10860"/>
                    </a:lnTo>
                    <a:lnTo>
                      <a:pt x="35403" y="10902"/>
                    </a:lnTo>
                    <a:lnTo>
                      <a:pt x="35403" y="10923"/>
                    </a:lnTo>
                    <a:lnTo>
                      <a:pt x="35487" y="10923"/>
                    </a:lnTo>
                    <a:lnTo>
                      <a:pt x="35549" y="11006"/>
                    </a:lnTo>
                    <a:lnTo>
                      <a:pt x="35696" y="11027"/>
                    </a:lnTo>
                    <a:lnTo>
                      <a:pt x="35591" y="11069"/>
                    </a:lnTo>
                    <a:lnTo>
                      <a:pt x="35570" y="11132"/>
                    </a:lnTo>
                    <a:lnTo>
                      <a:pt x="35507" y="11153"/>
                    </a:lnTo>
                    <a:lnTo>
                      <a:pt x="35466" y="11111"/>
                    </a:lnTo>
                    <a:lnTo>
                      <a:pt x="35382" y="11132"/>
                    </a:lnTo>
                    <a:lnTo>
                      <a:pt x="35403" y="11216"/>
                    </a:lnTo>
                    <a:lnTo>
                      <a:pt x="35466" y="11236"/>
                    </a:lnTo>
                    <a:lnTo>
                      <a:pt x="35487" y="11257"/>
                    </a:lnTo>
                    <a:lnTo>
                      <a:pt x="35591" y="11257"/>
                    </a:lnTo>
                    <a:lnTo>
                      <a:pt x="35591" y="11341"/>
                    </a:lnTo>
                    <a:lnTo>
                      <a:pt x="35612" y="11383"/>
                    </a:lnTo>
                    <a:lnTo>
                      <a:pt x="35612" y="11467"/>
                    </a:lnTo>
                    <a:lnTo>
                      <a:pt x="35675" y="11550"/>
                    </a:lnTo>
                    <a:lnTo>
                      <a:pt x="35779" y="11571"/>
                    </a:lnTo>
                    <a:lnTo>
                      <a:pt x="35821" y="11655"/>
                    </a:lnTo>
                    <a:lnTo>
                      <a:pt x="35863" y="11739"/>
                    </a:lnTo>
                    <a:lnTo>
                      <a:pt x="35821" y="11843"/>
                    </a:lnTo>
                    <a:lnTo>
                      <a:pt x="35759" y="11906"/>
                    </a:lnTo>
                    <a:lnTo>
                      <a:pt x="35675" y="11906"/>
                    </a:lnTo>
                    <a:lnTo>
                      <a:pt x="35612" y="11948"/>
                    </a:lnTo>
                    <a:lnTo>
                      <a:pt x="35570" y="11906"/>
                    </a:lnTo>
                    <a:lnTo>
                      <a:pt x="35487" y="11885"/>
                    </a:lnTo>
                    <a:lnTo>
                      <a:pt x="35445" y="11906"/>
                    </a:lnTo>
                    <a:lnTo>
                      <a:pt x="35361" y="12011"/>
                    </a:lnTo>
                    <a:lnTo>
                      <a:pt x="35403" y="12052"/>
                    </a:lnTo>
                    <a:lnTo>
                      <a:pt x="35403" y="12094"/>
                    </a:lnTo>
                    <a:lnTo>
                      <a:pt x="35361" y="12178"/>
                    </a:lnTo>
                    <a:lnTo>
                      <a:pt x="35382" y="12220"/>
                    </a:lnTo>
                    <a:lnTo>
                      <a:pt x="35445" y="12220"/>
                    </a:lnTo>
                    <a:lnTo>
                      <a:pt x="35466" y="12199"/>
                    </a:lnTo>
                    <a:lnTo>
                      <a:pt x="35549" y="12178"/>
                    </a:lnTo>
                    <a:lnTo>
                      <a:pt x="35654" y="12178"/>
                    </a:lnTo>
                    <a:lnTo>
                      <a:pt x="35717" y="12115"/>
                    </a:lnTo>
                    <a:lnTo>
                      <a:pt x="35800" y="12115"/>
                    </a:lnTo>
                    <a:lnTo>
                      <a:pt x="35863" y="12011"/>
                    </a:lnTo>
                    <a:lnTo>
                      <a:pt x="35905" y="11990"/>
                    </a:lnTo>
                    <a:lnTo>
                      <a:pt x="35926" y="12115"/>
                    </a:lnTo>
                    <a:lnTo>
                      <a:pt x="35989" y="12157"/>
                    </a:lnTo>
                    <a:lnTo>
                      <a:pt x="36072" y="12094"/>
                    </a:lnTo>
                    <a:lnTo>
                      <a:pt x="36135" y="11969"/>
                    </a:lnTo>
                    <a:lnTo>
                      <a:pt x="36240" y="11885"/>
                    </a:lnTo>
                    <a:lnTo>
                      <a:pt x="36303" y="11948"/>
                    </a:lnTo>
                    <a:lnTo>
                      <a:pt x="36303" y="11990"/>
                    </a:lnTo>
                    <a:lnTo>
                      <a:pt x="36219" y="12011"/>
                    </a:lnTo>
                    <a:lnTo>
                      <a:pt x="36177" y="12073"/>
                    </a:lnTo>
                    <a:lnTo>
                      <a:pt x="36219" y="12094"/>
                    </a:lnTo>
                    <a:lnTo>
                      <a:pt x="36219" y="12157"/>
                    </a:lnTo>
                    <a:lnTo>
                      <a:pt x="36093" y="12199"/>
                    </a:lnTo>
                    <a:lnTo>
                      <a:pt x="36072" y="12220"/>
                    </a:lnTo>
                    <a:lnTo>
                      <a:pt x="36219" y="12199"/>
                    </a:lnTo>
                    <a:lnTo>
                      <a:pt x="36240" y="12283"/>
                    </a:lnTo>
                    <a:lnTo>
                      <a:pt x="36135" y="12366"/>
                    </a:lnTo>
                    <a:lnTo>
                      <a:pt x="36177" y="12492"/>
                    </a:lnTo>
                    <a:lnTo>
                      <a:pt x="36219" y="12513"/>
                    </a:lnTo>
                    <a:lnTo>
                      <a:pt x="36282" y="12617"/>
                    </a:lnTo>
                    <a:lnTo>
                      <a:pt x="36407" y="12596"/>
                    </a:lnTo>
                    <a:lnTo>
                      <a:pt x="36428" y="12534"/>
                    </a:lnTo>
                    <a:lnTo>
                      <a:pt x="36407" y="12471"/>
                    </a:lnTo>
                    <a:lnTo>
                      <a:pt x="36407" y="12387"/>
                    </a:lnTo>
                    <a:lnTo>
                      <a:pt x="36449" y="12366"/>
                    </a:lnTo>
                    <a:lnTo>
                      <a:pt x="36595" y="12471"/>
                    </a:lnTo>
                    <a:lnTo>
                      <a:pt x="36595" y="12534"/>
                    </a:lnTo>
                    <a:lnTo>
                      <a:pt x="36533" y="12638"/>
                    </a:lnTo>
                    <a:lnTo>
                      <a:pt x="36616" y="12701"/>
                    </a:lnTo>
                    <a:lnTo>
                      <a:pt x="36637" y="12743"/>
                    </a:lnTo>
                    <a:lnTo>
                      <a:pt x="36491" y="12827"/>
                    </a:lnTo>
                    <a:lnTo>
                      <a:pt x="36449" y="12889"/>
                    </a:lnTo>
                    <a:lnTo>
                      <a:pt x="36533" y="12952"/>
                    </a:lnTo>
                    <a:lnTo>
                      <a:pt x="36763" y="12952"/>
                    </a:lnTo>
                    <a:lnTo>
                      <a:pt x="36826" y="12994"/>
                    </a:lnTo>
                    <a:lnTo>
                      <a:pt x="36826" y="13099"/>
                    </a:lnTo>
                    <a:lnTo>
                      <a:pt x="36826" y="13161"/>
                    </a:lnTo>
                    <a:lnTo>
                      <a:pt x="36867" y="13140"/>
                    </a:lnTo>
                    <a:lnTo>
                      <a:pt x="36867" y="13057"/>
                    </a:lnTo>
                    <a:lnTo>
                      <a:pt x="36930" y="12994"/>
                    </a:lnTo>
                    <a:lnTo>
                      <a:pt x="36972" y="12994"/>
                    </a:lnTo>
                    <a:lnTo>
                      <a:pt x="36972" y="13057"/>
                    </a:lnTo>
                    <a:lnTo>
                      <a:pt x="36930" y="13161"/>
                    </a:lnTo>
                    <a:lnTo>
                      <a:pt x="36930" y="13245"/>
                    </a:lnTo>
                    <a:lnTo>
                      <a:pt x="36847" y="13266"/>
                    </a:lnTo>
                    <a:lnTo>
                      <a:pt x="36805" y="13433"/>
                    </a:lnTo>
                    <a:lnTo>
                      <a:pt x="36805" y="13475"/>
                    </a:lnTo>
                    <a:lnTo>
                      <a:pt x="36867" y="13517"/>
                    </a:lnTo>
                    <a:lnTo>
                      <a:pt x="36867" y="13622"/>
                    </a:lnTo>
                    <a:lnTo>
                      <a:pt x="36826" y="13726"/>
                    </a:lnTo>
                    <a:lnTo>
                      <a:pt x="36826" y="13831"/>
                    </a:lnTo>
                    <a:lnTo>
                      <a:pt x="36847" y="13852"/>
                    </a:lnTo>
                    <a:lnTo>
                      <a:pt x="36847" y="13873"/>
                    </a:lnTo>
                    <a:lnTo>
                      <a:pt x="36826" y="14082"/>
                    </a:lnTo>
                    <a:lnTo>
                      <a:pt x="36763" y="14166"/>
                    </a:lnTo>
                    <a:lnTo>
                      <a:pt x="36826" y="14270"/>
                    </a:lnTo>
                    <a:lnTo>
                      <a:pt x="36805" y="14354"/>
                    </a:lnTo>
                    <a:lnTo>
                      <a:pt x="36637" y="14396"/>
                    </a:lnTo>
                    <a:lnTo>
                      <a:pt x="36491" y="14375"/>
                    </a:lnTo>
                    <a:lnTo>
                      <a:pt x="36428" y="14396"/>
                    </a:lnTo>
                    <a:lnTo>
                      <a:pt x="36407" y="14480"/>
                    </a:lnTo>
                    <a:lnTo>
                      <a:pt x="36198" y="14626"/>
                    </a:lnTo>
                    <a:lnTo>
                      <a:pt x="36198" y="14710"/>
                    </a:lnTo>
                    <a:lnTo>
                      <a:pt x="36344" y="14793"/>
                    </a:lnTo>
                    <a:lnTo>
                      <a:pt x="36303" y="14793"/>
                    </a:lnTo>
                    <a:lnTo>
                      <a:pt x="36219" y="14814"/>
                    </a:lnTo>
                    <a:lnTo>
                      <a:pt x="36303" y="14814"/>
                    </a:lnTo>
                    <a:lnTo>
                      <a:pt x="36177" y="14982"/>
                    </a:lnTo>
                    <a:lnTo>
                      <a:pt x="36093" y="15024"/>
                    </a:lnTo>
                    <a:lnTo>
                      <a:pt x="35884" y="15149"/>
                    </a:lnTo>
                    <a:lnTo>
                      <a:pt x="35738" y="15296"/>
                    </a:lnTo>
                    <a:lnTo>
                      <a:pt x="35675" y="15296"/>
                    </a:lnTo>
                    <a:lnTo>
                      <a:pt x="35633" y="15337"/>
                    </a:lnTo>
                    <a:lnTo>
                      <a:pt x="35591" y="15463"/>
                    </a:lnTo>
                    <a:lnTo>
                      <a:pt x="35675" y="15568"/>
                    </a:lnTo>
                    <a:lnTo>
                      <a:pt x="35696" y="15672"/>
                    </a:lnTo>
                    <a:lnTo>
                      <a:pt x="35800" y="15840"/>
                    </a:lnTo>
                    <a:lnTo>
                      <a:pt x="35842" y="16133"/>
                    </a:lnTo>
                    <a:lnTo>
                      <a:pt x="35779" y="16174"/>
                    </a:lnTo>
                    <a:lnTo>
                      <a:pt x="35738" y="16153"/>
                    </a:lnTo>
                    <a:lnTo>
                      <a:pt x="35675" y="16195"/>
                    </a:lnTo>
                    <a:lnTo>
                      <a:pt x="35654" y="16300"/>
                    </a:lnTo>
                    <a:lnTo>
                      <a:pt x="35633" y="16195"/>
                    </a:lnTo>
                    <a:lnTo>
                      <a:pt x="35633" y="16049"/>
                    </a:lnTo>
                    <a:lnTo>
                      <a:pt x="35570" y="15986"/>
                    </a:lnTo>
                    <a:lnTo>
                      <a:pt x="35466" y="16049"/>
                    </a:lnTo>
                    <a:lnTo>
                      <a:pt x="35424" y="16153"/>
                    </a:lnTo>
                    <a:lnTo>
                      <a:pt x="35319" y="16216"/>
                    </a:lnTo>
                    <a:lnTo>
                      <a:pt x="35235" y="16174"/>
                    </a:lnTo>
                    <a:lnTo>
                      <a:pt x="35256" y="16112"/>
                    </a:lnTo>
                    <a:lnTo>
                      <a:pt x="35256" y="16070"/>
                    </a:lnTo>
                    <a:lnTo>
                      <a:pt x="35047" y="16070"/>
                    </a:lnTo>
                    <a:lnTo>
                      <a:pt x="35005" y="16174"/>
                    </a:lnTo>
                    <a:lnTo>
                      <a:pt x="34922" y="16258"/>
                    </a:lnTo>
                    <a:lnTo>
                      <a:pt x="34796" y="16216"/>
                    </a:lnTo>
                    <a:lnTo>
                      <a:pt x="34712" y="16216"/>
                    </a:lnTo>
                    <a:lnTo>
                      <a:pt x="34650" y="16174"/>
                    </a:lnTo>
                    <a:lnTo>
                      <a:pt x="34587" y="16174"/>
                    </a:lnTo>
                    <a:lnTo>
                      <a:pt x="34503" y="16258"/>
                    </a:lnTo>
                    <a:lnTo>
                      <a:pt x="34357" y="16195"/>
                    </a:lnTo>
                    <a:lnTo>
                      <a:pt x="34315" y="16174"/>
                    </a:lnTo>
                    <a:lnTo>
                      <a:pt x="34231" y="16070"/>
                    </a:lnTo>
                    <a:lnTo>
                      <a:pt x="34106" y="15986"/>
                    </a:lnTo>
                    <a:lnTo>
                      <a:pt x="33980" y="15965"/>
                    </a:lnTo>
                    <a:lnTo>
                      <a:pt x="33834" y="15777"/>
                    </a:lnTo>
                    <a:lnTo>
                      <a:pt x="33813" y="15840"/>
                    </a:lnTo>
                    <a:lnTo>
                      <a:pt x="33813" y="15902"/>
                    </a:lnTo>
                    <a:lnTo>
                      <a:pt x="33792" y="15965"/>
                    </a:lnTo>
                    <a:lnTo>
                      <a:pt x="33750" y="15944"/>
                    </a:lnTo>
                    <a:lnTo>
                      <a:pt x="33708" y="15965"/>
                    </a:lnTo>
                    <a:lnTo>
                      <a:pt x="33708" y="16049"/>
                    </a:lnTo>
                    <a:lnTo>
                      <a:pt x="33771" y="16112"/>
                    </a:lnTo>
                    <a:lnTo>
                      <a:pt x="33750" y="16195"/>
                    </a:lnTo>
                    <a:lnTo>
                      <a:pt x="33687" y="16195"/>
                    </a:lnTo>
                    <a:lnTo>
                      <a:pt x="33582" y="16216"/>
                    </a:lnTo>
                    <a:lnTo>
                      <a:pt x="33499" y="16300"/>
                    </a:lnTo>
                    <a:lnTo>
                      <a:pt x="33373" y="16300"/>
                    </a:lnTo>
                    <a:lnTo>
                      <a:pt x="33290" y="16384"/>
                    </a:lnTo>
                    <a:lnTo>
                      <a:pt x="33290" y="16488"/>
                    </a:lnTo>
                    <a:lnTo>
                      <a:pt x="33206" y="16530"/>
                    </a:lnTo>
                    <a:lnTo>
                      <a:pt x="33164" y="16677"/>
                    </a:lnTo>
                    <a:lnTo>
                      <a:pt x="33248" y="16886"/>
                    </a:lnTo>
                    <a:lnTo>
                      <a:pt x="33352" y="16990"/>
                    </a:lnTo>
                    <a:lnTo>
                      <a:pt x="33394" y="16949"/>
                    </a:lnTo>
                    <a:lnTo>
                      <a:pt x="33499" y="17095"/>
                    </a:lnTo>
                    <a:lnTo>
                      <a:pt x="33478" y="17158"/>
                    </a:lnTo>
                    <a:lnTo>
                      <a:pt x="33666" y="17158"/>
                    </a:lnTo>
                    <a:lnTo>
                      <a:pt x="33771" y="17200"/>
                    </a:lnTo>
                    <a:lnTo>
                      <a:pt x="33813" y="17137"/>
                    </a:lnTo>
                    <a:lnTo>
                      <a:pt x="33917" y="17137"/>
                    </a:lnTo>
                    <a:lnTo>
                      <a:pt x="33980" y="17095"/>
                    </a:lnTo>
                    <a:lnTo>
                      <a:pt x="34106" y="17095"/>
                    </a:lnTo>
                    <a:lnTo>
                      <a:pt x="34189" y="17053"/>
                    </a:lnTo>
                    <a:lnTo>
                      <a:pt x="34273" y="17095"/>
                    </a:lnTo>
                    <a:lnTo>
                      <a:pt x="34315" y="17032"/>
                    </a:lnTo>
                    <a:lnTo>
                      <a:pt x="34315" y="16928"/>
                    </a:lnTo>
                    <a:lnTo>
                      <a:pt x="34336" y="16865"/>
                    </a:lnTo>
                    <a:lnTo>
                      <a:pt x="34398" y="16865"/>
                    </a:lnTo>
                    <a:lnTo>
                      <a:pt x="34503" y="17032"/>
                    </a:lnTo>
                    <a:lnTo>
                      <a:pt x="34587" y="17032"/>
                    </a:lnTo>
                    <a:lnTo>
                      <a:pt x="34650" y="17116"/>
                    </a:lnTo>
                    <a:lnTo>
                      <a:pt x="34796" y="17137"/>
                    </a:lnTo>
                    <a:lnTo>
                      <a:pt x="34817" y="17074"/>
                    </a:lnTo>
                    <a:lnTo>
                      <a:pt x="34901" y="16970"/>
                    </a:lnTo>
                    <a:lnTo>
                      <a:pt x="34943" y="16970"/>
                    </a:lnTo>
                    <a:lnTo>
                      <a:pt x="35026" y="16886"/>
                    </a:lnTo>
                    <a:lnTo>
                      <a:pt x="35131" y="16865"/>
                    </a:lnTo>
                    <a:lnTo>
                      <a:pt x="35110" y="16928"/>
                    </a:lnTo>
                    <a:lnTo>
                      <a:pt x="35110" y="17032"/>
                    </a:lnTo>
                    <a:lnTo>
                      <a:pt x="35026" y="17137"/>
                    </a:lnTo>
                    <a:lnTo>
                      <a:pt x="35026" y="17262"/>
                    </a:lnTo>
                    <a:lnTo>
                      <a:pt x="35131" y="17221"/>
                    </a:lnTo>
                    <a:lnTo>
                      <a:pt x="35173" y="17032"/>
                    </a:lnTo>
                    <a:lnTo>
                      <a:pt x="35215" y="17074"/>
                    </a:lnTo>
                    <a:lnTo>
                      <a:pt x="35256" y="17032"/>
                    </a:lnTo>
                    <a:lnTo>
                      <a:pt x="35340" y="17074"/>
                    </a:lnTo>
                    <a:lnTo>
                      <a:pt x="35256" y="17200"/>
                    </a:lnTo>
                    <a:lnTo>
                      <a:pt x="35277" y="17283"/>
                    </a:lnTo>
                    <a:lnTo>
                      <a:pt x="35277" y="17179"/>
                    </a:lnTo>
                    <a:lnTo>
                      <a:pt x="35466" y="17011"/>
                    </a:lnTo>
                    <a:lnTo>
                      <a:pt x="35487" y="17074"/>
                    </a:lnTo>
                    <a:lnTo>
                      <a:pt x="35361" y="17179"/>
                    </a:lnTo>
                    <a:lnTo>
                      <a:pt x="35361" y="17242"/>
                    </a:lnTo>
                    <a:lnTo>
                      <a:pt x="35445" y="17304"/>
                    </a:lnTo>
                    <a:lnTo>
                      <a:pt x="35487" y="17451"/>
                    </a:lnTo>
                    <a:lnTo>
                      <a:pt x="35487" y="17555"/>
                    </a:lnTo>
                    <a:lnTo>
                      <a:pt x="35507" y="17660"/>
                    </a:lnTo>
                    <a:lnTo>
                      <a:pt x="35612" y="17639"/>
                    </a:lnTo>
                    <a:lnTo>
                      <a:pt x="35612" y="17765"/>
                    </a:lnTo>
                    <a:lnTo>
                      <a:pt x="35675" y="17827"/>
                    </a:lnTo>
                    <a:lnTo>
                      <a:pt x="35759" y="17681"/>
                    </a:lnTo>
                    <a:lnTo>
                      <a:pt x="35717" y="17869"/>
                    </a:lnTo>
                    <a:lnTo>
                      <a:pt x="35654" y="17953"/>
                    </a:lnTo>
                    <a:lnTo>
                      <a:pt x="35759" y="18058"/>
                    </a:lnTo>
                    <a:lnTo>
                      <a:pt x="35759" y="17974"/>
                    </a:lnTo>
                    <a:lnTo>
                      <a:pt x="35800" y="17869"/>
                    </a:lnTo>
                    <a:lnTo>
                      <a:pt x="35863" y="17848"/>
                    </a:lnTo>
                    <a:lnTo>
                      <a:pt x="35863" y="17848"/>
                    </a:lnTo>
                    <a:lnTo>
                      <a:pt x="35821" y="17890"/>
                    </a:lnTo>
                    <a:lnTo>
                      <a:pt x="35863" y="18037"/>
                    </a:lnTo>
                    <a:lnTo>
                      <a:pt x="35926" y="18162"/>
                    </a:lnTo>
                    <a:lnTo>
                      <a:pt x="36093" y="18141"/>
                    </a:lnTo>
                    <a:lnTo>
                      <a:pt x="36031" y="18183"/>
                    </a:lnTo>
                    <a:lnTo>
                      <a:pt x="35821" y="18309"/>
                    </a:lnTo>
                    <a:lnTo>
                      <a:pt x="35675" y="18309"/>
                    </a:lnTo>
                    <a:lnTo>
                      <a:pt x="35654" y="18371"/>
                    </a:lnTo>
                    <a:lnTo>
                      <a:pt x="35759" y="18413"/>
                    </a:lnTo>
                    <a:lnTo>
                      <a:pt x="35759" y="18560"/>
                    </a:lnTo>
                    <a:lnTo>
                      <a:pt x="35821" y="18664"/>
                    </a:lnTo>
                    <a:lnTo>
                      <a:pt x="35905" y="18727"/>
                    </a:lnTo>
                    <a:lnTo>
                      <a:pt x="35989" y="18727"/>
                    </a:lnTo>
                    <a:lnTo>
                      <a:pt x="35989" y="18790"/>
                    </a:lnTo>
                    <a:lnTo>
                      <a:pt x="36093" y="18874"/>
                    </a:lnTo>
                    <a:lnTo>
                      <a:pt x="36156" y="18915"/>
                    </a:lnTo>
                    <a:lnTo>
                      <a:pt x="36219" y="18915"/>
                    </a:lnTo>
                    <a:lnTo>
                      <a:pt x="36407" y="19041"/>
                    </a:lnTo>
                    <a:lnTo>
                      <a:pt x="36512" y="19041"/>
                    </a:lnTo>
                    <a:lnTo>
                      <a:pt x="36512" y="19104"/>
                    </a:lnTo>
                    <a:lnTo>
                      <a:pt x="36575" y="19125"/>
                    </a:lnTo>
                    <a:lnTo>
                      <a:pt x="36595" y="19083"/>
                    </a:lnTo>
                    <a:lnTo>
                      <a:pt x="36616" y="19041"/>
                    </a:lnTo>
                    <a:lnTo>
                      <a:pt x="36721" y="19104"/>
                    </a:lnTo>
                    <a:lnTo>
                      <a:pt x="36679" y="19125"/>
                    </a:lnTo>
                    <a:lnTo>
                      <a:pt x="36616" y="19187"/>
                    </a:lnTo>
                    <a:lnTo>
                      <a:pt x="36679" y="19292"/>
                    </a:lnTo>
                    <a:lnTo>
                      <a:pt x="36742" y="19334"/>
                    </a:lnTo>
                    <a:lnTo>
                      <a:pt x="36805" y="19334"/>
                    </a:lnTo>
                    <a:lnTo>
                      <a:pt x="36805" y="19418"/>
                    </a:lnTo>
                    <a:lnTo>
                      <a:pt x="36930" y="19543"/>
                    </a:lnTo>
                    <a:lnTo>
                      <a:pt x="37014" y="19543"/>
                    </a:lnTo>
                    <a:lnTo>
                      <a:pt x="37056" y="19606"/>
                    </a:lnTo>
                    <a:lnTo>
                      <a:pt x="37098" y="19648"/>
                    </a:lnTo>
                    <a:lnTo>
                      <a:pt x="37265" y="19731"/>
                    </a:lnTo>
                    <a:lnTo>
                      <a:pt x="37328" y="19711"/>
                    </a:lnTo>
                    <a:lnTo>
                      <a:pt x="37370" y="19731"/>
                    </a:lnTo>
                    <a:lnTo>
                      <a:pt x="37453" y="19731"/>
                    </a:lnTo>
                    <a:lnTo>
                      <a:pt x="37537" y="19773"/>
                    </a:lnTo>
                    <a:lnTo>
                      <a:pt x="37558" y="19857"/>
                    </a:lnTo>
                    <a:lnTo>
                      <a:pt x="37725" y="19983"/>
                    </a:lnTo>
                    <a:lnTo>
                      <a:pt x="37788" y="19983"/>
                    </a:lnTo>
                    <a:lnTo>
                      <a:pt x="37872" y="20045"/>
                    </a:lnTo>
                    <a:lnTo>
                      <a:pt x="38060" y="20087"/>
                    </a:lnTo>
                    <a:lnTo>
                      <a:pt x="38165" y="20150"/>
                    </a:lnTo>
                    <a:lnTo>
                      <a:pt x="38269" y="20150"/>
                    </a:lnTo>
                    <a:lnTo>
                      <a:pt x="38290" y="20129"/>
                    </a:lnTo>
                    <a:lnTo>
                      <a:pt x="38290" y="20066"/>
                    </a:lnTo>
                    <a:lnTo>
                      <a:pt x="38207" y="19983"/>
                    </a:lnTo>
                    <a:lnTo>
                      <a:pt x="38165" y="19920"/>
                    </a:lnTo>
                    <a:lnTo>
                      <a:pt x="38207" y="19857"/>
                    </a:lnTo>
                    <a:lnTo>
                      <a:pt x="38290" y="19878"/>
                    </a:lnTo>
                    <a:lnTo>
                      <a:pt x="38311" y="19815"/>
                    </a:lnTo>
                    <a:lnTo>
                      <a:pt x="38290" y="19752"/>
                    </a:lnTo>
                    <a:lnTo>
                      <a:pt x="38248" y="19773"/>
                    </a:lnTo>
                    <a:lnTo>
                      <a:pt x="38207" y="19731"/>
                    </a:lnTo>
                    <a:lnTo>
                      <a:pt x="38248" y="19606"/>
                    </a:lnTo>
                    <a:lnTo>
                      <a:pt x="38207" y="19564"/>
                    </a:lnTo>
                    <a:lnTo>
                      <a:pt x="38102" y="19669"/>
                    </a:lnTo>
                    <a:lnTo>
                      <a:pt x="38102" y="19627"/>
                    </a:lnTo>
                    <a:lnTo>
                      <a:pt x="38081" y="19543"/>
                    </a:lnTo>
                    <a:lnTo>
                      <a:pt x="38018" y="19543"/>
                    </a:lnTo>
                    <a:lnTo>
                      <a:pt x="38123" y="19439"/>
                    </a:lnTo>
                    <a:lnTo>
                      <a:pt x="38102" y="19313"/>
                    </a:lnTo>
                    <a:lnTo>
                      <a:pt x="38060" y="19292"/>
                    </a:lnTo>
                    <a:lnTo>
                      <a:pt x="37956" y="19292"/>
                    </a:lnTo>
                    <a:lnTo>
                      <a:pt x="37976" y="19187"/>
                    </a:lnTo>
                    <a:lnTo>
                      <a:pt x="37935" y="19083"/>
                    </a:lnTo>
                    <a:lnTo>
                      <a:pt x="37893" y="18999"/>
                    </a:lnTo>
                    <a:lnTo>
                      <a:pt x="37788" y="18999"/>
                    </a:lnTo>
                    <a:lnTo>
                      <a:pt x="37851" y="18915"/>
                    </a:lnTo>
                    <a:lnTo>
                      <a:pt x="37767" y="18894"/>
                    </a:lnTo>
                    <a:lnTo>
                      <a:pt x="37725" y="18894"/>
                    </a:lnTo>
                    <a:lnTo>
                      <a:pt x="37746" y="18832"/>
                    </a:lnTo>
                    <a:lnTo>
                      <a:pt x="37663" y="18727"/>
                    </a:lnTo>
                    <a:lnTo>
                      <a:pt x="37663" y="18748"/>
                    </a:lnTo>
                    <a:lnTo>
                      <a:pt x="37621" y="18748"/>
                    </a:lnTo>
                    <a:lnTo>
                      <a:pt x="37621" y="18602"/>
                    </a:lnTo>
                    <a:lnTo>
                      <a:pt x="37621" y="18539"/>
                    </a:lnTo>
                    <a:lnTo>
                      <a:pt x="37621" y="18476"/>
                    </a:lnTo>
                    <a:lnTo>
                      <a:pt x="37453" y="18350"/>
                    </a:lnTo>
                    <a:lnTo>
                      <a:pt x="37432" y="18225"/>
                    </a:lnTo>
                    <a:lnTo>
                      <a:pt x="37432" y="18120"/>
                    </a:lnTo>
                    <a:lnTo>
                      <a:pt x="37516" y="18162"/>
                    </a:lnTo>
                    <a:lnTo>
                      <a:pt x="37558" y="18078"/>
                    </a:lnTo>
                    <a:lnTo>
                      <a:pt x="37663" y="18120"/>
                    </a:lnTo>
                    <a:lnTo>
                      <a:pt x="37663" y="18225"/>
                    </a:lnTo>
                    <a:lnTo>
                      <a:pt x="37746" y="18371"/>
                    </a:lnTo>
                    <a:lnTo>
                      <a:pt x="37872" y="18434"/>
                    </a:lnTo>
                    <a:lnTo>
                      <a:pt x="37935" y="18476"/>
                    </a:lnTo>
                    <a:lnTo>
                      <a:pt x="37935" y="18560"/>
                    </a:lnTo>
                    <a:lnTo>
                      <a:pt x="37976" y="18602"/>
                    </a:lnTo>
                    <a:lnTo>
                      <a:pt x="37976" y="18539"/>
                    </a:lnTo>
                    <a:lnTo>
                      <a:pt x="37935" y="18392"/>
                    </a:lnTo>
                    <a:lnTo>
                      <a:pt x="37935" y="18350"/>
                    </a:lnTo>
                    <a:lnTo>
                      <a:pt x="37976" y="18309"/>
                    </a:lnTo>
                    <a:lnTo>
                      <a:pt x="38018" y="18392"/>
                    </a:lnTo>
                    <a:lnTo>
                      <a:pt x="38018" y="18455"/>
                    </a:lnTo>
                    <a:lnTo>
                      <a:pt x="38081" y="18497"/>
                    </a:lnTo>
                    <a:lnTo>
                      <a:pt x="38123" y="18685"/>
                    </a:lnTo>
                    <a:lnTo>
                      <a:pt x="38207" y="18706"/>
                    </a:lnTo>
                    <a:lnTo>
                      <a:pt x="38207" y="18769"/>
                    </a:lnTo>
                    <a:lnTo>
                      <a:pt x="38290" y="18832"/>
                    </a:lnTo>
                    <a:lnTo>
                      <a:pt x="38374" y="19020"/>
                    </a:lnTo>
                    <a:lnTo>
                      <a:pt x="38416" y="18936"/>
                    </a:lnTo>
                    <a:lnTo>
                      <a:pt x="38395" y="18832"/>
                    </a:lnTo>
                    <a:lnTo>
                      <a:pt x="38395" y="18664"/>
                    </a:lnTo>
                    <a:lnTo>
                      <a:pt x="38416" y="18560"/>
                    </a:lnTo>
                    <a:lnTo>
                      <a:pt x="38416" y="18643"/>
                    </a:lnTo>
                    <a:lnTo>
                      <a:pt x="38479" y="18811"/>
                    </a:lnTo>
                    <a:lnTo>
                      <a:pt x="38479" y="18915"/>
                    </a:lnTo>
                    <a:lnTo>
                      <a:pt x="38479" y="18999"/>
                    </a:lnTo>
                    <a:lnTo>
                      <a:pt x="38520" y="19020"/>
                    </a:lnTo>
                    <a:lnTo>
                      <a:pt x="38604" y="19083"/>
                    </a:lnTo>
                    <a:lnTo>
                      <a:pt x="38625" y="18999"/>
                    </a:lnTo>
                    <a:lnTo>
                      <a:pt x="38583" y="18957"/>
                    </a:lnTo>
                    <a:lnTo>
                      <a:pt x="38583" y="18894"/>
                    </a:lnTo>
                    <a:lnTo>
                      <a:pt x="38667" y="18915"/>
                    </a:lnTo>
                    <a:lnTo>
                      <a:pt x="38688" y="19020"/>
                    </a:lnTo>
                    <a:lnTo>
                      <a:pt x="38688" y="19104"/>
                    </a:lnTo>
                    <a:lnTo>
                      <a:pt x="38709" y="19125"/>
                    </a:lnTo>
                    <a:lnTo>
                      <a:pt x="38709" y="19062"/>
                    </a:lnTo>
                    <a:lnTo>
                      <a:pt x="38772" y="19020"/>
                    </a:lnTo>
                    <a:lnTo>
                      <a:pt x="38772" y="19187"/>
                    </a:lnTo>
                    <a:lnTo>
                      <a:pt x="38813" y="19271"/>
                    </a:lnTo>
                    <a:lnTo>
                      <a:pt x="38897" y="19271"/>
                    </a:lnTo>
                    <a:lnTo>
                      <a:pt x="38939" y="19208"/>
                    </a:lnTo>
                    <a:lnTo>
                      <a:pt x="38939" y="19313"/>
                    </a:lnTo>
                    <a:lnTo>
                      <a:pt x="38918" y="19376"/>
                    </a:lnTo>
                    <a:lnTo>
                      <a:pt x="38981" y="19543"/>
                    </a:lnTo>
                    <a:lnTo>
                      <a:pt x="39023" y="19627"/>
                    </a:lnTo>
                    <a:lnTo>
                      <a:pt x="39127" y="19627"/>
                    </a:lnTo>
                    <a:lnTo>
                      <a:pt x="39127" y="19543"/>
                    </a:lnTo>
                    <a:lnTo>
                      <a:pt x="39106" y="19522"/>
                    </a:lnTo>
                    <a:lnTo>
                      <a:pt x="39106" y="19397"/>
                    </a:lnTo>
                    <a:lnTo>
                      <a:pt x="39044" y="19187"/>
                    </a:lnTo>
                    <a:lnTo>
                      <a:pt x="39127" y="19187"/>
                    </a:lnTo>
                    <a:lnTo>
                      <a:pt x="39169" y="19271"/>
                    </a:lnTo>
                    <a:lnTo>
                      <a:pt x="39274" y="19292"/>
                    </a:lnTo>
                    <a:lnTo>
                      <a:pt x="39316" y="19271"/>
                    </a:lnTo>
                    <a:lnTo>
                      <a:pt x="39253" y="19166"/>
                    </a:lnTo>
                    <a:lnTo>
                      <a:pt x="39295" y="19083"/>
                    </a:lnTo>
                    <a:lnTo>
                      <a:pt x="39295" y="18894"/>
                    </a:lnTo>
                    <a:lnTo>
                      <a:pt x="39211" y="18706"/>
                    </a:lnTo>
                    <a:lnTo>
                      <a:pt x="39232" y="18560"/>
                    </a:lnTo>
                    <a:lnTo>
                      <a:pt x="39232" y="18392"/>
                    </a:lnTo>
                    <a:lnTo>
                      <a:pt x="39253" y="18560"/>
                    </a:lnTo>
                    <a:lnTo>
                      <a:pt x="39232" y="18664"/>
                    </a:lnTo>
                    <a:lnTo>
                      <a:pt x="39253" y="18790"/>
                    </a:lnTo>
                    <a:lnTo>
                      <a:pt x="39420" y="18957"/>
                    </a:lnTo>
                    <a:lnTo>
                      <a:pt x="39441" y="18894"/>
                    </a:lnTo>
                    <a:lnTo>
                      <a:pt x="39420" y="18769"/>
                    </a:lnTo>
                    <a:lnTo>
                      <a:pt x="39462" y="18664"/>
                    </a:lnTo>
                    <a:lnTo>
                      <a:pt x="39462" y="18497"/>
                    </a:lnTo>
                    <a:lnTo>
                      <a:pt x="39546" y="18455"/>
                    </a:lnTo>
                    <a:lnTo>
                      <a:pt x="39525" y="18434"/>
                    </a:lnTo>
                    <a:lnTo>
                      <a:pt x="39399" y="18246"/>
                    </a:lnTo>
                    <a:lnTo>
                      <a:pt x="39357" y="18120"/>
                    </a:lnTo>
                    <a:lnTo>
                      <a:pt x="39316" y="18078"/>
                    </a:lnTo>
                    <a:lnTo>
                      <a:pt x="39336" y="18016"/>
                    </a:lnTo>
                    <a:lnTo>
                      <a:pt x="39253" y="17869"/>
                    </a:lnTo>
                    <a:lnTo>
                      <a:pt x="39190" y="17786"/>
                    </a:lnTo>
                    <a:lnTo>
                      <a:pt x="39316" y="17765"/>
                    </a:lnTo>
                    <a:lnTo>
                      <a:pt x="39336" y="17723"/>
                    </a:lnTo>
                    <a:lnTo>
                      <a:pt x="39420" y="17639"/>
                    </a:lnTo>
                    <a:lnTo>
                      <a:pt x="39357" y="17576"/>
                    </a:lnTo>
                    <a:lnTo>
                      <a:pt x="39295" y="17618"/>
                    </a:lnTo>
                    <a:lnTo>
                      <a:pt x="39148" y="17639"/>
                    </a:lnTo>
                    <a:lnTo>
                      <a:pt x="39106" y="17597"/>
                    </a:lnTo>
                    <a:lnTo>
                      <a:pt x="39127" y="17555"/>
                    </a:lnTo>
                    <a:lnTo>
                      <a:pt x="39148" y="17514"/>
                    </a:lnTo>
                    <a:lnTo>
                      <a:pt x="39232" y="17430"/>
                    </a:lnTo>
                    <a:lnTo>
                      <a:pt x="39253" y="17325"/>
                    </a:lnTo>
                    <a:lnTo>
                      <a:pt x="39211" y="17242"/>
                    </a:lnTo>
                    <a:lnTo>
                      <a:pt x="39148" y="17242"/>
                    </a:lnTo>
                    <a:lnTo>
                      <a:pt x="39148" y="17304"/>
                    </a:lnTo>
                    <a:lnTo>
                      <a:pt x="39106" y="17388"/>
                    </a:lnTo>
                    <a:lnTo>
                      <a:pt x="39106" y="17304"/>
                    </a:lnTo>
                    <a:lnTo>
                      <a:pt x="39085" y="17325"/>
                    </a:lnTo>
                    <a:lnTo>
                      <a:pt x="38939" y="17346"/>
                    </a:lnTo>
                    <a:lnTo>
                      <a:pt x="38918" y="17304"/>
                    </a:lnTo>
                    <a:lnTo>
                      <a:pt x="39002" y="17242"/>
                    </a:lnTo>
                    <a:lnTo>
                      <a:pt x="39023" y="17200"/>
                    </a:lnTo>
                    <a:lnTo>
                      <a:pt x="38981" y="17137"/>
                    </a:lnTo>
                    <a:lnTo>
                      <a:pt x="38939" y="17032"/>
                    </a:lnTo>
                    <a:lnTo>
                      <a:pt x="38876" y="16990"/>
                    </a:lnTo>
                    <a:lnTo>
                      <a:pt x="38813" y="17011"/>
                    </a:lnTo>
                    <a:lnTo>
                      <a:pt x="38813" y="17116"/>
                    </a:lnTo>
                    <a:lnTo>
                      <a:pt x="38792" y="17179"/>
                    </a:lnTo>
                    <a:lnTo>
                      <a:pt x="38772" y="17137"/>
                    </a:lnTo>
                    <a:lnTo>
                      <a:pt x="38772" y="17011"/>
                    </a:lnTo>
                    <a:lnTo>
                      <a:pt x="38730" y="16928"/>
                    </a:lnTo>
                    <a:lnTo>
                      <a:pt x="38688" y="16928"/>
                    </a:lnTo>
                    <a:lnTo>
                      <a:pt x="38709" y="16865"/>
                    </a:lnTo>
                    <a:lnTo>
                      <a:pt x="38667" y="16865"/>
                    </a:lnTo>
                    <a:lnTo>
                      <a:pt x="38667" y="16823"/>
                    </a:lnTo>
                    <a:lnTo>
                      <a:pt x="38688" y="16823"/>
                    </a:lnTo>
                    <a:lnTo>
                      <a:pt x="38667" y="16760"/>
                    </a:lnTo>
                    <a:lnTo>
                      <a:pt x="38604" y="16718"/>
                    </a:lnTo>
                    <a:lnTo>
                      <a:pt x="38625" y="16677"/>
                    </a:lnTo>
                    <a:lnTo>
                      <a:pt x="38730" y="16677"/>
                    </a:lnTo>
                    <a:lnTo>
                      <a:pt x="38792" y="16656"/>
                    </a:lnTo>
                    <a:lnTo>
                      <a:pt x="38730" y="16593"/>
                    </a:lnTo>
                    <a:lnTo>
                      <a:pt x="38625" y="16593"/>
                    </a:lnTo>
                    <a:lnTo>
                      <a:pt x="38583" y="16572"/>
                    </a:lnTo>
                    <a:lnTo>
                      <a:pt x="38625" y="16488"/>
                    </a:lnTo>
                    <a:lnTo>
                      <a:pt x="38730" y="16446"/>
                    </a:lnTo>
                    <a:lnTo>
                      <a:pt x="38730" y="16405"/>
                    </a:lnTo>
                    <a:lnTo>
                      <a:pt x="38688" y="16363"/>
                    </a:lnTo>
                    <a:lnTo>
                      <a:pt x="38520" y="16363"/>
                    </a:lnTo>
                    <a:lnTo>
                      <a:pt x="38500" y="16405"/>
                    </a:lnTo>
                    <a:lnTo>
                      <a:pt x="38458" y="16488"/>
                    </a:lnTo>
                    <a:lnTo>
                      <a:pt x="38248" y="16530"/>
                    </a:lnTo>
                    <a:lnTo>
                      <a:pt x="38353" y="16467"/>
                    </a:lnTo>
                    <a:lnTo>
                      <a:pt x="38500" y="16321"/>
                    </a:lnTo>
                    <a:lnTo>
                      <a:pt x="38562" y="16216"/>
                    </a:lnTo>
                    <a:lnTo>
                      <a:pt x="38562" y="16174"/>
                    </a:lnTo>
                    <a:lnTo>
                      <a:pt x="38458" y="16174"/>
                    </a:lnTo>
                    <a:lnTo>
                      <a:pt x="38395" y="16153"/>
                    </a:lnTo>
                    <a:lnTo>
                      <a:pt x="38458" y="16091"/>
                    </a:lnTo>
                    <a:lnTo>
                      <a:pt x="38416" y="16049"/>
                    </a:lnTo>
                    <a:lnTo>
                      <a:pt x="38374" y="16070"/>
                    </a:lnTo>
                    <a:lnTo>
                      <a:pt x="38374" y="15986"/>
                    </a:lnTo>
                    <a:lnTo>
                      <a:pt x="38416" y="15923"/>
                    </a:lnTo>
                    <a:lnTo>
                      <a:pt x="38416" y="15819"/>
                    </a:lnTo>
                    <a:lnTo>
                      <a:pt x="38290" y="15777"/>
                    </a:lnTo>
                    <a:lnTo>
                      <a:pt x="38207" y="15756"/>
                    </a:lnTo>
                    <a:lnTo>
                      <a:pt x="38081" y="15756"/>
                    </a:lnTo>
                    <a:lnTo>
                      <a:pt x="38039" y="15693"/>
                    </a:lnTo>
                    <a:lnTo>
                      <a:pt x="38165" y="15693"/>
                    </a:lnTo>
                    <a:lnTo>
                      <a:pt x="38269" y="15672"/>
                    </a:lnTo>
                    <a:lnTo>
                      <a:pt x="38311" y="15630"/>
                    </a:lnTo>
                    <a:lnTo>
                      <a:pt x="38374" y="15693"/>
                    </a:lnTo>
                    <a:lnTo>
                      <a:pt x="38395" y="15756"/>
                    </a:lnTo>
                    <a:lnTo>
                      <a:pt x="38500" y="15756"/>
                    </a:lnTo>
                    <a:lnTo>
                      <a:pt x="38604" y="15798"/>
                    </a:lnTo>
                    <a:lnTo>
                      <a:pt x="38625" y="15881"/>
                    </a:lnTo>
                    <a:lnTo>
                      <a:pt x="38604" y="15965"/>
                    </a:lnTo>
                    <a:lnTo>
                      <a:pt x="38625" y="16049"/>
                    </a:lnTo>
                    <a:lnTo>
                      <a:pt x="38730" y="16174"/>
                    </a:lnTo>
                    <a:lnTo>
                      <a:pt x="38772" y="16174"/>
                    </a:lnTo>
                    <a:lnTo>
                      <a:pt x="38792" y="16070"/>
                    </a:lnTo>
                    <a:lnTo>
                      <a:pt x="38834" y="16133"/>
                    </a:lnTo>
                    <a:lnTo>
                      <a:pt x="38981" y="16153"/>
                    </a:lnTo>
                    <a:lnTo>
                      <a:pt x="39023" y="16133"/>
                    </a:lnTo>
                    <a:lnTo>
                      <a:pt x="39023" y="16070"/>
                    </a:lnTo>
                    <a:lnTo>
                      <a:pt x="38981" y="16049"/>
                    </a:lnTo>
                    <a:lnTo>
                      <a:pt x="38981" y="15965"/>
                    </a:lnTo>
                    <a:lnTo>
                      <a:pt x="38939" y="15861"/>
                    </a:lnTo>
                    <a:lnTo>
                      <a:pt x="38876" y="15777"/>
                    </a:lnTo>
                    <a:lnTo>
                      <a:pt x="38792" y="15756"/>
                    </a:lnTo>
                    <a:lnTo>
                      <a:pt x="38813" y="15672"/>
                    </a:lnTo>
                    <a:lnTo>
                      <a:pt x="38813" y="15589"/>
                    </a:lnTo>
                    <a:lnTo>
                      <a:pt x="38772" y="15547"/>
                    </a:lnTo>
                    <a:lnTo>
                      <a:pt x="38792" y="15526"/>
                    </a:lnTo>
                    <a:lnTo>
                      <a:pt x="38834" y="15547"/>
                    </a:lnTo>
                    <a:lnTo>
                      <a:pt x="38876" y="15651"/>
                    </a:lnTo>
                    <a:lnTo>
                      <a:pt x="38918" y="15693"/>
                    </a:lnTo>
                    <a:lnTo>
                      <a:pt x="39002" y="15672"/>
                    </a:lnTo>
                    <a:lnTo>
                      <a:pt x="38981" y="15651"/>
                    </a:lnTo>
                    <a:lnTo>
                      <a:pt x="39002" y="15630"/>
                    </a:lnTo>
                    <a:lnTo>
                      <a:pt x="39085" y="15651"/>
                    </a:lnTo>
                    <a:lnTo>
                      <a:pt x="39044" y="15547"/>
                    </a:lnTo>
                    <a:lnTo>
                      <a:pt x="39002" y="15442"/>
                    </a:lnTo>
                    <a:lnTo>
                      <a:pt x="38897" y="15379"/>
                    </a:lnTo>
                    <a:lnTo>
                      <a:pt x="39002" y="15379"/>
                    </a:lnTo>
                    <a:lnTo>
                      <a:pt x="39044" y="15442"/>
                    </a:lnTo>
                    <a:lnTo>
                      <a:pt x="39106" y="15484"/>
                    </a:lnTo>
                    <a:lnTo>
                      <a:pt x="39190" y="15463"/>
                    </a:lnTo>
                    <a:lnTo>
                      <a:pt x="39148" y="15421"/>
                    </a:lnTo>
                    <a:lnTo>
                      <a:pt x="39148" y="15337"/>
                    </a:lnTo>
                    <a:lnTo>
                      <a:pt x="39190" y="15337"/>
                    </a:lnTo>
                    <a:lnTo>
                      <a:pt x="39232" y="15379"/>
                    </a:lnTo>
                    <a:lnTo>
                      <a:pt x="39295" y="15421"/>
                    </a:lnTo>
                    <a:lnTo>
                      <a:pt x="39295" y="15463"/>
                    </a:lnTo>
                    <a:lnTo>
                      <a:pt x="39232" y="15484"/>
                    </a:lnTo>
                    <a:lnTo>
                      <a:pt x="39232" y="15589"/>
                    </a:lnTo>
                    <a:lnTo>
                      <a:pt x="39232" y="15630"/>
                    </a:lnTo>
                    <a:lnTo>
                      <a:pt x="39295" y="15630"/>
                    </a:lnTo>
                    <a:lnTo>
                      <a:pt x="39336" y="15651"/>
                    </a:lnTo>
                    <a:lnTo>
                      <a:pt x="39336" y="15693"/>
                    </a:lnTo>
                    <a:lnTo>
                      <a:pt x="39295" y="15735"/>
                    </a:lnTo>
                    <a:lnTo>
                      <a:pt x="39253" y="15777"/>
                    </a:lnTo>
                    <a:lnTo>
                      <a:pt x="39316" y="15798"/>
                    </a:lnTo>
                    <a:lnTo>
                      <a:pt x="39357" y="15777"/>
                    </a:lnTo>
                    <a:lnTo>
                      <a:pt x="39399" y="15798"/>
                    </a:lnTo>
                    <a:lnTo>
                      <a:pt x="39357" y="15881"/>
                    </a:lnTo>
                    <a:lnTo>
                      <a:pt x="39399" y="15944"/>
                    </a:lnTo>
                    <a:lnTo>
                      <a:pt x="39441" y="15965"/>
                    </a:lnTo>
                    <a:lnTo>
                      <a:pt x="39525" y="15944"/>
                    </a:lnTo>
                    <a:lnTo>
                      <a:pt x="39734" y="15798"/>
                    </a:lnTo>
                    <a:lnTo>
                      <a:pt x="39818" y="15672"/>
                    </a:lnTo>
                    <a:lnTo>
                      <a:pt x="39818" y="15756"/>
                    </a:lnTo>
                    <a:lnTo>
                      <a:pt x="39755" y="15798"/>
                    </a:lnTo>
                    <a:lnTo>
                      <a:pt x="39734" y="15861"/>
                    </a:lnTo>
                    <a:lnTo>
                      <a:pt x="39629" y="15902"/>
                    </a:lnTo>
                    <a:lnTo>
                      <a:pt x="39462" y="16070"/>
                    </a:lnTo>
                    <a:lnTo>
                      <a:pt x="39462" y="16112"/>
                    </a:lnTo>
                    <a:lnTo>
                      <a:pt x="39546" y="16153"/>
                    </a:lnTo>
                    <a:lnTo>
                      <a:pt x="39650" y="16112"/>
                    </a:lnTo>
                    <a:lnTo>
                      <a:pt x="39818" y="16007"/>
                    </a:lnTo>
                    <a:lnTo>
                      <a:pt x="39880" y="16007"/>
                    </a:lnTo>
                    <a:lnTo>
                      <a:pt x="40027" y="15965"/>
                    </a:lnTo>
                    <a:lnTo>
                      <a:pt x="40069" y="15881"/>
                    </a:lnTo>
                    <a:lnTo>
                      <a:pt x="40132" y="15861"/>
                    </a:lnTo>
                    <a:lnTo>
                      <a:pt x="40236" y="15777"/>
                    </a:lnTo>
                    <a:lnTo>
                      <a:pt x="40278" y="15777"/>
                    </a:lnTo>
                    <a:lnTo>
                      <a:pt x="40278" y="15840"/>
                    </a:lnTo>
                    <a:lnTo>
                      <a:pt x="40236" y="15861"/>
                    </a:lnTo>
                    <a:lnTo>
                      <a:pt x="40152" y="15965"/>
                    </a:lnTo>
                    <a:lnTo>
                      <a:pt x="40090" y="16070"/>
                    </a:lnTo>
                    <a:lnTo>
                      <a:pt x="40027" y="16112"/>
                    </a:lnTo>
                    <a:lnTo>
                      <a:pt x="39943" y="16195"/>
                    </a:lnTo>
                    <a:lnTo>
                      <a:pt x="39839" y="16216"/>
                    </a:lnTo>
                    <a:lnTo>
                      <a:pt x="39776" y="16258"/>
                    </a:lnTo>
                    <a:lnTo>
                      <a:pt x="39713" y="16384"/>
                    </a:lnTo>
                    <a:lnTo>
                      <a:pt x="39713" y="16426"/>
                    </a:lnTo>
                    <a:lnTo>
                      <a:pt x="39734" y="16467"/>
                    </a:lnTo>
                    <a:lnTo>
                      <a:pt x="39776" y="16426"/>
                    </a:lnTo>
                    <a:lnTo>
                      <a:pt x="39860" y="16426"/>
                    </a:lnTo>
                    <a:lnTo>
                      <a:pt x="39943" y="16467"/>
                    </a:lnTo>
                    <a:lnTo>
                      <a:pt x="39860" y="16488"/>
                    </a:lnTo>
                    <a:lnTo>
                      <a:pt x="39776" y="16509"/>
                    </a:lnTo>
                    <a:lnTo>
                      <a:pt x="39734" y="16551"/>
                    </a:lnTo>
                    <a:lnTo>
                      <a:pt x="39734" y="16593"/>
                    </a:lnTo>
                    <a:lnTo>
                      <a:pt x="39776" y="16614"/>
                    </a:lnTo>
                    <a:lnTo>
                      <a:pt x="39860" y="16593"/>
                    </a:lnTo>
                    <a:lnTo>
                      <a:pt x="39922" y="16572"/>
                    </a:lnTo>
                    <a:lnTo>
                      <a:pt x="39839" y="16677"/>
                    </a:lnTo>
                    <a:lnTo>
                      <a:pt x="39755" y="16698"/>
                    </a:lnTo>
                    <a:lnTo>
                      <a:pt x="39734" y="16739"/>
                    </a:lnTo>
                    <a:lnTo>
                      <a:pt x="39755" y="16781"/>
                    </a:lnTo>
                    <a:lnTo>
                      <a:pt x="39839" y="16802"/>
                    </a:lnTo>
                    <a:lnTo>
                      <a:pt x="39922" y="16781"/>
                    </a:lnTo>
                    <a:lnTo>
                      <a:pt x="39985" y="16781"/>
                    </a:lnTo>
                    <a:lnTo>
                      <a:pt x="40027" y="16802"/>
                    </a:lnTo>
                    <a:lnTo>
                      <a:pt x="39964" y="16823"/>
                    </a:lnTo>
                    <a:lnTo>
                      <a:pt x="39964" y="16865"/>
                    </a:lnTo>
                    <a:lnTo>
                      <a:pt x="39860" y="16907"/>
                    </a:lnTo>
                    <a:lnTo>
                      <a:pt x="39839" y="16970"/>
                    </a:lnTo>
                    <a:lnTo>
                      <a:pt x="39860" y="17032"/>
                    </a:lnTo>
                    <a:lnTo>
                      <a:pt x="39922" y="17116"/>
                    </a:lnTo>
                    <a:lnTo>
                      <a:pt x="39922" y="17200"/>
                    </a:lnTo>
                    <a:lnTo>
                      <a:pt x="39943" y="17221"/>
                    </a:lnTo>
                    <a:lnTo>
                      <a:pt x="39985" y="17137"/>
                    </a:lnTo>
                    <a:lnTo>
                      <a:pt x="40048" y="17032"/>
                    </a:lnTo>
                    <a:lnTo>
                      <a:pt x="40090" y="16990"/>
                    </a:lnTo>
                    <a:lnTo>
                      <a:pt x="40132" y="16990"/>
                    </a:lnTo>
                    <a:lnTo>
                      <a:pt x="40090" y="17032"/>
                    </a:lnTo>
                    <a:lnTo>
                      <a:pt x="40090" y="17095"/>
                    </a:lnTo>
                    <a:lnTo>
                      <a:pt x="40048" y="17116"/>
                    </a:lnTo>
                    <a:lnTo>
                      <a:pt x="40048" y="17137"/>
                    </a:lnTo>
                    <a:lnTo>
                      <a:pt x="40090" y="17200"/>
                    </a:lnTo>
                    <a:lnTo>
                      <a:pt x="40069" y="17242"/>
                    </a:lnTo>
                    <a:lnTo>
                      <a:pt x="40132" y="17304"/>
                    </a:lnTo>
                    <a:lnTo>
                      <a:pt x="40152" y="17304"/>
                    </a:lnTo>
                    <a:lnTo>
                      <a:pt x="40173" y="17242"/>
                    </a:lnTo>
                    <a:lnTo>
                      <a:pt x="40257" y="17221"/>
                    </a:lnTo>
                    <a:lnTo>
                      <a:pt x="40278" y="17221"/>
                    </a:lnTo>
                    <a:lnTo>
                      <a:pt x="40278" y="17283"/>
                    </a:lnTo>
                    <a:lnTo>
                      <a:pt x="40236" y="17325"/>
                    </a:lnTo>
                    <a:lnTo>
                      <a:pt x="40236" y="17346"/>
                    </a:lnTo>
                    <a:lnTo>
                      <a:pt x="40278" y="17388"/>
                    </a:lnTo>
                    <a:lnTo>
                      <a:pt x="40278" y="17430"/>
                    </a:lnTo>
                    <a:lnTo>
                      <a:pt x="40299" y="17451"/>
                    </a:lnTo>
                    <a:lnTo>
                      <a:pt x="40299" y="17514"/>
                    </a:lnTo>
                    <a:lnTo>
                      <a:pt x="40362" y="17534"/>
                    </a:lnTo>
                    <a:lnTo>
                      <a:pt x="40383" y="17493"/>
                    </a:lnTo>
                    <a:lnTo>
                      <a:pt x="40487" y="17451"/>
                    </a:lnTo>
                    <a:lnTo>
                      <a:pt x="40508" y="17388"/>
                    </a:lnTo>
                    <a:lnTo>
                      <a:pt x="40508" y="17325"/>
                    </a:lnTo>
                    <a:lnTo>
                      <a:pt x="40445" y="17242"/>
                    </a:lnTo>
                    <a:lnTo>
                      <a:pt x="40466" y="17242"/>
                    </a:lnTo>
                    <a:lnTo>
                      <a:pt x="40508" y="17283"/>
                    </a:lnTo>
                    <a:lnTo>
                      <a:pt x="40550" y="17283"/>
                    </a:lnTo>
                    <a:lnTo>
                      <a:pt x="40550" y="17221"/>
                    </a:lnTo>
                    <a:lnTo>
                      <a:pt x="40508" y="17137"/>
                    </a:lnTo>
                    <a:lnTo>
                      <a:pt x="40508" y="17095"/>
                    </a:lnTo>
                    <a:lnTo>
                      <a:pt x="40571" y="17074"/>
                    </a:lnTo>
                    <a:lnTo>
                      <a:pt x="40571" y="16990"/>
                    </a:lnTo>
                    <a:lnTo>
                      <a:pt x="40571" y="16928"/>
                    </a:lnTo>
                    <a:lnTo>
                      <a:pt x="40508" y="16928"/>
                    </a:lnTo>
                    <a:lnTo>
                      <a:pt x="40466" y="16886"/>
                    </a:lnTo>
                    <a:lnTo>
                      <a:pt x="40466" y="16865"/>
                    </a:lnTo>
                    <a:lnTo>
                      <a:pt x="40487" y="16886"/>
                    </a:lnTo>
                    <a:lnTo>
                      <a:pt x="40571" y="16907"/>
                    </a:lnTo>
                    <a:lnTo>
                      <a:pt x="40613" y="16865"/>
                    </a:lnTo>
                    <a:lnTo>
                      <a:pt x="40592" y="16802"/>
                    </a:lnTo>
                    <a:lnTo>
                      <a:pt x="40550" y="16802"/>
                    </a:lnTo>
                    <a:lnTo>
                      <a:pt x="40508" y="16781"/>
                    </a:lnTo>
                    <a:lnTo>
                      <a:pt x="40592" y="16781"/>
                    </a:lnTo>
                    <a:lnTo>
                      <a:pt x="40655" y="16718"/>
                    </a:lnTo>
                    <a:lnTo>
                      <a:pt x="40655" y="16572"/>
                    </a:lnTo>
                    <a:lnTo>
                      <a:pt x="40676" y="16509"/>
                    </a:lnTo>
                    <a:lnTo>
                      <a:pt x="40696" y="16572"/>
                    </a:lnTo>
                    <a:lnTo>
                      <a:pt x="40696" y="16656"/>
                    </a:lnTo>
                    <a:lnTo>
                      <a:pt x="40717" y="16718"/>
                    </a:lnTo>
                    <a:lnTo>
                      <a:pt x="40696" y="16802"/>
                    </a:lnTo>
                    <a:lnTo>
                      <a:pt x="40759" y="16823"/>
                    </a:lnTo>
                    <a:lnTo>
                      <a:pt x="40822" y="16802"/>
                    </a:lnTo>
                    <a:lnTo>
                      <a:pt x="40864" y="16760"/>
                    </a:lnTo>
                    <a:lnTo>
                      <a:pt x="40906" y="16718"/>
                    </a:lnTo>
                    <a:lnTo>
                      <a:pt x="40906" y="16823"/>
                    </a:lnTo>
                    <a:lnTo>
                      <a:pt x="40927" y="16865"/>
                    </a:lnTo>
                    <a:lnTo>
                      <a:pt x="40989" y="16865"/>
                    </a:lnTo>
                    <a:lnTo>
                      <a:pt x="41010" y="16823"/>
                    </a:lnTo>
                    <a:lnTo>
                      <a:pt x="41010" y="16698"/>
                    </a:lnTo>
                    <a:lnTo>
                      <a:pt x="41010" y="16593"/>
                    </a:lnTo>
                    <a:lnTo>
                      <a:pt x="40969" y="16572"/>
                    </a:lnTo>
                    <a:lnTo>
                      <a:pt x="40927" y="16551"/>
                    </a:lnTo>
                    <a:lnTo>
                      <a:pt x="41010" y="16572"/>
                    </a:lnTo>
                    <a:lnTo>
                      <a:pt x="41094" y="16614"/>
                    </a:lnTo>
                    <a:lnTo>
                      <a:pt x="41115" y="16698"/>
                    </a:lnTo>
                    <a:lnTo>
                      <a:pt x="41178" y="16698"/>
                    </a:lnTo>
                    <a:lnTo>
                      <a:pt x="41199" y="16656"/>
                    </a:lnTo>
                    <a:lnTo>
                      <a:pt x="41199" y="16509"/>
                    </a:lnTo>
                    <a:lnTo>
                      <a:pt x="41136" y="16446"/>
                    </a:lnTo>
                    <a:lnTo>
                      <a:pt x="41031" y="16363"/>
                    </a:lnTo>
                    <a:lnTo>
                      <a:pt x="41010" y="16300"/>
                    </a:lnTo>
                    <a:lnTo>
                      <a:pt x="41031" y="16300"/>
                    </a:lnTo>
                    <a:lnTo>
                      <a:pt x="41094" y="16363"/>
                    </a:lnTo>
                    <a:lnTo>
                      <a:pt x="41199" y="16446"/>
                    </a:lnTo>
                    <a:lnTo>
                      <a:pt x="41220" y="16509"/>
                    </a:lnTo>
                    <a:lnTo>
                      <a:pt x="41387" y="16509"/>
                    </a:lnTo>
                    <a:lnTo>
                      <a:pt x="41408" y="16446"/>
                    </a:lnTo>
                    <a:lnTo>
                      <a:pt x="41387" y="16384"/>
                    </a:lnTo>
                    <a:lnTo>
                      <a:pt x="41324" y="16363"/>
                    </a:lnTo>
                    <a:lnTo>
                      <a:pt x="41282" y="16300"/>
                    </a:lnTo>
                    <a:lnTo>
                      <a:pt x="41178" y="16300"/>
                    </a:lnTo>
                    <a:lnTo>
                      <a:pt x="41115" y="16258"/>
                    </a:lnTo>
                    <a:lnTo>
                      <a:pt x="41136" y="16153"/>
                    </a:lnTo>
                    <a:lnTo>
                      <a:pt x="41178" y="16195"/>
                    </a:lnTo>
                    <a:lnTo>
                      <a:pt x="41241" y="16258"/>
                    </a:lnTo>
                    <a:lnTo>
                      <a:pt x="41324" y="16258"/>
                    </a:lnTo>
                    <a:lnTo>
                      <a:pt x="41345" y="16195"/>
                    </a:lnTo>
                    <a:lnTo>
                      <a:pt x="41324" y="16133"/>
                    </a:lnTo>
                    <a:lnTo>
                      <a:pt x="41282" y="16091"/>
                    </a:lnTo>
                    <a:lnTo>
                      <a:pt x="41282" y="16049"/>
                    </a:lnTo>
                    <a:lnTo>
                      <a:pt x="41324" y="16028"/>
                    </a:lnTo>
                    <a:lnTo>
                      <a:pt x="41345" y="16049"/>
                    </a:lnTo>
                    <a:lnTo>
                      <a:pt x="41429" y="16091"/>
                    </a:lnTo>
                    <a:lnTo>
                      <a:pt x="41429" y="16153"/>
                    </a:lnTo>
                    <a:lnTo>
                      <a:pt x="41408" y="16237"/>
                    </a:lnTo>
                    <a:lnTo>
                      <a:pt x="41513" y="16258"/>
                    </a:lnTo>
                    <a:lnTo>
                      <a:pt x="41617" y="16279"/>
                    </a:lnTo>
                    <a:lnTo>
                      <a:pt x="41701" y="16258"/>
                    </a:lnTo>
                    <a:lnTo>
                      <a:pt x="41764" y="16258"/>
                    </a:lnTo>
                    <a:lnTo>
                      <a:pt x="41826" y="16174"/>
                    </a:lnTo>
                    <a:lnTo>
                      <a:pt x="41826" y="16133"/>
                    </a:lnTo>
                    <a:lnTo>
                      <a:pt x="41638" y="16133"/>
                    </a:lnTo>
                    <a:lnTo>
                      <a:pt x="41617" y="16091"/>
                    </a:lnTo>
                    <a:lnTo>
                      <a:pt x="41659" y="16049"/>
                    </a:lnTo>
                    <a:lnTo>
                      <a:pt x="41743" y="16070"/>
                    </a:lnTo>
                    <a:lnTo>
                      <a:pt x="41805" y="16049"/>
                    </a:lnTo>
                    <a:lnTo>
                      <a:pt x="41764" y="15986"/>
                    </a:lnTo>
                    <a:lnTo>
                      <a:pt x="41722" y="15965"/>
                    </a:lnTo>
                    <a:lnTo>
                      <a:pt x="41743" y="15944"/>
                    </a:lnTo>
                    <a:lnTo>
                      <a:pt x="41722" y="15881"/>
                    </a:lnTo>
                    <a:lnTo>
                      <a:pt x="41659" y="15861"/>
                    </a:lnTo>
                    <a:lnTo>
                      <a:pt x="41596" y="15881"/>
                    </a:lnTo>
                    <a:lnTo>
                      <a:pt x="41638" y="15819"/>
                    </a:lnTo>
                    <a:lnTo>
                      <a:pt x="41701" y="15756"/>
                    </a:lnTo>
                    <a:lnTo>
                      <a:pt x="41722" y="15777"/>
                    </a:lnTo>
                    <a:lnTo>
                      <a:pt x="41764" y="15819"/>
                    </a:lnTo>
                    <a:lnTo>
                      <a:pt x="41826" y="15881"/>
                    </a:lnTo>
                    <a:lnTo>
                      <a:pt x="41826" y="15965"/>
                    </a:lnTo>
                    <a:lnTo>
                      <a:pt x="41952" y="15965"/>
                    </a:lnTo>
                    <a:lnTo>
                      <a:pt x="42015" y="15944"/>
                    </a:lnTo>
                    <a:lnTo>
                      <a:pt x="42036" y="15923"/>
                    </a:lnTo>
                    <a:lnTo>
                      <a:pt x="42015" y="15840"/>
                    </a:lnTo>
                    <a:lnTo>
                      <a:pt x="41931" y="15777"/>
                    </a:lnTo>
                    <a:lnTo>
                      <a:pt x="41931" y="15714"/>
                    </a:lnTo>
                    <a:lnTo>
                      <a:pt x="41910" y="15651"/>
                    </a:lnTo>
                    <a:lnTo>
                      <a:pt x="41805" y="15651"/>
                    </a:lnTo>
                    <a:lnTo>
                      <a:pt x="41847" y="15547"/>
                    </a:lnTo>
                    <a:lnTo>
                      <a:pt x="41805" y="15463"/>
                    </a:lnTo>
                    <a:lnTo>
                      <a:pt x="41701" y="15463"/>
                    </a:lnTo>
                    <a:lnTo>
                      <a:pt x="41743" y="15400"/>
                    </a:lnTo>
                    <a:lnTo>
                      <a:pt x="41722" y="15358"/>
                    </a:lnTo>
                    <a:lnTo>
                      <a:pt x="41596" y="15442"/>
                    </a:lnTo>
                    <a:lnTo>
                      <a:pt x="41533" y="15526"/>
                    </a:lnTo>
                    <a:lnTo>
                      <a:pt x="41554" y="15651"/>
                    </a:lnTo>
                    <a:lnTo>
                      <a:pt x="41533" y="15651"/>
                    </a:lnTo>
                    <a:lnTo>
                      <a:pt x="41492" y="15609"/>
                    </a:lnTo>
                    <a:lnTo>
                      <a:pt x="41492" y="15442"/>
                    </a:lnTo>
                    <a:lnTo>
                      <a:pt x="41450" y="15421"/>
                    </a:lnTo>
                    <a:lnTo>
                      <a:pt x="41408" y="15442"/>
                    </a:lnTo>
                    <a:lnTo>
                      <a:pt x="41408" y="15526"/>
                    </a:lnTo>
                    <a:lnTo>
                      <a:pt x="41324" y="15651"/>
                    </a:lnTo>
                    <a:lnTo>
                      <a:pt x="41282" y="15714"/>
                    </a:lnTo>
                    <a:lnTo>
                      <a:pt x="41282" y="15714"/>
                    </a:lnTo>
                    <a:lnTo>
                      <a:pt x="41303" y="15630"/>
                    </a:lnTo>
                    <a:lnTo>
                      <a:pt x="41303" y="15505"/>
                    </a:lnTo>
                    <a:lnTo>
                      <a:pt x="41387" y="15358"/>
                    </a:lnTo>
                    <a:lnTo>
                      <a:pt x="41387" y="15296"/>
                    </a:lnTo>
                    <a:lnTo>
                      <a:pt x="41282" y="15317"/>
                    </a:lnTo>
                    <a:lnTo>
                      <a:pt x="41178" y="15442"/>
                    </a:lnTo>
                    <a:lnTo>
                      <a:pt x="41178" y="15505"/>
                    </a:lnTo>
                    <a:lnTo>
                      <a:pt x="41094" y="15568"/>
                    </a:lnTo>
                    <a:lnTo>
                      <a:pt x="41010" y="15568"/>
                    </a:lnTo>
                    <a:lnTo>
                      <a:pt x="41010" y="15505"/>
                    </a:lnTo>
                    <a:lnTo>
                      <a:pt x="41073" y="15400"/>
                    </a:lnTo>
                    <a:lnTo>
                      <a:pt x="41199" y="15337"/>
                    </a:lnTo>
                    <a:lnTo>
                      <a:pt x="41241" y="15233"/>
                    </a:lnTo>
                    <a:lnTo>
                      <a:pt x="41303" y="15149"/>
                    </a:lnTo>
                    <a:lnTo>
                      <a:pt x="41345" y="15149"/>
                    </a:lnTo>
                    <a:lnTo>
                      <a:pt x="41429" y="15086"/>
                    </a:lnTo>
                    <a:lnTo>
                      <a:pt x="41450" y="15024"/>
                    </a:lnTo>
                    <a:lnTo>
                      <a:pt x="41387" y="15003"/>
                    </a:lnTo>
                    <a:lnTo>
                      <a:pt x="41282" y="15086"/>
                    </a:lnTo>
                    <a:lnTo>
                      <a:pt x="41199" y="15149"/>
                    </a:lnTo>
                    <a:lnTo>
                      <a:pt x="41115" y="15191"/>
                    </a:lnTo>
                    <a:lnTo>
                      <a:pt x="41010" y="15296"/>
                    </a:lnTo>
                    <a:lnTo>
                      <a:pt x="41073" y="15191"/>
                    </a:lnTo>
                    <a:lnTo>
                      <a:pt x="41136" y="15086"/>
                    </a:lnTo>
                    <a:lnTo>
                      <a:pt x="41115" y="15086"/>
                    </a:lnTo>
                    <a:lnTo>
                      <a:pt x="41010" y="15107"/>
                    </a:lnTo>
                    <a:lnTo>
                      <a:pt x="40969" y="15149"/>
                    </a:lnTo>
                    <a:lnTo>
                      <a:pt x="40801" y="15128"/>
                    </a:lnTo>
                    <a:lnTo>
                      <a:pt x="40696" y="15128"/>
                    </a:lnTo>
                    <a:lnTo>
                      <a:pt x="40655" y="15086"/>
                    </a:lnTo>
                    <a:lnTo>
                      <a:pt x="40759" y="15086"/>
                    </a:lnTo>
                    <a:lnTo>
                      <a:pt x="40969" y="15024"/>
                    </a:lnTo>
                    <a:lnTo>
                      <a:pt x="40864" y="14982"/>
                    </a:lnTo>
                    <a:lnTo>
                      <a:pt x="40780" y="14919"/>
                    </a:lnTo>
                    <a:lnTo>
                      <a:pt x="40864" y="14919"/>
                    </a:lnTo>
                    <a:lnTo>
                      <a:pt x="40927" y="14898"/>
                    </a:lnTo>
                    <a:lnTo>
                      <a:pt x="40885" y="14793"/>
                    </a:lnTo>
                    <a:lnTo>
                      <a:pt x="40801" y="14773"/>
                    </a:lnTo>
                    <a:lnTo>
                      <a:pt x="40801" y="14731"/>
                    </a:lnTo>
                    <a:lnTo>
                      <a:pt x="40885" y="14689"/>
                    </a:lnTo>
                    <a:lnTo>
                      <a:pt x="40885" y="14605"/>
                    </a:lnTo>
                    <a:lnTo>
                      <a:pt x="40864" y="14480"/>
                    </a:lnTo>
                    <a:lnTo>
                      <a:pt x="40822" y="14417"/>
                    </a:lnTo>
                    <a:lnTo>
                      <a:pt x="40696" y="14480"/>
                    </a:lnTo>
                    <a:lnTo>
                      <a:pt x="40655" y="14521"/>
                    </a:lnTo>
                    <a:lnTo>
                      <a:pt x="40592" y="14501"/>
                    </a:lnTo>
                    <a:lnTo>
                      <a:pt x="40571" y="14521"/>
                    </a:lnTo>
                    <a:lnTo>
                      <a:pt x="40550" y="14501"/>
                    </a:lnTo>
                    <a:lnTo>
                      <a:pt x="40592" y="14417"/>
                    </a:lnTo>
                    <a:lnTo>
                      <a:pt x="40613" y="14312"/>
                    </a:lnTo>
                    <a:lnTo>
                      <a:pt x="40759" y="14291"/>
                    </a:lnTo>
                    <a:lnTo>
                      <a:pt x="40801" y="14249"/>
                    </a:lnTo>
                    <a:lnTo>
                      <a:pt x="40801" y="14103"/>
                    </a:lnTo>
                    <a:lnTo>
                      <a:pt x="40780" y="14061"/>
                    </a:lnTo>
                    <a:lnTo>
                      <a:pt x="40696" y="14145"/>
                    </a:lnTo>
                    <a:lnTo>
                      <a:pt x="40571" y="14249"/>
                    </a:lnTo>
                    <a:lnTo>
                      <a:pt x="40508" y="14312"/>
                    </a:lnTo>
                    <a:lnTo>
                      <a:pt x="40445" y="14375"/>
                    </a:lnTo>
                    <a:lnTo>
                      <a:pt x="40445" y="14480"/>
                    </a:lnTo>
                    <a:lnTo>
                      <a:pt x="40445" y="14563"/>
                    </a:lnTo>
                    <a:lnTo>
                      <a:pt x="40278" y="14291"/>
                    </a:lnTo>
                    <a:lnTo>
                      <a:pt x="40278" y="14187"/>
                    </a:lnTo>
                    <a:lnTo>
                      <a:pt x="40278" y="14082"/>
                    </a:lnTo>
                    <a:lnTo>
                      <a:pt x="40341" y="13998"/>
                    </a:lnTo>
                    <a:lnTo>
                      <a:pt x="40424" y="13873"/>
                    </a:lnTo>
                    <a:lnTo>
                      <a:pt x="40466" y="13789"/>
                    </a:lnTo>
                    <a:lnTo>
                      <a:pt x="40424" y="13768"/>
                    </a:lnTo>
                    <a:lnTo>
                      <a:pt x="40362" y="13831"/>
                    </a:lnTo>
                    <a:lnTo>
                      <a:pt x="40299" y="13894"/>
                    </a:lnTo>
                    <a:lnTo>
                      <a:pt x="40299" y="13936"/>
                    </a:lnTo>
                    <a:lnTo>
                      <a:pt x="40194" y="13977"/>
                    </a:lnTo>
                    <a:lnTo>
                      <a:pt x="40152" y="14061"/>
                    </a:lnTo>
                    <a:lnTo>
                      <a:pt x="40152" y="14103"/>
                    </a:lnTo>
                    <a:lnTo>
                      <a:pt x="40069" y="14249"/>
                    </a:lnTo>
                    <a:lnTo>
                      <a:pt x="40027" y="14270"/>
                    </a:lnTo>
                    <a:lnTo>
                      <a:pt x="40027" y="14187"/>
                    </a:lnTo>
                    <a:lnTo>
                      <a:pt x="40069" y="14082"/>
                    </a:lnTo>
                    <a:lnTo>
                      <a:pt x="40173" y="13894"/>
                    </a:lnTo>
                    <a:lnTo>
                      <a:pt x="40215" y="13852"/>
                    </a:lnTo>
                    <a:lnTo>
                      <a:pt x="40194" y="13768"/>
                    </a:lnTo>
                    <a:lnTo>
                      <a:pt x="40111" y="13768"/>
                    </a:lnTo>
                    <a:lnTo>
                      <a:pt x="40048" y="13852"/>
                    </a:lnTo>
                    <a:lnTo>
                      <a:pt x="40048" y="13936"/>
                    </a:lnTo>
                    <a:lnTo>
                      <a:pt x="40006" y="13957"/>
                    </a:lnTo>
                    <a:lnTo>
                      <a:pt x="40006" y="13873"/>
                    </a:lnTo>
                    <a:lnTo>
                      <a:pt x="40069" y="13747"/>
                    </a:lnTo>
                    <a:lnTo>
                      <a:pt x="40090" y="13685"/>
                    </a:lnTo>
                    <a:lnTo>
                      <a:pt x="40048" y="13622"/>
                    </a:lnTo>
                    <a:lnTo>
                      <a:pt x="39943" y="13580"/>
                    </a:lnTo>
                    <a:lnTo>
                      <a:pt x="39964" y="13559"/>
                    </a:lnTo>
                    <a:lnTo>
                      <a:pt x="39901" y="13517"/>
                    </a:lnTo>
                    <a:lnTo>
                      <a:pt x="39776" y="13517"/>
                    </a:lnTo>
                    <a:lnTo>
                      <a:pt x="39692" y="13538"/>
                    </a:lnTo>
                    <a:lnTo>
                      <a:pt x="39734" y="13454"/>
                    </a:lnTo>
                    <a:lnTo>
                      <a:pt x="39818" y="13433"/>
                    </a:lnTo>
                    <a:lnTo>
                      <a:pt x="39713" y="13413"/>
                    </a:lnTo>
                    <a:lnTo>
                      <a:pt x="39567" y="13413"/>
                    </a:lnTo>
                    <a:lnTo>
                      <a:pt x="39504" y="13517"/>
                    </a:lnTo>
                    <a:lnTo>
                      <a:pt x="39504" y="13433"/>
                    </a:lnTo>
                    <a:lnTo>
                      <a:pt x="39671" y="13350"/>
                    </a:lnTo>
                    <a:lnTo>
                      <a:pt x="39818" y="13329"/>
                    </a:lnTo>
                    <a:lnTo>
                      <a:pt x="39860" y="13371"/>
                    </a:lnTo>
                    <a:lnTo>
                      <a:pt x="39964" y="13392"/>
                    </a:lnTo>
                    <a:lnTo>
                      <a:pt x="39985" y="13350"/>
                    </a:lnTo>
                    <a:lnTo>
                      <a:pt x="40027" y="13266"/>
                    </a:lnTo>
                    <a:lnTo>
                      <a:pt x="39943" y="13266"/>
                    </a:lnTo>
                    <a:lnTo>
                      <a:pt x="39839" y="13245"/>
                    </a:lnTo>
                    <a:lnTo>
                      <a:pt x="39734" y="13182"/>
                    </a:lnTo>
                    <a:lnTo>
                      <a:pt x="39650" y="13182"/>
                    </a:lnTo>
                    <a:lnTo>
                      <a:pt x="39650" y="13287"/>
                    </a:lnTo>
                    <a:lnTo>
                      <a:pt x="39608" y="13287"/>
                    </a:lnTo>
                    <a:lnTo>
                      <a:pt x="39608" y="13245"/>
                    </a:lnTo>
                    <a:lnTo>
                      <a:pt x="39629" y="13182"/>
                    </a:lnTo>
                    <a:lnTo>
                      <a:pt x="39629" y="13140"/>
                    </a:lnTo>
                    <a:lnTo>
                      <a:pt x="39525" y="13140"/>
                    </a:lnTo>
                    <a:lnTo>
                      <a:pt x="39525" y="13182"/>
                    </a:lnTo>
                    <a:lnTo>
                      <a:pt x="39462" y="13224"/>
                    </a:lnTo>
                    <a:lnTo>
                      <a:pt x="39441" y="13161"/>
                    </a:lnTo>
                    <a:lnTo>
                      <a:pt x="39441" y="13078"/>
                    </a:lnTo>
                    <a:lnTo>
                      <a:pt x="39399" y="13057"/>
                    </a:lnTo>
                    <a:lnTo>
                      <a:pt x="39357" y="13078"/>
                    </a:lnTo>
                    <a:lnTo>
                      <a:pt x="39316" y="13036"/>
                    </a:lnTo>
                    <a:lnTo>
                      <a:pt x="39232" y="12994"/>
                    </a:lnTo>
                    <a:lnTo>
                      <a:pt x="39148" y="12994"/>
                    </a:lnTo>
                    <a:lnTo>
                      <a:pt x="39232" y="12910"/>
                    </a:lnTo>
                    <a:lnTo>
                      <a:pt x="39295" y="12868"/>
                    </a:lnTo>
                    <a:lnTo>
                      <a:pt x="39441" y="12973"/>
                    </a:lnTo>
                    <a:lnTo>
                      <a:pt x="39504" y="12973"/>
                    </a:lnTo>
                    <a:lnTo>
                      <a:pt x="39462" y="12931"/>
                    </a:lnTo>
                    <a:lnTo>
                      <a:pt x="39169" y="12764"/>
                    </a:lnTo>
                    <a:lnTo>
                      <a:pt x="39044" y="12743"/>
                    </a:lnTo>
                    <a:lnTo>
                      <a:pt x="39023" y="12722"/>
                    </a:lnTo>
                    <a:lnTo>
                      <a:pt x="39106" y="12722"/>
                    </a:lnTo>
                    <a:lnTo>
                      <a:pt x="39316" y="12806"/>
                    </a:lnTo>
                    <a:lnTo>
                      <a:pt x="39441" y="12806"/>
                    </a:lnTo>
                    <a:lnTo>
                      <a:pt x="39650" y="12848"/>
                    </a:lnTo>
                    <a:lnTo>
                      <a:pt x="39692" y="12848"/>
                    </a:lnTo>
                    <a:lnTo>
                      <a:pt x="39671" y="12806"/>
                    </a:lnTo>
                    <a:lnTo>
                      <a:pt x="39671" y="12722"/>
                    </a:lnTo>
                    <a:lnTo>
                      <a:pt x="39629" y="12659"/>
                    </a:lnTo>
                    <a:lnTo>
                      <a:pt x="39546" y="12638"/>
                    </a:lnTo>
                    <a:lnTo>
                      <a:pt x="39462" y="12596"/>
                    </a:lnTo>
                    <a:lnTo>
                      <a:pt x="39483" y="12555"/>
                    </a:lnTo>
                    <a:lnTo>
                      <a:pt x="39546" y="12555"/>
                    </a:lnTo>
                    <a:lnTo>
                      <a:pt x="39567" y="12617"/>
                    </a:lnTo>
                    <a:lnTo>
                      <a:pt x="39629" y="12638"/>
                    </a:lnTo>
                    <a:lnTo>
                      <a:pt x="39671" y="12617"/>
                    </a:lnTo>
                    <a:lnTo>
                      <a:pt x="39776" y="12617"/>
                    </a:lnTo>
                    <a:lnTo>
                      <a:pt x="39797" y="12596"/>
                    </a:lnTo>
                    <a:lnTo>
                      <a:pt x="39797" y="12534"/>
                    </a:lnTo>
                    <a:lnTo>
                      <a:pt x="39734" y="12513"/>
                    </a:lnTo>
                    <a:lnTo>
                      <a:pt x="39734" y="12450"/>
                    </a:lnTo>
                    <a:lnTo>
                      <a:pt x="39671" y="12387"/>
                    </a:lnTo>
                    <a:lnTo>
                      <a:pt x="39588" y="12408"/>
                    </a:lnTo>
                    <a:lnTo>
                      <a:pt x="39525" y="12450"/>
                    </a:lnTo>
                    <a:lnTo>
                      <a:pt x="39378" y="12450"/>
                    </a:lnTo>
                    <a:lnTo>
                      <a:pt x="39357" y="12513"/>
                    </a:lnTo>
                    <a:lnTo>
                      <a:pt x="39316" y="12513"/>
                    </a:lnTo>
                    <a:lnTo>
                      <a:pt x="39274" y="12429"/>
                    </a:lnTo>
                    <a:lnTo>
                      <a:pt x="39378" y="12387"/>
                    </a:lnTo>
                    <a:lnTo>
                      <a:pt x="39525" y="12387"/>
                    </a:lnTo>
                    <a:lnTo>
                      <a:pt x="39567" y="12345"/>
                    </a:lnTo>
                    <a:lnTo>
                      <a:pt x="39692" y="12345"/>
                    </a:lnTo>
                    <a:lnTo>
                      <a:pt x="39734" y="12304"/>
                    </a:lnTo>
                    <a:lnTo>
                      <a:pt x="39650" y="12283"/>
                    </a:lnTo>
                    <a:lnTo>
                      <a:pt x="39546" y="12241"/>
                    </a:lnTo>
                    <a:lnTo>
                      <a:pt x="39525" y="12199"/>
                    </a:lnTo>
                    <a:lnTo>
                      <a:pt x="39588" y="12241"/>
                    </a:lnTo>
                    <a:lnTo>
                      <a:pt x="39776" y="12241"/>
                    </a:lnTo>
                    <a:lnTo>
                      <a:pt x="39839" y="12283"/>
                    </a:lnTo>
                    <a:lnTo>
                      <a:pt x="39964" y="12429"/>
                    </a:lnTo>
                    <a:lnTo>
                      <a:pt x="40048" y="12450"/>
                    </a:lnTo>
                    <a:lnTo>
                      <a:pt x="40090" y="12429"/>
                    </a:lnTo>
                    <a:lnTo>
                      <a:pt x="40111" y="12492"/>
                    </a:lnTo>
                    <a:lnTo>
                      <a:pt x="40173" y="12513"/>
                    </a:lnTo>
                    <a:lnTo>
                      <a:pt x="40215" y="12450"/>
                    </a:lnTo>
                    <a:lnTo>
                      <a:pt x="40278" y="12450"/>
                    </a:lnTo>
                    <a:lnTo>
                      <a:pt x="40320" y="12555"/>
                    </a:lnTo>
                    <a:lnTo>
                      <a:pt x="40404" y="12555"/>
                    </a:lnTo>
                    <a:lnTo>
                      <a:pt x="40466" y="12534"/>
                    </a:lnTo>
                    <a:lnTo>
                      <a:pt x="40466" y="12408"/>
                    </a:lnTo>
                    <a:lnTo>
                      <a:pt x="40404" y="12324"/>
                    </a:lnTo>
                    <a:lnTo>
                      <a:pt x="40383" y="12241"/>
                    </a:lnTo>
                    <a:lnTo>
                      <a:pt x="40278" y="12199"/>
                    </a:lnTo>
                    <a:lnTo>
                      <a:pt x="40194" y="12136"/>
                    </a:lnTo>
                    <a:lnTo>
                      <a:pt x="40152" y="12115"/>
                    </a:lnTo>
                    <a:lnTo>
                      <a:pt x="40090" y="12136"/>
                    </a:lnTo>
                    <a:lnTo>
                      <a:pt x="40048" y="12178"/>
                    </a:lnTo>
                    <a:lnTo>
                      <a:pt x="39964" y="12115"/>
                    </a:lnTo>
                    <a:lnTo>
                      <a:pt x="39797" y="11990"/>
                    </a:lnTo>
                    <a:lnTo>
                      <a:pt x="39692" y="11969"/>
                    </a:lnTo>
                    <a:lnTo>
                      <a:pt x="39483" y="11990"/>
                    </a:lnTo>
                    <a:lnTo>
                      <a:pt x="39420" y="11969"/>
                    </a:lnTo>
                    <a:lnTo>
                      <a:pt x="39588" y="11927"/>
                    </a:lnTo>
                    <a:lnTo>
                      <a:pt x="39671" y="11864"/>
                    </a:lnTo>
                    <a:lnTo>
                      <a:pt x="39755" y="11864"/>
                    </a:lnTo>
                    <a:lnTo>
                      <a:pt x="39776" y="11885"/>
                    </a:lnTo>
                    <a:lnTo>
                      <a:pt x="39860" y="11885"/>
                    </a:lnTo>
                    <a:lnTo>
                      <a:pt x="39943" y="11822"/>
                    </a:lnTo>
                    <a:lnTo>
                      <a:pt x="40006" y="11780"/>
                    </a:lnTo>
                    <a:lnTo>
                      <a:pt x="40173" y="11780"/>
                    </a:lnTo>
                    <a:lnTo>
                      <a:pt x="40257" y="11822"/>
                    </a:lnTo>
                    <a:lnTo>
                      <a:pt x="40383" y="11822"/>
                    </a:lnTo>
                    <a:lnTo>
                      <a:pt x="40424" y="11760"/>
                    </a:lnTo>
                    <a:lnTo>
                      <a:pt x="40466" y="11676"/>
                    </a:lnTo>
                    <a:lnTo>
                      <a:pt x="40404" y="11592"/>
                    </a:lnTo>
                    <a:lnTo>
                      <a:pt x="40383" y="11467"/>
                    </a:lnTo>
                    <a:lnTo>
                      <a:pt x="40278" y="11236"/>
                    </a:lnTo>
                    <a:lnTo>
                      <a:pt x="40257" y="11090"/>
                    </a:lnTo>
                    <a:lnTo>
                      <a:pt x="40194" y="11132"/>
                    </a:lnTo>
                    <a:lnTo>
                      <a:pt x="40173" y="11090"/>
                    </a:lnTo>
                    <a:lnTo>
                      <a:pt x="40090" y="11132"/>
                    </a:lnTo>
                    <a:lnTo>
                      <a:pt x="40090" y="11174"/>
                    </a:lnTo>
                    <a:lnTo>
                      <a:pt x="40048" y="11278"/>
                    </a:lnTo>
                    <a:lnTo>
                      <a:pt x="40069" y="11299"/>
                    </a:lnTo>
                    <a:lnTo>
                      <a:pt x="40069" y="11383"/>
                    </a:lnTo>
                    <a:lnTo>
                      <a:pt x="40006" y="11404"/>
                    </a:lnTo>
                    <a:lnTo>
                      <a:pt x="39901" y="11467"/>
                    </a:lnTo>
                    <a:lnTo>
                      <a:pt x="39839" y="11550"/>
                    </a:lnTo>
                    <a:lnTo>
                      <a:pt x="39734" y="11508"/>
                    </a:lnTo>
                    <a:lnTo>
                      <a:pt x="39650" y="11488"/>
                    </a:lnTo>
                    <a:lnTo>
                      <a:pt x="39546" y="11508"/>
                    </a:lnTo>
                    <a:lnTo>
                      <a:pt x="39462" y="11613"/>
                    </a:lnTo>
                    <a:lnTo>
                      <a:pt x="39357" y="11718"/>
                    </a:lnTo>
                    <a:lnTo>
                      <a:pt x="39316" y="11697"/>
                    </a:lnTo>
                    <a:lnTo>
                      <a:pt x="39232" y="11676"/>
                    </a:lnTo>
                    <a:lnTo>
                      <a:pt x="39127" y="11697"/>
                    </a:lnTo>
                    <a:lnTo>
                      <a:pt x="39085" y="11697"/>
                    </a:lnTo>
                    <a:lnTo>
                      <a:pt x="39190" y="11592"/>
                    </a:lnTo>
                    <a:lnTo>
                      <a:pt x="39232" y="11571"/>
                    </a:lnTo>
                    <a:lnTo>
                      <a:pt x="39316" y="11613"/>
                    </a:lnTo>
                    <a:lnTo>
                      <a:pt x="39420" y="11571"/>
                    </a:lnTo>
                    <a:lnTo>
                      <a:pt x="39462" y="11467"/>
                    </a:lnTo>
                    <a:lnTo>
                      <a:pt x="39546" y="11404"/>
                    </a:lnTo>
                    <a:lnTo>
                      <a:pt x="39588" y="11404"/>
                    </a:lnTo>
                    <a:lnTo>
                      <a:pt x="39692" y="11362"/>
                    </a:lnTo>
                    <a:lnTo>
                      <a:pt x="39776" y="11299"/>
                    </a:lnTo>
                    <a:lnTo>
                      <a:pt x="39776" y="11174"/>
                    </a:lnTo>
                    <a:lnTo>
                      <a:pt x="39776" y="11132"/>
                    </a:lnTo>
                    <a:lnTo>
                      <a:pt x="39692" y="11132"/>
                    </a:lnTo>
                    <a:lnTo>
                      <a:pt x="39629" y="11153"/>
                    </a:lnTo>
                    <a:lnTo>
                      <a:pt x="39546" y="11132"/>
                    </a:lnTo>
                    <a:lnTo>
                      <a:pt x="39420" y="11132"/>
                    </a:lnTo>
                    <a:lnTo>
                      <a:pt x="39253" y="11278"/>
                    </a:lnTo>
                    <a:lnTo>
                      <a:pt x="39148" y="11383"/>
                    </a:lnTo>
                    <a:lnTo>
                      <a:pt x="38960" y="11404"/>
                    </a:lnTo>
                    <a:lnTo>
                      <a:pt x="39023" y="11362"/>
                    </a:lnTo>
                    <a:lnTo>
                      <a:pt x="39148" y="11341"/>
                    </a:lnTo>
                    <a:lnTo>
                      <a:pt x="39169" y="11257"/>
                    </a:lnTo>
                    <a:lnTo>
                      <a:pt x="39127" y="11236"/>
                    </a:lnTo>
                    <a:lnTo>
                      <a:pt x="39023" y="11236"/>
                    </a:lnTo>
                    <a:lnTo>
                      <a:pt x="39190" y="11153"/>
                    </a:lnTo>
                    <a:lnTo>
                      <a:pt x="39295" y="11153"/>
                    </a:lnTo>
                    <a:lnTo>
                      <a:pt x="39441" y="11048"/>
                    </a:lnTo>
                    <a:lnTo>
                      <a:pt x="39567" y="11048"/>
                    </a:lnTo>
                    <a:lnTo>
                      <a:pt x="39650" y="11027"/>
                    </a:lnTo>
                    <a:lnTo>
                      <a:pt x="39839" y="11027"/>
                    </a:lnTo>
                    <a:lnTo>
                      <a:pt x="39922" y="10944"/>
                    </a:lnTo>
                    <a:lnTo>
                      <a:pt x="39964" y="10881"/>
                    </a:lnTo>
                    <a:lnTo>
                      <a:pt x="39985" y="10839"/>
                    </a:lnTo>
                    <a:lnTo>
                      <a:pt x="40069" y="10818"/>
                    </a:lnTo>
                    <a:lnTo>
                      <a:pt x="40069" y="10923"/>
                    </a:lnTo>
                    <a:lnTo>
                      <a:pt x="40132" y="10944"/>
                    </a:lnTo>
                    <a:lnTo>
                      <a:pt x="40236" y="10839"/>
                    </a:lnTo>
                    <a:lnTo>
                      <a:pt x="40257" y="10734"/>
                    </a:lnTo>
                    <a:lnTo>
                      <a:pt x="40236" y="10672"/>
                    </a:lnTo>
                    <a:lnTo>
                      <a:pt x="40152" y="10630"/>
                    </a:lnTo>
                    <a:lnTo>
                      <a:pt x="40090" y="10525"/>
                    </a:lnTo>
                    <a:lnTo>
                      <a:pt x="39964" y="10400"/>
                    </a:lnTo>
                    <a:lnTo>
                      <a:pt x="39922" y="10295"/>
                    </a:lnTo>
                    <a:lnTo>
                      <a:pt x="39839" y="10295"/>
                    </a:lnTo>
                    <a:lnTo>
                      <a:pt x="39755" y="10337"/>
                    </a:lnTo>
                    <a:lnTo>
                      <a:pt x="39713" y="10400"/>
                    </a:lnTo>
                    <a:lnTo>
                      <a:pt x="39629" y="10420"/>
                    </a:lnTo>
                    <a:lnTo>
                      <a:pt x="39525" y="10504"/>
                    </a:lnTo>
                    <a:lnTo>
                      <a:pt x="39420" y="10504"/>
                    </a:lnTo>
                    <a:lnTo>
                      <a:pt x="39336" y="10567"/>
                    </a:lnTo>
                    <a:lnTo>
                      <a:pt x="39316" y="10546"/>
                    </a:lnTo>
                    <a:lnTo>
                      <a:pt x="39336" y="10441"/>
                    </a:lnTo>
                    <a:lnTo>
                      <a:pt x="39420" y="10400"/>
                    </a:lnTo>
                    <a:lnTo>
                      <a:pt x="39525" y="10400"/>
                    </a:lnTo>
                    <a:lnTo>
                      <a:pt x="39650" y="10253"/>
                    </a:lnTo>
                    <a:lnTo>
                      <a:pt x="39713" y="10190"/>
                    </a:lnTo>
                    <a:lnTo>
                      <a:pt x="39713" y="10127"/>
                    </a:lnTo>
                    <a:lnTo>
                      <a:pt x="39629" y="10148"/>
                    </a:lnTo>
                    <a:lnTo>
                      <a:pt x="39462" y="10211"/>
                    </a:lnTo>
                    <a:lnTo>
                      <a:pt x="39316" y="10316"/>
                    </a:lnTo>
                    <a:lnTo>
                      <a:pt x="39253" y="10316"/>
                    </a:lnTo>
                    <a:lnTo>
                      <a:pt x="39211" y="10358"/>
                    </a:lnTo>
                    <a:lnTo>
                      <a:pt x="39169" y="10441"/>
                    </a:lnTo>
                    <a:lnTo>
                      <a:pt x="39106" y="10630"/>
                    </a:lnTo>
                    <a:lnTo>
                      <a:pt x="38918" y="10839"/>
                    </a:lnTo>
                    <a:lnTo>
                      <a:pt x="38730" y="10944"/>
                    </a:lnTo>
                    <a:lnTo>
                      <a:pt x="38730" y="10923"/>
                    </a:lnTo>
                    <a:lnTo>
                      <a:pt x="38813" y="10839"/>
                    </a:lnTo>
                    <a:lnTo>
                      <a:pt x="38939" y="10713"/>
                    </a:lnTo>
                    <a:lnTo>
                      <a:pt x="39023" y="10567"/>
                    </a:lnTo>
                    <a:lnTo>
                      <a:pt x="39064" y="10525"/>
                    </a:lnTo>
                    <a:lnTo>
                      <a:pt x="39064" y="10462"/>
                    </a:lnTo>
                    <a:lnTo>
                      <a:pt x="39023" y="10462"/>
                    </a:lnTo>
                    <a:lnTo>
                      <a:pt x="39002" y="10441"/>
                    </a:lnTo>
                    <a:lnTo>
                      <a:pt x="38939" y="10462"/>
                    </a:lnTo>
                    <a:lnTo>
                      <a:pt x="38855" y="10609"/>
                    </a:lnTo>
                    <a:lnTo>
                      <a:pt x="38730" y="10734"/>
                    </a:lnTo>
                    <a:lnTo>
                      <a:pt x="38688" y="10734"/>
                    </a:lnTo>
                    <a:lnTo>
                      <a:pt x="38709" y="10651"/>
                    </a:lnTo>
                    <a:lnTo>
                      <a:pt x="38730" y="10567"/>
                    </a:lnTo>
                    <a:lnTo>
                      <a:pt x="38834" y="10462"/>
                    </a:lnTo>
                    <a:lnTo>
                      <a:pt x="38876" y="10400"/>
                    </a:lnTo>
                    <a:lnTo>
                      <a:pt x="38918" y="10316"/>
                    </a:lnTo>
                    <a:lnTo>
                      <a:pt x="39002" y="10316"/>
                    </a:lnTo>
                    <a:lnTo>
                      <a:pt x="39044" y="10337"/>
                    </a:lnTo>
                    <a:lnTo>
                      <a:pt x="39148" y="10337"/>
                    </a:lnTo>
                    <a:lnTo>
                      <a:pt x="39190" y="10295"/>
                    </a:lnTo>
                    <a:lnTo>
                      <a:pt x="39253" y="10211"/>
                    </a:lnTo>
                    <a:lnTo>
                      <a:pt x="39357" y="10148"/>
                    </a:lnTo>
                    <a:lnTo>
                      <a:pt x="39462" y="10023"/>
                    </a:lnTo>
                    <a:lnTo>
                      <a:pt x="39525" y="9918"/>
                    </a:lnTo>
                    <a:lnTo>
                      <a:pt x="39483" y="9814"/>
                    </a:lnTo>
                    <a:lnTo>
                      <a:pt x="39525" y="9730"/>
                    </a:lnTo>
                    <a:lnTo>
                      <a:pt x="39483" y="9709"/>
                    </a:lnTo>
                    <a:lnTo>
                      <a:pt x="39336" y="9793"/>
                    </a:lnTo>
                    <a:lnTo>
                      <a:pt x="39274" y="9876"/>
                    </a:lnTo>
                    <a:lnTo>
                      <a:pt x="39274" y="9981"/>
                    </a:lnTo>
                    <a:lnTo>
                      <a:pt x="39253" y="10107"/>
                    </a:lnTo>
                    <a:lnTo>
                      <a:pt x="39211" y="10127"/>
                    </a:lnTo>
                    <a:lnTo>
                      <a:pt x="39232" y="10086"/>
                    </a:lnTo>
                    <a:lnTo>
                      <a:pt x="39232" y="10023"/>
                    </a:lnTo>
                    <a:lnTo>
                      <a:pt x="39148" y="9981"/>
                    </a:lnTo>
                    <a:lnTo>
                      <a:pt x="39044" y="9981"/>
                    </a:lnTo>
                    <a:lnTo>
                      <a:pt x="38939" y="10044"/>
                    </a:lnTo>
                    <a:lnTo>
                      <a:pt x="38855" y="10023"/>
                    </a:lnTo>
                    <a:lnTo>
                      <a:pt x="38730" y="10044"/>
                    </a:lnTo>
                    <a:lnTo>
                      <a:pt x="38625" y="10107"/>
                    </a:lnTo>
                    <a:lnTo>
                      <a:pt x="38500" y="10107"/>
                    </a:lnTo>
                    <a:lnTo>
                      <a:pt x="38583" y="10044"/>
                    </a:lnTo>
                    <a:lnTo>
                      <a:pt x="38688" y="10002"/>
                    </a:lnTo>
                    <a:lnTo>
                      <a:pt x="38772" y="9897"/>
                    </a:lnTo>
                    <a:lnTo>
                      <a:pt x="38730" y="9814"/>
                    </a:lnTo>
                    <a:lnTo>
                      <a:pt x="38688" y="9814"/>
                    </a:lnTo>
                    <a:lnTo>
                      <a:pt x="38541" y="9835"/>
                    </a:lnTo>
                    <a:lnTo>
                      <a:pt x="38604" y="9772"/>
                    </a:lnTo>
                    <a:lnTo>
                      <a:pt x="38688" y="9772"/>
                    </a:lnTo>
                    <a:lnTo>
                      <a:pt x="38772" y="9709"/>
                    </a:lnTo>
                    <a:lnTo>
                      <a:pt x="38813" y="9604"/>
                    </a:lnTo>
                    <a:lnTo>
                      <a:pt x="38897" y="9583"/>
                    </a:lnTo>
                    <a:lnTo>
                      <a:pt x="38939" y="9521"/>
                    </a:lnTo>
                    <a:lnTo>
                      <a:pt x="39002" y="9521"/>
                    </a:lnTo>
                    <a:lnTo>
                      <a:pt x="39106" y="9604"/>
                    </a:lnTo>
                    <a:lnTo>
                      <a:pt x="39169" y="9667"/>
                    </a:lnTo>
                    <a:lnTo>
                      <a:pt x="39253" y="9667"/>
                    </a:lnTo>
                    <a:lnTo>
                      <a:pt x="39357" y="9521"/>
                    </a:lnTo>
                    <a:lnTo>
                      <a:pt x="39441" y="9458"/>
                    </a:lnTo>
                    <a:lnTo>
                      <a:pt x="39441" y="9395"/>
                    </a:lnTo>
                    <a:lnTo>
                      <a:pt x="39336" y="9270"/>
                    </a:lnTo>
                    <a:lnTo>
                      <a:pt x="39316" y="9165"/>
                    </a:lnTo>
                    <a:lnTo>
                      <a:pt x="39274" y="9060"/>
                    </a:lnTo>
                    <a:lnTo>
                      <a:pt x="39169" y="8956"/>
                    </a:lnTo>
                    <a:lnTo>
                      <a:pt x="39106" y="8893"/>
                    </a:lnTo>
                    <a:lnTo>
                      <a:pt x="39023" y="8726"/>
                    </a:lnTo>
                    <a:lnTo>
                      <a:pt x="38960" y="8747"/>
                    </a:lnTo>
                    <a:lnTo>
                      <a:pt x="38960" y="8830"/>
                    </a:lnTo>
                    <a:lnTo>
                      <a:pt x="38918" y="8893"/>
                    </a:lnTo>
                    <a:lnTo>
                      <a:pt x="38855" y="8935"/>
                    </a:lnTo>
                    <a:lnTo>
                      <a:pt x="38834" y="8977"/>
                    </a:lnTo>
                    <a:lnTo>
                      <a:pt x="38834" y="9060"/>
                    </a:lnTo>
                    <a:lnTo>
                      <a:pt x="38751" y="9102"/>
                    </a:lnTo>
                    <a:lnTo>
                      <a:pt x="38709" y="9186"/>
                    </a:lnTo>
                    <a:lnTo>
                      <a:pt x="38709" y="9291"/>
                    </a:lnTo>
                    <a:lnTo>
                      <a:pt x="38583" y="9353"/>
                    </a:lnTo>
                    <a:lnTo>
                      <a:pt x="38500" y="9458"/>
                    </a:lnTo>
                    <a:lnTo>
                      <a:pt x="38479" y="9542"/>
                    </a:lnTo>
                    <a:lnTo>
                      <a:pt x="38416" y="9604"/>
                    </a:lnTo>
                    <a:lnTo>
                      <a:pt x="38374" y="9583"/>
                    </a:lnTo>
                    <a:lnTo>
                      <a:pt x="38395" y="9458"/>
                    </a:lnTo>
                    <a:lnTo>
                      <a:pt x="38500" y="9291"/>
                    </a:lnTo>
                    <a:lnTo>
                      <a:pt x="38583" y="9270"/>
                    </a:lnTo>
                    <a:lnTo>
                      <a:pt x="38583" y="9228"/>
                    </a:lnTo>
                    <a:lnTo>
                      <a:pt x="38541" y="9186"/>
                    </a:lnTo>
                    <a:lnTo>
                      <a:pt x="38500" y="9123"/>
                    </a:lnTo>
                    <a:lnTo>
                      <a:pt x="38186" y="9332"/>
                    </a:lnTo>
                    <a:lnTo>
                      <a:pt x="38060" y="9500"/>
                    </a:lnTo>
                    <a:lnTo>
                      <a:pt x="37997" y="9583"/>
                    </a:lnTo>
                    <a:lnTo>
                      <a:pt x="37893" y="9604"/>
                    </a:lnTo>
                    <a:lnTo>
                      <a:pt x="37893" y="9583"/>
                    </a:lnTo>
                    <a:lnTo>
                      <a:pt x="37956" y="9542"/>
                    </a:lnTo>
                    <a:lnTo>
                      <a:pt x="38039" y="9374"/>
                    </a:lnTo>
                    <a:lnTo>
                      <a:pt x="38060" y="9291"/>
                    </a:lnTo>
                    <a:lnTo>
                      <a:pt x="38186" y="9165"/>
                    </a:lnTo>
                    <a:lnTo>
                      <a:pt x="38248" y="9081"/>
                    </a:lnTo>
                    <a:lnTo>
                      <a:pt x="38207" y="9019"/>
                    </a:lnTo>
                    <a:lnTo>
                      <a:pt x="38207" y="8935"/>
                    </a:lnTo>
                    <a:lnTo>
                      <a:pt x="38081" y="9019"/>
                    </a:lnTo>
                    <a:lnTo>
                      <a:pt x="37935" y="9144"/>
                    </a:lnTo>
                    <a:lnTo>
                      <a:pt x="37893" y="9249"/>
                    </a:lnTo>
                    <a:lnTo>
                      <a:pt x="37809" y="9353"/>
                    </a:lnTo>
                    <a:lnTo>
                      <a:pt x="37788" y="9332"/>
                    </a:lnTo>
                    <a:lnTo>
                      <a:pt x="37809" y="9228"/>
                    </a:lnTo>
                    <a:lnTo>
                      <a:pt x="37872" y="9123"/>
                    </a:lnTo>
                    <a:lnTo>
                      <a:pt x="37809" y="9081"/>
                    </a:lnTo>
                    <a:lnTo>
                      <a:pt x="37809" y="9039"/>
                    </a:lnTo>
                    <a:lnTo>
                      <a:pt x="37893" y="9019"/>
                    </a:lnTo>
                    <a:lnTo>
                      <a:pt x="38081" y="8872"/>
                    </a:lnTo>
                    <a:lnTo>
                      <a:pt x="38269" y="8726"/>
                    </a:lnTo>
                    <a:lnTo>
                      <a:pt x="38269" y="8642"/>
                    </a:lnTo>
                    <a:lnTo>
                      <a:pt x="38186" y="8642"/>
                    </a:lnTo>
                    <a:lnTo>
                      <a:pt x="38060" y="8726"/>
                    </a:lnTo>
                    <a:lnTo>
                      <a:pt x="38018" y="8809"/>
                    </a:lnTo>
                    <a:lnTo>
                      <a:pt x="37914" y="8851"/>
                    </a:lnTo>
                    <a:lnTo>
                      <a:pt x="37914" y="8809"/>
                    </a:lnTo>
                    <a:lnTo>
                      <a:pt x="37893" y="8747"/>
                    </a:lnTo>
                    <a:lnTo>
                      <a:pt x="37704" y="8872"/>
                    </a:lnTo>
                    <a:lnTo>
                      <a:pt x="37642" y="8977"/>
                    </a:lnTo>
                    <a:lnTo>
                      <a:pt x="37558" y="9165"/>
                    </a:lnTo>
                    <a:lnTo>
                      <a:pt x="37432" y="9249"/>
                    </a:lnTo>
                    <a:lnTo>
                      <a:pt x="37349" y="9249"/>
                    </a:lnTo>
                    <a:lnTo>
                      <a:pt x="37432" y="9165"/>
                    </a:lnTo>
                    <a:lnTo>
                      <a:pt x="37558" y="9060"/>
                    </a:lnTo>
                    <a:lnTo>
                      <a:pt x="37600" y="8956"/>
                    </a:lnTo>
                    <a:lnTo>
                      <a:pt x="37579" y="8935"/>
                    </a:lnTo>
                    <a:lnTo>
                      <a:pt x="37495" y="8935"/>
                    </a:lnTo>
                    <a:lnTo>
                      <a:pt x="37600" y="8851"/>
                    </a:lnTo>
                    <a:lnTo>
                      <a:pt x="37746" y="8830"/>
                    </a:lnTo>
                    <a:lnTo>
                      <a:pt x="37788" y="8767"/>
                    </a:lnTo>
                    <a:lnTo>
                      <a:pt x="37767" y="8726"/>
                    </a:lnTo>
                    <a:lnTo>
                      <a:pt x="37683" y="8747"/>
                    </a:lnTo>
                    <a:lnTo>
                      <a:pt x="37558" y="8767"/>
                    </a:lnTo>
                    <a:lnTo>
                      <a:pt x="37474" y="8851"/>
                    </a:lnTo>
                    <a:lnTo>
                      <a:pt x="37391" y="8830"/>
                    </a:lnTo>
                    <a:lnTo>
                      <a:pt x="37600" y="8726"/>
                    </a:lnTo>
                    <a:lnTo>
                      <a:pt x="37579" y="8663"/>
                    </a:lnTo>
                    <a:lnTo>
                      <a:pt x="37474" y="8663"/>
                    </a:lnTo>
                    <a:lnTo>
                      <a:pt x="37537" y="8600"/>
                    </a:lnTo>
                    <a:lnTo>
                      <a:pt x="37642" y="8600"/>
                    </a:lnTo>
                    <a:lnTo>
                      <a:pt x="37683" y="8642"/>
                    </a:lnTo>
                    <a:lnTo>
                      <a:pt x="37809" y="8642"/>
                    </a:lnTo>
                    <a:lnTo>
                      <a:pt x="37872" y="8537"/>
                    </a:lnTo>
                    <a:lnTo>
                      <a:pt x="37997" y="8495"/>
                    </a:lnTo>
                    <a:lnTo>
                      <a:pt x="37997" y="8412"/>
                    </a:lnTo>
                    <a:lnTo>
                      <a:pt x="38060" y="8328"/>
                    </a:lnTo>
                    <a:lnTo>
                      <a:pt x="38060" y="8286"/>
                    </a:lnTo>
                    <a:lnTo>
                      <a:pt x="37976" y="8286"/>
                    </a:lnTo>
                    <a:lnTo>
                      <a:pt x="37914" y="8223"/>
                    </a:lnTo>
                    <a:lnTo>
                      <a:pt x="37809" y="8203"/>
                    </a:lnTo>
                    <a:lnTo>
                      <a:pt x="37683" y="8307"/>
                    </a:lnTo>
                    <a:lnTo>
                      <a:pt x="37537" y="8349"/>
                    </a:lnTo>
                    <a:lnTo>
                      <a:pt x="37453" y="8495"/>
                    </a:lnTo>
                    <a:lnTo>
                      <a:pt x="37244" y="8705"/>
                    </a:lnTo>
                    <a:lnTo>
                      <a:pt x="37181" y="8705"/>
                    </a:lnTo>
                    <a:lnTo>
                      <a:pt x="37223" y="8621"/>
                    </a:lnTo>
                    <a:lnTo>
                      <a:pt x="37265" y="8621"/>
                    </a:lnTo>
                    <a:lnTo>
                      <a:pt x="37370" y="8537"/>
                    </a:lnTo>
                    <a:lnTo>
                      <a:pt x="37495" y="8349"/>
                    </a:lnTo>
                    <a:lnTo>
                      <a:pt x="37642" y="8286"/>
                    </a:lnTo>
                    <a:lnTo>
                      <a:pt x="37704" y="8203"/>
                    </a:lnTo>
                    <a:lnTo>
                      <a:pt x="37683" y="8140"/>
                    </a:lnTo>
                    <a:lnTo>
                      <a:pt x="37495" y="8140"/>
                    </a:lnTo>
                    <a:lnTo>
                      <a:pt x="37328" y="8286"/>
                    </a:lnTo>
                    <a:lnTo>
                      <a:pt x="37495" y="8119"/>
                    </a:lnTo>
                    <a:lnTo>
                      <a:pt x="37663" y="8077"/>
                    </a:lnTo>
                    <a:lnTo>
                      <a:pt x="37767" y="8098"/>
                    </a:lnTo>
                    <a:lnTo>
                      <a:pt x="37851" y="8119"/>
                    </a:lnTo>
                    <a:lnTo>
                      <a:pt x="37956" y="8014"/>
                    </a:lnTo>
                    <a:lnTo>
                      <a:pt x="37956" y="7931"/>
                    </a:lnTo>
                    <a:lnTo>
                      <a:pt x="37914" y="7889"/>
                    </a:lnTo>
                    <a:lnTo>
                      <a:pt x="37914" y="7805"/>
                    </a:lnTo>
                    <a:lnTo>
                      <a:pt x="37914" y="7721"/>
                    </a:lnTo>
                    <a:lnTo>
                      <a:pt x="37788" y="7679"/>
                    </a:lnTo>
                    <a:lnTo>
                      <a:pt x="37746" y="7596"/>
                    </a:lnTo>
                    <a:lnTo>
                      <a:pt x="37642" y="7575"/>
                    </a:lnTo>
                    <a:lnTo>
                      <a:pt x="37600" y="7617"/>
                    </a:lnTo>
                    <a:lnTo>
                      <a:pt x="37558" y="7617"/>
                    </a:lnTo>
                    <a:lnTo>
                      <a:pt x="37558" y="7533"/>
                    </a:lnTo>
                    <a:lnTo>
                      <a:pt x="37474" y="7512"/>
                    </a:lnTo>
                    <a:lnTo>
                      <a:pt x="37391" y="7428"/>
                    </a:lnTo>
                    <a:lnTo>
                      <a:pt x="37391" y="7366"/>
                    </a:lnTo>
                    <a:lnTo>
                      <a:pt x="37244" y="7282"/>
                    </a:lnTo>
                    <a:lnTo>
                      <a:pt x="37181" y="7282"/>
                    </a:lnTo>
                    <a:lnTo>
                      <a:pt x="37139" y="7219"/>
                    </a:lnTo>
                    <a:lnTo>
                      <a:pt x="37014" y="7219"/>
                    </a:lnTo>
                    <a:lnTo>
                      <a:pt x="36826" y="7261"/>
                    </a:lnTo>
                    <a:lnTo>
                      <a:pt x="36721" y="7366"/>
                    </a:lnTo>
                    <a:lnTo>
                      <a:pt x="36595" y="7366"/>
                    </a:lnTo>
                    <a:lnTo>
                      <a:pt x="36491" y="7533"/>
                    </a:lnTo>
                    <a:lnTo>
                      <a:pt x="36512" y="7596"/>
                    </a:lnTo>
                    <a:lnTo>
                      <a:pt x="36595" y="7617"/>
                    </a:lnTo>
                    <a:lnTo>
                      <a:pt x="36805" y="7805"/>
                    </a:lnTo>
                    <a:lnTo>
                      <a:pt x="36826" y="7847"/>
                    </a:lnTo>
                    <a:lnTo>
                      <a:pt x="36909" y="7889"/>
                    </a:lnTo>
                    <a:lnTo>
                      <a:pt x="36951" y="7993"/>
                    </a:lnTo>
                    <a:lnTo>
                      <a:pt x="36909" y="7993"/>
                    </a:lnTo>
                    <a:lnTo>
                      <a:pt x="36826" y="7931"/>
                    </a:lnTo>
                    <a:lnTo>
                      <a:pt x="36700" y="7931"/>
                    </a:lnTo>
                    <a:lnTo>
                      <a:pt x="36700" y="7847"/>
                    </a:lnTo>
                    <a:lnTo>
                      <a:pt x="36512" y="7679"/>
                    </a:lnTo>
                    <a:lnTo>
                      <a:pt x="36428" y="7700"/>
                    </a:lnTo>
                    <a:lnTo>
                      <a:pt x="36386" y="7721"/>
                    </a:lnTo>
                    <a:lnTo>
                      <a:pt x="36386" y="7721"/>
                    </a:lnTo>
                    <a:lnTo>
                      <a:pt x="36407" y="7638"/>
                    </a:lnTo>
                    <a:lnTo>
                      <a:pt x="36428" y="7533"/>
                    </a:lnTo>
                    <a:lnTo>
                      <a:pt x="36303" y="7491"/>
                    </a:lnTo>
                    <a:lnTo>
                      <a:pt x="36240" y="7512"/>
                    </a:lnTo>
                    <a:lnTo>
                      <a:pt x="36240" y="7721"/>
                    </a:lnTo>
                    <a:lnTo>
                      <a:pt x="36303" y="7826"/>
                    </a:lnTo>
                    <a:lnTo>
                      <a:pt x="36323" y="7951"/>
                    </a:lnTo>
                    <a:lnTo>
                      <a:pt x="36303" y="8035"/>
                    </a:lnTo>
                    <a:lnTo>
                      <a:pt x="36303" y="7931"/>
                    </a:lnTo>
                    <a:lnTo>
                      <a:pt x="36219" y="7784"/>
                    </a:lnTo>
                    <a:lnTo>
                      <a:pt x="36135" y="7889"/>
                    </a:lnTo>
                    <a:lnTo>
                      <a:pt x="36093" y="7993"/>
                    </a:lnTo>
                    <a:lnTo>
                      <a:pt x="36135" y="8056"/>
                    </a:lnTo>
                    <a:lnTo>
                      <a:pt x="36072" y="8119"/>
                    </a:lnTo>
                    <a:lnTo>
                      <a:pt x="35968" y="8056"/>
                    </a:lnTo>
                    <a:lnTo>
                      <a:pt x="35863" y="8035"/>
                    </a:lnTo>
                    <a:lnTo>
                      <a:pt x="35905" y="7951"/>
                    </a:lnTo>
                    <a:lnTo>
                      <a:pt x="36010" y="7889"/>
                    </a:lnTo>
                    <a:lnTo>
                      <a:pt x="36135" y="7700"/>
                    </a:lnTo>
                    <a:lnTo>
                      <a:pt x="36177" y="7596"/>
                    </a:lnTo>
                    <a:lnTo>
                      <a:pt x="36093" y="7512"/>
                    </a:lnTo>
                    <a:lnTo>
                      <a:pt x="36072" y="7407"/>
                    </a:lnTo>
                    <a:lnTo>
                      <a:pt x="35926" y="7533"/>
                    </a:lnTo>
                    <a:lnTo>
                      <a:pt x="35884" y="7596"/>
                    </a:lnTo>
                    <a:lnTo>
                      <a:pt x="35863" y="7533"/>
                    </a:lnTo>
                    <a:lnTo>
                      <a:pt x="35884" y="7407"/>
                    </a:lnTo>
                    <a:lnTo>
                      <a:pt x="35779" y="7387"/>
                    </a:lnTo>
                    <a:lnTo>
                      <a:pt x="35717" y="7407"/>
                    </a:lnTo>
                    <a:lnTo>
                      <a:pt x="35696" y="7491"/>
                    </a:lnTo>
                    <a:lnTo>
                      <a:pt x="35717" y="7617"/>
                    </a:lnTo>
                    <a:lnTo>
                      <a:pt x="35717" y="7742"/>
                    </a:lnTo>
                    <a:lnTo>
                      <a:pt x="35675" y="7700"/>
                    </a:lnTo>
                    <a:lnTo>
                      <a:pt x="35675" y="7533"/>
                    </a:lnTo>
                    <a:lnTo>
                      <a:pt x="35654" y="7512"/>
                    </a:lnTo>
                    <a:lnTo>
                      <a:pt x="35591" y="7617"/>
                    </a:lnTo>
                    <a:lnTo>
                      <a:pt x="35487" y="7638"/>
                    </a:lnTo>
                    <a:lnTo>
                      <a:pt x="35487" y="7721"/>
                    </a:lnTo>
                    <a:lnTo>
                      <a:pt x="35403" y="7826"/>
                    </a:lnTo>
                    <a:lnTo>
                      <a:pt x="35340" y="7847"/>
                    </a:lnTo>
                    <a:lnTo>
                      <a:pt x="35277" y="7931"/>
                    </a:lnTo>
                    <a:lnTo>
                      <a:pt x="35173" y="7931"/>
                    </a:lnTo>
                    <a:lnTo>
                      <a:pt x="35256" y="7847"/>
                    </a:lnTo>
                    <a:lnTo>
                      <a:pt x="35256" y="7784"/>
                    </a:lnTo>
                    <a:lnTo>
                      <a:pt x="35194" y="7721"/>
                    </a:lnTo>
                    <a:lnTo>
                      <a:pt x="35152" y="7721"/>
                    </a:lnTo>
                    <a:lnTo>
                      <a:pt x="35152" y="7679"/>
                    </a:lnTo>
                    <a:lnTo>
                      <a:pt x="35235" y="7679"/>
                    </a:lnTo>
                    <a:lnTo>
                      <a:pt x="35277" y="7700"/>
                    </a:lnTo>
                    <a:lnTo>
                      <a:pt x="35298" y="7638"/>
                    </a:lnTo>
                    <a:lnTo>
                      <a:pt x="35298" y="7596"/>
                    </a:lnTo>
                    <a:lnTo>
                      <a:pt x="35298" y="7554"/>
                    </a:lnTo>
                    <a:lnTo>
                      <a:pt x="35403" y="7491"/>
                    </a:lnTo>
                    <a:lnTo>
                      <a:pt x="35570" y="7345"/>
                    </a:lnTo>
                    <a:lnTo>
                      <a:pt x="35591" y="7261"/>
                    </a:lnTo>
                    <a:lnTo>
                      <a:pt x="35675" y="7177"/>
                    </a:lnTo>
                    <a:lnTo>
                      <a:pt x="35570" y="7177"/>
                    </a:lnTo>
                    <a:lnTo>
                      <a:pt x="35403" y="7282"/>
                    </a:lnTo>
                    <a:lnTo>
                      <a:pt x="35277" y="7407"/>
                    </a:lnTo>
                    <a:lnTo>
                      <a:pt x="35194" y="7407"/>
                    </a:lnTo>
                    <a:lnTo>
                      <a:pt x="35277" y="7324"/>
                    </a:lnTo>
                    <a:lnTo>
                      <a:pt x="35361" y="7219"/>
                    </a:lnTo>
                    <a:lnTo>
                      <a:pt x="35445" y="7156"/>
                    </a:lnTo>
                    <a:lnTo>
                      <a:pt x="35549" y="7114"/>
                    </a:lnTo>
                    <a:lnTo>
                      <a:pt x="35612" y="7052"/>
                    </a:lnTo>
                    <a:lnTo>
                      <a:pt x="35696" y="7052"/>
                    </a:lnTo>
                    <a:lnTo>
                      <a:pt x="35779" y="6905"/>
                    </a:lnTo>
                    <a:lnTo>
                      <a:pt x="35779" y="6863"/>
                    </a:lnTo>
                    <a:lnTo>
                      <a:pt x="35696" y="6780"/>
                    </a:lnTo>
                    <a:lnTo>
                      <a:pt x="35696" y="6675"/>
                    </a:lnTo>
                    <a:lnTo>
                      <a:pt x="35717" y="6591"/>
                    </a:lnTo>
                    <a:lnTo>
                      <a:pt x="35884" y="6424"/>
                    </a:lnTo>
                    <a:lnTo>
                      <a:pt x="35905" y="6361"/>
                    </a:lnTo>
                    <a:lnTo>
                      <a:pt x="35863" y="6257"/>
                    </a:lnTo>
                    <a:lnTo>
                      <a:pt x="35842" y="6194"/>
                    </a:lnTo>
                    <a:lnTo>
                      <a:pt x="35800" y="6131"/>
                    </a:lnTo>
                    <a:lnTo>
                      <a:pt x="35884" y="6006"/>
                    </a:lnTo>
                    <a:lnTo>
                      <a:pt x="35968" y="5922"/>
                    </a:lnTo>
                    <a:lnTo>
                      <a:pt x="35989" y="5838"/>
                    </a:lnTo>
                    <a:lnTo>
                      <a:pt x="36010" y="5587"/>
                    </a:lnTo>
                    <a:lnTo>
                      <a:pt x="36051" y="5524"/>
                    </a:lnTo>
                    <a:lnTo>
                      <a:pt x="36010" y="5462"/>
                    </a:lnTo>
                    <a:lnTo>
                      <a:pt x="35842" y="5399"/>
                    </a:lnTo>
                    <a:lnTo>
                      <a:pt x="35654" y="5399"/>
                    </a:lnTo>
                    <a:lnTo>
                      <a:pt x="35487" y="5357"/>
                    </a:lnTo>
                    <a:lnTo>
                      <a:pt x="35361" y="5420"/>
                    </a:lnTo>
                    <a:lnTo>
                      <a:pt x="35235" y="5420"/>
                    </a:lnTo>
                    <a:lnTo>
                      <a:pt x="35068" y="5503"/>
                    </a:lnTo>
                    <a:lnTo>
                      <a:pt x="34796" y="5587"/>
                    </a:lnTo>
                    <a:lnTo>
                      <a:pt x="34754" y="5671"/>
                    </a:lnTo>
                    <a:lnTo>
                      <a:pt x="34859" y="5796"/>
                    </a:lnTo>
                    <a:lnTo>
                      <a:pt x="34859" y="5880"/>
                    </a:lnTo>
                    <a:lnTo>
                      <a:pt x="34817" y="5922"/>
                    </a:lnTo>
                    <a:lnTo>
                      <a:pt x="34754" y="5775"/>
                    </a:lnTo>
                    <a:lnTo>
                      <a:pt x="34712" y="5713"/>
                    </a:lnTo>
                    <a:lnTo>
                      <a:pt x="34650" y="5587"/>
                    </a:lnTo>
                    <a:lnTo>
                      <a:pt x="34524" y="5587"/>
                    </a:lnTo>
                    <a:lnTo>
                      <a:pt x="34440" y="5671"/>
                    </a:lnTo>
                    <a:lnTo>
                      <a:pt x="34440" y="5734"/>
                    </a:lnTo>
                    <a:lnTo>
                      <a:pt x="34398" y="5796"/>
                    </a:lnTo>
                    <a:lnTo>
                      <a:pt x="34378" y="5713"/>
                    </a:lnTo>
                    <a:lnTo>
                      <a:pt x="34398" y="5608"/>
                    </a:lnTo>
                    <a:lnTo>
                      <a:pt x="34336" y="5587"/>
                    </a:lnTo>
                    <a:lnTo>
                      <a:pt x="34189" y="5608"/>
                    </a:lnTo>
                    <a:lnTo>
                      <a:pt x="34126" y="5713"/>
                    </a:lnTo>
                    <a:lnTo>
                      <a:pt x="34126" y="5796"/>
                    </a:lnTo>
                    <a:lnTo>
                      <a:pt x="34273" y="5901"/>
                    </a:lnTo>
                    <a:lnTo>
                      <a:pt x="34378" y="6047"/>
                    </a:lnTo>
                    <a:lnTo>
                      <a:pt x="34503" y="6131"/>
                    </a:lnTo>
                    <a:lnTo>
                      <a:pt x="34440" y="6131"/>
                    </a:lnTo>
                    <a:lnTo>
                      <a:pt x="34294" y="6047"/>
                    </a:lnTo>
                    <a:lnTo>
                      <a:pt x="34106" y="5880"/>
                    </a:lnTo>
                    <a:lnTo>
                      <a:pt x="34064" y="5880"/>
                    </a:lnTo>
                    <a:lnTo>
                      <a:pt x="34022" y="5922"/>
                    </a:lnTo>
                    <a:lnTo>
                      <a:pt x="33854" y="5922"/>
                    </a:lnTo>
                    <a:lnTo>
                      <a:pt x="33813" y="5943"/>
                    </a:lnTo>
                    <a:lnTo>
                      <a:pt x="33875" y="6006"/>
                    </a:lnTo>
                    <a:lnTo>
                      <a:pt x="34001" y="6006"/>
                    </a:lnTo>
                    <a:lnTo>
                      <a:pt x="34022" y="6047"/>
                    </a:lnTo>
                    <a:lnTo>
                      <a:pt x="34064" y="6152"/>
                    </a:lnTo>
                    <a:lnTo>
                      <a:pt x="34210" y="6257"/>
                    </a:lnTo>
                    <a:lnTo>
                      <a:pt x="34231" y="6340"/>
                    </a:lnTo>
                    <a:lnTo>
                      <a:pt x="34315" y="6424"/>
                    </a:lnTo>
                    <a:lnTo>
                      <a:pt x="34210" y="6424"/>
                    </a:lnTo>
                    <a:lnTo>
                      <a:pt x="34126" y="6319"/>
                    </a:lnTo>
                    <a:lnTo>
                      <a:pt x="33980" y="6236"/>
                    </a:lnTo>
                    <a:lnTo>
                      <a:pt x="33980" y="6152"/>
                    </a:lnTo>
                    <a:lnTo>
                      <a:pt x="33875" y="6047"/>
                    </a:lnTo>
                    <a:lnTo>
                      <a:pt x="33750" y="6047"/>
                    </a:lnTo>
                    <a:lnTo>
                      <a:pt x="33666" y="6131"/>
                    </a:lnTo>
                    <a:lnTo>
                      <a:pt x="33666" y="6215"/>
                    </a:lnTo>
                    <a:lnTo>
                      <a:pt x="33582" y="6361"/>
                    </a:lnTo>
                    <a:lnTo>
                      <a:pt x="33541" y="6529"/>
                    </a:lnTo>
                    <a:lnTo>
                      <a:pt x="33603" y="6633"/>
                    </a:lnTo>
                    <a:lnTo>
                      <a:pt x="33478" y="6675"/>
                    </a:lnTo>
                    <a:lnTo>
                      <a:pt x="33478" y="6759"/>
                    </a:lnTo>
                    <a:lnTo>
                      <a:pt x="33541" y="6822"/>
                    </a:lnTo>
                    <a:lnTo>
                      <a:pt x="33562" y="6926"/>
                    </a:lnTo>
                    <a:lnTo>
                      <a:pt x="33645" y="6926"/>
                    </a:lnTo>
                    <a:lnTo>
                      <a:pt x="33813" y="6780"/>
                    </a:lnTo>
                    <a:lnTo>
                      <a:pt x="33896" y="6780"/>
                    </a:lnTo>
                    <a:lnTo>
                      <a:pt x="33917" y="6842"/>
                    </a:lnTo>
                    <a:lnTo>
                      <a:pt x="33813" y="6863"/>
                    </a:lnTo>
                    <a:lnTo>
                      <a:pt x="33771" y="6884"/>
                    </a:lnTo>
                    <a:lnTo>
                      <a:pt x="33771" y="6947"/>
                    </a:lnTo>
                    <a:lnTo>
                      <a:pt x="33687" y="6947"/>
                    </a:lnTo>
                    <a:lnTo>
                      <a:pt x="33603" y="7052"/>
                    </a:lnTo>
                    <a:lnTo>
                      <a:pt x="33603" y="7156"/>
                    </a:lnTo>
                    <a:lnTo>
                      <a:pt x="33541" y="7240"/>
                    </a:lnTo>
                    <a:lnTo>
                      <a:pt x="33478" y="7177"/>
                    </a:lnTo>
                    <a:lnTo>
                      <a:pt x="33499" y="7094"/>
                    </a:lnTo>
                    <a:lnTo>
                      <a:pt x="33436" y="6947"/>
                    </a:lnTo>
                    <a:lnTo>
                      <a:pt x="33352" y="6926"/>
                    </a:lnTo>
                    <a:lnTo>
                      <a:pt x="33290" y="7031"/>
                    </a:lnTo>
                    <a:lnTo>
                      <a:pt x="33331" y="7094"/>
                    </a:lnTo>
                    <a:lnTo>
                      <a:pt x="33269" y="7177"/>
                    </a:lnTo>
                    <a:lnTo>
                      <a:pt x="33164" y="7198"/>
                    </a:lnTo>
                    <a:lnTo>
                      <a:pt x="33122" y="7261"/>
                    </a:lnTo>
                    <a:lnTo>
                      <a:pt x="33080" y="7177"/>
                    </a:lnTo>
                    <a:lnTo>
                      <a:pt x="33038" y="7198"/>
                    </a:lnTo>
                    <a:lnTo>
                      <a:pt x="33059" y="7303"/>
                    </a:lnTo>
                    <a:lnTo>
                      <a:pt x="33122" y="7407"/>
                    </a:lnTo>
                    <a:lnTo>
                      <a:pt x="33122" y="7554"/>
                    </a:lnTo>
                    <a:lnTo>
                      <a:pt x="33143" y="7575"/>
                    </a:lnTo>
                    <a:lnTo>
                      <a:pt x="33143" y="7700"/>
                    </a:lnTo>
                    <a:lnTo>
                      <a:pt x="33227" y="7721"/>
                    </a:lnTo>
                    <a:lnTo>
                      <a:pt x="33290" y="7784"/>
                    </a:lnTo>
                    <a:lnTo>
                      <a:pt x="33269" y="7868"/>
                    </a:lnTo>
                    <a:lnTo>
                      <a:pt x="33290" y="7931"/>
                    </a:lnTo>
                    <a:lnTo>
                      <a:pt x="33290" y="8035"/>
                    </a:lnTo>
                    <a:lnTo>
                      <a:pt x="33185" y="8119"/>
                    </a:lnTo>
                    <a:lnTo>
                      <a:pt x="33143" y="8203"/>
                    </a:lnTo>
                    <a:lnTo>
                      <a:pt x="33122" y="8412"/>
                    </a:lnTo>
                    <a:lnTo>
                      <a:pt x="33059" y="8454"/>
                    </a:lnTo>
                    <a:lnTo>
                      <a:pt x="32934" y="8663"/>
                    </a:lnTo>
                    <a:lnTo>
                      <a:pt x="32934" y="8747"/>
                    </a:lnTo>
                    <a:lnTo>
                      <a:pt x="32808" y="8872"/>
                    </a:lnTo>
                    <a:lnTo>
                      <a:pt x="32829" y="8830"/>
                    </a:lnTo>
                    <a:lnTo>
                      <a:pt x="32829" y="8726"/>
                    </a:lnTo>
                    <a:lnTo>
                      <a:pt x="32871" y="8558"/>
                    </a:lnTo>
                    <a:lnTo>
                      <a:pt x="32955" y="8495"/>
                    </a:lnTo>
                    <a:lnTo>
                      <a:pt x="32934" y="8433"/>
                    </a:lnTo>
                    <a:lnTo>
                      <a:pt x="32913" y="8454"/>
                    </a:lnTo>
                    <a:lnTo>
                      <a:pt x="32829" y="8454"/>
                    </a:lnTo>
                    <a:lnTo>
                      <a:pt x="32746" y="8391"/>
                    </a:lnTo>
                    <a:lnTo>
                      <a:pt x="32704" y="8349"/>
                    </a:lnTo>
                    <a:lnTo>
                      <a:pt x="32746" y="8328"/>
                    </a:lnTo>
                    <a:lnTo>
                      <a:pt x="32829" y="8307"/>
                    </a:lnTo>
                    <a:lnTo>
                      <a:pt x="32913" y="8307"/>
                    </a:lnTo>
                    <a:lnTo>
                      <a:pt x="32913" y="8244"/>
                    </a:lnTo>
                    <a:lnTo>
                      <a:pt x="32955" y="8244"/>
                    </a:lnTo>
                    <a:lnTo>
                      <a:pt x="32976" y="8349"/>
                    </a:lnTo>
                    <a:lnTo>
                      <a:pt x="33038" y="8244"/>
                    </a:lnTo>
                    <a:lnTo>
                      <a:pt x="33038" y="8140"/>
                    </a:lnTo>
                    <a:lnTo>
                      <a:pt x="32934" y="8098"/>
                    </a:lnTo>
                    <a:lnTo>
                      <a:pt x="32913" y="8035"/>
                    </a:lnTo>
                    <a:lnTo>
                      <a:pt x="32808" y="7910"/>
                    </a:lnTo>
                    <a:lnTo>
                      <a:pt x="32808" y="7763"/>
                    </a:lnTo>
                    <a:lnTo>
                      <a:pt x="32746" y="7679"/>
                    </a:lnTo>
                    <a:lnTo>
                      <a:pt x="32725" y="7512"/>
                    </a:lnTo>
                    <a:lnTo>
                      <a:pt x="32704" y="7491"/>
                    </a:lnTo>
                    <a:lnTo>
                      <a:pt x="32704" y="7407"/>
                    </a:lnTo>
                    <a:lnTo>
                      <a:pt x="32746" y="7366"/>
                    </a:lnTo>
                    <a:lnTo>
                      <a:pt x="32829" y="7198"/>
                    </a:lnTo>
                    <a:lnTo>
                      <a:pt x="32829" y="7094"/>
                    </a:lnTo>
                    <a:lnTo>
                      <a:pt x="32934" y="6989"/>
                    </a:lnTo>
                    <a:lnTo>
                      <a:pt x="33018" y="6884"/>
                    </a:lnTo>
                    <a:lnTo>
                      <a:pt x="33122" y="6842"/>
                    </a:lnTo>
                    <a:lnTo>
                      <a:pt x="33122" y="6738"/>
                    </a:lnTo>
                    <a:lnTo>
                      <a:pt x="33059" y="6654"/>
                    </a:lnTo>
                    <a:lnTo>
                      <a:pt x="33018" y="6550"/>
                    </a:lnTo>
                    <a:lnTo>
                      <a:pt x="33038" y="6424"/>
                    </a:lnTo>
                    <a:lnTo>
                      <a:pt x="33143" y="6215"/>
                    </a:lnTo>
                    <a:lnTo>
                      <a:pt x="33227" y="6173"/>
                    </a:lnTo>
                    <a:lnTo>
                      <a:pt x="33394" y="6068"/>
                    </a:lnTo>
                    <a:lnTo>
                      <a:pt x="33603" y="5817"/>
                    </a:lnTo>
                    <a:lnTo>
                      <a:pt x="33813" y="5608"/>
                    </a:lnTo>
                    <a:lnTo>
                      <a:pt x="33959" y="5587"/>
                    </a:lnTo>
                    <a:lnTo>
                      <a:pt x="34064" y="5441"/>
                    </a:lnTo>
                    <a:lnTo>
                      <a:pt x="34106" y="5378"/>
                    </a:lnTo>
                    <a:lnTo>
                      <a:pt x="34210" y="5378"/>
                    </a:lnTo>
                    <a:lnTo>
                      <a:pt x="34398" y="5294"/>
                    </a:lnTo>
                    <a:lnTo>
                      <a:pt x="34545" y="5231"/>
                    </a:lnTo>
                    <a:lnTo>
                      <a:pt x="34587" y="5169"/>
                    </a:lnTo>
                    <a:lnTo>
                      <a:pt x="34545" y="5085"/>
                    </a:lnTo>
                    <a:lnTo>
                      <a:pt x="34315" y="4980"/>
                    </a:lnTo>
                    <a:lnTo>
                      <a:pt x="34189" y="4897"/>
                    </a:lnTo>
                    <a:lnTo>
                      <a:pt x="34001" y="4897"/>
                    </a:lnTo>
                    <a:lnTo>
                      <a:pt x="33959" y="4876"/>
                    </a:lnTo>
                    <a:lnTo>
                      <a:pt x="33875" y="4897"/>
                    </a:lnTo>
                    <a:lnTo>
                      <a:pt x="33708" y="4876"/>
                    </a:lnTo>
                    <a:lnTo>
                      <a:pt x="33645" y="4897"/>
                    </a:lnTo>
                    <a:lnTo>
                      <a:pt x="33436" y="4897"/>
                    </a:lnTo>
                    <a:lnTo>
                      <a:pt x="33122" y="5001"/>
                    </a:lnTo>
                    <a:lnTo>
                      <a:pt x="32934" y="5190"/>
                    </a:lnTo>
                    <a:lnTo>
                      <a:pt x="32725" y="5273"/>
                    </a:lnTo>
                    <a:lnTo>
                      <a:pt x="32704" y="5378"/>
                    </a:lnTo>
                    <a:lnTo>
                      <a:pt x="32725" y="5482"/>
                    </a:lnTo>
                    <a:lnTo>
                      <a:pt x="32641" y="5441"/>
                    </a:lnTo>
                    <a:lnTo>
                      <a:pt x="32557" y="5441"/>
                    </a:lnTo>
                    <a:lnTo>
                      <a:pt x="32494" y="5545"/>
                    </a:lnTo>
                    <a:lnTo>
                      <a:pt x="32348" y="5545"/>
                    </a:lnTo>
                    <a:lnTo>
                      <a:pt x="32243" y="5692"/>
                    </a:lnTo>
                    <a:lnTo>
                      <a:pt x="32243" y="5796"/>
                    </a:lnTo>
                    <a:lnTo>
                      <a:pt x="32181" y="5796"/>
                    </a:lnTo>
                    <a:lnTo>
                      <a:pt x="32034" y="6006"/>
                    </a:lnTo>
                    <a:lnTo>
                      <a:pt x="32097" y="6068"/>
                    </a:lnTo>
                    <a:lnTo>
                      <a:pt x="32034" y="6152"/>
                    </a:lnTo>
                    <a:lnTo>
                      <a:pt x="31992" y="6068"/>
                    </a:lnTo>
                    <a:lnTo>
                      <a:pt x="31930" y="6068"/>
                    </a:lnTo>
                    <a:lnTo>
                      <a:pt x="31888" y="6257"/>
                    </a:lnTo>
                    <a:lnTo>
                      <a:pt x="31762" y="6257"/>
                    </a:lnTo>
                    <a:lnTo>
                      <a:pt x="31678" y="6361"/>
                    </a:lnTo>
                    <a:lnTo>
                      <a:pt x="31616" y="6424"/>
                    </a:lnTo>
                    <a:lnTo>
                      <a:pt x="31553" y="6570"/>
                    </a:lnTo>
                    <a:lnTo>
                      <a:pt x="31448" y="6759"/>
                    </a:lnTo>
                    <a:lnTo>
                      <a:pt x="31448" y="6863"/>
                    </a:lnTo>
                    <a:lnTo>
                      <a:pt x="31490" y="6842"/>
                    </a:lnTo>
                    <a:lnTo>
                      <a:pt x="31511" y="6842"/>
                    </a:lnTo>
                    <a:lnTo>
                      <a:pt x="31490" y="6905"/>
                    </a:lnTo>
                    <a:lnTo>
                      <a:pt x="31406" y="6905"/>
                    </a:lnTo>
                    <a:lnTo>
                      <a:pt x="31260" y="6989"/>
                    </a:lnTo>
                    <a:lnTo>
                      <a:pt x="31239" y="7094"/>
                    </a:lnTo>
                    <a:lnTo>
                      <a:pt x="31155" y="7114"/>
                    </a:lnTo>
                    <a:lnTo>
                      <a:pt x="31134" y="7198"/>
                    </a:lnTo>
                    <a:lnTo>
                      <a:pt x="31134" y="7407"/>
                    </a:lnTo>
                    <a:lnTo>
                      <a:pt x="31072" y="7512"/>
                    </a:lnTo>
                    <a:lnTo>
                      <a:pt x="30988" y="7512"/>
                    </a:lnTo>
                    <a:lnTo>
                      <a:pt x="30967" y="7659"/>
                    </a:lnTo>
                    <a:lnTo>
                      <a:pt x="30967" y="7721"/>
                    </a:lnTo>
                    <a:lnTo>
                      <a:pt x="30862" y="7784"/>
                    </a:lnTo>
                    <a:lnTo>
                      <a:pt x="30821" y="7972"/>
                    </a:lnTo>
                    <a:lnTo>
                      <a:pt x="30862" y="8077"/>
                    </a:lnTo>
                    <a:lnTo>
                      <a:pt x="31072" y="8182"/>
                    </a:lnTo>
                    <a:lnTo>
                      <a:pt x="31176" y="8182"/>
                    </a:lnTo>
                    <a:lnTo>
                      <a:pt x="31302" y="8244"/>
                    </a:lnTo>
                    <a:lnTo>
                      <a:pt x="31385" y="8244"/>
                    </a:lnTo>
                    <a:lnTo>
                      <a:pt x="31511" y="8328"/>
                    </a:lnTo>
                    <a:lnTo>
                      <a:pt x="31678" y="8328"/>
                    </a:lnTo>
                    <a:lnTo>
                      <a:pt x="31699" y="8495"/>
                    </a:lnTo>
                    <a:lnTo>
                      <a:pt x="31867" y="8558"/>
                    </a:lnTo>
                    <a:lnTo>
                      <a:pt x="31888" y="8642"/>
                    </a:lnTo>
                    <a:lnTo>
                      <a:pt x="31971" y="8705"/>
                    </a:lnTo>
                    <a:lnTo>
                      <a:pt x="31804" y="8705"/>
                    </a:lnTo>
                    <a:lnTo>
                      <a:pt x="31762" y="8726"/>
                    </a:lnTo>
                    <a:lnTo>
                      <a:pt x="31574" y="8726"/>
                    </a:lnTo>
                    <a:lnTo>
                      <a:pt x="31365" y="8642"/>
                    </a:lnTo>
                    <a:lnTo>
                      <a:pt x="31344" y="8537"/>
                    </a:lnTo>
                    <a:lnTo>
                      <a:pt x="31239" y="8454"/>
                    </a:lnTo>
                    <a:lnTo>
                      <a:pt x="31051" y="8454"/>
                    </a:lnTo>
                    <a:lnTo>
                      <a:pt x="30988" y="8412"/>
                    </a:lnTo>
                    <a:lnTo>
                      <a:pt x="30883" y="8391"/>
                    </a:lnTo>
                    <a:lnTo>
                      <a:pt x="30862" y="8433"/>
                    </a:lnTo>
                    <a:lnTo>
                      <a:pt x="30925" y="8558"/>
                    </a:lnTo>
                    <a:lnTo>
                      <a:pt x="30925" y="8642"/>
                    </a:lnTo>
                    <a:lnTo>
                      <a:pt x="30841" y="8642"/>
                    </a:lnTo>
                    <a:lnTo>
                      <a:pt x="30821" y="8726"/>
                    </a:lnTo>
                    <a:lnTo>
                      <a:pt x="30862" y="8914"/>
                    </a:lnTo>
                    <a:lnTo>
                      <a:pt x="30883" y="9039"/>
                    </a:lnTo>
                    <a:lnTo>
                      <a:pt x="30862" y="9165"/>
                    </a:lnTo>
                    <a:lnTo>
                      <a:pt x="30883" y="9270"/>
                    </a:lnTo>
                    <a:lnTo>
                      <a:pt x="31030" y="9353"/>
                    </a:lnTo>
                    <a:lnTo>
                      <a:pt x="31134" y="9458"/>
                    </a:lnTo>
                    <a:lnTo>
                      <a:pt x="31134" y="9500"/>
                    </a:lnTo>
                    <a:lnTo>
                      <a:pt x="31072" y="9458"/>
                    </a:lnTo>
                    <a:lnTo>
                      <a:pt x="31051" y="9458"/>
                    </a:lnTo>
                    <a:lnTo>
                      <a:pt x="31072" y="9563"/>
                    </a:lnTo>
                    <a:lnTo>
                      <a:pt x="31155" y="9667"/>
                    </a:lnTo>
                    <a:lnTo>
                      <a:pt x="31197" y="9667"/>
                    </a:lnTo>
                    <a:lnTo>
                      <a:pt x="31197" y="9583"/>
                    </a:lnTo>
                    <a:lnTo>
                      <a:pt x="31281" y="9563"/>
                    </a:lnTo>
                    <a:lnTo>
                      <a:pt x="31385" y="9583"/>
                    </a:lnTo>
                    <a:lnTo>
                      <a:pt x="31469" y="9667"/>
                    </a:lnTo>
                    <a:lnTo>
                      <a:pt x="31553" y="9688"/>
                    </a:lnTo>
                    <a:lnTo>
                      <a:pt x="31574" y="9646"/>
                    </a:lnTo>
                    <a:lnTo>
                      <a:pt x="31553" y="9583"/>
                    </a:lnTo>
                    <a:lnTo>
                      <a:pt x="31574" y="9500"/>
                    </a:lnTo>
                    <a:lnTo>
                      <a:pt x="31616" y="9479"/>
                    </a:lnTo>
                    <a:lnTo>
                      <a:pt x="31678" y="9542"/>
                    </a:lnTo>
                    <a:lnTo>
                      <a:pt x="31657" y="9646"/>
                    </a:lnTo>
                    <a:lnTo>
                      <a:pt x="31678" y="9709"/>
                    </a:lnTo>
                    <a:lnTo>
                      <a:pt x="31720" y="9709"/>
                    </a:lnTo>
                    <a:lnTo>
                      <a:pt x="31783" y="9583"/>
                    </a:lnTo>
                    <a:lnTo>
                      <a:pt x="31909" y="9563"/>
                    </a:lnTo>
                    <a:lnTo>
                      <a:pt x="31992" y="9479"/>
                    </a:lnTo>
                    <a:lnTo>
                      <a:pt x="32013" y="9500"/>
                    </a:lnTo>
                    <a:lnTo>
                      <a:pt x="31971" y="9583"/>
                    </a:lnTo>
                    <a:lnTo>
                      <a:pt x="31783" y="9688"/>
                    </a:lnTo>
                    <a:lnTo>
                      <a:pt x="31762" y="9793"/>
                    </a:lnTo>
                    <a:lnTo>
                      <a:pt x="31867" y="9876"/>
                    </a:lnTo>
                    <a:lnTo>
                      <a:pt x="31888" y="10023"/>
                    </a:lnTo>
                    <a:lnTo>
                      <a:pt x="32013" y="10169"/>
                    </a:lnTo>
                    <a:lnTo>
                      <a:pt x="32181" y="10169"/>
                    </a:lnTo>
                    <a:lnTo>
                      <a:pt x="32222" y="10107"/>
                    </a:lnTo>
                    <a:lnTo>
                      <a:pt x="32118" y="10023"/>
                    </a:lnTo>
                    <a:lnTo>
                      <a:pt x="32181" y="10002"/>
                    </a:lnTo>
                    <a:lnTo>
                      <a:pt x="32285" y="10023"/>
                    </a:lnTo>
                    <a:lnTo>
                      <a:pt x="32348" y="10107"/>
                    </a:lnTo>
                    <a:lnTo>
                      <a:pt x="32411" y="10086"/>
                    </a:lnTo>
                    <a:lnTo>
                      <a:pt x="32494" y="10002"/>
                    </a:lnTo>
                    <a:lnTo>
                      <a:pt x="32599" y="9897"/>
                    </a:lnTo>
                    <a:lnTo>
                      <a:pt x="32662" y="9897"/>
                    </a:lnTo>
                    <a:lnTo>
                      <a:pt x="32662" y="9960"/>
                    </a:lnTo>
                    <a:lnTo>
                      <a:pt x="32599" y="9981"/>
                    </a:lnTo>
                    <a:lnTo>
                      <a:pt x="32432" y="10127"/>
                    </a:lnTo>
                    <a:lnTo>
                      <a:pt x="32432" y="10211"/>
                    </a:lnTo>
                    <a:lnTo>
                      <a:pt x="32453" y="10232"/>
                    </a:lnTo>
                    <a:cubicBezTo>
                      <a:pt x="32411" y="10295"/>
                      <a:pt x="32390" y="10379"/>
                      <a:pt x="32348" y="10441"/>
                    </a:cubicBezTo>
                    <a:lnTo>
                      <a:pt x="32306" y="10441"/>
                    </a:lnTo>
                    <a:lnTo>
                      <a:pt x="32222" y="10504"/>
                    </a:lnTo>
                    <a:lnTo>
                      <a:pt x="32139" y="10504"/>
                    </a:lnTo>
                    <a:lnTo>
                      <a:pt x="32097" y="10420"/>
                    </a:lnTo>
                    <a:lnTo>
                      <a:pt x="31992" y="10400"/>
                    </a:lnTo>
                    <a:lnTo>
                      <a:pt x="32013" y="10441"/>
                    </a:lnTo>
                    <a:lnTo>
                      <a:pt x="32097" y="10504"/>
                    </a:lnTo>
                    <a:lnTo>
                      <a:pt x="32076" y="10609"/>
                    </a:lnTo>
                    <a:lnTo>
                      <a:pt x="31971" y="10609"/>
                    </a:lnTo>
                    <a:lnTo>
                      <a:pt x="31971" y="10630"/>
                    </a:lnTo>
                    <a:lnTo>
                      <a:pt x="31992" y="10692"/>
                    </a:lnTo>
                    <a:lnTo>
                      <a:pt x="31909" y="10755"/>
                    </a:lnTo>
                    <a:lnTo>
                      <a:pt x="31909" y="10839"/>
                    </a:lnTo>
                    <a:lnTo>
                      <a:pt x="31971" y="10923"/>
                    </a:lnTo>
                    <a:lnTo>
                      <a:pt x="31888" y="10923"/>
                    </a:lnTo>
                    <a:lnTo>
                      <a:pt x="31888" y="11027"/>
                    </a:lnTo>
                    <a:lnTo>
                      <a:pt x="31804" y="11111"/>
                    </a:lnTo>
                    <a:lnTo>
                      <a:pt x="31804" y="11278"/>
                    </a:lnTo>
                    <a:lnTo>
                      <a:pt x="31867" y="11278"/>
                    </a:lnTo>
                    <a:lnTo>
                      <a:pt x="31909" y="11383"/>
                    </a:lnTo>
                    <a:lnTo>
                      <a:pt x="31950" y="11383"/>
                    </a:lnTo>
                    <a:lnTo>
                      <a:pt x="32013" y="11488"/>
                    </a:lnTo>
                    <a:lnTo>
                      <a:pt x="31950" y="11508"/>
                    </a:lnTo>
                    <a:lnTo>
                      <a:pt x="31888" y="11508"/>
                    </a:lnTo>
                    <a:lnTo>
                      <a:pt x="31825" y="11571"/>
                    </a:lnTo>
                    <a:lnTo>
                      <a:pt x="31783" y="11508"/>
                    </a:lnTo>
                    <a:lnTo>
                      <a:pt x="31637" y="11550"/>
                    </a:lnTo>
                    <a:lnTo>
                      <a:pt x="31595" y="11634"/>
                    </a:lnTo>
                    <a:lnTo>
                      <a:pt x="31699" y="11739"/>
                    </a:lnTo>
                    <a:lnTo>
                      <a:pt x="31741" y="11739"/>
                    </a:lnTo>
                    <a:lnTo>
                      <a:pt x="31741" y="11801"/>
                    </a:lnTo>
                    <a:lnTo>
                      <a:pt x="31637" y="11843"/>
                    </a:lnTo>
                    <a:lnTo>
                      <a:pt x="31595" y="11780"/>
                    </a:lnTo>
                    <a:lnTo>
                      <a:pt x="31511" y="11864"/>
                    </a:lnTo>
                    <a:lnTo>
                      <a:pt x="31427" y="11739"/>
                    </a:lnTo>
                    <a:lnTo>
                      <a:pt x="31323" y="11801"/>
                    </a:lnTo>
                    <a:lnTo>
                      <a:pt x="31218" y="12011"/>
                    </a:lnTo>
                    <a:lnTo>
                      <a:pt x="31113" y="12262"/>
                    </a:lnTo>
                    <a:lnTo>
                      <a:pt x="30988" y="12492"/>
                    </a:lnTo>
                    <a:lnTo>
                      <a:pt x="30779" y="12638"/>
                    </a:lnTo>
                    <a:lnTo>
                      <a:pt x="30737" y="12743"/>
                    </a:lnTo>
                    <a:lnTo>
                      <a:pt x="30674" y="12743"/>
                    </a:lnTo>
                    <a:lnTo>
                      <a:pt x="30569" y="12910"/>
                    </a:lnTo>
                    <a:lnTo>
                      <a:pt x="30465" y="12952"/>
                    </a:lnTo>
                    <a:lnTo>
                      <a:pt x="30444" y="13140"/>
                    </a:lnTo>
                    <a:lnTo>
                      <a:pt x="30360" y="13224"/>
                    </a:lnTo>
                    <a:lnTo>
                      <a:pt x="30339" y="13350"/>
                    </a:lnTo>
                    <a:lnTo>
                      <a:pt x="30277" y="13350"/>
                    </a:lnTo>
                    <a:lnTo>
                      <a:pt x="30235" y="13224"/>
                    </a:lnTo>
                    <a:lnTo>
                      <a:pt x="30151" y="13224"/>
                    </a:lnTo>
                    <a:lnTo>
                      <a:pt x="30067" y="13308"/>
                    </a:lnTo>
                    <a:lnTo>
                      <a:pt x="30109" y="13350"/>
                    </a:lnTo>
                    <a:lnTo>
                      <a:pt x="30130" y="13475"/>
                    </a:lnTo>
                    <a:lnTo>
                      <a:pt x="30046" y="13475"/>
                    </a:lnTo>
                    <a:lnTo>
                      <a:pt x="29963" y="13413"/>
                    </a:lnTo>
                    <a:lnTo>
                      <a:pt x="30005" y="13308"/>
                    </a:lnTo>
                    <a:lnTo>
                      <a:pt x="29921" y="13140"/>
                    </a:lnTo>
                    <a:lnTo>
                      <a:pt x="29837" y="12743"/>
                    </a:lnTo>
                    <a:lnTo>
                      <a:pt x="29837" y="12576"/>
                    </a:lnTo>
                    <a:lnTo>
                      <a:pt x="29816" y="12492"/>
                    </a:lnTo>
                    <a:lnTo>
                      <a:pt x="29858" y="12366"/>
                    </a:lnTo>
                    <a:lnTo>
                      <a:pt x="29942" y="12262"/>
                    </a:lnTo>
                    <a:lnTo>
                      <a:pt x="29921" y="12115"/>
                    </a:lnTo>
                    <a:lnTo>
                      <a:pt x="29963" y="12011"/>
                    </a:lnTo>
                    <a:lnTo>
                      <a:pt x="30046" y="11969"/>
                    </a:lnTo>
                    <a:lnTo>
                      <a:pt x="30130" y="12011"/>
                    </a:lnTo>
                    <a:lnTo>
                      <a:pt x="30214" y="11990"/>
                    </a:lnTo>
                    <a:lnTo>
                      <a:pt x="30277" y="11885"/>
                    </a:lnTo>
                    <a:lnTo>
                      <a:pt x="30256" y="11655"/>
                    </a:lnTo>
                    <a:lnTo>
                      <a:pt x="30318" y="11550"/>
                    </a:lnTo>
                    <a:lnTo>
                      <a:pt x="30318" y="11153"/>
                    </a:lnTo>
                    <a:lnTo>
                      <a:pt x="30214" y="11027"/>
                    </a:lnTo>
                    <a:lnTo>
                      <a:pt x="30172" y="10860"/>
                    </a:lnTo>
                    <a:lnTo>
                      <a:pt x="30109" y="10692"/>
                    </a:lnTo>
                    <a:lnTo>
                      <a:pt x="30067" y="10588"/>
                    </a:lnTo>
                    <a:lnTo>
                      <a:pt x="30025" y="10525"/>
                    </a:lnTo>
                    <a:lnTo>
                      <a:pt x="29963" y="10525"/>
                    </a:lnTo>
                    <a:lnTo>
                      <a:pt x="29921" y="10630"/>
                    </a:lnTo>
                    <a:lnTo>
                      <a:pt x="29795" y="10839"/>
                    </a:lnTo>
                    <a:lnTo>
                      <a:pt x="29628" y="10964"/>
                    </a:lnTo>
                    <a:lnTo>
                      <a:pt x="29607" y="11069"/>
                    </a:lnTo>
                    <a:lnTo>
                      <a:pt x="29607" y="11278"/>
                    </a:lnTo>
                    <a:lnTo>
                      <a:pt x="29544" y="11341"/>
                    </a:lnTo>
                    <a:lnTo>
                      <a:pt x="29481" y="11278"/>
                    </a:lnTo>
                    <a:lnTo>
                      <a:pt x="29398" y="11362"/>
                    </a:lnTo>
                    <a:lnTo>
                      <a:pt x="29419" y="11383"/>
                    </a:lnTo>
                    <a:lnTo>
                      <a:pt x="29398" y="11446"/>
                    </a:lnTo>
                    <a:lnTo>
                      <a:pt x="29230" y="11529"/>
                    </a:lnTo>
                    <a:lnTo>
                      <a:pt x="29189" y="11592"/>
                    </a:lnTo>
                    <a:lnTo>
                      <a:pt x="29084" y="11697"/>
                    </a:lnTo>
                    <a:lnTo>
                      <a:pt x="29000" y="11697"/>
                    </a:lnTo>
                    <a:lnTo>
                      <a:pt x="29000" y="11634"/>
                    </a:lnTo>
                    <a:lnTo>
                      <a:pt x="29084" y="11592"/>
                    </a:lnTo>
                    <a:lnTo>
                      <a:pt x="29084" y="11467"/>
                    </a:lnTo>
                    <a:lnTo>
                      <a:pt x="29042" y="11425"/>
                    </a:lnTo>
                    <a:lnTo>
                      <a:pt x="29147" y="11278"/>
                    </a:lnTo>
                    <a:lnTo>
                      <a:pt x="29168" y="11174"/>
                    </a:lnTo>
                    <a:lnTo>
                      <a:pt x="29168" y="11069"/>
                    </a:lnTo>
                    <a:lnTo>
                      <a:pt x="29251" y="11027"/>
                    </a:lnTo>
                    <a:lnTo>
                      <a:pt x="29251" y="10923"/>
                    </a:lnTo>
                    <a:lnTo>
                      <a:pt x="29209" y="10902"/>
                    </a:lnTo>
                    <a:lnTo>
                      <a:pt x="29251" y="10755"/>
                    </a:lnTo>
                    <a:lnTo>
                      <a:pt x="29147" y="10609"/>
                    </a:lnTo>
                    <a:lnTo>
                      <a:pt x="29147" y="10525"/>
                    </a:lnTo>
                    <a:lnTo>
                      <a:pt x="29084" y="10420"/>
                    </a:lnTo>
                    <a:lnTo>
                      <a:pt x="29084" y="10379"/>
                    </a:lnTo>
                    <a:lnTo>
                      <a:pt x="29147" y="10400"/>
                    </a:lnTo>
                    <a:lnTo>
                      <a:pt x="29189" y="10400"/>
                    </a:lnTo>
                    <a:lnTo>
                      <a:pt x="29209" y="10525"/>
                    </a:lnTo>
                    <a:lnTo>
                      <a:pt x="29272" y="10504"/>
                    </a:lnTo>
                    <a:lnTo>
                      <a:pt x="29377" y="10379"/>
                    </a:lnTo>
                    <a:lnTo>
                      <a:pt x="29481" y="10379"/>
                    </a:lnTo>
                    <a:lnTo>
                      <a:pt x="29565" y="10295"/>
                    </a:lnTo>
                    <a:lnTo>
                      <a:pt x="29481" y="10232"/>
                    </a:lnTo>
                    <a:lnTo>
                      <a:pt x="29377" y="10316"/>
                    </a:lnTo>
                    <a:lnTo>
                      <a:pt x="29293" y="10232"/>
                    </a:lnTo>
                    <a:lnTo>
                      <a:pt x="29189" y="10211"/>
                    </a:lnTo>
                    <a:lnTo>
                      <a:pt x="29189" y="10107"/>
                    </a:lnTo>
                    <a:lnTo>
                      <a:pt x="29230" y="10065"/>
                    </a:lnTo>
                    <a:lnTo>
                      <a:pt x="29209" y="10002"/>
                    </a:lnTo>
                    <a:lnTo>
                      <a:pt x="29126" y="10023"/>
                    </a:lnTo>
                    <a:lnTo>
                      <a:pt x="29105" y="10107"/>
                    </a:lnTo>
                    <a:lnTo>
                      <a:pt x="28958" y="10169"/>
                    </a:lnTo>
                    <a:lnTo>
                      <a:pt x="28854" y="10065"/>
                    </a:lnTo>
                    <a:lnTo>
                      <a:pt x="28854" y="9939"/>
                    </a:lnTo>
                    <a:lnTo>
                      <a:pt x="28770" y="9918"/>
                    </a:lnTo>
                    <a:lnTo>
                      <a:pt x="28665" y="9939"/>
                    </a:lnTo>
                    <a:lnTo>
                      <a:pt x="28603" y="9897"/>
                    </a:lnTo>
                    <a:lnTo>
                      <a:pt x="28644" y="9793"/>
                    </a:lnTo>
                    <a:lnTo>
                      <a:pt x="28707" y="9772"/>
                    </a:lnTo>
                    <a:lnTo>
                      <a:pt x="28749" y="9709"/>
                    </a:lnTo>
                    <a:lnTo>
                      <a:pt x="28812" y="9709"/>
                    </a:lnTo>
                    <a:lnTo>
                      <a:pt x="29126" y="9500"/>
                    </a:lnTo>
                    <a:lnTo>
                      <a:pt x="29168" y="9458"/>
                    </a:lnTo>
                    <a:lnTo>
                      <a:pt x="29042" y="9332"/>
                    </a:lnTo>
                    <a:lnTo>
                      <a:pt x="28875" y="9353"/>
                    </a:lnTo>
                    <a:lnTo>
                      <a:pt x="28875" y="9332"/>
                    </a:lnTo>
                    <a:lnTo>
                      <a:pt x="28979" y="9270"/>
                    </a:lnTo>
                    <a:lnTo>
                      <a:pt x="29042" y="9144"/>
                    </a:lnTo>
                    <a:lnTo>
                      <a:pt x="29168" y="9081"/>
                    </a:lnTo>
                    <a:lnTo>
                      <a:pt x="29147" y="9228"/>
                    </a:lnTo>
                    <a:lnTo>
                      <a:pt x="29189" y="9332"/>
                    </a:lnTo>
                    <a:lnTo>
                      <a:pt x="29293" y="9291"/>
                    </a:lnTo>
                    <a:lnTo>
                      <a:pt x="29377" y="9332"/>
                    </a:lnTo>
                    <a:lnTo>
                      <a:pt x="29461" y="9249"/>
                    </a:lnTo>
                    <a:lnTo>
                      <a:pt x="29461" y="9144"/>
                    </a:lnTo>
                    <a:lnTo>
                      <a:pt x="29377" y="9039"/>
                    </a:lnTo>
                    <a:lnTo>
                      <a:pt x="29293" y="9019"/>
                    </a:lnTo>
                    <a:lnTo>
                      <a:pt x="29293" y="8935"/>
                    </a:lnTo>
                    <a:lnTo>
                      <a:pt x="29314" y="8830"/>
                    </a:lnTo>
                    <a:lnTo>
                      <a:pt x="29293" y="8726"/>
                    </a:lnTo>
                    <a:lnTo>
                      <a:pt x="29314" y="8663"/>
                    </a:lnTo>
                    <a:lnTo>
                      <a:pt x="29314" y="8600"/>
                    </a:lnTo>
                    <a:lnTo>
                      <a:pt x="29209" y="8454"/>
                    </a:lnTo>
                    <a:lnTo>
                      <a:pt x="29272" y="8349"/>
                    </a:lnTo>
                    <a:lnTo>
                      <a:pt x="29209" y="8244"/>
                    </a:lnTo>
                    <a:lnTo>
                      <a:pt x="29272" y="8223"/>
                    </a:lnTo>
                    <a:lnTo>
                      <a:pt x="29272" y="8077"/>
                    </a:lnTo>
                    <a:lnTo>
                      <a:pt x="29356" y="7931"/>
                    </a:lnTo>
                    <a:lnTo>
                      <a:pt x="29356" y="7847"/>
                    </a:lnTo>
                    <a:lnTo>
                      <a:pt x="29419" y="7742"/>
                    </a:lnTo>
                    <a:lnTo>
                      <a:pt x="29419" y="7700"/>
                    </a:lnTo>
                    <a:lnTo>
                      <a:pt x="29356" y="7659"/>
                    </a:lnTo>
                    <a:lnTo>
                      <a:pt x="29377" y="7449"/>
                    </a:lnTo>
                    <a:lnTo>
                      <a:pt x="29356" y="7324"/>
                    </a:lnTo>
                    <a:lnTo>
                      <a:pt x="29251" y="7261"/>
                    </a:lnTo>
                    <a:lnTo>
                      <a:pt x="29272" y="7177"/>
                    </a:lnTo>
                    <a:lnTo>
                      <a:pt x="29251" y="7073"/>
                    </a:lnTo>
                    <a:lnTo>
                      <a:pt x="29293" y="7052"/>
                    </a:lnTo>
                    <a:lnTo>
                      <a:pt x="29335" y="6947"/>
                    </a:lnTo>
                    <a:lnTo>
                      <a:pt x="29272" y="6884"/>
                    </a:lnTo>
                    <a:lnTo>
                      <a:pt x="29230" y="6863"/>
                    </a:lnTo>
                    <a:cubicBezTo>
                      <a:pt x="29272" y="6842"/>
                      <a:pt x="29293" y="6801"/>
                      <a:pt x="29293" y="6759"/>
                    </a:cubicBezTo>
                    <a:cubicBezTo>
                      <a:pt x="29314" y="6696"/>
                      <a:pt x="29335" y="6654"/>
                      <a:pt x="29335" y="6591"/>
                    </a:cubicBezTo>
                    <a:lnTo>
                      <a:pt x="29377" y="6550"/>
                    </a:lnTo>
                    <a:lnTo>
                      <a:pt x="29377" y="6445"/>
                    </a:lnTo>
                    <a:lnTo>
                      <a:pt x="29440" y="6445"/>
                    </a:lnTo>
                    <a:lnTo>
                      <a:pt x="29523" y="6361"/>
                    </a:lnTo>
                    <a:lnTo>
                      <a:pt x="29586" y="6257"/>
                    </a:lnTo>
                    <a:lnTo>
                      <a:pt x="29649" y="6215"/>
                    </a:lnTo>
                    <a:lnTo>
                      <a:pt x="29753" y="6215"/>
                    </a:lnTo>
                    <a:lnTo>
                      <a:pt x="29816" y="6131"/>
                    </a:lnTo>
                    <a:lnTo>
                      <a:pt x="29900" y="6068"/>
                    </a:lnTo>
                    <a:lnTo>
                      <a:pt x="29942" y="5964"/>
                    </a:lnTo>
                    <a:lnTo>
                      <a:pt x="29942" y="5838"/>
                    </a:lnTo>
                    <a:lnTo>
                      <a:pt x="29900" y="5796"/>
                    </a:lnTo>
                    <a:lnTo>
                      <a:pt x="29963" y="5713"/>
                    </a:lnTo>
                    <a:lnTo>
                      <a:pt x="30005" y="5629"/>
                    </a:lnTo>
                    <a:lnTo>
                      <a:pt x="29795" y="5629"/>
                    </a:lnTo>
                    <a:lnTo>
                      <a:pt x="29733" y="5587"/>
                    </a:lnTo>
                    <a:lnTo>
                      <a:pt x="29753" y="5503"/>
                    </a:lnTo>
                    <a:lnTo>
                      <a:pt x="29837" y="5503"/>
                    </a:lnTo>
                    <a:lnTo>
                      <a:pt x="29921" y="5545"/>
                    </a:lnTo>
                    <a:lnTo>
                      <a:pt x="30025" y="5545"/>
                    </a:lnTo>
                    <a:lnTo>
                      <a:pt x="30130" y="5587"/>
                    </a:lnTo>
                    <a:lnTo>
                      <a:pt x="30214" y="5524"/>
                    </a:lnTo>
                    <a:lnTo>
                      <a:pt x="30297" y="5545"/>
                    </a:lnTo>
                    <a:lnTo>
                      <a:pt x="30318" y="5650"/>
                    </a:lnTo>
                    <a:lnTo>
                      <a:pt x="30465" y="5796"/>
                    </a:lnTo>
                    <a:lnTo>
                      <a:pt x="30549" y="5796"/>
                    </a:lnTo>
                    <a:lnTo>
                      <a:pt x="30569" y="5838"/>
                    </a:lnTo>
                    <a:lnTo>
                      <a:pt x="30653" y="5859"/>
                    </a:lnTo>
                    <a:lnTo>
                      <a:pt x="30779" y="5817"/>
                    </a:lnTo>
                    <a:lnTo>
                      <a:pt x="30988" y="5692"/>
                    </a:lnTo>
                    <a:lnTo>
                      <a:pt x="31134" y="5524"/>
                    </a:lnTo>
                    <a:lnTo>
                      <a:pt x="31302" y="5399"/>
                    </a:lnTo>
                    <a:lnTo>
                      <a:pt x="31365" y="5315"/>
                    </a:lnTo>
                    <a:lnTo>
                      <a:pt x="31302" y="5294"/>
                    </a:lnTo>
                    <a:lnTo>
                      <a:pt x="31344" y="5231"/>
                    </a:lnTo>
                    <a:lnTo>
                      <a:pt x="31469" y="5231"/>
                    </a:lnTo>
                    <a:lnTo>
                      <a:pt x="31595" y="5085"/>
                    </a:lnTo>
                    <a:lnTo>
                      <a:pt x="31825" y="4897"/>
                    </a:lnTo>
                    <a:lnTo>
                      <a:pt x="31825" y="4855"/>
                    </a:lnTo>
                    <a:lnTo>
                      <a:pt x="31930" y="4834"/>
                    </a:lnTo>
                    <a:lnTo>
                      <a:pt x="32013" y="4687"/>
                    </a:lnTo>
                    <a:lnTo>
                      <a:pt x="32181" y="4541"/>
                    </a:lnTo>
                    <a:lnTo>
                      <a:pt x="32222" y="4415"/>
                    </a:lnTo>
                    <a:lnTo>
                      <a:pt x="32285" y="4415"/>
                    </a:lnTo>
                    <a:lnTo>
                      <a:pt x="32327" y="4436"/>
                    </a:lnTo>
                    <a:lnTo>
                      <a:pt x="32327" y="4436"/>
                    </a:lnTo>
                    <a:lnTo>
                      <a:pt x="32306" y="4353"/>
                    </a:lnTo>
                    <a:lnTo>
                      <a:pt x="32222" y="4311"/>
                    </a:lnTo>
                    <a:lnTo>
                      <a:pt x="32222" y="4227"/>
                    </a:lnTo>
                    <a:lnTo>
                      <a:pt x="32076" y="4122"/>
                    </a:lnTo>
                    <a:lnTo>
                      <a:pt x="31804" y="4081"/>
                    </a:lnTo>
                    <a:lnTo>
                      <a:pt x="31657" y="4060"/>
                    </a:lnTo>
                    <a:lnTo>
                      <a:pt x="31574" y="4081"/>
                    </a:lnTo>
                    <a:lnTo>
                      <a:pt x="31511" y="4060"/>
                    </a:lnTo>
                    <a:lnTo>
                      <a:pt x="31511" y="3976"/>
                    </a:lnTo>
                    <a:lnTo>
                      <a:pt x="31469" y="3871"/>
                    </a:lnTo>
                    <a:lnTo>
                      <a:pt x="31406" y="3871"/>
                    </a:lnTo>
                    <a:lnTo>
                      <a:pt x="31385" y="3850"/>
                    </a:lnTo>
                    <a:lnTo>
                      <a:pt x="31281" y="3829"/>
                    </a:lnTo>
                    <a:lnTo>
                      <a:pt x="31197" y="3704"/>
                    </a:lnTo>
                    <a:lnTo>
                      <a:pt x="31051" y="3704"/>
                    </a:lnTo>
                    <a:lnTo>
                      <a:pt x="30967" y="3788"/>
                    </a:lnTo>
                    <a:lnTo>
                      <a:pt x="30946" y="3704"/>
                    </a:lnTo>
                    <a:lnTo>
                      <a:pt x="30841" y="3704"/>
                    </a:lnTo>
                    <a:lnTo>
                      <a:pt x="30779" y="3641"/>
                    </a:lnTo>
                    <a:lnTo>
                      <a:pt x="30674" y="3662"/>
                    </a:lnTo>
                    <a:lnTo>
                      <a:pt x="30507" y="3662"/>
                    </a:lnTo>
                    <a:lnTo>
                      <a:pt x="30235" y="3725"/>
                    </a:lnTo>
                    <a:lnTo>
                      <a:pt x="30130" y="3871"/>
                    </a:lnTo>
                    <a:lnTo>
                      <a:pt x="30214" y="3976"/>
                    </a:lnTo>
                    <a:lnTo>
                      <a:pt x="30130" y="4018"/>
                    </a:lnTo>
                    <a:lnTo>
                      <a:pt x="30109" y="4060"/>
                    </a:lnTo>
                    <a:lnTo>
                      <a:pt x="30193" y="4164"/>
                    </a:lnTo>
                    <a:lnTo>
                      <a:pt x="30214" y="4290"/>
                    </a:lnTo>
                    <a:lnTo>
                      <a:pt x="30088" y="4290"/>
                    </a:lnTo>
                    <a:lnTo>
                      <a:pt x="30046" y="4185"/>
                    </a:lnTo>
                    <a:lnTo>
                      <a:pt x="29984" y="4060"/>
                    </a:lnTo>
                    <a:lnTo>
                      <a:pt x="29900" y="4039"/>
                    </a:lnTo>
                    <a:lnTo>
                      <a:pt x="29816" y="4164"/>
                    </a:lnTo>
                    <a:lnTo>
                      <a:pt x="29837" y="4227"/>
                    </a:lnTo>
                    <a:lnTo>
                      <a:pt x="29837" y="4290"/>
                    </a:lnTo>
                    <a:lnTo>
                      <a:pt x="29733" y="4332"/>
                    </a:lnTo>
                    <a:lnTo>
                      <a:pt x="29712" y="4478"/>
                    </a:lnTo>
                    <a:lnTo>
                      <a:pt x="29565" y="4646"/>
                    </a:lnTo>
                    <a:lnTo>
                      <a:pt x="29523" y="4771"/>
                    </a:lnTo>
                    <a:lnTo>
                      <a:pt x="29502" y="4855"/>
                    </a:lnTo>
                    <a:lnTo>
                      <a:pt x="29565" y="4876"/>
                    </a:lnTo>
                    <a:lnTo>
                      <a:pt x="29461" y="4959"/>
                    </a:lnTo>
                    <a:lnTo>
                      <a:pt x="29461" y="5064"/>
                    </a:lnTo>
                    <a:lnTo>
                      <a:pt x="29377" y="5106"/>
                    </a:lnTo>
                    <a:lnTo>
                      <a:pt x="29272" y="5357"/>
                    </a:lnTo>
                    <a:lnTo>
                      <a:pt x="29272" y="5482"/>
                    </a:lnTo>
                    <a:lnTo>
                      <a:pt x="29209" y="5566"/>
                    </a:lnTo>
                    <a:lnTo>
                      <a:pt x="29293" y="5629"/>
                    </a:lnTo>
                    <a:lnTo>
                      <a:pt x="29293" y="5713"/>
                    </a:lnTo>
                    <a:lnTo>
                      <a:pt x="29251" y="5734"/>
                    </a:lnTo>
                    <a:lnTo>
                      <a:pt x="29251" y="5838"/>
                    </a:lnTo>
                    <a:lnTo>
                      <a:pt x="29189" y="6026"/>
                    </a:lnTo>
                    <a:lnTo>
                      <a:pt x="29063" y="6215"/>
                    </a:lnTo>
                    <a:lnTo>
                      <a:pt x="29084" y="6257"/>
                    </a:lnTo>
                    <a:lnTo>
                      <a:pt x="29189" y="6257"/>
                    </a:lnTo>
                    <a:lnTo>
                      <a:pt x="29209" y="6319"/>
                    </a:lnTo>
                    <a:cubicBezTo>
                      <a:pt x="29189" y="6319"/>
                      <a:pt x="29168" y="6340"/>
                      <a:pt x="29168" y="6340"/>
                    </a:cubicBezTo>
                    <a:lnTo>
                      <a:pt x="29105" y="6319"/>
                    </a:lnTo>
                    <a:lnTo>
                      <a:pt x="29042" y="6361"/>
                    </a:lnTo>
                    <a:lnTo>
                      <a:pt x="28958" y="6508"/>
                    </a:lnTo>
                    <a:lnTo>
                      <a:pt x="29042" y="6508"/>
                    </a:lnTo>
                    <a:cubicBezTo>
                      <a:pt x="29000" y="6529"/>
                      <a:pt x="28979" y="6550"/>
                      <a:pt x="28979" y="6612"/>
                    </a:cubicBezTo>
                    <a:lnTo>
                      <a:pt x="28875" y="6570"/>
                    </a:lnTo>
                    <a:lnTo>
                      <a:pt x="28791" y="6633"/>
                    </a:lnTo>
                    <a:lnTo>
                      <a:pt x="28791" y="6738"/>
                    </a:lnTo>
                    <a:lnTo>
                      <a:pt x="28644" y="6842"/>
                    </a:lnTo>
                    <a:lnTo>
                      <a:pt x="28582" y="6884"/>
                    </a:lnTo>
                    <a:cubicBezTo>
                      <a:pt x="28665" y="6612"/>
                      <a:pt x="28728" y="6257"/>
                      <a:pt x="28749" y="5943"/>
                    </a:cubicBezTo>
                    <a:lnTo>
                      <a:pt x="28937" y="5838"/>
                    </a:lnTo>
                    <a:lnTo>
                      <a:pt x="28937" y="5734"/>
                    </a:lnTo>
                    <a:lnTo>
                      <a:pt x="29000" y="5566"/>
                    </a:lnTo>
                    <a:lnTo>
                      <a:pt x="29000" y="5399"/>
                    </a:lnTo>
                    <a:lnTo>
                      <a:pt x="29063" y="5315"/>
                    </a:lnTo>
                    <a:lnTo>
                      <a:pt x="28979" y="5315"/>
                    </a:lnTo>
                    <a:lnTo>
                      <a:pt x="28937" y="5378"/>
                    </a:lnTo>
                    <a:lnTo>
                      <a:pt x="28791" y="5420"/>
                    </a:lnTo>
                    <a:lnTo>
                      <a:pt x="28728" y="5545"/>
                    </a:lnTo>
                    <a:lnTo>
                      <a:pt x="28686" y="5503"/>
                    </a:lnTo>
                    <a:lnTo>
                      <a:pt x="28686" y="5399"/>
                    </a:lnTo>
                    <a:lnTo>
                      <a:pt x="28770" y="5357"/>
                    </a:lnTo>
                    <a:lnTo>
                      <a:pt x="28770" y="5231"/>
                    </a:lnTo>
                    <a:lnTo>
                      <a:pt x="28749" y="5169"/>
                    </a:lnTo>
                    <a:lnTo>
                      <a:pt x="28665" y="5127"/>
                    </a:lnTo>
                    <a:lnTo>
                      <a:pt x="28749" y="5127"/>
                    </a:lnTo>
                    <a:lnTo>
                      <a:pt x="28791" y="5106"/>
                    </a:lnTo>
                    <a:lnTo>
                      <a:pt x="28770" y="4980"/>
                    </a:lnTo>
                    <a:lnTo>
                      <a:pt x="28582" y="4876"/>
                    </a:lnTo>
                    <a:lnTo>
                      <a:pt x="28540" y="4897"/>
                    </a:lnTo>
                    <a:lnTo>
                      <a:pt x="28352" y="4918"/>
                    </a:lnTo>
                    <a:lnTo>
                      <a:pt x="28331" y="4980"/>
                    </a:lnTo>
                    <a:lnTo>
                      <a:pt x="28247" y="4980"/>
                    </a:lnTo>
                    <a:lnTo>
                      <a:pt x="28247" y="4897"/>
                    </a:lnTo>
                    <a:lnTo>
                      <a:pt x="28331" y="4771"/>
                    </a:lnTo>
                    <a:lnTo>
                      <a:pt x="28414" y="4771"/>
                    </a:lnTo>
                    <a:lnTo>
                      <a:pt x="28540" y="4666"/>
                    </a:lnTo>
                    <a:lnTo>
                      <a:pt x="28749" y="4604"/>
                    </a:lnTo>
                    <a:lnTo>
                      <a:pt x="28791" y="4562"/>
                    </a:lnTo>
                    <a:lnTo>
                      <a:pt x="28937" y="4541"/>
                    </a:lnTo>
                    <a:lnTo>
                      <a:pt x="29000" y="4541"/>
                    </a:lnTo>
                    <a:lnTo>
                      <a:pt x="29063" y="4583"/>
                    </a:lnTo>
                    <a:lnTo>
                      <a:pt x="29105" y="4562"/>
                    </a:lnTo>
                    <a:lnTo>
                      <a:pt x="29147" y="4394"/>
                    </a:lnTo>
                    <a:lnTo>
                      <a:pt x="29189" y="4332"/>
                    </a:lnTo>
                    <a:lnTo>
                      <a:pt x="29063" y="4248"/>
                    </a:lnTo>
                    <a:lnTo>
                      <a:pt x="29042" y="4185"/>
                    </a:lnTo>
                    <a:lnTo>
                      <a:pt x="29105" y="4164"/>
                    </a:lnTo>
                    <a:lnTo>
                      <a:pt x="29168" y="4122"/>
                    </a:lnTo>
                    <a:lnTo>
                      <a:pt x="29189" y="4164"/>
                    </a:lnTo>
                    <a:lnTo>
                      <a:pt x="29272" y="4185"/>
                    </a:lnTo>
                    <a:lnTo>
                      <a:pt x="29419" y="4122"/>
                    </a:lnTo>
                    <a:lnTo>
                      <a:pt x="29481" y="4039"/>
                    </a:lnTo>
                    <a:lnTo>
                      <a:pt x="29461" y="3955"/>
                    </a:lnTo>
                    <a:lnTo>
                      <a:pt x="29481" y="3913"/>
                    </a:lnTo>
                    <a:lnTo>
                      <a:pt x="29461" y="3829"/>
                    </a:lnTo>
                    <a:lnTo>
                      <a:pt x="29377" y="3850"/>
                    </a:lnTo>
                    <a:lnTo>
                      <a:pt x="29293" y="3746"/>
                    </a:lnTo>
                    <a:lnTo>
                      <a:pt x="29042" y="3746"/>
                    </a:lnTo>
                    <a:lnTo>
                      <a:pt x="28958" y="3725"/>
                    </a:lnTo>
                    <a:lnTo>
                      <a:pt x="28896" y="3767"/>
                    </a:lnTo>
                    <a:lnTo>
                      <a:pt x="28770" y="3767"/>
                    </a:lnTo>
                    <a:lnTo>
                      <a:pt x="28665" y="3725"/>
                    </a:lnTo>
                    <a:lnTo>
                      <a:pt x="28582" y="3746"/>
                    </a:lnTo>
                    <a:lnTo>
                      <a:pt x="28519" y="3641"/>
                    </a:lnTo>
                    <a:lnTo>
                      <a:pt x="28435" y="3599"/>
                    </a:lnTo>
                    <a:lnTo>
                      <a:pt x="28435" y="3516"/>
                    </a:lnTo>
                    <a:lnTo>
                      <a:pt x="28477" y="3453"/>
                    </a:lnTo>
                    <a:lnTo>
                      <a:pt x="28456" y="3411"/>
                    </a:lnTo>
                    <a:lnTo>
                      <a:pt x="28310" y="3390"/>
                    </a:lnTo>
                    <a:lnTo>
                      <a:pt x="28226" y="3432"/>
                    </a:lnTo>
                    <a:lnTo>
                      <a:pt x="28163" y="3495"/>
                    </a:lnTo>
                    <a:lnTo>
                      <a:pt x="28226" y="3537"/>
                    </a:lnTo>
                    <a:lnTo>
                      <a:pt x="28331" y="3537"/>
                    </a:lnTo>
                    <a:lnTo>
                      <a:pt x="28268" y="3641"/>
                    </a:lnTo>
                    <a:lnTo>
                      <a:pt x="28142" y="3620"/>
                    </a:lnTo>
                    <a:lnTo>
                      <a:pt x="28059" y="3495"/>
                    </a:lnTo>
                    <a:lnTo>
                      <a:pt x="28017" y="3516"/>
                    </a:lnTo>
                    <a:lnTo>
                      <a:pt x="27954" y="3495"/>
                    </a:lnTo>
                    <a:lnTo>
                      <a:pt x="27849" y="3537"/>
                    </a:lnTo>
                    <a:lnTo>
                      <a:pt x="27828" y="3641"/>
                    </a:lnTo>
                    <a:lnTo>
                      <a:pt x="27787" y="3662"/>
                    </a:lnTo>
                    <a:lnTo>
                      <a:pt x="27808" y="3767"/>
                    </a:lnTo>
                    <a:lnTo>
                      <a:pt x="27808" y="3871"/>
                    </a:lnTo>
                    <a:lnTo>
                      <a:pt x="27891" y="3934"/>
                    </a:lnTo>
                    <a:lnTo>
                      <a:pt x="27891" y="4060"/>
                    </a:lnTo>
                    <a:lnTo>
                      <a:pt x="27828" y="4122"/>
                    </a:lnTo>
                    <a:lnTo>
                      <a:pt x="27808" y="4248"/>
                    </a:lnTo>
                    <a:lnTo>
                      <a:pt x="27787" y="4248"/>
                    </a:lnTo>
                    <a:lnTo>
                      <a:pt x="27745" y="4018"/>
                    </a:lnTo>
                    <a:lnTo>
                      <a:pt x="27703" y="3913"/>
                    </a:lnTo>
                    <a:lnTo>
                      <a:pt x="27619" y="3850"/>
                    </a:lnTo>
                    <a:lnTo>
                      <a:pt x="27598" y="3934"/>
                    </a:lnTo>
                    <a:lnTo>
                      <a:pt x="27515" y="3934"/>
                    </a:lnTo>
                    <a:lnTo>
                      <a:pt x="27431" y="4018"/>
                    </a:lnTo>
                    <a:lnTo>
                      <a:pt x="27431" y="4143"/>
                    </a:lnTo>
                    <a:lnTo>
                      <a:pt x="27515" y="4248"/>
                    </a:lnTo>
                    <a:lnTo>
                      <a:pt x="27515" y="4332"/>
                    </a:lnTo>
                    <a:lnTo>
                      <a:pt x="27619" y="4457"/>
                    </a:lnTo>
                    <a:lnTo>
                      <a:pt x="27745" y="4457"/>
                    </a:lnTo>
                    <a:lnTo>
                      <a:pt x="27808" y="4353"/>
                    </a:lnTo>
                    <a:lnTo>
                      <a:pt x="27828" y="4353"/>
                    </a:lnTo>
                    <a:lnTo>
                      <a:pt x="27849" y="4457"/>
                    </a:lnTo>
                    <a:lnTo>
                      <a:pt x="27933" y="4583"/>
                    </a:lnTo>
                    <a:lnTo>
                      <a:pt x="27933" y="4666"/>
                    </a:lnTo>
                    <a:lnTo>
                      <a:pt x="27849" y="4666"/>
                    </a:lnTo>
                    <a:lnTo>
                      <a:pt x="27808" y="4562"/>
                    </a:lnTo>
                    <a:lnTo>
                      <a:pt x="27724" y="4541"/>
                    </a:lnTo>
                    <a:lnTo>
                      <a:pt x="27619" y="4562"/>
                    </a:lnTo>
                    <a:lnTo>
                      <a:pt x="27577" y="4604"/>
                    </a:lnTo>
                    <a:lnTo>
                      <a:pt x="27619" y="4708"/>
                    </a:lnTo>
                    <a:lnTo>
                      <a:pt x="27598" y="4792"/>
                    </a:lnTo>
                    <a:lnTo>
                      <a:pt x="27515" y="4876"/>
                    </a:lnTo>
                    <a:lnTo>
                      <a:pt x="27536" y="4959"/>
                    </a:lnTo>
                    <a:lnTo>
                      <a:pt x="27473" y="5085"/>
                    </a:lnTo>
                    <a:lnTo>
                      <a:pt x="27410" y="5127"/>
                    </a:lnTo>
                    <a:lnTo>
                      <a:pt x="27431" y="5231"/>
                    </a:lnTo>
                    <a:lnTo>
                      <a:pt x="27389" y="5294"/>
                    </a:lnTo>
                    <a:lnTo>
                      <a:pt x="27284" y="5273"/>
                    </a:lnTo>
                    <a:lnTo>
                      <a:pt x="27201" y="5169"/>
                    </a:lnTo>
                    <a:lnTo>
                      <a:pt x="27201" y="5064"/>
                    </a:lnTo>
                    <a:lnTo>
                      <a:pt x="27075" y="4897"/>
                    </a:lnTo>
                    <a:lnTo>
                      <a:pt x="27075" y="4792"/>
                    </a:lnTo>
                    <a:lnTo>
                      <a:pt x="27054" y="4708"/>
                    </a:lnTo>
                    <a:lnTo>
                      <a:pt x="26950" y="4687"/>
                    </a:lnTo>
                    <a:lnTo>
                      <a:pt x="26950" y="4646"/>
                    </a:lnTo>
                    <a:lnTo>
                      <a:pt x="26992" y="4604"/>
                    </a:lnTo>
                    <a:lnTo>
                      <a:pt x="27033" y="4562"/>
                    </a:lnTo>
                    <a:lnTo>
                      <a:pt x="26992" y="4478"/>
                    </a:lnTo>
                    <a:lnTo>
                      <a:pt x="26887" y="4457"/>
                    </a:lnTo>
                    <a:lnTo>
                      <a:pt x="26740" y="4499"/>
                    </a:lnTo>
                    <a:lnTo>
                      <a:pt x="26699" y="4457"/>
                    </a:lnTo>
                    <a:lnTo>
                      <a:pt x="26657" y="4478"/>
                    </a:lnTo>
                    <a:lnTo>
                      <a:pt x="26594" y="4562"/>
                    </a:lnTo>
                    <a:lnTo>
                      <a:pt x="26489" y="4604"/>
                    </a:lnTo>
                    <a:lnTo>
                      <a:pt x="26364" y="4792"/>
                    </a:lnTo>
                    <a:lnTo>
                      <a:pt x="26427" y="4876"/>
                    </a:lnTo>
                    <a:lnTo>
                      <a:pt x="26427" y="5064"/>
                    </a:lnTo>
                    <a:lnTo>
                      <a:pt x="26385" y="5127"/>
                    </a:lnTo>
                    <a:lnTo>
                      <a:pt x="26448" y="5210"/>
                    </a:lnTo>
                    <a:lnTo>
                      <a:pt x="26427" y="5378"/>
                    </a:lnTo>
                    <a:lnTo>
                      <a:pt x="26322" y="5420"/>
                    </a:lnTo>
                    <a:lnTo>
                      <a:pt x="26322" y="5545"/>
                    </a:lnTo>
                    <a:lnTo>
                      <a:pt x="26364" y="5608"/>
                    </a:lnTo>
                    <a:lnTo>
                      <a:pt x="26448" y="5587"/>
                    </a:lnTo>
                    <a:lnTo>
                      <a:pt x="26489" y="5629"/>
                    </a:lnTo>
                    <a:lnTo>
                      <a:pt x="26573" y="5587"/>
                    </a:lnTo>
                    <a:lnTo>
                      <a:pt x="26636" y="5608"/>
                    </a:lnTo>
                    <a:lnTo>
                      <a:pt x="26636" y="5734"/>
                    </a:lnTo>
                    <a:lnTo>
                      <a:pt x="26657" y="5796"/>
                    </a:lnTo>
                    <a:lnTo>
                      <a:pt x="26699" y="5796"/>
                    </a:lnTo>
                    <a:lnTo>
                      <a:pt x="26782" y="5922"/>
                    </a:lnTo>
                    <a:lnTo>
                      <a:pt x="26782" y="6110"/>
                    </a:lnTo>
                    <a:lnTo>
                      <a:pt x="26887" y="6236"/>
                    </a:lnTo>
                    <a:lnTo>
                      <a:pt x="26887" y="6319"/>
                    </a:lnTo>
                    <a:lnTo>
                      <a:pt x="26929" y="6424"/>
                    </a:lnTo>
                    <a:lnTo>
                      <a:pt x="27012" y="6466"/>
                    </a:lnTo>
                    <a:lnTo>
                      <a:pt x="26992" y="6550"/>
                    </a:lnTo>
                    <a:lnTo>
                      <a:pt x="27012" y="6696"/>
                    </a:lnTo>
                    <a:lnTo>
                      <a:pt x="26929" y="6842"/>
                    </a:lnTo>
                    <a:lnTo>
                      <a:pt x="27012" y="6905"/>
                    </a:lnTo>
                    <a:lnTo>
                      <a:pt x="27033" y="7052"/>
                    </a:lnTo>
                    <a:lnTo>
                      <a:pt x="27012" y="7156"/>
                    </a:lnTo>
                    <a:lnTo>
                      <a:pt x="27033" y="7198"/>
                    </a:lnTo>
                    <a:lnTo>
                      <a:pt x="27117" y="7156"/>
                    </a:lnTo>
                    <a:lnTo>
                      <a:pt x="27180" y="7198"/>
                    </a:lnTo>
                    <a:lnTo>
                      <a:pt x="27180" y="7324"/>
                    </a:lnTo>
                    <a:lnTo>
                      <a:pt x="27264" y="7387"/>
                    </a:lnTo>
                    <a:lnTo>
                      <a:pt x="27410" y="7324"/>
                    </a:lnTo>
                    <a:lnTo>
                      <a:pt x="27452" y="7198"/>
                    </a:lnTo>
                    <a:lnTo>
                      <a:pt x="27598" y="7114"/>
                    </a:lnTo>
                    <a:lnTo>
                      <a:pt x="27619" y="7010"/>
                    </a:lnTo>
                    <a:lnTo>
                      <a:pt x="27556" y="6968"/>
                    </a:lnTo>
                    <a:lnTo>
                      <a:pt x="27494" y="6759"/>
                    </a:lnTo>
                    <a:lnTo>
                      <a:pt x="27515" y="6654"/>
                    </a:lnTo>
                    <a:lnTo>
                      <a:pt x="27703" y="6466"/>
                    </a:lnTo>
                    <a:lnTo>
                      <a:pt x="27703" y="6550"/>
                    </a:lnTo>
                    <a:lnTo>
                      <a:pt x="27598" y="6675"/>
                    </a:lnTo>
                    <a:lnTo>
                      <a:pt x="27640" y="6905"/>
                    </a:lnTo>
                    <a:lnTo>
                      <a:pt x="27724" y="6947"/>
                    </a:lnTo>
                    <a:lnTo>
                      <a:pt x="27828" y="6884"/>
                    </a:lnTo>
                    <a:lnTo>
                      <a:pt x="27954" y="6968"/>
                    </a:lnTo>
                    <a:lnTo>
                      <a:pt x="28121" y="6905"/>
                    </a:lnTo>
                    <a:lnTo>
                      <a:pt x="28121" y="6842"/>
                    </a:lnTo>
                    <a:lnTo>
                      <a:pt x="28247" y="6780"/>
                    </a:lnTo>
                    <a:lnTo>
                      <a:pt x="28352" y="6780"/>
                    </a:lnTo>
                    <a:lnTo>
                      <a:pt x="28435" y="6738"/>
                    </a:lnTo>
                    <a:lnTo>
                      <a:pt x="28477" y="6780"/>
                    </a:lnTo>
                    <a:lnTo>
                      <a:pt x="28498" y="6759"/>
                    </a:lnTo>
                    <a:lnTo>
                      <a:pt x="28498" y="6759"/>
                    </a:lnTo>
                    <a:cubicBezTo>
                      <a:pt x="28477" y="6863"/>
                      <a:pt x="28456" y="6989"/>
                      <a:pt x="28456" y="7094"/>
                    </a:cubicBezTo>
                    <a:lnTo>
                      <a:pt x="28435" y="7114"/>
                    </a:lnTo>
                    <a:lnTo>
                      <a:pt x="28456" y="7156"/>
                    </a:lnTo>
                    <a:lnTo>
                      <a:pt x="28456" y="7219"/>
                    </a:lnTo>
                    <a:cubicBezTo>
                      <a:pt x="28456" y="7283"/>
                      <a:pt x="28503" y="7308"/>
                      <a:pt x="28554" y="7308"/>
                    </a:cubicBezTo>
                    <a:cubicBezTo>
                      <a:pt x="28586" y="7308"/>
                      <a:pt x="28620" y="7298"/>
                      <a:pt x="28644" y="7282"/>
                    </a:cubicBezTo>
                    <a:lnTo>
                      <a:pt x="28707" y="7282"/>
                    </a:lnTo>
                    <a:lnTo>
                      <a:pt x="28707" y="7324"/>
                    </a:lnTo>
                    <a:lnTo>
                      <a:pt x="28582" y="7533"/>
                    </a:lnTo>
                    <a:lnTo>
                      <a:pt x="28561" y="7617"/>
                    </a:lnTo>
                    <a:lnTo>
                      <a:pt x="28456" y="7679"/>
                    </a:lnTo>
                    <a:lnTo>
                      <a:pt x="28477" y="7596"/>
                    </a:lnTo>
                    <a:lnTo>
                      <a:pt x="28435" y="7533"/>
                    </a:lnTo>
                    <a:lnTo>
                      <a:pt x="28477" y="7407"/>
                    </a:lnTo>
                    <a:lnTo>
                      <a:pt x="28393" y="7324"/>
                    </a:lnTo>
                    <a:lnTo>
                      <a:pt x="28268" y="7387"/>
                    </a:lnTo>
                    <a:lnTo>
                      <a:pt x="28184" y="7512"/>
                    </a:lnTo>
                    <a:lnTo>
                      <a:pt x="28121" y="7512"/>
                    </a:lnTo>
                    <a:lnTo>
                      <a:pt x="28038" y="7679"/>
                    </a:lnTo>
                    <a:lnTo>
                      <a:pt x="27954" y="7700"/>
                    </a:lnTo>
                    <a:lnTo>
                      <a:pt x="27870" y="7910"/>
                    </a:lnTo>
                    <a:lnTo>
                      <a:pt x="27724" y="8056"/>
                    </a:lnTo>
                    <a:lnTo>
                      <a:pt x="27703" y="8203"/>
                    </a:lnTo>
                    <a:lnTo>
                      <a:pt x="27745" y="8328"/>
                    </a:lnTo>
                    <a:lnTo>
                      <a:pt x="27745" y="8412"/>
                    </a:lnTo>
                    <a:lnTo>
                      <a:pt x="27808" y="8433"/>
                    </a:lnTo>
                    <a:lnTo>
                      <a:pt x="27870" y="8370"/>
                    </a:lnTo>
                    <a:lnTo>
                      <a:pt x="27933" y="8370"/>
                    </a:lnTo>
                    <a:lnTo>
                      <a:pt x="27933" y="8454"/>
                    </a:lnTo>
                    <a:lnTo>
                      <a:pt x="27828" y="8537"/>
                    </a:lnTo>
                    <a:lnTo>
                      <a:pt x="27828" y="8579"/>
                    </a:lnTo>
                    <a:lnTo>
                      <a:pt x="27724" y="8579"/>
                    </a:lnTo>
                    <a:lnTo>
                      <a:pt x="27619" y="8642"/>
                    </a:lnTo>
                    <a:lnTo>
                      <a:pt x="27431" y="8830"/>
                    </a:lnTo>
                    <a:lnTo>
                      <a:pt x="27347" y="8935"/>
                    </a:lnTo>
                    <a:lnTo>
                      <a:pt x="27326" y="9207"/>
                    </a:lnTo>
                    <a:lnTo>
                      <a:pt x="27389" y="9311"/>
                    </a:lnTo>
                    <a:lnTo>
                      <a:pt x="27389" y="9395"/>
                    </a:lnTo>
                    <a:lnTo>
                      <a:pt x="27326" y="9500"/>
                    </a:lnTo>
                    <a:lnTo>
                      <a:pt x="27347" y="9563"/>
                    </a:lnTo>
                    <a:lnTo>
                      <a:pt x="27389" y="9625"/>
                    </a:lnTo>
                    <a:lnTo>
                      <a:pt x="27452" y="9625"/>
                    </a:lnTo>
                    <a:lnTo>
                      <a:pt x="27515" y="9667"/>
                    </a:lnTo>
                    <a:lnTo>
                      <a:pt x="27536" y="9793"/>
                    </a:lnTo>
                    <a:lnTo>
                      <a:pt x="27640" y="9835"/>
                    </a:lnTo>
                    <a:lnTo>
                      <a:pt x="27703" y="9939"/>
                    </a:lnTo>
                    <a:lnTo>
                      <a:pt x="27745" y="9939"/>
                    </a:lnTo>
                    <a:lnTo>
                      <a:pt x="27828" y="9814"/>
                    </a:lnTo>
                    <a:lnTo>
                      <a:pt x="27808" y="9939"/>
                    </a:lnTo>
                    <a:lnTo>
                      <a:pt x="27849" y="10107"/>
                    </a:lnTo>
                    <a:lnTo>
                      <a:pt x="28017" y="10127"/>
                    </a:lnTo>
                    <a:lnTo>
                      <a:pt x="28080" y="10190"/>
                    </a:lnTo>
                    <a:lnTo>
                      <a:pt x="28184" y="10190"/>
                    </a:lnTo>
                    <a:lnTo>
                      <a:pt x="28331" y="10211"/>
                    </a:lnTo>
                    <a:lnTo>
                      <a:pt x="28331" y="10295"/>
                    </a:lnTo>
                    <a:lnTo>
                      <a:pt x="28226" y="10504"/>
                    </a:lnTo>
                    <a:lnTo>
                      <a:pt x="28121" y="10546"/>
                    </a:lnTo>
                    <a:lnTo>
                      <a:pt x="28080" y="10525"/>
                    </a:lnTo>
                    <a:lnTo>
                      <a:pt x="28121" y="10420"/>
                    </a:lnTo>
                    <a:lnTo>
                      <a:pt x="28226" y="10379"/>
                    </a:lnTo>
                    <a:lnTo>
                      <a:pt x="28080" y="10337"/>
                    </a:lnTo>
                    <a:lnTo>
                      <a:pt x="27954" y="10379"/>
                    </a:lnTo>
                    <a:lnTo>
                      <a:pt x="27849" y="10504"/>
                    </a:lnTo>
                    <a:lnTo>
                      <a:pt x="27912" y="10546"/>
                    </a:lnTo>
                    <a:lnTo>
                      <a:pt x="27912" y="10630"/>
                    </a:lnTo>
                    <a:lnTo>
                      <a:pt x="27745" y="10713"/>
                    </a:lnTo>
                    <a:lnTo>
                      <a:pt x="27661" y="10797"/>
                    </a:lnTo>
                    <a:lnTo>
                      <a:pt x="27598" y="10797"/>
                    </a:lnTo>
                    <a:lnTo>
                      <a:pt x="27515" y="10944"/>
                    </a:lnTo>
                    <a:lnTo>
                      <a:pt x="27536" y="11006"/>
                    </a:lnTo>
                    <a:lnTo>
                      <a:pt x="27619" y="11006"/>
                    </a:lnTo>
                    <a:lnTo>
                      <a:pt x="27661" y="11048"/>
                    </a:lnTo>
                    <a:lnTo>
                      <a:pt x="27766" y="11027"/>
                    </a:lnTo>
                    <a:lnTo>
                      <a:pt x="27828" y="10923"/>
                    </a:lnTo>
                    <a:lnTo>
                      <a:pt x="27808" y="10860"/>
                    </a:lnTo>
                    <a:lnTo>
                      <a:pt x="27870" y="10839"/>
                    </a:lnTo>
                    <a:lnTo>
                      <a:pt x="27954" y="10797"/>
                    </a:lnTo>
                    <a:lnTo>
                      <a:pt x="28017" y="10839"/>
                    </a:lnTo>
                    <a:lnTo>
                      <a:pt x="27975" y="10944"/>
                    </a:lnTo>
                    <a:lnTo>
                      <a:pt x="27912" y="11069"/>
                    </a:lnTo>
                    <a:lnTo>
                      <a:pt x="27870" y="11236"/>
                    </a:lnTo>
                    <a:lnTo>
                      <a:pt x="27870" y="11320"/>
                    </a:lnTo>
                    <a:lnTo>
                      <a:pt x="27808" y="11383"/>
                    </a:lnTo>
                    <a:lnTo>
                      <a:pt x="27640" y="11425"/>
                    </a:lnTo>
                    <a:lnTo>
                      <a:pt x="27536" y="11529"/>
                    </a:lnTo>
                    <a:lnTo>
                      <a:pt x="27452" y="11550"/>
                    </a:lnTo>
                    <a:lnTo>
                      <a:pt x="27452" y="11592"/>
                    </a:lnTo>
                    <a:lnTo>
                      <a:pt x="27410" y="11697"/>
                    </a:lnTo>
                    <a:lnTo>
                      <a:pt x="27138" y="11801"/>
                    </a:lnTo>
                    <a:lnTo>
                      <a:pt x="27075" y="11906"/>
                    </a:lnTo>
                    <a:lnTo>
                      <a:pt x="26971" y="11948"/>
                    </a:lnTo>
                    <a:lnTo>
                      <a:pt x="26929" y="11885"/>
                    </a:lnTo>
                    <a:lnTo>
                      <a:pt x="26887" y="11885"/>
                    </a:lnTo>
                    <a:lnTo>
                      <a:pt x="26866" y="11843"/>
                    </a:lnTo>
                    <a:lnTo>
                      <a:pt x="26803" y="11906"/>
                    </a:lnTo>
                    <a:lnTo>
                      <a:pt x="26720" y="11948"/>
                    </a:lnTo>
                    <a:lnTo>
                      <a:pt x="26720" y="11948"/>
                    </a:lnTo>
                    <a:lnTo>
                      <a:pt x="26761" y="11885"/>
                    </a:lnTo>
                    <a:lnTo>
                      <a:pt x="26720" y="11843"/>
                    </a:lnTo>
                    <a:lnTo>
                      <a:pt x="26615" y="11948"/>
                    </a:lnTo>
                    <a:lnTo>
                      <a:pt x="26573" y="12094"/>
                    </a:lnTo>
                    <a:lnTo>
                      <a:pt x="26468" y="12262"/>
                    </a:lnTo>
                    <a:lnTo>
                      <a:pt x="26448" y="12304"/>
                    </a:lnTo>
                    <a:lnTo>
                      <a:pt x="26489" y="12387"/>
                    </a:lnTo>
                    <a:lnTo>
                      <a:pt x="26489" y="12471"/>
                    </a:lnTo>
                    <a:lnTo>
                      <a:pt x="26406" y="12617"/>
                    </a:lnTo>
                    <a:lnTo>
                      <a:pt x="26406" y="12701"/>
                    </a:lnTo>
                    <a:lnTo>
                      <a:pt x="26468" y="12785"/>
                    </a:lnTo>
                    <a:lnTo>
                      <a:pt x="26385" y="12827"/>
                    </a:lnTo>
                    <a:lnTo>
                      <a:pt x="26343" y="12952"/>
                    </a:lnTo>
                    <a:lnTo>
                      <a:pt x="26364" y="12952"/>
                    </a:lnTo>
                    <a:lnTo>
                      <a:pt x="26448" y="12931"/>
                    </a:lnTo>
                    <a:lnTo>
                      <a:pt x="26489" y="12848"/>
                    </a:lnTo>
                    <a:lnTo>
                      <a:pt x="26594" y="12889"/>
                    </a:lnTo>
                    <a:lnTo>
                      <a:pt x="26699" y="12806"/>
                    </a:lnTo>
                    <a:lnTo>
                      <a:pt x="26615" y="12910"/>
                    </a:lnTo>
                    <a:lnTo>
                      <a:pt x="26510" y="12910"/>
                    </a:lnTo>
                    <a:lnTo>
                      <a:pt x="26406" y="13015"/>
                    </a:lnTo>
                    <a:lnTo>
                      <a:pt x="26259" y="13057"/>
                    </a:lnTo>
                    <a:lnTo>
                      <a:pt x="26259" y="13203"/>
                    </a:lnTo>
                    <a:lnTo>
                      <a:pt x="26176" y="13266"/>
                    </a:lnTo>
                    <a:lnTo>
                      <a:pt x="26071" y="13203"/>
                    </a:lnTo>
                    <a:lnTo>
                      <a:pt x="25945" y="13203"/>
                    </a:lnTo>
                    <a:lnTo>
                      <a:pt x="25862" y="13120"/>
                    </a:lnTo>
                    <a:lnTo>
                      <a:pt x="25778" y="13161"/>
                    </a:lnTo>
                    <a:lnTo>
                      <a:pt x="25820" y="13350"/>
                    </a:lnTo>
                    <a:lnTo>
                      <a:pt x="25631" y="13245"/>
                    </a:lnTo>
                    <a:lnTo>
                      <a:pt x="25694" y="12994"/>
                    </a:lnTo>
                    <a:lnTo>
                      <a:pt x="25631" y="12827"/>
                    </a:lnTo>
                    <a:lnTo>
                      <a:pt x="25548" y="12722"/>
                    </a:lnTo>
                    <a:lnTo>
                      <a:pt x="25590" y="12555"/>
                    </a:lnTo>
                    <a:lnTo>
                      <a:pt x="25631" y="12555"/>
                    </a:lnTo>
                    <a:lnTo>
                      <a:pt x="25673" y="12722"/>
                    </a:lnTo>
                    <a:lnTo>
                      <a:pt x="25820" y="12638"/>
                    </a:lnTo>
                    <a:lnTo>
                      <a:pt x="25862" y="12743"/>
                    </a:lnTo>
                    <a:lnTo>
                      <a:pt x="25987" y="12806"/>
                    </a:lnTo>
                    <a:lnTo>
                      <a:pt x="26071" y="12722"/>
                    </a:lnTo>
                    <a:lnTo>
                      <a:pt x="26071" y="12638"/>
                    </a:lnTo>
                    <a:lnTo>
                      <a:pt x="26134" y="12492"/>
                    </a:lnTo>
                    <a:lnTo>
                      <a:pt x="26029" y="12513"/>
                    </a:lnTo>
                    <a:lnTo>
                      <a:pt x="25945" y="12492"/>
                    </a:lnTo>
                    <a:lnTo>
                      <a:pt x="26029" y="12429"/>
                    </a:lnTo>
                    <a:lnTo>
                      <a:pt x="26092" y="12304"/>
                    </a:lnTo>
                    <a:lnTo>
                      <a:pt x="26029" y="12304"/>
                    </a:lnTo>
                    <a:lnTo>
                      <a:pt x="25945" y="12387"/>
                    </a:lnTo>
                    <a:lnTo>
                      <a:pt x="25778" y="12429"/>
                    </a:lnTo>
                    <a:lnTo>
                      <a:pt x="25778" y="12345"/>
                    </a:lnTo>
                    <a:lnTo>
                      <a:pt x="25924" y="12283"/>
                    </a:lnTo>
                    <a:lnTo>
                      <a:pt x="25924" y="12178"/>
                    </a:lnTo>
                    <a:lnTo>
                      <a:pt x="25841" y="12178"/>
                    </a:lnTo>
                    <a:lnTo>
                      <a:pt x="25736" y="12220"/>
                    </a:lnTo>
                    <a:lnTo>
                      <a:pt x="25736" y="12136"/>
                    </a:lnTo>
                    <a:lnTo>
                      <a:pt x="25778" y="11969"/>
                    </a:lnTo>
                    <a:lnTo>
                      <a:pt x="25862" y="11864"/>
                    </a:lnTo>
                    <a:lnTo>
                      <a:pt x="25883" y="11969"/>
                    </a:lnTo>
                    <a:lnTo>
                      <a:pt x="25945" y="11906"/>
                    </a:lnTo>
                    <a:lnTo>
                      <a:pt x="25945" y="11822"/>
                    </a:lnTo>
                    <a:lnTo>
                      <a:pt x="26092" y="11676"/>
                    </a:lnTo>
                    <a:lnTo>
                      <a:pt x="26092" y="11592"/>
                    </a:lnTo>
                    <a:lnTo>
                      <a:pt x="26280" y="11488"/>
                    </a:lnTo>
                    <a:lnTo>
                      <a:pt x="26280" y="11362"/>
                    </a:lnTo>
                    <a:lnTo>
                      <a:pt x="26364" y="11299"/>
                    </a:lnTo>
                    <a:lnTo>
                      <a:pt x="26448" y="11278"/>
                    </a:lnTo>
                    <a:lnTo>
                      <a:pt x="26448" y="11236"/>
                    </a:lnTo>
                    <a:lnTo>
                      <a:pt x="26343" y="11236"/>
                    </a:lnTo>
                    <a:lnTo>
                      <a:pt x="26196" y="11257"/>
                    </a:lnTo>
                    <a:lnTo>
                      <a:pt x="26155" y="11425"/>
                    </a:lnTo>
                    <a:lnTo>
                      <a:pt x="26029" y="11488"/>
                    </a:lnTo>
                    <a:lnTo>
                      <a:pt x="25945" y="11467"/>
                    </a:lnTo>
                    <a:lnTo>
                      <a:pt x="25966" y="11425"/>
                    </a:lnTo>
                    <a:lnTo>
                      <a:pt x="26113" y="11362"/>
                    </a:lnTo>
                    <a:lnTo>
                      <a:pt x="26134" y="11257"/>
                    </a:lnTo>
                    <a:lnTo>
                      <a:pt x="26050" y="11216"/>
                    </a:lnTo>
                    <a:lnTo>
                      <a:pt x="25966" y="11236"/>
                    </a:lnTo>
                    <a:lnTo>
                      <a:pt x="25883" y="11153"/>
                    </a:lnTo>
                    <a:lnTo>
                      <a:pt x="25924" y="11069"/>
                    </a:lnTo>
                    <a:lnTo>
                      <a:pt x="25945" y="10944"/>
                    </a:lnTo>
                    <a:lnTo>
                      <a:pt x="25862" y="10860"/>
                    </a:lnTo>
                    <a:lnTo>
                      <a:pt x="25820" y="10902"/>
                    </a:lnTo>
                    <a:lnTo>
                      <a:pt x="25778" y="10964"/>
                    </a:lnTo>
                    <a:lnTo>
                      <a:pt x="25778" y="10902"/>
                    </a:lnTo>
                    <a:lnTo>
                      <a:pt x="25820" y="10818"/>
                    </a:lnTo>
                    <a:lnTo>
                      <a:pt x="25757" y="10713"/>
                    </a:lnTo>
                    <a:lnTo>
                      <a:pt x="25652" y="10713"/>
                    </a:lnTo>
                    <a:lnTo>
                      <a:pt x="25631" y="10902"/>
                    </a:lnTo>
                    <a:lnTo>
                      <a:pt x="25527" y="10964"/>
                    </a:lnTo>
                    <a:lnTo>
                      <a:pt x="25506" y="11027"/>
                    </a:lnTo>
                    <a:lnTo>
                      <a:pt x="25443" y="10985"/>
                    </a:lnTo>
                    <a:lnTo>
                      <a:pt x="25443" y="10923"/>
                    </a:lnTo>
                    <a:lnTo>
                      <a:pt x="25401" y="10839"/>
                    </a:lnTo>
                    <a:lnTo>
                      <a:pt x="25318" y="10839"/>
                    </a:lnTo>
                    <a:lnTo>
                      <a:pt x="25297" y="10923"/>
                    </a:lnTo>
                    <a:lnTo>
                      <a:pt x="25318" y="10964"/>
                    </a:lnTo>
                    <a:lnTo>
                      <a:pt x="25297" y="11027"/>
                    </a:lnTo>
                    <a:lnTo>
                      <a:pt x="25339" y="11132"/>
                    </a:lnTo>
                    <a:lnTo>
                      <a:pt x="25339" y="11195"/>
                    </a:lnTo>
                    <a:lnTo>
                      <a:pt x="25297" y="11257"/>
                    </a:lnTo>
                    <a:lnTo>
                      <a:pt x="25234" y="11195"/>
                    </a:lnTo>
                    <a:lnTo>
                      <a:pt x="25234" y="11132"/>
                    </a:lnTo>
                    <a:lnTo>
                      <a:pt x="25192" y="11132"/>
                    </a:lnTo>
                    <a:lnTo>
                      <a:pt x="25171" y="11195"/>
                    </a:lnTo>
                    <a:lnTo>
                      <a:pt x="25213" y="11446"/>
                    </a:lnTo>
                    <a:lnTo>
                      <a:pt x="25234" y="11592"/>
                    </a:lnTo>
                    <a:lnTo>
                      <a:pt x="25401" y="11676"/>
                    </a:lnTo>
                    <a:lnTo>
                      <a:pt x="25443" y="11760"/>
                    </a:lnTo>
                    <a:lnTo>
                      <a:pt x="25443" y="11990"/>
                    </a:lnTo>
                    <a:lnTo>
                      <a:pt x="25422" y="11864"/>
                    </a:lnTo>
                    <a:lnTo>
                      <a:pt x="25339" y="11801"/>
                    </a:lnTo>
                    <a:lnTo>
                      <a:pt x="25192" y="11613"/>
                    </a:lnTo>
                    <a:lnTo>
                      <a:pt x="25171" y="11467"/>
                    </a:lnTo>
                    <a:lnTo>
                      <a:pt x="25108" y="11278"/>
                    </a:lnTo>
                    <a:lnTo>
                      <a:pt x="25025" y="11278"/>
                    </a:lnTo>
                    <a:lnTo>
                      <a:pt x="24983" y="11341"/>
                    </a:lnTo>
                    <a:lnTo>
                      <a:pt x="25004" y="11488"/>
                    </a:lnTo>
                    <a:lnTo>
                      <a:pt x="25087" y="11592"/>
                    </a:lnTo>
                    <a:lnTo>
                      <a:pt x="25108" y="11718"/>
                    </a:lnTo>
                    <a:lnTo>
                      <a:pt x="25067" y="11760"/>
                    </a:lnTo>
                    <a:lnTo>
                      <a:pt x="24983" y="11655"/>
                    </a:lnTo>
                    <a:lnTo>
                      <a:pt x="24774" y="11697"/>
                    </a:lnTo>
                    <a:lnTo>
                      <a:pt x="24711" y="11760"/>
                    </a:lnTo>
                    <a:lnTo>
                      <a:pt x="24648" y="11676"/>
                    </a:lnTo>
                    <a:lnTo>
                      <a:pt x="24564" y="11655"/>
                    </a:lnTo>
                    <a:lnTo>
                      <a:pt x="24376" y="11488"/>
                    </a:lnTo>
                    <a:lnTo>
                      <a:pt x="24146" y="11488"/>
                    </a:lnTo>
                    <a:lnTo>
                      <a:pt x="24125" y="11404"/>
                    </a:lnTo>
                    <a:lnTo>
                      <a:pt x="24083" y="11404"/>
                    </a:lnTo>
                    <a:lnTo>
                      <a:pt x="23937" y="11488"/>
                    </a:lnTo>
                    <a:lnTo>
                      <a:pt x="23874" y="11571"/>
                    </a:lnTo>
                    <a:lnTo>
                      <a:pt x="23707" y="11571"/>
                    </a:lnTo>
                    <a:lnTo>
                      <a:pt x="23560" y="11655"/>
                    </a:lnTo>
                    <a:lnTo>
                      <a:pt x="23435" y="11550"/>
                    </a:lnTo>
                    <a:lnTo>
                      <a:pt x="23414" y="11550"/>
                    </a:lnTo>
                    <a:lnTo>
                      <a:pt x="23393" y="11446"/>
                    </a:lnTo>
                    <a:lnTo>
                      <a:pt x="23330" y="11404"/>
                    </a:lnTo>
                    <a:lnTo>
                      <a:pt x="23204" y="11488"/>
                    </a:lnTo>
                    <a:lnTo>
                      <a:pt x="23204" y="11404"/>
                    </a:lnTo>
                    <a:lnTo>
                      <a:pt x="23037" y="11257"/>
                    </a:lnTo>
                    <a:lnTo>
                      <a:pt x="23016" y="11174"/>
                    </a:lnTo>
                    <a:lnTo>
                      <a:pt x="22974" y="11153"/>
                    </a:lnTo>
                    <a:lnTo>
                      <a:pt x="22974" y="11069"/>
                    </a:lnTo>
                    <a:lnTo>
                      <a:pt x="22995" y="11027"/>
                    </a:lnTo>
                    <a:lnTo>
                      <a:pt x="22932" y="10944"/>
                    </a:lnTo>
                    <a:lnTo>
                      <a:pt x="22890" y="10964"/>
                    </a:lnTo>
                    <a:lnTo>
                      <a:pt x="22870" y="10944"/>
                    </a:lnTo>
                    <a:lnTo>
                      <a:pt x="22870" y="10860"/>
                    </a:lnTo>
                    <a:lnTo>
                      <a:pt x="22807" y="10839"/>
                    </a:lnTo>
                    <a:lnTo>
                      <a:pt x="22702" y="10881"/>
                    </a:lnTo>
                    <a:lnTo>
                      <a:pt x="22577" y="10881"/>
                    </a:lnTo>
                    <a:lnTo>
                      <a:pt x="22493" y="10818"/>
                    </a:lnTo>
                    <a:lnTo>
                      <a:pt x="22451" y="10818"/>
                    </a:lnTo>
                    <a:lnTo>
                      <a:pt x="22409" y="10755"/>
                    </a:lnTo>
                    <a:lnTo>
                      <a:pt x="22305" y="10713"/>
                    </a:lnTo>
                    <a:lnTo>
                      <a:pt x="22200" y="10713"/>
                    </a:lnTo>
                    <a:lnTo>
                      <a:pt x="22263" y="10630"/>
                    </a:lnTo>
                    <a:lnTo>
                      <a:pt x="22263" y="10546"/>
                    </a:lnTo>
                    <a:lnTo>
                      <a:pt x="22346" y="10462"/>
                    </a:lnTo>
                    <a:lnTo>
                      <a:pt x="22346" y="10420"/>
                    </a:lnTo>
                    <a:lnTo>
                      <a:pt x="22263" y="10400"/>
                    </a:lnTo>
                    <a:lnTo>
                      <a:pt x="22179" y="10400"/>
                    </a:lnTo>
                    <a:lnTo>
                      <a:pt x="22158" y="10148"/>
                    </a:lnTo>
                    <a:lnTo>
                      <a:pt x="22095" y="10127"/>
                    </a:lnTo>
                    <a:lnTo>
                      <a:pt x="22095" y="10086"/>
                    </a:lnTo>
                    <a:lnTo>
                      <a:pt x="22179" y="10023"/>
                    </a:lnTo>
                    <a:lnTo>
                      <a:pt x="22200" y="9981"/>
                    </a:lnTo>
                    <a:lnTo>
                      <a:pt x="22158" y="9939"/>
                    </a:lnTo>
                    <a:lnTo>
                      <a:pt x="22179" y="9876"/>
                    </a:lnTo>
                    <a:lnTo>
                      <a:pt x="22179" y="9772"/>
                    </a:lnTo>
                    <a:cubicBezTo>
                      <a:pt x="22284" y="9709"/>
                      <a:pt x="22388" y="9688"/>
                      <a:pt x="22493" y="9604"/>
                    </a:cubicBezTo>
                    <a:lnTo>
                      <a:pt x="22514" y="9625"/>
                    </a:lnTo>
                    <a:lnTo>
                      <a:pt x="22598" y="9604"/>
                    </a:lnTo>
                    <a:lnTo>
                      <a:pt x="22681" y="9500"/>
                    </a:lnTo>
                    <a:lnTo>
                      <a:pt x="22702" y="9500"/>
                    </a:lnTo>
                    <a:lnTo>
                      <a:pt x="22702" y="9604"/>
                    </a:lnTo>
                    <a:lnTo>
                      <a:pt x="22765" y="9709"/>
                    </a:lnTo>
                    <a:lnTo>
                      <a:pt x="22828" y="9730"/>
                    </a:lnTo>
                    <a:lnTo>
                      <a:pt x="22911" y="9688"/>
                    </a:lnTo>
                    <a:lnTo>
                      <a:pt x="22995" y="9709"/>
                    </a:lnTo>
                    <a:lnTo>
                      <a:pt x="23037" y="9793"/>
                    </a:lnTo>
                    <a:lnTo>
                      <a:pt x="23121" y="9793"/>
                    </a:lnTo>
                    <a:lnTo>
                      <a:pt x="23183" y="9835"/>
                    </a:lnTo>
                    <a:lnTo>
                      <a:pt x="23225" y="9835"/>
                    </a:lnTo>
                    <a:lnTo>
                      <a:pt x="23225" y="9730"/>
                    </a:lnTo>
                    <a:lnTo>
                      <a:pt x="23288" y="9730"/>
                    </a:lnTo>
                    <a:lnTo>
                      <a:pt x="23351" y="9709"/>
                    </a:lnTo>
                    <a:lnTo>
                      <a:pt x="23414" y="9730"/>
                    </a:lnTo>
                    <a:lnTo>
                      <a:pt x="23414" y="9814"/>
                    </a:lnTo>
                    <a:lnTo>
                      <a:pt x="23455" y="9835"/>
                    </a:lnTo>
                    <a:lnTo>
                      <a:pt x="23539" y="9814"/>
                    </a:lnTo>
                    <a:lnTo>
                      <a:pt x="23602" y="9730"/>
                    </a:lnTo>
                    <a:lnTo>
                      <a:pt x="23644" y="9772"/>
                    </a:lnTo>
                    <a:lnTo>
                      <a:pt x="23665" y="9835"/>
                    </a:lnTo>
                    <a:lnTo>
                      <a:pt x="23727" y="9835"/>
                    </a:lnTo>
                    <a:lnTo>
                      <a:pt x="23748" y="9793"/>
                    </a:lnTo>
                    <a:lnTo>
                      <a:pt x="23769" y="9793"/>
                    </a:lnTo>
                    <a:lnTo>
                      <a:pt x="23832" y="9709"/>
                    </a:lnTo>
                    <a:lnTo>
                      <a:pt x="23916" y="9709"/>
                    </a:lnTo>
                    <a:lnTo>
                      <a:pt x="23937" y="9772"/>
                    </a:lnTo>
                    <a:lnTo>
                      <a:pt x="23979" y="9793"/>
                    </a:lnTo>
                    <a:lnTo>
                      <a:pt x="24041" y="9772"/>
                    </a:lnTo>
                    <a:lnTo>
                      <a:pt x="24041" y="9709"/>
                    </a:lnTo>
                    <a:lnTo>
                      <a:pt x="24020" y="9667"/>
                    </a:lnTo>
                    <a:lnTo>
                      <a:pt x="24083" y="9583"/>
                    </a:lnTo>
                    <a:lnTo>
                      <a:pt x="24083" y="9521"/>
                    </a:lnTo>
                    <a:lnTo>
                      <a:pt x="24146" y="9458"/>
                    </a:lnTo>
                    <a:lnTo>
                      <a:pt x="24146" y="9374"/>
                    </a:lnTo>
                    <a:lnTo>
                      <a:pt x="24062" y="9374"/>
                    </a:lnTo>
                    <a:lnTo>
                      <a:pt x="24041" y="9291"/>
                    </a:lnTo>
                    <a:lnTo>
                      <a:pt x="24062" y="9186"/>
                    </a:lnTo>
                    <a:lnTo>
                      <a:pt x="24146" y="9165"/>
                    </a:lnTo>
                    <a:lnTo>
                      <a:pt x="24146" y="9060"/>
                    </a:lnTo>
                    <a:lnTo>
                      <a:pt x="24041" y="8998"/>
                    </a:lnTo>
                    <a:lnTo>
                      <a:pt x="23958" y="9039"/>
                    </a:lnTo>
                    <a:lnTo>
                      <a:pt x="23958" y="9102"/>
                    </a:lnTo>
                    <a:lnTo>
                      <a:pt x="23916" y="9165"/>
                    </a:lnTo>
                    <a:lnTo>
                      <a:pt x="23832" y="9102"/>
                    </a:lnTo>
                    <a:lnTo>
                      <a:pt x="23707" y="9102"/>
                    </a:lnTo>
                    <a:lnTo>
                      <a:pt x="23560" y="9249"/>
                    </a:lnTo>
                    <a:lnTo>
                      <a:pt x="23455" y="9311"/>
                    </a:lnTo>
                    <a:lnTo>
                      <a:pt x="23455" y="9270"/>
                    </a:lnTo>
                    <a:lnTo>
                      <a:pt x="23602" y="9186"/>
                    </a:lnTo>
                    <a:lnTo>
                      <a:pt x="23644" y="9102"/>
                    </a:lnTo>
                    <a:lnTo>
                      <a:pt x="23644" y="8977"/>
                    </a:lnTo>
                    <a:lnTo>
                      <a:pt x="23602" y="9060"/>
                    </a:lnTo>
                    <a:lnTo>
                      <a:pt x="23539" y="9039"/>
                    </a:lnTo>
                    <a:lnTo>
                      <a:pt x="23539" y="8935"/>
                    </a:lnTo>
                    <a:lnTo>
                      <a:pt x="23644" y="8851"/>
                    </a:lnTo>
                    <a:lnTo>
                      <a:pt x="23560" y="8726"/>
                    </a:lnTo>
                    <a:lnTo>
                      <a:pt x="23644" y="8642"/>
                    </a:lnTo>
                    <a:lnTo>
                      <a:pt x="23727" y="8642"/>
                    </a:lnTo>
                    <a:lnTo>
                      <a:pt x="23707" y="8684"/>
                    </a:lnTo>
                    <a:lnTo>
                      <a:pt x="23748" y="8851"/>
                    </a:lnTo>
                    <a:lnTo>
                      <a:pt x="23832" y="8935"/>
                    </a:lnTo>
                    <a:lnTo>
                      <a:pt x="23874" y="8893"/>
                    </a:lnTo>
                    <a:lnTo>
                      <a:pt x="23979" y="8893"/>
                    </a:lnTo>
                    <a:lnTo>
                      <a:pt x="24041" y="8767"/>
                    </a:lnTo>
                    <a:lnTo>
                      <a:pt x="23979" y="8726"/>
                    </a:lnTo>
                    <a:lnTo>
                      <a:pt x="23979" y="8663"/>
                    </a:lnTo>
                    <a:lnTo>
                      <a:pt x="24062" y="8663"/>
                    </a:lnTo>
                    <a:lnTo>
                      <a:pt x="24083" y="8726"/>
                    </a:lnTo>
                    <a:lnTo>
                      <a:pt x="24146" y="8684"/>
                    </a:lnTo>
                    <a:lnTo>
                      <a:pt x="24251" y="8621"/>
                    </a:lnTo>
                    <a:lnTo>
                      <a:pt x="24271" y="8475"/>
                    </a:lnTo>
                    <a:lnTo>
                      <a:pt x="24292" y="8579"/>
                    </a:lnTo>
                    <a:lnTo>
                      <a:pt x="24355" y="8579"/>
                    </a:lnTo>
                    <a:lnTo>
                      <a:pt x="24460" y="8516"/>
                    </a:lnTo>
                    <a:lnTo>
                      <a:pt x="24376" y="8684"/>
                    </a:lnTo>
                    <a:lnTo>
                      <a:pt x="24376" y="8851"/>
                    </a:lnTo>
                    <a:lnTo>
                      <a:pt x="24439" y="8830"/>
                    </a:lnTo>
                    <a:lnTo>
                      <a:pt x="24481" y="8851"/>
                    </a:lnTo>
                    <a:lnTo>
                      <a:pt x="24439" y="8935"/>
                    </a:lnTo>
                    <a:lnTo>
                      <a:pt x="24502" y="8935"/>
                    </a:lnTo>
                    <a:lnTo>
                      <a:pt x="24564" y="8788"/>
                    </a:lnTo>
                    <a:lnTo>
                      <a:pt x="24606" y="8747"/>
                    </a:lnTo>
                    <a:lnTo>
                      <a:pt x="24690" y="8579"/>
                    </a:lnTo>
                    <a:lnTo>
                      <a:pt x="24774" y="8558"/>
                    </a:lnTo>
                    <a:lnTo>
                      <a:pt x="24753" y="8684"/>
                    </a:lnTo>
                    <a:lnTo>
                      <a:pt x="24648" y="8788"/>
                    </a:lnTo>
                    <a:lnTo>
                      <a:pt x="24669" y="8977"/>
                    </a:lnTo>
                    <a:lnTo>
                      <a:pt x="24753" y="8977"/>
                    </a:lnTo>
                    <a:lnTo>
                      <a:pt x="24815" y="9039"/>
                    </a:lnTo>
                    <a:lnTo>
                      <a:pt x="24878" y="8956"/>
                    </a:lnTo>
                    <a:lnTo>
                      <a:pt x="25004" y="8851"/>
                    </a:lnTo>
                    <a:lnTo>
                      <a:pt x="25067" y="8684"/>
                    </a:lnTo>
                    <a:lnTo>
                      <a:pt x="25108" y="8558"/>
                    </a:lnTo>
                    <a:lnTo>
                      <a:pt x="25087" y="8433"/>
                    </a:lnTo>
                    <a:lnTo>
                      <a:pt x="25129" y="8370"/>
                    </a:lnTo>
                    <a:lnTo>
                      <a:pt x="25108" y="8328"/>
                    </a:lnTo>
                    <a:lnTo>
                      <a:pt x="25025" y="8328"/>
                    </a:lnTo>
                    <a:lnTo>
                      <a:pt x="24983" y="8307"/>
                    </a:lnTo>
                    <a:lnTo>
                      <a:pt x="24899" y="8349"/>
                    </a:lnTo>
                    <a:lnTo>
                      <a:pt x="24899" y="8223"/>
                    </a:lnTo>
                    <a:lnTo>
                      <a:pt x="24941" y="8203"/>
                    </a:lnTo>
                    <a:lnTo>
                      <a:pt x="24920" y="8140"/>
                    </a:lnTo>
                    <a:lnTo>
                      <a:pt x="24815" y="8140"/>
                    </a:lnTo>
                    <a:lnTo>
                      <a:pt x="24795" y="8098"/>
                    </a:lnTo>
                    <a:lnTo>
                      <a:pt x="24690" y="8014"/>
                    </a:lnTo>
                    <a:lnTo>
                      <a:pt x="24690" y="7931"/>
                    </a:lnTo>
                    <a:lnTo>
                      <a:pt x="24606" y="7742"/>
                    </a:lnTo>
                    <a:lnTo>
                      <a:pt x="24585" y="7617"/>
                    </a:lnTo>
                    <a:lnTo>
                      <a:pt x="24627" y="7491"/>
                    </a:lnTo>
                    <a:lnTo>
                      <a:pt x="24585" y="7324"/>
                    </a:lnTo>
                    <a:lnTo>
                      <a:pt x="24502" y="7470"/>
                    </a:lnTo>
                    <a:lnTo>
                      <a:pt x="24502" y="7575"/>
                    </a:lnTo>
                    <a:lnTo>
                      <a:pt x="24418" y="7428"/>
                    </a:lnTo>
                    <a:lnTo>
                      <a:pt x="24292" y="7366"/>
                    </a:lnTo>
                    <a:lnTo>
                      <a:pt x="24271" y="7114"/>
                    </a:lnTo>
                    <a:lnTo>
                      <a:pt x="24188" y="7073"/>
                    </a:lnTo>
                    <a:lnTo>
                      <a:pt x="24167" y="6884"/>
                    </a:lnTo>
                    <a:lnTo>
                      <a:pt x="24083" y="6780"/>
                    </a:lnTo>
                    <a:lnTo>
                      <a:pt x="24083" y="6675"/>
                    </a:lnTo>
                    <a:lnTo>
                      <a:pt x="24041" y="6591"/>
                    </a:lnTo>
                    <a:lnTo>
                      <a:pt x="24041" y="6529"/>
                    </a:lnTo>
                    <a:lnTo>
                      <a:pt x="24146" y="6529"/>
                    </a:lnTo>
                    <a:lnTo>
                      <a:pt x="24167" y="6382"/>
                    </a:lnTo>
                    <a:lnTo>
                      <a:pt x="24251" y="6382"/>
                    </a:lnTo>
                    <a:lnTo>
                      <a:pt x="24271" y="6424"/>
                    </a:lnTo>
                    <a:lnTo>
                      <a:pt x="24355" y="6361"/>
                    </a:lnTo>
                    <a:lnTo>
                      <a:pt x="24355" y="6257"/>
                    </a:lnTo>
                    <a:lnTo>
                      <a:pt x="24460" y="6026"/>
                    </a:lnTo>
                    <a:lnTo>
                      <a:pt x="24460" y="5922"/>
                    </a:lnTo>
                    <a:lnTo>
                      <a:pt x="24481" y="5880"/>
                    </a:lnTo>
                    <a:lnTo>
                      <a:pt x="24397" y="5692"/>
                    </a:lnTo>
                    <a:lnTo>
                      <a:pt x="24460" y="5566"/>
                    </a:lnTo>
                    <a:lnTo>
                      <a:pt x="24523" y="5566"/>
                    </a:lnTo>
                    <a:lnTo>
                      <a:pt x="24523" y="5399"/>
                    </a:lnTo>
                    <a:lnTo>
                      <a:pt x="24627" y="5252"/>
                    </a:lnTo>
                    <a:lnTo>
                      <a:pt x="24627" y="5148"/>
                    </a:lnTo>
                    <a:lnTo>
                      <a:pt x="24690" y="5064"/>
                    </a:lnTo>
                    <a:lnTo>
                      <a:pt x="24690" y="4855"/>
                    </a:lnTo>
                    <a:lnTo>
                      <a:pt x="24774" y="4834"/>
                    </a:lnTo>
                    <a:lnTo>
                      <a:pt x="24774" y="4729"/>
                    </a:lnTo>
                    <a:lnTo>
                      <a:pt x="24899" y="4583"/>
                    </a:lnTo>
                    <a:lnTo>
                      <a:pt x="24899" y="4478"/>
                    </a:lnTo>
                    <a:cubicBezTo>
                      <a:pt x="24918" y="4516"/>
                      <a:pt x="24966" y="4536"/>
                      <a:pt x="25020" y="4536"/>
                    </a:cubicBezTo>
                    <a:cubicBezTo>
                      <a:pt x="25085" y="4536"/>
                      <a:pt x="25158" y="4505"/>
                      <a:pt x="25192" y="4436"/>
                    </a:cubicBezTo>
                    <a:lnTo>
                      <a:pt x="25255" y="4122"/>
                    </a:lnTo>
                    <a:lnTo>
                      <a:pt x="25359" y="4122"/>
                    </a:lnTo>
                    <a:lnTo>
                      <a:pt x="25506" y="3955"/>
                    </a:lnTo>
                    <a:lnTo>
                      <a:pt x="25652" y="3892"/>
                    </a:lnTo>
                    <a:lnTo>
                      <a:pt x="25820" y="3725"/>
                    </a:lnTo>
                    <a:lnTo>
                      <a:pt x="25862" y="3725"/>
                    </a:lnTo>
                    <a:lnTo>
                      <a:pt x="25987" y="3599"/>
                    </a:lnTo>
                    <a:lnTo>
                      <a:pt x="25987" y="3516"/>
                    </a:lnTo>
                    <a:lnTo>
                      <a:pt x="26050" y="3474"/>
                    </a:lnTo>
                    <a:lnTo>
                      <a:pt x="26050" y="3390"/>
                    </a:lnTo>
                    <a:lnTo>
                      <a:pt x="25966" y="3285"/>
                    </a:lnTo>
                    <a:lnTo>
                      <a:pt x="25987" y="3223"/>
                    </a:lnTo>
                    <a:lnTo>
                      <a:pt x="25987" y="3160"/>
                    </a:lnTo>
                    <a:lnTo>
                      <a:pt x="25883" y="2993"/>
                    </a:lnTo>
                    <a:lnTo>
                      <a:pt x="25820" y="2993"/>
                    </a:lnTo>
                    <a:lnTo>
                      <a:pt x="25736" y="3013"/>
                    </a:lnTo>
                    <a:lnTo>
                      <a:pt x="25631" y="2972"/>
                    </a:lnTo>
                    <a:lnTo>
                      <a:pt x="25548" y="2993"/>
                    </a:lnTo>
                    <a:lnTo>
                      <a:pt x="25443" y="2909"/>
                    </a:lnTo>
                    <a:lnTo>
                      <a:pt x="25359" y="2909"/>
                    </a:lnTo>
                    <a:lnTo>
                      <a:pt x="25297" y="2846"/>
                    </a:lnTo>
                    <a:lnTo>
                      <a:pt x="25129" y="2867"/>
                    </a:lnTo>
                    <a:lnTo>
                      <a:pt x="25025" y="2972"/>
                    </a:lnTo>
                    <a:lnTo>
                      <a:pt x="24941" y="2993"/>
                    </a:lnTo>
                    <a:lnTo>
                      <a:pt x="24774" y="3118"/>
                    </a:lnTo>
                    <a:lnTo>
                      <a:pt x="24774" y="3181"/>
                    </a:lnTo>
                    <a:lnTo>
                      <a:pt x="24878" y="3265"/>
                    </a:lnTo>
                    <a:lnTo>
                      <a:pt x="24941" y="3390"/>
                    </a:lnTo>
                    <a:lnTo>
                      <a:pt x="24941" y="3516"/>
                    </a:lnTo>
                    <a:lnTo>
                      <a:pt x="24983" y="3641"/>
                    </a:lnTo>
                    <a:lnTo>
                      <a:pt x="24941" y="3704"/>
                    </a:lnTo>
                    <a:lnTo>
                      <a:pt x="24941" y="3809"/>
                    </a:lnTo>
                    <a:lnTo>
                      <a:pt x="25025" y="3913"/>
                    </a:lnTo>
                    <a:lnTo>
                      <a:pt x="25025" y="3934"/>
                    </a:lnTo>
                    <a:lnTo>
                      <a:pt x="25004" y="3955"/>
                    </a:lnTo>
                    <a:cubicBezTo>
                      <a:pt x="24983" y="4018"/>
                      <a:pt x="24941" y="4081"/>
                      <a:pt x="24920" y="4143"/>
                    </a:cubicBezTo>
                    <a:lnTo>
                      <a:pt x="24899" y="4081"/>
                    </a:lnTo>
                    <a:lnTo>
                      <a:pt x="24920" y="4018"/>
                    </a:lnTo>
                    <a:lnTo>
                      <a:pt x="24920" y="3934"/>
                    </a:lnTo>
                    <a:lnTo>
                      <a:pt x="24815" y="3871"/>
                    </a:lnTo>
                    <a:lnTo>
                      <a:pt x="24774" y="3725"/>
                    </a:lnTo>
                    <a:lnTo>
                      <a:pt x="24795" y="3662"/>
                    </a:lnTo>
                    <a:lnTo>
                      <a:pt x="24711" y="3495"/>
                    </a:lnTo>
                    <a:lnTo>
                      <a:pt x="24606" y="3474"/>
                    </a:lnTo>
                    <a:lnTo>
                      <a:pt x="24564" y="3411"/>
                    </a:lnTo>
                    <a:lnTo>
                      <a:pt x="24502" y="3411"/>
                    </a:lnTo>
                    <a:lnTo>
                      <a:pt x="24481" y="3578"/>
                    </a:lnTo>
                    <a:lnTo>
                      <a:pt x="24418" y="3578"/>
                    </a:lnTo>
                    <a:lnTo>
                      <a:pt x="24292" y="3369"/>
                    </a:lnTo>
                    <a:lnTo>
                      <a:pt x="24209" y="3369"/>
                    </a:lnTo>
                    <a:lnTo>
                      <a:pt x="24146" y="3285"/>
                    </a:lnTo>
                    <a:lnTo>
                      <a:pt x="24062" y="3327"/>
                    </a:lnTo>
                    <a:lnTo>
                      <a:pt x="24083" y="3495"/>
                    </a:lnTo>
                    <a:lnTo>
                      <a:pt x="24041" y="3516"/>
                    </a:lnTo>
                    <a:lnTo>
                      <a:pt x="23958" y="3495"/>
                    </a:lnTo>
                    <a:lnTo>
                      <a:pt x="23895" y="3620"/>
                    </a:lnTo>
                    <a:lnTo>
                      <a:pt x="23895" y="3704"/>
                    </a:lnTo>
                    <a:lnTo>
                      <a:pt x="23832" y="3746"/>
                    </a:lnTo>
                    <a:lnTo>
                      <a:pt x="23748" y="4039"/>
                    </a:lnTo>
                    <a:lnTo>
                      <a:pt x="23748" y="4143"/>
                    </a:lnTo>
                    <a:lnTo>
                      <a:pt x="23686" y="4227"/>
                    </a:lnTo>
                    <a:lnTo>
                      <a:pt x="23686" y="4353"/>
                    </a:lnTo>
                    <a:lnTo>
                      <a:pt x="23665" y="4374"/>
                    </a:lnTo>
                    <a:lnTo>
                      <a:pt x="23665" y="4478"/>
                    </a:lnTo>
                    <a:lnTo>
                      <a:pt x="23581" y="4541"/>
                    </a:lnTo>
                    <a:lnTo>
                      <a:pt x="23581" y="4771"/>
                    </a:lnTo>
                    <a:lnTo>
                      <a:pt x="23518" y="4813"/>
                    </a:lnTo>
                    <a:lnTo>
                      <a:pt x="23455" y="4792"/>
                    </a:lnTo>
                    <a:lnTo>
                      <a:pt x="23372" y="4980"/>
                    </a:lnTo>
                    <a:lnTo>
                      <a:pt x="23414" y="5064"/>
                    </a:lnTo>
                    <a:lnTo>
                      <a:pt x="23372" y="5169"/>
                    </a:lnTo>
                    <a:lnTo>
                      <a:pt x="23372" y="5273"/>
                    </a:lnTo>
                    <a:lnTo>
                      <a:pt x="23309" y="5378"/>
                    </a:lnTo>
                    <a:lnTo>
                      <a:pt x="23351" y="5462"/>
                    </a:lnTo>
                    <a:lnTo>
                      <a:pt x="23330" y="5524"/>
                    </a:lnTo>
                    <a:lnTo>
                      <a:pt x="23204" y="5524"/>
                    </a:lnTo>
                    <a:lnTo>
                      <a:pt x="23246" y="5587"/>
                    </a:lnTo>
                    <a:lnTo>
                      <a:pt x="23351" y="5629"/>
                    </a:lnTo>
                    <a:lnTo>
                      <a:pt x="23351" y="5734"/>
                    </a:lnTo>
                    <a:lnTo>
                      <a:pt x="23267" y="5713"/>
                    </a:lnTo>
                    <a:lnTo>
                      <a:pt x="23204" y="5734"/>
                    </a:lnTo>
                    <a:lnTo>
                      <a:pt x="23121" y="5796"/>
                    </a:lnTo>
                    <a:lnTo>
                      <a:pt x="23037" y="5754"/>
                    </a:lnTo>
                    <a:lnTo>
                      <a:pt x="22995" y="5817"/>
                    </a:lnTo>
                    <a:lnTo>
                      <a:pt x="22995" y="5922"/>
                    </a:lnTo>
                    <a:lnTo>
                      <a:pt x="22932" y="5964"/>
                    </a:lnTo>
                    <a:lnTo>
                      <a:pt x="22849" y="5922"/>
                    </a:lnTo>
                    <a:lnTo>
                      <a:pt x="22849" y="5817"/>
                    </a:lnTo>
                    <a:lnTo>
                      <a:pt x="22890" y="5734"/>
                    </a:lnTo>
                    <a:lnTo>
                      <a:pt x="22828" y="5650"/>
                    </a:lnTo>
                    <a:lnTo>
                      <a:pt x="22828" y="5482"/>
                    </a:lnTo>
                    <a:lnTo>
                      <a:pt x="22911" y="5294"/>
                    </a:lnTo>
                    <a:lnTo>
                      <a:pt x="22932" y="5169"/>
                    </a:lnTo>
                    <a:lnTo>
                      <a:pt x="23016" y="5085"/>
                    </a:lnTo>
                    <a:lnTo>
                      <a:pt x="23016" y="4980"/>
                    </a:lnTo>
                    <a:lnTo>
                      <a:pt x="23037" y="4876"/>
                    </a:lnTo>
                    <a:lnTo>
                      <a:pt x="23100" y="4646"/>
                    </a:lnTo>
                    <a:lnTo>
                      <a:pt x="23225" y="4562"/>
                    </a:lnTo>
                    <a:lnTo>
                      <a:pt x="23225" y="4436"/>
                    </a:lnTo>
                    <a:lnTo>
                      <a:pt x="23100" y="4436"/>
                    </a:lnTo>
                    <a:lnTo>
                      <a:pt x="23100" y="4353"/>
                    </a:lnTo>
                    <a:lnTo>
                      <a:pt x="23163" y="4269"/>
                    </a:lnTo>
                    <a:lnTo>
                      <a:pt x="23163" y="4039"/>
                    </a:lnTo>
                    <a:lnTo>
                      <a:pt x="23121" y="3976"/>
                    </a:lnTo>
                    <a:lnTo>
                      <a:pt x="23058" y="3850"/>
                    </a:lnTo>
                    <a:lnTo>
                      <a:pt x="23100" y="3809"/>
                    </a:lnTo>
                    <a:lnTo>
                      <a:pt x="23100" y="3662"/>
                    </a:lnTo>
                    <a:lnTo>
                      <a:pt x="23016" y="3662"/>
                    </a:lnTo>
                    <a:lnTo>
                      <a:pt x="22911" y="3537"/>
                    </a:lnTo>
                    <a:lnTo>
                      <a:pt x="22744" y="3599"/>
                    </a:lnTo>
                    <a:lnTo>
                      <a:pt x="22723" y="3725"/>
                    </a:lnTo>
                    <a:lnTo>
                      <a:pt x="22828" y="3809"/>
                    </a:lnTo>
                    <a:lnTo>
                      <a:pt x="22828" y="3913"/>
                    </a:lnTo>
                    <a:lnTo>
                      <a:pt x="22890" y="3976"/>
                    </a:lnTo>
                    <a:lnTo>
                      <a:pt x="22890" y="4060"/>
                    </a:lnTo>
                    <a:lnTo>
                      <a:pt x="22807" y="4060"/>
                    </a:lnTo>
                    <a:lnTo>
                      <a:pt x="22786" y="3955"/>
                    </a:lnTo>
                    <a:lnTo>
                      <a:pt x="22702" y="3955"/>
                    </a:lnTo>
                    <a:lnTo>
                      <a:pt x="22639" y="4081"/>
                    </a:lnTo>
                    <a:lnTo>
                      <a:pt x="22702" y="4122"/>
                    </a:lnTo>
                    <a:lnTo>
                      <a:pt x="22723" y="4227"/>
                    </a:lnTo>
                    <a:lnTo>
                      <a:pt x="22786" y="4353"/>
                    </a:lnTo>
                    <a:lnTo>
                      <a:pt x="22723" y="4394"/>
                    </a:lnTo>
                    <a:lnTo>
                      <a:pt x="22702" y="4353"/>
                    </a:lnTo>
                    <a:lnTo>
                      <a:pt x="22639" y="4290"/>
                    </a:lnTo>
                    <a:lnTo>
                      <a:pt x="22618" y="4436"/>
                    </a:lnTo>
                    <a:lnTo>
                      <a:pt x="22514" y="4353"/>
                    </a:lnTo>
                    <a:lnTo>
                      <a:pt x="22514" y="4248"/>
                    </a:lnTo>
                    <a:lnTo>
                      <a:pt x="22430" y="4248"/>
                    </a:lnTo>
                    <a:lnTo>
                      <a:pt x="22388" y="4353"/>
                    </a:lnTo>
                    <a:lnTo>
                      <a:pt x="22326" y="4332"/>
                    </a:lnTo>
                    <a:lnTo>
                      <a:pt x="22326" y="4185"/>
                    </a:lnTo>
                    <a:lnTo>
                      <a:pt x="22409" y="4122"/>
                    </a:lnTo>
                    <a:lnTo>
                      <a:pt x="22388" y="4081"/>
                    </a:lnTo>
                    <a:lnTo>
                      <a:pt x="22221" y="4143"/>
                    </a:lnTo>
                    <a:lnTo>
                      <a:pt x="22095" y="4269"/>
                    </a:lnTo>
                    <a:lnTo>
                      <a:pt x="22012" y="4143"/>
                    </a:lnTo>
                    <a:lnTo>
                      <a:pt x="21949" y="4143"/>
                    </a:lnTo>
                    <a:lnTo>
                      <a:pt x="21865" y="4227"/>
                    </a:lnTo>
                    <a:lnTo>
                      <a:pt x="21740" y="4227"/>
                    </a:lnTo>
                    <a:lnTo>
                      <a:pt x="21698" y="4164"/>
                    </a:lnTo>
                    <a:lnTo>
                      <a:pt x="21572" y="4185"/>
                    </a:lnTo>
                    <a:lnTo>
                      <a:pt x="21530" y="4143"/>
                    </a:lnTo>
                    <a:lnTo>
                      <a:pt x="21635" y="4060"/>
                    </a:lnTo>
                    <a:lnTo>
                      <a:pt x="21782" y="4039"/>
                    </a:lnTo>
                    <a:lnTo>
                      <a:pt x="21865" y="4060"/>
                    </a:lnTo>
                    <a:lnTo>
                      <a:pt x="21991" y="4039"/>
                    </a:lnTo>
                    <a:lnTo>
                      <a:pt x="21991" y="3955"/>
                    </a:lnTo>
                    <a:lnTo>
                      <a:pt x="22074" y="3934"/>
                    </a:lnTo>
                    <a:lnTo>
                      <a:pt x="22158" y="3955"/>
                    </a:lnTo>
                    <a:lnTo>
                      <a:pt x="22263" y="3850"/>
                    </a:lnTo>
                    <a:lnTo>
                      <a:pt x="22263" y="3746"/>
                    </a:lnTo>
                    <a:lnTo>
                      <a:pt x="22284" y="3662"/>
                    </a:lnTo>
                    <a:lnTo>
                      <a:pt x="22200" y="3599"/>
                    </a:lnTo>
                    <a:lnTo>
                      <a:pt x="22095" y="3411"/>
                    </a:lnTo>
                    <a:lnTo>
                      <a:pt x="21970" y="3348"/>
                    </a:lnTo>
                    <a:lnTo>
                      <a:pt x="21949" y="3285"/>
                    </a:lnTo>
                    <a:lnTo>
                      <a:pt x="21761" y="3118"/>
                    </a:lnTo>
                    <a:lnTo>
                      <a:pt x="21740" y="3076"/>
                    </a:lnTo>
                    <a:lnTo>
                      <a:pt x="21635" y="3076"/>
                    </a:lnTo>
                    <a:lnTo>
                      <a:pt x="21489" y="3139"/>
                    </a:lnTo>
                    <a:lnTo>
                      <a:pt x="21426" y="3139"/>
                    </a:lnTo>
                    <a:lnTo>
                      <a:pt x="21238" y="3327"/>
                    </a:lnTo>
                    <a:lnTo>
                      <a:pt x="21279" y="3390"/>
                    </a:lnTo>
                    <a:lnTo>
                      <a:pt x="21279" y="3453"/>
                    </a:lnTo>
                    <a:lnTo>
                      <a:pt x="21217" y="3495"/>
                    </a:lnTo>
                    <a:lnTo>
                      <a:pt x="21133" y="3516"/>
                    </a:lnTo>
                    <a:lnTo>
                      <a:pt x="21133" y="3453"/>
                    </a:lnTo>
                    <a:lnTo>
                      <a:pt x="21049" y="3495"/>
                    </a:lnTo>
                    <a:lnTo>
                      <a:pt x="20966" y="3432"/>
                    </a:lnTo>
                    <a:lnTo>
                      <a:pt x="20861" y="3432"/>
                    </a:lnTo>
                    <a:lnTo>
                      <a:pt x="20819" y="3495"/>
                    </a:lnTo>
                    <a:lnTo>
                      <a:pt x="20714" y="3495"/>
                    </a:lnTo>
                    <a:lnTo>
                      <a:pt x="20652" y="3432"/>
                    </a:lnTo>
                    <a:lnTo>
                      <a:pt x="20714" y="3390"/>
                    </a:lnTo>
                    <a:lnTo>
                      <a:pt x="20861" y="3348"/>
                    </a:lnTo>
                    <a:lnTo>
                      <a:pt x="20924" y="3244"/>
                    </a:lnTo>
                    <a:lnTo>
                      <a:pt x="21028" y="3223"/>
                    </a:lnTo>
                    <a:lnTo>
                      <a:pt x="21112" y="3244"/>
                    </a:lnTo>
                    <a:lnTo>
                      <a:pt x="21175" y="3139"/>
                    </a:lnTo>
                    <a:lnTo>
                      <a:pt x="21175" y="3013"/>
                    </a:lnTo>
                    <a:lnTo>
                      <a:pt x="21238" y="2972"/>
                    </a:lnTo>
                    <a:lnTo>
                      <a:pt x="21321" y="2972"/>
                    </a:lnTo>
                    <a:lnTo>
                      <a:pt x="21384" y="2804"/>
                    </a:lnTo>
                    <a:lnTo>
                      <a:pt x="21384" y="2616"/>
                    </a:lnTo>
                    <a:lnTo>
                      <a:pt x="21426" y="2553"/>
                    </a:lnTo>
                    <a:lnTo>
                      <a:pt x="21384" y="2449"/>
                    </a:lnTo>
                    <a:lnTo>
                      <a:pt x="21279" y="2449"/>
                    </a:lnTo>
                    <a:lnTo>
                      <a:pt x="21112" y="2490"/>
                    </a:lnTo>
                    <a:lnTo>
                      <a:pt x="20903" y="2553"/>
                    </a:lnTo>
                    <a:lnTo>
                      <a:pt x="20694" y="2616"/>
                    </a:lnTo>
                    <a:lnTo>
                      <a:pt x="20547" y="2658"/>
                    </a:lnTo>
                    <a:cubicBezTo>
                      <a:pt x="20652" y="2616"/>
                      <a:pt x="20798" y="2574"/>
                      <a:pt x="20903" y="2511"/>
                    </a:cubicBezTo>
                    <a:cubicBezTo>
                      <a:pt x="20945" y="2511"/>
                      <a:pt x="21028" y="2490"/>
                      <a:pt x="21070" y="2490"/>
                    </a:cubicBezTo>
                    <a:cubicBezTo>
                      <a:pt x="21217" y="2469"/>
                      <a:pt x="21238" y="2344"/>
                      <a:pt x="21175" y="2239"/>
                    </a:cubicBezTo>
                    <a:lnTo>
                      <a:pt x="21238" y="2177"/>
                    </a:lnTo>
                    <a:lnTo>
                      <a:pt x="21217" y="2072"/>
                    </a:lnTo>
                    <a:lnTo>
                      <a:pt x="21217" y="1967"/>
                    </a:lnTo>
                    <a:lnTo>
                      <a:pt x="21154" y="1884"/>
                    </a:lnTo>
                    <a:lnTo>
                      <a:pt x="21217" y="1842"/>
                    </a:lnTo>
                    <a:lnTo>
                      <a:pt x="21217" y="1674"/>
                    </a:lnTo>
                    <a:lnTo>
                      <a:pt x="21133" y="1507"/>
                    </a:lnTo>
                    <a:lnTo>
                      <a:pt x="21175" y="1402"/>
                    </a:lnTo>
                    <a:lnTo>
                      <a:pt x="21154" y="1109"/>
                    </a:lnTo>
                    <a:lnTo>
                      <a:pt x="20945" y="879"/>
                    </a:lnTo>
                    <a:lnTo>
                      <a:pt x="20924" y="775"/>
                    </a:lnTo>
                    <a:lnTo>
                      <a:pt x="20840" y="733"/>
                    </a:lnTo>
                    <a:lnTo>
                      <a:pt x="20694" y="796"/>
                    </a:lnTo>
                    <a:lnTo>
                      <a:pt x="20526" y="775"/>
                    </a:lnTo>
                    <a:lnTo>
                      <a:pt x="20442" y="837"/>
                    </a:lnTo>
                    <a:lnTo>
                      <a:pt x="20442" y="984"/>
                    </a:lnTo>
                    <a:lnTo>
                      <a:pt x="20212" y="1109"/>
                    </a:lnTo>
                    <a:lnTo>
                      <a:pt x="20212" y="1047"/>
                    </a:lnTo>
                    <a:lnTo>
                      <a:pt x="20380" y="900"/>
                    </a:lnTo>
                    <a:lnTo>
                      <a:pt x="20422" y="754"/>
                    </a:lnTo>
                    <a:lnTo>
                      <a:pt x="20317" y="670"/>
                    </a:lnTo>
                    <a:lnTo>
                      <a:pt x="20212" y="712"/>
                    </a:lnTo>
                    <a:lnTo>
                      <a:pt x="20129" y="733"/>
                    </a:lnTo>
                    <a:lnTo>
                      <a:pt x="20212" y="670"/>
                    </a:lnTo>
                    <a:lnTo>
                      <a:pt x="20191" y="586"/>
                    </a:lnTo>
                    <a:lnTo>
                      <a:pt x="19898" y="419"/>
                    </a:lnTo>
                    <a:lnTo>
                      <a:pt x="19815" y="293"/>
                    </a:lnTo>
                    <a:lnTo>
                      <a:pt x="19752" y="252"/>
                    </a:lnTo>
                    <a:lnTo>
                      <a:pt x="19773" y="105"/>
                    </a:lnTo>
                    <a:lnTo>
                      <a:pt x="19459"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A6CBC2"/>
                  </a:solidFill>
                </a:endParaRPr>
              </a:p>
            </p:txBody>
          </p:sp>
        </p:grpSp>
        <p:sp>
          <p:nvSpPr>
            <p:cNvPr id="1518" name="Google Shape;1518;p60"/>
            <p:cNvSpPr/>
            <p:nvPr/>
          </p:nvSpPr>
          <p:spPr>
            <a:xfrm>
              <a:off x="3216902" y="3020658"/>
              <a:ext cx="15456" cy="5959"/>
            </a:xfrm>
            <a:custGeom>
              <a:avLst/>
              <a:gdLst/>
              <a:ahLst/>
              <a:cxnLst/>
              <a:rect l="l" t="t" r="r" b="b"/>
              <a:pathLst>
                <a:path w="1298" h="524" extrusionOk="0">
                  <a:moveTo>
                    <a:pt x="503" y="0"/>
                  </a:moveTo>
                  <a:lnTo>
                    <a:pt x="293" y="42"/>
                  </a:lnTo>
                  <a:lnTo>
                    <a:pt x="168" y="21"/>
                  </a:lnTo>
                  <a:lnTo>
                    <a:pt x="63" y="42"/>
                  </a:lnTo>
                  <a:lnTo>
                    <a:pt x="1" y="147"/>
                  </a:lnTo>
                  <a:lnTo>
                    <a:pt x="105" y="230"/>
                  </a:lnTo>
                  <a:lnTo>
                    <a:pt x="189" y="209"/>
                  </a:lnTo>
                  <a:lnTo>
                    <a:pt x="252" y="230"/>
                  </a:lnTo>
                  <a:lnTo>
                    <a:pt x="314" y="377"/>
                  </a:lnTo>
                  <a:lnTo>
                    <a:pt x="398" y="439"/>
                  </a:lnTo>
                  <a:lnTo>
                    <a:pt x="524" y="439"/>
                  </a:lnTo>
                  <a:lnTo>
                    <a:pt x="607" y="523"/>
                  </a:lnTo>
                  <a:lnTo>
                    <a:pt x="775" y="523"/>
                  </a:lnTo>
                  <a:lnTo>
                    <a:pt x="775" y="377"/>
                  </a:lnTo>
                  <a:lnTo>
                    <a:pt x="879" y="377"/>
                  </a:lnTo>
                  <a:lnTo>
                    <a:pt x="900" y="439"/>
                  </a:lnTo>
                  <a:lnTo>
                    <a:pt x="984" y="439"/>
                  </a:lnTo>
                  <a:lnTo>
                    <a:pt x="1005" y="335"/>
                  </a:lnTo>
                  <a:lnTo>
                    <a:pt x="1089" y="377"/>
                  </a:lnTo>
                  <a:lnTo>
                    <a:pt x="1298" y="377"/>
                  </a:lnTo>
                  <a:lnTo>
                    <a:pt x="1298" y="335"/>
                  </a:lnTo>
                  <a:lnTo>
                    <a:pt x="1193" y="230"/>
                  </a:lnTo>
                  <a:lnTo>
                    <a:pt x="1047" y="209"/>
                  </a:lnTo>
                  <a:lnTo>
                    <a:pt x="942" y="21"/>
                  </a:lnTo>
                  <a:lnTo>
                    <a:pt x="50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19" name="Google Shape;1519;p60"/>
            <p:cNvSpPr/>
            <p:nvPr/>
          </p:nvSpPr>
          <p:spPr>
            <a:xfrm>
              <a:off x="3243063" y="3010423"/>
              <a:ext cx="19695" cy="13340"/>
            </a:xfrm>
            <a:custGeom>
              <a:avLst/>
              <a:gdLst/>
              <a:ahLst/>
              <a:cxnLst/>
              <a:rect l="l" t="t" r="r" b="b"/>
              <a:pathLst>
                <a:path w="1654" h="1173" extrusionOk="0">
                  <a:moveTo>
                    <a:pt x="1089" y="0"/>
                  </a:moveTo>
                  <a:lnTo>
                    <a:pt x="1005" y="63"/>
                  </a:lnTo>
                  <a:lnTo>
                    <a:pt x="900" y="21"/>
                  </a:lnTo>
                  <a:lnTo>
                    <a:pt x="691" y="21"/>
                  </a:lnTo>
                  <a:lnTo>
                    <a:pt x="649" y="84"/>
                  </a:lnTo>
                  <a:lnTo>
                    <a:pt x="754" y="168"/>
                  </a:lnTo>
                  <a:lnTo>
                    <a:pt x="1068" y="272"/>
                  </a:lnTo>
                  <a:lnTo>
                    <a:pt x="1047" y="314"/>
                  </a:lnTo>
                  <a:lnTo>
                    <a:pt x="1109" y="398"/>
                  </a:lnTo>
                  <a:lnTo>
                    <a:pt x="1047" y="544"/>
                  </a:lnTo>
                  <a:lnTo>
                    <a:pt x="1109" y="649"/>
                  </a:lnTo>
                  <a:lnTo>
                    <a:pt x="1214" y="691"/>
                  </a:lnTo>
                  <a:lnTo>
                    <a:pt x="1340" y="795"/>
                  </a:lnTo>
                  <a:lnTo>
                    <a:pt x="1319" y="858"/>
                  </a:lnTo>
                  <a:lnTo>
                    <a:pt x="1068" y="858"/>
                  </a:lnTo>
                  <a:lnTo>
                    <a:pt x="1026" y="900"/>
                  </a:lnTo>
                  <a:lnTo>
                    <a:pt x="921" y="858"/>
                  </a:lnTo>
                  <a:lnTo>
                    <a:pt x="796" y="858"/>
                  </a:lnTo>
                  <a:lnTo>
                    <a:pt x="649" y="816"/>
                  </a:lnTo>
                  <a:lnTo>
                    <a:pt x="524" y="858"/>
                  </a:lnTo>
                  <a:lnTo>
                    <a:pt x="524" y="816"/>
                  </a:lnTo>
                  <a:lnTo>
                    <a:pt x="482" y="795"/>
                  </a:lnTo>
                  <a:lnTo>
                    <a:pt x="293" y="837"/>
                  </a:lnTo>
                  <a:lnTo>
                    <a:pt x="189" y="733"/>
                  </a:lnTo>
                  <a:lnTo>
                    <a:pt x="63" y="795"/>
                  </a:lnTo>
                  <a:lnTo>
                    <a:pt x="0" y="858"/>
                  </a:lnTo>
                  <a:lnTo>
                    <a:pt x="63" y="963"/>
                  </a:lnTo>
                  <a:lnTo>
                    <a:pt x="189" y="1005"/>
                  </a:lnTo>
                  <a:lnTo>
                    <a:pt x="314" y="1151"/>
                  </a:lnTo>
                  <a:lnTo>
                    <a:pt x="377" y="1172"/>
                  </a:lnTo>
                  <a:lnTo>
                    <a:pt x="377" y="1067"/>
                  </a:lnTo>
                  <a:lnTo>
                    <a:pt x="419" y="1026"/>
                  </a:lnTo>
                  <a:lnTo>
                    <a:pt x="691" y="1026"/>
                  </a:lnTo>
                  <a:lnTo>
                    <a:pt x="796" y="1067"/>
                  </a:lnTo>
                  <a:lnTo>
                    <a:pt x="1109" y="1067"/>
                  </a:lnTo>
                  <a:lnTo>
                    <a:pt x="1151" y="1047"/>
                  </a:lnTo>
                  <a:lnTo>
                    <a:pt x="1256" y="1109"/>
                  </a:lnTo>
                  <a:lnTo>
                    <a:pt x="1340" y="1109"/>
                  </a:lnTo>
                  <a:lnTo>
                    <a:pt x="1340" y="1047"/>
                  </a:lnTo>
                  <a:lnTo>
                    <a:pt x="1570" y="921"/>
                  </a:lnTo>
                  <a:lnTo>
                    <a:pt x="1570" y="837"/>
                  </a:lnTo>
                  <a:lnTo>
                    <a:pt x="1570" y="733"/>
                  </a:lnTo>
                  <a:lnTo>
                    <a:pt x="1528" y="607"/>
                  </a:lnTo>
                  <a:lnTo>
                    <a:pt x="1549" y="544"/>
                  </a:lnTo>
                  <a:lnTo>
                    <a:pt x="1633" y="502"/>
                  </a:lnTo>
                  <a:lnTo>
                    <a:pt x="1653" y="377"/>
                  </a:lnTo>
                  <a:lnTo>
                    <a:pt x="1612" y="293"/>
                  </a:lnTo>
                  <a:lnTo>
                    <a:pt x="1653" y="189"/>
                  </a:lnTo>
                  <a:lnTo>
                    <a:pt x="1633" y="126"/>
                  </a:lnTo>
                  <a:lnTo>
                    <a:pt x="1528" y="105"/>
                  </a:lnTo>
                  <a:lnTo>
                    <a:pt x="1423" y="126"/>
                  </a:lnTo>
                  <a:lnTo>
                    <a:pt x="1319" y="21"/>
                  </a:lnTo>
                  <a:lnTo>
                    <a:pt x="108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20" name="Google Shape;1520;p60"/>
            <p:cNvSpPr/>
            <p:nvPr/>
          </p:nvSpPr>
          <p:spPr>
            <a:xfrm>
              <a:off x="3173297" y="2986859"/>
              <a:ext cx="73267" cy="24997"/>
            </a:xfrm>
            <a:custGeom>
              <a:avLst/>
              <a:gdLst/>
              <a:ahLst/>
              <a:cxnLst/>
              <a:rect l="l" t="t" r="r" b="b"/>
              <a:pathLst>
                <a:path w="6153" h="2198" extrusionOk="0">
                  <a:moveTo>
                    <a:pt x="1570" y="1"/>
                  </a:moveTo>
                  <a:lnTo>
                    <a:pt x="1445" y="106"/>
                  </a:lnTo>
                  <a:lnTo>
                    <a:pt x="1131" y="106"/>
                  </a:lnTo>
                  <a:lnTo>
                    <a:pt x="901" y="168"/>
                  </a:lnTo>
                  <a:lnTo>
                    <a:pt x="817" y="252"/>
                  </a:lnTo>
                  <a:lnTo>
                    <a:pt x="566" y="315"/>
                  </a:lnTo>
                  <a:lnTo>
                    <a:pt x="482" y="419"/>
                  </a:lnTo>
                  <a:lnTo>
                    <a:pt x="377" y="482"/>
                  </a:lnTo>
                  <a:lnTo>
                    <a:pt x="357" y="608"/>
                  </a:lnTo>
                  <a:lnTo>
                    <a:pt x="419" y="712"/>
                  </a:lnTo>
                  <a:lnTo>
                    <a:pt x="398" y="775"/>
                  </a:lnTo>
                  <a:lnTo>
                    <a:pt x="294" y="712"/>
                  </a:lnTo>
                  <a:lnTo>
                    <a:pt x="85" y="817"/>
                  </a:lnTo>
                  <a:lnTo>
                    <a:pt x="1" y="796"/>
                  </a:lnTo>
                  <a:lnTo>
                    <a:pt x="1" y="880"/>
                  </a:lnTo>
                  <a:lnTo>
                    <a:pt x="105" y="922"/>
                  </a:lnTo>
                  <a:lnTo>
                    <a:pt x="252" y="796"/>
                  </a:lnTo>
                  <a:lnTo>
                    <a:pt x="273" y="817"/>
                  </a:lnTo>
                  <a:lnTo>
                    <a:pt x="273" y="922"/>
                  </a:lnTo>
                  <a:lnTo>
                    <a:pt x="419" y="817"/>
                  </a:lnTo>
                  <a:lnTo>
                    <a:pt x="524" y="817"/>
                  </a:lnTo>
                  <a:lnTo>
                    <a:pt x="629" y="629"/>
                  </a:lnTo>
                  <a:lnTo>
                    <a:pt x="796" y="670"/>
                  </a:lnTo>
                  <a:lnTo>
                    <a:pt x="838" y="608"/>
                  </a:lnTo>
                  <a:lnTo>
                    <a:pt x="922" y="691"/>
                  </a:lnTo>
                  <a:lnTo>
                    <a:pt x="1026" y="670"/>
                  </a:lnTo>
                  <a:lnTo>
                    <a:pt x="1214" y="461"/>
                  </a:lnTo>
                  <a:lnTo>
                    <a:pt x="1319" y="419"/>
                  </a:lnTo>
                  <a:lnTo>
                    <a:pt x="1361" y="357"/>
                  </a:lnTo>
                  <a:lnTo>
                    <a:pt x="1528" y="378"/>
                  </a:lnTo>
                  <a:lnTo>
                    <a:pt x="1654" y="378"/>
                  </a:lnTo>
                  <a:lnTo>
                    <a:pt x="1884" y="398"/>
                  </a:lnTo>
                  <a:lnTo>
                    <a:pt x="1968" y="461"/>
                  </a:lnTo>
                  <a:lnTo>
                    <a:pt x="1884" y="503"/>
                  </a:lnTo>
                  <a:lnTo>
                    <a:pt x="1758" y="503"/>
                  </a:lnTo>
                  <a:lnTo>
                    <a:pt x="1675" y="566"/>
                  </a:lnTo>
                  <a:lnTo>
                    <a:pt x="1758" y="629"/>
                  </a:lnTo>
                  <a:lnTo>
                    <a:pt x="2093" y="691"/>
                  </a:lnTo>
                  <a:lnTo>
                    <a:pt x="2177" y="670"/>
                  </a:lnTo>
                  <a:lnTo>
                    <a:pt x="2282" y="670"/>
                  </a:lnTo>
                  <a:lnTo>
                    <a:pt x="2386" y="733"/>
                  </a:lnTo>
                  <a:lnTo>
                    <a:pt x="2554" y="775"/>
                  </a:lnTo>
                  <a:lnTo>
                    <a:pt x="2616" y="775"/>
                  </a:lnTo>
                  <a:lnTo>
                    <a:pt x="2658" y="691"/>
                  </a:lnTo>
                  <a:lnTo>
                    <a:pt x="2721" y="775"/>
                  </a:lnTo>
                  <a:lnTo>
                    <a:pt x="2763" y="817"/>
                  </a:lnTo>
                  <a:lnTo>
                    <a:pt x="2930" y="942"/>
                  </a:lnTo>
                  <a:lnTo>
                    <a:pt x="3077" y="984"/>
                  </a:lnTo>
                  <a:lnTo>
                    <a:pt x="3139" y="942"/>
                  </a:lnTo>
                  <a:lnTo>
                    <a:pt x="3244" y="1026"/>
                  </a:lnTo>
                  <a:lnTo>
                    <a:pt x="3349" y="1005"/>
                  </a:lnTo>
                  <a:lnTo>
                    <a:pt x="3432" y="1047"/>
                  </a:lnTo>
                  <a:lnTo>
                    <a:pt x="3600" y="1005"/>
                  </a:lnTo>
                  <a:lnTo>
                    <a:pt x="3663" y="1026"/>
                  </a:lnTo>
                  <a:lnTo>
                    <a:pt x="3746" y="1361"/>
                  </a:lnTo>
                  <a:lnTo>
                    <a:pt x="3955" y="1570"/>
                  </a:lnTo>
                  <a:lnTo>
                    <a:pt x="4039" y="1612"/>
                  </a:lnTo>
                  <a:lnTo>
                    <a:pt x="4081" y="1549"/>
                  </a:lnTo>
                  <a:lnTo>
                    <a:pt x="4227" y="1633"/>
                  </a:lnTo>
                  <a:lnTo>
                    <a:pt x="4437" y="1633"/>
                  </a:lnTo>
                  <a:lnTo>
                    <a:pt x="4458" y="1675"/>
                  </a:lnTo>
                  <a:lnTo>
                    <a:pt x="4541" y="1738"/>
                  </a:lnTo>
                  <a:lnTo>
                    <a:pt x="4541" y="1842"/>
                  </a:lnTo>
                  <a:lnTo>
                    <a:pt x="4374" y="1863"/>
                  </a:lnTo>
                  <a:lnTo>
                    <a:pt x="4186" y="2051"/>
                  </a:lnTo>
                  <a:lnTo>
                    <a:pt x="4186" y="2156"/>
                  </a:lnTo>
                  <a:lnTo>
                    <a:pt x="4374" y="2177"/>
                  </a:lnTo>
                  <a:lnTo>
                    <a:pt x="4541" y="2135"/>
                  </a:lnTo>
                  <a:lnTo>
                    <a:pt x="4604" y="2156"/>
                  </a:lnTo>
                  <a:lnTo>
                    <a:pt x="4897" y="2093"/>
                  </a:lnTo>
                  <a:lnTo>
                    <a:pt x="5064" y="2093"/>
                  </a:lnTo>
                  <a:lnTo>
                    <a:pt x="5274" y="2198"/>
                  </a:lnTo>
                  <a:lnTo>
                    <a:pt x="5546" y="2135"/>
                  </a:lnTo>
                  <a:lnTo>
                    <a:pt x="5587" y="2072"/>
                  </a:lnTo>
                  <a:lnTo>
                    <a:pt x="5650" y="2072"/>
                  </a:lnTo>
                  <a:lnTo>
                    <a:pt x="5734" y="2030"/>
                  </a:lnTo>
                  <a:lnTo>
                    <a:pt x="5943" y="2051"/>
                  </a:lnTo>
                  <a:lnTo>
                    <a:pt x="6069" y="1989"/>
                  </a:lnTo>
                  <a:lnTo>
                    <a:pt x="6152" y="1884"/>
                  </a:lnTo>
                  <a:lnTo>
                    <a:pt x="6111" y="1842"/>
                  </a:lnTo>
                  <a:lnTo>
                    <a:pt x="6006" y="1821"/>
                  </a:lnTo>
                  <a:lnTo>
                    <a:pt x="5922" y="1654"/>
                  </a:lnTo>
                  <a:lnTo>
                    <a:pt x="5692" y="1549"/>
                  </a:lnTo>
                  <a:lnTo>
                    <a:pt x="5378" y="1549"/>
                  </a:lnTo>
                  <a:lnTo>
                    <a:pt x="5295" y="1528"/>
                  </a:lnTo>
                  <a:lnTo>
                    <a:pt x="5336" y="1466"/>
                  </a:lnTo>
                  <a:lnTo>
                    <a:pt x="5399" y="1319"/>
                  </a:lnTo>
                  <a:lnTo>
                    <a:pt x="5315" y="1298"/>
                  </a:lnTo>
                  <a:lnTo>
                    <a:pt x="5232" y="1340"/>
                  </a:lnTo>
                  <a:lnTo>
                    <a:pt x="5127" y="1340"/>
                  </a:lnTo>
                  <a:lnTo>
                    <a:pt x="4918" y="1194"/>
                  </a:lnTo>
                  <a:lnTo>
                    <a:pt x="4855" y="1235"/>
                  </a:lnTo>
                  <a:lnTo>
                    <a:pt x="4771" y="1152"/>
                  </a:lnTo>
                  <a:lnTo>
                    <a:pt x="4604" y="1026"/>
                  </a:lnTo>
                  <a:lnTo>
                    <a:pt x="4541" y="1131"/>
                  </a:lnTo>
                  <a:lnTo>
                    <a:pt x="4479" y="1089"/>
                  </a:lnTo>
                  <a:lnTo>
                    <a:pt x="4499" y="1005"/>
                  </a:lnTo>
                  <a:lnTo>
                    <a:pt x="4437" y="984"/>
                  </a:lnTo>
                  <a:lnTo>
                    <a:pt x="4395" y="1047"/>
                  </a:lnTo>
                  <a:lnTo>
                    <a:pt x="4332" y="984"/>
                  </a:lnTo>
                  <a:lnTo>
                    <a:pt x="4123" y="922"/>
                  </a:lnTo>
                  <a:lnTo>
                    <a:pt x="3955" y="796"/>
                  </a:lnTo>
                  <a:lnTo>
                    <a:pt x="3830" y="712"/>
                  </a:lnTo>
                  <a:lnTo>
                    <a:pt x="3704" y="587"/>
                  </a:lnTo>
                  <a:lnTo>
                    <a:pt x="3349" y="587"/>
                  </a:lnTo>
                  <a:lnTo>
                    <a:pt x="3244" y="524"/>
                  </a:lnTo>
                  <a:lnTo>
                    <a:pt x="3202" y="398"/>
                  </a:lnTo>
                  <a:lnTo>
                    <a:pt x="3077" y="252"/>
                  </a:lnTo>
                  <a:lnTo>
                    <a:pt x="2972" y="273"/>
                  </a:lnTo>
                  <a:lnTo>
                    <a:pt x="2909" y="210"/>
                  </a:lnTo>
                  <a:lnTo>
                    <a:pt x="2491" y="147"/>
                  </a:lnTo>
                  <a:lnTo>
                    <a:pt x="2365" y="210"/>
                  </a:lnTo>
                  <a:lnTo>
                    <a:pt x="2177" y="168"/>
                  </a:lnTo>
                  <a:lnTo>
                    <a:pt x="2072" y="43"/>
                  </a:lnTo>
                  <a:lnTo>
                    <a:pt x="182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21" name="Google Shape;1521;p60"/>
            <p:cNvSpPr/>
            <p:nvPr/>
          </p:nvSpPr>
          <p:spPr>
            <a:xfrm>
              <a:off x="3371128" y="3527019"/>
              <a:ext cx="18695" cy="10247"/>
            </a:xfrm>
            <a:custGeom>
              <a:avLst/>
              <a:gdLst/>
              <a:ahLst/>
              <a:cxnLst/>
              <a:rect l="l" t="t" r="r" b="b"/>
              <a:pathLst>
                <a:path w="1570" h="901" extrusionOk="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22" name="Google Shape;1522;p60"/>
            <p:cNvSpPr/>
            <p:nvPr/>
          </p:nvSpPr>
          <p:spPr>
            <a:xfrm>
              <a:off x="3183264" y="3080853"/>
              <a:ext cx="38140" cy="16672"/>
            </a:xfrm>
            <a:custGeom>
              <a:avLst/>
              <a:gdLst/>
              <a:ahLst/>
              <a:cxnLst/>
              <a:rect l="l" t="t" r="r" b="b"/>
              <a:pathLst>
                <a:path w="3203" h="1466" extrusionOk="0">
                  <a:moveTo>
                    <a:pt x="2072" y="1"/>
                  </a:moveTo>
                  <a:lnTo>
                    <a:pt x="2030" y="43"/>
                  </a:lnTo>
                  <a:lnTo>
                    <a:pt x="1863" y="147"/>
                  </a:lnTo>
                  <a:lnTo>
                    <a:pt x="1675" y="189"/>
                  </a:lnTo>
                  <a:lnTo>
                    <a:pt x="1319" y="377"/>
                  </a:lnTo>
                  <a:lnTo>
                    <a:pt x="1214" y="461"/>
                  </a:lnTo>
                  <a:lnTo>
                    <a:pt x="1131" y="482"/>
                  </a:lnTo>
                  <a:lnTo>
                    <a:pt x="921" y="482"/>
                  </a:lnTo>
                  <a:lnTo>
                    <a:pt x="733" y="315"/>
                  </a:lnTo>
                  <a:lnTo>
                    <a:pt x="608" y="273"/>
                  </a:lnTo>
                  <a:lnTo>
                    <a:pt x="566" y="294"/>
                  </a:lnTo>
                  <a:lnTo>
                    <a:pt x="629" y="356"/>
                  </a:lnTo>
                  <a:lnTo>
                    <a:pt x="629" y="398"/>
                  </a:lnTo>
                  <a:lnTo>
                    <a:pt x="566" y="419"/>
                  </a:lnTo>
                  <a:lnTo>
                    <a:pt x="461" y="377"/>
                  </a:lnTo>
                  <a:lnTo>
                    <a:pt x="419" y="315"/>
                  </a:lnTo>
                  <a:lnTo>
                    <a:pt x="461" y="294"/>
                  </a:lnTo>
                  <a:lnTo>
                    <a:pt x="482" y="294"/>
                  </a:lnTo>
                  <a:lnTo>
                    <a:pt x="461" y="252"/>
                  </a:lnTo>
                  <a:lnTo>
                    <a:pt x="398" y="252"/>
                  </a:lnTo>
                  <a:lnTo>
                    <a:pt x="315" y="210"/>
                  </a:lnTo>
                  <a:lnTo>
                    <a:pt x="273" y="168"/>
                  </a:lnTo>
                  <a:lnTo>
                    <a:pt x="252" y="84"/>
                  </a:lnTo>
                  <a:lnTo>
                    <a:pt x="147" y="84"/>
                  </a:lnTo>
                  <a:lnTo>
                    <a:pt x="85" y="147"/>
                  </a:lnTo>
                  <a:lnTo>
                    <a:pt x="85" y="252"/>
                  </a:lnTo>
                  <a:lnTo>
                    <a:pt x="43" y="315"/>
                  </a:lnTo>
                  <a:lnTo>
                    <a:pt x="1" y="398"/>
                  </a:lnTo>
                  <a:lnTo>
                    <a:pt x="85" y="419"/>
                  </a:lnTo>
                  <a:lnTo>
                    <a:pt x="147" y="524"/>
                  </a:lnTo>
                  <a:lnTo>
                    <a:pt x="64" y="587"/>
                  </a:lnTo>
                  <a:lnTo>
                    <a:pt x="43" y="691"/>
                  </a:lnTo>
                  <a:lnTo>
                    <a:pt x="43" y="733"/>
                  </a:lnTo>
                  <a:lnTo>
                    <a:pt x="64" y="796"/>
                  </a:lnTo>
                  <a:lnTo>
                    <a:pt x="168" y="796"/>
                  </a:lnTo>
                  <a:lnTo>
                    <a:pt x="252" y="817"/>
                  </a:lnTo>
                  <a:lnTo>
                    <a:pt x="357" y="796"/>
                  </a:lnTo>
                  <a:lnTo>
                    <a:pt x="398" y="733"/>
                  </a:lnTo>
                  <a:lnTo>
                    <a:pt x="461" y="796"/>
                  </a:lnTo>
                  <a:lnTo>
                    <a:pt x="461" y="838"/>
                  </a:lnTo>
                  <a:lnTo>
                    <a:pt x="524" y="880"/>
                  </a:lnTo>
                  <a:lnTo>
                    <a:pt x="733" y="900"/>
                  </a:lnTo>
                  <a:lnTo>
                    <a:pt x="775" y="1026"/>
                  </a:lnTo>
                  <a:lnTo>
                    <a:pt x="817" y="1193"/>
                  </a:lnTo>
                  <a:lnTo>
                    <a:pt x="921" y="1235"/>
                  </a:lnTo>
                  <a:lnTo>
                    <a:pt x="1026" y="1235"/>
                  </a:lnTo>
                  <a:lnTo>
                    <a:pt x="1047" y="1152"/>
                  </a:lnTo>
                  <a:lnTo>
                    <a:pt x="1005" y="1131"/>
                  </a:lnTo>
                  <a:lnTo>
                    <a:pt x="1047" y="1047"/>
                  </a:lnTo>
                  <a:lnTo>
                    <a:pt x="1131" y="1089"/>
                  </a:lnTo>
                  <a:lnTo>
                    <a:pt x="1152" y="1131"/>
                  </a:lnTo>
                  <a:lnTo>
                    <a:pt x="1131" y="1193"/>
                  </a:lnTo>
                  <a:lnTo>
                    <a:pt x="1152" y="1319"/>
                  </a:lnTo>
                  <a:lnTo>
                    <a:pt x="1152" y="1403"/>
                  </a:lnTo>
                  <a:lnTo>
                    <a:pt x="1193" y="1444"/>
                  </a:lnTo>
                  <a:lnTo>
                    <a:pt x="1340" y="1465"/>
                  </a:lnTo>
                  <a:lnTo>
                    <a:pt x="1424" y="1361"/>
                  </a:lnTo>
                  <a:lnTo>
                    <a:pt x="1507" y="1298"/>
                  </a:lnTo>
                  <a:lnTo>
                    <a:pt x="1612" y="1319"/>
                  </a:lnTo>
                  <a:lnTo>
                    <a:pt x="1654" y="1298"/>
                  </a:lnTo>
                  <a:lnTo>
                    <a:pt x="1654" y="1152"/>
                  </a:lnTo>
                  <a:lnTo>
                    <a:pt x="1570" y="1089"/>
                  </a:lnTo>
                  <a:lnTo>
                    <a:pt x="1465" y="1026"/>
                  </a:lnTo>
                  <a:lnTo>
                    <a:pt x="1445" y="921"/>
                  </a:lnTo>
                  <a:lnTo>
                    <a:pt x="1445" y="880"/>
                  </a:lnTo>
                  <a:lnTo>
                    <a:pt x="1549" y="817"/>
                  </a:lnTo>
                  <a:lnTo>
                    <a:pt x="1737" y="775"/>
                  </a:lnTo>
                  <a:lnTo>
                    <a:pt x="1884" y="628"/>
                  </a:lnTo>
                  <a:lnTo>
                    <a:pt x="1884" y="587"/>
                  </a:lnTo>
                  <a:lnTo>
                    <a:pt x="1863" y="566"/>
                  </a:lnTo>
                  <a:lnTo>
                    <a:pt x="1863" y="419"/>
                  </a:lnTo>
                  <a:lnTo>
                    <a:pt x="2051" y="356"/>
                  </a:lnTo>
                  <a:lnTo>
                    <a:pt x="2177" y="315"/>
                  </a:lnTo>
                  <a:lnTo>
                    <a:pt x="2261" y="377"/>
                  </a:lnTo>
                  <a:lnTo>
                    <a:pt x="2365" y="482"/>
                  </a:lnTo>
                  <a:lnTo>
                    <a:pt x="2449" y="482"/>
                  </a:lnTo>
                  <a:lnTo>
                    <a:pt x="2553" y="608"/>
                  </a:lnTo>
                  <a:lnTo>
                    <a:pt x="2574" y="712"/>
                  </a:lnTo>
                  <a:lnTo>
                    <a:pt x="2616" y="775"/>
                  </a:lnTo>
                  <a:lnTo>
                    <a:pt x="2679" y="733"/>
                  </a:lnTo>
                  <a:lnTo>
                    <a:pt x="2763" y="670"/>
                  </a:lnTo>
                  <a:lnTo>
                    <a:pt x="2805" y="670"/>
                  </a:lnTo>
                  <a:lnTo>
                    <a:pt x="2826" y="733"/>
                  </a:lnTo>
                  <a:lnTo>
                    <a:pt x="2784" y="796"/>
                  </a:lnTo>
                  <a:lnTo>
                    <a:pt x="2721" y="796"/>
                  </a:lnTo>
                  <a:lnTo>
                    <a:pt x="2616" y="942"/>
                  </a:lnTo>
                  <a:lnTo>
                    <a:pt x="2595" y="984"/>
                  </a:lnTo>
                  <a:lnTo>
                    <a:pt x="2616" y="1131"/>
                  </a:lnTo>
                  <a:lnTo>
                    <a:pt x="2763" y="1319"/>
                  </a:lnTo>
                  <a:lnTo>
                    <a:pt x="2888" y="1424"/>
                  </a:lnTo>
                  <a:lnTo>
                    <a:pt x="2972" y="1235"/>
                  </a:lnTo>
                  <a:lnTo>
                    <a:pt x="3014" y="1235"/>
                  </a:lnTo>
                  <a:lnTo>
                    <a:pt x="3098" y="1193"/>
                  </a:lnTo>
                  <a:lnTo>
                    <a:pt x="3118" y="1047"/>
                  </a:lnTo>
                  <a:lnTo>
                    <a:pt x="3202" y="900"/>
                  </a:lnTo>
                  <a:lnTo>
                    <a:pt x="3139" y="733"/>
                  </a:lnTo>
                  <a:lnTo>
                    <a:pt x="3139" y="691"/>
                  </a:lnTo>
                  <a:lnTo>
                    <a:pt x="3181" y="587"/>
                  </a:lnTo>
                  <a:lnTo>
                    <a:pt x="3118" y="524"/>
                  </a:lnTo>
                  <a:lnTo>
                    <a:pt x="3035" y="482"/>
                  </a:lnTo>
                  <a:lnTo>
                    <a:pt x="3014" y="419"/>
                  </a:lnTo>
                  <a:lnTo>
                    <a:pt x="2909" y="294"/>
                  </a:lnTo>
                  <a:lnTo>
                    <a:pt x="2679" y="168"/>
                  </a:lnTo>
                  <a:lnTo>
                    <a:pt x="2512" y="147"/>
                  </a:lnTo>
                  <a:lnTo>
                    <a:pt x="2281" y="147"/>
                  </a:lnTo>
                  <a:lnTo>
                    <a:pt x="2198" y="105"/>
                  </a:lnTo>
                  <a:lnTo>
                    <a:pt x="2156" y="63"/>
                  </a:lnTo>
                  <a:lnTo>
                    <a:pt x="207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23" name="Google Shape;1523;p60"/>
            <p:cNvSpPr/>
            <p:nvPr/>
          </p:nvSpPr>
          <p:spPr>
            <a:xfrm>
              <a:off x="3163092" y="3070629"/>
              <a:ext cx="23172" cy="20709"/>
            </a:xfrm>
            <a:custGeom>
              <a:avLst/>
              <a:gdLst/>
              <a:ahLst/>
              <a:cxnLst/>
              <a:rect l="l" t="t" r="r" b="b"/>
              <a:pathLst>
                <a:path w="1946" h="1821" extrusionOk="0">
                  <a:moveTo>
                    <a:pt x="293" y="0"/>
                  </a:moveTo>
                  <a:lnTo>
                    <a:pt x="105" y="21"/>
                  </a:lnTo>
                  <a:lnTo>
                    <a:pt x="105" y="42"/>
                  </a:lnTo>
                  <a:lnTo>
                    <a:pt x="63" y="63"/>
                  </a:lnTo>
                  <a:lnTo>
                    <a:pt x="84" y="63"/>
                  </a:lnTo>
                  <a:lnTo>
                    <a:pt x="63" y="209"/>
                  </a:lnTo>
                  <a:lnTo>
                    <a:pt x="0" y="230"/>
                  </a:lnTo>
                  <a:lnTo>
                    <a:pt x="63" y="251"/>
                  </a:lnTo>
                  <a:lnTo>
                    <a:pt x="126" y="272"/>
                  </a:lnTo>
                  <a:lnTo>
                    <a:pt x="167" y="377"/>
                  </a:lnTo>
                  <a:lnTo>
                    <a:pt x="63" y="460"/>
                  </a:lnTo>
                  <a:lnTo>
                    <a:pt x="0" y="586"/>
                  </a:lnTo>
                  <a:lnTo>
                    <a:pt x="21" y="690"/>
                  </a:lnTo>
                  <a:lnTo>
                    <a:pt x="188" y="837"/>
                  </a:lnTo>
                  <a:lnTo>
                    <a:pt x="335" y="837"/>
                  </a:lnTo>
                  <a:lnTo>
                    <a:pt x="418" y="879"/>
                  </a:lnTo>
                  <a:lnTo>
                    <a:pt x="481" y="983"/>
                  </a:lnTo>
                  <a:lnTo>
                    <a:pt x="523" y="983"/>
                  </a:lnTo>
                  <a:lnTo>
                    <a:pt x="607" y="879"/>
                  </a:lnTo>
                  <a:lnTo>
                    <a:pt x="586" y="774"/>
                  </a:lnTo>
                  <a:lnTo>
                    <a:pt x="418" y="670"/>
                  </a:lnTo>
                  <a:lnTo>
                    <a:pt x="377" y="586"/>
                  </a:lnTo>
                  <a:lnTo>
                    <a:pt x="418" y="565"/>
                  </a:lnTo>
                  <a:lnTo>
                    <a:pt x="523" y="649"/>
                  </a:lnTo>
                  <a:lnTo>
                    <a:pt x="628" y="690"/>
                  </a:lnTo>
                  <a:lnTo>
                    <a:pt x="649" y="774"/>
                  </a:lnTo>
                  <a:lnTo>
                    <a:pt x="753" y="858"/>
                  </a:lnTo>
                  <a:lnTo>
                    <a:pt x="795" y="983"/>
                  </a:lnTo>
                  <a:lnTo>
                    <a:pt x="921" y="1067"/>
                  </a:lnTo>
                  <a:lnTo>
                    <a:pt x="1025" y="1151"/>
                  </a:lnTo>
                  <a:lnTo>
                    <a:pt x="1109" y="1193"/>
                  </a:lnTo>
                  <a:lnTo>
                    <a:pt x="1234" y="1318"/>
                  </a:lnTo>
                  <a:lnTo>
                    <a:pt x="1255" y="1402"/>
                  </a:lnTo>
                  <a:lnTo>
                    <a:pt x="1172" y="1486"/>
                  </a:lnTo>
                  <a:lnTo>
                    <a:pt x="1172" y="1569"/>
                  </a:lnTo>
                  <a:lnTo>
                    <a:pt x="1234" y="1632"/>
                  </a:lnTo>
                  <a:lnTo>
                    <a:pt x="1360" y="1695"/>
                  </a:lnTo>
                  <a:lnTo>
                    <a:pt x="1444" y="1737"/>
                  </a:lnTo>
                  <a:lnTo>
                    <a:pt x="1486" y="1716"/>
                  </a:lnTo>
                  <a:lnTo>
                    <a:pt x="1527" y="1632"/>
                  </a:lnTo>
                  <a:lnTo>
                    <a:pt x="1465" y="1569"/>
                  </a:lnTo>
                  <a:lnTo>
                    <a:pt x="1360" y="1507"/>
                  </a:lnTo>
                  <a:lnTo>
                    <a:pt x="1360" y="1486"/>
                  </a:lnTo>
                  <a:lnTo>
                    <a:pt x="1381" y="1465"/>
                  </a:lnTo>
                  <a:lnTo>
                    <a:pt x="1465" y="1507"/>
                  </a:lnTo>
                  <a:lnTo>
                    <a:pt x="1548" y="1632"/>
                  </a:lnTo>
                  <a:lnTo>
                    <a:pt x="1548" y="1737"/>
                  </a:lnTo>
                  <a:lnTo>
                    <a:pt x="1590" y="1737"/>
                  </a:lnTo>
                  <a:lnTo>
                    <a:pt x="1632" y="1779"/>
                  </a:lnTo>
                  <a:lnTo>
                    <a:pt x="1674" y="1820"/>
                  </a:lnTo>
                  <a:lnTo>
                    <a:pt x="1737" y="1820"/>
                  </a:lnTo>
                  <a:lnTo>
                    <a:pt x="1758" y="1779"/>
                  </a:lnTo>
                  <a:lnTo>
                    <a:pt x="1758" y="1695"/>
                  </a:lnTo>
                  <a:lnTo>
                    <a:pt x="1737" y="1632"/>
                  </a:lnTo>
                  <a:lnTo>
                    <a:pt x="1737" y="1590"/>
                  </a:lnTo>
                  <a:lnTo>
                    <a:pt x="1758" y="1486"/>
                  </a:lnTo>
                  <a:lnTo>
                    <a:pt x="1841" y="1423"/>
                  </a:lnTo>
                  <a:lnTo>
                    <a:pt x="1779" y="1318"/>
                  </a:lnTo>
                  <a:lnTo>
                    <a:pt x="1695" y="1297"/>
                  </a:lnTo>
                  <a:lnTo>
                    <a:pt x="1737" y="1214"/>
                  </a:lnTo>
                  <a:lnTo>
                    <a:pt x="1779" y="1151"/>
                  </a:lnTo>
                  <a:lnTo>
                    <a:pt x="1779" y="1046"/>
                  </a:lnTo>
                  <a:lnTo>
                    <a:pt x="1841" y="983"/>
                  </a:lnTo>
                  <a:lnTo>
                    <a:pt x="1946" y="983"/>
                  </a:lnTo>
                  <a:lnTo>
                    <a:pt x="1946" y="962"/>
                  </a:lnTo>
                  <a:lnTo>
                    <a:pt x="1862" y="900"/>
                  </a:lnTo>
                  <a:lnTo>
                    <a:pt x="1758" y="879"/>
                  </a:lnTo>
                  <a:lnTo>
                    <a:pt x="1695" y="795"/>
                  </a:lnTo>
                  <a:lnTo>
                    <a:pt x="1653" y="732"/>
                  </a:lnTo>
                  <a:lnTo>
                    <a:pt x="1548" y="586"/>
                  </a:lnTo>
                  <a:lnTo>
                    <a:pt x="1465" y="481"/>
                  </a:lnTo>
                  <a:lnTo>
                    <a:pt x="1465" y="356"/>
                  </a:lnTo>
                  <a:lnTo>
                    <a:pt x="1423" y="251"/>
                  </a:lnTo>
                  <a:lnTo>
                    <a:pt x="1360" y="272"/>
                  </a:lnTo>
                  <a:lnTo>
                    <a:pt x="1339" y="335"/>
                  </a:lnTo>
                  <a:lnTo>
                    <a:pt x="1234" y="335"/>
                  </a:lnTo>
                  <a:lnTo>
                    <a:pt x="1255" y="272"/>
                  </a:lnTo>
                  <a:lnTo>
                    <a:pt x="1172" y="272"/>
                  </a:lnTo>
                  <a:lnTo>
                    <a:pt x="1130" y="314"/>
                  </a:lnTo>
                  <a:lnTo>
                    <a:pt x="1025" y="209"/>
                  </a:lnTo>
                  <a:lnTo>
                    <a:pt x="1025" y="146"/>
                  </a:lnTo>
                  <a:lnTo>
                    <a:pt x="942" y="126"/>
                  </a:lnTo>
                  <a:lnTo>
                    <a:pt x="858" y="42"/>
                  </a:lnTo>
                  <a:lnTo>
                    <a:pt x="711" y="42"/>
                  </a:lnTo>
                  <a:lnTo>
                    <a:pt x="607" y="63"/>
                  </a:lnTo>
                  <a:lnTo>
                    <a:pt x="29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24" name="Google Shape;1524;p60"/>
            <p:cNvSpPr/>
            <p:nvPr/>
          </p:nvSpPr>
          <p:spPr>
            <a:xfrm>
              <a:off x="3150875" y="3043494"/>
              <a:ext cx="32150" cy="30467"/>
            </a:xfrm>
            <a:custGeom>
              <a:avLst/>
              <a:gdLst/>
              <a:ahLst/>
              <a:cxnLst/>
              <a:rect l="l" t="t" r="r" b="b"/>
              <a:pathLst>
                <a:path w="2700" h="2679" extrusionOk="0">
                  <a:moveTo>
                    <a:pt x="2470" y="1"/>
                  </a:moveTo>
                  <a:lnTo>
                    <a:pt x="2407" y="22"/>
                  </a:lnTo>
                  <a:lnTo>
                    <a:pt x="2386" y="105"/>
                  </a:lnTo>
                  <a:lnTo>
                    <a:pt x="2302" y="126"/>
                  </a:lnTo>
                  <a:lnTo>
                    <a:pt x="2198" y="210"/>
                  </a:lnTo>
                  <a:lnTo>
                    <a:pt x="2093" y="210"/>
                  </a:lnTo>
                  <a:lnTo>
                    <a:pt x="2072" y="294"/>
                  </a:lnTo>
                  <a:lnTo>
                    <a:pt x="1988" y="252"/>
                  </a:lnTo>
                  <a:lnTo>
                    <a:pt x="1884" y="294"/>
                  </a:lnTo>
                  <a:lnTo>
                    <a:pt x="1863" y="231"/>
                  </a:lnTo>
                  <a:lnTo>
                    <a:pt x="1779" y="189"/>
                  </a:lnTo>
                  <a:lnTo>
                    <a:pt x="1737" y="189"/>
                  </a:lnTo>
                  <a:lnTo>
                    <a:pt x="1696" y="294"/>
                  </a:lnTo>
                  <a:lnTo>
                    <a:pt x="1591" y="294"/>
                  </a:lnTo>
                  <a:lnTo>
                    <a:pt x="1528" y="419"/>
                  </a:lnTo>
                  <a:lnTo>
                    <a:pt x="1528" y="461"/>
                  </a:lnTo>
                  <a:lnTo>
                    <a:pt x="1465" y="503"/>
                  </a:lnTo>
                  <a:lnTo>
                    <a:pt x="1361" y="587"/>
                  </a:lnTo>
                  <a:lnTo>
                    <a:pt x="1235" y="649"/>
                  </a:lnTo>
                  <a:lnTo>
                    <a:pt x="1214" y="691"/>
                  </a:lnTo>
                  <a:lnTo>
                    <a:pt x="1131" y="670"/>
                  </a:lnTo>
                  <a:lnTo>
                    <a:pt x="1068" y="691"/>
                  </a:lnTo>
                  <a:lnTo>
                    <a:pt x="1005" y="649"/>
                  </a:lnTo>
                  <a:lnTo>
                    <a:pt x="859" y="628"/>
                  </a:lnTo>
                  <a:lnTo>
                    <a:pt x="691" y="733"/>
                  </a:lnTo>
                  <a:lnTo>
                    <a:pt x="503" y="754"/>
                  </a:lnTo>
                  <a:lnTo>
                    <a:pt x="503" y="859"/>
                  </a:lnTo>
                  <a:lnTo>
                    <a:pt x="503" y="942"/>
                  </a:lnTo>
                  <a:lnTo>
                    <a:pt x="482" y="1089"/>
                  </a:lnTo>
                  <a:lnTo>
                    <a:pt x="419" y="1172"/>
                  </a:lnTo>
                  <a:lnTo>
                    <a:pt x="294" y="1172"/>
                  </a:lnTo>
                  <a:lnTo>
                    <a:pt x="189" y="1193"/>
                  </a:lnTo>
                  <a:lnTo>
                    <a:pt x="189" y="1256"/>
                  </a:lnTo>
                  <a:lnTo>
                    <a:pt x="126" y="1256"/>
                  </a:lnTo>
                  <a:lnTo>
                    <a:pt x="22" y="1214"/>
                  </a:lnTo>
                  <a:lnTo>
                    <a:pt x="1" y="1256"/>
                  </a:lnTo>
                  <a:lnTo>
                    <a:pt x="210" y="1507"/>
                  </a:lnTo>
                  <a:lnTo>
                    <a:pt x="315" y="1591"/>
                  </a:lnTo>
                  <a:lnTo>
                    <a:pt x="315" y="1675"/>
                  </a:lnTo>
                  <a:lnTo>
                    <a:pt x="482" y="1821"/>
                  </a:lnTo>
                  <a:lnTo>
                    <a:pt x="628" y="2030"/>
                  </a:lnTo>
                  <a:lnTo>
                    <a:pt x="900" y="2323"/>
                  </a:lnTo>
                  <a:lnTo>
                    <a:pt x="963" y="2323"/>
                  </a:lnTo>
                  <a:lnTo>
                    <a:pt x="1026" y="2344"/>
                  </a:lnTo>
                  <a:lnTo>
                    <a:pt x="1068" y="2323"/>
                  </a:lnTo>
                  <a:lnTo>
                    <a:pt x="1068" y="2407"/>
                  </a:lnTo>
                  <a:lnTo>
                    <a:pt x="1131" y="2407"/>
                  </a:lnTo>
                  <a:lnTo>
                    <a:pt x="1319" y="2386"/>
                  </a:lnTo>
                  <a:lnTo>
                    <a:pt x="1633" y="2449"/>
                  </a:lnTo>
                  <a:lnTo>
                    <a:pt x="1737" y="2428"/>
                  </a:lnTo>
                  <a:lnTo>
                    <a:pt x="1884" y="2428"/>
                  </a:lnTo>
                  <a:lnTo>
                    <a:pt x="1947" y="2512"/>
                  </a:lnTo>
                  <a:lnTo>
                    <a:pt x="2009" y="2532"/>
                  </a:lnTo>
                  <a:lnTo>
                    <a:pt x="2009" y="2595"/>
                  </a:lnTo>
                  <a:lnTo>
                    <a:pt x="2156" y="2679"/>
                  </a:lnTo>
                  <a:lnTo>
                    <a:pt x="2198" y="2658"/>
                  </a:lnTo>
                  <a:lnTo>
                    <a:pt x="2260" y="2658"/>
                  </a:lnTo>
                  <a:lnTo>
                    <a:pt x="2302" y="2637"/>
                  </a:lnTo>
                  <a:lnTo>
                    <a:pt x="2281" y="2553"/>
                  </a:lnTo>
                  <a:lnTo>
                    <a:pt x="2219" y="2470"/>
                  </a:lnTo>
                  <a:lnTo>
                    <a:pt x="2198" y="2344"/>
                  </a:lnTo>
                  <a:lnTo>
                    <a:pt x="2281" y="2219"/>
                  </a:lnTo>
                  <a:lnTo>
                    <a:pt x="2302" y="2135"/>
                  </a:lnTo>
                  <a:lnTo>
                    <a:pt x="2302" y="2009"/>
                  </a:lnTo>
                  <a:lnTo>
                    <a:pt x="2281" y="2093"/>
                  </a:lnTo>
                  <a:lnTo>
                    <a:pt x="2260" y="2135"/>
                  </a:lnTo>
                  <a:lnTo>
                    <a:pt x="2198" y="2156"/>
                  </a:lnTo>
                  <a:lnTo>
                    <a:pt x="2198" y="2093"/>
                  </a:lnTo>
                  <a:lnTo>
                    <a:pt x="2219" y="2009"/>
                  </a:lnTo>
                  <a:lnTo>
                    <a:pt x="2281" y="1884"/>
                  </a:lnTo>
                  <a:lnTo>
                    <a:pt x="2260" y="1800"/>
                  </a:lnTo>
                  <a:lnTo>
                    <a:pt x="2260" y="1716"/>
                  </a:lnTo>
                  <a:lnTo>
                    <a:pt x="2344" y="1528"/>
                  </a:lnTo>
                  <a:lnTo>
                    <a:pt x="2386" y="1528"/>
                  </a:lnTo>
                  <a:lnTo>
                    <a:pt x="2365" y="1591"/>
                  </a:lnTo>
                  <a:lnTo>
                    <a:pt x="2365" y="1675"/>
                  </a:lnTo>
                  <a:lnTo>
                    <a:pt x="2365" y="1800"/>
                  </a:lnTo>
                  <a:lnTo>
                    <a:pt x="2386" y="1800"/>
                  </a:lnTo>
                  <a:lnTo>
                    <a:pt x="2428" y="1716"/>
                  </a:lnTo>
                  <a:lnTo>
                    <a:pt x="2470" y="1486"/>
                  </a:lnTo>
                  <a:lnTo>
                    <a:pt x="2470" y="1214"/>
                  </a:lnTo>
                  <a:lnTo>
                    <a:pt x="2491" y="1172"/>
                  </a:lnTo>
                  <a:lnTo>
                    <a:pt x="2428" y="1089"/>
                  </a:lnTo>
                  <a:lnTo>
                    <a:pt x="2407" y="1068"/>
                  </a:lnTo>
                  <a:lnTo>
                    <a:pt x="2407" y="1005"/>
                  </a:lnTo>
                  <a:lnTo>
                    <a:pt x="2470" y="963"/>
                  </a:lnTo>
                  <a:lnTo>
                    <a:pt x="2491" y="963"/>
                  </a:lnTo>
                  <a:lnTo>
                    <a:pt x="2512" y="984"/>
                  </a:lnTo>
                  <a:lnTo>
                    <a:pt x="2533" y="838"/>
                  </a:lnTo>
                  <a:lnTo>
                    <a:pt x="2637" y="691"/>
                  </a:lnTo>
                  <a:lnTo>
                    <a:pt x="2700" y="628"/>
                  </a:lnTo>
                  <a:lnTo>
                    <a:pt x="2700" y="566"/>
                  </a:lnTo>
                  <a:lnTo>
                    <a:pt x="2637" y="524"/>
                  </a:lnTo>
                  <a:lnTo>
                    <a:pt x="2637" y="461"/>
                  </a:lnTo>
                  <a:lnTo>
                    <a:pt x="2679" y="377"/>
                  </a:lnTo>
                  <a:lnTo>
                    <a:pt x="2637" y="273"/>
                  </a:lnTo>
                  <a:lnTo>
                    <a:pt x="2637" y="126"/>
                  </a:lnTo>
                  <a:lnTo>
                    <a:pt x="2679" y="63"/>
                  </a:lnTo>
                  <a:lnTo>
                    <a:pt x="2700" y="43"/>
                  </a:lnTo>
                  <a:lnTo>
                    <a:pt x="2533" y="43"/>
                  </a:lnTo>
                  <a:lnTo>
                    <a:pt x="251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25" name="Google Shape;1525;p60"/>
            <p:cNvSpPr/>
            <p:nvPr/>
          </p:nvSpPr>
          <p:spPr>
            <a:xfrm>
              <a:off x="3140409" y="3037308"/>
              <a:ext cx="43617" cy="20948"/>
            </a:xfrm>
            <a:custGeom>
              <a:avLst/>
              <a:gdLst/>
              <a:ahLst/>
              <a:cxnLst/>
              <a:rect l="l" t="t" r="r" b="b"/>
              <a:pathLst>
                <a:path w="3663" h="1842" extrusionOk="0">
                  <a:moveTo>
                    <a:pt x="1926" y="1"/>
                  </a:moveTo>
                  <a:lnTo>
                    <a:pt x="1905" y="43"/>
                  </a:lnTo>
                  <a:lnTo>
                    <a:pt x="1968" y="105"/>
                  </a:lnTo>
                  <a:lnTo>
                    <a:pt x="1863" y="126"/>
                  </a:lnTo>
                  <a:lnTo>
                    <a:pt x="1800" y="168"/>
                  </a:lnTo>
                  <a:lnTo>
                    <a:pt x="1696" y="147"/>
                  </a:lnTo>
                  <a:lnTo>
                    <a:pt x="1507" y="168"/>
                  </a:lnTo>
                  <a:lnTo>
                    <a:pt x="943" y="168"/>
                  </a:lnTo>
                  <a:lnTo>
                    <a:pt x="775" y="252"/>
                  </a:lnTo>
                  <a:lnTo>
                    <a:pt x="712" y="210"/>
                  </a:lnTo>
                  <a:lnTo>
                    <a:pt x="712" y="252"/>
                  </a:lnTo>
                  <a:lnTo>
                    <a:pt x="629" y="315"/>
                  </a:lnTo>
                  <a:lnTo>
                    <a:pt x="566" y="419"/>
                  </a:lnTo>
                  <a:lnTo>
                    <a:pt x="419" y="482"/>
                  </a:lnTo>
                  <a:lnTo>
                    <a:pt x="336" y="482"/>
                  </a:lnTo>
                  <a:lnTo>
                    <a:pt x="189" y="649"/>
                  </a:lnTo>
                  <a:lnTo>
                    <a:pt x="106" y="754"/>
                  </a:lnTo>
                  <a:lnTo>
                    <a:pt x="126" y="838"/>
                  </a:lnTo>
                  <a:lnTo>
                    <a:pt x="43" y="984"/>
                  </a:lnTo>
                  <a:lnTo>
                    <a:pt x="1" y="1047"/>
                  </a:lnTo>
                  <a:lnTo>
                    <a:pt x="43" y="1005"/>
                  </a:lnTo>
                  <a:lnTo>
                    <a:pt x="126" y="1047"/>
                  </a:lnTo>
                  <a:lnTo>
                    <a:pt x="147" y="1068"/>
                  </a:lnTo>
                  <a:lnTo>
                    <a:pt x="210" y="1089"/>
                  </a:lnTo>
                  <a:lnTo>
                    <a:pt x="252" y="1151"/>
                  </a:lnTo>
                  <a:lnTo>
                    <a:pt x="399" y="1110"/>
                  </a:lnTo>
                  <a:lnTo>
                    <a:pt x="503" y="1151"/>
                  </a:lnTo>
                  <a:lnTo>
                    <a:pt x="566" y="1256"/>
                  </a:lnTo>
                  <a:lnTo>
                    <a:pt x="608" y="1298"/>
                  </a:lnTo>
                  <a:lnTo>
                    <a:pt x="650" y="1361"/>
                  </a:lnTo>
                  <a:lnTo>
                    <a:pt x="671" y="1298"/>
                  </a:lnTo>
                  <a:lnTo>
                    <a:pt x="712" y="1256"/>
                  </a:lnTo>
                  <a:lnTo>
                    <a:pt x="817" y="1214"/>
                  </a:lnTo>
                  <a:lnTo>
                    <a:pt x="859" y="1256"/>
                  </a:lnTo>
                  <a:lnTo>
                    <a:pt x="943" y="1277"/>
                  </a:lnTo>
                  <a:lnTo>
                    <a:pt x="943" y="1382"/>
                  </a:lnTo>
                  <a:lnTo>
                    <a:pt x="922" y="1486"/>
                  </a:lnTo>
                  <a:lnTo>
                    <a:pt x="922" y="1507"/>
                  </a:lnTo>
                  <a:lnTo>
                    <a:pt x="880" y="1612"/>
                  </a:lnTo>
                  <a:lnTo>
                    <a:pt x="922" y="1675"/>
                  </a:lnTo>
                  <a:lnTo>
                    <a:pt x="963" y="1696"/>
                  </a:lnTo>
                  <a:lnTo>
                    <a:pt x="984" y="1716"/>
                  </a:lnTo>
                  <a:lnTo>
                    <a:pt x="1047" y="1716"/>
                  </a:lnTo>
                  <a:lnTo>
                    <a:pt x="1068" y="1696"/>
                  </a:lnTo>
                  <a:lnTo>
                    <a:pt x="1131" y="1716"/>
                  </a:lnTo>
                  <a:lnTo>
                    <a:pt x="1131" y="1800"/>
                  </a:lnTo>
                  <a:lnTo>
                    <a:pt x="1152" y="1842"/>
                  </a:lnTo>
                  <a:lnTo>
                    <a:pt x="1256" y="1821"/>
                  </a:lnTo>
                  <a:lnTo>
                    <a:pt x="1382" y="1821"/>
                  </a:lnTo>
                  <a:lnTo>
                    <a:pt x="1445" y="1737"/>
                  </a:lnTo>
                  <a:lnTo>
                    <a:pt x="1445" y="1591"/>
                  </a:lnTo>
                  <a:lnTo>
                    <a:pt x="1445" y="1507"/>
                  </a:lnTo>
                  <a:lnTo>
                    <a:pt x="1445" y="1403"/>
                  </a:lnTo>
                  <a:lnTo>
                    <a:pt x="1612" y="1382"/>
                  </a:lnTo>
                  <a:lnTo>
                    <a:pt x="1800" y="1277"/>
                  </a:lnTo>
                  <a:lnTo>
                    <a:pt x="1926" y="1298"/>
                  </a:lnTo>
                  <a:lnTo>
                    <a:pt x="2010" y="1361"/>
                  </a:lnTo>
                  <a:lnTo>
                    <a:pt x="2072" y="1361"/>
                  </a:lnTo>
                  <a:lnTo>
                    <a:pt x="2135" y="1382"/>
                  </a:lnTo>
                  <a:lnTo>
                    <a:pt x="2177" y="1298"/>
                  </a:lnTo>
                  <a:lnTo>
                    <a:pt x="2303" y="1277"/>
                  </a:lnTo>
                  <a:lnTo>
                    <a:pt x="2407" y="1151"/>
                  </a:lnTo>
                  <a:lnTo>
                    <a:pt x="2449" y="1110"/>
                  </a:lnTo>
                  <a:lnTo>
                    <a:pt x="2491" y="1068"/>
                  </a:lnTo>
                  <a:lnTo>
                    <a:pt x="2554" y="900"/>
                  </a:lnTo>
                  <a:lnTo>
                    <a:pt x="2658" y="900"/>
                  </a:lnTo>
                  <a:lnTo>
                    <a:pt x="2700" y="796"/>
                  </a:lnTo>
                  <a:lnTo>
                    <a:pt x="2742" y="796"/>
                  </a:lnTo>
                  <a:lnTo>
                    <a:pt x="2826" y="879"/>
                  </a:lnTo>
                  <a:lnTo>
                    <a:pt x="2847" y="900"/>
                  </a:lnTo>
                  <a:lnTo>
                    <a:pt x="2951" y="900"/>
                  </a:lnTo>
                  <a:lnTo>
                    <a:pt x="3035" y="942"/>
                  </a:lnTo>
                  <a:lnTo>
                    <a:pt x="3056" y="859"/>
                  </a:lnTo>
                  <a:lnTo>
                    <a:pt x="3139" y="859"/>
                  </a:lnTo>
                  <a:lnTo>
                    <a:pt x="3244" y="775"/>
                  </a:lnTo>
                  <a:lnTo>
                    <a:pt x="3328" y="754"/>
                  </a:lnTo>
                  <a:lnTo>
                    <a:pt x="3349" y="670"/>
                  </a:lnTo>
                  <a:lnTo>
                    <a:pt x="3391" y="649"/>
                  </a:lnTo>
                  <a:lnTo>
                    <a:pt x="3453" y="649"/>
                  </a:lnTo>
                  <a:lnTo>
                    <a:pt x="3474" y="670"/>
                  </a:lnTo>
                  <a:lnTo>
                    <a:pt x="3642" y="670"/>
                  </a:lnTo>
                  <a:lnTo>
                    <a:pt x="3663" y="628"/>
                  </a:lnTo>
                  <a:lnTo>
                    <a:pt x="3642" y="566"/>
                  </a:lnTo>
                  <a:lnTo>
                    <a:pt x="3495" y="461"/>
                  </a:lnTo>
                  <a:lnTo>
                    <a:pt x="3370" y="419"/>
                  </a:lnTo>
                  <a:lnTo>
                    <a:pt x="3370" y="419"/>
                  </a:lnTo>
                  <a:lnTo>
                    <a:pt x="3432" y="524"/>
                  </a:lnTo>
                  <a:lnTo>
                    <a:pt x="3286" y="524"/>
                  </a:lnTo>
                  <a:lnTo>
                    <a:pt x="3139" y="482"/>
                  </a:lnTo>
                  <a:lnTo>
                    <a:pt x="3077" y="461"/>
                  </a:lnTo>
                  <a:lnTo>
                    <a:pt x="2972" y="440"/>
                  </a:lnTo>
                  <a:lnTo>
                    <a:pt x="2867" y="440"/>
                  </a:lnTo>
                  <a:lnTo>
                    <a:pt x="2909" y="377"/>
                  </a:lnTo>
                  <a:lnTo>
                    <a:pt x="2972" y="377"/>
                  </a:lnTo>
                  <a:lnTo>
                    <a:pt x="2972" y="315"/>
                  </a:lnTo>
                  <a:lnTo>
                    <a:pt x="3035" y="315"/>
                  </a:lnTo>
                  <a:lnTo>
                    <a:pt x="3119" y="335"/>
                  </a:lnTo>
                  <a:lnTo>
                    <a:pt x="3265" y="377"/>
                  </a:lnTo>
                  <a:lnTo>
                    <a:pt x="3286" y="356"/>
                  </a:lnTo>
                  <a:lnTo>
                    <a:pt x="3181" y="273"/>
                  </a:lnTo>
                  <a:lnTo>
                    <a:pt x="3035" y="210"/>
                  </a:lnTo>
                  <a:lnTo>
                    <a:pt x="2951" y="168"/>
                  </a:lnTo>
                  <a:lnTo>
                    <a:pt x="2847" y="210"/>
                  </a:lnTo>
                  <a:lnTo>
                    <a:pt x="2805" y="168"/>
                  </a:lnTo>
                  <a:lnTo>
                    <a:pt x="2763" y="252"/>
                  </a:lnTo>
                  <a:lnTo>
                    <a:pt x="2700" y="210"/>
                  </a:lnTo>
                  <a:lnTo>
                    <a:pt x="2428" y="168"/>
                  </a:lnTo>
                  <a:lnTo>
                    <a:pt x="2198" y="147"/>
                  </a:lnTo>
                  <a:lnTo>
                    <a:pt x="2072" y="43"/>
                  </a:lnTo>
                  <a:lnTo>
                    <a:pt x="192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26" name="Google Shape;1526;p60"/>
            <p:cNvSpPr/>
            <p:nvPr/>
          </p:nvSpPr>
          <p:spPr>
            <a:xfrm>
              <a:off x="3134431" y="3048737"/>
              <a:ext cx="17206" cy="9519"/>
            </a:xfrm>
            <a:custGeom>
              <a:avLst/>
              <a:gdLst/>
              <a:ahLst/>
              <a:cxnLst/>
              <a:rect l="l" t="t" r="r" b="b"/>
              <a:pathLst>
                <a:path w="1445" h="837" extrusionOk="0">
                  <a:moveTo>
                    <a:pt x="545" y="0"/>
                  </a:moveTo>
                  <a:lnTo>
                    <a:pt x="503" y="42"/>
                  </a:lnTo>
                  <a:lnTo>
                    <a:pt x="398" y="105"/>
                  </a:lnTo>
                  <a:lnTo>
                    <a:pt x="398" y="167"/>
                  </a:lnTo>
                  <a:lnTo>
                    <a:pt x="294" y="188"/>
                  </a:lnTo>
                  <a:lnTo>
                    <a:pt x="168" y="251"/>
                  </a:lnTo>
                  <a:lnTo>
                    <a:pt x="64" y="356"/>
                  </a:lnTo>
                  <a:lnTo>
                    <a:pt x="64" y="398"/>
                  </a:lnTo>
                  <a:lnTo>
                    <a:pt x="1" y="481"/>
                  </a:lnTo>
                  <a:lnTo>
                    <a:pt x="168" y="481"/>
                  </a:lnTo>
                  <a:lnTo>
                    <a:pt x="273" y="586"/>
                  </a:lnTo>
                  <a:lnTo>
                    <a:pt x="398" y="607"/>
                  </a:lnTo>
                  <a:lnTo>
                    <a:pt x="440" y="607"/>
                  </a:lnTo>
                  <a:lnTo>
                    <a:pt x="649" y="691"/>
                  </a:lnTo>
                  <a:lnTo>
                    <a:pt x="838" y="795"/>
                  </a:lnTo>
                  <a:lnTo>
                    <a:pt x="859" y="732"/>
                  </a:lnTo>
                  <a:lnTo>
                    <a:pt x="796" y="691"/>
                  </a:lnTo>
                  <a:lnTo>
                    <a:pt x="817" y="670"/>
                  </a:lnTo>
                  <a:lnTo>
                    <a:pt x="921" y="670"/>
                  </a:lnTo>
                  <a:lnTo>
                    <a:pt x="1005" y="795"/>
                  </a:lnTo>
                  <a:lnTo>
                    <a:pt x="1068" y="837"/>
                  </a:lnTo>
                  <a:lnTo>
                    <a:pt x="1340" y="837"/>
                  </a:lnTo>
                  <a:lnTo>
                    <a:pt x="1424" y="732"/>
                  </a:lnTo>
                  <a:lnTo>
                    <a:pt x="1382" y="691"/>
                  </a:lnTo>
                  <a:lnTo>
                    <a:pt x="1424" y="670"/>
                  </a:lnTo>
                  <a:lnTo>
                    <a:pt x="1382" y="607"/>
                  </a:lnTo>
                  <a:lnTo>
                    <a:pt x="1424" y="502"/>
                  </a:lnTo>
                  <a:lnTo>
                    <a:pt x="1424" y="481"/>
                  </a:lnTo>
                  <a:lnTo>
                    <a:pt x="1445" y="377"/>
                  </a:lnTo>
                  <a:lnTo>
                    <a:pt x="1445" y="272"/>
                  </a:lnTo>
                  <a:lnTo>
                    <a:pt x="1361" y="251"/>
                  </a:lnTo>
                  <a:lnTo>
                    <a:pt x="1319" y="209"/>
                  </a:lnTo>
                  <a:lnTo>
                    <a:pt x="1214" y="251"/>
                  </a:lnTo>
                  <a:lnTo>
                    <a:pt x="1173" y="293"/>
                  </a:lnTo>
                  <a:lnTo>
                    <a:pt x="1152" y="356"/>
                  </a:lnTo>
                  <a:lnTo>
                    <a:pt x="1110" y="293"/>
                  </a:lnTo>
                  <a:lnTo>
                    <a:pt x="1068" y="251"/>
                  </a:lnTo>
                  <a:lnTo>
                    <a:pt x="1005" y="146"/>
                  </a:lnTo>
                  <a:lnTo>
                    <a:pt x="901" y="105"/>
                  </a:lnTo>
                  <a:lnTo>
                    <a:pt x="754" y="146"/>
                  </a:lnTo>
                  <a:lnTo>
                    <a:pt x="712" y="84"/>
                  </a:lnTo>
                  <a:lnTo>
                    <a:pt x="649" y="63"/>
                  </a:lnTo>
                  <a:lnTo>
                    <a:pt x="628" y="42"/>
                  </a:lnTo>
                  <a:lnTo>
                    <a:pt x="54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27" name="Google Shape;1527;p60"/>
            <p:cNvSpPr/>
            <p:nvPr/>
          </p:nvSpPr>
          <p:spPr>
            <a:xfrm>
              <a:off x="3142159" y="3021841"/>
              <a:ext cx="7978" cy="16672"/>
            </a:xfrm>
            <a:custGeom>
              <a:avLst/>
              <a:gdLst/>
              <a:ahLst/>
              <a:cxnLst/>
              <a:rect l="l" t="t" r="r" b="b"/>
              <a:pathLst>
                <a:path w="670" h="1466" extrusionOk="0">
                  <a:moveTo>
                    <a:pt x="398" y="1"/>
                  </a:moveTo>
                  <a:lnTo>
                    <a:pt x="377" y="43"/>
                  </a:lnTo>
                  <a:lnTo>
                    <a:pt x="356" y="147"/>
                  </a:lnTo>
                  <a:lnTo>
                    <a:pt x="272" y="231"/>
                  </a:lnTo>
                  <a:lnTo>
                    <a:pt x="272" y="252"/>
                  </a:lnTo>
                  <a:lnTo>
                    <a:pt x="210" y="273"/>
                  </a:lnTo>
                  <a:lnTo>
                    <a:pt x="189" y="315"/>
                  </a:lnTo>
                  <a:lnTo>
                    <a:pt x="168" y="273"/>
                  </a:lnTo>
                  <a:lnTo>
                    <a:pt x="168" y="231"/>
                  </a:lnTo>
                  <a:lnTo>
                    <a:pt x="84" y="231"/>
                  </a:lnTo>
                  <a:lnTo>
                    <a:pt x="42" y="273"/>
                  </a:lnTo>
                  <a:lnTo>
                    <a:pt x="0" y="356"/>
                  </a:lnTo>
                  <a:lnTo>
                    <a:pt x="0" y="1423"/>
                  </a:lnTo>
                  <a:lnTo>
                    <a:pt x="84" y="1423"/>
                  </a:lnTo>
                  <a:lnTo>
                    <a:pt x="105" y="1465"/>
                  </a:lnTo>
                  <a:lnTo>
                    <a:pt x="168" y="1465"/>
                  </a:lnTo>
                  <a:lnTo>
                    <a:pt x="210" y="1361"/>
                  </a:lnTo>
                  <a:lnTo>
                    <a:pt x="314" y="1256"/>
                  </a:lnTo>
                  <a:lnTo>
                    <a:pt x="398" y="1298"/>
                  </a:lnTo>
                  <a:lnTo>
                    <a:pt x="565" y="1068"/>
                  </a:lnTo>
                  <a:lnTo>
                    <a:pt x="607" y="900"/>
                  </a:lnTo>
                  <a:lnTo>
                    <a:pt x="607" y="733"/>
                  </a:lnTo>
                  <a:lnTo>
                    <a:pt x="565" y="670"/>
                  </a:lnTo>
                  <a:lnTo>
                    <a:pt x="586" y="482"/>
                  </a:lnTo>
                  <a:lnTo>
                    <a:pt x="628" y="377"/>
                  </a:lnTo>
                  <a:lnTo>
                    <a:pt x="670" y="105"/>
                  </a:lnTo>
                  <a:lnTo>
                    <a:pt x="670" y="43"/>
                  </a:lnTo>
                  <a:lnTo>
                    <a:pt x="670" y="1"/>
                  </a:lnTo>
                  <a:lnTo>
                    <a:pt x="586" y="1"/>
                  </a:lnTo>
                  <a:lnTo>
                    <a:pt x="524" y="43"/>
                  </a:lnTo>
                  <a:lnTo>
                    <a:pt x="50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28" name="Google Shape;1528;p60"/>
            <p:cNvSpPr/>
            <p:nvPr/>
          </p:nvSpPr>
          <p:spPr>
            <a:xfrm>
              <a:off x="3120487" y="3025651"/>
              <a:ext cx="28411" cy="28568"/>
            </a:xfrm>
            <a:custGeom>
              <a:avLst/>
              <a:gdLst/>
              <a:ahLst/>
              <a:cxnLst/>
              <a:rect l="l" t="t" r="r" b="b"/>
              <a:pathLst>
                <a:path w="2386" h="2512" extrusionOk="0">
                  <a:moveTo>
                    <a:pt x="837" y="0"/>
                  </a:moveTo>
                  <a:lnTo>
                    <a:pt x="816" y="314"/>
                  </a:lnTo>
                  <a:lnTo>
                    <a:pt x="565" y="335"/>
                  </a:lnTo>
                  <a:lnTo>
                    <a:pt x="649" y="419"/>
                  </a:lnTo>
                  <a:lnTo>
                    <a:pt x="670" y="461"/>
                  </a:lnTo>
                  <a:lnTo>
                    <a:pt x="774" y="565"/>
                  </a:lnTo>
                  <a:lnTo>
                    <a:pt x="858" y="649"/>
                  </a:lnTo>
                  <a:lnTo>
                    <a:pt x="942" y="649"/>
                  </a:lnTo>
                  <a:lnTo>
                    <a:pt x="963" y="712"/>
                  </a:lnTo>
                  <a:lnTo>
                    <a:pt x="983" y="816"/>
                  </a:lnTo>
                  <a:lnTo>
                    <a:pt x="1025" y="837"/>
                  </a:lnTo>
                  <a:lnTo>
                    <a:pt x="1130" y="858"/>
                  </a:lnTo>
                  <a:lnTo>
                    <a:pt x="1193" y="879"/>
                  </a:lnTo>
                  <a:lnTo>
                    <a:pt x="1193" y="963"/>
                  </a:lnTo>
                  <a:lnTo>
                    <a:pt x="1130" y="1026"/>
                  </a:lnTo>
                  <a:lnTo>
                    <a:pt x="398" y="1026"/>
                  </a:lnTo>
                  <a:lnTo>
                    <a:pt x="42" y="1570"/>
                  </a:lnTo>
                  <a:lnTo>
                    <a:pt x="42" y="1674"/>
                  </a:lnTo>
                  <a:lnTo>
                    <a:pt x="84" y="1695"/>
                  </a:lnTo>
                  <a:lnTo>
                    <a:pt x="42" y="1758"/>
                  </a:lnTo>
                  <a:lnTo>
                    <a:pt x="84" y="1800"/>
                  </a:lnTo>
                  <a:lnTo>
                    <a:pt x="105" y="1821"/>
                  </a:lnTo>
                  <a:lnTo>
                    <a:pt x="105" y="1863"/>
                  </a:lnTo>
                  <a:lnTo>
                    <a:pt x="42" y="1904"/>
                  </a:lnTo>
                  <a:lnTo>
                    <a:pt x="21" y="1967"/>
                  </a:lnTo>
                  <a:lnTo>
                    <a:pt x="0" y="1988"/>
                  </a:lnTo>
                  <a:lnTo>
                    <a:pt x="105" y="2093"/>
                  </a:lnTo>
                  <a:lnTo>
                    <a:pt x="147" y="2218"/>
                  </a:lnTo>
                  <a:lnTo>
                    <a:pt x="251" y="2218"/>
                  </a:lnTo>
                  <a:lnTo>
                    <a:pt x="335" y="2323"/>
                  </a:lnTo>
                  <a:lnTo>
                    <a:pt x="628" y="2428"/>
                  </a:lnTo>
                  <a:lnTo>
                    <a:pt x="942" y="2428"/>
                  </a:lnTo>
                  <a:lnTo>
                    <a:pt x="1172" y="2511"/>
                  </a:lnTo>
                  <a:lnTo>
                    <a:pt x="1235" y="2428"/>
                  </a:lnTo>
                  <a:lnTo>
                    <a:pt x="1235" y="2386"/>
                  </a:lnTo>
                  <a:lnTo>
                    <a:pt x="1339" y="2281"/>
                  </a:lnTo>
                  <a:lnTo>
                    <a:pt x="1465" y="2218"/>
                  </a:lnTo>
                  <a:lnTo>
                    <a:pt x="1569" y="2197"/>
                  </a:lnTo>
                  <a:lnTo>
                    <a:pt x="1569" y="2135"/>
                  </a:lnTo>
                  <a:lnTo>
                    <a:pt x="1716" y="2009"/>
                  </a:lnTo>
                  <a:lnTo>
                    <a:pt x="1799" y="1863"/>
                  </a:lnTo>
                  <a:lnTo>
                    <a:pt x="1779" y="1779"/>
                  </a:lnTo>
                  <a:lnTo>
                    <a:pt x="1862" y="1674"/>
                  </a:lnTo>
                  <a:lnTo>
                    <a:pt x="2009" y="1507"/>
                  </a:lnTo>
                  <a:lnTo>
                    <a:pt x="2092" y="1507"/>
                  </a:lnTo>
                  <a:lnTo>
                    <a:pt x="2239" y="1444"/>
                  </a:lnTo>
                  <a:lnTo>
                    <a:pt x="2302" y="1340"/>
                  </a:lnTo>
                  <a:lnTo>
                    <a:pt x="2385" y="1277"/>
                  </a:lnTo>
                  <a:lnTo>
                    <a:pt x="2385" y="1235"/>
                  </a:lnTo>
                  <a:lnTo>
                    <a:pt x="2344" y="1172"/>
                  </a:lnTo>
                  <a:lnTo>
                    <a:pt x="2239" y="1172"/>
                  </a:lnTo>
                  <a:lnTo>
                    <a:pt x="2218" y="1256"/>
                  </a:lnTo>
                  <a:lnTo>
                    <a:pt x="2113" y="1172"/>
                  </a:lnTo>
                  <a:lnTo>
                    <a:pt x="2030" y="1172"/>
                  </a:lnTo>
                  <a:lnTo>
                    <a:pt x="1988" y="1130"/>
                  </a:lnTo>
                  <a:lnTo>
                    <a:pt x="1925" y="1130"/>
                  </a:lnTo>
                  <a:lnTo>
                    <a:pt x="1904" y="1088"/>
                  </a:lnTo>
                  <a:lnTo>
                    <a:pt x="1820" y="1088"/>
                  </a:lnTo>
                  <a:lnTo>
                    <a:pt x="1820" y="21"/>
                  </a:lnTo>
                  <a:lnTo>
                    <a:pt x="83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29" name="Google Shape;1529;p60"/>
            <p:cNvSpPr/>
            <p:nvPr/>
          </p:nvSpPr>
          <p:spPr>
            <a:xfrm>
              <a:off x="2965761" y="2909287"/>
              <a:ext cx="196343" cy="138983"/>
            </a:xfrm>
            <a:custGeom>
              <a:avLst/>
              <a:gdLst/>
              <a:ahLst/>
              <a:cxnLst/>
              <a:rect l="l" t="t" r="r" b="b"/>
              <a:pathLst>
                <a:path w="16489" h="12221" extrusionOk="0">
                  <a:moveTo>
                    <a:pt x="1381" y="1"/>
                  </a:moveTo>
                  <a:lnTo>
                    <a:pt x="1" y="22"/>
                  </a:lnTo>
                  <a:lnTo>
                    <a:pt x="21" y="168"/>
                  </a:lnTo>
                  <a:lnTo>
                    <a:pt x="105" y="482"/>
                  </a:lnTo>
                  <a:lnTo>
                    <a:pt x="168" y="587"/>
                  </a:lnTo>
                  <a:lnTo>
                    <a:pt x="231" y="691"/>
                  </a:lnTo>
                  <a:lnTo>
                    <a:pt x="168" y="712"/>
                  </a:lnTo>
                  <a:lnTo>
                    <a:pt x="168" y="796"/>
                  </a:lnTo>
                  <a:lnTo>
                    <a:pt x="189" y="901"/>
                  </a:lnTo>
                  <a:lnTo>
                    <a:pt x="356" y="1110"/>
                  </a:lnTo>
                  <a:lnTo>
                    <a:pt x="356" y="1152"/>
                  </a:lnTo>
                  <a:lnTo>
                    <a:pt x="314" y="1173"/>
                  </a:lnTo>
                  <a:lnTo>
                    <a:pt x="335" y="1256"/>
                  </a:lnTo>
                  <a:lnTo>
                    <a:pt x="461" y="1361"/>
                  </a:lnTo>
                  <a:lnTo>
                    <a:pt x="482" y="1486"/>
                  </a:lnTo>
                  <a:lnTo>
                    <a:pt x="440" y="1549"/>
                  </a:lnTo>
                  <a:lnTo>
                    <a:pt x="440" y="1654"/>
                  </a:lnTo>
                  <a:lnTo>
                    <a:pt x="524" y="1696"/>
                  </a:lnTo>
                  <a:lnTo>
                    <a:pt x="545" y="1779"/>
                  </a:lnTo>
                  <a:lnTo>
                    <a:pt x="545" y="1968"/>
                  </a:lnTo>
                  <a:lnTo>
                    <a:pt x="586" y="2114"/>
                  </a:lnTo>
                  <a:lnTo>
                    <a:pt x="691" y="2219"/>
                  </a:lnTo>
                  <a:lnTo>
                    <a:pt x="754" y="2219"/>
                  </a:lnTo>
                  <a:lnTo>
                    <a:pt x="942" y="2386"/>
                  </a:lnTo>
                  <a:lnTo>
                    <a:pt x="1005" y="2512"/>
                  </a:lnTo>
                  <a:lnTo>
                    <a:pt x="1047" y="2595"/>
                  </a:lnTo>
                  <a:lnTo>
                    <a:pt x="1172" y="2721"/>
                  </a:lnTo>
                  <a:lnTo>
                    <a:pt x="1214" y="2909"/>
                  </a:lnTo>
                  <a:lnTo>
                    <a:pt x="1277" y="2930"/>
                  </a:lnTo>
                  <a:lnTo>
                    <a:pt x="1361" y="3056"/>
                  </a:lnTo>
                  <a:lnTo>
                    <a:pt x="1298" y="3139"/>
                  </a:lnTo>
                  <a:lnTo>
                    <a:pt x="1277" y="3202"/>
                  </a:lnTo>
                  <a:lnTo>
                    <a:pt x="1319" y="3265"/>
                  </a:lnTo>
                  <a:lnTo>
                    <a:pt x="1298" y="3349"/>
                  </a:lnTo>
                  <a:lnTo>
                    <a:pt x="1214" y="3328"/>
                  </a:lnTo>
                  <a:lnTo>
                    <a:pt x="1172" y="3411"/>
                  </a:lnTo>
                  <a:lnTo>
                    <a:pt x="1193" y="3432"/>
                  </a:lnTo>
                  <a:lnTo>
                    <a:pt x="1277" y="3432"/>
                  </a:lnTo>
                  <a:lnTo>
                    <a:pt x="1277" y="3516"/>
                  </a:lnTo>
                  <a:lnTo>
                    <a:pt x="1214" y="3558"/>
                  </a:lnTo>
                  <a:lnTo>
                    <a:pt x="1151" y="3516"/>
                  </a:lnTo>
                  <a:lnTo>
                    <a:pt x="1005" y="3516"/>
                  </a:lnTo>
                  <a:lnTo>
                    <a:pt x="900" y="3453"/>
                  </a:lnTo>
                  <a:lnTo>
                    <a:pt x="775" y="3474"/>
                  </a:lnTo>
                  <a:lnTo>
                    <a:pt x="712" y="3516"/>
                  </a:lnTo>
                  <a:lnTo>
                    <a:pt x="858" y="3662"/>
                  </a:lnTo>
                  <a:lnTo>
                    <a:pt x="963" y="3725"/>
                  </a:lnTo>
                  <a:lnTo>
                    <a:pt x="963" y="3830"/>
                  </a:lnTo>
                  <a:lnTo>
                    <a:pt x="1005" y="3934"/>
                  </a:lnTo>
                  <a:lnTo>
                    <a:pt x="1109" y="3955"/>
                  </a:lnTo>
                  <a:lnTo>
                    <a:pt x="1235" y="4039"/>
                  </a:lnTo>
                  <a:lnTo>
                    <a:pt x="1235" y="4081"/>
                  </a:lnTo>
                  <a:lnTo>
                    <a:pt x="1319" y="4081"/>
                  </a:lnTo>
                  <a:lnTo>
                    <a:pt x="1402" y="4102"/>
                  </a:lnTo>
                  <a:lnTo>
                    <a:pt x="1381" y="4144"/>
                  </a:lnTo>
                  <a:lnTo>
                    <a:pt x="1423" y="4206"/>
                  </a:lnTo>
                  <a:lnTo>
                    <a:pt x="1507" y="4186"/>
                  </a:lnTo>
                  <a:lnTo>
                    <a:pt x="1591" y="4186"/>
                  </a:lnTo>
                  <a:lnTo>
                    <a:pt x="1674" y="4081"/>
                  </a:lnTo>
                  <a:lnTo>
                    <a:pt x="1716" y="4081"/>
                  </a:lnTo>
                  <a:lnTo>
                    <a:pt x="1695" y="4186"/>
                  </a:lnTo>
                  <a:lnTo>
                    <a:pt x="1716" y="4374"/>
                  </a:lnTo>
                  <a:lnTo>
                    <a:pt x="1905" y="4562"/>
                  </a:lnTo>
                  <a:lnTo>
                    <a:pt x="2009" y="4583"/>
                  </a:lnTo>
                  <a:lnTo>
                    <a:pt x="2051" y="4583"/>
                  </a:lnTo>
                  <a:lnTo>
                    <a:pt x="2114" y="4667"/>
                  </a:lnTo>
                  <a:lnTo>
                    <a:pt x="2197" y="4897"/>
                  </a:lnTo>
                  <a:lnTo>
                    <a:pt x="2197" y="5127"/>
                  </a:lnTo>
                  <a:lnTo>
                    <a:pt x="2156" y="5315"/>
                  </a:lnTo>
                  <a:lnTo>
                    <a:pt x="2051" y="5462"/>
                  </a:lnTo>
                  <a:lnTo>
                    <a:pt x="2093" y="5546"/>
                  </a:lnTo>
                  <a:lnTo>
                    <a:pt x="2197" y="5650"/>
                  </a:lnTo>
                  <a:lnTo>
                    <a:pt x="2239" y="5629"/>
                  </a:lnTo>
                  <a:lnTo>
                    <a:pt x="2260" y="5713"/>
                  </a:lnTo>
                  <a:lnTo>
                    <a:pt x="2407" y="5734"/>
                  </a:lnTo>
                  <a:lnTo>
                    <a:pt x="2449" y="5859"/>
                  </a:lnTo>
                  <a:lnTo>
                    <a:pt x="2679" y="6131"/>
                  </a:lnTo>
                  <a:lnTo>
                    <a:pt x="2762" y="6152"/>
                  </a:lnTo>
                  <a:lnTo>
                    <a:pt x="2804" y="6236"/>
                  </a:lnTo>
                  <a:lnTo>
                    <a:pt x="2888" y="6341"/>
                  </a:lnTo>
                  <a:lnTo>
                    <a:pt x="3034" y="6362"/>
                  </a:lnTo>
                  <a:lnTo>
                    <a:pt x="3076" y="6445"/>
                  </a:lnTo>
                  <a:lnTo>
                    <a:pt x="3076" y="6571"/>
                  </a:lnTo>
                  <a:lnTo>
                    <a:pt x="3160" y="6655"/>
                  </a:lnTo>
                  <a:lnTo>
                    <a:pt x="3160" y="6717"/>
                  </a:lnTo>
                  <a:lnTo>
                    <a:pt x="3202" y="6822"/>
                  </a:lnTo>
                  <a:lnTo>
                    <a:pt x="3286" y="6864"/>
                  </a:lnTo>
                  <a:lnTo>
                    <a:pt x="3474" y="6780"/>
                  </a:lnTo>
                  <a:lnTo>
                    <a:pt x="3578" y="6613"/>
                  </a:lnTo>
                  <a:lnTo>
                    <a:pt x="3578" y="6487"/>
                  </a:lnTo>
                  <a:lnTo>
                    <a:pt x="3495" y="6445"/>
                  </a:lnTo>
                  <a:lnTo>
                    <a:pt x="3474" y="6341"/>
                  </a:lnTo>
                  <a:lnTo>
                    <a:pt x="3411" y="6278"/>
                  </a:lnTo>
                  <a:lnTo>
                    <a:pt x="3390" y="6173"/>
                  </a:lnTo>
                  <a:lnTo>
                    <a:pt x="3286" y="6131"/>
                  </a:lnTo>
                  <a:lnTo>
                    <a:pt x="3265" y="6048"/>
                  </a:lnTo>
                  <a:lnTo>
                    <a:pt x="3202" y="5964"/>
                  </a:lnTo>
                  <a:lnTo>
                    <a:pt x="3139" y="5943"/>
                  </a:lnTo>
                  <a:lnTo>
                    <a:pt x="3097" y="5964"/>
                  </a:lnTo>
                  <a:lnTo>
                    <a:pt x="3097" y="6048"/>
                  </a:lnTo>
                  <a:lnTo>
                    <a:pt x="3055" y="6069"/>
                  </a:lnTo>
                  <a:lnTo>
                    <a:pt x="3055" y="5985"/>
                  </a:lnTo>
                  <a:lnTo>
                    <a:pt x="2972" y="5943"/>
                  </a:lnTo>
                  <a:lnTo>
                    <a:pt x="2867" y="5818"/>
                  </a:lnTo>
                  <a:lnTo>
                    <a:pt x="2846" y="5734"/>
                  </a:lnTo>
                  <a:lnTo>
                    <a:pt x="2888" y="5629"/>
                  </a:lnTo>
                  <a:lnTo>
                    <a:pt x="2888" y="5504"/>
                  </a:lnTo>
                  <a:lnTo>
                    <a:pt x="2804" y="5399"/>
                  </a:lnTo>
                  <a:lnTo>
                    <a:pt x="2846" y="5294"/>
                  </a:lnTo>
                  <a:lnTo>
                    <a:pt x="2846" y="5232"/>
                  </a:lnTo>
                  <a:lnTo>
                    <a:pt x="2783" y="5148"/>
                  </a:lnTo>
                  <a:lnTo>
                    <a:pt x="2783" y="5085"/>
                  </a:lnTo>
                  <a:lnTo>
                    <a:pt x="2721" y="5002"/>
                  </a:lnTo>
                  <a:lnTo>
                    <a:pt x="2721" y="4897"/>
                  </a:lnTo>
                  <a:lnTo>
                    <a:pt x="2679" y="4834"/>
                  </a:lnTo>
                  <a:lnTo>
                    <a:pt x="2679" y="4688"/>
                  </a:lnTo>
                  <a:lnTo>
                    <a:pt x="2721" y="4604"/>
                  </a:lnTo>
                  <a:lnTo>
                    <a:pt x="2658" y="4395"/>
                  </a:lnTo>
                  <a:lnTo>
                    <a:pt x="2616" y="4290"/>
                  </a:lnTo>
                  <a:lnTo>
                    <a:pt x="2553" y="4206"/>
                  </a:lnTo>
                  <a:lnTo>
                    <a:pt x="2532" y="4186"/>
                  </a:lnTo>
                  <a:lnTo>
                    <a:pt x="2532" y="4248"/>
                  </a:lnTo>
                  <a:lnTo>
                    <a:pt x="2532" y="4290"/>
                  </a:lnTo>
                  <a:lnTo>
                    <a:pt x="2469" y="4353"/>
                  </a:lnTo>
                  <a:lnTo>
                    <a:pt x="2365" y="4186"/>
                  </a:lnTo>
                  <a:lnTo>
                    <a:pt x="2365" y="4102"/>
                  </a:lnTo>
                  <a:lnTo>
                    <a:pt x="2407" y="4039"/>
                  </a:lnTo>
                  <a:lnTo>
                    <a:pt x="2365" y="3976"/>
                  </a:lnTo>
                  <a:lnTo>
                    <a:pt x="2323" y="3955"/>
                  </a:lnTo>
                  <a:lnTo>
                    <a:pt x="2281" y="3746"/>
                  </a:lnTo>
                  <a:lnTo>
                    <a:pt x="2197" y="3579"/>
                  </a:lnTo>
                  <a:lnTo>
                    <a:pt x="2135" y="3558"/>
                  </a:lnTo>
                  <a:lnTo>
                    <a:pt x="2030" y="3453"/>
                  </a:lnTo>
                  <a:lnTo>
                    <a:pt x="2030" y="3328"/>
                  </a:lnTo>
                  <a:lnTo>
                    <a:pt x="2051" y="3202"/>
                  </a:lnTo>
                  <a:lnTo>
                    <a:pt x="1946" y="3056"/>
                  </a:lnTo>
                  <a:lnTo>
                    <a:pt x="1884" y="3035"/>
                  </a:lnTo>
                  <a:lnTo>
                    <a:pt x="1821" y="2993"/>
                  </a:lnTo>
                  <a:lnTo>
                    <a:pt x="1821" y="2846"/>
                  </a:lnTo>
                  <a:lnTo>
                    <a:pt x="1737" y="2784"/>
                  </a:lnTo>
                  <a:lnTo>
                    <a:pt x="1633" y="2742"/>
                  </a:lnTo>
                  <a:lnTo>
                    <a:pt x="1612" y="2637"/>
                  </a:lnTo>
                  <a:lnTo>
                    <a:pt x="1633" y="2574"/>
                  </a:lnTo>
                  <a:lnTo>
                    <a:pt x="1612" y="2407"/>
                  </a:lnTo>
                  <a:lnTo>
                    <a:pt x="1465" y="2302"/>
                  </a:lnTo>
                  <a:lnTo>
                    <a:pt x="1402" y="2219"/>
                  </a:lnTo>
                  <a:lnTo>
                    <a:pt x="1319" y="2198"/>
                  </a:lnTo>
                  <a:lnTo>
                    <a:pt x="1319" y="2093"/>
                  </a:lnTo>
                  <a:lnTo>
                    <a:pt x="1235" y="1947"/>
                  </a:lnTo>
                  <a:lnTo>
                    <a:pt x="1193" y="1863"/>
                  </a:lnTo>
                  <a:lnTo>
                    <a:pt x="1235" y="1779"/>
                  </a:lnTo>
                  <a:lnTo>
                    <a:pt x="1214" y="1361"/>
                  </a:lnTo>
                  <a:lnTo>
                    <a:pt x="1193" y="1131"/>
                  </a:lnTo>
                  <a:lnTo>
                    <a:pt x="1235" y="1005"/>
                  </a:lnTo>
                  <a:lnTo>
                    <a:pt x="1298" y="796"/>
                  </a:lnTo>
                  <a:lnTo>
                    <a:pt x="1277" y="691"/>
                  </a:lnTo>
                  <a:lnTo>
                    <a:pt x="1235" y="545"/>
                  </a:lnTo>
                  <a:lnTo>
                    <a:pt x="1319" y="691"/>
                  </a:lnTo>
                  <a:lnTo>
                    <a:pt x="1486" y="754"/>
                  </a:lnTo>
                  <a:lnTo>
                    <a:pt x="1570" y="921"/>
                  </a:lnTo>
                  <a:lnTo>
                    <a:pt x="1633" y="963"/>
                  </a:lnTo>
                  <a:lnTo>
                    <a:pt x="1737" y="963"/>
                  </a:lnTo>
                  <a:lnTo>
                    <a:pt x="1800" y="921"/>
                  </a:lnTo>
                  <a:lnTo>
                    <a:pt x="1884" y="1026"/>
                  </a:lnTo>
                  <a:lnTo>
                    <a:pt x="1925" y="1068"/>
                  </a:lnTo>
                  <a:lnTo>
                    <a:pt x="2030" y="1068"/>
                  </a:lnTo>
                  <a:lnTo>
                    <a:pt x="2156" y="1152"/>
                  </a:lnTo>
                  <a:lnTo>
                    <a:pt x="2156" y="1214"/>
                  </a:lnTo>
                  <a:lnTo>
                    <a:pt x="2093" y="1319"/>
                  </a:lnTo>
                  <a:lnTo>
                    <a:pt x="2093" y="1382"/>
                  </a:lnTo>
                  <a:lnTo>
                    <a:pt x="2135" y="1549"/>
                  </a:lnTo>
                  <a:lnTo>
                    <a:pt x="2156" y="1737"/>
                  </a:lnTo>
                  <a:lnTo>
                    <a:pt x="2218" y="1842"/>
                  </a:lnTo>
                  <a:lnTo>
                    <a:pt x="2239" y="1968"/>
                  </a:lnTo>
                  <a:lnTo>
                    <a:pt x="2218" y="2051"/>
                  </a:lnTo>
                  <a:lnTo>
                    <a:pt x="2239" y="2156"/>
                  </a:lnTo>
                  <a:lnTo>
                    <a:pt x="2407" y="2323"/>
                  </a:lnTo>
                  <a:lnTo>
                    <a:pt x="2365" y="2386"/>
                  </a:lnTo>
                  <a:lnTo>
                    <a:pt x="2344" y="2470"/>
                  </a:lnTo>
                  <a:lnTo>
                    <a:pt x="2407" y="2533"/>
                  </a:lnTo>
                  <a:lnTo>
                    <a:pt x="2428" y="2533"/>
                  </a:lnTo>
                  <a:lnTo>
                    <a:pt x="2469" y="2595"/>
                  </a:lnTo>
                  <a:lnTo>
                    <a:pt x="2532" y="2784"/>
                  </a:lnTo>
                  <a:lnTo>
                    <a:pt x="2616" y="2805"/>
                  </a:lnTo>
                  <a:lnTo>
                    <a:pt x="2658" y="2909"/>
                  </a:lnTo>
                  <a:lnTo>
                    <a:pt x="2658" y="3035"/>
                  </a:lnTo>
                  <a:lnTo>
                    <a:pt x="2721" y="3097"/>
                  </a:lnTo>
                  <a:lnTo>
                    <a:pt x="2783" y="3118"/>
                  </a:lnTo>
                  <a:lnTo>
                    <a:pt x="2846" y="3244"/>
                  </a:lnTo>
                  <a:lnTo>
                    <a:pt x="2867" y="3349"/>
                  </a:lnTo>
                  <a:lnTo>
                    <a:pt x="2951" y="3411"/>
                  </a:lnTo>
                  <a:lnTo>
                    <a:pt x="2972" y="3453"/>
                  </a:lnTo>
                  <a:lnTo>
                    <a:pt x="3055" y="3453"/>
                  </a:lnTo>
                  <a:lnTo>
                    <a:pt x="3097" y="3516"/>
                  </a:lnTo>
                  <a:lnTo>
                    <a:pt x="3181" y="3453"/>
                  </a:lnTo>
                  <a:lnTo>
                    <a:pt x="3244" y="3516"/>
                  </a:lnTo>
                  <a:lnTo>
                    <a:pt x="3244" y="3642"/>
                  </a:lnTo>
                  <a:lnTo>
                    <a:pt x="3181" y="3725"/>
                  </a:lnTo>
                  <a:lnTo>
                    <a:pt x="3202" y="3872"/>
                  </a:lnTo>
                  <a:lnTo>
                    <a:pt x="3390" y="4060"/>
                  </a:lnTo>
                  <a:lnTo>
                    <a:pt x="3474" y="4039"/>
                  </a:lnTo>
                  <a:lnTo>
                    <a:pt x="3558" y="4060"/>
                  </a:lnTo>
                  <a:lnTo>
                    <a:pt x="3516" y="4165"/>
                  </a:lnTo>
                  <a:lnTo>
                    <a:pt x="3578" y="4269"/>
                  </a:lnTo>
                  <a:lnTo>
                    <a:pt x="3683" y="4290"/>
                  </a:lnTo>
                  <a:lnTo>
                    <a:pt x="3767" y="4290"/>
                  </a:lnTo>
                  <a:lnTo>
                    <a:pt x="3850" y="4395"/>
                  </a:lnTo>
                  <a:lnTo>
                    <a:pt x="3892" y="4499"/>
                  </a:lnTo>
                  <a:lnTo>
                    <a:pt x="3976" y="4520"/>
                  </a:lnTo>
                  <a:lnTo>
                    <a:pt x="3997" y="4499"/>
                  </a:lnTo>
                  <a:lnTo>
                    <a:pt x="4018" y="4520"/>
                  </a:lnTo>
                  <a:lnTo>
                    <a:pt x="4039" y="4604"/>
                  </a:lnTo>
                  <a:lnTo>
                    <a:pt x="3997" y="4667"/>
                  </a:lnTo>
                  <a:lnTo>
                    <a:pt x="3934" y="4604"/>
                  </a:lnTo>
                  <a:lnTo>
                    <a:pt x="3850" y="4625"/>
                  </a:lnTo>
                  <a:lnTo>
                    <a:pt x="3767" y="4730"/>
                  </a:lnTo>
                  <a:lnTo>
                    <a:pt x="3704" y="4897"/>
                  </a:lnTo>
                  <a:lnTo>
                    <a:pt x="3725" y="5002"/>
                  </a:lnTo>
                  <a:lnTo>
                    <a:pt x="3809" y="5085"/>
                  </a:lnTo>
                  <a:lnTo>
                    <a:pt x="3913" y="5085"/>
                  </a:lnTo>
                  <a:lnTo>
                    <a:pt x="3997" y="5148"/>
                  </a:lnTo>
                  <a:lnTo>
                    <a:pt x="4206" y="5315"/>
                  </a:lnTo>
                  <a:lnTo>
                    <a:pt x="4353" y="5357"/>
                  </a:lnTo>
                  <a:lnTo>
                    <a:pt x="4415" y="5357"/>
                  </a:lnTo>
                  <a:lnTo>
                    <a:pt x="4436" y="5420"/>
                  </a:lnTo>
                  <a:lnTo>
                    <a:pt x="4499" y="5525"/>
                  </a:lnTo>
                  <a:lnTo>
                    <a:pt x="4541" y="5608"/>
                  </a:lnTo>
                  <a:lnTo>
                    <a:pt x="4499" y="5713"/>
                  </a:lnTo>
                  <a:lnTo>
                    <a:pt x="4415" y="5734"/>
                  </a:lnTo>
                  <a:lnTo>
                    <a:pt x="4436" y="5776"/>
                  </a:lnTo>
                  <a:lnTo>
                    <a:pt x="4520" y="5838"/>
                  </a:lnTo>
                  <a:lnTo>
                    <a:pt x="4708" y="5880"/>
                  </a:lnTo>
                  <a:lnTo>
                    <a:pt x="4708" y="5964"/>
                  </a:lnTo>
                  <a:lnTo>
                    <a:pt x="4750" y="5985"/>
                  </a:lnTo>
                  <a:lnTo>
                    <a:pt x="4897" y="6131"/>
                  </a:lnTo>
                  <a:lnTo>
                    <a:pt x="5085" y="6362"/>
                  </a:lnTo>
                  <a:lnTo>
                    <a:pt x="5231" y="6592"/>
                  </a:lnTo>
                  <a:lnTo>
                    <a:pt x="5399" y="6801"/>
                  </a:lnTo>
                  <a:lnTo>
                    <a:pt x="5399" y="6906"/>
                  </a:lnTo>
                  <a:lnTo>
                    <a:pt x="5608" y="7178"/>
                  </a:lnTo>
                  <a:lnTo>
                    <a:pt x="5650" y="7282"/>
                  </a:lnTo>
                  <a:lnTo>
                    <a:pt x="5587" y="7408"/>
                  </a:lnTo>
                  <a:lnTo>
                    <a:pt x="5650" y="7491"/>
                  </a:lnTo>
                  <a:lnTo>
                    <a:pt x="5692" y="7638"/>
                  </a:lnTo>
                  <a:lnTo>
                    <a:pt x="5817" y="7952"/>
                  </a:lnTo>
                  <a:lnTo>
                    <a:pt x="5817" y="8077"/>
                  </a:lnTo>
                  <a:lnTo>
                    <a:pt x="5775" y="8182"/>
                  </a:lnTo>
                  <a:lnTo>
                    <a:pt x="5650" y="8287"/>
                  </a:lnTo>
                  <a:lnTo>
                    <a:pt x="5608" y="8370"/>
                  </a:lnTo>
                  <a:lnTo>
                    <a:pt x="5671" y="8370"/>
                  </a:lnTo>
                  <a:lnTo>
                    <a:pt x="5754" y="8454"/>
                  </a:lnTo>
                  <a:lnTo>
                    <a:pt x="5692" y="8496"/>
                  </a:lnTo>
                  <a:lnTo>
                    <a:pt x="5566" y="8496"/>
                  </a:lnTo>
                  <a:lnTo>
                    <a:pt x="5482" y="8538"/>
                  </a:lnTo>
                  <a:lnTo>
                    <a:pt x="5482" y="8579"/>
                  </a:lnTo>
                  <a:lnTo>
                    <a:pt x="5566" y="8789"/>
                  </a:lnTo>
                  <a:lnTo>
                    <a:pt x="5650" y="8872"/>
                  </a:lnTo>
                  <a:lnTo>
                    <a:pt x="5650" y="8956"/>
                  </a:lnTo>
                  <a:lnTo>
                    <a:pt x="5754" y="9103"/>
                  </a:lnTo>
                  <a:lnTo>
                    <a:pt x="5796" y="9228"/>
                  </a:lnTo>
                  <a:lnTo>
                    <a:pt x="5859" y="9291"/>
                  </a:lnTo>
                  <a:lnTo>
                    <a:pt x="5922" y="9291"/>
                  </a:lnTo>
                  <a:lnTo>
                    <a:pt x="5943" y="9333"/>
                  </a:lnTo>
                  <a:lnTo>
                    <a:pt x="6131" y="9395"/>
                  </a:lnTo>
                  <a:lnTo>
                    <a:pt x="6278" y="9375"/>
                  </a:lnTo>
                  <a:lnTo>
                    <a:pt x="6340" y="9375"/>
                  </a:lnTo>
                  <a:lnTo>
                    <a:pt x="6299" y="9437"/>
                  </a:lnTo>
                  <a:lnTo>
                    <a:pt x="6299" y="9500"/>
                  </a:lnTo>
                  <a:lnTo>
                    <a:pt x="6424" y="9542"/>
                  </a:lnTo>
                  <a:lnTo>
                    <a:pt x="6591" y="9688"/>
                  </a:lnTo>
                  <a:lnTo>
                    <a:pt x="6696" y="9835"/>
                  </a:lnTo>
                  <a:lnTo>
                    <a:pt x="6759" y="9960"/>
                  </a:lnTo>
                  <a:lnTo>
                    <a:pt x="6863" y="10023"/>
                  </a:lnTo>
                  <a:lnTo>
                    <a:pt x="6926" y="10002"/>
                  </a:lnTo>
                  <a:lnTo>
                    <a:pt x="7031" y="10044"/>
                  </a:lnTo>
                  <a:lnTo>
                    <a:pt x="7115" y="10044"/>
                  </a:lnTo>
                  <a:lnTo>
                    <a:pt x="7345" y="10149"/>
                  </a:lnTo>
                  <a:lnTo>
                    <a:pt x="7428" y="10149"/>
                  </a:lnTo>
                  <a:lnTo>
                    <a:pt x="7449" y="10107"/>
                  </a:lnTo>
                  <a:lnTo>
                    <a:pt x="7512" y="10107"/>
                  </a:lnTo>
                  <a:lnTo>
                    <a:pt x="7575" y="10170"/>
                  </a:lnTo>
                  <a:lnTo>
                    <a:pt x="7847" y="10442"/>
                  </a:lnTo>
                  <a:lnTo>
                    <a:pt x="7910" y="10442"/>
                  </a:lnTo>
                  <a:lnTo>
                    <a:pt x="8098" y="10630"/>
                  </a:lnTo>
                  <a:lnTo>
                    <a:pt x="8328" y="10735"/>
                  </a:lnTo>
                  <a:lnTo>
                    <a:pt x="8621" y="10756"/>
                  </a:lnTo>
                  <a:lnTo>
                    <a:pt x="8747" y="10839"/>
                  </a:lnTo>
                  <a:lnTo>
                    <a:pt x="8830" y="10965"/>
                  </a:lnTo>
                  <a:lnTo>
                    <a:pt x="8998" y="10965"/>
                  </a:lnTo>
                  <a:lnTo>
                    <a:pt x="9144" y="11048"/>
                  </a:lnTo>
                  <a:lnTo>
                    <a:pt x="9228" y="10986"/>
                  </a:lnTo>
                  <a:lnTo>
                    <a:pt x="9249" y="11007"/>
                  </a:lnTo>
                  <a:lnTo>
                    <a:pt x="9332" y="11153"/>
                  </a:lnTo>
                  <a:lnTo>
                    <a:pt x="9479" y="11216"/>
                  </a:lnTo>
                  <a:lnTo>
                    <a:pt x="9625" y="11216"/>
                  </a:lnTo>
                  <a:lnTo>
                    <a:pt x="9730" y="11279"/>
                  </a:lnTo>
                  <a:lnTo>
                    <a:pt x="9960" y="11362"/>
                  </a:lnTo>
                  <a:lnTo>
                    <a:pt x="10148" y="11362"/>
                  </a:lnTo>
                  <a:lnTo>
                    <a:pt x="10295" y="11467"/>
                  </a:lnTo>
                  <a:lnTo>
                    <a:pt x="10588" y="11572"/>
                  </a:lnTo>
                  <a:lnTo>
                    <a:pt x="10692" y="11530"/>
                  </a:lnTo>
                  <a:lnTo>
                    <a:pt x="11006" y="11404"/>
                  </a:lnTo>
                  <a:lnTo>
                    <a:pt x="11111" y="11404"/>
                  </a:lnTo>
                  <a:lnTo>
                    <a:pt x="11299" y="11300"/>
                  </a:lnTo>
                  <a:lnTo>
                    <a:pt x="11404" y="11279"/>
                  </a:lnTo>
                  <a:lnTo>
                    <a:pt x="11613" y="11279"/>
                  </a:lnTo>
                  <a:lnTo>
                    <a:pt x="11613" y="11258"/>
                  </a:lnTo>
                  <a:lnTo>
                    <a:pt x="11467" y="11216"/>
                  </a:lnTo>
                  <a:lnTo>
                    <a:pt x="11404" y="11216"/>
                  </a:lnTo>
                  <a:lnTo>
                    <a:pt x="11404" y="11174"/>
                  </a:lnTo>
                  <a:lnTo>
                    <a:pt x="11529" y="11090"/>
                  </a:lnTo>
                  <a:lnTo>
                    <a:pt x="11550" y="11111"/>
                  </a:lnTo>
                  <a:lnTo>
                    <a:pt x="11550" y="11195"/>
                  </a:lnTo>
                  <a:lnTo>
                    <a:pt x="11634" y="11153"/>
                  </a:lnTo>
                  <a:lnTo>
                    <a:pt x="11718" y="11153"/>
                  </a:lnTo>
                  <a:lnTo>
                    <a:pt x="11718" y="11195"/>
                  </a:lnTo>
                  <a:lnTo>
                    <a:pt x="11655" y="11195"/>
                  </a:lnTo>
                  <a:lnTo>
                    <a:pt x="11634" y="11216"/>
                  </a:lnTo>
                  <a:lnTo>
                    <a:pt x="11655" y="11258"/>
                  </a:lnTo>
                  <a:lnTo>
                    <a:pt x="11760" y="11258"/>
                  </a:lnTo>
                  <a:lnTo>
                    <a:pt x="11864" y="11279"/>
                  </a:lnTo>
                  <a:lnTo>
                    <a:pt x="12032" y="11404"/>
                  </a:lnTo>
                  <a:lnTo>
                    <a:pt x="12094" y="11467"/>
                  </a:lnTo>
                  <a:lnTo>
                    <a:pt x="12094" y="11425"/>
                  </a:lnTo>
                  <a:lnTo>
                    <a:pt x="11969" y="11300"/>
                  </a:lnTo>
                  <a:lnTo>
                    <a:pt x="11780" y="11216"/>
                  </a:lnTo>
                  <a:lnTo>
                    <a:pt x="11780" y="11174"/>
                  </a:lnTo>
                  <a:lnTo>
                    <a:pt x="11822" y="11174"/>
                  </a:lnTo>
                  <a:lnTo>
                    <a:pt x="11843" y="11195"/>
                  </a:lnTo>
                  <a:lnTo>
                    <a:pt x="11948" y="11216"/>
                  </a:lnTo>
                  <a:lnTo>
                    <a:pt x="12053" y="11300"/>
                  </a:lnTo>
                  <a:lnTo>
                    <a:pt x="12157" y="11425"/>
                  </a:lnTo>
                  <a:lnTo>
                    <a:pt x="12157" y="11488"/>
                  </a:lnTo>
                  <a:lnTo>
                    <a:pt x="12199" y="11530"/>
                  </a:lnTo>
                  <a:lnTo>
                    <a:pt x="12597" y="11885"/>
                  </a:lnTo>
                  <a:lnTo>
                    <a:pt x="12722" y="11906"/>
                  </a:lnTo>
                  <a:lnTo>
                    <a:pt x="12764" y="11990"/>
                  </a:lnTo>
                  <a:lnTo>
                    <a:pt x="12910" y="12116"/>
                  </a:lnTo>
                  <a:lnTo>
                    <a:pt x="12994" y="12220"/>
                  </a:lnTo>
                  <a:lnTo>
                    <a:pt x="13015" y="12199"/>
                  </a:lnTo>
                  <a:lnTo>
                    <a:pt x="13036" y="12136"/>
                  </a:lnTo>
                  <a:lnTo>
                    <a:pt x="13099" y="12095"/>
                  </a:lnTo>
                  <a:lnTo>
                    <a:pt x="13099" y="12053"/>
                  </a:lnTo>
                  <a:lnTo>
                    <a:pt x="13078" y="12032"/>
                  </a:lnTo>
                  <a:lnTo>
                    <a:pt x="13036" y="11990"/>
                  </a:lnTo>
                  <a:lnTo>
                    <a:pt x="13078" y="11927"/>
                  </a:lnTo>
                  <a:lnTo>
                    <a:pt x="13036" y="11906"/>
                  </a:lnTo>
                  <a:lnTo>
                    <a:pt x="13036" y="11802"/>
                  </a:lnTo>
                  <a:lnTo>
                    <a:pt x="13392" y="11258"/>
                  </a:lnTo>
                  <a:lnTo>
                    <a:pt x="14124" y="11258"/>
                  </a:lnTo>
                  <a:lnTo>
                    <a:pt x="14187" y="11195"/>
                  </a:lnTo>
                  <a:lnTo>
                    <a:pt x="14187" y="11111"/>
                  </a:lnTo>
                  <a:lnTo>
                    <a:pt x="14124" y="11090"/>
                  </a:lnTo>
                  <a:lnTo>
                    <a:pt x="14019" y="11069"/>
                  </a:lnTo>
                  <a:lnTo>
                    <a:pt x="13977" y="11048"/>
                  </a:lnTo>
                  <a:lnTo>
                    <a:pt x="13957" y="10944"/>
                  </a:lnTo>
                  <a:lnTo>
                    <a:pt x="13936" y="10881"/>
                  </a:lnTo>
                  <a:lnTo>
                    <a:pt x="13852" y="10881"/>
                  </a:lnTo>
                  <a:lnTo>
                    <a:pt x="13768" y="10797"/>
                  </a:lnTo>
                  <a:lnTo>
                    <a:pt x="13664" y="10693"/>
                  </a:lnTo>
                  <a:lnTo>
                    <a:pt x="13643" y="10651"/>
                  </a:lnTo>
                  <a:lnTo>
                    <a:pt x="13559" y="10567"/>
                  </a:lnTo>
                  <a:lnTo>
                    <a:pt x="13810" y="10546"/>
                  </a:lnTo>
                  <a:lnTo>
                    <a:pt x="13831" y="10232"/>
                  </a:lnTo>
                  <a:lnTo>
                    <a:pt x="14814" y="10253"/>
                  </a:lnTo>
                  <a:lnTo>
                    <a:pt x="14856" y="10170"/>
                  </a:lnTo>
                  <a:lnTo>
                    <a:pt x="14898" y="10128"/>
                  </a:lnTo>
                  <a:lnTo>
                    <a:pt x="14982" y="10128"/>
                  </a:lnTo>
                  <a:lnTo>
                    <a:pt x="14982" y="10170"/>
                  </a:lnTo>
                  <a:lnTo>
                    <a:pt x="15003" y="10212"/>
                  </a:lnTo>
                  <a:lnTo>
                    <a:pt x="15024" y="10170"/>
                  </a:lnTo>
                  <a:lnTo>
                    <a:pt x="15086" y="10149"/>
                  </a:lnTo>
                  <a:lnTo>
                    <a:pt x="15086" y="10128"/>
                  </a:lnTo>
                  <a:lnTo>
                    <a:pt x="15170" y="10044"/>
                  </a:lnTo>
                  <a:lnTo>
                    <a:pt x="15191" y="9940"/>
                  </a:lnTo>
                  <a:lnTo>
                    <a:pt x="15212" y="9898"/>
                  </a:lnTo>
                  <a:lnTo>
                    <a:pt x="15317" y="9898"/>
                  </a:lnTo>
                  <a:lnTo>
                    <a:pt x="15421" y="9793"/>
                  </a:lnTo>
                  <a:lnTo>
                    <a:pt x="15526" y="9647"/>
                  </a:lnTo>
                  <a:lnTo>
                    <a:pt x="15610" y="9626"/>
                  </a:lnTo>
                  <a:lnTo>
                    <a:pt x="15610" y="9626"/>
                  </a:lnTo>
                  <a:lnTo>
                    <a:pt x="15589" y="9730"/>
                  </a:lnTo>
                  <a:lnTo>
                    <a:pt x="15526" y="9793"/>
                  </a:lnTo>
                  <a:lnTo>
                    <a:pt x="15547" y="9835"/>
                  </a:lnTo>
                  <a:lnTo>
                    <a:pt x="15651" y="9919"/>
                  </a:lnTo>
                  <a:lnTo>
                    <a:pt x="15714" y="10023"/>
                  </a:lnTo>
                  <a:lnTo>
                    <a:pt x="15735" y="10002"/>
                  </a:lnTo>
                  <a:lnTo>
                    <a:pt x="15840" y="9814"/>
                  </a:lnTo>
                  <a:lnTo>
                    <a:pt x="15944" y="9437"/>
                  </a:lnTo>
                  <a:lnTo>
                    <a:pt x="16007" y="9333"/>
                  </a:lnTo>
                  <a:lnTo>
                    <a:pt x="15944" y="9375"/>
                  </a:lnTo>
                  <a:lnTo>
                    <a:pt x="15902" y="9416"/>
                  </a:lnTo>
                  <a:lnTo>
                    <a:pt x="15840" y="9395"/>
                  </a:lnTo>
                  <a:lnTo>
                    <a:pt x="15840" y="9333"/>
                  </a:lnTo>
                  <a:lnTo>
                    <a:pt x="15965" y="9207"/>
                  </a:lnTo>
                  <a:lnTo>
                    <a:pt x="16007" y="9123"/>
                  </a:lnTo>
                  <a:lnTo>
                    <a:pt x="15902" y="9123"/>
                  </a:lnTo>
                  <a:lnTo>
                    <a:pt x="15819" y="9061"/>
                  </a:lnTo>
                  <a:lnTo>
                    <a:pt x="15840" y="9019"/>
                  </a:lnTo>
                  <a:lnTo>
                    <a:pt x="15965" y="8956"/>
                  </a:lnTo>
                  <a:lnTo>
                    <a:pt x="15965" y="8789"/>
                  </a:lnTo>
                  <a:lnTo>
                    <a:pt x="16028" y="8705"/>
                  </a:lnTo>
                  <a:lnTo>
                    <a:pt x="16279" y="8475"/>
                  </a:lnTo>
                  <a:lnTo>
                    <a:pt x="16426" y="8266"/>
                  </a:lnTo>
                  <a:lnTo>
                    <a:pt x="16488" y="8119"/>
                  </a:lnTo>
                  <a:lnTo>
                    <a:pt x="16488" y="8015"/>
                  </a:lnTo>
                  <a:lnTo>
                    <a:pt x="16321" y="7763"/>
                  </a:lnTo>
                  <a:lnTo>
                    <a:pt x="16216" y="7805"/>
                  </a:lnTo>
                  <a:lnTo>
                    <a:pt x="16237" y="7847"/>
                  </a:lnTo>
                  <a:lnTo>
                    <a:pt x="16174" y="7868"/>
                  </a:lnTo>
                  <a:lnTo>
                    <a:pt x="15923" y="7826"/>
                  </a:lnTo>
                  <a:lnTo>
                    <a:pt x="15693" y="7826"/>
                  </a:lnTo>
                  <a:lnTo>
                    <a:pt x="15693" y="7868"/>
                  </a:lnTo>
                  <a:lnTo>
                    <a:pt x="15547" y="7952"/>
                  </a:lnTo>
                  <a:lnTo>
                    <a:pt x="15505" y="7910"/>
                  </a:lnTo>
                  <a:lnTo>
                    <a:pt x="15379" y="7931"/>
                  </a:lnTo>
                  <a:lnTo>
                    <a:pt x="15275" y="8035"/>
                  </a:lnTo>
                  <a:lnTo>
                    <a:pt x="14793" y="8035"/>
                  </a:lnTo>
                  <a:lnTo>
                    <a:pt x="14396" y="8119"/>
                  </a:lnTo>
                  <a:lnTo>
                    <a:pt x="14396" y="8182"/>
                  </a:lnTo>
                  <a:lnTo>
                    <a:pt x="14501" y="8224"/>
                  </a:lnTo>
                  <a:lnTo>
                    <a:pt x="14291" y="8454"/>
                  </a:lnTo>
                  <a:lnTo>
                    <a:pt x="14270" y="8810"/>
                  </a:lnTo>
                  <a:lnTo>
                    <a:pt x="14291" y="8851"/>
                  </a:lnTo>
                  <a:lnTo>
                    <a:pt x="14082" y="9082"/>
                  </a:lnTo>
                  <a:lnTo>
                    <a:pt x="14082" y="9270"/>
                  </a:lnTo>
                  <a:lnTo>
                    <a:pt x="13957" y="9395"/>
                  </a:lnTo>
                  <a:lnTo>
                    <a:pt x="13873" y="9416"/>
                  </a:lnTo>
                  <a:lnTo>
                    <a:pt x="13622" y="9542"/>
                  </a:lnTo>
                  <a:lnTo>
                    <a:pt x="13643" y="9584"/>
                  </a:lnTo>
                  <a:lnTo>
                    <a:pt x="13747" y="9500"/>
                  </a:lnTo>
                  <a:lnTo>
                    <a:pt x="13726" y="9605"/>
                  </a:lnTo>
                  <a:lnTo>
                    <a:pt x="13726" y="9793"/>
                  </a:lnTo>
                  <a:lnTo>
                    <a:pt x="13622" y="9919"/>
                  </a:lnTo>
                  <a:lnTo>
                    <a:pt x="13538" y="9919"/>
                  </a:lnTo>
                  <a:lnTo>
                    <a:pt x="13517" y="9960"/>
                  </a:lnTo>
                  <a:lnTo>
                    <a:pt x="13454" y="9919"/>
                  </a:lnTo>
                  <a:lnTo>
                    <a:pt x="13329" y="9835"/>
                  </a:lnTo>
                  <a:lnTo>
                    <a:pt x="13350" y="9793"/>
                  </a:lnTo>
                  <a:lnTo>
                    <a:pt x="13454" y="9730"/>
                  </a:lnTo>
                  <a:lnTo>
                    <a:pt x="13308" y="9688"/>
                  </a:lnTo>
                  <a:lnTo>
                    <a:pt x="13245" y="9730"/>
                  </a:lnTo>
                  <a:lnTo>
                    <a:pt x="13120" y="9709"/>
                  </a:lnTo>
                  <a:lnTo>
                    <a:pt x="12973" y="9709"/>
                  </a:lnTo>
                  <a:lnTo>
                    <a:pt x="12869" y="9793"/>
                  </a:lnTo>
                  <a:lnTo>
                    <a:pt x="12722" y="9814"/>
                  </a:lnTo>
                  <a:lnTo>
                    <a:pt x="12513" y="9814"/>
                  </a:lnTo>
                  <a:lnTo>
                    <a:pt x="12492" y="9856"/>
                  </a:lnTo>
                  <a:lnTo>
                    <a:pt x="12262" y="10002"/>
                  </a:lnTo>
                  <a:lnTo>
                    <a:pt x="12178" y="10002"/>
                  </a:lnTo>
                  <a:lnTo>
                    <a:pt x="12157" y="9940"/>
                  </a:lnTo>
                  <a:lnTo>
                    <a:pt x="11948" y="10002"/>
                  </a:lnTo>
                  <a:lnTo>
                    <a:pt x="11822" y="10044"/>
                  </a:lnTo>
                  <a:lnTo>
                    <a:pt x="11760" y="9919"/>
                  </a:lnTo>
                  <a:lnTo>
                    <a:pt x="11634" y="9730"/>
                  </a:lnTo>
                  <a:lnTo>
                    <a:pt x="11467" y="9647"/>
                  </a:lnTo>
                  <a:lnTo>
                    <a:pt x="11425" y="9605"/>
                  </a:lnTo>
                  <a:lnTo>
                    <a:pt x="11257" y="9605"/>
                  </a:lnTo>
                  <a:lnTo>
                    <a:pt x="11216" y="9626"/>
                  </a:lnTo>
                  <a:lnTo>
                    <a:pt x="11132" y="9521"/>
                  </a:lnTo>
                  <a:lnTo>
                    <a:pt x="10902" y="9270"/>
                  </a:lnTo>
                  <a:lnTo>
                    <a:pt x="10881" y="9165"/>
                  </a:lnTo>
                  <a:lnTo>
                    <a:pt x="10881" y="9082"/>
                  </a:lnTo>
                  <a:lnTo>
                    <a:pt x="10776" y="8914"/>
                  </a:lnTo>
                  <a:lnTo>
                    <a:pt x="10713" y="8789"/>
                  </a:lnTo>
                  <a:lnTo>
                    <a:pt x="10400" y="8454"/>
                  </a:lnTo>
                  <a:lnTo>
                    <a:pt x="10379" y="8328"/>
                  </a:lnTo>
                  <a:lnTo>
                    <a:pt x="10316" y="8245"/>
                  </a:lnTo>
                  <a:lnTo>
                    <a:pt x="10358" y="8161"/>
                  </a:lnTo>
                  <a:lnTo>
                    <a:pt x="10316" y="8077"/>
                  </a:lnTo>
                  <a:lnTo>
                    <a:pt x="10253" y="7847"/>
                  </a:lnTo>
                  <a:lnTo>
                    <a:pt x="10169" y="7763"/>
                  </a:lnTo>
                  <a:lnTo>
                    <a:pt x="10190" y="7638"/>
                  </a:lnTo>
                  <a:lnTo>
                    <a:pt x="10316" y="7805"/>
                  </a:lnTo>
                  <a:lnTo>
                    <a:pt x="10316" y="8015"/>
                  </a:lnTo>
                  <a:lnTo>
                    <a:pt x="10379" y="7973"/>
                  </a:lnTo>
                  <a:lnTo>
                    <a:pt x="10379" y="7805"/>
                  </a:lnTo>
                  <a:lnTo>
                    <a:pt x="10211" y="7554"/>
                  </a:lnTo>
                  <a:lnTo>
                    <a:pt x="10253" y="7429"/>
                  </a:lnTo>
                  <a:lnTo>
                    <a:pt x="10190" y="7219"/>
                  </a:lnTo>
                  <a:lnTo>
                    <a:pt x="10169" y="7115"/>
                  </a:lnTo>
                  <a:lnTo>
                    <a:pt x="10253" y="7010"/>
                  </a:lnTo>
                  <a:lnTo>
                    <a:pt x="10295" y="6717"/>
                  </a:lnTo>
                  <a:lnTo>
                    <a:pt x="10253" y="6571"/>
                  </a:lnTo>
                  <a:lnTo>
                    <a:pt x="10316" y="6278"/>
                  </a:lnTo>
                  <a:lnTo>
                    <a:pt x="10316" y="6173"/>
                  </a:lnTo>
                  <a:lnTo>
                    <a:pt x="10358" y="6090"/>
                  </a:lnTo>
                  <a:lnTo>
                    <a:pt x="10316" y="6048"/>
                  </a:lnTo>
                  <a:lnTo>
                    <a:pt x="10316" y="5922"/>
                  </a:lnTo>
                  <a:lnTo>
                    <a:pt x="10379" y="5859"/>
                  </a:lnTo>
                  <a:lnTo>
                    <a:pt x="10400" y="5713"/>
                  </a:lnTo>
                  <a:lnTo>
                    <a:pt x="10420" y="5650"/>
                  </a:lnTo>
                  <a:lnTo>
                    <a:pt x="10358" y="5608"/>
                  </a:lnTo>
                  <a:lnTo>
                    <a:pt x="10420" y="5504"/>
                  </a:lnTo>
                  <a:lnTo>
                    <a:pt x="10420" y="5336"/>
                  </a:lnTo>
                  <a:lnTo>
                    <a:pt x="10525" y="5336"/>
                  </a:lnTo>
                  <a:lnTo>
                    <a:pt x="10504" y="5441"/>
                  </a:lnTo>
                  <a:lnTo>
                    <a:pt x="10504" y="5525"/>
                  </a:lnTo>
                  <a:lnTo>
                    <a:pt x="10567" y="5504"/>
                  </a:lnTo>
                  <a:lnTo>
                    <a:pt x="10588" y="5399"/>
                  </a:lnTo>
                  <a:lnTo>
                    <a:pt x="10672" y="5294"/>
                  </a:lnTo>
                  <a:lnTo>
                    <a:pt x="10692" y="5148"/>
                  </a:lnTo>
                  <a:lnTo>
                    <a:pt x="10734" y="5106"/>
                  </a:lnTo>
                  <a:lnTo>
                    <a:pt x="10776" y="4939"/>
                  </a:lnTo>
                  <a:lnTo>
                    <a:pt x="10776" y="4897"/>
                  </a:lnTo>
                  <a:lnTo>
                    <a:pt x="10692" y="4939"/>
                  </a:lnTo>
                  <a:lnTo>
                    <a:pt x="10672" y="5127"/>
                  </a:lnTo>
                  <a:lnTo>
                    <a:pt x="10567" y="5190"/>
                  </a:lnTo>
                  <a:lnTo>
                    <a:pt x="10588" y="5106"/>
                  </a:lnTo>
                  <a:lnTo>
                    <a:pt x="10525" y="5085"/>
                  </a:lnTo>
                  <a:lnTo>
                    <a:pt x="10504" y="5002"/>
                  </a:lnTo>
                  <a:lnTo>
                    <a:pt x="10400" y="5002"/>
                  </a:lnTo>
                  <a:lnTo>
                    <a:pt x="10295" y="4918"/>
                  </a:lnTo>
                  <a:lnTo>
                    <a:pt x="10107" y="4876"/>
                  </a:lnTo>
                  <a:lnTo>
                    <a:pt x="10002" y="4771"/>
                  </a:lnTo>
                  <a:lnTo>
                    <a:pt x="9939" y="4730"/>
                  </a:lnTo>
                  <a:lnTo>
                    <a:pt x="9856" y="4730"/>
                  </a:lnTo>
                  <a:lnTo>
                    <a:pt x="9793" y="4709"/>
                  </a:lnTo>
                  <a:lnTo>
                    <a:pt x="9772" y="4709"/>
                  </a:lnTo>
                  <a:lnTo>
                    <a:pt x="9730" y="4667"/>
                  </a:lnTo>
                  <a:lnTo>
                    <a:pt x="9751" y="4499"/>
                  </a:lnTo>
                  <a:lnTo>
                    <a:pt x="9625" y="4165"/>
                  </a:lnTo>
                  <a:lnTo>
                    <a:pt x="9625" y="4144"/>
                  </a:lnTo>
                  <a:lnTo>
                    <a:pt x="9625" y="4081"/>
                  </a:lnTo>
                  <a:lnTo>
                    <a:pt x="9625" y="3976"/>
                  </a:lnTo>
                  <a:lnTo>
                    <a:pt x="9646" y="3872"/>
                  </a:lnTo>
                  <a:lnTo>
                    <a:pt x="9542" y="3788"/>
                  </a:lnTo>
                  <a:lnTo>
                    <a:pt x="9479" y="3683"/>
                  </a:lnTo>
                  <a:lnTo>
                    <a:pt x="9458" y="3579"/>
                  </a:lnTo>
                  <a:lnTo>
                    <a:pt x="9374" y="3537"/>
                  </a:lnTo>
                  <a:lnTo>
                    <a:pt x="9353" y="3453"/>
                  </a:lnTo>
                  <a:lnTo>
                    <a:pt x="9312" y="3432"/>
                  </a:lnTo>
                  <a:lnTo>
                    <a:pt x="9228" y="3223"/>
                  </a:lnTo>
                  <a:lnTo>
                    <a:pt x="9207" y="3139"/>
                  </a:lnTo>
                  <a:lnTo>
                    <a:pt x="9123" y="3118"/>
                  </a:lnTo>
                  <a:lnTo>
                    <a:pt x="9123" y="2951"/>
                  </a:lnTo>
                  <a:lnTo>
                    <a:pt x="9123" y="2888"/>
                  </a:lnTo>
                  <a:lnTo>
                    <a:pt x="9060" y="2825"/>
                  </a:lnTo>
                  <a:lnTo>
                    <a:pt x="9040" y="2721"/>
                  </a:lnTo>
                  <a:lnTo>
                    <a:pt x="8935" y="2574"/>
                  </a:lnTo>
                  <a:lnTo>
                    <a:pt x="8830" y="2491"/>
                  </a:lnTo>
                  <a:lnTo>
                    <a:pt x="8788" y="2386"/>
                  </a:lnTo>
                  <a:lnTo>
                    <a:pt x="8705" y="2365"/>
                  </a:lnTo>
                  <a:lnTo>
                    <a:pt x="8621" y="2365"/>
                  </a:lnTo>
                  <a:lnTo>
                    <a:pt x="8600" y="2323"/>
                  </a:lnTo>
                  <a:lnTo>
                    <a:pt x="8579" y="2302"/>
                  </a:lnTo>
                  <a:lnTo>
                    <a:pt x="8475" y="2323"/>
                  </a:lnTo>
                  <a:lnTo>
                    <a:pt x="8370" y="2302"/>
                  </a:lnTo>
                  <a:lnTo>
                    <a:pt x="8265" y="2302"/>
                  </a:lnTo>
                  <a:lnTo>
                    <a:pt x="8223" y="2386"/>
                  </a:lnTo>
                  <a:lnTo>
                    <a:pt x="8182" y="2386"/>
                  </a:lnTo>
                  <a:lnTo>
                    <a:pt x="8161" y="2365"/>
                  </a:lnTo>
                  <a:lnTo>
                    <a:pt x="8119" y="2365"/>
                  </a:lnTo>
                  <a:lnTo>
                    <a:pt x="8035" y="2386"/>
                  </a:lnTo>
                  <a:lnTo>
                    <a:pt x="7993" y="2428"/>
                  </a:lnTo>
                  <a:lnTo>
                    <a:pt x="7910" y="2595"/>
                  </a:lnTo>
                  <a:lnTo>
                    <a:pt x="7868" y="2679"/>
                  </a:lnTo>
                  <a:lnTo>
                    <a:pt x="7868" y="2700"/>
                  </a:lnTo>
                  <a:lnTo>
                    <a:pt x="7868" y="2742"/>
                  </a:lnTo>
                  <a:lnTo>
                    <a:pt x="7805" y="2742"/>
                  </a:lnTo>
                  <a:lnTo>
                    <a:pt x="7700" y="2825"/>
                  </a:lnTo>
                  <a:lnTo>
                    <a:pt x="7700" y="2846"/>
                  </a:lnTo>
                  <a:lnTo>
                    <a:pt x="7659" y="2888"/>
                  </a:lnTo>
                  <a:lnTo>
                    <a:pt x="7596" y="2888"/>
                  </a:lnTo>
                  <a:lnTo>
                    <a:pt x="7575" y="2825"/>
                  </a:lnTo>
                  <a:lnTo>
                    <a:pt x="7449" y="2784"/>
                  </a:lnTo>
                  <a:lnTo>
                    <a:pt x="7366" y="2742"/>
                  </a:lnTo>
                  <a:lnTo>
                    <a:pt x="7345" y="2700"/>
                  </a:lnTo>
                  <a:lnTo>
                    <a:pt x="7219" y="2637"/>
                  </a:lnTo>
                  <a:lnTo>
                    <a:pt x="7156" y="2637"/>
                  </a:lnTo>
                  <a:lnTo>
                    <a:pt x="7115" y="2595"/>
                  </a:lnTo>
                  <a:lnTo>
                    <a:pt x="7115" y="2574"/>
                  </a:lnTo>
                  <a:lnTo>
                    <a:pt x="7073" y="2512"/>
                  </a:lnTo>
                  <a:lnTo>
                    <a:pt x="7031" y="2491"/>
                  </a:lnTo>
                  <a:lnTo>
                    <a:pt x="6989" y="2491"/>
                  </a:lnTo>
                  <a:lnTo>
                    <a:pt x="6947" y="2470"/>
                  </a:lnTo>
                  <a:lnTo>
                    <a:pt x="6926" y="2470"/>
                  </a:lnTo>
                  <a:lnTo>
                    <a:pt x="6926" y="2428"/>
                  </a:lnTo>
                  <a:lnTo>
                    <a:pt x="6905" y="2323"/>
                  </a:lnTo>
                  <a:lnTo>
                    <a:pt x="6822" y="2261"/>
                  </a:lnTo>
                  <a:lnTo>
                    <a:pt x="6717" y="2114"/>
                  </a:lnTo>
                  <a:lnTo>
                    <a:pt x="6717" y="2093"/>
                  </a:lnTo>
                  <a:lnTo>
                    <a:pt x="6801" y="2072"/>
                  </a:lnTo>
                  <a:lnTo>
                    <a:pt x="6822" y="2051"/>
                  </a:lnTo>
                  <a:lnTo>
                    <a:pt x="6822" y="1968"/>
                  </a:lnTo>
                  <a:lnTo>
                    <a:pt x="6738" y="1884"/>
                  </a:lnTo>
                  <a:lnTo>
                    <a:pt x="6717" y="1863"/>
                  </a:lnTo>
                  <a:lnTo>
                    <a:pt x="6696" y="1842"/>
                  </a:lnTo>
                  <a:lnTo>
                    <a:pt x="6654" y="1800"/>
                  </a:lnTo>
                  <a:lnTo>
                    <a:pt x="6633" y="1675"/>
                  </a:lnTo>
                  <a:lnTo>
                    <a:pt x="6591" y="1591"/>
                  </a:lnTo>
                  <a:lnTo>
                    <a:pt x="6508" y="1549"/>
                  </a:lnTo>
                  <a:lnTo>
                    <a:pt x="6424" y="1528"/>
                  </a:lnTo>
                  <a:lnTo>
                    <a:pt x="6466" y="1465"/>
                  </a:lnTo>
                  <a:lnTo>
                    <a:pt x="6466" y="1424"/>
                  </a:lnTo>
                  <a:lnTo>
                    <a:pt x="6403" y="1340"/>
                  </a:lnTo>
                  <a:lnTo>
                    <a:pt x="6299" y="1319"/>
                  </a:lnTo>
                  <a:lnTo>
                    <a:pt x="6319" y="1256"/>
                  </a:lnTo>
                  <a:lnTo>
                    <a:pt x="6278" y="1173"/>
                  </a:lnTo>
                  <a:lnTo>
                    <a:pt x="6215" y="1173"/>
                  </a:lnTo>
                  <a:lnTo>
                    <a:pt x="6194" y="1131"/>
                  </a:lnTo>
                  <a:lnTo>
                    <a:pt x="6131" y="1068"/>
                  </a:lnTo>
                  <a:lnTo>
                    <a:pt x="6068" y="942"/>
                  </a:lnTo>
                  <a:lnTo>
                    <a:pt x="5943" y="859"/>
                  </a:lnTo>
                  <a:lnTo>
                    <a:pt x="5022" y="838"/>
                  </a:lnTo>
                  <a:lnTo>
                    <a:pt x="4980" y="1047"/>
                  </a:lnTo>
                  <a:lnTo>
                    <a:pt x="3327" y="1005"/>
                  </a:lnTo>
                  <a:lnTo>
                    <a:pt x="1402" y="105"/>
                  </a:lnTo>
                  <a:lnTo>
                    <a:pt x="1402" y="64"/>
                  </a:lnTo>
                  <a:lnTo>
                    <a:pt x="138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30" name="Google Shape;1530;p60"/>
            <p:cNvSpPr/>
            <p:nvPr/>
          </p:nvSpPr>
          <p:spPr>
            <a:xfrm>
              <a:off x="3378594" y="3107749"/>
              <a:ext cx="19445" cy="26657"/>
            </a:xfrm>
            <a:custGeom>
              <a:avLst/>
              <a:gdLst/>
              <a:ahLst/>
              <a:cxnLst/>
              <a:rect l="l" t="t" r="r" b="b"/>
              <a:pathLst>
                <a:path w="1633" h="2344" extrusionOk="0">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31" name="Google Shape;1531;p60"/>
            <p:cNvSpPr/>
            <p:nvPr/>
          </p:nvSpPr>
          <p:spPr>
            <a:xfrm>
              <a:off x="3354434" y="3105122"/>
              <a:ext cx="27661" cy="28807"/>
            </a:xfrm>
            <a:custGeom>
              <a:avLst/>
              <a:gdLst/>
              <a:ahLst/>
              <a:cxnLst/>
              <a:rect l="l" t="t" r="r" b="b"/>
              <a:pathLst>
                <a:path w="2323" h="2533" extrusionOk="0">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32" name="Google Shape;1532;p60"/>
            <p:cNvSpPr/>
            <p:nvPr/>
          </p:nvSpPr>
          <p:spPr>
            <a:xfrm>
              <a:off x="3331012" y="3088711"/>
              <a:ext cx="34639" cy="49743"/>
            </a:xfrm>
            <a:custGeom>
              <a:avLst/>
              <a:gdLst/>
              <a:ahLst/>
              <a:cxnLst/>
              <a:rect l="l" t="t" r="r" b="b"/>
              <a:pathLst>
                <a:path w="2909" h="4374" extrusionOk="0">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33" name="Google Shape;1533;p60"/>
            <p:cNvSpPr/>
            <p:nvPr/>
          </p:nvSpPr>
          <p:spPr>
            <a:xfrm>
              <a:off x="3250041" y="3063487"/>
              <a:ext cx="91450" cy="78538"/>
            </a:xfrm>
            <a:custGeom>
              <a:avLst/>
              <a:gdLst/>
              <a:ahLst/>
              <a:cxnLst/>
              <a:rect l="l" t="t" r="r" b="b"/>
              <a:pathLst>
                <a:path w="7680" h="6906" extrusionOk="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34" name="Google Shape;1534;p60"/>
            <p:cNvSpPr/>
            <p:nvPr/>
          </p:nvSpPr>
          <p:spPr>
            <a:xfrm>
              <a:off x="3209425" y="3061815"/>
              <a:ext cx="82733" cy="112565"/>
            </a:xfrm>
            <a:custGeom>
              <a:avLst/>
              <a:gdLst/>
              <a:ahLst/>
              <a:cxnLst/>
              <a:rect l="l" t="t" r="r" b="b"/>
              <a:pathLst>
                <a:path w="6948" h="9898" extrusionOk="0">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35" name="Google Shape;1535;p60"/>
            <p:cNvSpPr/>
            <p:nvPr/>
          </p:nvSpPr>
          <p:spPr>
            <a:xfrm>
              <a:off x="3195231" y="3136533"/>
              <a:ext cx="40867" cy="42852"/>
            </a:xfrm>
            <a:custGeom>
              <a:avLst/>
              <a:gdLst/>
              <a:ahLst/>
              <a:cxnLst/>
              <a:rect l="l" t="t" r="r" b="b"/>
              <a:pathLst>
                <a:path w="3432" h="3768" extrusionOk="0">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36" name="Google Shape;1536;p60"/>
            <p:cNvSpPr/>
            <p:nvPr/>
          </p:nvSpPr>
          <p:spPr>
            <a:xfrm>
              <a:off x="3192980" y="3146290"/>
              <a:ext cx="88711" cy="124938"/>
            </a:xfrm>
            <a:custGeom>
              <a:avLst/>
              <a:gdLst/>
              <a:ahLst/>
              <a:cxnLst/>
              <a:rect l="l" t="t" r="r" b="b"/>
              <a:pathLst>
                <a:path w="7450" h="10986" extrusionOk="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37" name="Google Shape;1537;p60"/>
            <p:cNvSpPr/>
            <p:nvPr/>
          </p:nvSpPr>
          <p:spPr>
            <a:xfrm>
              <a:off x="3275452" y="3211250"/>
              <a:ext cx="85722" cy="91389"/>
            </a:xfrm>
            <a:custGeom>
              <a:avLst/>
              <a:gdLst/>
              <a:ahLst/>
              <a:cxnLst/>
              <a:rect l="l" t="t" r="r" b="b"/>
              <a:pathLst>
                <a:path w="7199" h="8036" extrusionOk="0">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FF6B65"/>
                </a:solidFill>
              </a:endParaRPr>
            </a:p>
          </p:txBody>
        </p:sp>
        <p:sp>
          <p:nvSpPr>
            <p:cNvPr id="1538" name="Google Shape;1538;p60"/>
            <p:cNvSpPr/>
            <p:nvPr/>
          </p:nvSpPr>
          <p:spPr>
            <a:xfrm>
              <a:off x="3327273" y="3275982"/>
              <a:ext cx="58811" cy="59262"/>
            </a:xfrm>
            <a:custGeom>
              <a:avLst/>
              <a:gdLst/>
              <a:ahLst/>
              <a:cxnLst/>
              <a:rect l="l" t="t" r="r" b="b"/>
              <a:pathLst>
                <a:path w="4939" h="5211" extrusionOk="0">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A6CBC2"/>
                </a:solidFill>
              </a:endParaRPr>
            </a:p>
          </p:txBody>
        </p:sp>
        <p:sp>
          <p:nvSpPr>
            <p:cNvPr id="1539" name="Google Shape;1539;p60"/>
            <p:cNvSpPr/>
            <p:nvPr/>
          </p:nvSpPr>
          <p:spPr>
            <a:xfrm>
              <a:off x="3363150" y="3352838"/>
              <a:ext cx="34889" cy="37848"/>
            </a:xfrm>
            <a:custGeom>
              <a:avLst/>
              <a:gdLst/>
              <a:ahLst/>
              <a:cxnLst/>
              <a:rect l="l" t="t" r="r" b="b"/>
              <a:pathLst>
                <a:path w="2930" h="3328" extrusionOk="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1540" name="Google Shape;1540;p60"/>
            <p:cNvGrpSpPr/>
            <p:nvPr/>
          </p:nvGrpSpPr>
          <p:grpSpPr>
            <a:xfrm>
              <a:off x="3280929" y="3294542"/>
              <a:ext cx="109894" cy="272224"/>
              <a:chOff x="2711750" y="3572300"/>
              <a:chExt cx="230725" cy="598425"/>
            </a:xfrm>
          </p:grpSpPr>
          <p:sp>
            <p:nvSpPr>
              <p:cNvPr id="1541" name="Google Shape;1541;p60"/>
              <p:cNvSpPr/>
              <p:nvPr/>
            </p:nvSpPr>
            <p:spPr>
              <a:xfrm>
                <a:off x="2711750" y="3572300"/>
                <a:ext cx="230725" cy="538800"/>
              </a:xfrm>
              <a:custGeom>
                <a:avLst/>
                <a:gdLst/>
                <a:ahLst/>
                <a:cxnLst/>
                <a:rect l="l" t="t" r="r" b="b"/>
                <a:pathLst>
                  <a:path w="9229" h="21552" extrusionOk="0">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42" name="Google Shape;1542;p60"/>
              <p:cNvSpPr/>
              <p:nvPr/>
            </p:nvSpPr>
            <p:spPr>
              <a:xfrm>
                <a:off x="2804875" y="4134625"/>
                <a:ext cx="51800" cy="36100"/>
              </a:xfrm>
              <a:custGeom>
                <a:avLst/>
                <a:gdLst/>
                <a:ahLst/>
                <a:cxnLst/>
                <a:rect l="l" t="t" r="r" b="b"/>
                <a:pathLst>
                  <a:path w="2072" h="1444" extrusionOk="0">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1543" name="Google Shape;1543;p60"/>
            <p:cNvSpPr/>
            <p:nvPr/>
          </p:nvSpPr>
          <p:spPr>
            <a:xfrm>
              <a:off x="4563295" y="2964728"/>
              <a:ext cx="12467" cy="27863"/>
            </a:xfrm>
            <a:custGeom>
              <a:avLst/>
              <a:gdLst/>
              <a:ahLst/>
              <a:cxnLst/>
              <a:rect l="l" t="t" r="r" b="b"/>
              <a:pathLst>
                <a:path w="1047" h="2450" extrusionOk="0">
                  <a:moveTo>
                    <a:pt x="691" y="1"/>
                  </a:moveTo>
                  <a:lnTo>
                    <a:pt x="628" y="43"/>
                  </a:lnTo>
                  <a:lnTo>
                    <a:pt x="628" y="127"/>
                  </a:lnTo>
                  <a:lnTo>
                    <a:pt x="524" y="147"/>
                  </a:lnTo>
                  <a:lnTo>
                    <a:pt x="398" y="315"/>
                  </a:lnTo>
                  <a:lnTo>
                    <a:pt x="294" y="482"/>
                  </a:lnTo>
                  <a:lnTo>
                    <a:pt x="315" y="545"/>
                  </a:lnTo>
                  <a:lnTo>
                    <a:pt x="294" y="629"/>
                  </a:lnTo>
                  <a:lnTo>
                    <a:pt x="231" y="671"/>
                  </a:lnTo>
                  <a:lnTo>
                    <a:pt x="105" y="880"/>
                  </a:lnTo>
                  <a:lnTo>
                    <a:pt x="63" y="1110"/>
                  </a:lnTo>
                  <a:lnTo>
                    <a:pt x="1" y="1152"/>
                  </a:lnTo>
                  <a:lnTo>
                    <a:pt x="63" y="1194"/>
                  </a:lnTo>
                  <a:lnTo>
                    <a:pt x="63" y="1424"/>
                  </a:lnTo>
                  <a:lnTo>
                    <a:pt x="84" y="1675"/>
                  </a:lnTo>
                  <a:lnTo>
                    <a:pt x="126" y="1696"/>
                  </a:lnTo>
                  <a:lnTo>
                    <a:pt x="168" y="1780"/>
                  </a:lnTo>
                  <a:lnTo>
                    <a:pt x="126" y="1780"/>
                  </a:lnTo>
                  <a:lnTo>
                    <a:pt x="105" y="1842"/>
                  </a:lnTo>
                  <a:lnTo>
                    <a:pt x="189" y="1947"/>
                  </a:lnTo>
                  <a:lnTo>
                    <a:pt x="231" y="1947"/>
                  </a:lnTo>
                  <a:lnTo>
                    <a:pt x="273" y="2031"/>
                  </a:lnTo>
                  <a:lnTo>
                    <a:pt x="419" y="2093"/>
                  </a:lnTo>
                  <a:lnTo>
                    <a:pt x="503" y="2219"/>
                  </a:lnTo>
                  <a:lnTo>
                    <a:pt x="503" y="2344"/>
                  </a:lnTo>
                  <a:lnTo>
                    <a:pt x="503" y="2449"/>
                  </a:lnTo>
                  <a:lnTo>
                    <a:pt x="587" y="2407"/>
                  </a:lnTo>
                  <a:lnTo>
                    <a:pt x="691" y="2449"/>
                  </a:lnTo>
                  <a:lnTo>
                    <a:pt x="691" y="2449"/>
                  </a:lnTo>
                  <a:lnTo>
                    <a:pt x="649" y="2324"/>
                  </a:lnTo>
                  <a:lnTo>
                    <a:pt x="691" y="2198"/>
                  </a:lnTo>
                  <a:lnTo>
                    <a:pt x="628" y="2010"/>
                  </a:lnTo>
                  <a:lnTo>
                    <a:pt x="712" y="1884"/>
                  </a:lnTo>
                  <a:lnTo>
                    <a:pt x="859" y="1675"/>
                  </a:lnTo>
                  <a:lnTo>
                    <a:pt x="859" y="1528"/>
                  </a:lnTo>
                  <a:lnTo>
                    <a:pt x="880" y="1487"/>
                  </a:lnTo>
                  <a:lnTo>
                    <a:pt x="838" y="1466"/>
                  </a:lnTo>
                  <a:lnTo>
                    <a:pt x="880" y="1256"/>
                  </a:lnTo>
                  <a:lnTo>
                    <a:pt x="880" y="1089"/>
                  </a:lnTo>
                  <a:lnTo>
                    <a:pt x="859" y="943"/>
                  </a:lnTo>
                  <a:lnTo>
                    <a:pt x="942" y="796"/>
                  </a:lnTo>
                  <a:lnTo>
                    <a:pt x="963" y="524"/>
                  </a:lnTo>
                  <a:lnTo>
                    <a:pt x="1005" y="357"/>
                  </a:lnTo>
                  <a:lnTo>
                    <a:pt x="1047" y="336"/>
                  </a:lnTo>
                  <a:lnTo>
                    <a:pt x="1026" y="252"/>
                  </a:lnTo>
                  <a:lnTo>
                    <a:pt x="921" y="168"/>
                  </a:lnTo>
                  <a:lnTo>
                    <a:pt x="880" y="168"/>
                  </a:lnTo>
                  <a:lnTo>
                    <a:pt x="817" y="43"/>
                  </a:lnTo>
                  <a:lnTo>
                    <a:pt x="69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1544" name="Google Shape;1544;p60"/>
            <p:cNvGrpSpPr/>
            <p:nvPr/>
          </p:nvGrpSpPr>
          <p:grpSpPr>
            <a:xfrm>
              <a:off x="3790439" y="2408636"/>
              <a:ext cx="73017" cy="75684"/>
              <a:chOff x="3781475" y="1624825"/>
              <a:chExt cx="153300" cy="166375"/>
            </a:xfrm>
          </p:grpSpPr>
          <p:sp>
            <p:nvSpPr>
              <p:cNvPr id="1545" name="Google Shape;1545;p60"/>
              <p:cNvSpPr/>
              <p:nvPr/>
            </p:nvSpPr>
            <p:spPr>
              <a:xfrm>
                <a:off x="3845300" y="1624825"/>
                <a:ext cx="89475" cy="60700"/>
              </a:xfrm>
              <a:custGeom>
                <a:avLst/>
                <a:gdLst/>
                <a:ahLst/>
                <a:cxnLst/>
                <a:rect l="l" t="t" r="r" b="b"/>
                <a:pathLst>
                  <a:path w="3579" h="2428" extrusionOk="0">
                    <a:moveTo>
                      <a:pt x="1695" y="1"/>
                    </a:moveTo>
                    <a:lnTo>
                      <a:pt x="1674" y="84"/>
                    </a:lnTo>
                    <a:lnTo>
                      <a:pt x="1716" y="168"/>
                    </a:lnTo>
                    <a:lnTo>
                      <a:pt x="1758" y="252"/>
                    </a:lnTo>
                    <a:lnTo>
                      <a:pt x="1674" y="210"/>
                    </a:lnTo>
                    <a:lnTo>
                      <a:pt x="1611" y="168"/>
                    </a:lnTo>
                    <a:lnTo>
                      <a:pt x="1570" y="189"/>
                    </a:lnTo>
                    <a:lnTo>
                      <a:pt x="1570" y="293"/>
                    </a:lnTo>
                    <a:lnTo>
                      <a:pt x="1653" y="377"/>
                    </a:lnTo>
                    <a:lnTo>
                      <a:pt x="1653" y="482"/>
                    </a:lnTo>
                    <a:lnTo>
                      <a:pt x="1611" y="586"/>
                    </a:lnTo>
                    <a:lnTo>
                      <a:pt x="1611" y="712"/>
                    </a:lnTo>
                    <a:lnTo>
                      <a:pt x="1674" y="879"/>
                    </a:lnTo>
                    <a:lnTo>
                      <a:pt x="1653" y="984"/>
                    </a:lnTo>
                    <a:lnTo>
                      <a:pt x="1591" y="984"/>
                    </a:lnTo>
                    <a:lnTo>
                      <a:pt x="1570" y="879"/>
                    </a:lnTo>
                    <a:lnTo>
                      <a:pt x="1465" y="796"/>
                    </a:lnTo>
                    <a:lnTo>
                      <a:pt x="1360" y="733"/>
                    </a:lnTo>
                    <a:lnTo>
                      <a:pt x="1339" y="670"/>
                    </a:lnTo>
                    <a:lnTo>
                      <a:pt x="1381" y="586"/>
                    </a:lnTo>
                    <a:lnTo>
                      <a:pt x="1381" y="524"/>
                    </a:lnTo>
                    <a:lnTo>
                      <a:pt x="1298" y="503"/>
                    </a:lnTo>
                    <a:lnTo>
                      <a:pt x="1193" y="565"/>
                    </a:lnTo>
                    <a:lnTo>
                      <a:pt x="1151" y="565"/>
                    </a:lnTo>
                    <a:lnTo>
                      <a:pt x="1130" y="607"/>
                    </a:lnTo>
                    <a:lnTo>
                      <a:pt x="1026" y="670"/>
                    </a:lnTo>
                    <a:lnTo>
                      <a:pt x="942" y="628"/>
                    </a:lnTo>
                    <a:lnTo>
                      <a:pt x="942" y="586"/>
                    </a:lnTo>
                    <a:lnTo>
                      <a:pt x="942" y="524"/>
                    </a:lnTo>
                    <a:lnTo>
                      <a:pt x="879" y="524"/>
                    </a:lnTo>
                    <a:lnTo>
                      <a:pt x="816" y="461"/>
                    </a:lnTo>
                    <a:lnTo>
                      <a:pt x="775" y="356"/>
                    </a:lnTo>
                    <a:lnTo>
                      <a:pt x="712" y="314"/>
                    </a:lnTo>
                    <a:lnTo>
                      <a:pt x="649" y="356"/>
                    </a:lnTo>
                    <a:lnTo>
                      <a:pt x="565" y="273"/>
                    </a:lnTo>
                    <a:lnTo>
                      <a:pt x="607" y="189"/>
                    </a:lnTo>
                    <a:lnTo>
                      <a:pt x="565" y="84"/>
                    </a:lnTo>
                    <a:lnTo>
                      <a:pt x="523" y="63"/>
                    </a:lnTo>
                    <a:lnTo>
                      <a:pt x="461" y="147"/>
                    </a:lnTo>
                    <a:lnTo>
                      <a:pt x="440" y="293"/>
                    </a:lnTo>
                    <a:lnTo>
                      <a:pt x="461" y="419"/>
                    </a:lnTo>
                    <a:lnTo>
                      <a:pt x="544" y="565"/>
                    </a:lnTo>
                    <a:lnTo>
                      <a:pt x="565" y="712"/>
                    </a:lnTo>
                    <a:lnTo>
                      <a:pt x="523" y="733"/>
                    </a:lnTo>
                    <a:lnTo>
                      <a:pt x="440" y="649"/>
                    </a:lnTo>
                    <a:lnTo>
                      <a:pt x="419" y="545"/>
                    </a:lnTo>
                    <a:lnTo>
                      <a:pt x="398" y="524"/>
                    </a:lnTo>
                    <a:lnTo>
                      <a:pt x="398" y="628"/>
                    </a:lnTo>
                    <a:lnTo>
                      <a:pt x="419" y="754"/>
                    </a:lnTo>
                    <a:lnTo>
                      <a:pt x="461" y="837"/>
                    </a:lnTo>
                    <a:lnTo>
                      <a:pt x="461" y="921"/>
                    </a:lnTo>
                    <a:lnTo>
                      <a:pt x="440" y="1005"/>
                    </a:lnTo>
                    <a:lnTo>
                      <a:pt x="419" y="984"/>
                    </a:lnTo>
                    <a:lnTo>
                      <a:pt x="356" y="837"/>
                    </a:lnTo>
                    <a:lnTo>
                      <a:pt x="314" y="796"/>
                    </a:lnTo>
                    <a:lnTo>
                      <a:pt x="105" y="817"/>
                    </a:lnTo>
                    <a:lnTo>
                      <a:pt x="21" y="775"/>
                    </a:lnTo>
                    <a:lnTo>
                      <a:pt x="0" y="775"/>
                    </a:lnTo>
                    <a:lnTo>
                      <a:pt x="63" y="879"/>
                    </a:lnTo>
                    <a:lnTo>
                      <a:pt x="126" y="879"/>
                    </a:lnTo>
                    <a:lnTo>
                      <a:pt x="189" y="921"/>
                    </a:lnTo>
                    <a:lnTo>
                      <a:pt x="168" y="984"/>
                    </a:lnTo>
                    <a:lnTo>
                      <a:pt x="189" y="1026"/>
                    </a:lnTo>
                    <a:lnTo>
                      <a:pt x="293" y="1026"/>
                    </a:lnTo>
                    <a:lnTo>
                      <a:pt x="314" y="1068"/>
                    </a:lnTo>
                    <a:lnTo>
                      <a:pt x="168" y="1172"/>
                    </a:lnTo>
                    <a:lnTo>
                      <a:pt x="168" y="1235"/>
                    </a:lnTo>
                    <a:lnTo>
                      <a:pt x="293" y="1423"/>
                    </a:lnTo>
                    <a:lnTo>
                      <a:pt x="377" y="1444"/>
                    </a:lnTo>
                    <a:lnTo>
                      <a:pt x="461" y="1486"/>
                    </a:lnTo>
                    <a:lnTo>
                      <a:pt x="607" y="1486"/>
                    </a:lnTo>
                    <a:lnTo>
                      <a:pt x="691" y="1465"/>
                    </a:lnTo>
                    <a:lnTo>
                      <a:pt x="754" y="1528"/>
                    </a:lnTo>
                    <a:lnTo>
                      <a:pt x="816" y="1528"/>
                    </a:lnTo>
                    <a:lnTo>
                      <a:pt x="942" y="1444"/>
                    </a:lnTo>
                    <a:lnTo>
                      <a:pt x="1026" y="1423"/>
                    </a:lnTo>
                    <a:lnTo>
                      <a:pt x="1235" y="1381"/>
                    </a:lnTo>
                    <a:lnTo>
                      <a:pt x="1381" y="1381"/>
                    </a:lnTo>
                    <a:lnTo>
                      <a:pt x="1465" y="1340"/>
                    </a:lnTo>
                    <a:lnTo>
                      <a:pt x="1528" y="1340"/>
                    </a:lnTo>
                    <a:lnTo>
                      <a:pt x="1570" y="1361"/>
                    </a:lnTo>
                    <a:lnTo>
                      <a:pt x="1570" y="1423"/>
                    </a:lnTo>
                    <a:lnTo>
                      <a:pt x="1549" y="1465"/>
                    </a:lnTo>
                    <a:lnTo>
                      <a:pt x="1507" y="1549"/>
                    </a:lnTo>
                    <a:lnTo>
                      <a:pt x="1465" y="1570"/>
                    </a:lnTo>
                    <a:lnTo>
                      <a:pt x="1339" y="1549"/>
                    </a:lnTo>
                    <a:lnTo>
                      <a:pt x="1214" y="1549"/>
                    </a:lnTo>
                    <a:lnTo>
                      <a:pt x="1109" y="1528"/>
                    </a:lnTo>
                    <a:lnTo>
                      <a:pt x="1067" y="1570"/>
                    </a:lnTo>
                    <a:lnTo>
                      <a:pt x="1130" y="1591"/>
                    </a:lnTo>
                    <a:lnTo>
                      <a:pt x="1298" y="1653"/>
                    </a:lnTo>
                    <a:lnTo>
                      <a:pt x="1360" y="1695"/>
                    </a:lnTo>
                    <a:lnTo>
                      <a:pt x="1360" y="1758"/>
                    </a:lnTo>
                    <a:lnTo>
                      <a:pt x="1298" y="1758"/>
                    </a:lnTo>
                    <a:lnTo>
                      <a:pt x="1172" y="1695"/>
                    </a:lnTo>
                    <a:lnTo>
                      <a:pt x="1151" y="1758"/>
                    </a:lnTo>
                    <a:lnTo>
                      <a:pt x="1088" y="1758"/>
                    </a:lnTo>
                    <a:lnTo>
                      <a:pt x="984" y="1674"/>
                    </a:lnTo>
                    <a:lnTo>
                      <a:pt x="900" y="1653"/>
                    </a:lnTo>
                    <a:lnTo>
                      <a:pt x="754" y="1695"/>
                    </a:lnTo>
                    <a:lnTo>
                      <a:pt x="754" y="1758"/>
                    </a:lnTo>
                    <a:lnTo>
                      <a:pt x="837" y="1779"/>
                    </a:lnTo>
                    <a:lnTo>
                      <a:pt x="1047" y="1967"/>
                    </a:lnTo>
                    <a:lnTo>
                      <a:pt x="1130" y="1988"/>
                    </a:lnTo>
                    <a:lnTo>
                      <a:pt x="1235" y="1946"/>
                    </a:lnTo>
                    <a:lnTo>
                      <a:pt x="1277" y="1967"/>
                    </a:lnTo>
                    <a:lnTo>
                      <a:pt x="1339" y="2072"/>
                    </a:lnTo>
                    <a:lnTo>
                      <a:pt x="1339" y="2156"/>
                    </a:lnTo>
                    <a:lnTo>
                      <a:pt x="1423" y="2177"/>
                    </a:lnTo>
                    <a:lnTo>
                      <a:pt x="1507" y="2156"/>
                    </a:lnTo>
                    <a:lnTo>
                      <a:pt x="1674" y="2156"/>
                    </a:lnTo>
                    <a:lnTo>
                      <a:pt x="1842" y="2093"/>
                    </a:lnTo>
                    <a:lnTo>
                      <a:pt x="1946" y="2093"/>
                    </a:lnTo>
                    <a:lnTo>
                      <a:pt x="2093" y="2072"/>
                    </a:lnTo>
                    <a:lnTo>
                      <a:pt x="2093" y="2114"/>
                    </a:lnTo>
                    <a:lnTo>
                      <a:pt x="2072" y="2218"/>
                    </a:lnTo>
                    <a:lnTo>
                      <a:pt x="2093" y="2323"/>
                    </a:lnTo>
                    <a:lnTo>
                      <a:pt x="2218" y="2407"/>
                    </a:lnTo>
                    <a:lnTo>
                      <a:pt x="2365" y="2428"/>
                    </a:lnTo>
                    <a:lnTo>
                      <a:pt x="2532" y="2386"/>
                    </a:lnTo>
                    <a:lnTo>
                      <a:pt x="2574" y="2323"/>
                    </a:lnTo>
                    <a:lnTo>
                      <a:pt x="2532" y="2281"/>
                    </a:lnTo>
                    <a:lnTo>
                      <a:pt x="2532" y="2218"/>
                    </a:lnTo>
                    <a:lnTo>
                      <a:pt x="2595" y="2156"/>
                    </a:lnTo>
                    <a:lnTo>
                      <a:pt x="2699" y="2051"/>
                    </a:lnTo>
                    <a:lnTo>
                      <a:pt x="2783" y="2009"/>
                    </a:lnTo>
                    <a:lnTo>
                      <a:pt x="2846" y="2072"/>
                    </a:lnTo>
                    <a:lnTo>
                      <a:pt x="2930" y="2114"/>
                    </a:lnTo>
                    <a:lnTo>
                      <a:pt x="3034" y="2114"/>
                    </a:lnTo>
                    <a:lnTo>
                      <a:pt x="3160" y="2051"/>
                    </a:lnTo>
                    <a:lnTo>
                      <a:pt x="3202" y="1988"/>
                    </a:lnTo>
                    <a:lnTo>
                      <a:pt x="3160" y="1842"/>
                    </a:lnTo>
                    <a:lnTo>
                      <a:pt x="3139" y="1758"/>
                    </a:lnTo>
                    <a:lnTo>
                      <a:pt x="3181" y="1674"/>
                    </a:lnTo>
                    <a:lnTo>
                      <a:pt x="3264" y="1591"/>
                    </a:lnTo>
                    <a:lnTo>
                      <a:pt x="3348" y="1423"/>
                    </a:lnTo>
                    <a:lnTo>
                      <a:pt x="3432" y="1319"/>
                    </a:lnTo>
                    <a:lnTo>
                      <a:pt x="3557" y="1172"/>
                    </a:lnTo>
                    <a:lnTo>
                      <a:pt x="3578" y="1068"/>
                    </a:lnTo>
                    <a:lnTo>
                      <a:pt x="3578" y="1005"/>
                    </a:lnTo>
                    <a:lnTo>
                      <a:pt x="3557" y="900"/>
                    </a:lnTo>
                    <a:lnTo>
                      <a:pt x="3536" y="817"/>
                    </a:lnTo>
                    <a:lnTo>
                      <a:pt x="3557" y="754"/>
                    </a:lnTo>
                    <a:lnTo>
                      <a:pt x="3557" y="712"/>
                    </a:lnTo>
                    <a:lnTo>
                      <a:pt x="3516" y="691"/>
                    </a:lnTo>
                    <a:lnTo>
                      <a:pt x="3348" y="691"/>
                    </a:lnTo>
                    <a:lnTo>
                      <a:pt x="3264" y="607"/>
                    </a:lnTo>
                    <a:lnTo>
                      <a:pt x="3223" y="607"/>
                    </a:lnTo>
                    <a:lnTo>
                      <a:pt x="3034" y="628"/>
                    </a:lnTo>
                    <a:lnTo>
                      <a:pt x="2930" y="607"/>
                    </a:lnTo>
                    <a:lnTo>
                      <a:pt x="2846" y="545"/>
                    </a:lnTo>
                    <a:lnTo>
                      <a:pt x="2741" y="545"/>
                    </a:lnTo>
                    <a:lnTo>
                      <a:pt x="2679" y="503"/>
                    </a:lnTo>
                    <a:lnTo>
                      <a:pt x="2679" y="440"/>
                    </a:lnTo>
                    <a:lnTo>
                      <a:pt x="2637" y="419"/>
                    </a:lnTo>
                    <a:lnTo>
                      <a:pt x="2532" y="482"/>
                    </a:lnTo>
                    <a:lnTo>
                      <a:pt x="2532" y="419"/>
                    </a:lnTo>
                    <a:lnTo>
                      <a:pt x="2532" y="335"/>
                    </a:lnTo>
                    <a:lnTo>
                      <a:pt x="2532" y="293"/>
                    </a:lnTo>
                    <a:lnTo>
                      <a:pt x="2490" y="335"/>
                    </a:lnTo>
                    <a:lnTo>
                      <a:pt x="2469" y="440"/>
                    </a:lnTo>
                    <a:lnTo>
                      <a:pt x="2407" y="482"/>
                    </a:lnTo>
                    <a:lnTo>
                      <a:pt x="2386" y="335"/>
                    </a:lnTo>
                    <a:lnTo>
                      <a:pt x="2344" y="335"/>
                    </a:lnTo>
                    <a:lnTo>
                      <a:pt x="2302" y="398"/>
                    </a:lnTo>
                    <a:lnTo>
                      <a:pt x="2323" y="440"/>
                    </a:lnTo>
                    <a:lnTo>
                      <a:pt x="2302" y="503"/>
                    </a:lnTo>
                    <a:lnTo>
                      <a:pt x="2093" y="503"/>
                    </a:lnTo>
                    <a:lnTo>
                      <a:pt x="2093" y="607"/>
                    </a:lnTo>
                    <a:lnTo>
                      <a:pt x="2072" y="691"/>
                    </a:lnTo>
                    <a:lnTo>
                      <a:pt x="1988" y="670"/>
                    </a:lnTo>
                    <a:lnTo>
                      <a:pt x="1967" y="586"/>
                    </a:lnTo>
                    <a:lnTo>
                      <a:pt x="1925" y="586"/>
                    </a:lnTo>
                    <a:lnTo>
                      <a:pt x="1925" y="670"/>
                    </a:lnTo>
                    <a:lnTo>
                      <a:pt x="1904" y="733"/>
                    </a:lnTo>
                    <a:lnTo>
                      <a:pt x="1883" y="691"/>
                    </a:lnTo>
                    <a:lnTo>
                      <a:pt x="1883" y="607"/>
                    </a:lnTo>
                    <a:lnTo>
                      <a:pt x="1904" y="482"/>
                    </a:lnTo>
                    <a:lnTo>
                      <a:pt x="1904" y="252"/>
                    </a:lnTo>
                    <a:lnTo>
                      <a:pt x="1883" y="168"/>
                    </a:lnTo>
                    <a:lnTo>
                      <a:pt x="1779" y="84"/>
                    </a:lnTo>
                    <a:lnTo>
                      <a:pt x="171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46" name="Google Shape;1546;p60"/>
              <p:cNvSpPr/>
              <p:nvPr/>
            </p:nvSpPr>
            <p:spPr>
              <a:xfrm>
                <a:off x="3875625" y="1704850"/>
                <a:ext cx="21475" cy="18350"/>
              </a:xfrm>
              <a:custGeom>
                <a:avLst/>
                <a:gdLst/>
                <a:ahLst/>
                <a:cxnLst/>
                <a:rect l="l" t="t" r="r" b="b"/>
                <a:pathLst>
                  <a:path w="859" h="734" extrusionOk="0">
                    <a:moveTo>
                      <a:pt x="650" y="1"/>
                    </a:moveTo>
                    <a:lnTo>
                      <a:pt x="587" y="43"/>
                    </a:lnTo>
                    <a:lnTo>
                      <a:pt x="419" y="126"/>
                    </a:lnTo>
                    <a:lnTo>
                      <a:pt x="419" y="43"/>
                    </a:lnTo>
                    <a:lnTo>
                      <a:pt x="357" y="43"/>
                    </a:lnTo>
                    <a:lnTo>
                      <a:pt x="273" y="105"/>
                    </a:lnTo>
                    <a:lnTo>
                      <a:pt x="252" y="147"/>
                    </a:lnTo>
                    <a:lnTo>
                      <a:pt x="231" y="210"/>
                    </a:lnTo>
                    <a:lnTo>
                      <a:pt x="126" y="189"/>
                    </a:lnTo>
                    <a:lnTo>
                      <a:pt x="64" y="252"/>
                    </a:lnTo>
                    <a:lnTo>
                      <a:pt x="1" y="315"/>
                    </a:lnTo>
                    <a:lnTo>
                      <a:pt x="64" y="357"/>
                    </a:lnTo>
                    <a:lnTo>
                      <a:pt x="210" y="357"/>
                    </a:lnTo>
                    <a:lnTo>
                      <a:pt x="252" y="461"/>
                    </a:lnTo>
                    <a:lnTo>
                      <a:pt x="273" y="524"/>
                    </a:lnTo>
                    <a:lnTo>
                      <a:pt x="273" y="608"/>
                    </a:lnTo>
                    <a:lnTo>
                      <a:pt x="336" y="629"/>
                    </a:lnTo>
                    <a:lnTo>
                      <a:pt x="273" y="712"/>
                    </a:lnTo>
                    <a:lnTo>
                      <a:pt x="357" y="712"/>
                    </a:lnTo>
                    <a:lnTo>
                      <a:pt x="419" y="733"/>
                    </a:lnTo>
                    <a:lnTo>
                      <a:pt x="440" y="670"/>
                    </a:lnTo>
                    <a:lnTo>
                      <a:pt x="587" y="608"/>
                    </a:lnTo>
                    <a:lnTo>
                      <a:pt x="670" y="608"/>
                    </a:lnTo>
                    <a:lnTo>
                      <a:pt x="754" y="524"/>
                    </a:lnTo>
                    <a:lnTo>
                      <a:pt x="733" y="461"/>
                    </a:lnTo>
                    <a:lnTo>
                      <a:pt x="754" y="315"/>
                    </a:lnTo>
                    <a:lnTo>
                      <a:pt x="796" y="294"/>
                    </a:lnTo>
                    <a:lnTo>
                      <a:pt x="859" y="189"/>
                    </a:lnTo>
                    <a:lnTo>
                      <a:pt x="796" y="105"/>
                    </a:lnTo>
                    <a:lnTo>
                      <a:pt x="733" y="85"/>
                    </a:lnTo>
                    <a:lnTo>
                      <a:pt x="670" y="22"/>
                    </a:lnTo>
                    <a:lnTo>
                      <a:pt x="65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47" name="Google Shape;1547;p60"/>
              <p:cNvSpPr/>
              <p:nvPr/>
            </p:nvSpPr>
            <p:spPr>
              <a:xfrm>
                <a:off x="3883475" y="1716375"/>
                <a:ext cx="39275" cy="43425"/>
              </a:xfrm>
              <a:custGeom>
                <a:avLst/>
                <a:gdLst/>
                <a:ahLst/>
                <a:cxnLst/>
                <a:rect l="l" t="t" r="r" b="b"/>
                <a:pathLst>
                  <a:path w="1571" h="1737" extrusionOk="0">
                    <a:moveTo>
                      <a:pt x="796" y="0"/>
                    </a:moveTo>
                    <a:lnTo>
                      <a:pt x="649" y="105"/>
                    </a:lnTo>
                    <a:lnTo>
                      <a:pt x="482" y="251"/>
                    </a:lnTo>
                    <a:lnTo>
                      <a:pt x="377" y="251"/>
                    </a:lnTo>
                    <a:lnTo>
                      <a:pt x="147" y="293"/>
                    </a:lnTo>
                    <a:lnTo>
                      <a:pt x="43" y="398"/>
                    </a:lnTo>
                    <a:lnTo>
                      <a:pt x="1" y="502"/>
                    </a:lnTo>
                    <a:lnTo>
                      <a:pt x="105" y="565"/>
                    </a:lnTo>
                    <a:lnTo>
                      <a:pt x="168" y="670"/>
                    </a:lnTo>
                    <a:lnTo>
                      <a:pt x="273" y="670"/>
                    </a:lnTo>
                    <a:lnTo>
                      <a:pt x="315" y="712"/>
                    </a:lnTo>
                    <a:lnTo>
                      <a:pt x="273" y="795"/>
                    </a:lnTo>
                    <a:lnTo>
                      <a:pt x="273" y="900"/>
                    </a:lnTo>
                    <a:lnTo>
                      <a:pt x="168" y="1046"/>
                    </a:lnTo>
                    <a:lnTo>
                      <a:pt x="147" y="1235"/>
                    </a:lnTo>
                    <a:lnTo>
                      <a:pt x="64" y="1297"/>
                    </a:lnTo>
                    <a:lnTo>
                      <a:pt x="105" y="1402"/>
                    </a:lnTo>
                    <a:lnTo>
                      <a:pt x="43" y="1444"/>
                    </a:lnTo>
                    <a:lnTo>
                      <a:pt x="64" y="1548"/>
                    </a:lnTo>
                    <a:lnTo>
                      <a:pt x="126" y="1548"/>
                    </a:lnTo>
                    <a:lnTo>
                      <a:pt x="210" y="1507"/>
                    </a:lnTo>
                    <a:lnTo>
                      <a:pt x="315" y="1465"/>
                    </a:lnTo>
                    <a:lnTo>
                      <a:pt x="440" y="1402"/>
                    </a:lnTo>
                    <a:lnTo>
                      <a:pt x="524" y="1402"/>
                    </a:lnTo>
                    <a:lnTo>
                      <a:pt x="587" y="1318"/>
                    </a:lnTo>
                    <a:lnTo>
                      <a:pt x="649" y="1193"/>
                    </a:lnTo>
                    <a:lnTo>
                      <a:pt x="691" y="1151"/>
                    </a:lnTo>
                    <a:lnTo>
                      <a:pt x="796" y="1151"/>
                    </a:lnTo>
                    <a:lnTo>
                      <a:pt x="838" y="1130"/>
                    </a:lnTo>
                    <a:lnTo>
                      <a:pt x="838" y="1235"/>
                    </a:lnTo>
                    <a:lnTo>
                      <a:pt x="796" y="1423"/>
                    </a:lnTo>
                    <a:lnTo>
                      <a:pt x="796" y="1548"/>
                    </a:lnTo>
                    <a:lnTo>
                      <a:pt x="754" y="1632"/>
                    </a:lnTo>
                    <a:lnTo>
                      <a:pt x="775" y="1737"/>
                    </a:lnTo>
                    <a:lnTo>
                      <a:pt x="859" y="1737"/>
                    </a:lnTo>
                    <a:lnTo>
                      <a:pt x="942" y="1653"/>
                    </a:lnTo>
                    <a:lnTo>
                      <a:pt x="942" y="1569"/>
                    </a:lnTo>
                    <a:lnTo>
                      <a:pt x="984" y="1465"/>
                    </a:lnTo>
                    <a:lnTo>
                      <a:pt x="1089" y="1423"/>
                    </a:lnTo>
                    <a:lnTo>
                      <a:pt x="1193" y="1402"/>
                    </a:lnTo>
                    <a:lnTo>
                      <a:pt x="1277" y="1151"/>
                    </a:lnTo>
                    <a:lnTo>
                      <a:pt x="1277" y="1046"/>
                    </a:lnTo>
                    <a:lnTo>
                      <a:pt x="1382" y="900"/>
                    </a:lnTo>
                    <a:lnTo>
                      <a:pt x="1507" y="837"/>
                    </a:lnTo>
                    <a:lnTo>
                      <a:pt x="1570" y="795"/>
                    </a:lnTo>
                    <a:lnTo>
                      <a:pt x="1465" y="732"/>
                    </a:lnTo>
                    <a:lnTo>
                      <a:pt x="1403" y="691"/>
                    </a:lnTo>
                    <a:lnTo>
                      <a:pt x="1298" y="628"/>
                    </a:lnTo>
                    <a:lnTo>
                      <a:pt x="1172" y="712"/>
                    </a:lnTo>
                    <a:lnTo>
                      <a:pt x="1089" y="774"/>
                    </a:lnTo>
                    <a:lnTo>
                      <a:pt x="963" y="691"/>
                    </a:lnTo>
                    <a:lnTo>
                      <a:pt x="838" y="565"/>
                    </a:lnTo>
                    <a:lnTo>
                      <a:pt x="796" y="398"/>
                    </a:lnTo>
                    <a:lnTo>
                      <a:pt x="838" y="356"/>
                    </a:lnTo>
                    <a:lnTo>
                      <a:pt x="942" y="314"/>
                    </a:lnTo>
                    <a:lnTo>
                      <a:pt x="942" y="272"/>
                    </a:lnTo>
                    <a:lnTo>
                      <a:pt x="859" y="147"/>
                    </a:lnTo>
                    <a:lnTo>
                      <a:pt x="79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48" name="Google Shape;1548;p60"/>
              <p:cNvSpPr/>
              <p:nvPr/>
            </p:nvSpPr>
            <p:spPr>
              <a:xfrm>
                <a:off x="3781475" y="1649925"/>
                <a:ext cx="102550" cy="141275"/>
              </a:xfrm>
              <a:custGeom>
                <a:avLst/>
                <a:gdLst/>
                <a:ahLst/>
                <a:cxnLst/>
                <a:rect l="l" t="t" r="r" b="b"/>
                <a:pathLst>
                  <a:path w="4102" h="5651" extrusionOk="0">
                    <a:moveTo>
                      <a:pt x="1988" y="1"/>
                    </a:moveTo>
                    <a:lnTo>
                      <a:pt x="1926" y="22"/>
                    </a:lnTo>
                    <a:lnTo>
                      <a:pt x="1842" y="126"/>
                    </a:lnTo>
                    <a:lnTo>
                      <a:pt x="1884" y="315"/>
                    </a:lnTo>
                    <a:lnTo>
                      <a:pt x="1821" y="419"/>
                    </a:lnTo>
                    <a:lnTo>
                      <a:pt x="1821" y="524"/>
                    </a:lnTo>
                    <a:lnTo>
                      <a:pt x="1800" y="629"/>
                    </a:lnTo>
                    <a:lnTo>
                      <a:pt x="1842" y="649"/>
                    </a:lnTo>
                    <a:lnTo>
                      <a:pt x="1884" y="733"/>
                    </a:lnTo>
                    <a:lnTo>
                      <a:pt x="1884" y="1068"/>
                    </a:lnTo>
                    <a:lnTo>
                      <a:pt x="1884" y="1235"/>
                    </a:lnTo>
                    <a:lnTo>
                      <a:pt x="1926" y="1361"/>
                    </a:lnTo>
                    <a:lnTo>
                      <a:pt x="2030" y="1507"/>
                    </a:lnTo>
                    <a:lnTo>
                      <a:pt x="2030" y="1654"/>
                    </a:lnTo>
                    <a:lnTo>
                      <a:pt x="2135" y="1779"/>
                    </a:lnTo>
                    <a:lnTo>
                      <a:pt x="2135" y="1863"/>
                    </a:lnTo>
                    <a:lnTo>
                      <a:pt x="2051" y="1863"/>
                    </a:lnTo>
                    <a:lnTo>
                      <a:pt x="2009" y="1800"/>
                    </a:lnTo>
                    <a:lnTo>
                      <a:pt x="1926" y="1612"/>
                    </a:lnTo>
                    <a:lnTo>
                      <a:pt x="1842" y="1507"/>
                    </a:lnTo>
                    <a:lnTo>
                      <a:pt x="1800" y="1507"/>
                    </a:lnTo>
                    <a:lnTo>
                      <a:pt x="1716" y="1570"/>
                    </a:lnTo>
                    <a:lnTo>
                      <a:pt x="1675" y="1549"/>
                    </a:lnTo>
                    <a:lnTo>
                      <a:pt x="1675" y="1486"/>
                    </a:lnTo>
                    <a:lnTo>
                      <a:pt x="1737" y="1403"/>
                    </a:lnTo>
                    <a:lnTo>
                      <a:pt x="1779" y="1361"/>
                    </a:lnTo>
                    <a:lnTo>
                      <a:pt x="1779" y="1256"/>
                    </a:lnTo>
                    <a:lnTo>
                      <a:pt x="1695" y="1026"/>
                    </a:lnTo>
                    <a:lnTo>
                      <a:pt x="1695" y="817"/>
                    </a:lnTo>
                    <a:lnTo>
                      <a:pt x="1675" y="733"/>
                    </a:lnTo>
                    <a:lnTo>
                      <a:pt x="1528" y="649"/>
                    </a:lnTo>
                    <a:lnTo>
                      <a:pt x="1465" y="524"/>
                    </a:lnTo>
                    <a:lnTo>
                      <a:pt x="1382" y="503"/>
                    </a:lnTo>
                    <a:lnTo>
                      <a:pt x="1319" y="545"/>
                    </a:lnTo>
                    <a:lnTo>
                      <a:pt x="1319" y="670"/>
                    </a:lnTo>
                    <a:lnTo>
                      <a:pt x="1193" y="838"/>
                    </a:lnTo>
                    <a:lnTo>
                      <a:pt x="1172" y="963"/>
                    </a:lnTo>
                    <a:lnTo>
                      <a:pt x="1193" y="1089"/>
                    </a:lnTo>
                    <a:lnTo>
                      <a:pt x="1256" y="1235"/>
                    </a:lnTo>
                    <a:lnTo>
                      <a:pt x="1277" y="1403"/>
                    </a:lnTo>
                    <a:lnTo>
                      <a:pt x="1214" y="1382"/>
                    </a:lnTo>
                    <a:lnTo>
                      <a:pt x="1172" y="1298"/>
                    </a:lnTo>
                    <a:lnTo>
                      <a:pt x="1151" y="1173"/>
                    </a:lnTo>
                    <a:lnTo>
                      <a:pt x="1172" y="1089"/>
                    </a:lnTo>
                    <a:lnTo>
                      <a:pt x="1110" y="1068"/>
                    </a:lnTo>
                    <a:lnTo>
                      <a:pt x="1068" y="984"/>
                    </a:lnTo>
                    <a:lnTo>
                      <a:pt x="1047" y="984"/>
                    </a:lnTo>
                    <a:lnTo>
                      <a:pt x="984" y="1047"/>
                    </a:lnTo>
                    <a:lnTo>
                      <a:pt x="942" y="1026"/>
                    </a:lnTo>
                    <a:lnTo>
                      <a:pt x="942" y="942"/>
                    </a:lnTo>
                    <a:lnTo>
                      <a:pt x="1047" y="859"/>
                    </a:lnTo>
                    <a:lnTo>
                      <a:pt x="1047" y="838"/>
                    </a:lnTo>
                    <a:lnTo>
                      <a:pt x="984" y="817"/>
                    </a:lnTo>
                    <a:lnTo>
                      <a:pt x="859" y="859"/>
                    </a:lnTo>
                    <a:lnTo>
                      <a:pt x="775" y="921"/>
                    </a:lnTo>
                    <a:lnTo>
                      <a:pt x="691" y="859"/>
                    </a:lnTo>
                    <a:lnTo>
                      <a:pt x="733" y="817"/>
                    </a:lnTo>
                    <a:lnTo>
                      <a:pt x="775" y="775"/>
                    </a:lnTo>
                    <a:lnTo>
                      <a:pt x="796" y="733"/>
                    </a:lnTo>
                    <a:lnTo>
                      <a:pt x="900" y="629"/>
                    </a:lnTo>
                    <a:lnTo>
                      <a:pt x="984" y="629"/>
                    </a:lnTo>
                    <a:lnTo>
                      <a:pt x="1005" y="649"/>
                    </a:lnTo>
                    <a:lnTo>
                      <a:pt x="1089" y="670"/>
                    </a:lnTo>
                    <a:lnTo>
                      <a:pt x="1151" y="608"/>
                    </a:lnTo>
                    <a:lnTo>
                      <a:pt x="1172" y="524"/>
                    </a:lnTo>
                    <a:lnTo>
                      <a:pt x="1089" y="398"/>
                    </a:lnTo>
                    <a:lnTo>
                      <a:pt x="1047" y="336"/>
                    </a:lnTo>
                    <a:lnTo>
                      <a:pt x="900" y="357"/>
                    </a:lnTo>
                    <a:lnTo>
                      <a:pt x="670" y="545"/>
                    </a:lnTo>
                    <a:lnTo>
                      <a:pt x="587" y="566"/>
                    </a:lnTo>
                    <a:lnTo>
                      <a:pt x="545" y="545"/>
                    </a:lnTo>
                    <a:lnTo>
                      <a:pt x="545" y="461"/>
                    </a:lnTo>
                    <a:lnTo>
                      <a:pt x="461" y="419"/>
                    </a:lnTo>
                    <a:lnTo>
                      <a:pt x="419" y="440"/>
                    </a:lnTo>
                    <a:lnTo>
                      <a:pt x="419" y="566"/>
                    </a:lnTo>
                    <a:lnTo>
                      <a:pt x="545" y="712"/>
                    </a:lnTo>
                    <a:lnTo>
                      <a:pt x="524" y="754"/>
                    </a:lnTo>
                    <a:lnTo>
                      <a:pt x="419" y="754"/>
                    </a:lnTo>
                    <a:lnTo>
                      <a:pt x="377" y="649"/>
                    </a:lnTo>
                    <a:lnTo>
                      <a:pt x="315" y="503"/>
                    </a:lnTo>
                    <a:lnTo>
                      <a:pt x="231" y="503"/>
                    </a:lnTo>
                    <a:lnTo>
                      <a:pt x="126" y="608"/>
                    </a:lnTo>
                    <a:lnTo>
                      <a:pt x="147" y="733"/>
                    </a:lnTo>
                    <a:lnTo>
                      <a:pt x="168" y="775"/>
                    </a:lnTo>
                    <a:lnTo>
                      <a:pt x="168" y="880"/>
                    </a:lnTo>
                    <a:lnTo>
                      <a:pt x="147" y="880"/>
                    </a:lnTo>
                    <a:lnTo>
                      <a:pt x="43" y="963"/>
                    </a:lnTo>
                    <a:lnTo>
                      <a:pt x="1" y="984"/>
                    </a:lnTo>
                    <a:lnTo>
                      <a:pt x="1" y="1089"/>
                    </a:lnTo>
                    <a:lnTo>
                      <a:pt x="22" y="1235"/>
                    </a:lnTo>
                    <a:lnTo>
                      <a:pt x="43" y="1361"/>
                    </a:lnTo>
                    <a:lnTo>
                      <a:pt x="147" y="1549"/>
                    </a:lnTo>
                    <a:lnTo>
                      <a:pt x="147" y="1612"/>
                    </a:lnTo>
                    <a:lnTo>
                      <a:pt x="231" y="1591"/>
                    </a:lnTo>
                    <a:lnTo>
                      <a:pt x="273" y="1507"/>
                    </a:lnTo>
                    <a:lnTo>
                      <a:pt x="273" y="1403"/>
                    </a:lnTo>
                    <a:lnTo>
                      <a:pt x="273" y="1298"/>
                    </a:lnTo>
                    <a:lnTo>
                      <a:pt x="335" y="1277"/>
                    </a:lnTo>
                    <a:lnTo>
                      <a:pt x="419" y="1361"/>
                    </a:lnTo>
                    <a:lnTo>
                      <a:pt x="461" y="1298"/>
                    </a:lnTo>
                    <a:lnTo>
                      <a:pt x="482" y="1340"/>
                    </a:lnTo>
                    <a:lnTo>
                      <a:pt x="440" y="1445"/>
                    </a:lnTo>
                    <a:lnTo>
                      <a:pt x="419" y="1591"/>
                    </a:lnTo>
                    <a:lnTo>
                      <a:pt x="377" y="1612"/>
                    </a:lnTo>
                    <a:lnTo>
                      <a:pt x="377" y="1675"/>
                    </a:lnTo>
                    <a:lnTo>
                      <a:pt x="482" y="1779"/>
                    </a:lnTo>
                    <a:lnTo>
                      <a:pt x="482" y="1800"/>
                    </a:lnTo>
                    <a:lnTo>
                      <a:pt x="545" y="1821"/>
                    </a:lnTo>
                    <a:lnTo>
                      <a:pt x="628" y="1821"/>
                    </a:lnTo>
                    <a:lnTo>
                      <a:pt x="649" y="1863"/>
                    </a:lnTo>
                    <a:lnTo>
                      <a:pt x="649" y="1926"/>
                    </a:lnTo>
                    <a:lnTo>
                      <a:pt x="545" y="2010"/>
                    </a:lnTo>
                    <a:lnTo>
                      <a:pt x="482" y="2010"/>
                    </a:lnTo>
                    <a:lnTo>
                      <a:pt x="482" y="1968"/>
                    </a:lnTo>
                    <a:lnTo>
                      <a:pt x="461" y="1905"/>
                    </a:lnTo>
                    <a:lnTo>
                      <a:pt x="315" y="1800"/>
                    </a:lnTo>
                    <a:lnTo>
                      <a:pt x="273" y="1821"/>
                    </a:lnTo>
                    <a:lnTo>
                      <a:pt x="273" y="1884"/>
                    </a:lnTo>
                    <a:lnTo>
                      <a:pt x="335" y="1989"/>
                    </a:lnTo>
                    <a:lnTo>
                      <a:pt x="419" y="2030"/>
                    </a:lnTo>
                    <a:lnTo>
                      <a:pt x="482" y="2093"/>
                    </a:lnTo>
                    <a:lnTo>
                      <a:pt x="482" y="2114"/>
                    </a:lnTo>
                    <a:lnTo>
                      <a:pt x="440" y="2177"/>
                    </a:lnTo>
                    <a:lnTo>
                      <a:pt x="482" y="2240"/>
                    </a:lnTo>
                    <a:lnTo>
                      <a:pt x="587" y="2302"/>
                    </a:lnTo>
                    <a:lnTo>
                      <a:pt x="670" y="2344"/>
                    </a:lnTo>
                    <a:lnTo>
                      <a:pt x="691" y="2428"/>
                    </a:lnTo>
                    <a:lnTo>
                      <a:pt x="775" y="2449"/>
                    </a:lnTo>
                    <a:lnTo>
                      <a:pt x="900" y="2449"/>
                    </a:lnTo>
                    <a:lnTo>
                      <a:pt x="942" y="2491"/>
                    </a:lnTo>
                    <a:lnTo>
                      <a:pt x="879" y="2533"/>
                    </a:lnTo>
                    <a:lnTo>
                      <a:pt x="754" y="2533"/>
                    </a:lnTo>
                    <a:lnTo>
                      <a:pt x="754" y="2637"/>
                    </a:lnTo>
                    <a:lnTo>
                      <a:pt x="796" y="2742"/>
                    </a:lnTo>
                    <a:lnTo>
                      <a:pt x="859" y="2742"/>
                    </a:lnTo>
                    <a:lnTo>
                      <a:pt x="942" y="2763"/>
                    </a:lnTo>
                    <a:lnTo>
                      <a:pt x="1068" y="2909"/>
                    </a:lnTo>
                    <a:lnTo>
                      <a:pt x="1110" y="2972"/>
                    </a:lnTo>
                    <a:lnTo>
                      <a:pt x="1068" y="3035"/>
                    </a:lnTo>
                    <a:lnTo>
                      <a:pt x="1068" y="3077"/>
                    </a:lnTo>
                    <a:lnTo>
                      <a:pt x="1382" y="3077"/>
                    </a:lnTo>
                    <a:lnTo>
                      <a:pt x="1465" y="3014"/>
                    </a:lnTo>
                    <a:lnTo>
                      <a:pt x="1465" y="2930"/>
                    </a:lnTo>
                    <a:lnTo>
                      <a:pt x="1507" y="2805"/>
                    </a:lnTo>
                    <a:lnTo>
                      <a:pt x="1591" y="2763"/>
                    </a:lnTo>
                    <a:lnTo>
                      <a:pt x="1675" y="2805"/>
                    </a:lnTo>
                    <a:lnTo>
                      <a:pt x="1675" y="2721"/>
                    </a:lnTo>
                    <a:lnTo>
                      <a:pt x="1612" y="2616"/>
                    </a:lnTo>
                    <a:lnTo>
                      <a:pt x="1570" y="2512"/>
                    </a:lnTo>
                    <a:lnTo>
                      <a:pt x="1570" y="2386"/>
                    </a:lnTo>
                    <a:lnTo>
                      <a:pt x="1528" y="2302"/>
                    </a:lnTo>
                    <a:lnTo>
                      <a:pt x="1528" y="2219"/>
                    </a:lnTo>
                    <a:lnTo>
                      <a:pt x="1591" y="2198"/>
                    </a:lnTo>
                    <a:lnTo>
                      <a:pt x="1633" y="2219"/>
                    </a:lnTo>
                    <a:lnTo>
                      <a:pt x="1695" y="2323"/>
                    </a:lnTo>
                    <a:lnTo>
                      <a:pt x="1675" y="2344"/>
                    </a:lnTo>
                    <a:lnTo>
                      <a:pt x="1695" y="2428"/>
                    </a:lnTo>
                    <a:lnTo>
                      <a:pt x="1779" y="2344"/>
                    </a:lnTo>
                    <a:lnTo>
                      <a:pt x="1779" y="2282"/>
                    </a:lnTo>
                    <a:lnTo>
                      <a:pt x="1737" y="2093"/>
                    </a:lnTo>
                    <a:lnTo>
                      <a:pt x="1800" y="2010"/>
                    </a:lnTo>
                    <a:lnTo>
                      <a:pt x="1821" y="2010"/>
                    </a:lnTo>
                    <a:lnTo>
                      <a:pt x="1884" y="2093"/>
                    </a:lnTo>
                    <a:lnTo>
                      <a:pt x="1884" y="2219"/>
                    </a:lnTo>
                    <a:lnTo>
                      <a:pt x="1926" y="2282"/>
                    </a:lnTo>
                    <a:lnTo>
                      <a:pt x="1926" y="2344"/>
                    </a:lnTo>
                    <a:lnTo>
                      <a:pt x="1842" y="2428"/>
                    </a:lnTo>
                    <a:lnTo>
                      <a:pt x="1842" y="2491"/>
                    </a:lnTo>
                    <a:lnTo>
                      <a:pt x="1884" y="2637"/>
                    </a:lnTo>
                    <a:lnTo>
                      <a:pt x="1926" y="2658"/>
                    </a:lnTo>
                    <a:lnTo>
                      <a:pt x="2009" y="2637"/>
                    </a:lnTo>
                    <a:lnTo>
                      <a:pt x="2156" y="2491"/>
                    </a:lnTo>
                    <a:lnTo>
                      <a:pt x="2219" y="2344"/>
                    </a:lnTo>
                    <a:lnTo>
                      <a:pt x="2219" y="2240"/>
                    </a:lnTo>
                    <a:lnTo>
                      <a:pt x="2239" y="2177"/>
                    </a:lnTo>
                    <a:lnTo>
                      <a:pt x="2302" y="2198"/>
                    </a:lnTo>
                    <a:lnTo>
                      <a:pt x="2344" y="2282"/>
                    </a:lnTo>
                    <a:lnTo>
                      <a:pt x="2323" y="2407"/>
                    </a:lnTo>
                    <a:lnTo>
                      <a:pt x="2260" y="2512"/>
                    </a:lnTo>
                    <a:lnTo>
                      <a:pt x="2260" y="2595"/>
                    </a:lnTo>
                    <a:lnTo>
                      <a:pt x="2344" y="2637"/>
                    </a:lnTo>
                    <a:lnTo>
                      <a:pt x="2449" y="2616"/>
                    </a:lnTo>
                    <a:lnTo>
                      <a:pt x="2532" y="2533"/>
                    </a:lnTo>
                    <a:lnTo>
                      <a:pt x="2574" y="2533"/>
                    </a:lnTo>
                    <a:lnTo>
                      <a:pt x="2574" y="2595"/>
                    </a:lnTo>
                    <a:lnTo>
                      <a:pt x="2532" y="2637"/>
                    </a:lnTo>
                    <a:lnTo>
                      <a:pt x="2428" y="2658"/>
                    </a:lnTo>
                    <a:lnTo>
                      <a:pt x="2344" y="2763"/>
                    </a:lnTo>
                    <a:lnTo>
                      <a:pt x="2156" y="2763"/>
                    </a:lnTo>
                    <a:lnTo>
                      <a:pt x="2009" y="2826"/>
                    </a:lnTo>
                    <a:lnTo>
                      <a:pt x="1988" y="2867"/>
                    </a:lnTo>
                    <a:lnTo>
                      <a:pt x="2009" y="2951"/>
                    </a:lnTo>
                    <a:lnTo>
                      <a:pt x="1884" y="3014"/>
                    </a:lnTo>
                    <a:lnTo>
                      <a:pt x="1800" y="3118"/>
                    </a:lnTo>
                    <a:lnTo>
                      <a:pt x="1716" y="3181"/>
                    </a:lnTo>
                    <a:lnTo>
                      <a:pt x="1675" y="3181"/>
                    </a:lnTo>
                    <a:lnTo>
                      <a:pt x="1570" y="3244"/>
                    </a:lnTo>
                    <a:lnTo>
                      <a:pt x="1570" y="3328"/>
                    </a:lnTo>
                    <a:lnTo>
                      <a:pt x="1507" y="3349"/>
                    </a:lnTo>
                    <a:lnTo>
                      <a:pt x="1486" y="3265"/>
                    </a:lnTo>
                    <a:lnTo>
                      <a:pt x="1465" y="3223"/>
                    </a:lnTo>
                    <a:lnTo>
                      <a:pt x="1382" y="3265"/>
                    </a:lnTo>
                    <a:lnTo>
                      <a:pt x="1298" y="3286"/>
                    </a:lnTo>
                    <a:lnTo>
                      <a:pt x="1298" y="3349"/>
                    </a:lnTo>
                    <a:lnTo>
                      <a:pt x="1277" y="3390"/>
                    </a:lnTo>
                    <a:lnTo>
                      <a:pt x="1319" y="3579"/>
                    </a:lnTo>
                    <a:lnTo>
                      <a:pt x="1319" y="3704"/>
                    </a:lnTo>
                    <a:lnTo>
                      <a:pt x="1361" y="3746"/>
                    </a:lnTo>
                    <a:lnTo>
                      <a:pt x="1465" y="3746"/>
                    </a:lnTo>
                    <a:lnTo>
                      <a:pt x="1528" y="3704"/>
                    </a:lnTo>
                    <a:lnTo>
                      <a:pt x="1633" y="3683"/>
                    </a:lnTo>
                    <a:lnTo>
                      <a:pt x="1695" y="3662"/>
                    </a:lnTo>
                    <a:lnTo>
                      <a:pt x="1779" y="3662"/>
                    </a:lnTo>
                    <a:lnTo>
                      <a:pt x="1842" y="3642"/>
                    </a:lnTo>
                    <a:lnTo>
                      <a:pt x="1926" y="3537"/>
                    </a:lnTo>
                    <a:lnTo>
                      <a:pt x="1988" y="3537"/>
                    </a:lnTo>
                    <a:lnTo>
                      <a:pt x="2009" y="3495"/>
                    </a:lnTo>
                    <a:lnTo>
                      <a:pt x="2114" y="3495"/>
                    </a:lnTo>
                    <a:lnTo>
                      <a:pt x="2135" y="3537"/>
                    </a:lnTo>
                    <a:lnTo>
                      <a:pt x="2428" y="3537"/>
                    </a:lnTo>
                    <a:lnTo>
                      <a:pt x="2470" y="3474"/>
                    </a:lnTo>
                    <a:lnTo>
                      <a:pt x="2553" y="3432"/>
                    </a:lnTo>
                    <a:lnTo>
                      <a:pt x="2616" y="3432"/>
                    </a:lnTo>
                    <a:lnTo>
                      <a:pt x="2616" y="3495"/>
                    </a:lnTo>
                    <a:lnTo>
                      <a:pt x="2553" y="3537"/>
                    </a:lnTo>
                    <a:lnTo>
                      <a:pt x="2532" y="3600"/>
                    </a:lnTo>
                    <a:lnTo>
                      <a:pt x="2449" y="3600"/>
                    </a:lnTo>
                    <a:lnTo>
                      <a:pt x="2407" y="3642"/>
                    </a:lnTo>
                    <a:lnTo>
                      <a:pt x="2239" y="3642"/>
                    </a:lnTo>
                    <a:lnTo>
                      <a:pt x="2135" y="3683"/>
                    </a:lnTo>
                    <a:lnTo>
                      <a:pt x="1947" y="3767"/>
                    </a:lnTo>
                    <a:lnTo>
                      <a:pt x="1884" y="3767"/>
                    </a:lnTo>
                    <a:lnTo>
                      <a:pt x="1800" y="3788"/>
                    </a:lnTo>
                    <a:lnTo>
                      <a:pt x="1800" y="3809"/>
                    </a:lnTo>
                    <a:lnTo>
                      <a:pt x="1905" y="3872"/>
                    </a:lnTo>
                    <a:lnTo>
                      <a:pt x="2051" y="3893"/>
                    </a:lnTo>
                    <a:lnTo>
                      <a:pt x="2135" y="3893"/>
                    </a:lnTo>
                    <a:lnTo>
                      <a:pt x="2239" y="3976"/>
                    </a:lnTo>
                    <a:lnTo>
                      <a:pt x="2239" y="4018"/>
                    </a:lnTo>
                    <a:lnTo>
                      <a:pt x="2030" y="4018"/>
                    </a:lnTo>
                    <a:lnTo>
                      <a:pt x="1947" y="4060"/>
                    </a:lnTo>
                    <a:lnTo>
                      <a:pt x="1905" y="4018"/>
                    </a:lnTo>
                    <a:lnTo>
                      <a:pt x="1800" y="3997"/>
                    </a:lnTo>
                    <a:lnTo>
                      <a:pt x="1779" y="4060"/>
                    </a:lnTo>
                    <a:lnTo>
                      <a:pt x="1737" y="4060"/>
                    </a:lnTo>
                    <a:lnTo>
                      <a:pt x="1695" y="3997"/>
                    </a:lnTo>
                    <a:lnTo>
                      <a:pt x="1633" y="3914"/>
                    </a:lnTo>
                    <a:lnTo>
                      <a:pt x="1570" y="3893"/>
                    </a:lnTo>
                    <a:lnTo>
                      <a:pt x="1423" y="3997"/>
                    </a:lnTo>
                    <a:lnTo>
                      <a:pt x="1423" y="4018"/>
                    </a:lnTo>
                    <a:lnTo>
                      <a:pt x="1486" y="4102"/>
                    </a:lnTo>
                    <a:lnTo>
                      <a:pt x="1507" y="4165"/>
                    </a:lnTo>
                    <a:lnTo>
                      <a:pt x="1486" y="4227"/>
                    </a:lnTo>
                    <a:lnTo>
                      <a:pt x="1507" y="4227"/>
                    </a:lnTo>
                    <a:lnTo>
                      <a:pt x="1486" y="4290"/>
                    </a:lnTo>
                    <a:lnTo>
                      <a:pt x="1507" y="4332"/>
                    </a:lnTo>
                    <a:lnTo>
                      <a:pt x="1591" y="4395"/>
                    </a:lnTo>
                    <a:lnTo>
                      <a:pt x="1591" y="4437"/>
                    </a:lnTo>
                    <a:lnTo>
                      <a:pt x="1612" y="4499"/>
                    </a:lnTo>
                    <a:lnTo>
                      <a:pt x="1633" y="4478"/>
                    </a:lnTo>
                    <a:lnTo>
                      <a:pt x="1716" y="4541"/>
                    </a:lnTo>
                    <a:lnTo>
                      <a:pt x="1716" y="4604"/>
                    </a:lnTo>
                    <a:lnTo>
                      <a:pt x="1779" y="4688"/>
                    </a:lnTo>
                    <a:lnTo>
                      <a:pt x="1800" y="4646"/>
                    </a:lnTo>
                    <a:lnTo>
                      <a:pt x="1884" y="4688"/>
                    </a:lnTo>
                    <a:lnTo>
                      <a:pt x="1926" y="4751"/>
                    </a:lnTo>
                    <a:lnTo>
                      <a:pt x="1988" y="4792"/>
                    </a:lnTo>
                    <a:lnTo>
                      <a:pt x="1988" y="4855"/>
                    </a:lnTo>
                    <a:lnTo>
                      <a:pt x="2114" y="4960"/>
                    </a:lnTo>
                    <a:lnTo>
                      <a:pt x="2239" y="4918"/>
                    </a:lnTo>
                    <a:lnTo>
                      <a:pt x="2260" y="4834"/>
                    </a:lnTo>
                    <a:lnTo>
                      <a:pt x="2323" y="4834"/>
                    </a:lnTo>
                    <a:lnTo>
                      <a:pt x="2344" y="4897"/>
                    </a:lnTo>
                    <a:lnTo>
                      <a:pt x="2428" y="4855"/>
                    </a:lnTo>
                    <a:lnTo>
                      <a:pt x="2449" y="4897"/>
                    </a:lnTo>
                    <a:lnTo>
                      <a:pt x="2449" y="4960"/>
                    </a:lnTo>
                    <a:lnTo>
                      <a:pt x="2407" y="5023"/>
                    </a:lnTo>
                    <a:lnTo>
                      <a:pt x="2344" y="5023"/>
                    </a:lnTo>
                    <a:lnTo>
                      <a:pt x="2239" y="5106"/>
                    </a:lnTo>
                    <a:lnTo>
                      <a:pt x="2239" y="5148"/>
                    </a:lnTo>
                    <a:lnTo>
                      <a:pt x="2428" y="5336"/>
                    </a:lnTo>
                    <a:lnTo>
                      <a:pt x="2470" y="5357"/>
                    </a:lnTo>
                    <a:lnTo>
                      <a:pt x="2532" y="5420"/>
                    </a:lnTo>
                    <a:lnTo>
                      <a:pt x="2512" y="5567"/>
                    </a:lnTo>
                    <a:lnTo>
                      <a:pt x="2532" y="5650"/>
                    </a:lnTo>
                    <a:lnTo>
                      <a:pt x="2574" y="5650"/>
                    </a:lnTo>
                    <a:lnTo>
                      <a:pt x="2616" y="5587"/>
                    </a:lnTo>
                    <a:lnTo>
                      <a:pt x="2658" y="5567"/>
                    </a:lnTo>
                    <a:lnTo>
                      <a:pt x="2721" y="5650"/>
                    </a:lnTo>
                    <a:lnTo>
                      <a:pt x="2784" y="5629"/>
                    </a:lnTo>
                    <a:lnTo>
                      <a:pt x="2867" y="5525"/>
                    </a:lnTo>
                    <a:lnTo>
                      <a:pt x="2888" y="5420"/>
                    </a:lnTo>
                    <a:lnTo>
                      <a:pt x="2930" y="5357"/>
                    </a:lnTo>
                    <a:lnTo>
                      <a:pt x="2930" y="5315"/>
                    </a:lnTo>
                    <a:lnTo>
                      <a:pt x="2867" y="5148"/>
                    </a:lnTo>
                    <a:lnTo>
                      <a:pt x="2846" y="5023"/>
                    </a:lnTo>
                    <a:lnTo>
                      <a:pt x="2888" y="4939"/>
                    </a:lnTo>
                    <a:lnTo>
                      <a:pt x="2951" y="4855"/>
                    </a:lnTo>
                    <a:lnTo>
                      <a:pt x="2951" y="4499"/>
                    </a:lnTo>
                    <a:lnTo>
                      <a:pt x="2972" y="4395"/>
                    </a:lnTo>
                    <a:lnTo>
                      <a:pt x="2972" y="4311"/>
                    </a:lnTo>
                    <a:lnTo>
                      <a:pt x="3056" y="4227"/>
                    </a:lnTo>
                    <a:lnTo>
                      <a:pt x="3056" y="4206"/>
                    </a:lnTo>
                    <a:lnTo>
                      <a:pt x="2972" y="4165"/>
                    </a:lnTo>
                    <a:lnTo>
                      <a:pt x="3056" y="4060"/>
                    </a:lnTo>
                    <a:lnTo>
                      <a:pt x="3181" y="4081"/>
                    </a:lnTo>
                    <a:lnTo>
                      <a:pt x="3202" y="4081"/>
                    </a:lnTo>
                    <a:lnTo>
                      <a:pt x="3244" y="3976"/>
                    </a:lnTo>
                    <a:lnTo>
                      <a:pt x="3244" y="3809"/>
                    </a:lnTo>
                    <a:lnTo>
                      <a:pt x="3265" y="3683"/>
                    </a:lnTo>
                    <a:lnTo>
                      <a:pt x="3265" y="3558"/>
                    </a:lnTo>
                    <a:lnTo>
                      <a:pt x="3181" y="3432"/>
                    </a:lnTo>
                    <a:lnTo>
                      <a:pt x="3181" y="3286"/>
                    </a:lnTo>
                    <a:lnTo>
                      <a:pt x="3244" y="3265"/>
                    </a:lnTo>
                    <a:lnTo>
                      <a:pt x="3348" y="3328"/>
                    </a:lnTo>
                    <a:lnTo>
                      <a:pt x="3390" y="3223"/>
                    </a:lnTo>
                    <a:lnTo>
                      <a:pt x="3369" y="3181"/>
                    </a:lnTo>
                    <a:lnTo>
                      <a:pt x="3369" y="3056"/>
                    </a:lnTo>
                    <a:lnTo>
                      <a:pt x="3390" y="2951"/>
                    </a:lnTo>
                    <a:lnTo>
                      <a:pt x="3369" y="2742"/>
                    </a:lnTo>
                    <a:lnTo>
                      <a:pt x="3348" y="2616"/>
                    </a:lnTo>
                    <a:lnTo>
                      <a:pt x="3369" y="2554"/>
                    </a:lnTo>
                    <a:lnTo>
                      <a:pt x="3495" y="2449"/>
                    </a:lnTo>
                    <a:lnTo>
                      <a:pt x="3495" y="2386"/>
                    </a:lnTo>
                    <a:lnTo>
                      <a:pt x="3474" y="2323"/>
                    </a:lnTo>
                    <a:lnTo>
                      <a:pt x="3474" y="2282"/>
                    </a:lnTo>
                    <a:lnTo>
                      <a:pt x="3579" y="2282"/>
                    </a:lnTo>
                    <a:lnTo>
                      <a:pt x="3725" y="2135"/>
                    </a:lnTo>
                    <a:lnTo>
                      <a:pt x="3830" y="2135"/>
                    </a:lnTo>
                    <a:lnTo>
                      <a:pt x="3934" y="2114"/>
                    </a:lnTo>
                    <a:lnTo>
                      <a:pt x="3997" y="2219"/>
                    </a:lnTo>
                    <a:lnTo>
                      <a:pt x="4039" y="2198"/>
                    </a:lnTo>
                    <a:lnTo>
                      <a:pt x="4081" y="2114"/>
                    </a:lnTo>
                    <a:lnTo>
                      <a:pt x="4102" y="2072"/>
                    </a:lnTo>
                    <a:lnTo>
                      <a:pt x="4102" y="1926"/>
                    </a:lnTo>
                    <a:lnTo>
                      <a:pt x="4018" y="1905"/>
                    </a:lnTo>
                    <a:lnTo>
                      <a:pt x="3767" y="1821"/>
                    </a:lnTo>
                    <a:lnTo>
                      <a:pt x="3662" y="1779"/>
                    </a:lnTo>
                    <a:lnTo>
                      <a:pt x="3495" y="1612"/>
                    </a:lnTo>
                    <a:lnTo>
                      <a:pt x="3411" y="1570"/>
                    </a:lnTo>
                    <a:lnTo>
                      <a:pt x="3286" y="1382"/>
                    </a:lnTo>
                    <a:lnTo>
                      <a:pt x="3244" y="1361"/>
                    </a:lnTo>
                    <a:lnTo>
                      <a:pt x="3097" y="1361"/>
                    </a:lnTo>
                    <a:lnTo>
                      <a:pt x="3056" y="1277"/>
                    </a:lnTo>
                    <a:lnTo>
                      <a:pt x="3056" y="1193"/>
                    </a:lnTo>
                    <a:lnTo>
                      <a:pt x="2972" y="942"/>
                    </a:lnTo>
                    <a:lnTo>
                      <a:pt x="2888" y="733"/>
                    </a:lnTo>
                    <a:lnTo>
                      <a:pt x="2742" y="608"/>
                    </a:lnTo>
                    <a:lnTo>
                      <a:pt x="2658" y="670"/>
                    </a:lnTo>
                    <a:lnTo>
                      <a:pt x="2637" y="775"/>
                    </a:lnTo>
                    <a:lnTo>
                      <a:pt x="2658" y="984"/>
                    </a:lnTo>
                    <a:lnTo>
                      <a:pt x="2658" y="1131"/>
                    </a:lnTo>
                    <a:lnTo>
                      <a:pt x="2574" y="1193"/>
                    </a:lnTo>
                    <a:lnTo>
                      <a:pt x="2553" y="1173"/>
                    </a:lnTo>
                    <a:lnTo>
                      <a:pt x="2553" y="1131"/>
                    </a:lnTo>
                    <a:lnTo>
                      <a:pt x="2553" y="963"/>
                    </a:lnTo>
                    <a:lnTo>
                      <a:pt x="2553" y="733"/>
                    </a:lnTo>
                    <a:lnTo>
                      <a:pt x="2616" y="670"/>
                    </a:lnTo>
                    <a:lnTo>
                      <a:pt x="2616" y="545"/>
                    </a:lnTo>
                    <a:lnTo>
                      <a:pt x="2553" y="419"/>
                    </a:lnTo>
                    <a:lnTo>
                      <a:pt x="2449" y="231"/>
                    </a:lnTo>
                    <a:lnTo>
                      <a:pt x="2344" y="189"/>
                    </a:lnTo>
                    <a:lnTo>
                      <a:pt x="2260" y="231"/>
                    </a:lnTo>
                    <a:lnTo>
                      <a:pt x="2219" y="315"/>
                    </a:lnTo>
                    <a:lnTo>
                      <a:pt x="2156" y="294"/>
                    </a:lnTo>
                    <a:lnTo>
                      <a:pt x="2135" y="147"/>
                    </a:lnTo>
                    <a:lnTo>
                      <a:pt x="203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1549" name="Google Shape;1549;p60"/>
            <p:cNvSpPr/>
            <p:nvPr/>
          </p:nvSpPr>
          <p:spPr>
            <a:xfrm>
              <a:off x="4614379" y="2777935"/>
              <a:ext cx="83472" cy="139700"/>
            </a:xfrm>
            <a:custGeom>
              <a:avLst/>
              <a:gdLst/>
              <a:ahLst/>
              <a:cxnLst/>
              <a:rect l="l" t="t" r="r" b="b"/>
              <a:pathLst>
                <a:path w="7010" h="12284" extrusionOk="0">
                  <a:moveTo>
                    <a:pt x="4122" y="1"/>
                  </a:moveTo>
                  <a:lnTo>
                    <a:pt x="4122" y="43"/>
                  </a:lnTo>
                  <a:lnTo>
                    <a:pt x="4080" y="126"/>
                  </a:lnTo>
                  <a:lnTo>
                    <a:pt x="4017" y="126"/>
                  </a:lnTo>
                  <a:lnTo>
                    <a:pt x="3996" y="147"/>
                  </a:lnTo>
                  <a:lnTo>
                    <a:pt x="4059" y="231"/>
                  </a:lnTo>
                  <a:lnTo>
                    <a:pt x="4080" y="357"/>
                  </a:lnTo>
                  <a:lnTo>
                    <a:pt x="4289" y="671"/>
                  </a:lnTo>
                  <a:lnTo>
                    <a:pt x="4331" y="796"/>
                  </a:lnTo>
                  <a:lnTo>
                    <a:pt x="4331" y="1005"/>
                  </a:lnTo>
                  <a:lnTo>
                    <a:pt x="4310" y="1089"/>
                  </a:lnTo>
                  <a:lnTo>
                    <a:pt x="4373" y="1277"/>
                  </a:lnTo>
                  <a:lnTo>
                    <a:pt x="4415" y="1382"/>
                  </a:lnTo>
                  <a:lnTo>
                    <a:pt x="4415" y="1424"/>
                  </a:lnTo>
                  <a:lnTo>
                    <a:pt x="4373" y="1424"/>
                  </a:lnTo>
                  <a:lnTo>
                    <a:pt x="4289" y="1528"/>
                  </a:lnTo>
                  <a:lnTo>
                    <a:pt x="4310" y="1633"/>
                  </a:lnTo>
                  <a:lnTo>
                    <a:pt x="4373" y="1738"/>
                  </a:lnTo>
                  <a:lnTo>
                    <a:pt x="4394" y="1800"/>
                  </a:lnTo>
                  <a:lnTo>
                    <a:pt x="4457" y="1821"/>
                  </a:lnTo>
                  <a:lnTo>
                    <a:pt x="4478" y="1905"/>
                  </a:lnTo>
                  <a:lnTo>
                    <a:pt x="4457" y="1926"/>
                  </a:lnTo>
                  <a:lnTo>
                    <a:pt x="4457" y="2010"/>
                  </a:lnTo>
                  <a:lnTo>
                    <a:pt x="4394" y="2051"/>
                  </a:lnTo>
                  <a:lnTo>
                    <a:pt x="4206" y="2031"/>
                  </a:lnTo>
                  <a:lnTo>
                    <a:pt x="4017" y="1926"/>
                  </a:lnTo>
                  <a:lnTo>
                    <a:pt x="3955" y="1947"/>
                  </a:lnTo>
                  <a:lnTo>
                    <a:pt x="3892" y="2031"/>
                  </a:lnTo>
                  <a:lnTo>
                    <a:pt x="3913" y="2093"/>
                  </a:lnTo>
                  <a:lnTo>
                    <a:pt x="3976" y="2093"/>
                  </a:lnTo>
                  <a:lnTo>
                    <a:pt x="4080" y="2156"/>
                  </a:lnTo>
                  <a:lnTo>
                    <a:pt x="4080" y="2219"/>
                  </a:lnTo>
                  <a:lnTo>
                    <a:pt x="4017" y="2261"/>
                  </a:lnTo>
                  <a:lnTo>
                    <a:pt x="3976" y="2365"/>
                  </a:lnTo>
                  <a:lnTo>
                    <a:pt x="3892" y="2407"/>
                  </a:lnTo>
                  <a:lnTo>
                    <a:pt x="3871" y="2449"/>
                  </a:lnTo>
                  <a:lnTo>
                    <a:pt x="3787" y="2470"/>
                  </a:lnTo>
                  <a:lnTo>
                    <a:pt x="3745" y="2575"/>
                  </a:lnTo>
                  <a:lnTo>
                    <a:pt x="3766" y="2679"/>
                  </a:lnTo>
                  <a:lnTo>
                    <a:pt x="3766" y="2847"/>
                  </a:lnTo>
                  <a:lnTo>
                    <a:pt x="3787" y="2930"/>
                  </a:lnTo>
                  <a:lnTo>
                    <a:pt x="3871" y="2930"/>
                  </a:lnTo>
                  <a:lnTo>
                    <a:pt x="3976" y="2993"/>
                  </a:lnTo>
                  <a:lnTo>
                    <a:pt x="4059" y="3077"/>
                  </a:lnTo>
                  <a:lnTo>
                    <a:pt x="4122" y="3286"/>
                  </a:lnTo>
                  <a:lnTo>
                    <a:pt x="4164" y="3495"/>
                  </a:lnTo>
                  <a:lnTo>
                    <a:pt x="4122" y="3516"/>
                  </a:lnTo>
                  <a:lnTo>
                    <a:pt x="4185" y="3621"/>
                  </a:lnTo>
                  <a:lnTo>
                    <a:pt x="4289" y="3684"/>
                  </a:lnTo>
                  <a:lnTo>
                    <a:pt x="4415" y="3516"/>
                  </a:lnTo>
                  <a:lnTo>
                    <a:pt x="4478" y="3412"/>
                  </a:lnTo>
                  <a:lnTo>
                    <a:pt x="4478" y="3349"/>
                  </a:lnTo>
                  <a:lnTo>
                    <a:pt x="4520" y="3286"/>
                  </a:lnTo>
                  <a:lnTo>
                    <a:pt x="4540" y="3286"/>
                  </a:lnTo>
                  <a:cubicBezTo>
                    <a:pt x="4624" y="3370"/>
                    <a:pt x="4708" y="3453"/>
                    <a:pt x="4729" y="3558"/>
                  </a:cubicBezTo>
                  <a:lnTo>
                    <a:pt x="4729" y="3579"/>
                  </a:lnTo>
                  <a:lnTo>
                    <a:pt x="4687" y="3704"/>
                  </a:lnTo>
                  <a:lnTo>
                    <a:pt x="4687" y="3809"/>
                  </a:lnTo>
                  <a:lnTo>
                    <a:pt x="4729" y="3872"/>
                  </a:lnTo>
                  <a:lnTo>
                    <a:pt x="4792" y="3830"/>
                  </a:lnTo>
                  <a:lnTo>
                    <a:pt x="4917" y="3725"/>
                  </a:lnTo>
                  <a:lnTo>
                    <a:pt x="4980" y="3872"/>
                  </a:lnTo>
                  <a:lnTo>
                    <a:pt x="4917" y="3976"/>
                  </a:lnTo>
                  <a:lnTo>
                    <a:pt x="4833" y="4018"/>
                  </a:lnTo>
                  <a:lnTo>
                    <a:pt x="4771" y="3976"/>
                  </a:lnTo>
                  <a:lnTo>
                    <a:pt x="4792" y="4102"/>
                  </a:lnTo>
                  <a:lnTo>
                    <a:pt x="4729" y="4144"/>
                  </a:lnTo>
                  <a:lnTo>
                    <a:pt x="4666" y="4123"/>
                  </a:lnTo>
                  <a:lnTo>
                    <a:pt x="4624" y="4018"/>
                  </a:lnTo>
                  <a:lnTo>
                    <a:pt x="4603" y="3914"/>
                  </a:lnTo>
                  <a:lnTo>
                    <a:pt x="4582" y="3872"/>
                  </a:lnTo>
                  <a:lnTo>
                    <a:pt x="4499" y="3893"/>
                  </a:lnTo>
                  <a:lnTo>
                    <a:pt x="4457" y="3872"/>
                  </a:lnTo>
                  <a:lnTo>
                    <a:pt x="4415" y="3976"/>
                  </a:lnTo>
                  <a:lnTo>
                    <a:pt x="4478" y="4123"/>
                  </a:lnTo>
                  <a:lnTo>
                    <a:pt x="4478" y="4228"/>
                  </a:lnTo>
                  <a:lnTo>
                    <a:pt x="4394" y="4248"/>
                  </a:lnTo>
                  <a:lnTo>
                    <a:pt x="4310" y="4353"/>
                  </a:lnTo>
                  <a:lnTo>
                    <a:pt x="4310" y="4416"/>
                  </a:lnTo>
                  <a:lnTo>
                    <a:pt x="4457" y="4562"/>
                  </a:lnTo>
                  <a:lnTo>
                    <a:pt x="4499" y="4646"/>
                  </a:lnTo>
                  <a:lnTo>
                    <a:pt x="4457" y="4813"/>
                  </a:lnTo>
                  <a:lnTo>
                    <a:pt x="4373" y="4855"/>
                  </a:lnTo>
                  <a:lnTo>
                    <a:pt x="4289" y="4834"/>
                  </a:lnTo>
                  <a:lnTo>
                    <a:pt x="4268" y="4876"/>
                  </a:lnTo>
                  <a:lnTo>
                    <a:pt x="4352" y="4981"/>
                  </a:lnTo>
                  <a:lnTo>
                    <a:pt x="4415" y="4960"/>
                  </a:lnTo>
                  <a:lnTo>
                    <a:pt x="4499" y="4876"/>
                  </a:lnTo>
                  <a:lnTo>
                    <a:pt x="4603" y="5148"/>
                  </a:lnTo>
                  <a:lnTo>
                    <a:pt x="4666" y="5441"/>
                  </a:lnTo>
                  <a:lnTo>
                    <a:pt x="4624" y="5588"/>
                  </a:lnTo>
                  <a:lnTo>
                    <a:pt x="4624" y="5860"/>
                  </a:lnTo>
                  <a:lnTo>
                    <a:pt x="4520" y="6236"/>
                  </a:lnTo>
                  <a:lnTo>
                    <a:pt x="4561" y="6404"/>
                  </a:lnTo>
                  <a:lnTo>
                    <a:pt x="4499" y="6592"/>
                  </a:lnTo>
                  <a:lnTo>
                    <a:pt x="4373" y="6655"/>
                  </a:lnTo>
                  <a:lnTo>
                    <a:pt x="4310" y="6843"/>
                  </a:lnTo>
                  <a:lnTo>
                    <a:pt x="4310" y="7031"/>
                  </a:lnTo>
                  <a:lnTo>
                    <a:pt x="4248" y="7136"/>
                  </a:lnTo>
                  <a:lnTo>
                    <a:pt x="4206" y="7241"/>
                  </a:lnTo>
                  <a:lnTo>
                    <a:pt x="4080" y="7366"/>
                  </a:lnTo>
                  <a:lnTo>
                    <a:pt x="3829" y="7533"/>
                  </a:lnTo>
                  <a:lnTo>
                    <a:pt x="3724" y="7554"/>
                  </a:lnTo>
                  <a:lnTo>
                    <a:pt x="3662" y="7659"/>
                  </a:lnTo>
                  <a:lnTo>
                    <a:pt x="3536" y="7575"/>
                  </a:lnTo>
                  <a:lnTo>
                    <a:pt x="3411" y="7429"/>
                  </a:lnTo>
                  <a:lnTo>
                    <a:pt x="3411" y="7345"/>
                  </a:lnTo>
                  <a:lnTo>
                    <a:pt x="3452" y="7324"/>
                  </a:lnTo>
                  <a:lnTo>
                    <a:pt x="3515" y="7220"/>
                  </a:lnTo>
                  <a:lnTo>
                    <a:pt x="3515" y="7157"/>
                  </a:lnTo>
                  <a:lnTo>
                    <a:pt x="3578" y="7073"/>
                  </a:lnTo>
                  <a:lnTo>
                    <a:pt x="3578" y="7052"/>
                  </a:lnTo>
                  <a:lnTo>
                    <a:pt x="3452" y="7073"/>
                  </a:lnTo>
                  <a:lnTo>
                    <a:pt x="3348" y="7178"/>
                  </a:lnTo>
                  <a:lnTo>
                    <a:pt x="3222" y="7241"/>
                  </a:lnTo>
                  <a:lnTo>
                    <a:pt x="3201" y="7345"/>
                  </a:lnTo>
                  <a:lnTo>
                    <a:pt x="3264" y="7471"/>
                  </a:lnTo>
                  <a:lnTo>
                    <a:pt x="3306" y="7722"/>
                  </a:lnTo>
                  <a:lnTo>
                    <a:pt x="3264" y="7868"/>
                  </a:lnTo>
                  <a:lnTo>
                    <a:pt x="3139" y="7994"/>
                  </a:lnTo>
                  <a:lnTo>
                    <a:pt x="3139" y="8077"/>
                  </a:lnTo>
                  <a:lnTo>
                    <a:pt x="3076" y="8119"/>
                  </a:lnTo>
                  <a:lnTo>
                    <a:pt x="3055" y="8329"/>
                  </a:lnTo>
                  <a:lnTo>
                    <a:pt x="3118" y="8391"/>
                  </a:lnTo>
                  <a:lnTo>
                    <a:pt x="3118" y="8475"/>
                  </a:lnTo>
                  <a:lnTo>
                    <a:pt x="3076" y="8496"/>
                  </a:lnTo>
                  <a:lnTo>
                    <a:pt x="3118" y="8517"/>
                  </a:lnTo>
                  <a:lnTo>
                    <a:pt x="3076" y="8601"/>
                  </a:lnTo>
                  <a:lnTo>
                    <a:pt x="3034" y="8601"/>
                  </a:lnTo>
                  <a:lnTo>
                    <a:pt x="3055" y="8642"/>
                  </a:lnTo>
                  <a:lnTo>
                    <a:pt x="2992" y="8684"/>
                  </a:lnTo>
                  <a:lnTo>
                    <a:pt x="2929" y="8621"/>
                  </a:lnTo>
                  <a:lnTo>
                    <a:pt x="2846" y="8684"/>
                  </a:lnTo>
                  <a:lnTo>
                    <a:pt x="2804" y="8642"/>
                  </a:lnTo>
                  <a:lnTo>
                    <a:pt x="2762" y="8517"/>
                  </a:lnTo>
                  <a:lnTo>
                    <a:pt x="2741" y="8496"/>
                  </a:lnTo>
                  <a:lnTo>
                    <a:pt x="2657" y="8538"/>
                  </a:lnTo>
                  <a:lnTo>
                    <a:pt x="2595" y="8538"/>
                  </a:lnTo>
                  <a:lnTo>
                    <a:pt x="2553" y="8517"/>
                  </a:lnTo>
                  <a:lnTo>
                    <a:pt x="2302" y="8601"/>
                  </a:lnTo>
                  <a:lnTo>
                    <a:pt x="2176" y="8642"/>
                  </a:lnTo>
                  <a:lnTo>
                    <a:pt x="2030" y="8705"/>
                  </a:lnTo>
                  <a:lnTo>
                    <a:pt x="1883" y="8705"/>
                  </a:lnTo>
                  <a:lnTo>
                    <a:pt x="1758" y="8747"/>
                  </a:lnTo>
                  <a:lnTo>
                    <a:pt x="1695" y="8726"/>
                  </a:lnTo>
                  <a:lnTo>
                    <a:pt x="1569" y="8747"/>
                  </a:lnTo>
                  <a:lnTo>
                    <a:pt x="1360" y="8914"/>
                  </a:lnTo>
                  <a:lnTo>
                    <a:pt x="1297" y="9040"/>
                  </a:lnTo>
                  <a:lnTo>
                    <a:pt x="1235" y="9082"/>
                  </a:lnTo>
                  <a:lnTo>
                    <a:pt x="1193" y="9165"/>
                  </a:lnTo>
                  <a:lnTo>
                    <a:pt x="1046" y="9354"/>
                  </a:lnTo>
                  <a:lnTo>
                    <a:pt x="942" y="9375"/>
                  </a:lnTo>
                  <a:lnTo>
                    <a:pt x="858" y="9479"/>
                  </a:lnTo>
                  <a:lnTo>
                    <a:pt x="837" y="9563"/>
                  </a:lnTo>
                  <a:lnTo>
                    <a:pt x="753" y="9647"/>
                  </a:lnTo>
                  <a:lnTo>
                    <a:pt x="607" y="9668"/>
                  </a:lnTo>
                  <a:lnTo>
                    <a:pt x="544" y="9751"/>
                  </a:lnTo>
                  <a:lnTo>
                    <a:pt x="565" y="9940"/>
                  </a:lnTo>
                  <a:lnTo>
                    <a:pt x="628" y="9961"/>
                  </a:lnTo>
                  <a:lnTo>
                    <a:pt x="649" y="10002"/>
                  </a:lnTo>
                  <a:lnTo>
                    <a:pt x="628" y="10065"/>
                  </a:lnTo>
                  <a:lnTo>
                    <a:pt x="607" y="10044"/>
                  </a:lnTo>
                  <a:lnTo>
                    <a:pt x="481" y="10149"/>
                  </a:lnTo>
                  <a:lnTo>
                    <a:pt x="439" y="10212"/>
                  </a:lnTo>
                  <a:lnTo>
                    <a:pt x="377" y="10274"/>
                  </a:lnTo>
                  <a:lnTo>
                    <a:pt x="272" y="10379"/>
                  </a:lnTo>
                  <a:lnTo>
                    <a:pt x="209" y="10463"/>
                  </a:lnTo>
                  <a:lnTo>
                    <a:pt x="105" y="10463"/>
                  </a:lnTo>
                  <a:lnTo>
                    <a:pt x="0" y="10505"/>
                  </a:lnTo>
                  <a:lnTo>
                    <a:pt x="105" y="10505"/>
                  </a:lnTo>
                  <a:lnTo>
                    <a:pt x="167" y="10609"/>
                  </a:lnTo>
                  <a:lnTo>
                    <a:pt x="209" y="10735"/>
                  </a:lnTo>
                  <a:lnTo>
                    <a:pt x="167" y="10777"/>
                  </a:lnTo>
                  <a:lnTo>
                    <a:pt x="126" y="10693"/>
                  </a:lnTo>
                  <a:lnTo>
                    <a:pt x="84" y="10609"/>
                  </a:lnTo>
                  <a:lnTo>
                    <a:pt x="63" y="10714"/>
                  </a:lnTo>
                  <a:lnTo>
                    <a:pt x="84" y="10818"/>
                  </a:lnTo>
                  <a:lnTo>
                    <a:pt x="167" y="10839"/>
                  </a:lnTo>
                  <a:lnTo>
                    <a:pt x="167" y="10923"/>
                  </a:lnTo>
                  <a:lnTo>
                    <a:pt x="126" y="11007"/>
                  </a:lnTo>
                  <a:lnTo>
                    <a:pt x="126" y="11007"/>
                  </a:lnTo>
                  <a:lnTo>
                    <a:pt x="188" y="10965"/>
                  </a:lnTo>
                  <a:lnTo>
                    <a:pt x="230" y="10902"/>
                  </a:lnTo>
                  <a:lnTo>
                    <a:pt x="314" y="10860"/>
                  </a:lnTo>
                  <a:lnTo>
                    <a:pt x="377" y="10902"/>
                  </a:lnTo>
                  <a:lnTo>
                    <a:pt x="314" y="10944"/>
                  </a:lnTo>
                  <a:lnTo>
                    <a:pt x="377" y="10965"/>
                  </a:lnTo>
                  <a:lnTo>
                    <a:pt x="439" y="10944"/>
                  </a:lnTo>
                  <a:lnTo>
                    <a:pt x="439" y="10839"/>
                  </a:lnTo>
                  <a:lnTo>
                    <a:pt x="398" y="10798"/>
                  </a:lnTo>
                  <a:lnTo>
                    <a:pt x="293" y="10818"/>
                  </a:lnTo>
                  <a:lnTo>
                    <a:pt x="293" y="10777"/>
                  </a:lnTo>
                  <a:lnTo>
                    <a:pt x="314" y="10714"/>
                  </a:lnTo>
                  <a:lnTo>
                    <a:pt x="293" y="10630"/>
                  </a:lnTo>
                  <a:lnTo>
                    <a:pt x="335" y="10588"/>
                  </a:lnTo>
                  <a:lnTo>
                    <a:pt x="439" y="10609"/>
                  </a:lnTo>
                  <a:lnTo>
                    <a:pt x="544" y="10798"/>
                  </a:lnTo>
                  <a:lnTo>
                    <a:pt x="586" y="10923"/>
                  </a:lnTo>
                  <a:lnTo>
                    <a:pt x="628" y="10986"/>
                  </a:lnTo>
                  <a:lnTo>
                    <a:pt x="628" y="11153"/>
                  </a:lnTo>
                  <a:lnTo>
                    <a:pt x="544" y="11342"/>
                  </a:lnTo>
                  <a:lnTo>
                    <a:pt x="439" y="11342"/>
                  </a:lnTo>
                  <a:lnTo>
                    <a:pt x="481" y="11383"/>
                  </a:lnTo>
                  <a:lnTo>
                    <a:pt x="544" y="11551"/>
                  </a:lnTo>
                  <a:lnTo>
                    <a:pt x="586" y="11760"/>
                  </a:lnTo>
                  <a:lnTo>
                    <a:pt x="691" y="11865"/>
                  </a:lnTo>
                  <a:lnTo>
                    <a:pt x="691" y="11969"/>
                  </a:lnTo>
                  <a:lnTo>
                    <a:pt x="628" y="12011"/>
                  </a:lnTo>
                  <a:lnTo>
                    <a:pt x="711" y="12095"/>
                  </a:lnTo>
                  <a:lnTo>
                    <a:pt x="795" y="12095"/>
                  </a:lnTo>
                  <a:lnTo>
                    <a:pt x="858" y="12158"/>
                  </a:lnTo>
                  <a:lnTo>
                    <a:pt x="900" y="12095"/>
                  </a:lnTo>
                  <a:lnTo>
                    <a:pt x="900" y="12053"/>
                  </a:lnTo>
                  <a:lnTo>
                    <a:pt x="816" y="11906"/>
                  </a:lnTo>
                  <a:lnTo>
                    <a:pt x="816" y="11739"/>
                  </a:lnTo>
                  <a:lnTo>
                    <a:pt x="858" y="11676"/>
                  </a:lnTo>
                  <a:lnTo>
                    <a:pt x="921" y="11739"/>
                  </a:lnTo>
                  <a:lnTo>
                    <a:pt x="900" y="11781"/>
                  </a:lnTo>
                  <a:lnTo>
                    <a:pt x="900" y="11844"/>
                  </a:lnTo>
                  <a:lnTo>
                    <a:pt x="963" y="11948"/>
                  </a:lnTo>
                  <a:lnTo>
                    <a:pt x="1004" y="12095"/>
                  </a:lnTo>
                  <a:lnTo>
                    <a:pt x="963" y="12199"/>
                  </a:lnTo>
                  <a:lnTo>
                    <a:pt x="1004" y="12283"/>
                  </a:lnTo>
                  <a:lnTo>
                    <a:pt x="1109" y="12220"/>
                  </a:lnTo>
                  <a:lnTo>
                    <a:pt x="1214" y="12074"/>
                  </a:lnTo>
                  <a:lnTo>
                    <a:pt x="1109" y="11969"/>
                  </a:lnTo>
                  <a:lnTo>
                    <a:pt x="1109" y="11906"/>
                  </a:lnTo>
                  <a:lnTo>
                    <a:pt x="1151" y="11886"/>
                  </a:lnTo>
                  <a:lnTo>
                    <a:pt x="1235" y="11906"/>
                  </a:lnTo>
                  <a:lnTo>
                    <a:pt x="1276" y="11948"/>
                  </a:lnTo>
                  <a:lnTo>
                    <a:pt x="1318" y="11844"/>
                  </a:lnTo>
                  <a:lnTo>
                    <a:pt x="1318" y="11655"/>
                  </a:lnTo>
                  <a:lnTo>
                    <a:pt x="1276" y="11572"/>
                  </a:lnTo>
                  <a:lnTo>
                    <a:pt x="1276" y="11237"/>
                  </a:lnTo>
                  <a:lnTo>
                    <a:pt x="1276" y="11049"/>
                  </a:lnTo>
                  <a:lnTo>
                    <a:pt x="1339" y="10944"/>
                  </a:lnTo>
                  <a:lnTo>
                    <a:pt x="1444" y="10839"/>
                  </a:lnTo>
                  <a:lnTo>
                    <a:pt x="1423" y="10777"/>
                  </a:lnTo>
                  <a:lnTo>
                    <a:pt x="1360" y="10735"/>
                  </a:lnTo>
                  <a:lnTo>
                    <a:pt x="1360" y="10630"/>
                  </a:lnTo>
                  <a:lnTo>
                    <a:pt x="1318" y="10630"/>
                  </a:lnTo>
                  <a:lnTo>
                    <a:pt x="1339" y="10567"/>
                  </a:lnTo>
                  <a:lnTo>
                    <a:pt x="1151" y="10567"/>
                  </a:lnTo>
                  <a:lnTo>
                    <a:pt x="1130" y="10505"/>
                  </a:lnTo>
                  <a:lnTo>
                    <a:pt x="1235" y="10463"/>
                  </a:lnTo>
                  <a:lnTo>
                    <a:pt x="1255" y="10379"/>
                  </a:lnTo>
                  <a:lnTo>
                    <a:pt x="1235" y="10212"/>
                  </a:lnTo>
                  <a:lnTo>
                    <a:pt x="1151" y="10170"/>
                  </a:lnTo>
                  <a:lnTo>
                    <a:pt x="1067" y="10191"/>
                  </a:lnTo>
                  <a:lnTo>
                    <a:pt x="1067" y="10212"/>
                  </a:lnTo>
                  <a:lnTo>
                    <a:pt x="1004" y="10274"/>
                  </a:lnTo>
                  <a:lnTo>
                    <a:pt x="921" y="10274"/>
                  </a:lnTo>
                  <a:lnTo>
                    <a:pt x="795" y="10149"/>
                  </a:lnTo>
                  <a:lnTo>
                    <a:pt x="816" y="10065"/>
                  </a:lnTo>
                  <a:lnTo>
                    <a:pt x="1004" y="9982"/>
                  </a:lnTo>
                  <a:lnTo>
                    <a:pt x="1151" y="9961"/>
                  </a:lnTo>
                  <a:lnTo>
                    <a:pt x="1339" y="10002"/>
                  </a:lnTo>
                  <a:lnTo>
                    <a:pt x="1423" y="10065"/>
                  </a:lnTo>
                  <a:lnTo>
                    <a:pt x="1444" y="10002"/>
                  </a:lnTo>
                  <a:lnTo>
                    <a:pt x="1444" y="9940"/>
                  </a:lnTo>
                  <a:lnTo>
                    <a:pt x="1444" y="9835"/>
                  </a:lnTo>
                  <a:lnTo>
                    <a:pt x="1423" y="9751"/>
                  </a:lnTo>
                  <a:lnTo>
                    <a:pt x="1444" y="9689"/>
                  </a:lnTo>
                  <a:lnTo>
                    <a:pt x="1527" y="9689"/>
                  </a:lnTo>
                  <a:lnTo>
                    <a:pt x="1569" y="9772"/>
                  </a:lnTo>
                  <a:lnTo>
                    <a:pt x="1653" y="9772"/>
                  </a:lnTo>
                  <a:lnTo>
                    <a:pt x="1758" y="9730"/>
                  </a:lnTo>
                  <a:lnTo>
                    <a:pt x="1946" y="9689"/>
                  </a:lnTo>
                  <a:lnTo>
                    <a:pt x="2113" y="9647"/>
                  </a:lnTo>
                  <a:lnTo>
                    <a:pt x="2218" y="9647"/>
                  </a:lnTo>
                  <a:lnTo>
                    <a:pt x="2281" y="9668"/>
                  </a:lnTo>
                  <a:lnTo>
                    <a:pt x="2323" y="9647"/>
                  </a:lnTo>
                  <a:cubicBezTo>
                    <a:pt x="2323" y="9668"/>
                    <a:pt x="2364" y="9730"/>
                    <a:pt x="2364" y="9751"/>
                  </a:cubicBezTo>
                  <a:lnTo>
                    <a:pt x="2218" y="9856"/>
                  </a:lnTo>
                  <a:lnTo>
                    <a:pt x="2218" y="9940"/>
                  </a:lnTo>
                  <a:lnTo>
                    <a:pt x="2155" y="9877"/>
                  </a:lnTo>
                  <a:lnTo>
                    <a:pt x="2051" y="9898"/>
                  </a:lnTo>
                  <a:lnTo>
                    <a:pt x="1967" y="9961"/>
                  </a:lnTo>
                  <a:lnTo>
                    <a:pt x="1904" y="9940"/>
                  </a:lnTo>
                  <a:lnTo>
                    <a:pt x="1841" y="9772"/>
                  </a:lnTo>
                  <a:lnTo>
                    <a:pt x="1779" y="9772"/>
                  </a:lnTo>
                  <a:lnTo>
                    <a:pt x="1632" y="9961"/>
                  </a:lnTo>
                  <a:lnTo>
                    <a:pt x="1632" y="10065"/>
                  </a:lnTo>
                  <a:lnTo>
                    <a:pt x="1527" y="10128"/>
                  </a:lnTo>
                  <a:lnTo>
                    <a:pt x="1486" y="10233"/>
                  </a:lnTo>
                  <a:lnTo>
                    <a:pt x="1653" y="10295"/>
                  </a:lnTo>
                  <a:lnTo>
                    <a:pt x="1674" y="10400"/>
                  </a:lnTo>
                  <a:lnTo>
                    <a:pt x="1653" y="10421"/>
                  </a:lnTo>
                  <a:lnTo>
                    <a:pt x="1653" y="10484"/>
                  </a:lnTo>
                  <a:lnTo>
                    <a:pt x="1737" y="10609"/>
                  </a:lnTo>
                  <a:lnTo>
                    <a:pt x="1862" y="10630"/>
                  </a:lnTo>
                  <a:lnTo>
                    <a:pt x="1862" y="10714"/>
                  </a:lnTo>
                  <a:lnTo>
                    <a:pt x="1904" y="10735"/>
                  </a:lnTo>
                  <a:lnTo>
                    <a:pt x="1946" y="10693"/>
                  </a:lnTo>
                  <a:lnTo>
                    <a:pt x="2009" y="10714"/>
                  </a:lnTo>
                  <a:lnTo>
                    <a:pt x="2072" y="10693"/>
                  </a:lnTo>
                  <a:lnTo>
                    <a:pt x="2072" y="10609"/>
                  </a:lnTo>
                  <a:lnTo>
                    <a:pt x="1967" y="10505"/>
                  </a:lnTo>
                  <a:lnTo>
                    <a:pt x="2009" y="10400"/>
                  </a:lnTo>
                  <a:lnTo>
                    <a:pt x="2072" y="10254"/>
                  </a:lnTo>
                  <a:lnTo>
                    <a:pt x="2197" y="10170"/>
                  </a:lnTo>
                  <a:lnTo>
                    <a:pt x="2218" y="10107"/>
                  </a:lnTo>
                  <a:lnTo>
                    <a:pt x="2364" y="10149"/>
                  </a:lnTo>
                  <a:lnTo>
                    <a:pt x="2511" y="10254"/>
                  </a:lnTo>
                  <a:lnTo>
                    <a:pt x="2574" y="10316"/>
                  </a:lnTo>
                  <a:lnTo>
                    <a:pt x="2636" y="10295"/>
                  </a:lnTo>
                  <a:lnTo>
                    <a:pt x="2699" y="10086"/>
                  </a:lnTo>
                  <a:lnTo>
                    <a:pt x="2825" y="9961"/>
                  </a:lnTo>
                  <a:lnTo>
                    <a:pt x="2825" y="9877"/>
                  </a:lnTo>
                  <a:lnTo>
                    <a:pt x="2783" y="9814"/>
                  </a:lnTo>
                  <a:lnTo>
                    <a:pt x="2741" y="9751"/>
                  </a:lnTo>
                  <a:lnTo>
                    <a:pt x="2616" y="9647"/>
                  </a:lnTo>
                  <a:lnTo>
                    <a:pt x="2532" y="9647"/>
                  </a:lnTo>
                  <a:lnTo>
                    <a:pt x="2469" y="9584"/>
                  </a:lnTo>
                  <a:lnTo>
                    <a:pt x="2302" y="9584"/>
                  </a:lnTo>
                  <a:cubicBezTo>
                    <a:pt x="2302" y="9563"/>
                    <a:pt x="2302" y="9521"/>
                    <a:pt x="2281" y="9479"/>
                  </a:cubicBezTo>
                  <a:lnTo>
                    <a:pt x="2281" y="9458"/>
                  </a:lnTo>
                  <a:lnTo>
                    <a:pt x="2406" y="9375"/>
                  </a:lnTo>
                  <a:lnTo>
                    <a:pt x="2427" y="9333"/>
                  </a:lnTo>
                  <a:lnTo>
                    <a:pt x="2574" y="9228"/>
                  </a:lnTo>
                  <a:lnTo>
                    <a:pt x="2699" y="9165"/>
                  </a:lnTo>
                  <a:lnTo>
                    <a:pt x="2888" y="9207"/>
                  </a:lnTo>
                  <a:lnTo>
                    <a:pt x="2992" y="9165"/>
                  </a:lnTo>
                  <a:lnTo>
                    <a:pt x="3034" y="9228"/>
                  </a:lnTo>
                  <a:lnTo>
                    <a:pt x="3034" y="9333"/>
                  </a:lnTo>
                  <a:lnTo>
                    <a:pt x="2950" y="9458"/>
                  </a:lnTo>
                  <a:lnTo>
                    <a:pt x="2929" y="9563"/>
                  </a:lnTo>
                  <a:lnTo>
                    <a:pt x="2992" y="9584"/>
                  </a:lnTo>
                  <a:lnTo>
                    <a:pt x="2992" y="9689"/>
                  </a:lnTo>
                  <a:lnTo>
                    <a:pt x="2992" y="9793"/>
                  </a:lnTo>
                  <a:lnTo>
                    <a:pt x="2950" y="9856"/>
                  </a:lnTo>
                  <a:lnTo>
                    <a:pt x="2992" y="9961"/>
                  </a:lnTo>
                  <a:lnTo>
                    <a:pt x="3097" y="10002"/>
                  </a:lnTo>
                  <a:lnTo>
                    <a:pt x="3243" y="10170"/>
                  </a:lnTo>
                  <a:lnTo>
                    <a:pt x="3348" y="10191"/>
                  </a:lnTo>
                  <a:lnTo>
                    <a:pt x="3432" y="10170"/>
                  </a:lnTo>
                  <a:lnTo>
                    <a:pt x="3536" y="10002"/>
                  </a:lnTo>
                  <a:lnTo>
                    <a:pt x="3536" y="9898"/>
                  </a:lnTo>
                  <a:lnTo>
                    <a:pt x="3578" y="9856"/>
                  </a:lnTo>
                  <a:lnTo>
                    <a:pt x="3620" y="9793"/>
                  </a:lnTo>
                  <a:lnTo>
                    <a:pt x="3578" y="9710"/>
                  </a:lnTo>
                  <a:lnTo>
                    <a:pt x="3662" y="9584"/>
                  </a:lnTo>
                  <a:lnTo>
                    <a:pt x="3766" y="9563"/>
                  </a:lnTo>
                  <a:lnTo>
                    <a:pt x="3850" y="9563"/>
                  </a:lnTo>
                  <a:lnTo>
                    <a:pt x="3871" y="9500"/>
                  </a:lnTo>
                  <a:lnTo>
                    <a:pt x="3850" y="9458"/>
                  </a:lnTo>
                  <a:lnTo>
                    <a:pt x="3829" y="9333"/>
                  </a:lnTo>
                  <a:lnTo>
                    <a:pt x="3620" y="9249"/>
                  </a:lnTo>
                  <a:lnTo>
                    <a:pt x="3578" y="9186"/>
                  </a:lnTo>
                  <a:lnTo>
                    <a:pt x="3641" y="9040"/>
                  </a:lnTo>
                  <a:lnTo>
                    <a:pt x="3724" y="8977"/>
                  </a:lnTo>
                  <a:lnTo>
                    <a:pt x="3766" y="8956"/>
                  </a:lnTo>
                  <a:lnTo>
                    <a:pt x="3745" y="9019"/>
                  </a:lnTo>
                  <a:lnTo>
                    <a:pt x="3745" y="9145"/>
                  </a:lnTo>
                  <a:lnTo>
                    <a:pt x="3787" y="9165"/>
                  </a:lnTo>
                  <a:lnTo>
                    <a:pt x="3850" y="9145"/>
                  </a:lnTo>
                  <a:lnTo>
                    <a:pt x="3871" y="9124"/>
                  </a:lnTo>
                  <a:lnTo>
                    <a:pt x="3955" y="9145"/>
                  </a:lnTo>
                  <a:lnTo>
                    <a:pt x="3996" y="9186"/>
                  </a:lnTo>
                  <a:lnTo>
                    <a:pt x="4059" y="9165"/>
                  </a:lnTo>
                  <a:lnTo>
                    <a:pt x="4101" y="9165"/>
                  </a:lnTo>
                  <a:lnTo>
                    <a:pt x="4080" y="9228"/>
                  </a:lnTo>
                  <a:lnTo>
                    <a:pt x="3976" y="9249"/>
                  </a:lnTo>
                  <a:lnTo>
                    <a:pt x="3976" y="9270"/>
                  </a:lnTo>
                  <a:lnTo>
                    <a:pt x="3996" y="9291"/>
                  </a:lnTo>
                  <a:lnTo>
                    <a:pt x="4080" y="9270"/>
                  </a:lnTo>
                  <a:lnTo>
                    <a:pt x="4206" y="9186"/>
                  </a:lnTo>
                  <a:lnTo>
                    <a:pt x="4499" y="9228"/>
                  </a:lnTo>
                  <a:lnTo>
                    <a:pt x="4666" y="9186"/>
                  </a:lnTo>
                  <a:lnTo>
                    <a:pt x="4603" y="9165"/>
                  </a:lnTo>
                  <a:lnTo>
                    <a:pt x="4582" y="9061"/>
                  </a:lnTo>
                  <a:lnTo>
                    <a:pt x="4603" y="8935"/>
                  </a:lnTo>
                  <a:lnTo>
                    <a:pt x="4729" y="8873"/>
                  </a:lnTo>
                  <a:lnTo>
                    <a:pt x="4833" y="8914"/>
                  </a:lnTo>
                  <a:lnTo>
                    <a:pt x="4875" y="9019"/>
                  </a:lnTo>
                  <a:lnTo>
                    <a:pt x="4833" y="9124"/>
                  </a:lnTo>
                  <a:lnTo>
                    <a:pt x="4896" y="9186"/>
                  </a:lnTo>
                  <a:lnTo>
                    <a:pt x="4980" y="9186"/>
                  </a:lnTo>
                  <a:lnTo>
                    <a:pt x="5043" y="9061"/>
                  </a:lnTo>
                  <a:lnTo>
                    <a:pt x="4980" y="8852"/>
                  </a:lnTo>
                  <a:lnTo>
                    <a:pt x="5001" y="8726"/>
                  </a:lnTo>
                  <a:lnTo>
                    <a:pt x="5126" y="8621"/>
                  </a:lnTo>
                  <a:lnTo>
                    <a:pt x="5210" y="8621"/>
                  </a:lnTo>
                  <a:lnTo>
                    <a:pt x="5231" y="8559"/>
                  </a:lnTo>
                  <a:lnTo>
                    <a:pt x="5189" y="8496"/>
                  </a:lnTo>
                  <a:lnTo>
                    <a:pt x="5210" y="8349"/>
                  </a:lnTo>
                  <a:lnTo>
                    <a:pt x="5294" y="8308"/>
                  </a:lnTo>
                  <a:lnTo>
                    <a:pt x="5398" y="8329"/>
                  </a:lnTo>
                  <a:lnTo>
                    <a:pt x="5419" y="8391"/>
                  </a:lnTo>
                  <a:lnTo>
                    <a:pt x="5357" y="8454"/>
                  </a:lnTo>
                  <a:lnTo>
                    <a:pt x="5336" y="8621"/>
                  </a:lnTo>
                  <a:lnTo>
                    <a:pt x="5357" y="8956"/>
                  </a:lnTo>
                  <a:lnTo>
                    <a:pt x="5419" y="8998"/>
                  </a:lnTo>
                  <a:lnTo>
                    <a:pt x="5503" y="8935"/>
                  </a:lnTo>
                  <a:lnTo>
                    <a:pt x="5545" y="8831"/>
                  </a:lnTo>
                  <a:lnTo>
                    <a:pt x="5649" y="8831"/>
                  </a:lnTo>
                  <a:lnTo>
                    <a:pt x="5754" y="8726"/>
                  </a:lnTo>
                  <a:lnTo>
                    <a:pt x="5817" y="8580"/>
                  </a:lnTo>
                  <a:lnTo>
                    <a:pt x="5775" y="8475"/>
                  </a:lnTo>
                  <a:lnTo>
                    <a:pt x="5921" y="8370"/>
                  </a:lnTo>
                  <a:lnTo>
                    <a:pt x="5880" y="8287"/>
                  </a:lnTo>
                  <a:lnTo>
                    <a:pt x="5838" y="8224"/>
                  </a:lnTo>
                  <a:lnTo>
                    <a:pt x="5712" y="8057"/>
                  </a:lnTo>
                  <a:lnTo>
                    <a:pt x="5649" y="7910"/>
                  </a:lnTo>
                  <a:lnTo>
                    <a:pt x="5629" y="7638"/>
                  </a:lnTo>
                  <a:lnTo>
                    <a:pt x="5670" y="7324"/>
                  </a:lnTo>
                  <a:lnTo>
                    <a:pt x="5670" y="7115"/>
                  </a:lnTo>
                  <a:lnTo>
                    <a:pt x="5566" y="6717"/>
                  </a:lnTo>
                  <a:lnTo>
                    <a:pt x="5440" y="6529"/>
                  </a:lnTo>
                  <a:lnTo>
                    <a:pt x="5440" y="6383"/>
                  </a:lnTo>
                  <a:lnTo>
                    <a:pt x="5461" y="6194"/>
                  </a:lnTo>
                  <a:lnTo>
                    <a:pt x="5649" y="6111"/>
                  </a:lnTo>
                  <a:lnTo>
                    <a:pt x="5733" y="6111"/>
                  </a:lnTo>
                  <a:lnTo>
                    <a:pt x="5775" y="6194"/>
                  </a:lnTo>
                  <a:lnTo>
                    <a:pt x="5817" y="6132"/>
                  </a:lnTo>
                  <a:lnTo>
                    <a:pt x="5775" y="6006"/>
                  </a:lnTo>
                  <a:lnTo>
                    <a:pt x="5754" y="5922"/>
                  </a:lnTo>
                  <a:lnTo>
                    <a:pt x="5733" y="5880"/>
                  </a:lnTo>
                  <a:lnTo>
                    <a:pt x="5712" y="5776"/>
                  </a:lnTo>
                  <a:lnTo>
                    <a:pt x="5712" y="5713"/>
                  </a:lnTo>
                  <a:lnTo>
                    <a:pt x="5712" y="5650"/>
                  </a:lnTo>
                  <a:lnTo>
                    <a:pt x="5754" y="5567"/>
                  </a:lnTo>
                  <a:lnTo>
                    <a:pt x="5754" y="5546"/>
                  </a:lnTo>
                  <a:lnTo>
                    <a:pt x="5754" y="5462"/>
                  </a:lnTo>
                  <a:lnTo>
                    <a:pt x="5733" y="5399"/>
                  </a:lnTo>
                  <a:lnTo>
                    <a:pt x="5733" y="5274"/>
                  </a:lnTo>
                  <a:lnTo>
                    <a:pt x="5754" y="5190"/>
                  </a:lnTo>
                  <a:lnTo>
                    <a:pt x="5712" y="5127"/>
                  </a:lnTo>
                  <a:lnTo>
                    <a:pt x="5670" y="4876"/>
                  </a:lnTo>
                  <a:lnTo>
                    <a:pt x="5566" y="4709"/>
                  </a:lnTo>
                  <a:lnTo>
                    <a:pt x="5545" y="4709"/>
                  </a:lnTo>
                  <a:lnTo>
                    <a:pt x="5503" y="4667"/>
                  </a:lnTo>
                  <a:lnTo>
                    <a:pt x="5503" y="4437"/>
                  </a:lnTo>
                  <a:lnTo>
                    <a:pt x="5398" y="4332"/>
                  </a:lnTo>
                  <a:lnTo>
                    <a:pt x="5147" y="4081"/>
                  </a:lnTo>
                  <a:lnTo>
                    <a:pt x="5105" y="3976"/>
                  </a:lnTo>
                  <a:lnTo>
                    <a:pt x="5043" y="3788"/>
                  </a:lnTo>
                  <a:lnTo>
                    <a:pt x="5043" y="3600"/>
                  </a:lnTo>
                  <a:lnTo>
                    <a:pt x="5043" y="3558"/>
                  </a:lnTo>
                  <a:lnTo>
                    <a:pt x="4980" y="3600"/>
                  </a:lnTo>
                  <a:lnTo>
                    <a:pt x="4917" y="3600"/>
                  </a:lnTo>
                  <a:lnTo>
                    <a:pt x="4896" y="3579"/>
                  </a:lnTo>
                  <a:lnTo>
                    <a:pt x="4896" y="3558"/>
                  </a:lnTo>
                  <a:cubicBezTo>
                    <a:pt x="4854" y="3474"/>
                    <a:pt x="4812" y="3412"/>
                    <a:pt x="4750" y="3349"/>
                  </a:cubicBezTo>
                  <a:lnTo>
                    <a:pt x="4792" y="3265"/>
                  </a:lnTo>
                  <a:lnTo>
                    <a:pt x="4854" y="3160"/>
                  </a:lnTo>
                  <a:lnTo>
                    <a:pt x="4812" y="3077"/>
                  </a:lnTo>
                  <a:lnTo>
                    <a:pt x="4687" y="3077"/>
                  </a:lnTo>
                  <a:lnTo>
                    <a:pt x="4540" y="3056"/>
                  </a:lnTo>
                  <a:lnTo>
                    <a:pt x="4394" y="2888"/>
                  </a:lnTo>
                  <a:lnTo>
                    <a:pt x="4268" y="2930"/>
                  </a:lnTo>
                  <a:lnTo>
                    <a:pt x="4122" y="2847"/>
                  </a:lnTo>
                  <a:lnTo>
                    <a:pt x="4101" y="2763"/>
                  </a:lnTo>
                  <a:lnTo>
                    <a:pt x="4101" y="2658"/>
                  </a:lnTo>
                  <a:lnTo>
                    <a:pt x="4185" y="2575"/>
                  </a:lnTo>
                  <a:lnTo>
                    <a:pt x="4268" y="2575"/>
                  </a:lnTo>
                  <a:lnTo>
                    <a:pt x="4415" y="2679"/>
                  </a:lnTo>
                  <a:lnTo>
                    <a:pt x="4478" y="2721"/>
                  </a:lnTo>
                  <a:lnTo>
                    <a:pt x="4603" y="2533"/>
                  </a:lnTo>
                  <a:lnTo>
                    <a:pt x="4729" y="2428"/>
                  </a:lnTo>
                  <a:lnTo>
                    <a:pt x="4833" y="2428"/>
                  </a:lnTo>
                  <a:lnTo>
                    <a:pt x="4896" y="2470"/>
                  </a:lnTo>
                  <a:lnTo>
                    <a:pt x="4959" y="2512"/>
                  </a:lnTo>
                  <a:lnTo>
                    <a:pt x="5064" y="2470"/>
                  </a:lnTo>
                  <a:lnTo>
                    <a:pt x="5168" y="2575"/>
                  </a:lnTo>
                  <a:lnTo>
                    <a:pt x="5336" y="2721"/>
                  </a:lnTo>
                  <a:lnTo>
                    <a:pt x="5524" y="2784"/>
                  </a:lnTo>
                  <a:lnTo>
                    <a:pt x="5691" y="2847"/>
                  </a:lnTo>
                  <a:lnTo>
                    <a:pt x="5754" y="2930"/>
                  </a:lnTo>
                  <a:lnTo>
                    <a:pt x="5859" y="2972"/>
                  </a:lnTo>
                  <a:lnTo>
                    <a:pt x="5859" y="2888"/>
                  </a:lnTo>
                  <a:lnTo>
                    <a:pt x="5880" y="2784"/>
                  </a:lnTo>
                  <a:lnTo>
                    <a:pt x="5859" y="2658"/>
                  </a:lnTo>
                  <a:lnTo>
                    <a:pt x="5880" y="2470"/>
                  </a:lnTo>
                  <a:lnTo>
                    <a:pt x="5942" y="2240"/>
                  </a:lnTo>
                  <a:lnTo>
                    <a:pt x="6089" y="2031"/>
                  </a:lnTo>
                  <a:lnTo>
                    <a:pt x="6193" y="2010"/>
                  </a:lnTo>
                  <a:lnTo>
                    <a:pt x="6298" y="2031"/>
                  </a:lnTo>
                  <a:lnTo>
                    <a:pt x="6465" y="2031"/>
                  </a:lnTo>
                  <a:lnTo>
                    <a:pt x="6465" y="1989"/>
                  </a:lnTo>
                  <a:lnTo>
                    <a:pt x="6528" y="1926"/>
                  </a:lnTo>
                  <a:lnTo>
                    <a:pt x="6591" y="1947"/>
                  </a:lnTo>
                  <a:lnTo>
                    <a:pt x="6675" y="1947"/>
                  </a:lnTo>
                  <a:lnTo>
                    <a:pt x="6717" y="1905"/>
                  </a:lnTo>
                  <a:lnTo>
                    <a:pt x="6737" y="1821"/>
                  </a:lnTo>
                  <a:lnTo>
                    <a:pt x="6842" y="1779"/>
                  </a:lnTo>
                  <a:lnTo>
                    <a:pt x="6926" y="1717"/>
                  </a:lnTo>
                  <a:lnTo>
                    <a:pt x="6926" y="1612"/>
                  </a:lnTo>
                  <a:lnTo>
                    <a:pt x="6989" y="1591"/>
                  </a:lnTo>
                  <a:lnTo>
                    <a:pt x="7009" y="1507"/>
                  </a:lnTo>
                  <a:lnTo>
                    <a:pt x="6926" y="1507"/>
                  </a:lnTo>
                  <a:lnTo>
                    <a:pt x="6863" y="1591"/>
                  </a:lnTo>
                  <a:lnTo>
                    <a:pt x="6800" y="1675"/>
                  </a:lnTo>
                  <a:lnTo>
                    <a:pt x="6717" y="1675"/>
                  </a:lnTo>
                  <a:lnTo>
                    <a:pt x="6717" y="1612"/>
                  </a:lnTo>
                  <a:lnTo>
                    <a:pt x="6717" y="1528"/>
                  </a:lnTo>
                  <a:lnTo>
                    <a:pt x="6612" y="1403"/>
                  </a:lnTo>
                  <a:lnTo>
                    <a:pt x="6486" y="1319"/>
                  </a:lnTo>
                  <a:lnTo>
                    <a:pt x="6445" y="1277"/>
                  </a:lnTo>
                  <a:lnTo>
                    <a:pt x="6445" y="1110"/>
                  </a:lnTo>
                  <a:lnTo>
                    <a:pt x="6486" y="943"/>
                  </a:lnTo>
                  <a:lnTo>
                    <a:pt x="6486" y="838"/>
                  </a:lnTo>
                  <a:lnTo>
                    <a:pt x="6465" y="775"/>
                  </a:lnTo>
                  <a:lnTo>
                    <a:pt x="6445" y="796"/>
                  </a:lnTo>
                  <a:lnTo>
                    <a:pt x="6403" y="901"/>
                  </a:lnTo>
                  <a:lnTo>
                    <a:pt x="6298" y="1047"/>
                  </a:lnTo>
                  <a:lnTo>
                    <a:pt x="6131" y="1173"/>
                  </a:lnTo>
                  <a:lnTo>
                    <a:pt x="5963" y="1194"/>
                  </a:lnTo>
                  <a:lnTo>
                    <a:pt x="5901" y="1173"/>
                  </a:lnTo>
                  <a:lnTo>
                    <a:pt x="5838" y="1194"/>
                  </a:lnTo>
                  <a:lnTo>
                    <a:pt x="5733" y="1089"/>
                  </a:lnTo>
                  <a:lnTo>
                    <a:pt x="5608" y="1068"/>
                  </a:lnTo>
                  <a:lnTo>
                    <a:pt x="5419" y="984"/>
                  </a:lnTo>
                  <a:lnTo>
                    <a:pt x="5315" y="880"/>
                  </a:lnTo>
                  <a:lnTo>
                    <a:pt x="5210" y="859"/>
                  </a:lnTo>
                  <a:lnTo>
                    <a:pt x="5147" y="775"/>
                  </a:lnTo>
                  <a:lnTo>
                    <a:pt x="5001" y="671"/>
                  </a:lnTo>
                  <a:lnTo>
                    <a:pt x="4729" y="419"/>
                  </a:lnTo>
                  <a:lnTo>
                    <a:pt x="4645" y="252"/>
                  </a:lnTo>
                  <a:lnTo>
                    <a:pt x="4499" y="231"/>
                  </a:lnTo>
                  <a:lnTo>
                    <a:pt x="4310" y="64"/>
                  </a:lnTo>
                  <a:lnTo>
                    <a:pt x="426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50" name="Google Shape;1550;p60"/>
            <p:cNvSpPr/>
            <p:nvPr/>
          </p:nvSpPr>
          <p:spPr>
            <a:xfrm>
              <a:off x="4580490" y="2850992"/>
              <a:ext cx="28661" cy="38087"/>
            </a:xfrm>
            <a:custGeom>
              <a:avLst/>
              <a:gdLst/>
              <a:ahLst/>
              <a:cxnLst/>
              <a:rect l="l" t="t" r="r" b="b"/>
              <a:pathLst>
                <a:path w="2407" h="3349" extrusionOk="0">
                  <a:moveTo>
                    <a:pt x="1256" y="1"/>
                  </a:moveTo>
                  <a:lnTo>
                    <a:pt x="1005" y="126"/>
                  </a:lnTo>
                  <a:lnTo>
                    <a:pt x="628" y="189"/>
                  </a:lnTo>
                  <a:lnTo>
                    <a:pt x="419" y="377"/>
                  </a:lnTo>
                  <a:lnTo>
                    <a:pt x="210" y="419"/>
                  </a:lnTo>
                  <a:lnTo>
                    <a:pt x="21" y="586"/>
                  </a:lnTo>
                  <a:lnTo>
                    <a:pt x="0" y="712"/>
                  </a:lnTo>
                  <a:lnTo>
                    <a:pt x="0" y="733"/>
                  </a:lnTo>
                  <a:lnTo>
                    <a:pt x="105" y="649"/>
                  </a:lnTo>
                  <a:lnTo>
                    <a:pt x="293" y="691"/>
                  </a:lnTo>
                  <a:lnTo>
                    <a:pt x="210" y="712"/>
                  </a:lnTo>
                  <a:lnTo>
                    <a:pt x="419" y="921"/>
                  </a:lnTo>
                  <a:lnTo>
                    <a:pt x="565" y="1130"/>
                  </a:lnTo>
                  <a:lnTo>
                    <a:pt x="649" y="1130"/>
                  </a:lnTo>
                  <a:lnTo>
                    <a:pt x="607" y="1214"/>
                  </a:lnTo>
                  <a:lnTo>
                    <a:pt x="712" y="1319"/>
                  </a:lnTo>
                  <a:lnTo>
                    <a:pt x="733" y="1423"/>
                  </a:lnTo>
                  <a:lnTo>
                    <a:pt x="544" y="1361"/>
                  </a:lnTo>
                  <a:lnTo>
                    <a:pt x="524" y="1277"/>
                  </a:lnTo>
                  <a:lnTo>
                    <a:pt x="461" y="1381"/>
                  </a:lnTo>
                  <a:lnTo>
                    <a:pt x="398" y="1361"/>
                  </a:lnTo>
                  <a:lnTo>
                    <a:pt x="252" y="1549"/>
                  </a:lnTo>
                  <a:lnTo>
                    <a:pt x="524" y="1653"/>
                  </a:lnTo>
                  <a:lnTo>
                    <a:pt x="607" y="1633"/>
                  </a:lnTo>
                  <a:lnTo>
                    <a:pt x="649" y="1758"/>
                  </a:lnTo>
                  <a:lnTo>
                    <a:pt x="649" y="1988"/>
                  </a:lnTo>
                  <a:lnTo>
                    <a:pt x="712" y="2051"/>
                  </a:lnTo>
                  <a:lnTo>
                    <a:pt x="754" y="2009"/>
                  </a:lnTo>
                  <a:lnTo>
                    <a:pt x="858" y="2197"/>
                  </a:lnTo>
                  <a:lnTo>
                    <a:pt x="670" y="2323"/>
                  </a:lnTo>
                  <a:lnTo>
                    <a:pt x="670" y="2386"/>
                  </a:lnTo>
                  <a:lnTo>
                    <a:pt x="754" y="2469"/>
                  </a:lnTo>
                  <a:lnTo>
                    <a:pt x="754" y="2574"/>
                  </a:lnTo>
                  <a:lnTo>
                    <a:pt x="670" y="2595"/>
                  </a:lnTo>
                  <a:lnTo>
                    <a:pt x="670" y="2700"/>
                  </a:lnTo>
                  <a:lnTo>
                    <a:pt x="733" y="2804"/>
                  </a:lnTo>
                  <a:lnTo>
                    <a:pt x="670" y="2804"/>
                  </a:lnTo>
                  <a:lnTo>
                    <a:pt x="816" y="3097"/>
                  </a:lnTo>
                  <a:lnTo>
                    <a:pt x="879" y="3097"/>
                  </a:lnTo>
                  <a:lnTo>
                    <a:pt x="921" y="3223"/>
                  </a:lnTo>
                  <a:lnTo>
                    <a:pt x="963" y="3244"/>
                  </a:lnTo>
                  <a:lnTo>
                    <a:pt x="963" y="3348"/>
                  </a:lnTo>
                  <a:lnTo>
                    <a:pt x="1047" y="3306"/>
                  </a:lnTo>
                  <a:lnTo>
                    <a:pt x="1047" y="3139"/>
                  </a:lnTo>
                  <a:lnTo>
                    <a:pt x="1088" y="3223"/>
                  </a:lnTo>
                  <a:lnTo>
                    <a:pt x="1172" y="3118"/>
                  </a:lnTo>
                  <a:lnTo>
                    <a:pt x="1444" y="2888"/>
                  </a:lnTo>
                  <a:lnTo>
                    <a:pt x="1549" y="2846"/>
                  </a:lnTo>
                  <a:lnTo>
                    <a:pt x="1570" y="2909"/>
                  </a:lnTo>
                  <a:lnTo>
                    <a:pt x="1653" y="2825"/>
                  </a:lnTo>
                  <a:lnTo>
                    <a:pt x="1695" y="2825"/>
                  </a:lnTo>
                  <a:lnTo>
                    <a:pt x="1758" y="2930"/>
                  </a:lnTo>
                  <a:lnTo>
                    <a:pt x="1863" y="2909"/>
                  </a:lnTo>
                  <a:lnTo>
                    <a:pt x="1905" y="2951"/>
                  </a:lnTo>
                  <a:lnTo>
                    <a:pt x="1967" y="2909"/>
                  </a:lnTo>
                  <a:lnTo>
                    <a:pt x="1925" y="2825"/>
                  </a:lnTo>
                  <a:lnTo>
                    <a:pt x="2072" y="2741"/>
                  </a:lnTo>
                  <a:lnTo>
                    <a:pt x="2197" y="2741"/>
                  </a:lnTo>
                  <a:lnTo>
                    <a:pt x="2344" y="2532"/>
                  </a:lnTo>
                  <a:lnTo>
                    <a:pt x="2323" y="2490"/>
                  </a:lnTo>
                  <a:lnTo>
                    <a:pt x="2407" y="2428"/>
                  </a:lnTo>
                  <a:lnTo>
                    <a:pt x="2344" y="1988"/>
                  </a:lnTo>
                  <a:lnTo>
                    <a:pt x="2323" y="1988"/>
                  </a:lnTo>
                  <a:lnTo>
                    <a:pt x="2281" y="2009"/>
                  </a:lnTo>
                  <a:lnTo>
                    <a:pt x="2281" y="1884"/>
                  </a:lnTo>
                  <a:lnTo>
                    <a:pt x="2197" y="1486"/>
                  </a:lnTo>
                  <a:lnTo>
                    <a:pt x="2114" y="1381"/>
                  </a:lnTo>
                  <a:lnTo>
                    <a:pt x="2114" y="1130"/>
                  </a:lnTo>
                  <a:lnTo>
                    <a:pt x="1779" y="712"/>
                  </a:lnTo>
                  <a:lnTo>
                    <a:pt x="1465" y="398"/>
                  </a:lnTo>
                  <a:lnTo>
                    <a:pt x="125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51" name="Google Shape;1551;p60"/>
            <p:cNvSpPr/>
            <p:nvPr/>
          </p:nvSpPr>
          <p:spPr>
            <a:xfrm>
              <a:off x="4566534" y="2807208"/>
              <a:ext cx="32650" cy="53553"/>
            </a:xfrm>
            <a:custGeom>
              <a:avLst/>
              <a:gdLst/>
              <a:ahLst/>
              <a:cxnLst/>
              <a:rect l="l" t="t" r="r" b="b"/>
              <a:pathLst>
                <a:path w="2742" h="4709" extrusionOk="0">
                  <a:moveTo>
                    <a:pt x="2260" y="1"/>
                  </a:moveTo>
                  <a:lnTo>
                    <a:pt x="2177" y="42"/>
                  </a:lnTo>
                  <a:lnTo>
                    <a:pt x="2177" y="168"/>
                  </a:lnTo>
                  <a:lnTo>
                    <a:pt x="2177" y="273"/>
                  </a:lnTo>
                  <a:lnTo>
                    <a:pt x="2240" y="377"/>
                  </a:lnTo>
                  <a:lnTo>
                    <a:pt x="2177" y="482"/>
                  </a:lnTo>
                  <a:lnTo>
                    <a:pt x="2093" y="482"/>
                  </a:lnTo>
                  <a:lnTo>
                    <a:pt x="1988" y="607"/>
                  </a:lnTo>
                  <a:lnTo>
                    <a:pt x="1988" y="733"/>
                  </a:lnTo>
                  <a:lnTo>
                    <a:pt x="1737" y="921"/>
                  </a:lnTo>
                  <a:lnTo>
                    <a:pt x="1612" y="921"/>
                  </a:lnTo>
                  <a:lnTo>
                    <a:pt x="1528" y="1005"/>
                  </a:lnTo>
                  <a:lnTo>
                    <a:pt x="1633" y="1089"/>
                  </a:lnTo>
                  <a:lnTo>
                    <a:pt x="1779" y="1214"/>
                  </a:lnTo>
                  <a:lnTo>
                    <a:pt x="1779" y="1298"/>
                  </a:lnTo>
                  <a:lnTo>
                    <a:pt x="1716" y="1444"/>
                  </a:lnTo>
                  <a:lnTo>
                    <a:pt x="1570" y="1423"/>
                  </a:lnTo>
                  <a:lnTo>
                    <a:pt x="1319" y="1444"/>
                  </a:lnTo>
                  <a:lnTo>
                    <a:pt x="1193" y="1402"/>
                  </a:lnTo>
                  <a:lnTo>
                    <a:pt x="1089" y="1444"/>
                  </a:lnTo>
                  <a:lnTo>
                    <a:pt x="1005" y="1361"/>
                  </a:lnTo>
                  <a:lnTo>
                    <a:pt x="942" y="1319"/>
                  </a:lnTo>
                  <a:lnTo>
                    <a:pt x="838" y="1151"/>
                  </a:lnTo>
                  <a:lnTo>
                    <a:pt x="691" y="1298"/>
                  </a:lnTo>
                  <a:lnTo>
                    <a:pt x="691" y="1465"/>
                  </a:lnTo>
                  <a:lnTo>
                    <a:pt x="691" y="1528"/>
                  </a:lnTo>
                  <a:lnTo>
                    <a:pt x="649" y="1633"/>
                  </a:lnTo>
                  <a:lnTo>
                    <a:pt x="566" y="1926"/>
                  </a:lnTo>
                  <a:lnTo>
                    <a:pt x="461" y="1967"/>
                  </a:lnTo>
                  <a:lnTo>
                    <a:pt x="356" y="2156"/>
                  </a:lnTo>
                  <a:lnTo>
                    <a:pt x="210" y="2260"/>
                  </a:lnTo>
                  <a:lnTo>
                    <a:pt x="210" y="2365"/>
                  </a:lnTo>
                  <a:lnTo>
                    <a:pt x="147" y="2511"/>
                  </a:lnTo>
                  <a:lnTo>
                    <a:pt x="1" y="2616"/>
                  </a:lnTo>
                  <a:lnTo>
                    <a:pt x="1" y="2972"/>
                  </a:lnTo>
                  <a:lnTo>
                    <a:pt x="22" y="3014"/>
                  </a:lnTo>
                  <a:lnTo>
                    <a:pt x="43" y="2993"/>
                  </a:lnTo>
                  <a:lnTo>
                    <a:pt x="84" y="3202"/>
                  </a:lnTo>
                  <a:lnTo>
                    <a:pt x="168" y="3139"/>
                  </a:lnTo>
                  <a:lnTo>
                    <a:pt x="168" y="3034"/>
                  </a:lnTo>
                  <a:lnTo>
                    <a:pt x="315" y="3118"/>
                  </a:lnTo>
                  <a:lnTo>
                    <a:pt x="356" y="3202"/>
                  </a:lnTo>
                  <a:lnTo>
                    <a:pt x="545" y="3181"/>
                  </a:lnTo>
                  <a:lnTo>
                    <a:pt x="587" y="3097"/>
                  </a:lnTo>
                  <a:lnTo>
                    <a:pt x="670" y="3097"/>
                  </a:lnTo>
                  <a:lnTo>
                    <a:pt x="649" y="3181"/>
                  </a:lnTo>
                  <a:lnTo>
                    <a:pt x="566" y="3223"/>
                  </a:lnTo>
                  <a:lnTo>
                    <a:pt x="649" y="3348"/>
                  </a:lnTo>
                  <a:lnTo>
                    <a:pt x="524" y="3558"/>
                  </a:lnTo>
                  <a:lnTo>
                    <a:pt x="524" y="3851"/>
                  </a:lnTo>
                  <a:lnTo>
                    <a:pt x="545" y="3913"/>
                  </a:lnTo>
                  <a:lnTo>
                    <a:pt x="775" y="3913"/>
                  </a:lnTo>
                  <a:lnTo>
                    <a:pt x="880" y="3851"/>
                  </a:lnTo>
                  <a:lnTo>
                    <a:pt x="754" y="3955"/>
                  </a:lnTo>
                  <a:lnTo>
                    <a:pt x="608" y="3955"/>
                  </a:lnTo>
                  <a:lnTo>
                    <a:pt x="545" y="4143"/>
                  </a:lnTo>
                  <a:lnTo>
                    <a:pt x="524" y="4374"/>
                  </a:lnTo>
                  <a:lnTo>
                    <a:pt x="482" y="4478"/>
                  </a:lnTo>
                  <a:lnTo>
                    <a:pt x="545" y="4478"/>
                  </a:lnTo>
                  <a:lnTo>
                    <a:pt x="649" y="4436"/>
                  </a:lnTo>
                  <a:lnTo>
                    <a:pt x="775" y="4478"/>
                  </a:lnTo>
                  <a:lnTo>
                    <a:pt x="670" y="4646"/>
                  </a:lnTo>
                  <a:lnTo>
                    <a:pt x="691" y="4708"/>
                  </a:lnTo>
                  <a:lnTo>
                    <a:pt x="838" y="4604"/>
                  </a:lnTo>
                  <a:lnTo>
                    <a:pt x="900" y="4667"/>
                  </a:lnTo>
                  <a:lnTo>
                    <a:pt x="1005" y="4541"/>
                  </a:lnTo>
                  <a:lnTo>
                    <a:pt x="963" y="4478"/>
                  </a:lnTo>
                  <a:lnTo>
                    <a:pt x="1047" y="4436"/>
                  </a:lnTo>
                  <a:lnTo>
                    <a:pt x="1172" y="4562"/>
                  </a:lnTo>
                  <a:lnTo>
                    <a:pt x="1193" y="4436"/>
                  </a:lnTo>
                  <a:lnTo>
                    <a:pt x="1382" y="4269"/>
                  </a:lnTo>
                  <a:lnTo>
                    <a:pt x="1591" y="4227"/>
                  </a:lnTo>
                  <a:lnTo>
                    <a:pt x="1800" y="4039"/>
                  </a:lnTo>
                  <a:lnTo>
                    <a:pt x="2177" y="3976"/>
                  </a:lnTo>
                  <a:lnTo>
                    <a:pt x="2428" y="3851"/>
                  </a:lnTo>
                  <a:lnTo>
                    <a:pt x="2344" y="3725"/>
                  </a:lnTo>
                  <a:lnTo>
                    <a:pt x="1926" y="3495"/>
                  </a:lnTo>
                  <a:lnTo>
                    <a:pt x="1884" y="3390"/>
                  </a:lnTo>
                  <a:lnTo>
                    <a:pt x="1654" y="3348"/>
                  </a:lnTo>
                  <a:lnTo>
                    <a:pt x="1612" y="3202"/>
                  </a:lnTo>
                  <a:lnTo>
                    <a:pt x="1654" y="3118"/>
                  </a:lnTo>
                  <a:lnTo>
                    <a:pt x="1633" y="2993"/>
                  </a:lnTo>
                  <a:lnTo>
                    <a:pt x="1633" y="2867"/>
                  </a:lnTo>
                  <a:lnTo>
                    <a:pt x="1800" y="2762"/>
                  </a:lnTo>
                  <a:lnTo>
                    <a:pt x="1821" y="2616"/>
                  </a:lnTo>
                  <a:lnTo>
                    <a:pt x="1947" y="2574"/>
                  </a:lnTo>
                  <a:lnTo>
                    <a:pt x="2051" y="2574"/>
                  </a:lnTo>
                  <a:lnTo>
                    <a:pt x="2093" y="2490"/>
                  </a:lnTo>
                  <a:lnTo>
                    <a:pt x="2156" y="2449"/>
                  </a:lnTo>
                  <a:lnTo>
                    <a:pt x="2135" y="2344"/>
                  </a:lnTo>
                  <a:lnTo>
                    <a:pt x="2428" y="2051"/>
                  </a:lnTo>
                  <a:lnTo>
                    <a:pt x="2407" y="1988"/>
                  </a:lnTo>
                  <a:lnTo>
                    <a:pt x="2553" y="1863"/>
                  </a:lnTo>
                  <a:lnTo>
                    <a:pt x="2574" y="1737"/>
                  </a:lnTo>
                  <a:lnTo>
                    <a:pt x="2512" y="1654"/>
                  </a:lnTo>
                  <a:lnTo>
                    <a:pt x="2512" y="1361"/>
                  </a:lnTo>
                  <a:lnTo>
                    <a:pt x="2365" y="1256"/>
                  </a:lnTo>
                  <a:lnTo>
                    <a:pt x="2365" y="1110"/>
                  </a:lnTo>
                  <a:lnTo>
                    <a:pt x="2449" y="817"/>
                  </a:lnTo>
                  <a:lnTo>
                    <a:pt x="2449" y="691"/>
                  </a:lnTo>
                  <a:lnTo>
                    <a:pt x="2532" y="691"/>
                  </a:lnTo>
                  <a:lnTo>
                    <a:pt x="2721" y="482"/>
                  </a:lnTo>
                  <a:lnTo>
                    <a:pt x="2742" y="482"/>
                  </a:lnTo>
                  <a:lnTo>
                    <a:pt x="2637" y="356"/>
                  </a:lnTo>
                  <a:lnTo>
                    <a:pt x="2616" y="293"/>
                  </a:lnTo>
                  <a:lnTo>
                    <a:pt x="2428" y="273"/>
                  </a:lnTo>
                  <a:lnTo>
                    <a:pt x="2365" y="189"/>
                  </a:lnTo>
                  <a:lnTo>
                    <a:pt x="2365" y="84"/>
                  </a:lnTo>
                  <a:lnTo>
                    <a:pt x="226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52" name="Google Shape;1552;p60"/>
            <p:cNvSpPr/>
            <p:nvPr/>
          </p:nvSpPr>
          <p:spPr>
            <a:xfrm>
              <a:off x="4301938" y="2737722"/>
              <a:ext cx="211787" cy="95438"/>
            </a:xfrm>
            <a:custGeom>
              <a:avLst/>
              <a:gdLst/>
              <a:ahLst/>
              <a:cxnLst/>
              <a:rect l="l" t="t" r="r" b="b"/>
              <a:pathLst>
                <a:path w="17786" h="8392" extrusionOk="0">
                  <a:moveTo>
                    <a:pt x="5232" y="1"/>
                  </a:moveTo>
                  <a:lnTo>
                    <a:pt x="5169" y="85"/>
                  </a:lnTo>
                  <a:lnTo>
                    <a:pt x="5169" y="147"/>
                  </a:lnTo>
                  <a:lnTo>
                    <a:pt x="5190" y="252"/>
                  </a:lnTo>
                  <a:lnTo>
                    <a:pt x="5169" y="336"/>
                  </a:lnTo>
                  <a:lnTo>
                    <a:pt x="5085" y="336"/>
                  </a:lnTo>
                  <a:lnTo>
                    <a:pt x="5002" y="357"/>
                  </a:lnTo>
                  <a:lnTo>
                    <a:pt x="4918" y="461"/>
                  </a:lnTo>
                  <a:lnTo>
                    <a:pt x="4918" y="545"/>
                  </a:lnTo>
                  <a:lnTo>
                    <a:pt x="4813" y="670"/>
                  </a:lnTo>
                  <a:lnTo>
                    <a:pt x="4813" y="963"/>
                  </a:lnTo>
                  <a:lnTo>
                    <a:pt x="4855" y="1089"/>
                  </a:lnTo>
                  <a:lnTo>
                    <a:pt x="5023" y="1152"/>
                  </a:lnTo>
                  <a:lnTo>
                    <a:pt x="5085" y="1214"/>
                  </a:lnTo>
                  <a:lnTo>
                    <a:pt x="5190" y="1256"/>
                  </a:lnTo>
                  <a:lnTo>
                    <a:pt x="5211" y="1340"/>
                  </a:lnTo>
                  <a:lnTo>
                    <a:pt x="5190" y="1507"/>
                  </a:lnTo>
                  <a:lnTo>
                    <a:pt x="5190" y="1696"/>
                  </a:lnTo>
                  <a:lnTo>
                    <a:pt x="5295" y="1779"/>
                  </a:lnTo>
                  <a:lnTo>
                    <a:pt x="5378" y="1863"/>
                  </a:lnTo>
                  <a:lnTo>
                    <a:pt x="5232" y="2010"/>
                  </a:lnTo>
                  <a:lnTo>
                    <a:pt x="5043" y="2030"/>
                  </a:lnTo>
                  <a:lnTo>
                    <a:pt x="4960" y="2010"/>
                  </a:lnTo>
                  <a:lnTo>
                    <a:pt x="4918" y="2072"/>
                  </a:lnTo>
                  <a:lnTo>
                    <a:pt x="4813" y="2072"/>
                  </a:lnTo>
                  <a:lnTo>
                    <a:pt x="4709" y="2010"/>
                  </a:lnTo>
                  <a:lnTo>
                    <a:pt x="4479" y="2010"/>
                  </a:lnTo>
                  <a:lnTo>
                    <a:pt x="4374" y="2030"/>
                  </a:lnTo>
                  <a:lnTo>
                    <a:pt x="4290" y="1989"/>
                  </a:lnTo>
                  <a:lnTo>
                    <a:pt x="4186" y="1968"/>
                  </a:lnTo>
                  <a:lnTo>
                    <a:pt x="4081" y="1968"/>
                  </a:lnTo>
                  <a:lnTo>
                    <a:pt x="3955" y="2072"/>
                  </a:lnTo>
                  <a:lnTo>
                    <a:pt x="3851" y="2093"/>
                  </a:lnTo>
                  <a:lnTo>
                    <a:pt x="3767" y="2135"/>
                  </a:lnTo>
                  <a:lnTo>
                    <a:pt x="3558" y="2030"/>
                  </a:lnTo>
                  <a:lnTo>
                    <a:pt x="3453" y="1968"/>
                  </a:lnTo>
                  <a:lnTo>
                    <a:pt x="3181" y="1800"/>
                  </a:lnTo>
                  <a:lnTo>
                    <a:pt x="3139" y="1717"/>
                  </a:lnTo>
                  <a:lnTo>
                    <a:pt x="3118" y="1612"/>
                  </a:lnTo>
                  <a:lnTo>
                    <a:pt x="3077" y="1549"/>
                  </a:lnTo>
                  <a:lnTo>
                    <a:pt x="2888" y="1549"/>
                  </a:lnTo>
                  <a:lnTo>
                    <a:pt x="2805" y="1591"/>
                  </a:lnTo>
                  <a:lnTo>
                    <a:pt x="2700" y="1591"/>
                  </a:lnTo>
                  <a:lnTo>
                    <a:pt x="2658" y="1612"/>
                  </a:lnTo>
                  <a:lnTo>
                    <a:pt x="2512" y="1612"/>
                  </a:lnTo>
                  <a:lnTo>
                    <a:pt x="2470" y="1549"/>
                  </a:lnTo>
                  <a:lnTo>
                    <a:pt x="2428" y="1486"/>
                  </a:lnTo>
                  <a:lnTo>
                    <a:pt x="2365" y="1382"/>
                  </a:lnTo>
                  <a:lnTo>
                    <a:pt x="2344" y="1382"/>
                  </a:lnTo>
                  <a:lnTo>
                    <a:pt x="2261" y="1445"/>
                  </a:lnTo>
                  <a:lnTo>
                    <a:pt x="2030" y="1445"/>
                  </a:lnTo>
                  <a:lnTo>
                    <a:pt x="1905" y="1466"/>
                  </a:lnTo>
                  <a:lnTo>
                    <a:pt x="1717" y="1486"/>
                  </a:lnTo>
                  <a:lnTo>
                    <a:pt x="1633" y="1549"/>
                  </a:lnTo>
                  <a:lnTo>
                    <a:pt x="1549" y="1675"/>
                  </a:lnTo>
                  <a:lnTo>
                    <a:pt x="1466" y="1717"/>
                  </a:lnTo>
                  <a:lnTo>
                    <a:pt x="1298" y="1675"/>
                  </a:lnTo>
                  <a:lnTo>
                    <a:pt x="1256" y="1717"/>
                  </a:lnTo>
                  <a:lnTo>
                    <a:pt x="1256" y="1800"/>
                  </a:lnTo>
                  <a:lnTo>
                    <a:pt x="1319" y="1863"/>
                  </a:lnTo>
                  <a:lnTo>
                    <a:pt x="1256" y="1884"/>
                  </a:lnTo>
                  <a:lnTo>
                    <a:pt x="1193" y="2010"/>
                  </a:lnTo>
                  <a:lnTo>
                    <a:pt x="1110" y="2030"/>
                  </a:lnTo>
                  <a:lnTo>
                    <a:pt x="1005" y="2114"/>
                  </a:lnTo>
                  <a:lnTo>
                    <a:pt x="1005" y="2198"/>
                  </a:lnTo>
                  <a:lnTo>
                    <a:pt x="838" y="2282"/>
                  </a:lnTo>
                  <a:lnTo>
                    <a:pt x="817" y="2386"/>
                  </a:lnTo>
                  <a:lnTo>
                    <a:pt x="796" y="2512"/>
                  </a:lnTo>
                  <a:lnTo>
                    <a:pt x="608" y="2554"/>
                  </a:lnTo>
                  <a:lnTo>
                    <a:pt x="503" y="2658"/>
                  </a:lnTo>
                  <a:lnTo>
                    <a:pt x="482" y="2742"/>
                  </a:lnTo>
                  <a:lnTo>
                    <a:pt x="210" y="2721"/>
                  </a:lnTo>
                  <a:lnTo>
                    <a:pt x="105" y="2763"/>
                  </a:lnTo>
                  <a:lnTo>
                    <a:pt x="1" y="2972"/>
                  </a:lnTo>
                  <a:lnTo>
                    <a:pt x="1" y="3014"/>
                  </a:lnTo>
                  <a:lnTo>
                    <a:pt x="43" y="3056"/>
                  </a:lnTo>
                  <a:lnTo>
                    <a:pt x="43" y="3181"/>
                  </a:lnTo>
                  <a:lnTo>
                    <a:pt x="64" y="3223"/>
                  </a:lnTo>
                  <a:lnTo>
                    <a:pt x="105" y="3286"/>
                  </a:lnTo>
                  <a:lnTo>
                    <a:pt x="147" y="3286"/>
                  </a:lnTo>
                  <a:lnTo>
                    <a:pt x="147" y="3244"/>
                  </a:lnTo>
                  <a:lnTo>
                    <a:pt x="168" y="3244"/>
                  </a:lnTo>
                  <a:lnTo>
                    <a:pt x="189" y="3286"/>
                  </a:lnTo>
                  <a:lnTo>
                    <a:pt x="189" y="3370"/>
                  </a:lnTo>
                  <a:lnTo>
                    <a:pt x="210" y="3453"/>
                  </a:lnTo>
                  <a:lnTo>
                    <a:pt x="294" y="3495"/>
                  </a:lnTo>
                  <a:lnTo>
                    <a:pt x="336" y="3537"/>
                  </a:lnTo>
                  <a:lnTo>
                    <a:pt x="461" y="3642"/>
                  </a:lnTo>
                  <a:lnTo>
                    <a:pt x="566" y="3704"/>
                  </a:lnTo>
                  <a:lnTo>
                    <a:pt x="629" y="3788"/>
                  </a:lnTo>
                  <a:lnTo>
                    <a:pt x="629" y="3851"/>
                  </a:lnTo>
                  <a:lnTo>
                    <a:pt x="670" y="3914"/>
                  </a:lnTo>
                  <a:lnTo>
                    <a:pt x="796" y="3997"/>
                  </a:lnTo>
                  <a:lnTo>
                    <a:pt x="838" y="3997"/>
                  </a:lnTo>
                  <a:lnTo>
                    <a:pt x="859" y="3914"/>
                  </a:lnTo>
                  <a:lnTo>
                    <a:pt x="901" y="3872"/>
                  </a:lnTo>
                  <a:lnTo>
                    <a:pt x="1026" y="3809"/>
                  </a:lnTo>
                  <a:lnTo>
                    <a:pt x="1131" y="3809"/>
                  </a:lnTo>
                  <a:lnTo>
                    <a:pt x="1152" y="3872"/>
                  </a:lnTo>
                  <a:lnTo>
                    <a:pt x="1235" y="3976"/>
                  </a:lnTo>
                  <a:lnTo>
                    <a:pt x="1319" y="3997"/>
                  </a:lnTo>
                  <a:lnTo>
                    <a:pt x="1361" y="3976"/>
                  </a:lnTo>
                  <a:lnTo>
                    <a:pt x="1424" y="3914"/>
                  </a:lnTo>
                  <a:lnTo>
                    <a:pt x="1528" y="3914"/>
                  </a:lnTo>
                  <a:lnTo>
                    <a:pt x="1612" y="3955"/>
                  </a:lnTo>
                  <a:lnTo>
                    <a:pt x="1654" y="4018"/>
                  </a:lnTo>
                  <a:lnTo>
                    <a:pt x="1738" y="4060"/>
                  </a:lnTo>
                  <a:lnTo>
                    <a:pt x="1842" y="4123"/>
                  </a:lnTo>
                  <a:lnTo>
                    <a:pt x="1884" y="4207"/>
                  </a:lnTo>
                  <a:lnTo>
                    <a:pt x="1905" y="4311"/>
                  </a:lnTo>
                  <a:lnTo>
                    <a:pt x="1947" y="4416"/>
                  </a:lnTo>
                  <a:lnTo>
                    <a:pt x="1989" y="4499"/>
                  </a:lnTo>
                  <a:lnTo>
                    <a:pt x="2051" y="4604"/>
                  </a:lnTo>
                  <a:lnTo>
                    <a:pt x="2135" y="4646"/>
                  </a:lnTo>
                  <a:lnTo>
                    <a:pt x="2198" y="4709"/>
                  </a:lnTo>
                  <a:lnTo>
                    <a:pt x="2282" y="4834"/>
                  </a:lnTo>
                  <a:lnTo>
                    <a:pt x="2344" y="4897"/>
                  </a:lnTo>
                  <a:lnTo>
                    <a:pt x="2344" y="5023"/>
                  </a:lnTo>
                  <a:lnTo>
                    <a:pt x="2302" y="5106"/>
                  </a:lnTo>
                  <a:lnTo>
                    <a:pt x="2344" y="5232"/>
                  </a:lnTo>
                  <a:lnTo>
                    <a:pt x="2407" y="5315"/>
                  </a:lnTo>
                  <a:lnTo>
                    <a:pt x="2365" y="5420"/>
                  </a:lnTo>
                  <a:lnTo>
                    <a:pt x="2282" y="5483"/>
                  </a:lnTo>
                  <a:lnTo>
                    <a:pt x="2261" y="5546"/>
                  </a:lnTo>
                  <a:lnTo>
                    <a:pt x="2261" y="5629"/>
                  </a:lnTo>
                  <a:lnTo>
                    <a:pt x="2282" y="5734"/>
                  </a:lnTo>
                  <a:lnTo>
                    <a:pt x="2407" y="5901"/>
                  </a:lnTo>
                  <a:lnTo>
                    <a:pt x="2512" y="5985"/>
                  </a:lnTo>
                  <a:lnTo>
                    <a:pt x="3098" y="6111"/>
                  </a:lnTo>
                  <a:lnTo>
                    <a:pt x="3349" y="6090"/>
                  </a:lnTo>
                  <a:lnTo>
                    <a:pt x="3516" y="6090"/>
                  </a:lnTo>
                  <a:lnTo>
                    <a:pt x="3558" y="6048"/>
                  </a:lnTo>
                  <a:lnTo>
                    <a:pt x="3600" y="6048"/>
                  </a:lnTo>
                  <a:lnTo>
                    <a:pt x="3976" y="6111"/>
                  </a:lnTo>
                  <a:lnTo>
                    <a:pt x="4165" y="6257"/>
                  </a:lnTo>
                  <a:lnTo>
                    <a:pt x="4227" y="6299"/>
                  </a:lnTo>
                  <a:lnTo>
                    <a:pt x="4332" y="6320"/>
                  </a:lnTo>
                  <a:lnTo>
                    <a:pt x="4437" y="6320"/>
                  </a:lnTo>
                  <a:lnTo>
                    <a:pt x="4646" y="6487"/>
                  </a:lnTo>
                  <a:lnTo>
                    <a:pt x="4792" y="6571"/>
                  </a:lnTo>
                  <a:lnTo>
                    <a:pt x="5023" y="6571"/>
                  </a:lnTo>
                  <a:lnTo>
                    <a:pt x="5043" y="6675"/>
                  </a:lnTo>
                  <a:lnTo>
                    <a:pt x="5085" y="6738"/>
                  </a:lnTo>
                  <a:lnTo>
                    <a:pt x="5127" y="6738"/>
                  </a:lnTo>
                  <a:lnTo>
                    <a:pt x="5211" y="6780"/>
                  </a:lnTo>
                  <a:lnTo>
                    <a:pt x="5315" y="6885"/>
                  </a:lnTo>
                  <a:lnTo>
                    <a:pt x="5315" y="6948"/>
                  </a:lnTo>
                  <a:lnTo>
                    <a:pt x="5378" y="7115"/>
                  </a:lnTo>
                  <a:lnTo>
                    <a:pt x="5483" y="7240"/>
                  </a:lnTo>
                  <a:lnTo>
                    <a:pt x="5608" y="7408"/>
                  </a:lnTo>
                  <a:lnTo>
                    <a:pt x="5650" y="7533"/>
                  </a:lnTo>
                  <a:lnTo>
                    <a:pt x="5797" y="7784"/>
                  </a:lnTo>
                  <a:lnTo>
                    <a:pt x="5901" y="7826"/>
                  </a:lnTo>
                  <a:lnTo>
                    <a:pt x="6006" y="7784"/>
                  </a:lnTo>
                  <a:lnTo>
                    <a:pt x="6236" y="7764"/>
                  </a:lnTo>
                  <a:lnTo>
                    <a:pt x="6487" y="7784"/>
                  </a:lnTo>
                  <a:lnTo>
                    <a:pt x="6843" y="7764"/>
                  </a:lnTo>
                  <a:lnTo>
                    <a:pt x="7324" y="7826"/>
                  </a:lnTo>
                  <a:lnTo>
                    <a:pt x="7596" y="7784"/>
                  </a:lnTo>
                  <a:lnTo>
                    <a:pt x="7784" y="7722"/>
                  </a:lnTo>
                  <a:lnTo>
                    <a:pt x="7826" y="7659"/>
                  </a:lnTo>
                  <a:lnTo>
                    <a:pt x="7889" y="7617"/>
                  </a:lnTo>
                  <a:lnTo>
                    <a:pt x="7952" y="7638"/>
                  </a:lnTo>
                  <a:lnTo>
                    <a:pt x="8328" y="7638"/>
                  </a:lnTo>
                  <a:lnTo>
                    <a:pt x="8747" y="7659"/>
                  </a:lnTo>
                  <a:lnTo>
                    <a:pt x="8872" y="7680"/>
                  </a:lnTo>
                  <a:lnTo>
                    <a:pt x="9082" y="7868"/>
                  </a:lnTo>
                  <a:lnTo>
                    <a:pt x="9458" y="8036"/>
                  </a:lnTo>
                  <a:lnTo>
                    <a:pt x="9814" y="8161"/>
                  </a:lnTo>
                  <a:lnTo>
                    <a:pt x="9981" y="8182"/>
                  </a:lnTo>
                  <a:lnTo>
                    <a:pt x="10191" y="8287"/>
                  </a:lnTo>
                  <a:lnTo>
                    <a:pt x="10358" y="8266"/>
                  </a:lnTo>
                  <a:lnTo>
                    <a:pt x="10630" y="8182"/>
                  </a:lnTo>
                  <a:lnTo>
                    <a:pt x="10651" y="8287"/>
                  </a:lnTo>
                  <a:lnTo>
                    <a:pt x="10651" y="8349"/>
                  </a:lnTo>
                  <a:lnTo>
                    <a:pt x="10797" y="8391"/>
                  </a:lnTo>
                  <a:lnTo>
                    <a:pt x="10944" y="8391"/>
                  </a:lnTo>
                  <a:lnTo>
                    <a:pt x="11049" y="8287"/>
                  </a:lnTo>
                  <a:lnTo>
                    <a:pt x="11300" y="8098"/>
                  </a:lnTo>
                  <a:lnTo>
                    <a:pt x="11467" y="7931"/>
                  </a:lnTo>
                  <a:lnTo>
                    <a:pt x="11781" y="7826"/>
                  </a:lnTo>
                  <a:lnTo>
                    <a:pt x="12199" y="7659"/>
                  </a:lnTo>
                  <a:lnTo>
                    <a:pt x="12367" y="7617"/>
                  </a:lnTo>
                  <a:lnTo>
                    <a:pt x="12555" y="7554"/>
                  </a:lnTo>
                  <a:lnTo>
                    <a:pt x="12806" y="7533"/>
                  </a:lnTo>
                  <a:lnTo>
                    <a:pt x="12953" y="7533"/>
                  </a:lnTo>
                  <a:lnTo>
                    <a:pt x="13120" y="7408"/>
                  </a:lnTo>
                  <a:lnTo>
                    <a:pt x="13266" y="7303"/>
                  </a:lnTo>
                  <a:lnTo>
                    <a:pt x="13392" y="7303"/>
                  </a:lnTo>
                  <a:lnTo>
                    <a:pt x="13580" y="7240"/>
                  </a:lnTo>
                  <a:lnTo>
                    <a:pt x="13685" y="7240"/>
                  </a:lnTo>
                  <a:lnTo>
                    <a:pt x="13769" y="7031"/>
                  </a:lnTo>
                  <a:lnTo>
                    <a:pt x="13894" y="6801"/>
                  </a:lnTo>
                  <a:lnTo>
                    <a:pt x="14166" y="6508"/>
                  </a:lnTo>
                  <a:lnTo>
                    <a:pt x="14229" y="6403"/>
                  </a:lnTo>
                  <a:lnTo>
                    <a:pt x="14292" y="6299"/>
                  </a:lnTo>
                  <a:lnTo>
                    <a:pt x="14292" y="6215"/>
                  </a:lnTo>
                  <a:lnTo>
                    <a:pt x="14062" y="6090"/>
                  </a:lnTo>
                  <a:lnTo>
                    <a:pt x="13790" y="5901"/>
                  </a:lnTo>
                  <a:lnTo>
                    <a:pt x="13810" y="5839"/>
                  </a:lnTo>
                  <a:lnTo>
                    <a:pt x="13790" y="5692"/>
                  </a:lnTo>
                  <a:lnTo>
                    <a:pt x="13790" y="5462"/>
                  </a:lnTo>
                  <a:lnTo>
                    <a:pt x="13894" y="5336"/>
                  </a:lnTo>
                  <a:lnTo>
                    <a:pt x="14020" y="5232"/>
                  </a:lnTo>
                  <a:lnTo>
                    <a:pt x="14229" y="5169"/>
                  </a:lnTo>
                  <a:lnTo>
                    <a:pt x="14396" y="5211"/>
                  </a:lnTo>
                  <a:lnTo>
                    <a:pt x="14522" y="5274"/>
                  </a:lnTo>
                  <a:lnTo>
                    <a:pt x="14710" y="5357"/>
                  </a:lnTo>
                  <a:lnTo>
                    <a:pt x="14836" y="5378"/>
                  </a:lnTo>
                  <a:lnTo>
                    <a:pt x="14961" y="5441"/>
                  </a:lnTo>
                  <a:lnTo>
                    <a:pt x="15024" y="5441"/>
                  </a:lnTo>
                  <a:lnTo>
                    <a:pt x="15045" y="5336"/>
                  </a:lnTo>
                  <a:lnTo>
                    <a:pt x="15129" y="5253"/>
                  </a:lnTo>
                  <a:lnTo>
                    <a:pt x="15254" y="5148"/>
                  </a:lnTo>
                  <a:lnTo>
                    <a:pt x="15359" y="5064"/>
                  </a:lnTo>
                  <a:lnTo>
                    <a:pt x="15463" y="4855"/>
                  </a:lnTo>
                  <a:lnTo>
                    <a:pt x="15547" y="4813"/>
                  </a:lnTo>
                  <a:lnTo>
                    <a:pt x="15673" y="4834"/>
                  </a:lnTo>
                  <a:lnTo>
                    <a:pt x="15840" y="4834"/>
                  </a:lnTo>
                  <a:lnTo>
                    <a:pt x="16070" y="4646"/>
                  </a:lnTo>
                  <a:lnTo>
                    <a:pt x="16196" y="4625"/>
                  </a:lnTo>
                  <a:lnTo>
                    <a:pt x="16259" y="4541"/>
                  </a:lnTo>
                  <a:lnTo>
                    <a:pt x="16259" y="4437"/>
                  </a:lnTo>
                  <a:lnTo>
                    <a:pt x="16279" y="4269"/>
                  </a:lnTo>
                  <a:lnTo>
                    <a:pt x="16384" y="4102"/>
                  </a:lnTo>
                  <a:lnTo>
                    <a:pt x="16426" y="4018"/>
                  </a:lnTo>
                  <a:lnTo>
                    <a:pt x="16489" y="4060"/>
                  </a:lnTo>
                  <a:lnTo>
                    <a:pt x="16551" y="4018"/>
                  </a:lnTo>
                  <a:lnTo>
                    <a:pt x="16614" y="3976"/>
                  </a:lnTo>
                  <a:lnTo>
                    <a:pt x="16614" y="3872"/>
                  </a:lnTo>
                  <a:lnTo>
                    <a:pt x="16677" y="3851"/>
                  </a:lnTo>
                  <a:lnTo>
                    <a:pt x="16782" y="3914"/>
                  </a:lnTo>
                  <a:lnTo>
                    <a:pt x="16844" y="3872"/>
                  </a:lnTo>
                  <a:lnTo>
                    <a:pt x="17012" y="3746"/>
                  </a:lnTo>
                  <a:lnTo>
                    <a:pt x="17116" y="3600"/>
                  </a:lnTo>
                  <a:lnTo>
                    <a:pt x="17221" y="3579"/>
                  </a:lnTo>
                  <a:lnTo>
                    <a:pt x="17367" y="3662"/>
                  </a:lnTo>
                  <a:lnTo>
                    <a:pt x="17451" y="3600"/>
                  </a:lnTo>
                  <a:lnTo>
                    <a:pt x="17556" y="3579"/>
                  </a:lnTo>
                  <a:lnTo>
                    <a:pt x="17598" y="3642"/>
                  </a:lnTo>
                  <a:lnTo>
                    <a:pt x="17723" y="3662"/>
                  </a:lnTo>
                  <a:lnTo>
                    <a:pt x="17744" y="3579"/>
                  </a:lnTo>
                  <a:lnTo>
                    <a:pt x="17744" y="3495"/>
                  </a:lnTo>
                  <a:lnTo>
                    <a:pt x="17786" y="3453"/>
                  </a:lnTo>
                  <a:lnTo>
                    <a:pt x="17786" y="3349"/>
                  </a:lnTo>
                  <a:lnTo>
                    <a:pt x="17765" y="3265"/>
                  </a:lnTo>
                  <a:lnTo>
                    <a:pt x="17744" y="3160"/>
                  </a:lnTo>
                  <a:lnTo>
                    <a:pt x="17535" y="3014"/>
                  </a:lnTo>
                  <a:lnTo>
                    <a:pt x="17367" y="2805"/>
                  </a:lnTo>
                  <a:lnTo>
                    <a:pt x="17158" y="2616"/>
                  </a:lnTo>
                  <a:lnTo>
                    <a:pt x="17012" y="2428"/>
                  </a:lnTo>
                  <a:lnTo>
                    <a:pt x="16740" y="2344"/>
                  </a:lnTo>
                  <a:lnTo>
                    <a:pt x="16698" y="2407"/>
                  </a:lnTo>
                  <a:lnTo>
                    <a:pt x="16531" y="2449"/>
                  </a:lnTo>
                  <a:lnTo>
                    <a:pt x="16531" y="2554"/>
                  </a:lnTo>
                  <a:lnTo>
                    <a:pt x="16531" y="2700"/>
                  </a:lnTo>
                  <a:lnTo>
                    <a:pt x="16405" y="2909"/>
                  </a:lnTo>
                  <a:lnTo>
                    <a:pt x="16300" y="2805"/>
                  </a:lnTo>
                  <a:lnTo>
                    <a:pt x="16028" y="2742"/>
                  </a:lnTo>
                  <a:lnTo>
                    <a:pt x="15798" y="2742"/>
                  </a:lnTo>
                  <a:lnTo>
                    <a:pt x="15631" y="2909"/>
                  </a:lnTo>
                  <a:lnTo>
                    <a:pt x="15359" y="2763"/>
                  </a:lnTo>
                  <a:lnTo>
                    <a:pt x="15254" y="2595"/>
                  </a:lnTo>
                  <a:lnTo>
                    <a:pt x="15338" y="2323"/>
                  </a:lnTo>
                  <a:lnTo>
                    <a:pt x="15317" y="2219"/>
                  </a:lnTo>
                  <a:lnTo>
                    <a:pt x="15359" y="2030"/>
                  </a:lnTo>
                  <a:lnTo>
                    <a:pt x="15338" y="1863"/>
                  </a:lnTo>
                  <a:lnTo>
                    <a:pt x="15463" y="963"/>
                  </a:lnTo>
                  <a:lnTo>
                    <a:pt x="15463" y="942"/>
                  </a:lnTo>
                  <a:lnTo>
                    <a:pt x="15422" y="880"/>
                  </a:lnTo>
                  <a:lnTo>
                    <a:pt x="15212" y="838"/>
                  </a:lnTo>
                  <a:lnTo>
                    <a:pt x="14982" y="859"/>
                  </a:lnTo>
                  <a:lnTo>
                    <a:pt x="14982" y="922"/>
                  </a:lnTo>
                  <a:lnTo>
                    <a:pt x="14857" y="984"/>
                  </a:lnTo>
                  <a:lnTo>
                    <a:pt x="14752" y="984"/>
                  </a:lnTo>
                  <a:lnTo>
                    <a:pt x="14710" y="942"/>
                  </a:lnTo>
                  <a:lnTo>
                    <a:pt x="14606" y="1026"/>
                  </a:lnTo>
                  <a:lnTo>
                    <a:pt x="14501" y="963"/>
                  </a:lnTo>
                  <a:lnTo>
                    <a:pt x="14438" y="880"/>
                  </a:lnTo>
                  <a:lnTo>
                    <a:pt x="14313" y="775"/>
                  </a:lnTo>
                  <a:lnTo>
                    <a:pt x="14208" y="775"/>
                  </a:lnTo>
                  <a:lnTo>
                    <a:pt x="14020" y="838"/>
                  </a:lnTo>
                  <a:lnTo>
                    <a:pt x="13999" y="775"/>
                  </a:lnTo>
                  <a:lnTo>
                    <a:pt x="13894" y="775"/>
                  </a:lnTo>
                  <a:lnTo>
                    <a:pt x="13790" y="859"/>
                  </a:lnTo>
                  <a:lnTo>
                    <a:pt x="13769" y="984"/>
                  </a:lnTo>
                  <a:lnTo>
                    <a:pt x="13685" y="1068"/>
                  </a:lnTo>
                  <a:lnTo>
                    <a:pt x="13559" y="1131"/>
                  </a:lnTo>
                  <a:lnTo>
                    <a:pt x="13476" y="1256"/>
                  </a:lnTo>
                  <a:lnTo>
                    <a:pt x="13476" y="1298"/>
                  </a:lnTo>
                  <a:lnTo>
                    <a:pt x="13455" y="1403"/>
                  </a:lnTo>
                  <a:lnTo>
                    <a:pt x="13350" y="1507"/>
                  </a:lnTo>
                  <a:lnTo>
                    <a:pt x="12973" y="1507"/>
                  </a:lnTo>
                  <a:lnTo>
                    <a:pt x="12869" y="1612"/>
                  </a:lnTo>
                  <a:lnTo>
                    <a:pt x="12743" y="1612"/>
                  </a:lnTo>
                  <a:lnTo>
                    <a:pt x="12534" y="1758"/>
                  </a:lnTo>
                  <a:lnTo>
                    <a:pt x="12429" y="1905"/>
                  </a:lnTo>
                  <a:lnTo>
                    <a:pt x="12367" y="1905"/>
                  </a:lnTo>
                  <a:lnTo>
                    <a:pt x="12283" y="1863"/>
                  </a:lnTo>
                  <a:lnTo>
                    <a:pt x="12137" y="1863"/>
                  </a:lnTo>
                  <a:lnTo>
                    <a:pt x="12095" y="1884"/>
                  </a:lnTo>
                  <a:lnTo>
                    <a:pt x="11927" y="1905"/>
                  </a:lnTo>
                  <a:lnTo>
                    <a:pt x="11593" y="1905"/>
                  </a:lnTo>
                  <a:lnTo>
                    <a:pt x="11362" y="1863"/>
                  </a:lnTo>
                  <a:lnTo>
                    <a:pt x="11090" y="1884"/>
                  </a:lnTo>
                  <a:lnTo>
                    <a:pt x="11028" y="1884"/>
                  </a:lnTo>
                  <a:lnTo>
                    <a:pt x="10923" y="1758"/>
                  </a:lnTo>
                  <a:lnTo>
                    <a:pt x="10839" y="1758"/>
                  </a:lnTo>
                  <a:lnTo>
                    <a:pt x="10756" y="1696"/>
                  </a:lnTo>
                  <a:lnTo>
                    <a:pt x="10651" y="1612"/>
                  </a:lnTo>
                  <a:lnTo>
                    <a:pt x="10609" y="1445"/>
                  </a:lnTo>
                  <a:lnTo>
                    <a:pt x="10525" y="1382"/>
                  </a:lnTo>
                  <a:lnTo>
                    <a:pt x="10421" y="1403"/>
                  </a:lnTo>
                  <a:lnTo>
                    <a:pt x="10232" y="1403"/>
                  </a:lnTo>
                  <a:lnTo>
                    <a:pt x="10044" y="1340"/>
                  </a:lnTo>
                  <a:lnTo>
                    <a:pt x="9919" y="1173"/>
                  </a:lnTo>
                  <a:lnTo>
                    <a:pt x="9521" y="1173"/>
                  </a:lnTo>
                  <a:lnTo>
                    <a:pt x="9396" y="1089"/>
                  </a:lnTo>
                  <a:lnTo>
                    <a:pt x="9270" y="1131"/>
                  </a:lnTo>
                  <a:lnTo>
                    <a:pt x="9103" y="1152"/>
                  </a:lnTo>
                  <a:lnTo>
                    <a:pt x="8977" y="1194"/>
                  </a:lnTo>
                  <a:lnTo>
                    <a:pt x="8768" y="1214"/>
                  </a:lnTo>
                  <a:lnTo>
                    <a:pt x="8580" y="1277"/>
                  </a:lnTo>
                  <a:lnTo>
                    <a:pt x="8517" y="1382"/>
                  </a:lnTo>
                  <a:lnTo>
                    <a:pt x="8433" y="1403"/>
                  </a:lnTo>
                  <a:lnTo>
                    <a:pt x="8349" y="1382"/>
                  </a:lnTo>
                  <a:lnTo>
                    <a:pt x="8266" y="1382"/>
                  </a:lnTo>
                  <a:lnTo>
                    <a:pt x="8182" y="1445"/>
                  </a:lnTo>
                  <a:lnTo>
                    <a:pt x="8015" y="1445"/>
                  </a:lnTo>
                  <a:lnTo>
                    <a:pt x="7952" y="1466"/>
                  </a:lnTo>
                  <a:lnTo>
                    <a:pt x="7889" y="1466"/>
                  </a:lnTo>
                  <a:lnTo>
                    <a:pt x="7722" y="1361"/>
                  </a:lnTo>
                  <a:lnTo>
                    <a:pt x="7533" y="1340"/>
                  </a:lnTo>
                  <a:lnTo>
                    <a:pt x="7512" y="1256"/>
                  </a:lnTo>
                  <a:lnTo>
                    <a:pt x="7387" y="1152"/>
                  </a:lnTo>
                  <a:lnTo>
                    <a:pt x="7324" y="1152"/>
                  </a:lnTo>
                  <a:lnTo>
                    <a:pt x="7261" y="1089"/>
                  </a:lnTo>
                  <a:lnTo>
                    <a:pt x="7261" y="984"/>
                  </a:lnTo>
                  <a:lnTo>
                    <a:pt x="7199" y="859"/>
                  </a:lnTo>
                  <a:lnTo>
                    <a:pt x="7136" y="817"/>
                  </a:lnTo>
                  <a:lnTo>
                    <a:pt x="7136" y="691"/>
                  </a:lnTo>
                  <a:lnTo>
                    <a:pt x="7094" y="629"/>
                  </a:lnTo>
                  <a:lnTo>
                    <a:pt x="7094" y="566"/>
                  </a:lnTo>
                  <a:lnTo>
                    <a:pt x="7052" y="461"/>
                  </a:lnTo>
                  <a:lnTo>
                    <a:pt x="6947" y="440"/>
                  </a:lnTo>
                  <a:lnTo>
                    <a:pt x="6696" y="440"/>
                  </a:lnTo>
                  <a:lnTo>
                    <a:pt x="6592" y="419"/>
                  </a:lnTo>
                  <a:lnTo>
                    <a:pt x="6529" y="398"/>
                  </a:lnTo>
                  <a:lnTo>
                    <a:pt x="6383" y="357"/>
                  </a:lnTo>
                  <a:lnTo>
                    <a:pt x="6341" y="315"/>
                  </a:lnTo>
                  <a:lnTo>
                    <a:pt x="6257" y="252"/>
                  </a:lnTo>
                  <a:lnTo>
                    <a:pt x="5901" y="252"/>
                  </a:lnTo>
                  <a:lnTo>
                    <a:pt x="5755" y="210"/>
                  </a:lnTo>
                  <a:lnTo>
                    <a:pt x="5734" y="168"/>
                  </a:lnTo>
                  <a:lnTo>
                    <a:pt x="5567" y="105"/>
                  </a:lnTo>
                  <a:lnTo>
                    <a:pt x="5441" y="43"/>
                  </a:lnTo>
                  <a:lnTo>
                    <a:pt x="537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53" name="Google Shape;1553;p60"/>
            <p:cNvSpPr/>
            <p:nvPr/>
          </p:nvSpPr>
          <p:spPr>
            <a:xfrm>
              <a:off x="4718522" y="3165089"/>
              <a:ext cx="67277" cy="54986"/>
            </a:xfrm>
            <a:custGeom>
              <a:avLst/>
              <a:gdLst/>
              <a:ahLst/>
              <a:cxnLst/>
              <a:rect l="l" t="t" r="r" b="b"/>
              <a:pathLst>
                <a:path w="5650" h="4835" extrusionOk="0">
                  <a:moveTo>
                    <a:pt x="126" y="1"/>
                  </a:moveTo>
                  <a:lnTo>
                    <a:pt x="42" y="2156"/>
                  </a:lnTo>
                  <a:lnTo>
                    <a:pt x="21" y="2323"/>
                  </a:lnTo>
                  <a:lnTo>
                    <a:pt x="21" y="2407"/>
                  </a:lnTo>
                  <a:lnTo>
                    <a:pt x="21" y="2470"/>
                  </a:lnTo>
                  <a:lnTo>
                    <a:pt x="0" y="3872"/>
                  </a:lnTo>
                  <a:lnTo>
                    <a:pt x="168" y="3872"/>
                  </a:lnTo>
                  <a:lnTo>
                    <a:pt x="251" y="3892"/>
                  </a:lnTo>
                  <a:lnTo>
                    <a:pt x="356" y="3872"/>
                  </a:lnTo>
                  <a:lnTo>
                    <a:pt x="732" y="3872"/>
                  </a:lnTo>
                  <a:lnTo>
                    <a:pt x="753" y="3934"/>
                  </a:lnTo>
                  <a:lnTo>
                    <a:pt x="837" y="3997"/>
                  </a:lnTo>
                  <a:lnTo>
                    <a:pt x="942" y="4039"/>
                  </a:lnTo>
                  <a:lnTo>
                    <a:pt x="1046" y="3955"/>
                  </a:lnTo>
                  <a:lnTo>
                    <a:pt x="1256" y="3892"/>
                  </a:lnTo>
                  <a:lnTo>
                    <a:pt x="1276" y="3851"/>
                  </a:lnTo>
                  <a:lnTo>
                    <a:pt x="1318" y="3892"/>
                  </a:lnTo>
                  <a:lnTo>
                    <a:pt x="1381" y="3830"/>
                  </a:lnTo>
                  <a:lnTo>
                    <a:pt x="1360" y="3662"/>
                  </a:lnTo>
                  <a:lnTo>
                    <a:pt x="1214" y="3558"/>
                  </a:lnTo>
                  <a:lnTo>
                    <a:pt x="1046" y="3474"/>
                  </a:lnTo>
                  <a:lnTo>
                    <a:pt x="900" y="3453"/>
                  </a:lnTo>
                  <a:lnTo>
                    <a:pt x="858" y="3411"/>
                  </a:lnTo>
                  <a:lnTo>
                    <a:pt x="753" y="3369"/>
                  </a:lnTo>
                  <a:lnTo>
                    <a:pt x="732" y="3369"/>
                  </a:lnTo>
                  <a:lnTo>
                    <a:pt x="670" y="3328"/>
                  </a:lnTo>
                  <a:lnTo>
                    <a:pt x="649" y="3202"/>
                  </a:lnTo>
                  <a:lnTo>
                    <a:pt x="544" y="3056"/>
                  </a:lnTo>
                  <a:lnTo>
                    <a:pt x="440" y="3014"/>
                  </a:lnTo>
                  <a:lnTo>
                    <a:pt x="419" y="2930"/>
                  </a:lnTo>
                  <a:lnTo>
                    <a:pt x="335" y="2846"/>
                  </a:lnTo>
                  <a:lnTo>
                    <a:pt x="419" y="2909"/>
                  </a:lnTo>
                  <a:lnTo>
                    <a:pt x="440" y="3014"/>
                  </a:lnTo>
                  <a:lnTo>
                    <a:pt x="523" y="3014"/>
                  </a:lnTo>
                  <a:lnTo>
                    <a:pt x="649" y="3097"/>
                  </a:lnTo>
                  <a:lnTo>
                    <a:pt x="670" y="3202"/>
                  </a:lnTo>
                  <a:lnTo>
                    <a:pt x="670" y="3328"/>
                  </a:lnTo>
                  <a:lnTo>
                    <a:pt x="732" y="3328"/>
                  </a:lnTo>
                  <a:lnTo>
                    <a:pt x="879" y="3348"/>
                  </a:lnTo>
                  <a:lnTo>
                    <a:pt x="963" y="3432"/>
                  </a:lnTo>
                  <a:lnTo>
                    <a:pt x="1151" y="3432"/>
                  </a:lnTo>
                  <a:lnTo>
                    <a:pt x="1297" y="3369"/>
                  </a:lnTo>
                  <a:lnTo>
                    <a:pt x="1423" y="3411"/>
                  </a:lnTo>
                  <a:lnTo>
                    <a:pt x="1507" y="3348"/>
                  </a:lnTo>
                  <a:lnTo>
                    <a:pt x="1486" y="3328"/>
                  </a:lnTo>
                  <a:lnTo>
                    <a:pt x="1402" y="3244"/>
                  </a:lnTo>
                  <a:lnTo>
                    <a:pt x="1360" y="3160"/>
                  </a:lnTo>
                  <a:lnTo>
                    <a:pt x="1276" y="3202"/>
                  </a:lnTo>
                  <a:lnTo>
                    <a:pt x="1256" y="3118"/>
                  </a:lnTo>
                  <a:lnTo>
                    <a:pt x="1297" y="3160"/>
                  </a:lnTo>
                  <a:lnTo>
                    <a:pt x="1423" y="3139"/>
                  </a:lnTo>
                  <a:lnTo>
                    <a:pt x="1507" y="3244"/>
                  </a:lnTo>
                  <a:lnTo>
                    <a:pt x="1611" y="3244"/>
                  </a:lnTo>
                  <a:lnTo>
                    <a:pt x="1569" y="3202"/>
                  </a:lnTo>
                  <a:lnTo>
                    <a:pt x="1569" y="3118"/>
                  </a:lnTo>
                  <a:lnTo>
                    <a:pt x="1611" y="3056"/>
                  </a:lnTo>
                  <a:lnTo>
                    <a:pt x="1611" y="3014"/>
                  </a:lnTo>
                  <a:lnTo>
                    <a:pt x="1611" y="2930"/>
                  </a:lnTo>
                  <a:lnTo>
                    <a:pt x="1528" y="2825"/>
                  </a:lnTo>
                  <a:lnTo>
                    <a:pt x="1528" y="2804"/>
                  </a:lnTo>
                  <a:lnTo>
                    <a:pt x="1632" y="2846"/>
                  </a:lnTo>
                  <a:lnTo>
                    <a:pt x="1674" y="2909"/>
                  </a:lnTo>
                  <a:lnTo>
                    <a:pt x="1779" y="3014"/>
                  </a:lnTo>
                  <a:lnTo>
                    <a:pt x="1883" y="3035"/>
                  </a:lnTo>
                  <a:lnTo>
                    <a:pt x="1883" y="2993"/>
                  </a:lnTo>
                  <a:lnTo>
                    <a:pt x="1841" y="2909"/>
                  </a:lnTo>
                  <a:lnTo>
                    <a:pt x="1883" y="2930"/>
                  </a:lnTo>
                  <a:lnTo>
                    <a:pt x="1904" y="3035"/>
                  </a:lnTo>
                  <a:lnTo>
                    <a:pt x="1946" y="3035"/>
                  </a:lnTo>
                  <a:lnTo>
                    <a:pt x="1946" y="2951"/>
                  </a:lnTo>
                  <a:lnTo>
                    <a:pt x="1925" y="2888"/>
                  </a:lnTo>
                  <a:lnTo>
                    <a:pt x="1946" y="2784"/>
                  </a:lnTo>
                  <a:lnTo>
                    <a:pt x="2009" y="2825"/>
                  </a:lnTo>
                  <a:lnTo>
                    <a:pt x="2155" y="2888"/>
                  </a:lnTo>
                  <a:lnTo>
                    <a:pt x="2197" y="2951"/>
                  </a:lnTo>
                  <a:lnTo>
                    <a:pt x="2260" y="2993"/>
                  </a:lnTo>
                  <a:lnTo>
                    <a:pt x="2323" y="2951"/>
                  </a:lnTo>
                  <a:lnTo>
                    <a:pt x="2365" y="2993"/>
                  </a:lnTo>
                  <a:lnTo>
                    <a:pt x="2427" y="2930"/>
                  </a:lnTo>
                  <a:lnTo>
                    <a:pt x="2427" y="3014"/>
                  </a:lnTo>
                  <a:lnTo>
                    <a:pt x="2427" y="3097"/>
                  </a:lnTo>
                  <a:lnTo>
                    <a:pt x="2469" y="3097"/>
                  </a:lnTo>
                  <a:lnTo>
                    <a:pt x="2553" y="3160"/>
                  </a:lnTo>
                  <a:lnTo>
                    <a:pt x="2867" y="3244"/>
                  </a:lnTo>
                  <a:lnTo>
                    <a:pt x="2950" y="3307"/>
                  </a:lnTo>
                  <a:lnTo>
                    <a:pt x="3055" y="3411"/>
                  </a:lnTo>
                  <a:lnTo>
                    <a:pt x="3076" y="3558"/>
                  </a:lnTo>
                  <a:lnTo>
                    <a:pt x="3243" y="3746"/>
                  </a:lnTo>
                  <a:lnTo>
                    <a:pt x="3264" y="3830"/>
                  </a:lnTo>
                  <a:lnTo>
                    <a:pt x="3369" y="3872"/>
                  </a:lnTo>
                  <a:lnTo>
                    <a:pt x="3453" y="3955"/>
                  </a:lnTo>
                  <a:lnTo>
                    <a:pt x="3473" y="4039"/>
                  </a:lnTo>
                  <a:lnTo>
                    <a:pt x="3725" y="4290"/>
                  </a:lnTo>
                  <a:lnTo>
                    <a:pt x="3725" y="4374"/>
                  </a:lnTo>
                  <a:lnTo>
                    <a:pt x="3829" y="4457"/>
                  </a:lnTo>
                  <a:lnTo>
                    <a:pt x="3997" y="4499"/>
                  </a:lnTo>
                  <a:lnTo>
                    <a:pt x="4080" y="4478"/>
                  </a:lnTo>
                  <a:lnTo>
                    <a:pt x="4122" y="4478"/>
                  </a:lnTo>
                  <a:lnTo>
                    <a:pt x="4206" y="4520"/>
                  </a:lnTo>
                  <a:lnTo>
                    <a:pt x="4394" y="4499"/>
                  </a:lnTo>
                  <a:lnTo>
                    <a:pt x="4520" y="4562"/>
                  </a:lnTo>
                  <a:lnTo>
                    <a:pt x="4624" y="4520"/>
                  </a:lnTo>
                  <a:lnTo>
                    <a:pt x="4771" y="4562"/>
                  </a:lnTo>
                  <a:lnTo>
                    <a:pt x="4875" y="4604"/>
                  </a:lnTo>
                  <a:lnTo>
                    <a:pt x="5022" y="4583"/>
                  </a:lnTo>
                  <a:lnTo>
                    <a:pt x="5064" y="4667"/>
                  </a:lnTo>
                  <a:lnTo>
                    <a:pt x="5168" y="4667"/>
                  </a:lnTo>
                  <a:lnTo>
                    <a:pt x="5189" y="4688"/>
                  </a:lnTo>
                  <a:lnTo>
                    <a:pt x="5126" y="4729"/>
                  </a:lnTo>
                  <a:lnTo>
                    <a:pt x="5252" y="4771"/>
                  </a:lnTo>
                  <a:lnTo>
                    <a:pt x="5378" y="4834"/>
                  </a:lnTo>
                  <a:lnTo>
                    <a:pt x="5503" y="4813"/>
                  </a:lnTo>
                  <a:lnTo>
                    <a:pt x="5545" y="4729"/>
                  </a:lnTo>
                  <a:lnTo>
                    <a:pt x="5398" y="4667"/>
                  </a:lnTo>
                  <a:lnTo>
                    <a:pt x="5357" y="4667"/>
                  </a:lnTo>
                  <a:lnTo>
                    <a:pt x="5357" y="4604"/>
                  </a:lnTo>
                  <a:lnTo>
                    <a:pt x="5461" y="4583"/>
                  </a:lnTo>
                  <a:lnTo>
                    <a:pt x="5545" y="4604"/>
                  </a:lnTo>
                  <a:lnTo>
                    <a:pt x="5650" y="4562"/>
                  </a:lnTo>
                  <a:lnTo>
                    <a:pt x="5440" y="4499"/>
                  </a:lnTo>
                  <a:lnTo>
                    <a:pt x="5168" y="4478"/>
                  </a:lnTo>
                  <a:lnTo>
                    <a:pt x="5043" y="4395"/>
                  </a:lnTo>
                  <a:lnTo>
                    <a:pt x="4980" y="4311"/>
                  </a:lnTo>
                  <a:lnTo>
                    <a:pt x="5126" y="4269"/>
                  </a:lnTo>
                  <a:lnTo>
                    <a:pt x="5189" y="4269"/>
                  </a:lnTo>
                  <a:lnTo>
                    <a:pt x="5252" y="4248"/>
                  </a:lnTo>
                  <a:lnTo>
                    <a:pt x="5168" y="4185"/>
                  </a:lnTo>
                  <a:lnTo>
                    <a:pt x="4959" y="4185"/>
                  </a:lnTo>
                  <a:lnTo>
                    <a:pt x="4771" y="4164"/>
                  </a:lnTo>
                  <a:lnTo>
                    <a:pt x="4708" y="4081"/>
                  </a:lnTo>
                  <a:lnTo>
                    <a:pt x="4708" y="3997"/>
                  </a:lnTo>
                  <a:lnTo>
                    <a:pt x="4771" y="3934"/>
                  </a:lnTo>
                  <a:lnTo>
                    <a:pt x="4813" y="3851"/>
                  </a:lnTo>
                  <a:lnTo>
                    <a:pt x="4750" y="3788"/>
                  </a:lnTo>
                  <a:lnTo>
                    <a:pt x="4666" y="3788"/>
                  </a:lnTo>
                  <a:lnTo>
                    <a:pt x="4624" y="3830"/>
                  </a:lnTo>
                  <a:lnTo>
                    <a:pt x="4541" y="3788"/>
                  </a:lnTo>
                  <a:lnTo>
                    <a:pt x="4457" y="3830"/>
                  </a:lnTo>
                  <a:lnTo>
                    <a:pt x="4352" y="3683"/>
                  </a:lnTo>
                  <a:lnTo>
                    <a:pt x="4352" y="3537"/>
                  </a:lnTo>
                  <a:lnTo>
                    <a:pt x="4248" y="3516"/>
                  </a:lnTo>
                  <a:lnTo>
                    <a:pt x="4143" y="3244"/>
                  </a:lnTo>
                  <a:lnTo>
                    <a:pt x="4101" y="3223"/>
                  </a:lnTo>
                  <a:lnTo>
                    <a:pt x="4080" y="3139"/>
                  </a:lnTo>
                  <a:lnTo>
                    <a:pt x="3934" y="3139"/>
                  </a:lnTo>
                  <a:lnTo>
                    <a:pt x="3871" y="3097"/>
                  </a:lnTo>
                  <a:lnTo>
                    <a:pt x="3808" y="2951"/>
                  </a:lnTo>
                  <a:lnTo>
                    <a:pt x="3683" y="2825"/>
                  </a:lnTo>
                  <a:lnTo>
                    <a:pt x="3662" y="2700"/>
                  </a:lnTo>
                  <a:lnTo>
                    <a:pt x="3578" y="2616"/>
                  </a:lnTo>
                  <a:lnTo>
                    <a:pt x="3494" y="2512"/>
                  </a:lnTo>
                  <a:lnTo>
                    <a:pt x="3515" y="2470"/>
                  </a:lnTo>
                  <a:lnTo>
                    <a:pt x="3766" y="2491"/>
                  </a:lnTo>
                  <a:lnTo>
                    <a:pt x="3976" y="2386"/>
                  </a:lnTo>
                  <a:lnTo>
                    <a:pt x="4017" y="2281"/>
                  </a:lnTo>
                  <a:lnTo>
                    <a:pt x="3997" y="2156"/>
                  </a:lnTo>
                  <a:lnTo>
                    <a:pt x="3829" y="1988"/>
                  </a:lnTo>
                  <a:lnTo>
                    <a:pt x="3704" y="1968"/>
                  </a:lnTo>
                  <a:lnTo>
                    <a:pt x="3662" y="1988"/>
                  </a:lnTo>
                  <a:lnTo>
                    <a:pt x="3557" y="1947"/>
                  </a:lnTo>
                  <a:lnTo>
                    <a:pt x="3348" y="1842"/>
                  </a:lnTo>
                  <a:lnTo>
                    <a:pt x="3243" y="1737"/>
                  </a:lnTo>
                  <a:lnTo>
                    <a:pt x="3097" y="1758"/>
                  </a:lnTo>
                  <a:lnTo>
                    <a:pt x="2846" y="1654"/>
                  </a:lnTo>
                  <a:lnTo>
                    <a:pt x="2825" y="1570"/>
                  </a:lnTo>
                  <a:lnTo>
                    <a:pt x="2867" y="1444"/>
                  </a:lnTo>
                  <a:lnTo>
                    <a:pt x="2888" y="1340"/>
                  </a:lnTo>
                  <a:lnTo>
                    <a:pt x="2825" y="1235"/>
                  </a:lnTo>
                  <a:lnTo>
                    <a:pt x="2616" y="1026"/>
                  </a:lnTo>
                  <a:lnTo>
                    <a:pt x="2553" y="1026"/>
                  </a:lnTo>
                  <a:lnTo>
                    <a:pt x="2511" y="1047"/>
                  </a:lnTo>
                  <a:lnTo>
                    <a:pt x="2448" y="963"/>
                  </a:lnTo>
                  <a:lnTo>
                    <a:pt x="2344" y="900"/>
                  </a:lnTo>
                  <a:lnTo>
                    <a:pt x="2323" y="817"/>
                  </a:lnTo>
                  <a:lnTo>
                    <a:pt x="2197" y="796"/>
                  </a:lnTo>
                  <a:lnTo>
                    <a:pt x="2134" y="712"/>
                  </a:lnTo>
                  <a:lnTo>
                    <a:pt x="2092" y="712"/>
                  </a:lnTo>
                  <a:lnTo>
                    <a:pt x="1988" y="649"/>
                  </a:lnTo>
                  <a:lnTo>
                    <a:pt x="1841" y="649"/>
                  </a:lnTo>
                  <a:lnTo>
                    <a:pt x="1716" y="545"/>
                  </a:lnTo>
                  <a:lnTo>
                    <a:pt x="1590" y="524"/>
                  </a:lnTo>
                  <a:lnTo>
                    <a:pt x="1381" y="398"/>
                  </a:lnTo>
                  <a:lnTo>
                    <a:pt x="1067" y="377"/>
                  </a:lnTo>
                  <a:lnTo>
                    <a:pt x="963" y="315"/>
                  </a:lnTo>
                  <a:lnTo>
                    <a:pt x="879" y="231"/>
                  </a:lnTo>
                  <a:lnTo>
                    <a:pt x="837" y="231"/>
                  </a:lnTo>
                  <a:lnTo>
                    <a:pt x="795" y="273"/>
                  </a:lnTo>
                  <a:lnTo>
                    <a:pt x="565" y="189"/>
                  </a:lnTo>
                  <a:lnTo>
                    <a:pt x="523" y="126"/>
                  </a:lnTo>
                  <a:lnTo>
                    <a:pt x="419" y="84"/>
                  </a:lnTo>
                  <a:lnTo>
                    <a:pt x="23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54" name="Google Shape;1554;p60"/>
            <p:cNvSpPr/>
            <p:nvPr/>
          </p:nvSpPr>
          <p:spPr>
            <a:xfrm>
              <a:off x="4567785" y="3016610"/>
              <a:ext cx="54822" cy="91389"/>
            </a:xfrm>
            <a:custGeom>
              <a:avLst/>
              <a:gdLst/>
              <a:ahLst/>
              <a:cxnLst/>
              <a:rect l="l" t="t" r="r" b="b"/>
              <a:pathLst>
                <a:path w="4604" h="8036" extrusionOk="0">
                  <a:moveTo>
                    <a:pt x="586" y="0"/>
                  </a:moveTo>
                  <a:lnTo>
                    <a:pt x="440" y="63"/>
                  </a:lnTo>
                  <a:lnTo>
                    <a:pt x="419" y="189"/>
                  </a:lnTo>
                  <a:lnTo>
                    <a:pt x="314" y="419"/>
                  </a:lnTo>
                  <a:lnTo>
                    <a:pt x="335" y="565"/>
                  </a:lnTo>
                  <a:lnTo>
                    <a:pt x="335" y="795"/>
                  </a:lnTo>
                  <a:lnTo>
                    <a:pt x="251" y="1088"/>
                  </a:lnTo>
                  <a:lnTo>
                    <a:pt x="210" y="1214"/>
                  </a:lnTo>
                  <a:lnTo>
                    <a:pt x="272" y="1402"/>
                  </a:lnTo>
                  <a:lnTo>
                    <a:pt x="272" y="1465"/>
                  </a:lnTo>
                  <a:lnTo>
                    <a:pt x="210" y="1528"/>
                  </a:lnTo>
                  <a:lnTo>
                    <a:pt x="105" y="1507"/>
                  </a:lnTo>
                  <a:lnTo>
                    <a:pt x="21" y="1402"/>
                  </a:lnTo>
                  <a:lnTo>
                    <a:pt x="0" y="1528"/>
                  </a:lnTo>
                  <a:lnTo>
                    <a:pt x="21" y="1653"/>
                  </a:lnTo>
                  <a:lnTo>
                    <a:pt x="105" y="1653"/>
                  </a:lnTo>
                  <a:lnTo>
                    <a:pt x="126" y="1716"/>
                  </a:lnTo>
                  <a:lnTo>
                    <a:pt x="63" y="1779"/>
                  </a:lnTo>
                  <a:lnTo>
                    <a:pt x="126" y="1946"/>
                  </a:lnTo>
                  <a:lnTo>
                    <a:pt x="210" y="2093"/>
                  </a:lnTo>
                  <a:lnTo>
                    <a:pt x="210" y="2302"/>
                  </a:lnTo>
                  <a:lnTo>
                    <a:pt x="251" y="2344"/>
                  </a:lnTo>
                  <a:lnTo>
                    <a:pt x="314" y="2302"/>
                  </a:lnTo>
                  <a:lnTo>
                    <a:pt x="356" y="2344"/>
                  </a:lnTo>
                  <a:lnTo>
                    <a:pt x="356" y="2448"/>
                  </a:lnTo>
                  <a:lnTo>
                    <a:pt x="461" y="2595"/>
                  </a:lnTo>
                  <a:lnTo>
                    <a:pt x="544" y="2595"/>
                  </a:lnTo>
                  <a:lnTo>
                    <a:pt x="628" y="2511"/>
                  </a:lnTo>
                  <a:lnTo>
                    <a:pt x="565" y="2448"/>
                  </a:lnTo>
                  <a:lnTo>
                    <a:pt x="565" y="2365"/>
                  </a:lnTo>
                  <a:lnTo>
                    <a:pt x="691" y="2365"/>
                  </a:lnTo>
                  <a:lnTo>
                    <a:pt x="795" y="2448"/>
                  </a:lnTo>
                  <a:lnTo>
                    <a:pt x="670" y="2595"/>
                  </a:lnTo>
                  <a:lnTo>
                    <a:pt x="628" y="2679"/>
                  </a:lnTo>
                  <a:lnTo>
                    <a:pt x="628" y="2762"/>
                  </a:lnTo>
                  <a:lnTo>
                    <a:pt x="628" y="2888"/>
                  </a:lnTo>
                  <a:lnTo>
                    <a:pt x="691" y="3013"/>
                  </a:lnTo>
                  <a:lnTo>
                    <a:pt x="733" y="2909"/>
                  </a:lnTo>
                  <a:lnTo>
                    <a:pt x="795" y="2888"/>
                  </a:lnTo>
                  <a:lnTo>
                    <a:pt x="858" y="2992"/>
                  </a:lnTo>
                  <a:lnTo>
                    <a:pt x="795" y="3097"/>
                  </a:lnTo>
                  <a:lnTo>
                    <a:pt x="795" y="3097"/>
                  </a:lnTo>
                  <a:lnTo>
                    <a:pt x="879" y="3076"/>
                  </a:lnTo>
                  <a:lnTo>
                    <a:pt x="963" y="3013"/>
                  </a:lnTo>
                  <a:cubicBezTo>
                    <a:pt x="963" y="3097"/>
                    <a:pt x="963" y="3181"/>
                    <a:pt x="984" y="3244"/>
                  </a:cubicBezTo>
                  <a:lnTo>
                    <a:pt x="900" y="3181"/>
                  </a:lnTo>
                  <a:lnTo>
                    <a:pt x="775" y="3202"/>
                  </a:lnTo>
                  <a:lnTo>
                    <a:pt x="649" y="3139"/>
                  </a:lnTo>
                  <a:lnTo>
                    <a:pt x="544" y="3202"/>
                  </a:lnTo>
                  <a:lnTo>
                    <a:pt x="565" y="3244"/>
                  </a:lnTo>
                  <a:lnTo>
                    <a:pt x="649" y="3244"/>
                  </a:lnTo>
                  <a:lnTo>
                    <a:pt x="670" y="3390"/>
                  </a:lnTo>
                  <a:lnTo>
                    <a:pt x="754" y="3411"/>
                  </a:lnTo>
                  <a:lnTo>
                    <a:pt x="816" y="3516"/>
                  </a:lnTo>
                  <a:lnTo>
                    <a:pt x="816" y="3704"/>
                  </a:lnTo>
                  <a:lnTo>
                    <a:pt x="900" y="3746"/>
                  </a:lnTo>
                  <a:lnTo>
                    <a:pt x="900" y="3850"/>
                  </a:lnTo>
                  <a:lnTo>
                    <a:pt x="1005" y="3976"/>
                  </a:lnTo>
                  <a:lnTo>
                    <a:pt x="1109" y="4018"/>
                  </a:lnTo>
                  <a:lnTo>
                    <a:pt x="1214" y="3934"/>
                  </a:lnTo>
                  <a:lnTo>
                    <a:pt x="1214" y="3850"/>
                  </a:lnTo>
                  <a:lnTo>
                    <a:pt x="1277" y="3829"/>
                  </a:lnTo>
                  <a:lnTo>
                    <a:pt x="1277" y="3725"/>
                  </a:lnTo>
                  <a:lnTo>
                    <a:pt x="1214" y="3641"/>
                  </a:lnTo>
                  <a:lnTo>
                    <a:pt x="1277" y="3557"/>
                  </a:lnTo>
                  <a:lnTo>
                    <a:pt x="1277" y="3453"/>
                  </a:lnTo>
                  <a:lnTo>
                    <a:pt x="1172" y="3411"/>
                  </a:lnTo>
                  <a:lnTo>
                    <a:pt x="1109" y="3348"/>
                  </a:lnTo>
                  <a:cubicBezTo>
                    <a:pt x="1130" y="3306"/>
                    <a:pt x="1130" y="3223"/>
                    <a:pt x="1130" y="3181"/>
                  </a:cubicBezTo>
                  <a:lnTo>
                    <a:pt x="1235" y="3097"/>
                  </a:lnTo>
                  <a:lnTo>
                    <a:pt x="1214" y="3013"/>
                  </a:lnTo>
                  <a:lnTo>
                    <a:pt x="1277" y="2930"/>
                  </a:lnTo>
                  <a:lnTo>
                    <a:pt x="1402" y="2930"/>
                  </a:lnTo>
                  <a:lnTo>
                    <a:pt x="1632" y="3034"/>
                  </a:lnTo>
                  <a:lnTo>
                    <a:pt x="1695" y="3118"/>
                  </a:lnTo>
                  <a:lnTo>
                    <a:pt x="1821" y="3202"/>
                  </a:lnTo>
                  <a:lnTo>
                    <a:pt x="1904" y="3327"/>
                  </a:lnTo>
                  <a:lnTo>
                    <a:pt x="1863" y="3306"/>
                  </a:lnTo>
                  <a:cubicBezTo>
                    <a:pt x="1800" y="3264"/>
                    <a:pt x="1716" y="3264"/>
                    <a:pt x="1632" y="3264"/>
                  </a:cubicBezTo>
                  <a:lnTo>
                    <a:pt x="1653" y="3244"/>
                  </a:lnTo>
                  <a:lnTo>
                    <a:pt x="1611" y="3139"/>
                  </a:lnTo>
                  <a:lnTo>
                    <a:pt x="1507" y="3097"/>
                  </a:lnTo>
                  <a:lnTo>
                    <a:pt x="1444" y="3181"/>
                  </a:lnTo>
                  <a:lnTo>
                    <a:pt x="1486" y="3244"/>
                  </a:lnTo>
                  <a:lnTo>
                    <a:pt x="1528" y="3285"/>
                  </a:lnTo>
                  <a:cubicBezTo>
                    <a:pt x="1507" y="3285"/>
                    <a:pt x="1486" y="3306"/>
                    <a:pt x="1444" y="3306"/>
                  </a:cubicBezTo>
                  <a:lnTo>
                    <a:pt x="1444" y="3327"/>
                  </a:lnTo>
                  <a:lnTo>
                    <a:pt x="1591" y="3327"/>
                  </a:lnTo>
                  <a:lnTo>
                    <a:pt x="1611" y="3348"/>
                  </a:lnTo>
                  <a:lnTo>
                    <a:pt x="1611" y="3327"/>
                  </a:lnTo>
                  <a:cubicBezTo>
                    <a:pt x="1695" y="3327"/>
                    <a:pt x="1758" y="3348"/>
                    <a:pt x="1842" y="3390"/>
                  </a:cubicBezTo>
                  <a:cubicBezTo>
                    <a:pt x="1850" y="3393"/>
                    <a:pt x="1858" y="3394"/>
                    <a:pt x="1866" y="3394"/>
                  </a:cubicBezTo>
                  <a:cubicBezTo>
                    <a:pt x="1915" y="3394"/>
                    <a:pt x="1946" y="3342"/>
                    <a:pt x="1946" y="3306"/>
                  </a:cubicBezTo>
                  <a:lnTo>
                    <a:pt x="1967" y="3327"/>
                  </a:lnTo>
                  <a:lnTo>
                    <a:pt x="2030" y="3327"/>
                  </a:lnTo>
                  <a:lnTo>
                    <a:pt x="2009" y="3139"/>
                  </a:lnTo>
                  <a:lnTo>
                    <a:pt x="1863" y="2930"/>
                  </a:lnTo>
                  <a:lnTo>
                    <a:pt x="1904" y="2888"/>
                  </a:lnTo>
                  <a:lnTo>
                    <a:pt x="1946" y="2888"/>
                  </a:lnTo>
                  <a:lnTo>
                    <a:pt x="2030" y="2971"/>
                  </a:lnTo>
                  <a:lnTo>
                    <a:pt x="2114" y="2992"/>
                  </a:lnTo>
                  <a:lnTo>
                    <a:pt x="2176" y="3118"/>
                  </a:lnTo>
                  <a:lnTo>
                    <a:pt x="2344" y="3181"/>
                  </a:lnTo>
                  <a:lnTo>
                    <a:pt x="2386" y="3285"/>
                  </a:lnTo>
                  <a:lnTo>
                    <a:pt x="2386" y="3411"/>
                  </a:lnTo>
                  <a:lnTo>
                    <a:pt x="2469" y="3432"/>
                  </a:lnTo>
                  <a:lnTo>
                    <a:pt x="2595" y="3599"/>
                  </a:lnTo>
                  <a:lnTo>
                    <a:pt x="2699" y="3557"/>
                  </a:lnTo>
                  <a:lnTo>
                    <a:pt x="2699" y="3516"/>
                  </a:lnTo>
                  <a:lnTo>
                    <a:pt x="2804" y="3536"/>
                  </a:lnTo>
                  <a:lnTo>
                    <a:pt x="2804" y="3599"/>
                  </a:lnTo>
                  <a:lnTo>
                    <a:pt x="2741" y="3641"/>
                  </a:lnTo>
                  <a:cubicBezTo>
                    <a:pt x="2741" y="3641"/>
                    <a:pt x="2699" y="3641"/>
                    <a:pt x="2699" y="3662"/>
                  </a:cubicBezTo>
                  <a:cubicBezTo>
                    <a:pt x="2783" y="3913"/>
                    <a:pt x="2992" y="4060"/>
                    <a:pt x="3223" y="4122"/>
                  </a:cubicBezTo>
                  <a:lnTo>
                    <a:pt x="3285" y="4122"/>
                  </a:lnTo>
                  <a:lnTo>
                    <a:pt x="3411" y="4269"/>
                  </a:lnTo>
                  <a:lnTo>
                    <a:pt x="3432" y="4290"/>
                  </a:lnTo>
                  <a:lnTo>
                    <a:pt x="3432" y="4332"/>
                  </a:lnTo>
                  <a:cubicBezTo>
                    <a:pt x="3432" y="4352"/>
                    <a:pt x="3411" y="4394"/>
                    <a:pt x="3411" y="4436"/>
                  </a:cubicBezTo>
                  <a:lnTo>
                    <a:pt x="3411" y="4436"/>
                  </a:lnTo>
                  <a:cubicBezTo>
                    <a:pt x="3411" y="4436"/>
                    <a:pt x="3411" y="4394"/>
                    <a:pt x="3453" y="4394"/>
                  </a:cubicBezTo>
                  <a:lnTo>
                    <a:pt x="3495" y="4436"/>
                  </a:lnTo>
                  <a:lnTo>
                    <a:pt x="3599" y="4478"/>
                  </a:lnTo>
                  <a:lnTo>
                    <a:pt x="3620" y="4562"/>
                  </a:lnTo>
                  <a:lnTo>
                    <a:pt x="3808" y="4562"/>
                  </a:lnTo>
                  <a:lnTo>
                    <a:pt x="3829" y="4583"/>
                  </a:lnTo>
                  <a:lnTo>
                    <a:pt x="3871" y="4562"/>
                  </a:lnTo>
                  <a:lnTo>
                    <a:pt x="3913" y="4583"/>
                  </a:lnTo>
                  <a:lnTo>
                    <a:pt x="3871" y="4499"/>
                  </a:lnTo>
                  <a:lnTo>
                    <a:pt x="3829" y="4394"/>
                  </a:lnTo>
                  <a:lnTo>
                    <a:pt x="3788" y="4352"/>
                  </a:lnTo>
                  <a:lnTo>
                    <a:pt x="3788" y="4185"/>
                  </a:lnTo>
                  <a:lnTo>
                    <a:pt x="3767" y="3976"/>
                  </a:lnTo>
                  <a:lnTo>
                    <a:pt x="3767" y="3934"/>
                  </a:lnTo>
                  <a:lnTo>
                    <a:pt x="3704" y="3913"/>
                  </a:lnTo>
                  <a:lnTo>
                    <a:pt x="3599" y="3767"/>
                  </a:lnTo>
                  <a:lnTo>
                    <a:pt x="3557" y="3662"/>
                  </a:lnTo>
                  <a:lnTo>
                    <a:pt x="3474" y="3662"/>
                  </a:lnTo>
                  <a:lnTo>
                    <a:pt x="3453" y="3704"/>
                  </a:lnTo>
                  <a:lnTo>
                    <a:pt x="3390" y="3662"/>
                  </a:lnTo>
                  <a:lnTo>
                    <a:pt x="3348" y="3662"/>
                  </a:lnTo>
                  <a:lnTo>
                    <a:pt x="3285" y="3725"/>
                  </a:lnTo>
                  <a:lnTo>
                    <a:pt x="3097" y="3725"/>
                  </a:lnTo>
                  <a:lnTo>
                    <a:pt x="3055" y="3704"/>
                  </a:lnTo>
                  <a:lnTo>
                    <a:pt x="3055" y="3767"/>
                  </a:lnTo>
                  <a:lnTo>
                    <a:pt x="3055" y="3808"/>
                  </a:lnTo>
                  <a:cubicBezTo>
                    <a:pt x="2992" y="3767"/>
                    <a:pt x="2972" y="3746"/>
                    <a:pt x="2930" y="3725"/>
                  </a:cubicBezTo>
                  <a:lnTo>
                    <a:pt x="2951" y="3620"/>
                  </a:lnTo>
                  <a:lnTo>
                    <a:pt x="2951" y="3536"/>
                  </a:lnTo>
                  <a:lnTo>
                    <a:pt x="2992" y="3495"/>
                  </a:lnTo>
                  <a:lnTo>
                    <a:pt x="2951" y="3432"/>
                  </a:lnTo>
                  <a:lnTo>
                    <a:pt x="2846" y="3432"/>
                  </a:lnTo>
                  <a:lnTo>
                    <a:pt x="2762" y="3390"/>
                  </a:lnTo>
                  <a:lnTo>
                    <a:pt x="2658" y="3390"/>
                  </a:lnTo>
                  <a:lnTo>
                    <a:pt x="2658" y="3306"/>
                  </a:lnTo>
                  <a:lnTo>
                    <a:pt x="2574" y="3097"/>
                  </a:lnTo>
                  <a:lnTo>
                    <a:pt x="2553" y="2992"/>
                  </a:lnTo>
                  <a:lnTo>
                    <a:pt x="2616" y="2971"/>
                  </a:lnTo>
                  <a:lnTo>
                    <a:pt x="2658" y="2992"/>
                  </a:lnTo>
                  <a:lnTo>
                    <a:pt x="2741" y="2992"/>
                  </a:lnTo>
                  <a:lnTo>
                    <a:pt x="2720" y="2971"/>
                  </a:lnTo>
                  <a:lnTo>
                    <a:pt x="2616" y="2888"/>
                  </a:lnTo>
                  <a:lnTo>
                    <a:pt x="2469" y="2888"/>
                  </a:lnTo>
                  <a:lnTo>
                    <a:pt x="2427" y="2783"/>
                  </a:lnTo>
                  <a:lnTo>
                    <a:pt x="2365" y="2825"/>
                  </a:lnTo>
                  <a:lnTo>
                    <a:pt x="2365" y="2930"/>
                  </a:lnTo>
                  <a:lnTo>
                    <a:pt x="2302" y="2992"/>
                  </a:lnTo>
                  <a:lnTo>
                    <a:pt x="2239" y="2930"/>
                  </a:lnTo>
                  <a:lnTo>
                    <a:pt x="2260" y="2804"/>
                  </a:lnTo>
                  <a:lnTo>
                    <a:pt x="2197" y="2679"/>
                  </a:lnTo>
                  <a:lnTo>
                    <a:pt x="2009" y="2574"/>
                  </a:lnTo>
                  <a:lnTo>
                    <a:pt x="1904" y="2574"/>
                  </a:lnTo>
                  <a:lnTo>
                    <a:pt x="1737" y="2699"/>
                  </a:lnTo>
                  <a:lnTo>
                    <a:pt x="1716" y="2783"/>
                  </a:lnTo>
                  <a:lnTo>
                    <a:pt x="1632" y="2804"/>
                  </a:lnTo>
                  <a:lnTo>
                    <a:pt x="1507" y="2762"/>
                  </a:lnTo>
                  <a:lnTo>
                    <a:pt x="1465" y="2658"/>
                  </a:lnTo>
                  <a:lnTo>
                    <a:pt x="1381" y="2574"/>
                  </a:lnTo>
                  <a:lnTo>
                    <a:pt x="1381" y="2448"/>
                  </a:lnTo>
                  <a:lnTo>
                    <a:pt x="1423" y="2365"/>
                  </a:lnTo>
                  <a:lnTo>
                    <a:pt x="1360" y="2281"/>
                  </a:lnTo>
                  <a:lnTo>
                    <a:pt x="1088" y="2239"/>
                  </a:lnTo>
                  <a:lnTo>
                    <a:pt x="1026" y="2176"/>
                  </a:lnTo>
                  <a:lnTo>
                    <a:pt x="1067" y="2051"/>
                  </a:lnTo>
                  <a:lnTo>
                    <a:pt x="1109" y="1967"/>
                  </a:lnTo>
                  <a:lnTo>
                    <a:pt x="1109" y="1842"/>
                  </a:lnTo>
                  <a:lnTo>
                    <a:pt x="1172" y="1737"/>
                  </a:lnTo>
                  <a:lnTo>
                    <a:pt x="1360" y="1549"/>
                  </a:lnTo>
                  <a:lnTo>
                    <a:pt x="1423" y="1507"/>
                  </a:lnTo>
                  <a:lnTo>
                    <a:pt x="1402" y="1570"/>
                  </a:lnTo>
                  <a:lnTo>
                    <a:pt x="1402" y="1632"/>
                  </a:lnTo>
                  <a:lnTo>
                    <a:pt x="1507" y="1465"/>
                  </a:lnTo>
                  <a:lnTo>
                    <a:pt x="1486" y="1339"/>
                  </a:lnTo>
                  <a:lnTo>
                    <a:pt x="1549" y="1193"/>
                  </a:lnTo>
                  <a:lnTo>
                    <a:pt x="1611" y="921"/>
                  </a:lnTo>
                  <a:lnTo>
                    <a:pt x="1549" y="837"/>
                  </a:lnTo>
                  <a:lnTo>
                    <a:pt x="1528" y="691"/>
                  </a:lnTo>
                  <a:lnTo>
                    <a:pt x="1465" y="649"/>
                  </a:lnTo>
                  <a:lnTo>
                    <a:pt x="1360" y="482"/>
                  </a:lnTo>
                  <a:lnTo>
                    <a:pt x="1381" y="251"/>
                  </a:lnTo>
                  <a:lnTo>
                    <a:pt x="1381" y="189"/>
                  </a:lnTo>
                  <a:lnTo>
                    <a:pt x="1381" y="105"/>
                  </a:lnTo>
                  <a:lnTo>
                    <a:pt x="1298" y="0"/>
                  </a:lnTo>
                  <a:lnTo>
                    <a:pt x="1256" y="42"/>
                  </a:lnTo>
                  <a:lnTo>
                    <a:pt x="1256" y="84"/>
                  </a:lnTo>
                  <a:lnTo>
                    <a:pt x="1172" y="168"/>
                  </a:lnTo>
                  <a:lnTo>
                    <a:pt x="1005" y="168"/>
                  </a:lnTo>
                  <a:lnTo>
                    <a:pt x="984" y="210"/>
                  </a:lnTo>
                  <a:lnTo>
                    <a:pt x="900" y="168"/>
                  </a:lnTo>
                  <a:lnTo>
                    <a:pt x="795" y="63"/>
                  </a:lnTo>
                  <a:lnTo>
                    <a:pt x="586" y="0"/>
                  </a:lnTo>
                  <a:close/>
                  <a:moveTo>
                    <a:pt x="1842" y="4060"/>
                  </a:moveTo>
                  <a:lnTo>
                    <a:pt x="1716" y="4080"/>
                  </a:lnTo>
                  <a:lnTo>
                    <a:pt x="1695" y="4164"/>
                  </a:lnTo>
                  <a:lnTo>
                    <a:pt x="1821" y="4227"/>
                  </a:lnTo>
                  <a:lnTo>
                    <a:pt x="1883" y="4248"/>
                  </a:lnTo>
                  <a:lnTo>
                    <a:pt x="1883" y="4352"/>
                  </a:lnTo>
                  <a:lnTo>
                    <a:pt x="1842" y="4457"/>
                  </a:lnTo>
                  <a:lnTo>
                    <a:pt x="1842" y="4666"/>
                  </a:lnTo>
                  <a:lnTo>
                    <a:pt x="1800" y="4792"/>
                  </a:lnTo>
                  <a:lnTo>
                    <a:pt x="1842" y="4980"/>
                  </a:lnTo>
                  <a:lnTo>
                    <a:pt x="1904" y="4959"/>
                  </a:lnTo>
                  <a:lnTo>
                    <a:pt x="1925" y="4896"/>
                  </a:lnTo>
                  <a:lnTo>
                    <a:pt x="2051" y="4813"/>
                  </a:lnTo>
                  <a:cubicBezTo>
                    <a:pt x="2093" y="4813"/>
                    <a:pt x="2114" y="4855"/>
                    <a:pt x="2135" y="4855"/>
                  </a:cubicBezTo>
                  <a:lnTo>
                    <a:pt x="2114" y="4959"/>
                  </a:lnTo>
                  <a:lnTo>
                    <a:pt x="2197" y="5001"/>
                  </a:lnTo>
                  <a:lnTo>
                    <a:pt x="2260" y="4917"/>
                  </a:lnTo>
                  <a:cubicBezTo>
                    <a:pt x="2323" y="4959"/>
                    <a:pt x="2344" y="5001"/>
                    <a:pt x="2407" y="5022"/>
                  </a:cubicBezTo>
                  <a:lnTo>
                    <a:pt x="2407" y="5106"/>
                  </a:lnTo>
                  <a:lnTo>
                    <a:pt x="2344" y="5231"/>
                  </a:lnTo>
                  <a:lnTo>
                    <a:pt x="2155" y="5294"/>
                  </a:lnTo>
                  <a:lnTo>
                    <a:pt x="2114" y="5378"/>
                  </a:lnTo>
                  <a:lnTo>
                    <a:pt x="2135" y="5545"/>
                  </a:lnTo>
                  <a:lnTo>
                    <a:pt x="2218" y="5545"/>
                  </a:lnTo>
                  <a:lnTo>
                    <a:pt x="2344" y="5629"/>
                  </a:lnTo>
                  <a:lnTo>
                    <a:pt x="2448" y="5629"/>
                  </a:lnTo>
                  <a:lnTo>
                    <a:pt x="2448" y="5754"/>
                  </a:lnTo>
                  <a:lnTo>
                    <a:pt x="2532" y="5817"/>
                  </a:lnTo>
                  <a:lnTo>
                    <a:pt x="2637" y="5754"/>
                  </a:lnTo>
                  <a:lnTo>
                    <a:pt x="2637" y="5650"/>
                  </a:lnTo>
                  <a:lnTo>
                    <a:pt x="2574" y="5587"/>
                  </a:lnTo>
                  <a:cubicBezTo>
                    <a:pt x="2616" y="5545"/>
                    <a:pt x="2637" y="5545"/>
                    <a:pt x="2658" y="5524"/>
                  </a:cubicBezTo>
                  <a:lnTo>
                    <a:pt x="2658" y="5503"/>
                  </a:lnTo>
                  <a:lnTo>
                    <a:pt x="2679" y="5587"/>
                  </a:lnTo>
                  <a:lnTo>
                    <a:pt x="2762" y="5482"/>
                  </a:lnTo>
                  <a:lnTo>
                    <a:pt x="2804" y="5231"/>
                  </a:lnTo>
                  <a:lnTo>
                    <a:pt x="2972" y="5064"/>
                  </a:lnTo>
                  <a:lnTo>
                    <a:pt x="2992" y="4959"/>
                  </a:lnTo>
                  <a:lnTo>
                    <a:pt x="2972" y="4855"/>
                  </a:lnTo>
                  <a:lnTo>
                    <a:pt x="3034" y="4771"/>
                  </a:lnTo>
                  <a:lnTo>
                    <a:pt x="3034" y="4750"/>
                  </a:lnTo>
                  <a:cubicBezTo>
                    <a:pt x="3087" y="4760"/>
                    <a:pt x="3128" y="4766"/>
                    <a:pt x="3170" y="4766"/>
                  </a:cubicBezTo>
                  <a:cubicBezTo>
                    <a:pt x="3212" y="4766"/>
                    <a:pt x="3254" y="4760"/>
                    <a:pt x="3306" y="4750"/>
                  </a:cubicBezTo>
                  <a:cubicBezTo>
                    <a:pt x="3348" y="4750"/>
                    <a:pt x="3369" y="4708"/>
                    <a:pt x="3369" y="4687"/>
                  </a:cubicBezTo>
                  <a:lnTo>
                    <a:pt x="3411" y="4750"/>
                  </a:lnTo>
                  <a:lnTo>
                    <a:pt x="3411" y="4896"/>
                  </a:lnTo>
                  <a:lnTo>
                    <a:pt x="3411" y="4917"/>
                  </a:lnTo>
                  <a:cubicBezTo>
                    <a:pt x="3390" y="4959"/>
                    <a:pt x="3390" y="4980"/>
                    <a:pt x="3411" y="4980"/>
                  </a:cubicBezTo>
                  <a:cubicBezTo>
                    <a:pt x="3453" y="5001"/>
                    <a:pt x="3453" y="5022"/>
                    <a:pt x="3474" y="5085"/>
                  </a:cubicBezTo>
                  <a:lnTo>
                    <a:pt x="3474" y="5189"/>
                  </a:lnTo>
                  <a:lnTo>
                    <a:pt x="3557" y="5231"/>
                  </a:lnTo>
                  <a:cubicBezTo>
                    <a:pt x="3599" y="5336"/>
                    <a:pt x="3683" y="5482"/>
                    <a:pt x="3704" y="5608"/>
                  </a:cubicBezTo>
                  <a:cubicBezTo>
                    <a:pt x="3716" y="5632"/>
                    <a:pt x="3750" y="5643"/>
                    <a:pt x="3780" y="5643"/>
                  </a:cubicBezTo>
                  <a:cubicBezTo>
                    <a:pt x="3801" y="5643"/>
                    <a:pt x="3821" y="5637"/>
                    <a:pt x="3829" y="5629"/>
                  </a:cubicBezTo>
                  <a:lnTo>
                    <a:pt x="3871" y="5754"/>
                  </a:lnTo>
                  <a:lnTo>
                    <a:pt x="3871" y="5838"/>
                  </a:lnTo>
                  <a:lnTo>
                    <a:pt x="3788" y="5733"/>
                  </a:lnTo>
                  <a:lnTo>
                    <a:pt x="3725" y="5733"/>
                  </a:lnTo>
                  <a:lnTo>
                    <a:pt x="3725" y="5901"/>
                  </a:lnTo>
                  <a:lnTo>
                    <a:pt x="3704" y="5943"/>
                  </a:lnTo>
                  <a:lnTo>
                    <a:pt x="3620" y="5901"/>
                  </a:lnTo>
                  <a:lnTo>
                    <a:pt x="3495" y="5838"/>
                  </a:lnTo>
                  <a:lnTo>
                    <a:pt x="3453" y="6068"/>
                  </a:lnTo>
                  <a:lnTo>
                    <a:pt x="3495" y="6110"/>
                  </a:lnTo>
                  <a:lnTo>
                    <a:pt x="3495" y="6173"/>
                  </a:lnTo>
                  <a:lnTo>
                    <a:pt x="3411" y="6215"/>
                  </a:lnTo>
                  <a:lnTo>
                    <a:pt x="3369" y="6068"/>
                  </a:lnTo>
                  <a:lnTo>
                    <a:pt x="3244" y="6131"/>
                  </a:lnTo>
                  <a:lnTo>
                    <a:pt x="3181" y="6340"/>
                  </a:lnTo>
                  <a:lnTo>
                    <a:pt x="3055" y="6424"/>
                  </a:lnTo>
                  <a:lnTo>
                    <a:pt x="2951" y="6445"/>
                  </a:lnTo>
                  <a:lnTo>
                    <a:pt x="2846" y="6549"/>
                  </a:lnTo>
                  <a:lnTo>
                    <a:pt x="2972" y="6361"/>
                  </a:lnTo>
                  <a:lnTo>
                    <a:pt x="2972" y="6173"/>
                  </a:lnTo>
                  <a:lnTo>
                    <a:pt x="2825" y="6047"/>
                  </a:lnTo>
                  <a:lnTo>
                    <a:pt x="2741" y="6047"/>
                  </a:lnTo>
                  <a:lnTo>
                    <a:pt x="2658" y="6152"/>
                  </a:lnTo>
                  <a:lnTo>
                    <a:pt x="2532" y="6215"/>
                  </a:lnTo>
                  <a:lnTo>
                    <a:pt x="2469" y="6319"/>
                  </a:lnTo>
                  <a:lnTo>
                    <a:pt x="2532" y="6424"/>
                  </a:lnTo>
                  <a:lnTo>
                    <a:pt x="2365" y="6445"/>
                  </a:lnTo>
                  <a:lnTo>
                    <a:pt x="2260" y="6424"/>
                  </a:lnTo>
                  <a:lnTo>
                    <a:pt x="2197" y="6487"/>
                  </a:lnTo>
                  <a:lnTo>
                    <a:pt x="2093" y="6529"/>
                  </a:lnTo>
                  <a:lnTo>
                    <a:pt x="1988" y="6654"/>
                  </a:lnTo>
                  <a:lnTo>
                    <a:pt x="2009" y="6738"/>
                  </a:lnTo>
                  <a:lnTo>
                    <a:pt x="1988" y="6884"/>
                  </a:lnTo>
                  <a:lnTo>
                    <a:pt x="1904" y="7052"/>
                  </a:lnTo>
                  <a:lnTo>
                    <a:pt x="2030" y="7177"/>
                  </a:lnTo>
                  <a:lnTo>
                    <a:pt x="2093" y="7093"/>
                  </a:lnTo>
                  <a:lnTo>
                    <a:pt x="2155" y="6863"/>
                  </a:lnTo>
                  <a:lnTo>
                    <a:pt x="2239" y="6801"/>
                  </a:lnTo>
                  <a:lnTo>
                    <a:pt x="2302" y="6675"/>
                  </a:lnTo>
                  <a:lnTo>
                    <a:pt x="2344" y="6654"/>
                  </a:lnTo>
                  <a:lnTo>
                    <a:pt x="2427" y="6738"/>
                  </a:lnTo>
                  <a:lnTo>
                    <a:pt x="2407" y="6863"/>
                  </a:lnTo>
                  <a:lnTo>
                    <a:pt x="2427" y="6884"/>
                  </a:lnTo>
                  <a:lnTo>
                    <a:pt x="2469" y="6863"/>
                  </a:lnTo>
                  <a:lnTo>
                    <a:pt x="2532" y="6884"/>
                  </a:lnTo>
                  <a:lnTo>
                    <a:pt x="2532" y="6780"/>
                  </a:lnTo>
                  <a:lnTo>
                    <a:pt x="2574" y="6759"/>
                  </a:lnTo>
                  <a:lnTo>
                    <a:pt x="2637" y="6780"/>
                  </a:lnTo>
                  <a:lnTo>
                    <a:pt x="2616" y="6863"/>
                  </a:lnTo>
                  <a:lnTo>
                    <a:pt x="2658" y="6863"/>
                  </a:lnTo>
                  <a:lnTo>
                    <a:pt x="2762" y="6947"/>
                  </a:lnTo>
                  <a:lnTo>
                    <a:pt x="2825" y="6947"/>
                  </a:lnTo>
                  <a:lnTo>
                    <a:pt x="2762" y="6863"/>
                  </a:lnTo>
                  <a:lnTo>
                    <a:pt x="2783" y="6801"/>
                  </a:lnTo>
                  <a:lnTo>
                    <a:pt x="2762" y="6759"/>
                  </a:lnTo>
                  <a:lnTo>
                    <a:pt x="2825" y="6696"/>
                  </a:lnTo>
                  <a:lnTo>
                    <a:pt x="2867" y="6696"/>
                  </a:lnTo>
                  <a:lnTo>
                    <a:pt x="2972" y="6801"/>
                  </a:lnTo>
                  <a:lnTo>
                    <a:pt x="3076" y="6842"/>
                  </a:lnTo>
                  <a:lnTo>
                    <a:pt x="3181" y="6905"/>
                  </a:lnTo>
                  <a:lnTo>
                    <a:pt x="3202" y="7010"/>
                  </a:lnTo>
                  <a:lnTo>
                    <a:pt x="3306" y="7093"/>
                  </a:lnTo>
                  <a:lnTo>
                    <a:pt x="3202" y="7073"/>
                  </a:lnTo>
                  <a:lnTo>
                    <a:pt x="3160" y="7093"/>
                  </a:lnTo>
                  <a:lnTo>
                    <a:pt x="3160" y="7156"/>
                  </a:lnTo>
                  <a:lnTo>
                    <a:pt x="3097" y="7219"/>
                  </a:lnTo>
                  <a:lnTo>
                    <a:pt x="3160" y="7282"/>
                  </a:lnTo>
                  <a:lnTo>
                    <a:pt x="3160" y="7365"/>
                  </a:lnTo>
                  <a:lnTo>
                    <a:pt x="3139" y="7428"/>
                  </a:lnTo>
                  <a:lnTo>
                    <a:pt x="3202" y="7533"/>
                  </a:lnTo>
                  <a:lnTo>
                    <a:pt x="3244" y="7637"/>
                  </a:lnTo>
                  <a:lnTo>
                    <a:pt x="3348" y="7784"/>
                  </a:lnTo>
                  <a:lnTo>
                    <a:pt x="3474" y="7784"/>
                  </a:lnTo>
                  <a:lnTo>
                    <a:pt x="3578" y="7847"/>
                  </a:lnTo>
                  <a:lnTo>
                    <a:pt x="3704" y="7909"/>
                  </a:lnTo>
                  <a:lnTo>
                    <a:pt x="3808" y="7847"/>
                  </a:lnTo>
                  <a:lnTo>
                    <a:pt x="3829" y="7805"/>
                  </a:lnTo>
                  <a:lnTo>
                    <a:pt x="3892" y="7742"/>
                  </a:lnTo>
                  <a:lnTo>
                    <a:pt x="3913" y="7805"/>
                  </a:lnTo>
                  <a:lnTo>
                    <a:pt x="3871" y="7889"/>
                  </a:lnTo>
                  <a:lnTo>
                    <a:pt x="3892" y="7993"/>
                  </a:lnTo>
                  <a:lnTo>
                    <a:pt x="3913" y="8035"/>
                  </a:lnTo>
                  <a:lnTo>
                    <a:pt x="3997" y="7993"/>
                  </a:lnTo>
                  <a:lnTo>
                    <a:pt x="4143" y="7784"/>
                  </a:lnTo>
                  <a:lnTo>
                    <a:pt x="4143" y="7637"/>
                  </a:lnTo>
                  <a:lnTo>
                    <a:pt x="4101" y="7575"/>
                  </a:lnTo>
                  <a:lnTo>
                    <a:pt x="4039" y="7407"/>
                  </a:lnTo>
                  <a:lnTo>
                    <a:pt x="3934" y="7324"/>
                  </a:lnTo>
                  <a:lnTo>
                    <a:pt x="3976" y="7219"/>
                  </a:lnTo>
                  <a:lnTo>
                    <a:pt x="4101" y="6989"/>
                  </a:lnTo>
                  <a:lnTo>
                    <a:pt x="4185" y="6947"/>
                  </a:lnTo>
                  <a:lnTo>
                    <a:pt x="4248" y="7052"/>
                  </a:lnTo>
                  <a:lnTo>
                    <a:pt x="4290" y="7156"/>
                  </a:lnTo>
                  <a:lnTo>
                    <a:pt x="4332" y="7219"/>
                  </a:lnTo>
                  <a:lnTo>
                    <a:pt x="4332" y="7324"/>
                  </a:lnTo>
                  <a:lnTo>
                    <a:pt x="4394" y="7512"/>
                  </a:lnTo>
                  <a:lnTo>
                    <a:pt x="4415" y="7596"/>
                  </a:lnTo>
                  <a:lnTo>
                    <a:pt x="4415" y="7512"/>
                  </a:lnTo>
                  <a:lnTo>
                    <a:pt x="4415" y="7386"/>
                  </a:lnTo>
                  <a:lnTo>
                    <a:pt x="4352" y="7219"/>
                  </a:lnTo>
                  <a:lnTo>
                    <a:pt x="4394" y="7156"/>
                  </a:lnTo>
                  <a:lnTo>
                    <a:pt x="4436" y="7156"/>
                  </a:lnTo>
                  <a:lnTo>
                    <a:pt x="4499" y="7219"/>
                  </a:lnTo>
                  <a:lnTo>
                    <a:pt x="4499" y="7156"/>
                  </a:lnTo>
                  <a:lnTo>
                    <a:pt x="4541" y="7156"/>
                  </a:lnTo>
                  <a:lnTo>
                    <a:pt x="4604" y="6989"/>
                  </a:lnTo>
                  <a:lnTo>
                    <a:pt x="4562" y="6801"/>
                  </a:lnTo>
                  <a:lnTo>
                    <a:pt x="4499" y="6696"/>
                  </a:lnTo>
                  <a:lnTo>
                    <a:pt x="4436" y="6591"/>
                  </a:lnTo>
                  <a:lnTo>
                    <a:pt x="4436" y="6466"/>
                  </a:lnTo>
                  <a:lnTo>
                    <a:pt x="4415" y="6340"/>
                  </a:lnTo>
                  <a:lnTo>
                    <a:pt x="4352" y="6424"/>
                  </a:lnTo>
                  <a:lnTo>
                    <a:pt x="4352" y="6277"/>
                  </a:lnTo>
                  <a:lnTo>
                    <a:pt x="4352" y="6215"/>
                  </a:lnTo>
                  <a:lnTo>
                    <a:pt x="4311" y="6215"/>
                  </a:lnTo>
                  <a:lnTo>
                    <a:pt x="4227" y="6131"/>
                  </a:lnTo>
                  <a:lnTo>
                    <a:pt x="4248" y="6068"/>
                  </a:lnTo>
                  <a:lnTo>
                    <a:pt x="4332" y="6068"/>
                  </a:lnTo>
                  <a:lnTo>
                    <a:pt x="4332" y="5922"/>
                  </a:lnTo>
                  <a:lnTo>
                    <a:pt x="4248" y="5796"/>
                  </a:lnTo>
                  <a:lnTo>
                    <a:pt x="4248" y="5712"/>
                  </a:lnTo>
                  <a:lnTo>
                    <a:pt x="4185" y="5796"/>
                  </a:lnTo>
                  <a:lnTo>
                    <a:pt x="4080" y="5692"/>
                  </a:lnTo>
                  <a:lnTo>
                    <a:pt x="3913" y="5545"/>
                  </a:lnTo>
                  <a:lnTo>
                    <a:pt x="3892" y="5440"/>
                  </a:lnTo>
                  <a:lnTo>
                    <a:pt x="3871" y="5440"/>
                  </a:lnTo>
                  <a:lnTo>
                    <a:pt x="3767" y="5420"/>
                  </a:lnTo>
                  <a:lnTo>
                    <a:pt x="3767" y="5503"/>
                  </a:lnTo>
                  <a:cubicBezTo>
                    <a:pt x="3725" y="5482"/>
                    <a:pt x="3725" y="5420"/>
                    <a:pt x="3704" y="5399"/>
                  </a:cubicBezTo>
                  <a:lnTo>
                    <a:pt x="3704" y="5315"/>
                  </a:lnTo>
                  <a:lnTo>
                    <a:pt x="3662" y="5210"/>
                  </a:lnTo>
                  <a:lnTo>
                    <a:pt x="3662" y="5273"/>
                  </a:lnTo>
                  <a:cubicBezTo>
                    <a:pt x="3620" y="5231"/>
                    <a:pt x="3620" y="5210"/>
                    <a:pt x="3599" y="5189"/>
                  </a:cubicBezTo>
                  <a:lnTo>
                    <a:pt x="3683" y="5168"/>
                  </a:lnTo>
                  <a:lnTo>
                    <a:pt x="3683" y="5085"/>
                  </a:lnTo>
                  <a:lnTo>
                    <a:pt x="3578" y="4896"/>
                  </a:lnTo>
                  <a:lnTo>
                    <a:pt x="3495" y="4855"/>
                  </a:lnTo>
                  <a:lnTo>
                    <a:pt x="3474" y="4666"/>
                  </a:lnTo>
                  <a:lnTo>
                    <a:pt x="3411" y="4562"/>
                  </a:lnTo>
                  <a:cubicBezTo>
                    <a:pt x="3411" y="4541"/>
                    <a:pt x="3411" y="4541"/>
                    <a:pt x="3453" y="4499"/>
                  </a:cubicBezTo>
                  <a:cubicBezTo>
                    <a:pt x="3474" y="4478"/>
                    <a:pt x="3453" y="4457"/>
                    <a:pt x="3411" y="4436"/>
                  </a:cubicBezTo>
                  <a:lnTo>
                    <a:pt x="3390" y="4457"/>
                  </a:lnTo>
                  <a:lnTo>
                    <a:pt x="3411" y="4457"/>
                  </a:lnTo>
                  <a:lnTo>
                    <a:pt x="3411" y="4478"/>
                  </a:lnTo>
                  <a:cubicBezTo>
                    <a:pt x="3411" y="4478"/>
                    <a:pt x="3390" y="4478"/>
                    <a:pt x="3390" y="4499"/>
                  </a:cubicBezTo>
                  <a:lnTo>
                    <a:pt x="3390" y="4541"/>
                  </a:lnTo>
                  <a:lnTo>
                    <a:pt x="3306" y="4562"/>
                  </a:lnTo>
                  <a:lnTo>
                    <a:pt x="3202" y="4499"/>
                  </a:lnTo>
                  <a:lnTo>
                    <a:pt x="3139" y="4499"/>
                  </a:lnTo>
                  <a:lnTo>
                    <a:pt x="3181" y="4604"/>
                  </a:lnTo>
                  <a:lnTo>
                    <a:pt x="3181" y="4666"/>
                  </a:lnTo>
                  <a:cubicBezTo>
                    <a:pt x="3097" y="4687"/>
                    <a:pt x="3055" y="4708"/>
                    <a:pt x="2972" y="4750"/>
                  </a:cubicBezTo>
                  <a:lnTo>
                    <a:pt x="2972" y="4583"/>
                  </a:lnTo>
                  <a:lnTo>
                    <a:pt x="2930" y="4604"/>
                  </a:lnTo>
                  <a:lnTo>
                    <a:pt x="2888" y="4750"/>
                  </a:lnTo>
                  <a:lnTo>
                    <a:pt x="2888" y="4792"/>
                  </a:lnTo>
                  <a:lnTo>
                    <a:pt x="2783" y="4980"/>
                  </a:lnTo>
                  <a:lnTo>
                    <a:pt x="2783" y="5106"/>
                  </a:lnTo>
                  <a:lnTo>
                    <a:pt x="2741" y="5273"/>
                  </a:lnTo>
                  <a:lnTo>
                    <a:pt x="2658" y="5378"/>
                  </a:lnTo>
                  <a:lnTo>
                    <a:pt x="2658" y="5482"/>
                  </a:lnTo>
                  <a:cubicBezTo>
                    <a:pt x="2646" y="5459"/>
                    <a:pt x="2622" y="5443"/>
                    <a:pt x="2599" y="5443"/>
                  </a:cubicBezTo>
                  <a:cubicBezTo>
                    <a:pt x="2580" y="5443"/>
                    <a:pt x="2562" y="5454"/>
                    <a:pt x="2553" y="5482"/>
                  </a:cubicBezTo>
                  <a:lnTo>
                    <a:pt x="2553" y="5315"/>
                  </a:lnTo>
                  <a:lnTo>
                    <a:pt x="2637" y="4980"/>
                  </a:lnTo>
                  <a:lnTo>
                    <a:pt x="2741" y="4876"/>
                  </a:lnTo>
                  <a:lnTo>
                    <a:pt x="2741" y="4771"/>
                  </a:lnTo>
                  <a:lnTo>
                    <a:pt x="2658" y="4687"/>
                  </a:lnTo>
                  <a:lnTo>
                    <a:pt x="2616" y="4708"/>
                  </a:lnTo>
                  <a:lnTo>
                    <a:pt x="2532" y="4687"/>
                  </a:lnTo>
                  <a:lnTo>
                    <a:pt x="2448" y="4750"/>
                  </a:lnTo>
                  <a:lnTo>
                    <a:pt x="2448" y="4855"/>
                  </a:lnTo>
                  <a:cubicBezTo>
                    <a:pt x="2427" y="4792"/>
                    <a:pt x="2365" y="4708"/>
                    <a:pt x="2323" y="4666"/>
                  </a:cubicBezTo>
                  <a:lnTo>
                    <a:pt x="2427" y="4583"/>
                  </a:lnTo>
                  <a:lnTo>
                    <a:pt x="2469" y="4457"/>
                  </a:lnTo>
                  <a:lnTo>
                    <a:pt x="2532" y="4394"/>
                  </a:lnTo>
                  <a:lnTo>
                    <a:pt x="2553" y="4290"/>
                  </a:lnTo>
                  <a:lnTo>
                    <a:pt x="2511" y="4227"/>
                  </a:lnTo>
                  <a:lnTo>
                    <a:pt x="2427" y="4269"/>
                  </a:lnTo>
                  <a:lnTo>
                    <a:pt x="2344" y="4373"/>
                  </a:lnTo>
                  <a:lnTo>
                    <a:pt x="2260" y="4269"/>
                  </a:lnTo>
                  <a:lnTo>
                    <a:pt x="2197" y="4248"/>
                  </a:lnTo>
                  <a:lnTo>
                    <a:pt x="2009" y="4248"/>
                  </a:lnTo>
                  <a:lnTo>
                    <a:pt x="2030" y="4185"/>
                  </a:lnTo>
                  <a:lnTo>
                    <a:pt x="1946" y="4164"/>
                  </a:lnTo>
                  <a:lnTo>
                    <a:pt x="1842" y="406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55" name="Google Shape;1555;p60"/>
            <p:cNvSpPr/>
            <p:nvPr/>
          </p:nvSpPr>
          <p:spPr>
            <a:xfrm>
              <a:off x="4595934" y="3205063"/>
              <a:ext cx="26673" cy="13340"/>
            </a:xfrm>
            <a:custGeom>
              <a:avLst/>
              <a:gdLst/>
              <a:ahLst/>
              <a:cxnLst/>
              <a:rect l="l" t="t" r="r" b="b"/>
              <a:pathLst>
                <a:path w="2240" h="1173" extrusionOk="0">
                  <a:moveTo>
                    <a:pt x="2177" y="1"/>
                  </a:moveTo>
                  <a:lnTo>
                    <a:pt x="1968" y="43"/>
                  </a:lnTo>
                  <a:lnTo>
                    <a:pt x="1821" y="43"/>
                  </a:lnTo>
                  <a:lnTo>
                    <a:pt x="1675" y="64"/>
                  </a:lnTo>
                  <a:lnTo>
                    <a:pt x="1570" y="64"/>
                  </a:lnTo>
                  <a:lnTo>
                    <a:pt x="1424" y="105"/>
                  </a:lnTo>
                  <a:lnTo>
                    <a:pt x="1193" y="105"/>
                  </a:lnTo>
                  <a:lnTo>
                    <a:pt x="1005" y="252"/>
                  </a:lnTo>
                  <a:lnTo>
                    <a:pt x="880" y="315"/>
                  </a:lnTo>
                  <a:lnTo>
                    <a:pt x="817" y="336"/>
                  </a:lnTo>
                  <a:lnTo>
                    <a:pt x="712" y="357"/>
                  </a:lnTo>
                  <a:lnTo>
                    <a:pt x="628" y="377"/>
                  </a:lnTo>
                  <a:lnTo>
                    <a:pt x="482" y="419"/>
                  </a:lnTo>
                  <a:lnTo>
                    <a:pt x="398" y="482"/>
                  </a:lnTo>
                  <a:lnTo>
                    <a:pt x="377" y="524"/>
                  </a:lnTo>
                  <a:lnTo>
                    <a:pt x="252" y="587"/>
                  </a:lnTo>
                  <a:lnTo>
                    <a:pt x="210" y="733"/>
                  </a:lnTo>
                  <a:lnTo>
                    <a:pt x="105" y="880"/>
                  </a:lnTo>
                  <a:lnTo>
                    <a:pt x="84" y="942"/>
                  </a:lnTo>
                  <a:lnTo>
                    <a:pt x="147" y="984"/>
                  </a:lnTo>
                  <a:lnTo>
                    <a:pt x="147" y="1047"/>
                  </a:lnTo>
                  <a:lnTo>
                    <a:pt x="84" y="1047"/>
                  </a:lnTo>
                  <a:lnTo>
                    <a:pt x="43" y="1005"/>
                  </a:lnTo>
                  <a:lnTo>
                    <a:pt x="1" y="1110"/>
                  </a:lnTo>
                  <a:lnTo>
                    <a:pt x="63" y="1173"/>
                  </a:lnTo>
                  <a:lnTo>
                    <a:pt x="252" y="1152"/>
                  </a:lnTo>
                  <a:lnTo>
                    <a:pt x="419" y="1047"/>
                  </a:lnTo>
                  <a:lnTo>
                    <a:pt x="503" y="1005"/>
                  </a:lnTo>
                  <a:lnTo>
                    <a:pt x="608" y="1005"/>
                  </a:lnTo>
                  <a:lnTo>
                    <a:pt x="712" y="942"/>
                  </a:lnTo>
                  <a:lnTo>
                    <a:pt x="796" y="838"/>
                  </a:lnTo>
                  <a:lnTo>
                    <a:pt x="1005" y="670"/>
                  </a:lnTo>
                  <a:lnTo>
                    <a:pt x="1047" y="587"/>
                  </a:lnTo>
                  <a:lnTo>
                    <a:pt x="1110" y="566"/>
                  </a:lnTo>
                  <a:lnTo>
                    <a:pt x="1131" y="566"/>
                  </a:lnTo>
                  <a:lnTo>
                    <a:pt x="1235" y="461"/>
                  </a:lnTo>
                  <a:lnTo>
                    <a:pt x="1340" y="440"/>
                  </a:lnTo>
                  <a:lnTo>
                    <a:pt x="1444" y="440"/>
                  </a:lnTo>
                  <a:lnTo>
                    <a:pt x="1675" y="419"/>
                  </a:lnTo>
                  <a:lnTo>
                    <a:pt x="1842" y="315"/>
                  </a:lnTo>
                  <a:lnTo>
                    <a:pt x="2030" y="252"/>
                  </a:lnTo>
                  <a:lnTo>
                    <a:pt x="2051" y="168"/>
                  </a:lnTo>
                  <a:lnTo>
                    <a:pt x="2135" y="168"/>
                  </a:lnTo>
                  <a:lnTo>
                    <a:pt x="2240" y="105"/>
                  </a:lnTo>
                  <a:lnTo>
                    <a:pt x="2240" y="43"/>
                  </a:lnTo>
                  <a:lnTo>
                    <a:pt x="217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1556" name="Google Shape;1556;p60"/>
            <p:cNvGrpSpPr/>
            <p:nvPr/>
          </p:nvGrpSpPr>
          <p:grpSpPr>
            <a:xfrm>
              <a:off x="4403342" y="3107749"/>
              <a:ext cx="316680" cy="101374"/>
              <a:chOff x="5068275" y="3161675"/>
              <a:chExt cx="664875" cy="222850"/>
            </a:xfrm>
          </p:grpSpPr>
          <p:sp>
            <p:nvSpPr>
              <p:cNvPr id="1557" name="Google Shape;1557;p60"/>
              <p:cNvSpPr/>
              <p:nvPr/>
            </p:nvSpPr>
            <p:spPr>
              <a:xfrm>
                <a:off x="5408300" y="3224425"/>
                <a:ext cx="96775" cy="107800"/>
              </a:xfrm>
              <a:custGeom>
                <a:avLst/>
                <a:gdLst/>
                <a:ahLst/>
                <a:cxnLst/>
                <a:rect l="l" t="t" r="r" b="b"/>
                <a:pathLst>
                  <a:path w="3871" h="4312" extrusionOk="0">
                    <a:moveTo>
                      <a:pt x="3620" y="1"/>
                    </a:moveTo>
                    <a:lnTo>
                      <a:pt x="3515" y="43"/>
                    </a:lnTo>
                    <a:lnTo>
                      <a:pt x="3494" y="147"/>
                    </a:lnTo>
                    <a:lnTo>
                      <a:pt x="3390" y="231"/>
                    </a:lnTo>
                    <a:lnTo>
                      <a:pt x="3390" y="294"/>
                    </a:lnTo>
                    <a:lnTo>
                      <a:pt x="3285" y="357"/>
                    </a:lnTo>
                    <a:lnTo>
                      <a:pt x="3181" y="398"/>
                    </a:lnTo>
                    <a:lnTo>
                      <a:pt x="3139" y="461"/>
                    </a:lnTo>
                    <a:lnTo>
                      <a:pt x="2992" y="503"/>
                    </a:lnTo>
                    <a:lnTo>
                      <a:pt x="2720" y="440"/>
                    </a:lnTo>
                    <a:lnTo>
                      <a:pt x="2469" y="419"/>
                    </a:lnTo>
                    <a:lnTo>
                      <a:pt x="2448" y="503"/>
                    </a:lnTo>
                    <a:lnTo>
                      <a:pt x="2406" y="503"/>
                    </a:lnTo>
                    <a:lnTo>
                      <a:pt x="2260" y="398"/>
                    </a:lnTo>
                    <a:lnTo>
                      <a:pt x="2092" y="398"/>
                    </a:lnTo>
                    <a:lnTo>
                      <a:pt x="1988" y="357"/>
                    </a:lnTo>
                    <a:lnTo>
                      <a:pt x="1820" y="336"/>
                    </a:lnTo>
                    <a:lnTo>
                      <a:pt x="1737" y="398"/>
                    </a:lnTo>
                    <a:lnTo>
                      <a:pt x="1674" y="336"/>
                    </a:lnTo>
                    <a:lnTo>
                      <a:pt x="1569" y="231"/>
                    </a:lnTo>
                    <a:lnTo>
                      <a:pt x="1381" y="210"/>
                    </a:lnTo>
                    <a:lnTo>
                      <a:pt x="1276" y="210"/>
                    </a:lnTo>
                    <a:lnTo>
                      <a:pt x="1276" y="336"/>
                    </a:lnTo>
                    <a:lnTo>
                      <a:pt x="1193" y="398"/>
                    </a:lnTo>
                    <a:lnTo>
                      <a:pt x="1151" y="503"/>
                    </a:lnTo>
                    <a:lnTo>
                      <a:pt x="1067" y="566"/>
                    </a:lnTo>
                    <a:lnTo>
                      <a:pt x="900" y="524"/>
                    </a:lnTo>
                    <a:lnTo>
                      <a:pt x="774" y="545"/>
                    </a:lnTo>
                    <a:lnTo>
                      <a:pt x="712" y="608"/>
                    </a:lnTo>
                    <a:lnTo>
                      <a:pt x="753" y="650"/>
                    </a:lnTo>
                    <a:lnTo>
                      <a:pt x="586" y="775"/>
                    </a:lnTo>
                    <a:lnTo>
                      <a:pt x="586" y="942"/>
                    </a:lnTo>
                    <a:lnTo>
                      <a:pt x="628" y="1047"/>
                    </a:lnTo>
                    <a:lnTo>
                      <a:pt x="628" y="1235"/>
                    </a:lnTo>
                    <a:lnTo>
                      <a:pt x="586" y="1298"/>
                    </a:lnTo>
                    <a:lnTo>
                      <a:pt x="649" y="1445"/>
                    </a:lnTo>
                    <a:lnTo>
                      <a:pt x="670" y="1549"/>
                    </a:lnTo>
                    <a:lnTo>
                      <a:pt x="628" y="1486"/>
                    </a:lnTo>
                    <a:lnTo>
                      <a:pt x="565" y="1403"/>
                    </a:lnTo>
                    <a:lnTo>
                      <a:pt x="523" y="1445"/>
                    </a:lnTo>
                    <a:lnTo>
                      <a:pt x="440" y="1507"/>
                    </a:lnTo>
                    <a:lnTo>
                      <a:pt x="335" y="1570"/>
                    </a:lnTo>
                    <a:lnTo>
                      <a:pt x="314" y="1675"/>
                    </a:lnTo>
                    <a:lnTo>
                      <a:pt x="335" y="1800"/>
                    </a:lnTo>
                    <a:lnTo>
                      <a:pt x="314" y="1905"/>
                    </a:lnTo>
                    <a:lnTo>
                      <a:pt x="335" y="2135"/>
                    </a:lnTo>
                    <a:lnTo>
                      <a:pt x="314" y="2198"/>
                    </a:lnTo>
                    <a:lnTo>
                      <a:pt x="272" y="2303"/>
                    </a:lnTo>
                    <a:lnTo>
                      <a:pt x="188" y="2323"/>
                    </a:lnTo>
                    <a:lnTo>
                      <a:pt x="188" y="2449"/>
                    </a:lnTo>
                    <a:lnTo>
                      <a:pt x="63" y="2554"/>
                    </a:lnTo>
                    <a:lnTo>
                      <a:pt x="42" y="2721"/>
                    </a:lnTo>
                    <a:lnTo>
                      <a:pt x="42" y="2763"/>
                    </a:lnTo>
                    <a:lnTo>
                      <a:pt x="0" y="2826"/>
                    </a:lnTo>
                    <a:lnTo>
                      <a:pt x="63" y="3035"/>
                    </a:lnTo>
                    <a:lnTo>
                      <a:pt x="126" y="3139"/>
                    </a:lnTo>
                    <a:lnTo>
                      <a:pt x="168" y="3119"/>
                    </a:lnTo>
                    <a:lnTo>
                      <a:pt x="251" y="3119"/>
                    </a:lnTo>
                    <a:lnTo>
                      <a:pt x="335" y="3056"/>
                    </a:lnTo>
                    <a:lnTo>
                      <a:pt x="377" y="3077"/>
                    </a:lnTo>
                    <a:lnTo>
                      <a:pt x="419" y="3223"/>
                    </a:lnTo>
                    <a:lnTo>
                      <a:pt x="523" y="3495"/>
                    </a:lnTo>
                    <a:lnTo>
                      <a:pt x="481" y="3558"/>
                    </a:lnTo>
                    <a:lnTo>
                      <a:pt x="440" y="3704"/>
                    </a:lnTo>
                    <a:lnTo>
                      <a:pt x="356" y="3851"/>
                    </a:lnTo>
                    <a:lnTo>
                      <a:pt x="356" y="4081"/>
                    </a:lnTo>
                    <a:lnTo>
                      <a:pt x="356" y="4269"/>
                    </a:lnTo>
                    <a:lnTo>
                      <a:pt x="440" y="4269"/>
                    </a:lnTo>
                    <a:lnTo>
                      <a:pt x="523" y="4311"/>
                    </a:lnTo>
                    <a:lnTo>
                      <a:pt x="628" y="4311"/>
                    </a:lnTo>
                    <a:lnTo>
                      <a:pt x="670" y="4269"/>
                    </a:lnTo>
                    <a:lnTo>
                      <a:pt x="774" y="4290"/>
                    </a:lnTo>
                    <a:lnTo>
                      <a:pt x="879" y="4269"/>
                    </a:lnTo>
                    <a:lnTo>
                      <a:pt x="963" y="4311"/>
                    </a:lnTo>
                    <a:lnTo>
                      <a:pt x="984" y="4227"/>
                    </a:lnTo>
                    <a:lnTo>
                      <a:pt x="963" y="4102"/>
                    </a:lnTo>
                    <a:lnTo>
                      <a:pt x="879" y="4060"/>
                    </a:lnTo>
                    <a:lnTo>
                      <a:pt x="858" y="3914"/>
                    </a:lnTo>
                    <a:lnTo>
                      <a:pt x="942" y="3809"/>
                    </a:lnTo>
                    <a:lnTo>
                      <a:pt x="963" y="3600"/>
                    </a:lnTo>
                    <a:lnTo>
                      <a:pt x="942" y="3432"/>
                    </a:lnTo>
                    <a:lnTo>
                      <a:pt x="879" y="3391"/>
                    </a:lnTo>
                    <a:lnTo>
                      <a:pt x="1004" y="3223"/>
                    </a:lnTo>
                    <a:lnTo>
                      <a:pt x="1046" y="3056"/>
                    </a:lnTo>
                    <a:lnTo>
                      <a:pt x="1004" y="2909"/>
                    </a:lnTo>
                    <a:lnTo>
                      <a:pt x="942" y="2826"/>
                    </a:lnTo>
                    <a:lnTo>
                      <a:pt x="942" y="2763"/>
                    </a:lnTo>
                    <a:lnTo>
                      <a:pt x="1067" y="2700"/>
                    </a:lnTo>
                    <a:lnTo>
                      <a:pt x="1088" y="2616"/>
                    </a:lnTo>
                    <a:lnTo>
                      <a:pt x="1214" y="2595"/>
                    </a:lnTo>
                    <a:lnTo>
                      <a:pt x="1318" y="2637"/>
                    </a:lnTo>
                    <a:lnTo>
                      <a:pt x="1318" y="2700"/>
                    </a:lnTo>
                    <a:lnTo>
                      <a:pt x="1381" y="2763"/>
                    </a:lnTo>
                    <a:lnTo>
                      <a:pt x="1381" y="2909"/>
                    </a:lnTo>
                    <a:lnTo>
                      <a:pt x="1276" y="3014"/>
                    </a:lnTo>
                    <a:lnTo>
                      <a:pt x="1276" y="3119"/>
                    </a:lnTo>
                    <a:lnTo>
                      <a:pt x="1318" y="3223"/>
                    </a:lnTo>
                    <a:lnTo>
                      <a:pt x="1402" y="3244"/>
                    </a:lnTo>
                    <a:lnTo>
                      <a:pt x="1486" y="3328"/>
                    </a:lnTo>
                    <a:lnTo>
                      <a:pt x="1611" y="3391"/>
                    </a:lnTo>
                    <a:lnTo>
                      <a:pt x="1632" y="3495"/>
                    </a:lnTo>
                    <a:lnTo>
                      <a:pt x="1590" y="3495"/>
                    </a:lnTo>
                    <a:lnTo>
                      <a:pt x="1569" y="3704"/>
                    </a:lnTo>
                    <a:lnTo>
                      <a:pt x="1590" y="3851"/>
                    </a:lnTo>
                    <a:lnTo>
                      <a:pt x="1674" y="3872"/>
                    </a:lnTo>
                    <a:lnTo>
                      <a:pt x="1737" y="3851"/>
                    </a:lnTo>
                    <a:lnTo>
                      <a:pt x="1883" y="3893"/>
                    </a:lnTo>
                    <a:lnTo>
                      <a:pt x="1946" y="3872"/>
                    </a:lnTo>
                    <a:lnTo>
                      <a:pt x="1946" y="3851"/>
                    </a:lnTo>
                    <a:lnTo>
                      <a:pt x="1925" y="3746"/>
                    </a:lnTo>
                    <a:lnTo>
                      <a:pt x="2030" y="3663"/>
                    </a:lnTo>
                    <a:lnTo>
                      <a:pt x="2113" y="3642"/>
                    </a:lnTo>
                    <a:lnTo>
                      <a:pt x="2260" y="3558"/>
                    </a:lnTo>
                    <a:lnTo>
                      <a:pt x="2427" y="3579"/>
                    </a:lnTo>
                    <a:lnTo>
                      <a:pt x="2511" y="3495"/>
                    </a:lnTo>
                    <a:lnTo>
                      <a:pt x="2532" y="3537"/>
                    </a:lnTo>
                    <a:lnTo>
                      <a:pt x="2616" y="3537"/>
                    </a:lnTo>
                    <a:lnTo>
                      <a:pt x="2657" y="3453"/>
                    </a:lnTo>
                    <a:lnTo>
                      <a:pt x="2657" y="3391"/>
                    </a:lnTo>
                    <a:lnTo>
                      <a:pt x="2511" y="3370"/>
                    </a:lnTo>
                    <a:lnTo>
                      <a:pt x="2448" y="3391"/>
                    </a:lnTo>
                    <a:lnTo>
                      <a:pt x="2281" y="3391"/>
                    </a:lnTo>
                    <a:lnTo>
                      <a:pt x="2281" y="3328"/>
                    </a:lnTo>
                    <a:lnTo>
                      <a:pt x="2239" y="3328"/>
                    </a:lnTo>
                    <a:lnTo>
                      <a:pt x="2239" y="3244"/>
                    </a:lnTo>
                    <a:lnTo>
                      <a:pt x="2197" y="3244"/>
                    </a:lnTo>
                    <a:lnTo>
                      <a:pt x="2134" y="3265"/>
                    </a:lnTo>
                    <a:lnTo>
                      <a:pt x="2134" y="3223"/>
                    </a:lnTo>
                    <a:lnTo>
                      <a:pt x="2030" y="3181"/>
                    </a:lnTo>
                    <a:lnTo>
                      <a:pt x="2009" y="3119"/>
                    </a:lnTo>
                    <a:lnTo>
                      <a:pt x="2051" y="3035"/>
                    </a:lnTo>
                    <a:lnTo>
                      <a:pt x="2092" y="2972"/>
                    </a:lnTo>
                    <a:lnTo>
                      <a:pt x="2134" y="3014"/>
                    </a:lnTo>
                    <a:lnTo>
                      <a:pt x="2134" y="3014"/>
                    </a:lnTo>
                    <a:lnTo>
                      <a:pt x="2113" y="2930"/>
                    </a:lnTo>
                    <a:lnTo>
                      <a:pt x="2155" y="2930"/>
                    </a:lnTo>
                    <a:lnTo>
                      <a:pt x="2197" y="2867"/>
                    </a:lnTo>
                    <a:lnTo>
                      <a:pt x="2134" y="2826"/>
                    </a:lnTo>
                    <a:lnTo>
                      <a:pt x="2051" y="2805"/>
                    </a:lnTo>
                    <a:lnTo>
                      <a:pt x="2092" y="2742"/>
                    </a:lnTo>
                    <a:lnTo>
                      <a:pt x="2051" y="2658"/>
                    </a:lnTo>
                    <a:lnTo>
                      <a:pt x="1988" y="2616"/>
                    </a:lnTo>
                    <a:lnTo>
                      <a:pt x="1904" y="2616"/>
                    </a:lnTo>
                    <a:lnTo>
                      <a:pt x="1883" y="2491"/>
                    </a:lnTo>
                    <a:lnTo>
                      <a:pt x="1716" y="2323"/>
                    </a:lnTo>
                    <a:lnTo>
                      <a:pt x="1611" y="2240"/>
                    </a:lnTo>
                    <a:lnTo>
                      <a:pt x="1569" y="2135"/>
                    </a:lnTo>
                    <a:lnTo>
                      <a:pt x="1569" y="2093"/>
                    </a:lnTo>
                    <a:lnTo>
                      <a:pt x="1611" y="2093"/>
                    </a:lnTo>
                    <a:lnTo>
                      <a:pt x="1632" y="2177"/>
                    </a:lnTo>
                    <a:lnTo>
                      <a:pt x="1737" y="2177"/>
                    </a:lnTo>
                    <a:lnTo>
                      <a:pt x="1841" y="2093"/>
                    </a:lnTo>
                    <a:lnTo>
                      <a:pt x="1883" y="2010"/>
                    </a:lnTo>
                    <a:lnTo>
                      <a:pt x="2092" y="1926"/>
                    </a:lnTo>
                    <a:lnTo>
                      <a:pt x="2260" y="1800"/>
                    </a:lnTo>
                    <a:lnTo>
                      <a:pt x="2344" y="1675"/>
                    </a:lnTo>
                    <a:lnTo>
                      <a:pt x="2448" y="1612"/>
                    </a:lnTo>
                    <a:lnTo>
                      <a:pt x="2448" y="1549"/>
                    </a:lnTo>
                    <a:lnTo>
                      <a:pt x="2574" y="1507"/>
                    </a:lnTo>
                    <a:lnTo>
                      <a:pt x="2678" y="1570"/>
                    </a:lnTo>
                    <a:lnTo>
                      <a:pt x="2762" y="1591"/>
                    </a:lnTo>
                    <a:lnTo>
                      <a:pt x="2867" y="1445"/>
                    </a:lnTo>
                    <a:lnTo>
                      <a:pt x="2867" y="1361"/>
                    </a:lnTo>
                    <a:lnTo>
                      <a:pt x="2741" y="1298"/>
                    </a:lnTo>
                    <a:lnTo>
                      <a:pt x="2469" y="1340"/>
                    </a:lnTo>
                    <a:lnTo>
                      <a:pt x="2364" y="1403"/>
                    </a:lnTo>
                    <a:lnTo>
                      <a:pt x="2197" y="1403"/>
                    </a:lnTo>
                    <a:lnTo>
                      <a:pt x="2113" y="1445"/>
                    </a:lnTo>
                    <a:lnTo>
                      <a:pt x="2009" y="1549"/>
                    </a:lnTo>
                    <a:lnTo>
                      <a:pt x="1820" y="1549"/>
                    </a:lnTo>
                    <a:lnTo>
                      <a:pt x="1716" y="1486"/>
                    </a:lnTo>
                    <a:lnTo>
                      <a:pt x="1611" y="1466"/>
                    </a:lnTo>
                    <a:lnTo>
                      <a:pt x="1507" y="1591"/>
                    </a:lnTo>
                    <a:lnTo>
                      <a:pt x="1423" y="1800"/>
                    </a:lnTo>
                    <a:lnTo>
                      <a:pt x="1297" y="1863"/>
                    </a:lnTo>
                    <a:lnTo>
                      <a:pt x="1193" y="1821"/>
                    </a:lnTo>
                    <a:lnTo>
                      <a:pt x="1172" y="1779"/>
                    </a:lnTo>
                    <a:lnTo>
                      <a:pt x="1004" y="1612"/>
                    </a:lnTo>
                    <a:lnTo>
                      <a:pt x="858" y="1486"/>
                    </a:lnTo>
                    <a:lnTo>
                      <a:pt x="774" y="1277"/>
                    </a:lnTo>
                    <a:lnTo>
                      <a:pt x="795" y="1047"/>
                    </a:lnTo>
                    <a:lnTo>
                      <a:pt x="879" y="838"/>
                    </a:lnTo>
                    <a:lnTo>
                      <a:pt x="984" y="733"/>
                    </a:lnTo>
                    <a:lnTo>
                      <a:pt x="1109" y="670"/>
                    </a:lnTo>
                    <a:lnTo>
                      <a:pt x="1276" y="754"/>
                    </a:lnTo>
                    <a:lnTo>
                      <a:pt x="1465" y="775"/>
                    </a:lnTo>
                    <a:lnTo>
                      <a:pt x="1674" y="670"/>
                    </a:lnTo>
                    <a:lnTo>
                      <a:pt x="1820" y="670"/>
                    </a:lnTo>
                    <a:lnTo>
                      <a:pt x="1883" y="754"/>
                    </a:lnTo>
                    <a:lnTo>
                      <a:pt x="1988" y="754"/>
                    </a:lnTo>
                    <a:lnTo>
                      <a:pt x="2051" y="712"/>
                    </a:lnTo>
                    <a:lnTo>
                      <a:pt x="2281" y="733"/>
                    </a:lnTo>
                    <a:lnTo>
                      <a:pt x="2427" y="733"/>
                    </a:lnTo>
                    <a:lnTo>
                      <a:pt x="2448" y="712"/>
                    </a:lnTo>
                    <a:lnTo>
                      <a:pt x="2574" y="712"/>
                    </a:lnTo>
                    <a:lnTo>
                      <a:pt x="2678" y="754"/>
                    </a:lnTo>
                    <a:lnTo>
                      <a:pt x="2720" y="817"/>
                    </a:lnTo>
                    <a:lnTo>
                      <a:pt x="2825" y="859"/>
                    </a:lnTo>
                    <a:lnTo>
                      <a:pt x="3264" y="754"/>
                    </a:lnTo>
                    <a:lnTo>
                      <a:pt x="3453" y="629"/>
                    </a:lnTo>
                    <a:lnTo>
                      <a:pt x="3494" y="524"/>
                    </a:lnTo>
                    <a:lnTo>
                      <a:pt x="3578" y="524"/>
                    </a:lnTo>
                    <a:lnTo>
                      <a:pt x="3620" y="440"/>
                    </a:lnTo>
                    <a:lnTo>
                      <a:pt x="3704" y="398"/>
                    </a:lnTo>
                    <a:lnTo>
                      <a:pt x="3766" y="294"/>
                    </a:lnTo>
                    <a:lnTo>
                      <a:pt x="3808" y="210"/>
                    </a:lnTo>
                    <a:lnTo>
                      <a:pt x="3871" y="147"/>
                    </a:lnTo>
                    <a:lnTo>
                      <a:pt x="3808" y="106"/>
                    </a:lnTo>
                    <a:lnTo>
                      <a:pt x="3787" y="43"/>
                    </a:lnTo>
                    <a:lnTo>
                      <a:pt x="362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58" name="Google Shape;1558;p60"/>
              <p:cNvSpPr/>
              <p:nvPr/>
            </p:nvSpPr>
            <p:spPr>
              <a:xfrm>
                <a:off x="5587700" y="3253200"/>
                <a:ext cx="145450" cy="131325"/>
              </a:xfrm>
              <a:custGeom>
                <a:avLst/>
                <a:gdLst/>
                <a:ahLst/>
                <a:cxnLst/>
                <a:rect l="l" t="t" r="r" b="b"/>
                <a:pathLst>
                  <a:path w="5818" h="5253" extrusionOk="0">
                    <a:moveTo>
                      <a:pt x="922" y="1"/>
                    </a:moveTo>
                    <a:lnTo>
                      <a:pt x="775" y="22"/>
                    </a:lnTo>
                    <a:lnTo>
                      <a:pt x="712" y="84"/>
                    </a:lnTo>
                    <a:lnTo>
                      <a:pt x="566" y="189"/>
                    </a:lnTo>
                    <a:lnTo>
                      <a:pt x="482" y="210"/>
                    </a:lnTo>
                    <a:lnTo>
                      <a:pt x="398" y="294"/>
                    </a:lnTo>
                    <a:lnTo>
                      <a:pt x="252" y="294"/>
                    </a:lnTo>
                    <a:lnTo>
                      <a:pt x="147" y="356"/>
                    </a:lnTo>
                    <a:lnTo>
                      <a:pt x="189" y="440"/>
                    </a:lnTo>
                    <a:lnTo>
                      <a:pt x="168" y="524"/>
                    </a:lnTo>
                    <a:lnTo>
                      <a:pt x="43" y="608"/>
                    </a:lnTo>
                    <a:lnTo>
                      <a:pt x="1" y="670"/>
                    </a:lnTo>
                    <a:lnTo>
                      <a:pt x="147" y="712"/>
                    </a:lnTo>
                    <a:lnTo>
                      <a:pt x="252" y="649"/>
                    </a:lnTo>
                    <a:lnTo>
                      <a:pt x="273" y="608"/>
                    </a:lnTo>
                    <a:lnTo>
                      <a:pt x="315" y="670"/>
                    </a:lnTo>
                    <a:lnTo>
                      <a:pt x="503" y="754"/>
                    </a:lnTo>
                    <a:lnTo>
                      <a:pt x="566" y="859"/>
                    </a:lnTo>
                    <a:lnTo>
                      <a:pt x="524" y="921"/>
                    </a:lnTo>
                    <a:lnTo>
                      <a:pt x="566" y="1047"/>
                    </a:lnTo>
                    <a:lnTo>
                      <a:pt x="691" y="1131"/>
                    </a:lnTo>
                    <a:lnTo>
                      <a:pt x="796" y="1152"/>
                    </a:lnTo>
                    <a:lnTo>
                      <a:pt x="901" y="1131"/>
                    </a:lnTo>
                    <a:lnTo>
                      <a:pt x="984" y="1172"/>
                    </a:lnTo>
                    <a:lnTo>
                      <a:pt x="1026" y="1131"/>
                    </a:lnTo>
                    <a:lnTo>
                      <a:pt x="1110" y="1152"/>
                    </a:lnTo>
                    <a:lnTo>
                      <a:pt x="1298" y="1131"/>
                    </a:lnTo>
                    <a:lnTo>
                      <a:pt x="1340" y="1152"/>
                    </a:lnTo>
                    <a:lnTo>
                      <a:pt x="1424" y="1131"/>
                    </a:lnTo>
                    <a:lnTo>
                      <a:pt x="1361" y="1068"/>
                    </a:lnTo>
                    <a:lnTo>
                      <a:pt x="1654" y="1089"/>
                    </a:lnTo>
                    <a:lnTo>
                      <a:pt x="1717" y="1172"/>
                    </a:lnTo>
                    <a:lnTo>
                      <a:pt x="1675" y="1298"/>
                    </a:lnTo>
                    <a:lnTo>
                      <a:pt x="1633" y="1277"/>
                    </a:lnTo>
                    <a:lnTo>
                      <a:pt x="1549" y="1361"/>
                    </a:lnTo>
                    <a:lnTo>
                      <a:pt x="1507" y="1465"/>
                    </a:lnTo>
                    <a:lnTo>
                      <a:pt x="1445" y="1361"/>
                    </a:lnTo>
                    <a:lnTo>
                      <a:pt x="1256" y="1277"/>
                    </a:lnTo>
                    <a:lnTo>
                      <a:pt x="1194" y="1298"/>
                    </a:lnTo>
                    <a:lnTo>
                      <a:pt x="1131" y="1465"/>
                    </a:lnTo>
                    <a:lnTo>
                      <a:pt x="1026" y="1507"/>
                    </a:lnTo>
                    <a:lnTo>
                      <a:pt x="922" y="1465"/>
                    </a:lnTo>
                    <a:lnTo>
                      <a:pt x="817" y="1465"/>
                    </a:lnTo>
                    <a:lnTo>
                      <a:pt x="775" y="1403"/>
                    </a:lnTo>
                    <a:lnTo>
                      <a:pt x="629" y="1444"/>
                    </a:lnTo>
                    <a:lnTo>
                      <a:pt x="566" y="1507"/>
                    </a:lnTo>
                    <a:lnTo>
                      <a:pt x="608" y="1570"/>
                    </a:lnTo>
                    <a:lnTo>
                      <a:pt x="733" y="1591"/>
                    </a:lnTo>
                    <a:lnTo>
                      <a:pt x="838" y="1654"/>
                    </a:lnTo>
                    <a:lnTo>
                      <a:pt x="901" y="1779"/>
                    </a:lnTo>
                    <a:lnTo>
                      <a:pt x="942" y="1821"/>
                    </a:lnTo>
                    <a:lnTo>
                      <a:pt x="1005" y="1800"/>
                    </a:lnTo>
                    <a:lnTo>
                      <a:pt x="1026" y="1884"/>
                    </a:lnTo>
                    <a:lnTo>
                      <a:pt x="1026" y="1968"/>
                    </a:lnTo>
                    <a:lnTo>
                      <a:pt x="984" y="1988"/>
                    </a:lnTo>
                    <a:lnTo>
                      <a:pt x="942" y="2072"/>
                    </a:lnTo>
                    <a:lnTo>
                      <a:pt x="1047" y="2240"/>
                    </a:lnTo>
                    <a:lnTo>
                      <a:pt x="1152" y="2281"/>
                    </a:lnTo>
                    <a:lnTo>
                      <a:pt x="1256" y="2240"/>
                    </a:lnTo>
                    <a:lnTo>
                      <a:pt x="1403" y="2114"/>
                    </a:lnTo>
                    <a:lnTo>
                      <a:pt x="1361" y="2009"/>
                    </a:lnTo>
                    <a:lnTo>
                      <a:pt x="1466" y="1863"/>
                    </a:lnTo>
                    <a:lnTo>
                      <a:pt x="1507" y="1821"/>
                    </a:lnTo>
                    <a:lnTo>
                      <a:pt x="1528" y="1758"/>
                    </a:lnTo>
                    <a:lnTo>
                      <a:pt x="1570" y="1612"/>
                    </a:lnTo>
                    <a:lnTo>
                      <a:pt x="1633" y="1507"/>
                    </a:lnTo>
                    <a:lnTo>
                      <a:pt x="1633" y="1654"/>
                    </a:lnTo>
                    <a:lnTo>
                      <a:pt x="1549" y="1716"/>
                    </a:lnTo>
                    <a:lnTo>
                      <a:pt x="1612" y="1863"/>
                    </a:lnTo>
                    <a:lnTo>
                      <a:pt x="1654" y="1988"/>
                    </a:lnTo>
                    <a:lnTo>
                      <a:pt x="1717" y="2072"/>
                    </a:lnTo>
                    <a:lnTo>
                      <a:pt x="1738" y="2009"/>
                    </a:lnTo>
                    <a:lnTo>
                      <a:pt x="1779" y="2009"/>
                    </a:lnTo>
                    <a:lnTo>
                      <a:pt x="1842" y="2030"/>
                    </a:lnTo>
                    <a:lnTo>
                      <a:pt x="1842" y="2135"/>
                    </a:lnTo>
                    <a:lnTo>
                      <a:pt x="1884" y="2093"/>
                    </a:lnTo>
                    <a:lnTo>
                      <a:pt x="1947" y="2093"/>
                    </a:lnTo>
                    <a:lnTo>
                      <a:pt x="1968" y="2135"/>
                    </a:lnTo>
                    <a:lnTo>
                      <a:pt x="2051" y="2177"/>
                    </a:lnTo>
                    <a:lnTo>
                      <a:pt x="2156" y="2135"/>
                    </a:lnTo>
                    <a:lnTo>
                      <a:pt x="2240" y="2135"/>
                    </a:lnTo>
                    <a:lnTo>
                      <a:pt x="2240" y="2177"/>
                    </a:lnTo>
                    <a:lnTo>
                      <a:pt x="2093" y="2177"/>
                    </a:lnTo>
                    <a:lnTo>
                      <a:pt x="2093" y="2281"/>
                    </a:lnTo>
                    <a:lnTo>
                      <a:pt x="2240" y="2302"/>
                    </a:lnTo>
                    <a:lnTo>
                      <a:pt x="2240" y="2323"/>
                    </a:lnTo>
                    <a:lnTo>
                      <a:pt x="2261" y="2386"/>
                    </a:lnTo>
                    <a:lnTo>
                      <a:pt x="2407" y="2449"/>
                    </a:lnTo>
                    <a:lnTo>
                      <a:pt x="2575" y="2449"/>
                    </a:lnTo>
                    <a:lnTo>
                      <a:pt x="2930" y="2553"/>
                    </a:lnTo>
                    <a:lnTo>
                      <a:pt x="3286" y="2658"/>
                    </a:lnTo>
                    <a:lnTo>
                      <a:pt x="3391" y="2658"/>
                    </a:lnTo>
                    <a:lnTo>
                      <a:pt x="3537" y="2721"/>
                    </a:lnTo>
                    <a:lnTo>
                      <a:pt x="3558" y="2825"/>
                    </a:lnTo>
                    <a:lnTo>
                      <a:pt x="3725" y="2867"/>
                    </a:lnTo>
                    <a:lnTo>
                      <a:pt x="3830" y="2867"/>
                    </a:lnTo>
                    <a:lnTo>
                      <a:pt x="3914" y="2825"/>
                    </a:lnTo>
                    <a:lnTo>
                      <a:pt x="3914" y="2825"/>
                    </a:lnTo>
                    <a:lnTo>
                      <a:pt x="3830" y="2951"/>
                    </a:lnTo>
                    <a:lnTo>
                      <a:pt x="3851" y="2972"/>
                    </a:lnTo>
                    <a:lnTo>
                      <a:pt x="3935" y="2951"/>
                    </a:lnTo>
                    <a:lnTo>
                      <a:pt x="3955" y="3014"/>
                    </a:lnTo>
                    <a:lnTo>
                      <a:pt x="4081" y="2972"/>
                    </a:lnTo>
                    <a:lnTo>
                      <a:pt x="4018" y="3035"/>
                    </a:lnTo>
                    <a:lnTo>
                      <a:pt x="4060" y="3076"/>
                    </a:lnTo>
                    <a:lnTo>
                      <a:pt x="4039" y="3139"/>
                    </a:lnTo>
                    <a:lnTo>
                      <a:pt x="4081" y="3181"/>
                    </a:lnTo>
                    <a:lnTo>
                      <a:pt x="4186" y="3160"/>
                    </a:lnTo>
                    <a:lnTo>
                      <a:pt x="4081" y="3265"/>
                    </a:lnTo>
                    <a:lnTo>
                      <a:pt x="4081" y="3328"/>
                    </a:lnTo>
                    <a:lnTo>
                      <a:pt x="4227" y="3453"/>
                    </a:lnTo>
                    <a:lnTo>
                      <a:pt x="4186" y="3558"/>
                    </a:lnTo>
                    <a:lnTo>
                      <a:pt x="4227" y="3641"/>
                    </a:lnTo>
                    <a:lnTo>
                      <a:pt x="4332" y="3704"/>
                    </a:lnTo>
                    <a:lnTo>
                      <a:pt x="4479" y="3809"/>
                    </a:lnTo>
                    <a:lnTo>
                      <a:pt x="4499" y="3872"/>
                    </a:lnTo>
                    <a:lnTo>
                      <a:pt x="4374" y="3872"/>
                    </a:lnTo>
                    <a:lnTo>
                      <a:pt x="4353" y="3955"/>
                    </a:lnTo>
                    <a:lnTo>
                      <a:pt x="4437" y="4018"/>
                    </a:lnTo>
                    <a:lnTo>
                      <a:pt x="4541" y="4081"/>
                    </a:lnTo>
                    <a:lnTo>
                      <a:pt x="4667" y="4060"/>
                    </a:lnTo>
                    <a:lnTo>
                      <a:pt x="4751" y="4081"/>
                    </a:lnTo>
                    <a:lnTo>
                      <a:pt x="4688" y="4081"/>
                    </a:lnTo>
                    <a:lnTo>
                      <a:pt x="4562" y="4123"/>
                    </a:lnTo>
                    <a:lnTo>
                      <a:pt x="4499" y="4102"/>
                    </a:lnTo>
                    <a:lnTo>
                      <a:pt x="4458" y="4123"/>
                    </a:lnTo>
                    <a:lnTo>
                      <a:pt x="4499" y="4206"/>
                    </a:lnTo>
                    <a:lnTo>
                      <a:pt x="4583" y="4227"/>
                    </a:lnTo>
                    <a:lnTo>
                      <a:pt x="4562" y="4395"/>
                    </a:lnTo>
                    <a:lnTo>
                      <a:pt x="4541" y="4416"/>
                    </a:lnTo>
                    <a:lnTo>
                      <a:pt x="4541" y="4499"/>
                    </a:lnTo>
                    <a:lnTo>
                      <a:pt x="4499" y="4583"/>
                    </a:lnTo>
                    <a:lnTo>
                      <a:pt x="4458" y="4604"/>
                    </a:lnTo>
                    <a:lnTo>
                      <a:pt x="4541" y="4709"/>
                    </a:lnTo>
                    <a:lnTo>
                      <a:pt x="4667" y="4625"/>
                    </a:lnTo>
                    <a:lnTo>
                      <a:pt x="4709" y="4688"/>
                    </a:lnTo>
                    <a:lnTo>
                      <a:pt x="4792" y="4688"/>
                    </a:lnTo>
                    <a:lnTo>
                      <a:pt x="4897" y="4625"/>
                    </a:lnTo>
                    <a:lnTo>
                      <a:pt x="5064" y="4625"/>
                    </a:lnTo>
                    <a:lnTo>
                      <a:pt x="5127" y="4583"/>
                    </a:lnTo>
                    <a:lnTo>
                      <a:pt x="5169" y="4478"/>
                    </a:lnTo>
                    <a:lnTo>
                      <a:pt x="5169" y="4583"/>
                    </a:lnTo>
                    <a:lnTo>
                      <a:pt x="5106" y="4688"/>
                    </a:lnTo>
                    <a:lnTo>
                      <a:pt x="5127" y="4750"/>
                    </a:lnTo>
                    <a:lnTo>
                      <a:pt x="5190" y="4792"/>
                    </a:lnTo>
                    <a:lnTo>
                      <a:pt x="5316" y="4897"/>
                    </a:lnTo>
                    <a:lnTo>
                      <a:pt x="5295" y="4939"/>
                    </a:lnTo>
                    <a:lnTo>
                      <a:pt x="5336" y="5022"/>
                    </a:lnTo>
                    <a:lnTo>
                      <a:pt x="5504" y="5211"/>
                    </a:lnTo>
                    <a:lnTo>
                      <a:pt x="5629" y="5232"/>
                    </a:lnTo>
                    <a:lnTo>
                      <a:pt x="5692" y="5253"/>
                    </a:lnTo>
                    <a:lnTo>
                      <a:pt x="5713" y="3851"/>
                    </a:lnTo>
                    <a:lnTo>
                      <a:pt x="5713" y="3788"/>
                    </a:lnTo>
                    <a:lnTo>
                      <a:pt x="5713" y="3704"/>
                    </a:lnTo>
                    <a:lnTo>
                      <a:pt x="5734" y="3537"/>
                    </a:lnTo>
                    <a:lnTo>
                      <a:pt x="5818" y="1382"/>
                    </a:lnTo>
                    <a:lnTo>
                      <a:pt x="5713" y="1403"/>
                    </a:lnTo>
                    <a:lnTo>
                      <a:pt x="5629" y="1382"/>
                    </a:lnTo>
                    <a:lnTo>
                      <a:pt x="5629" y="1298"/>
                    </a:lnTo>
                    <a:lnTo>
                      <a:pt x="5650" y="1256"/>
                    </a:lnTo>
                    <a:lnTo>
                      <a:pt x="5546" y="1193"/>
                    </a:lnTo>
                    <a:lnTo>
                      <a:pt x="5441" y="1193"/>
                    </a:lnTo>
                    <a:lnTo>
                      <a:pt x="5316" y="1172"/>
                    </a:lnTo>
                    <a:lnTo>
                      <a:pt x="5232" y="1152"/>
                    </a:lnTo>
                    <a:lnTo>
                      <a:pt x="5169" y="1172"/>
                    </a:lnTo>
                    <a:lnTo>
                      <a:pt x="4813" y="1026"/>
                    </a:lnTo>
                    <a:lnTo>
                      <a:pt x="4667" y="984"/>
                    </a:lnTo>
                    <a:lnTo>
                      <a:pt x="4562" y="963"/>
                    </a:lnTo>
                    <a:lnTo>
                      <a:pt x="4458" y="880"/>
                    </a:lnTo>
                    <a:lnTo>
                      <a:pt x="4248" y="838"/>
                    </a:lnTo>
                    <a:lnTo>
                      <a:pt x="4060" y="754"/>
                    </a:lnTo>
                    <a:lnTo>
                      <a:pt x="3976" y="670"/>
                    </a:lnTo>
                    <a:lnTo>
                      <a:pt x="3830" y="649"/>
                    </a:lnTo>
                    <a:lnTo>
                      <a:pt x="3537" y="838"/>
                    </a:lnTo>
                    <a:lnTo>
                      <a:pt x="3537" y="880"/>
                    </a:lnTo>
                    <a:lnTo>
                      <a:pt x="3600" y="984"/>
                    </a:lnTo>
                    <a:lnTo>
                      <a:pt x="3558" y="1068"/>
                    </a:lnTo>
                    <a:lnTo>
                      <a:pt x="3391" y="1089"/>
                    </a:lnTo>
                    <a:lnTo>
                      <a:pt x="3286" y="1131"/>
                    </a:lnTo>
                    <a:lnTo>
                      <a:pt x="3223" y="1131"/>
                    </a:lnTo>
                    <a:lnTo>
                      <a:pt x="3181" y="1089"/>
                    </a:lnTo>
                    <a:lnTo>
                      <a:pt x="3119" y="1172"/>
                    </a:lnTo>
                    <a:lnTo>
                      <a:pt x="3119" y="1277"/>
                    </a:lnTo>
                    <a:lnTo>
                      <a:pt x="2993" y="1340"/>
                    </a:lnTo>
                    <a:lnTo>
                      <a:pt x="2888" y="1361"/>
                    </a:lnTo>
                    <a:lnTo>
                      <a:pt x="2805" y="1465"/>
                    </a:lnTo>
                    <a:lnTo>
                      <a:pt x="2805" y="1612"/>
                    </a:lnTo>
                    <a:lnTo>
                      <a:pt x="2763" y="1654"/>
                    </a:lnTo>
                    <a:lnTo>
                      <a:pt x="2700" y="1696"/>
                    </a:lnTo>
                    <a:lnTo>
                      <a:pt x="2658" y="1800"/>
                    </a:lnTo>
                    <a:lnTo>
                      <a:pt x="2554" y="1821"/>
                    </a:lnTo>
                    <a:lnTo>
                      <a:pt x="2449" y="1821"/>
                    </a:lnTo>
                    <a:lnTo>
                      <a:pt x="2386" y="1779"/>
                    </a:lnTo>
                    <a:lnTo>
                      <a:pt x="2261" y="1675"/>
                    </a:lnTo>
                    <a:lnTo>
                      <a:pt x="2240" y="1570"/>
                    </a:lnTo>
                    <a:lnTo>
                      <a:pt x="2177" y="1591"/>
                    </a:lnTo>
                    <a:lnTo>
                      <a:pt x="2156" y="1465"/>
                    </a:lnTo>
                    <a:lnTo>
                      <a:pt x="2156" y="1361"/>
                    </a:lnTo>
                    <a:lnTo>
                      <a:pt x="2072" y="1298"/>
                    </a:lnTo>
                    <a:lnTo>
                      <a:pt x="2031" y="1382"/>
                    </a:lnTo>
                    <a:lnTo>
                      <a:pt x="2051" y="1507"/>
                    </a:lnTo>
                    <a:lnTo>
                      <a:pt x="1989" y="1507"/>
                    </a:lnTo>
                    <a:lnTo>
                      <a:pt x="1926" y="1444"/>
                    </a:lnTo>
                    <a:lnTo>
                      <a:pt x="1863" y="1298"/>
                    </a:lnTo>
                    <a:lnTo>
                      <a:pt x="1842" y="1047"/>
                    </a:lnTo>
                    <a:lnTo>
                      <a:pt x="1821" y="880"/>
                    </a:lnTo>
                    <a:lnTo>
                      <a:pt x="1863" y="775"/>
                    </a:lnTo>
                    <a:lnTo>
                      <a:pt x="1947" y="670"/>
                    </a:lnTo>
                    <a:lnTo>
                      <a:pt x="1884" y="566"/>
                    </a:lnTo>
                    <a:lnTo>
                      <a:pt x="1821" y="503"/>
                    </a:lnTo>
                    <a:lnTo>
                      <a:pt x="1821" y="335"/>
                    </a:lnTo>
                    <a:lnTo>
                      <a:pt x="1842" y="294"/>
                    </a:lnTo>
                    <a:lnTo>
                      <a:pt x="1779" y="231"/>
                    </a:lnTo>
                    <a:lnTo>
                      <a:pt x="1612" y="210"/>
                    </a:lnTo>
                    <a:lnTo>
                      <a:pt x="1424" y="231"/>
                    </a:lnTo>
                    <a:lnTo>
                      <a:pt x="1235" y="105"/>
                    </a:lnTo>
                    <a:lnTo>
                      <a:pt x="92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59" name="Google Shape;1559;p60"/>
              <p:cNvSpPr/>
              <p:nvPr/>
            </p:nvSpPr>
            <p:spPr>
              <a:xfrm>
                <a:off x="5268100" y="3181025"/>
                <a:ext cx="143350" cy="129750"/>
              </a:xfrm>
              <a:custGeom>
                <a:avLst/>
                <a:gdLst/>
                <a:ahLst/>
                <a:cxnLst/>
                <a:rect l="l" t="t" r="r" b="b"/>
                <a:pathLst>
                  <a:path w="5734" h="5190" extrusionOk="0">
                    <a:moveTo>
                      <a:pt x="4060" y="0"/>
                    </a:moveTo>
                    <a:lnTo>
                      <a:pt x="3955" y="147"/>
                    </a:lnTo>
                    <a:lnTo>
                      <a:pt x="3955" y="209"/>
                    </a:lnTo>
                    <a:lnTo>
                      <a:pt x="3892" y="314"/>
                    </a:lnTo>
                    <a:lnTo>
                      <a:pt x="3892" y="398"/>
                    </a:lnTo>
                    <a:lnTo>
                      <a:pt x="3767" y="837"/>
                    </a:lnTo>
                    <a:lnTo>
                      <a:pt x="3579" y="1109"/>
                    </a:lnTo>
                    <a:lnTo>
                      <a:pt x="3516" y="1360"/>
                    </a:lnTo>
                    <a:lnTo>
                      <a:pt x="3265" y="1716"/>
                    </a:lnTo>
                    <a:lnTo>
                      <a:pt x="3307" y="1779"/>
                    </a:lnTo>
                    <a:lnTo>
                      <a:pt x="3014" y="1842"/>
                    </a:lnTo>
                    <a:lnTo>
                      <a:pt x="2783" y="1967"/>
                    </a:lnTo>
                    <a:lnTo>
                      <a:pt x="2637" y="1967"/>
                    </a:lnTo>
                    <a:lnTo>
                      <a:pt x="2595" y="1883"/>
                    </a:lnTo>
                    <a:lnTo>
                      <a:pt x="2470" y="1842"/>
                    </a:lnTo>
                    <a:lnTo>
                      <a:pt x="2177" y="1842"/>
                    </a:lnTo>
                    <a:lnTo>
                      <a:pt x="2093" y="1925"/>
                    </a:lnTo>
                    <a:lnTo>
                      <a:pt x="1758" y="2051"/>
                    </a:lnTo>
                    <a:lnTo>
                      <a:pt x="1444" y="2030"/>
                    </a:lnTo>
                    <a:lnTo>
                      <a:pt x="1361" y="2072"/>
                    </a:lnTo>
                    <a:lnTo>
                      <a:pt x="1235" y="2051"/>
                    </a:lnTo>
                    <a:lnTo>
                      <a:pt x="1214" y="2134"/>
                    </a:lnTo>
                    <a:lnTo>
                      <a:pt x="1047" y="2176"/>
                    </a:lnTo>
                    <a:lnTo>
                      <a:pt x="942" y="2155"/>
                    </a:lnTo>
                    <a:lnTo>
                      <a:pt x="921" y="2051"/>
                    </a:lnTo>
                    <a:lnTo>
                      <a:pt x="796" y="1946"/>
                    </a:lnTo>
                    <a:lnTo>
                      <a:pt x="754" y="1883"/>
                    </a:lnTo>
                    <a:lnTo>
                      <a:pt x="566" y="1758"/>
                    </a:lnTo>
                    <a:lnTo>
                      <a:pt x="440" y="1549"/>
                    </a:lnTo>
                    <a:lnTo>
                      <a:pt x="377" y="1570"/>
                    </a:lnTo>
                    <a:lnTo>
                      <a:pt x="314" y="1653"/>
                    </a:lnTo>
                    <a:lnTo>
                      <a:pt x="168" y="1842"/>
                    </a:lnTo>
                    <a:lnTo>
                      <a:pt x="84" y="1988"/>
                    </a:lnTo>
                    <a:lnTo>
                      <a:pt x="84" y="2072"/>
                    </a:lnTo>
                    <a:lnTo>
                      <a:pt x="105" y="2155"/>
                    </a:lnTo>
                    <a:lnTo>
                      <a:pt x="84" y="2239"/>
                    </a:lnTo>
                    <a:lnTo>
                      <a:pt x="1" y="2281"/>
                    </a:lnTo>
                    <a:lnTo>
                      <a:pt x="22" y="2490"/>
                    </a:lnTo>
                    <a:lnTo>
                      <a:pt x="210" y="2699"/>
                    </a:lnTo>
                    <a:lnTo>
                      <a:pt x="231" y="2804"/>
                    </a:lnTo>
                    <a:lnTo>
                      <a:pt x="189" y="2762"/>
                    </a:lnTo>
                    <a:lnTo>
                      <a:pt x="168" y="2804"/>
                    </a:lnTo>
                    <a:lnTo>
                      <a:pt x="210" y="2930"/>
                    </a:lnTo>
                    <a:lnTo>
                      <a:pt x="335" y="2971"/>
                    </a:lnTo>
                    <a:lnTo>
                      <a:pt x="419" y="2971"/>
                    </a:lnTo>
                    <a:lnTo>
                      <a:pt x="607" y="2909"/>
                    </a:lnTo>
                    <a:lnTo>
                      <a:pt x="733" y="2825"/>
                    </a:lnTo>
                    <a:lnTo>
                      <a:pt x="838" y="2867"/>
                    </a:lnTo>
                    <a:lnTo>
                      <a:pt x="733" y="2867"/>
                    </a:lnTo>
                    <a:lnTo>
                      <a:pt x="607" y="2971"/>
                    </a:lnTo>
                    <a:lnTo>
                      <a:pt x="398" y="3013"/>
                    </a:lnTo>
                    <a:lnTo>
                      <a:pt x="314" y="3097"/>
                    </a:lnTo>
                    <a:lnTo>
                      <a:pt x="210" y="3097"/>
                    </a:lnTo>
                    <a:lnTo>
                      <a:pt x="210" y="3139"/>
                    </a:lnTo>
                    <a:lnTo>
                      <a:pt x="335" y="3181"/>
                    </a:lnTo>
                    <a:lnTo>
                      <a:pt x="503" y="3243"/>
                    </a:lnTo>
                    <a:lnTo>
                      <a:pt x="649" y="3411"/>
                    </a:lnTo>
                    <a:lnTo>
                      <a:pt x="712" y="3515"/>
                    </a:lnTo>
                    <a:lnTo>
                      <a:pt x="733" y="3620"/>
                    </a:lnTo>
                    <a:lnTo>
                      <a:pt x="649" y="3746"/>
                    </a:lnTo>
                    <a:lnTo>
                      <a:pt x="566" y="3829"/>
                    </a:lnTo>
                    <a:lnTo>
                      <a:pt x="607" y="3871"/>
                    </a:lnTo>
                    <a:lnTo>
                      <a:pt x="712" y="3955"/>
                    </a:lnTo>
                    <a:lnTo>
                      <a:pt x="733" y="4227"/>
                    </a:lnTo>
                    <a:lnTo>
                      <a:pt x="733" y="4352"/>
                    </a:lnTo>
                    <a:lnTo>
                      <a:pt x="817" y="4499"/>
                    </a:lnTo>
                    <a:lnTo>
                      <a:pt x="858" y="4499"/>
                    </a:lnTo>
                    <a:lnTo>
                      <a:pt x="963" y="4436"/>
                    </a:lnTo>
                    <a:lnTo>
                      <a:pt x="1005" y="4499"/>
                    </a:lnTo>
                    <a:lnTo>
                      <a:pt x="1130" y="4499"/>
                    </a:lnTo>
                    <a:lnTo>
                      <a:pt x="1214" y="4541"/>
                    </a:lnTo>
                    <a:lnTo>
                      <a:pt x="1361" y="4541"/>
                    </a:lnTo>
                    <a:lnTo>
                      <a:pt x="1444" y="4457"/>
                    </a:lnTo>
                    <a:lnTo>
                      <a:pt x="1528" y="4499"/>
                    </a:lnTo>
                    <a:lnTo>
                      <a:pt x="1591" y="4457"/>
                    </a:lnTo>
                    <a:lnTo>
                      <a:pt x="1654" y="4352"/>
                    </a:lnTo>
                    <a:lnTo>
                      <a:pt x="1654" y="4290"/>
                    </a:lnTo>
                    <a:lnTo>
                      <a:pt x="1674" y="4373"/>
                    </a:lnTo>
                    <a:lnTo>
                      <a:pt x="1654" y="4478"/>
                    </a:lnTo>
                    <a:lnTo>
                      <a:pt x="1695" y="4603"/>
                    </a:lnTo>
                    <a:lnTo>
                      <a:pt x="1737" y="4792"/>
                    </a:lnTo>
                    <a:lnTo>
                      <a:pt x="1695" y="4896"/>
                    </a:lnTo>
                    <a:lnTo>
                      <a:pt x="1779" y="4896"/>
                    </a:lnTo>
                    <a:lnTo>
                      <a:pt x="1905" y="4750"/>
                    </a:lnTo>
                    <a:lnTo>
                      <a:pt x="1988" y="4708"/>
                    </a:lnTo>
                    <a:lnTo>
                      <a:pt x="2051" y="4771"/>
                    </a:lnTo>
                    <a:lnTo>
                      <a:pt x="2114" y="4750"/>
                    </a:lnTo>
                    <a:lnTo>
                      <a:pt x="2135" y="4687"/>
                    </a:lnTo>
                    <a:lnTo>
                      <a:pt x="2302" y="4687"/>
                    </a:lnTo>
                    <a:lnTo>
                      <a:pt x="2386" y="4583"/>
                    </a:lnTo>
                    <a:lnTo>
                      <a:pt x="2428" y="4583"/>
                    </a:lnTo>
                    <a:lnTo>
                      <a:pt x="2532" y="4645"/>
                    </a:lnTo>
                    <a:lnTo>
                      <a:pt x="2616" y="4583"/>
                    </a:lnTo>
                    <a:lnTo>
                      <a:pt x="2658" y="4645"/>
                    </a:lnTo>
                    <a:lnTo>
                      <a:pt x="2658" y="4750"/>
                    </a:lnTo>
                    <a:lnTo>
                      <a:pt x="2721" y="4792"/>
                    </a:lnTo>
                    <a:lnTo>
                      <a:pt x="2825" y="4813"/>
                    </a:lnTo>
                    <a:lnTo>
                      <a:pt x="2804" y="4750"/>
                    </a:lnTo>
                    <a:lnTo>
                      <a:pt x="2825" y="4666"/>
                    </a:lnTo>
                    <a:lnTo>
                      <a:pt x="2888" y="4750"/>
                    </a:lnTo>
                    <a:lnTo>
                      <a:pt x="2993" y="4771"/>
                    </a:lnTo>
                    <a:lnTo>
                      <a:pt x="3035" y="4750"/>
                    </a:lnTo>
                    <a:lnTo>
                      <a:pt x="3097" y="4813"/>
                    </a:lnTo>
                    <a:lnTo>
                      <a:pt x="3139" y="4792"/>
                    </a:lnTo>
                    <a:lnTo>
                      <a:pt x="3160" y="4855"/>
                    </a:lnTo>
                    <a:lnTo>
                      <a:pt x="3223" y="4917"/>
                    </a:lnTo>
                    <a:lnTo>
                      <a:pt x="3181" y="5022"/>
                    </a:lnTo>
                    <a:lnTo>
                      <a:pt x="3244" y="5189"/>
                    </a:lnTo>
                    <a:lnTo>
                      <a:pt x="3348" y="5168"/>
                    </a:lnTo>
                    <a:lnTo>
                      <a:pt x="3579" y="5064"/>
                    </a:lnTo>
                    <a:lnTo>
                      <a:pt x="3746" y="5022"/>
                    </a:lnTo>
                    <a:lnTo>
                      <a:pt x="3955" y="4896"/>
                    </a:lnTo>
                    <a:lnTo>
                      <a:pt x="4060" y="4666"/>
                    </a:lnTo>
                    <a:lnTo>
                      <a:pt x="4060" y="4583"/>
                    </a:lnTo>
                    <a:lnTo>
                      <a:pt x="4102" y="4457"/>
                    </a:lnTo>
                    <a:lnTo>
                      <a:pt x="4143" y="4478"/>
                    </a:lnTo>
                    <a:lnTo>
                      <a:pt x="4185" y="4478"/>
                    </a:lnTo>
                    <a:lnTo>
                      <a:pt x="4269" y="4290"/>
                    </a:lnTo>
                    <a:lnTo>
                      <a:pt x="4227" y="4269"/>
                    </a:lnTo>
                    <a:lnTo>
                      <a:pt x="4185" y="4227"/>
                    </a:lnTo>
                    <a:lnTo>
                      <a:pt x="4185" y="4164"/>
                    </a:lnTo>
                    <a:lnTo>
                      <a:pt x="4206" y="4185"/>
                    </a:lnTo>
                    <a:lnTo>
                      <a:pt x="4290" y="4227"/>
                    </a:lnTo>
                    <a:lnTo>
                      <a:pt x="4353" y="4143"/>
                    </a:lnTo>
                    <a:lnTo>
                      <a:pt x="4311" y="4059"/>
                    </a:lnTo>
                    <a:lnTo>
                      <a:pt x="4269" y="4059"/>
                    </a:lnTo>
                    <a:lnTo>
                      <a:pt x="4206" y="4039"/>
                    </a:lnTo>
                    <a:lnTo>
                      <a:pt x="4290" y="3976"/>
                    </a:lnTo>
                    <a:lnTo>
                      <a:pt x="4290" y="3871"/>
                    </a:lnTo>
                    <a:lnTo>
                      <a:pt x="4143" y="3871"/>
                    </a:lnTo>
                    <a:lnTo>
                      <a:pt x="4185" y="3808"/>
                    </a:lnTo>
                    <a:lnTo>
                      <a:pt x="4164" y="3746"/>
                    </a:lnTo>
                    <a:lnTo>
                      <a:pt x="4164" y="3746"/>
                    </a:lnTo>
                    <a:lnTo>
                      <a:pt x="4227" y="3767"/>
                    </a:lnTo>
                    <a:lnTo>
                      <a:pt x="4353" y="3725"/>
                    </a:lnTo>
                    <a:lnTo>
                      <a:pt x="4374" y="3620"/>
                    </a:lnTo>
                    <a:lnTo>
                      <a:pt x="4457" y="3515"/>
                    </a:lnTo>
                    <a:lnTo>
                      <a:pt x="4478" y="3390"/>
                    </a:lnTo>
                    <a:lnTo>
                      <a:pt x="4457" y="3306"/>
                    </a:lnTo>
                    <a:lnTo>
                      <a:pt x="4499" y="3348"/>
                    </a:lnTo>
                    <a:lnTo>
                      <a:pt x="4562" y="3453"/>
                    </a:lnTo>
                    <a:lnTo>
                      <a:pt x="4625" y="3348"/>
                    </a:lnTo>
                    <a:lnTo>
                      <a:pt x="4708" y="3243"/>
                    </a:lnTo>
                    <a:lnTo>
                      <a:pt x="4667" y="3097"/>
                    </a:lnTo>
                    <a:lnTo>
                      <a:pt x="4813" y="2971"/>
                    </a:lnTo>
                    <a:lnTo>
                      <a:pt x="4834" y="2783"/>
                    </a:lnTo>
                    <a:lnTo>
                      <a:pt x="4897" y="2699"/>
                    </a:lnTo>
                    <a:lnTo>
                      <a:pt x="4918" y="2469"/>
                    </a:lnTo>
                    <a:lnTo>
                      <a:pt x="4980" y="2406"/>
                    </a:lnTo>
                    <a:lnTo>
                      <a:pt x="4980" y="2344"/>
                    </a:lnTo>
                    <a:lnTo>
                      <a:pt x="5106" y="2197"/>
                    </a:lnTo>
                    <a:lnTo>
                      <a:pt x="5148" y="2281"/>
                    </a:lnTo>
                    <a:lnTo>
                      <a:pt x="5190" y="2239"/>
                    </a:lnTo>
                    <a:lnTo>
                      <a:pt x="5148" y="2072"/>
                    </a:lnTo>
                    <a:lnTo>
                      <a:pt x="5148" y="2072"/>
                    </a:lnTo>
                    <a:lnTo>
                      <a:pt x="5336" y="2260"/>
                    </a:lnTo>
                    <a:lnTo>
                      <a:pt x="5462" y="2260"/>
                    </a:lnTo>
                    <a:lnTo>
                      <a:pt x="5545" y="2197"/>
                    </a:lnTo>
                    <a:lnTo>
                      <a:pt x="5629" y="2239"/>
                    </a:lnTo>
                    <a:lnTo>
                      <a:pt x="5713" y="2197"/>
                    </a:lnTo>
                    <a:lnTo>
                      <a:pt x="5734" y="2093"/>
                    </a:lnTo>
                    <a:lnTo>
                      <a:pt x="5629" y="2072"/>
                    </a:lnTo>
                    <a:lnTo>
                      <a:pt x="5608" y="2030"/>
                    </a:lnTo>
                    <a:lnTo>
                      <a:pt x="5503" y="1883"/>
                    </a:lnTo>
                    <a:lnTo>
                      <a:pt x="5420" y="1883"/>
                    </a:lnTo>
                    <a:lnTo>
                      <a:pt x="5190" y="1674"/>
                    </a:lnTo>
                    <a:lnTo>
                      <a:pt x="5106" y="1632"/>
                    </a:lnTo>
                    <a:lnTo>
                      <a:pt x="5085" y="1528"/>
                    </a:lnTo>
                    <a:lnTo>
                      <a:pt x="5022" y="1465"/>
                    </a:lnTo>
                    <a:lnTo>
                      <a:pt x="5043" y="1423"/>
                    </a:lnTo>
                    <a:lnTo>
                      <a:pt x="5190" y="1360"/>
                    </a:lnTo>
                    <a:lnTo>
                      <a:pt x="5231" y="1256"/>
                    </a:lnTo>
                    <a:lnTo>
                      <a:pt x="5148" y="1193"/>
                    </a:lnTo>
                    <a:lnTo>
                      <a:pt x="4980" y="1005"/>
                    </a:lnTo>
                    <a:lnTo>
                      <a:pt x="4918" y="879"/>
                    </a:lnTo>
                    <a:lnTo>
                      <a:pt x="4834" y="795"/>
                    </a:lnTo>
                    <a:lnTo>
                      <a:pt x="4876" y="712"/>
                    </a:lnTo>
                    <a:lnTo>
                      <a:pt x="4918" y="691"/>
                    </a:lnTo>
                    <a:lnTo>
                      <a:pt x="4918" y="628"/>
                    </a:lnTo>
                    <a:lnTo>
                      <a:pt x="4876" y="607"/>
                    </a:lnTo>
                    <a:lnTo>
                      <a:pt x="4750" y="482"/>
                    </a:lnTo>
                    <a:lnTo>
                      <a:pt x="4813" y="461"/>
                    </a:lnTo>
                    <a:lnTo>
                      <a:pt x="4939" y="482"/>
                    </a:lnTo>
                    <a:lnTo>
                      <a:pt x="5085" y="461"/>
                    </a:lnTo>
                    <a:lnTo>
                      <a:pt x="4980" y="314"/>
                    </a:lnTo>
                    <a:lnTo>
                      <a:pt x="4834" y="272"/>
                    </a:lnTo>
                    <a:lnTo>
                      <a:pt x="4897" y="209"/>
                    </a:lnTo>
                    <a:lnTo>
                      <a:pt x="4876" y="168"/>
                    </a:lnTo>
                    <a:lnTo>
                      <a:pt x="4939" y="147"/>
                    </a:lnTo>
                    <a:lnTo>
                      <a:pt x="4939" y="105"/>
                    </a:lnTo>
                    <a:lnTo>
                      <a:pt x="4813" y="84"/>
                    </a:lnTo>
                    <a:lnTo>
                      <a:pt x="4667" y="84"/>
                    </a:lnTo>
                    <a:lnTo>
                      <a:pt x="4604" y="42"/>
                    </a:lnTo>
                    <a:lnTo>
                      <a:pt x="4164" y="42"/>
                    </a:lnTo>
                    <a:lnTo>
                      <a:pt x="406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60" name="Google Shape;1560;p60"/>
              <p:cNvSpPr/>
              <p:nvPr/>
            </p:nvSpPr>
            <p:spPr>
              <a:xfrm>
                <a:off x="5068275" y="3161675"/>
                <a:ext cx="431050" cy="221800"/>
              </a:xfrm>
              <a:custGeom>
                <a:avLst/>
                <a:gdLst/>
                <a:ahLst/>
                <a:cxnLst/>
                <a:rect l="l" t="t" r="r" b="b"/>
                <a:pathLst>
                  <a:path w="17242" h="8872" extrusionOk="0">
                    <a:moveTo>
                      <a:pt x="16991" y="8202"/>
                    </a:moveTo>
                    <a:lnTo>
                      <a:pt x="16886" y="8265"/>
                    </a:lnTo>
                    <a:lnTo>
                      <a:pt x="16928" y="8286"/>
                    </a:lnTo>
                    <a:lnTo>
                      <a:pt x="16907" y="8307"/>
                    </a:lnTo>
                    <a:cubicBezTo>
                      <a:pt x="16886" y="8307"/>
                      <a:pt x="16823" y="8349"/>
                      <a:pt x="16802" y="8349"/>
                    </a:cubicBezTo>
                    <a:lnTo>
                      <a:pt x="16802" y="8307"/>
                    </a:lnTo>
                    <a:lnTo>
                      <a:pt x="16782" y="8349"/>
                    </a:lnTo>
                    <a:cubicBezTo>
                      <a:pt x="16677" y="8370"/>
                      <a:pt x="16572" y="8370"/>
                      <a:pt x="16489" y="8390"/>
                    </a:cubicBezTo>
                    <a:lnTo>
                      <a:pt x="16593" y="8286"/>
                    </a:lnTo>
                    <a:lnTo>
                      <a:pt x="16551" y="8265"/>
                    </a:lnTo>
                    <a:lnTo>
                      <a:pt x="16468" y="8307"/>
                    </a:lnTo>
                    <a:lnTo>
                      <a:pt x="16384" y="8307"/>
                    </a:lnTo>
                    <a:lnTo>
                      <a:pt x="16342" y="8349"/>
                    </a:lnTo>
                    <a:lnTo>
                      <a:pt x="16363" y="8390"/>
                    </a:lnTo>
                    <a:lnTo>
                      <a:pt x="16300" y="8453"/>
                    </a:lnTo>
                    <a:lnTo>
                      <a:pt x="16196" y="8453"/>
                    </a:lnTo>
                    <a:lnTo>
                      <a:pt x="16258" y="8495"/>
                    </a:lnTo>
                    <a:lnTo>
                      <a:pt x="16384" y="8474"/>
                    </a:lnTo>
                    <a:lnTo>
                      <a:pt x="16447" y="8411"/>
                    </a:lnTo>
                    <a:cubicBezTo>
                      <a:pt x="16489" y="8411"/>
                      <a:pt x="16551" y="8411"/>
                      <a:pt x="16614" y="8390"/>
                    </a:cubicBezTo>
                    <a:lnTo>
                      <a:pt x="16614" y="8390"/>
                    </a:lnTo>
                    <a:lnTo>
                      <a:pt x="16593" y="8411"/>
                    </a:lnTo>
                    <a:lnTo>
                      <a:pt x="16677" y="8411"/>
                    </a:lnTo>
                    <a:lnTo>
                      <a:pt x="16719" y="8474"/>
                    </a:lnTo>
                    <a:lnTo>
                      <a:pt x="16802" y="8370"/>
                    </a:lnTo>
                    <a:cubicBezTo>
                      <a:pt x="16823" y="8370"/>
                      <a:pt x="16886" y="8349"/>
                      <a:pt x="16907" y="8349"/>
                    </a:cubicBezTo>
                    <a:lnTo>
                      <a:pt x="16907" y="8370"/>
                    </a:lnTo>
                    <a:lnTo>
                      <a:pt x="17012" y="8390"/>
                    </a:lnTo>
                    <a:lnTo>
                      <a:pt x="17200" y="8307"/>
                    </a:lnTo>
                    <a:lnTo>
                      <a:pt x="17242" y="8244"/>
                    </a:lnTo>
                    <a:lnTo>
                      <a:pt x="17200" y="8202"/>
                    </a:lnTo>
                    <a:lnTo>
                      <a:pt x="17033" y="8244"/>
                    </a:lnTo>
                    <a:lnTo>
                      <a:pt x="16991" y="8202"/>
                    </a:lnTo>
                    <a:close/>
                    <a:moveTo>
                      <a:pt x="16070" y="8411"/>
                    </a:moveTo>
                    <a:lnTo>
                      <a:pt x="16007" y="8443"/>
                    </a:lnTo>
                    <a:lnTo>
                      <a:pt x="16007" y="8443"/>
                    </a:lnTo>
                    <a:cubicBezTo>
                      <a:pt x="16026" y="8475"/>
                      <a:pt x="16037" y="8501"/>
                      <a:pt x="16036" y="8525"/>
                    </a:cubicBezTo>
                    <a:lnTo>
                      <a:pt x="16036" y="8525"/>
                    </a:lnTo>
                    <a:lnTo>
                      <a:pt x="16049" y="8474"/>
                    </a:lnTo>
                    <a:lnTo>
                      <a:pt x="16133" y="8453"/>
                    </a:lnTo>
                    <a:lnTo>
                      <a:pt x="16196" y="8453"/>
                    </a:lnTo>
                    <a:lnTo>
                      <a:pt x="16237" y="8411"/>
                    </a:lnTo>
                    <a:close/>
                    <a:moveTo>
                      <a:pt x="16036" y="8525"/>
                    </a:moveTo>
                    <a:lnTo>
                      <a:pt x="16028" y="8558"/>
                    </a:lnTo>
                    <a:cubicBezTo>
                      <a:pt x="16034" y="8547"/>
                      <a:pt x="16036" y="8536"/>
                      <a:pt x="16036" y="8525"/>
                    </a:cubicBezTo>
                    <a:close/>
                    <a:moveTo>
                      <a:pt x="105" y="0"/>
                    </a:moveTo>
                    <a:lnTo>
                      <a:pt x="22" y="42"/>
                    </a:lnTo>
                    <a:lnTo>
                      <a:pt x="1" y="105"/>
                    </a:lnTo>
                    <a:lnTo>
                      <a:pt x="22" y="251"/>
                    </a:lnTo>
                    <a:lnTo>
                      <a:pt x="168" y="565"/>
                    </a:lnTo>
                    <a:lnTo>
                      <a:pt x="252" y="628"/>
                    </a:lnTo>
                    <a:lnTo>
                      <a:pt x="524" y="879"/>
                    </a:lnTo>
                    <a:lnTo>
                      <a:pt x="587" y="879"/>
                    </a:lnTo>
                    <a:lnTo>
                      <a:pt x="754" y="1067"/>
                    </a:lnTo>
                    <a:lnTo>
                      <a:pt x="838" y="1088"/>
                    </a:lnTo>
                    <a:lnTo>
                      <a:pt x="900" y="1067"/>
                    </a:lnTo>
                    <a:lnTo>
                      <a:pt x="1089" y="1214"/>
                    </a:lnTo>
                    <a:lnTo>
                      <a:pt x="1298" y="1528"/>
                    </a:lnTo>
                    <a:lnTo>
                      <a:pt x="1507" y="1716"/>
                    </a:lnTo>
                    <a:lnTo>
                      <a:pt x="1570" y="1716"/>
                    </a:lnTo>
                    <a:lnTo>
                      <a:pt x="1570" y="1883"/>
                    </a:lnTo>
                    <a:lnTo>
                      <a:pt x="1612" y="1925"/>
                    </a:lnTo>
                    <a:lnTo>
                      <a:pt x="1633" y="2092"/>
                    </a:lnTo>
                    <a:lnTo>
                      <a:pt x="1716" y="2155"/>
                    </a:lnTo>
                    <a:lnTo>
                      <a:pt x="1842" y="2155"/>
                    </a:lnTo>
                    <a:lnTo>
                      <a:pt x="2009" y="2344"/>
                    </a:lnTo>
                    <a:lnTo>
                      <a:pt x="2093" y="2406"/>
                    </a:lnTo>
                    <a:lnTo>
                      <a:pt x="2156" y="2406"/>
                    </a:lnTo>
                    <a:lnTo>
                      <a:pt x="2198" y="2448"/>
                    </a:lnTo>
                    <a:lnTo>
                      <a:pt x="2135" y="2532"/>
                    </a:lnTo>
                    <a:lnTo>
                      <a:pt x="2219" y="2616"/>
                    </a:lnTo>
                    <a:lnTo>
                      <a:pt x="2261" y="2762"/>
                    </a:lnTo>
                    <a:lnTo>
                      <a:pt x="2261" y="2783"/>
                    </a:lnTo>
                    <a:lnTo>
                      <a:pt x="2365" y="3097"/>
                    </a:lnTo>
                    <a:lnTo>
                      <a:pt x="2428" y="3264"/>
                    </a:lnTo>
                    <a:lnTo>
                      <a:pt x="2574" y="3306"/>
                    </a:lnTo>
                    <a:lnTo>
                      <a:pt x="2763" y="3411"/>
                    </a:lnTo>
                    <a:lnTo>
                      <a:pt x="2763" y="3515"/>
                    </a:lnTo>
                    <a:lnTo>
                      <a:pt x="2888" y="3787"/>
                    </a:lnTo>
                    <a:lnTo>
                      <a:pt x="3035" y="3892"/>
                    </a:lnTo>
                    <a:lnTo>
                      <a:pt x="3056" y="4185"/>
                    </a:lnTo>
                    <a:lnTo>
                      <a:pt x="3265" y="4561"/>
                    </a:lnTo>
                    <a:lnTo>
                      <a:pt x="3265" y="4729"/>
                    </a:lnTo>
                    <a:lnTo>
                      <a:pt x="3307" y="4875"/>
                    </a:lnTo>
                    <a:lnTo>
                      <a:pt x="3516" y="5043"/>
                    </a:lnTo>
                    <a:lnTo>
                      <a:pt x="3725" y="5294"/>
                    </a:lnTo>
                    <a:lnTo>
                      <a:pt x="3788" y="5440"/>
                    </a:lnTo>
                    <a:lnTo>
                      <a:pt x="3934" y="5461"/>
                    </a:lnTo>
                    <a:lnTo>
                      <a:pt x="3997" y="5545"/>
                    </a:lnTo>
                    <a:lnTo>
                      <a:pt x="4123" y="5608"/>
                    </a:lnTo>
                    <a:lnTo>
                      <a:pt x="4144" y="5775"/>
                    </a:lnTo>
                    <a:lnTo>
                      <a:pt x="4290" y="5859"/>
                    </a:lnTo>
                    <a:lnTo>
                      <a:pt x="4437" y="6005"/>
                    </a:lnTo>
                    <a:lnTo>
                      <a:pt x="4709" y="6173"/>
                    </a:lnTo>
                    <a:lnTo>
                      <a:pt x="4750" y="6298"/>
                    </a:lnTo>
                    <a:lnTo>
                      <a:pt x="4918" y="6361"/>
                    </a:lnTo>
                    <a:lnTo>
                      <a:pt x="5253" y="6633"/>
                    </a:lnTo>
                    <a:lnTo>
                      <a:pt x="5274" y="6779"/>
                    </a:lnTo>
                    <a:lnTo>
                      <a:pt x="5357" y="6800"/>
                    </a:lnTo>
                    <a:lnTo>
                      <a:pt x="5441" y="6926"/>
                    </a:lnTo>
                    <a:lnTo>
                      <a:pt x="5483" y="6884"/>
                    </a:lnTo>
                    <a:lnTo>
                      <a:pt x="5483" y="6779"/>
                    </a:lnTo>
                    <a:lnTo>
                      <a:pt x="5462" y="6717"/>
                    </a:lnTo>
                    <a:lnTo>
                      <a:pt x="5462" y="6675"/>
                    </a:lnTo>
                    <a:lnTo>
                      <a:pt x="5566" y="6696"/>
                    </a:lnTo>
                    <a:lnTo>
                      <a:pt x="5797" y="6905"/>
                    </a:lnTo>
                    <a:lnTo>
                      <a:pt x="5859" y="6884"/>
                    </a:lnTo>
                    <a:lnTo>
                      <a:pt x="5859" y="6717"/>
                    </a:lnTo>
                    <a:lnTo>
                      <a:pt x="5901" y="6633"/>
                    </a:lnTo>
                    <a:lnTo>
                      <a:pt x="5985" y="6675"/>
                    </a:lnTo>
                    <a:cubicBezTo>
                      <a:pt x="5985" y="6696"/>
                      <a:pt x="6006" y="6696"/>
                      <a:pt x="6006" y="6717"/>
                    </a:cubicBezTo>
                    <a:lnTo>
                      <a:pt x="6090" y="6842"/>
                    </a:lnTo>
                    <a:lnTo>
                      <a:pt x="6110" y="6842"/>
                    </a:lnTo>
                    <a:cubicBezTo>
                      <a:pt x="6173" y="6905"/>
                      <a:pt x="6215" y="6989"/>
                      <a:pt x="6278" y="7030"/>
                    </a:cubicBezTo>
                    <a:lnTo>
                      <a:pt x="6236" y="7051"/>
                    </a:lnTo>
                    <a:lnTo>
                      <a:pt x="6236" y="7198"/>
                    </a:lnTo>
                    <a:lnTo>
                      <a:pt x="6194" y="7323"/>
                    </a:lnTo>
                    <a:lnTo>
                      <a:pt x="6069" y="7344"/>
                    </a:lnTo>
                    <a:lnTo>
                      <a:pt x="6069" y="7449"/>
                    </a:lnTo>
                    <a:lnTo>
                      <a:pt x="5985" y="7470"/>
                    </a:lnTo>
                    <a:lnTo>
                      <a:pt x="5922" y="7428"/>
                    </a:lnTo>
                    <a:lnTo>
                      <a:pt x="5880" y="7428"/>
                    </a:lnTo>
                    <a:lnTo>
                      <a:pt x="5880" y="7512"/>
                    </a:lnTo>
                    <a:lnTo>
                      <a:pt x="5964" y="7554"/>
                    </a:lnTo>
                    <a:lnTo>
                      <a:pt x="6194" y="7554"/>
                    </a:lnTo>
                    <a:lnTo>
                      <a:pt x="6320" y="7512"/>
                    </a:lnTo>
                    <a:lnTo>
                      <a:pt x="6382" y="7616"/>
                    </a:lnTo>
                    <a:lnTo>
                      <a:pt x="6445" y="7658"/>
                    </a:lnTo>
                    <a:lnTo>
                      <a:pt x="6529" y="7637"/>
                    </a:lnTo>
                    <a:lnTo>
                      <a:pt x="6613" y="7637"/>
                    </a:lnTo>
                    <a:lnTo>
                      <a:pt x="6550" y="7679"/>
                    </a:lnTo>
                    <a:lnTo>
                      <a:pt x="6466" y="7826"/>
                    </a:lnTo>
                    <a:lnTo>
                      <a:pt x="6529" y="7867"/>
                    </a:lnTo>
                    <a:lnTo>
                      <a:pt x="6696" y="7888"/>
                    </a:lnTo>
                    <a:lnTo>
                      <a:pt x="6822" y="7951"/>
                    </a:lnTo>
                    <a:lnTo>
                      <a:pt x="6926" y="7888"/>
                    </a:lnTo>
                    <a:lnTo>
                      <a:pt x="6989" y="7951"/>
                    </a:lnTo>
                    <a:lnTo>
                      <a:pt x="7178" y="7951"/>
                    </a:lnTo>
                    <a:lnTo>
                      <a:pt x="7366" y="8077"/>
                    </a:lnTo>
                    <a:lnTo>
                      <a:pt x="7638" y="8160"/>
                    </a:lnTo>
                    <a:lnTo>
                      <a:pt x="7743" y="8035"/>
                    </a:lnTo>
                    <a:lnTo>
                      <a:pt x="7805" y="8035"/>
                    </a:lnTo>
                    <a:lnTo>
                      <a:pt x="7889" y="8139"/>
                    </a:lnTo>
                    <a:lnTo>
                      <a:pt x="7994" y="8160"/>
                    </a:lnTo>
                    <a:lnTo>
                      <a:pt x="8077" y="8077"/>
                    </a:lnTo>
                    <a:lnTo>
                      <a:pt x="8140" y="8077"/>
                    </a:lnTo>
                    <a:lnTo>
                      <a:pt x="8287" y="8181"/>
                    </a:lnTo>
                    <a:lnTo>
                      <a:pt x="8454" y="8181"/>
                    </a:lnTo>
                    <a:lnTo>
                      <a:pt x="8747" y="8370"/>
                    </a:lnTo>
                    <a:lnTo>
                      <a:pt x="9061" y="8474"/>
                    </a:lnTo>
                    <a:lnTo>
                      <a:pt x="9186" y="8390"/>
                    </a:lnTo>
                    <a:lnTo>
                      <a:pt x="9395" y="8390"/>
                    </a:lnTo>
                    <a:lnTo>
                      <a:pt x="9521" y="8495"/>
                    </a:lnTo>
                    <a:lnTo>
                      <a:pt x="9647" y="8390"/>
                    </a:lnTo>
                    <a:lnTo>
                      <a:pt x="9793" y="8411"/>
                    </a:lnTo>
                    <a:lnTo>
                      <a:pt x="9960" y="8495"/>
                    </a:lnTo>
                    <a:lnTo>
                      <a:pt x="10149" y="8495"/>
                    </a:lnTo>
                    <a:lnTo>
                      <a:pt x="10295" y="8411"/>
                    </a:lnTo>
                    <a:lnTo>
                      <a:pt x="10379" y="8411"/>
                    </a:lnTo>
                    <a:lnTo>
                      <a:pt x="10483" y="8516"/>
                    </a:lnTo>
                    <a:lnTo>
                      <a:pt x="10609" y="8558"/>
                    </a:lnTo>
                    <a:lnTo>
                      <a:pt x="10776" y="8683"/>
                    </a:lnTo>
                    <a:lnTo>
                      <a:pt x="10902" y="8662"/>
                    </a:lnTo>
                    <a:lnTo>
                      <a:pt x="10986" y="8725"/>
                    </a:lnTo>
                    <a:lnTo>
                      <a:pt x="11048" y="8704"/>
                    </a:lnTo>
                    <a:lnTo>
                      <a:pt x="11028" y="8516"/>
                    </a:lnTo>
                    <a:lnTo>
                      <a:pt x="10965" y="8474"/>
                    </a:lnTo>
                    <a:lnTo>
                      <a:pt x="11007" y="8453"/>
                    </a:lnTo>
                    <a:cubicBezTo>
                      <a:pt x="11132" y="8453"/>
                      <a:pt x="11237" y="8474"/>
                      <a:pt x="11341" y="8495"/>
                    </a:cubicBezTo>
                    <a:lnTo>
                      <a:pt x="11467" y="8579"/>
                    </a:lnTo>
                    <a:lnTo>
                      <a:pt x="11488" y="8662"/>
                    </a:lnTo>
                    <a:lnTo>
                      <a:pt x="11551" y="8579"/>
                    </a:lnTo>
                    <a:lnTo>
                      <a:pt x="11634" y="8516"/>
                    </a:lnTo>
                    <a:cubicBezTo>
                      <a:pt x="11697" y="8579"/>
                      <a:pt x="11781" y="8600"/>
                      <a:pt x="11864" y="8621"/>
                    </a:cubicBezTo>
                    <a:lnTo>
                      <a:pt x="11844" y="8662"/>
                    </a:lnTo>
                    <a:lnTo>
                      <a:pt x="11864" y="8704"/>
                    </a:lnTo>
                    <a:lnTo>
                      <a:pt x="12053" y="8767"/>
                    </a:lnTo>
                    <a:lnTo>
                      <a:pt x="12157" y="8704"/>
                    </a:lnTo>
                    <a:lnTo>
                      <a:pt x="12220" y="8725"/>
                    </a:lnTo>
                    <a:lnTo>
                      <a:pt x="12220" y="8704"/>
                    </a:lnTo>
                    <a:cubicBezTo>
                      <a:pt x="12262" y="8725"/>
                      <a:pt x="12304" y="8725"/>
                      <a:pt x="12325" y="8767"/>
                    </a:cubicBezTo>
                    <a:lnTo>
                      <a:pt x="12388" y="8809"/>
                    </a:lnTo>
                    <a:lnTo>
                      <a:pt x="12492" y="8872"/>
                    </a:lnTo>
                    <a:lnTo>
                      <a:pt x="12597" y="8830"/>
                    </a:lnTo>
                    <a:lnTo>
                      <a:pt x="12680" y="8830"/>
                    </a:lnTo>
                    <a:lnTo>
                      <a:pt x="12722" y="8872"/>
                    </a:lnTo>
                    <a:lnTo>
                      <a:pt x="12848" y="8809"/>
                    </a:lnTo>
                    <a:lnTo>
                      <a:pt x="12911" y="8725"/>
                    </a:lnTo>
                    <a:lnTo>
                      <a:pt x="13015" y="8767"/>
                    </a:lnTo>
                    <a:lnTo>
                      <a:pt x="13141" y="8704"/>
                    </a:lnTo>
                    <a:lnTo>
                      <a:pt x="13245" y="8725"/>
                    </a:lnTo>
                    <a:lnTo>
                      <a:pt x="13371" y="8621"/>
                    </a:lnTo>
                    <a:lnTo>
                      <a:pt x="13413" y="8704"/>
                    </a:lnTo>
                    <a:lnTo>
                      <a:pt x="13517" y="8683"/>
                    </a:lnTo>
                    <a:lnTo>
                      <a:pt x="13664" y="8704"/>
                    </a:lnTo>
                    <a:lnTo>
                      <a:pt x="13580" y="8662"/>
                    </a:lnTo>
                    <a:lnTo>
                      <a:pt x="13894" y="8662"/>
                    </a:lnTo>
                    <a:lnTo>
                      <a:pt x="13936" y="8683"/>
                    </a:lnTo>
                    <a:lnTo>
                      <a:pt x="13936" y="8662"/>
                    </a:lnTo>
                    <a:lnTo>
                      <a:pt x="14166" y="8662"/>
                    </a:lnTo>
                    <a:lnTo>
                      <a:pt x="14250" y="8683"/>
                    </a:lnTo>
                    <a:lnTo>
                      <a:pt x="14313" y="8683"/>
                    </a:lnTo>
                    <a:lnTo>
                      <a:pt x="14396" y="8704"/>
                    </a:lnTo>
                    <a:lnTo>
                      <a:pt x="14480" y="8683"/>
                    </a:lnTo>
                    <a:lnTo>
                      <a:pt x="14564" y="8683"/>
                    </a:lnTo>
                    <a:lnTo>
                      <a:pt x="14626" y="8725"/>
                    </a:lnTo>
                    <a:lnTo>
                      <a:pt x="14731" y="8683"/>
                    </a:lnTo>
                    <a:lnTo>
                      <a:pt x="14794" y="8704"/>
                    </a:lnTo>
                    <a:lnTo>
                      <a:pt x="14877" y="8704"/>
                    </a:lnTo>
                    <a:lnTo>
                      <a:pt x="14898" y="8683"/>
                    </a:lnTo>
                    <a:lnTo>
                      <a:pt x="15024" y="8621"/>
                    </a:lnTo>
                    <a:lnTo>
                      <a:pt x="15212" y="8662"/>
                    </a:lnTo>
                    <a:lnTo>
                      <a:pt x="15359" y="8579"/>
                    </a:lnTo>
                    <a:lnTo>
                      <a:pt x="15547" y="8579"/>
                    </a:lnTo>
                    <a:lnTo>
                      <a:pt x="15631" y="8600"/>
                    </a:lnTo>
                    <a:lnTo>
                      <a:pt x="15652" y="8579"/>
                    </a:lnTo>
                    <a:cubicBezTo>
                      <a:pt x="15683" y="8589"/>
                      <a:pt x="15714" y="8594"/>
                      <a:pt x="15748" y="8594"/>
                    </a:cubicBezTo>
                    <a:cubicBezTo>
                      <a:pt x="15782" y="8594"/>
                      <a:pt x="15819" y="8589"/>
                      <a:pt x="15861" y="8579"/>
                    </a:cubicBezTo>
                    <a:cubicBezTo>
                      <a:pt x="15882" y="8579"/>
                      <a:pt x="15924" y="8558"/>
                      <a:pt x="15945" y="8516"/>
                    </a:cubicBezTo>
                    <a:lnTo>
                      <a:pt x="15986" y="8453"/>
                    </a:lnTo>
                    <a:lnTo>
                      <a:pt x="16007" y="8443"/>
                    </a:lnTo>
                    <a:lnTo>
                      <a:pt x="16007" y="8443"/>
                    </a:lnTo>
                    <a:cubicBezTo>
                      <a:pt x="16001" y="8433"/>
                      <a:pt x="15994" y="8423"/>
                      <a:pt x="15986" y="8411"/>
                    </a:cubicBezTo>
                    <a:lnTo>
                      <a:pt x="16049" y="8390"/>
                    </a:lnTo>
                    <a:lnTo>
                      <a:pt x="16091" y="8286"/>
                    </a:lnTo>
                    <a:lnTo>
                      <a:pt x="16091" y="8181"/>
                    </a:lnTo>
                    <a:lnTo>
                      <a:pt x="15965" y="8139"/>
                    </a:lnTo>
                    <a:lnTo>
                      <a:pt x="15861" y="8202"/>
                    </a:lnTo>
                    <a:lnTo>
                      <a:pt x="15924" y="8244"/>
                    </a:lnTo>
                    <a:lnTo>
                      <a:pt x="15840" y="8349"/>
                    </a:lnTo>
                    <a:lnTo>
                      <a:pt x="15735" y="8370"/>
                    </a:lnTo>
                    <a:lnTo>
                      <a:pt x="15714" y="8390"/>
                    </a:lnTo>
                    <a:lnTo>
                      <a:pt x="15673" y="8390"/>
                    </a:lnTo>
                    <a:cubicBezTo>
                      <a:pt x="15652" y="8390"/>
                      <a:pt x="15631" y="8411"/>
                      <a:pt x="15610" y="8453"/>
                    </a:cubicBezTo>
                    <a:lnTo>
                      <a:pt x="15526" y="8453"/>
                    </a:lnTo>
                    <a:lnTo>
                      <a:pt x="15442" y="8390"/>
                    </a:lnTo>
                    <a:lnTo>
                      <a:pt x="15296" y="8390"/>
                    </a:lnTo>
                    <a:lnTo>
                      <a:pt x="15149" y="8453"/>
                    </a:lnTo>
                    <a:lnTo>
                      <a:pt x="15003" y="8349"/>
                    </a:lnTo>
                    <a:lnTo>
                      <a:pt x="14836" y="8307"/>
                    </a:lnTo>
                    <a:lnTo>
                      <a:pt x="14773" y="8349"/>
                    </a:lnTo>
                    <a:lnTo>
                      <a:pt x="14626" y="8265"/>
                    </a:lnTo>
                    <a:lnTo>
                      <a:pt x="14354" y="8307"/>
                    </a:lnTo>
                    <a:lnTo>
                      <a:pt x="14166" y="8411"/>
                    </a:lnTo>
                    <a:lnTo>
                      <a:pt x="14166" y="8453"/>
                    </a:lnTo>
                    <a:lnTo>
                      <a:pt x="13999" y="8453"/>
                    </a:lnTo>
                    <a:lnTo>
                      <a:pt x="13894" y="8411"/>
                    </a:lnTo>
                    <a:lnTo>
                      <a:pt x="13894" y="8474"/>
                    </a:lnTo>
                    <a:cubicBezTo>
                      <a:pt x="13852" y="8474"/>
                      <a:pt x="13769" y="8474"/>
                      <a:pt x="13727" y="8495"/>
                    </a:cubicBezTo>
                    <a:lnTo>
                      <a:pt x="13685" y="8453"/>
                    </a:lnTo>
                    <a:lnTo>
                      <a:pt x="13685" y="8370"/>
                    </a:lnTo>
                    <a:lnTo>
                      <a:pt x="13559" y="8349"/>
                    </a:lnTo>
                    <a:lnTo>
                      <a:pt x="13580" y="8453"/>
                    </a:lnTo>
                    <a:lnTo>
                      <a:pt x="13538" y="8474"/>
                    </a:lnTo>
                    <a:lnTo>
                      <a:pt x="13538" y="8370"/>
                    </a:lnTo>
                    <a:lnTo>
                      <a:pt x="13434" y="8286"/>
                    </a:lnTo>
                    <a:lnTo>
                      <a:pt x="13329" y="8349"/>
                    </a:lnTo>
                    <a:lnTo>
                      <a:pt x="13224" y="8265"/>
                    </a:lnTo>
                    <a:lnTo>
                      <a:pt x="13120" y="8202"/>
                    </a:lnTo>
                    <a:lnTo>
                      <a:pt x="12994" y="8286"/>
                    </a:lnTo>
                    <a:lnTo>
                      <a:pt x="12994" y="8349"/>
                    </a:lnTo>
                    <a:lnTo>
                      <a:pt x="13224" y="8411"/>
                    </a:lnTo>
                    <a:lnTo>
                      <a:pt x="13308" y="8495"/>
                    </a:lnTo>
                    <a:lnTo>
                      <a:pt x="13162" y="8495"/>
                    </a:lnTo>
                    <a:lnTo>
                      <a:pt x="13162" y="8516"/>
                    </a:lnTo>
                    <a:lnTo>
                      <a:pt x="13099" y="8579"/>
                    </a:lnTo>
                    <a:lnTo>
                      <a:pt x="13057" y="8579"/>
                    </a:lnTo>
                    <a:cubicBezTo>
                      <a:pt x="13094" y="8560"/>
                      <a:pt x="13098" y="8492"/>
                      <a:pt x="13055" y="8492"/>
                    </a:cubicBezTo>
                    <a:cubicBezTo>
                      <a:pt x="13049" y="8492"/>
                      <a:pt x="13043" y="8493"/>
                      <a:pt x="13036" y="8495"/>
                    </a:cubicBezTo>
                    <a:lnTo>
                      <a:pt x="12952" y="8495"/>
                    </a:lnTo>
                    <a:lnTo>
                      <a:pt x="12932" y="8390"/>
                    </a:lnTo>
                    <a:lnTo>
                      <a:pt x="12848" y="8370"/>
                    </a:lnTo>
                    <a:lnTo>
                      <a:pt x="12743" y="8390"/>
                    </a:lnTo>
                    <a:lnTo>
                      <a:pt x="12639" y="8370"/>
                    </a:lnTo>
                    <a:lnTo>
                      <a:pt x="12492" y="8411"/>
                    </a:lnTo>
                    <a:lnTo>
                      <a:pt x="12408" y="8516"/>
                    </a:lnTo>
                    <a:lnTo>
                      <a:pt x="12388" y="8600"/>
                    </a:lnTo>
                    <a:lnTo>
                      <a:pt x="12283" y="8600"/>
                    </a:lnTo>
                    <a:lnTo>
                      <a:pt x="12283" y="8579"/>
                    </a:lnTo>
                    <a:lnTo>
                      <a:pt x="12283" y="8558"/>
                    </a:lnTo>
                    <a:lnTo>
                      <a:pt x="12304" y="8558"/>
                    </a:lnTo>
                    <a:cubicBezTo>
                      <a:pt x="12325" y="8558"/>
                      <a:pt x="12304" y="8516"/>
                      <a:pt x="12304" y="8516"/>
                    </a:cubicBezTo>
                    <a:lnTo>
                      <a:pt x="12325" y="8495"/>
                    </a:lnTo>
                    <a:lnTo>
                      <a:pt x="12367" y="8370"/>
                    </a:lnTo>
                    <a:lnTo>
                      <a:pt x="12178" y="8307"/>
                    </a:lnTo>
                    <a:lnTo>
                      <a:pt x="12053" y="8390"/>
                    </a:lnTo>
                    <a:lnTo>
                      <a:pt x="12011" y="8516"/>
                    </a:lnTo>
                    <a:cubicBezTo>
                      <a:pt x="11885" y="8495"/>
                      <a:pt x="11781" y="8474"/>
                      <a:pt x="11676" y="8453"/>
                    </a:cubicBezTo>
                    <a:lnTo>
                      <a:pt x="11781" y="8411"/>
                    </a:lnTo>
                    <a:lnTo>
                      <a:pt x="11802" y="8349"/>
                    </a:lnTo>
                    <a:lnTo>
                      <a:pt x="11676" y="8181"/>
                    </a:lnTo>
                    <a:lnTo>
                      <a:pt x="11530" y="8160"/>
                    </a:lnTo>
                    <a:lnTo>
                      <a:pt x="11362" y="8202"/>
                    </a:lnTo>
                    <a:lnTo>
                      <a:pt x="11237" y="8181"/>
                    </a:lnTo>
                    <a:lnTo>
                      <a:pt x="11111" y="8202"/>
                    </a:lnTo>
                    <a:lnTo>
                      <a:pt x="11111" y="8244"/>
                    </a:lnTo>
                    <a:cubicBezTo>
                      <a:pt x="11069" y="8244"/>
                      <a:pt x="11069" y="8244"/>
                      <a:pt x="11048" y="8202"/>
                    </a:cubicBezTo>
                    <a:lnTo>
                      <a:pt x="11069" y="8056"/>
                    </a:lnTo>
                    <a:lnTo>
                      <a:pt x="11028" y="7972"/>
                    </a:lnTo>
                    <a:lnTo>
                      <a:pt x="10923" y="7951"/>
                    </a:lnTo>
                    <a:lnTo>
                      <a:pt x="10902" y="7930"/>
                    </a:lnTo>
                    <a:lnTo>
                      <a:pt x="10797" y="7930"/>
                    </a:lnTo>
                    <a:lnTo>
                      <a:pt x="10714" y="7972"/>
                    </a:lnTo>
                    <a:lnTo>
                      <a:pt x="10609" y="7972"/>
                    </a:lnTo>
                    <a:lnTo>
                      <a:pt x="10525" y="7930"/>
                    </a:lnTo>
                    <a:lnTo>
                      <a:pt x="10400" y="7972"/>
                    </a:lnTo>
                    <a:lnTo>
                      <a:pt x="10274" y="7930"/>
                    </a:lnTo>
                    <a:lnTo>
                      <a:pt x="10191" y="7846"/>
                    </a:lnTo>
                    <a:lnTo>
                      <a:pt x="10191" y="7763"/>
                    </a:lnTo>
                    <a:lnTo>
                      <a:pt x="10086" y="7595"/>
                    </a:lnTo>
                    <a:lnTo>
                      <a:pt x="10086" y="7449"/>
                    </a:lnTo>
                    <a:lnTo>
                      <a:pt x="9939" y="7449"/>
                    </a:lnTo>
                    <a:lnTo>
                      <a:pt x="9856" y="7470"/>
                    </a:lnTo>
                    <a:lnTo>
                      <a:pt x="9772" y="7386"/>
                    </a:lnTo>
                    <a:lnTo>
                      <a:pt x="9667" y="7386"/>
                    </a:lnTo>
                    <a:lnTo>
                      <a:pt x="9542" y="7282"/>
                    </a:lnTo>
                    <a:lnTo>
                      <a:pt x="9458" y="7240"/>
                    </a:lnTo>
                    <a:lnTo>
                      <a:pt x="9354" y="7261"/>
                    </a:lnTo>
                    <a:lnTo>
                      <a:pt x="9270" y="7261"/>
                    </a:lnTo>
                    <a:lnTo>
                      <a:pt x="9144" y="7114"/>
                    </a:lnTo>
                    <a:lnTo>
                      <a:pt x="9040" y="7114"/>
                    </a:lnTo>
                    <a:lnTo>
                      <a:pt x="9019" y="7344"/>
                    </a:lnTo>
                    <a:lnTo>
                      <a:pt x="8935" y="7449"/>
                    </a:lnTo>
                    <a:lnTo>
                      <a:pt x="8684" y="7491"/>
                    </a:lnTo>
                    <a:lnTo>
                      <a:pt x="8370" y="7449"/>
                    </a:lnTo>
                    <a:lnTo>
                      <a:pt x="8015" y="7449"/>
                    </a:lnTo>
                    <a:lnTo>
                      <a:pt x="7805" y="7365"/>
                    </a:lnTo>
                    <a:lnTo>
                      <a:pt x="7763" y="7323"/>
                    </a:lnTo>
                    <a:lnTo>
                      <a:pt x="7784" y="7219"/>
                    </a:lnTo>
                    <a:lnTo>
                      <a:pt x="7701" y="7072"/>
                    </a:lnTo>
                    <a:lnTo>
                      <a:pt x="7450" y="7051"/>
                    </a:lnTo>
                    <a:lnTo>
                      <a:pt x="7240" y="7010"/>
                    </a:lnTo>
                    <a:lnTo>
                      <a:pt x="7136" y="6926"/>
                    </a:lnTo>
                    <a:lnTo>
                      <a:pt x="6947" y="6926"/>
                    </a:lnTo>
                    <a:lnTo>
                      <a:pt x="6906" y="6968"/>
                    </a:lnTo>
                    <a:lnTo>
                      <a:pt x="6843" y="7030"/>
                    </a:lnTo>
                    <a:lnTo>
                      <a:pt x="6759" y="6947"/>
                    </a:lnTo>
                    <a:lnTo>
                      <a:pt x="6592" y="6926"/>
                    </a:lnTo>
                    <a:lnTo>
                      <a:pt x="6487" y="6926"/>
                    </a:lnTo>
                    <a:cubicBezTo>
                      <a:pt x="6403" y="6842"/>
                      <a:pt x="6320" y="6758"/>
                      <a:pt x="6278" y="6654"/>
                    </a:cubicBezTo>
                    <a:lnTo>
                      <a:pt x="6278" y="6486"/>
                    </a:lnTo>
                    <a:lnTo>
                      <a:pt x="6320" y="6173"/>
                    </a:lnTo>
                    <a:lnTo>
                      <a:pt x="6278" y="5963"/>
                    </a:lnTo>
                    <a:lnTo>
                      <a:pt x="6382" y="5712"/>
                    </a:lnTo>
                    <a:lnTo>
                      <a:pt x="6320" y="5649"/>
                    </a:lnTo>
                    <a:lnTo>
                      <a:pt x="6320" y="5461"/>
                    </a:lnTo>
                    <a:lnTo>
                      <a:pt x="6424" y="5398"/>
                    </a:lnTo>
                    <a:lnTo>
                      <a:pt x="6487" y="5336"/>
                    </a:lnTo>
                    <a:lnTo>
                      <a:pt x="6445" y="5231"/>
                    </a:lnTo>
                    <a:lnTo>
                      <a:pt x="6382" y="5168"/>
                    </a:lnTo>
                    <a:lnTo>
                      <a:pt x="6278" y="5085"/>
                    </a:lnTo>
                    <a:lnTo>
                      <a:pt x="6215" y="4959"/>
                    </a:lnTo>
                    <a:lnTo>
                      <a:pt x="6131" y="4938"/>
                    </a:lnTo>
                    <a:lnTo>
                      <a:pt x="6110" y="4854"/>
                    </a:lnTo>
                    <a:lnTo>
                      <a:pt x="6006" y="4813"/>
                    </a:lnTo>
                    <a:lnTo>
                      <a:pt x="5818" y="4833"/>
                    </a:lnTo>
                    <a:lnTo>
                      <a:pt x="5713" y="4813"/>
                    </a:lnTo>
                    <a:lnTo>
                      <a:pt x="5692" y="4624"/>
                    </a:lnTo>
                    <a:lnTo>
                      <a:pt x="5608" y="4520"/>
                    </a:lnTo>
                    <a:lnTo>
                      <a:pt x="5546" y="4561"/>
                    </a:lnTo>
                    <a:lnTo>
                      <a:pt x="5587" y="4457"/>
                    </a:lnTo>
                    <a:lnTo>
                      <a:pt x="5483" y="4415"/>
                    </a:lnTo>
                    <a:lnTo>
                      <a:pt x="5462" y="4122"/>
                    </a:lnTo>
                    <a:lnTo>
                      <a:pt x="5336" y="4185"/>
                    </a:lnTo>
                    <a:lnTo>
                      <a:pt x="5274" y="4122"/>
                    </a:lnTo>
                    <a:lnTo>
                      <a:pt x="5043" y="4122"/>
                    </a:lnTo>
                    <a:lnTo>
                      <a:pt x="4855" y="3996"/>
                    </a:lnTo>
                    <a:lnTo>
                      <a:pt x="4855" y="3892"/>
                    </a:lnTo>
                    <a:lnTo>
                      <a:pt x="4960" y="3850"/>
                    </a:lnTo>
                    <a:lnTo>
                      <a:pt x="5085" y="3766"/>
                    </a:lnTo>
                    <a:lnTo>
                      <a:pt x="5002" y="3704"/>
                    </a:lnTo>
                    <a:lnTo>
                      <a:pt x="4876" y="3745"/>
                    </a:lnTo>
                    <a:lnTo>
                      <a:pt x="4813" y="3704"/>
                    </a:lnTo>
                    <a:lnTo>
                      <a:pt x="4667" y="3766"/>
                    </a:lnTo>
                    <a:lnTo>
                      <a:pt x="4750" y="3683"/>
                    </a:lnTo>
                    <a:lnTo>
                      <a:pt x="4876" y="3578"/>
                    </a:lnTo>
                    <a:lnTo>
                      <a:pt x="5064" y="3557"/>
                    </a:lnTo>
                    <a:lnTo>
                      <a:pt x="5043" y="3432"/>
                    </a:lnTo>
                    <a:lnTo>
                      <a:pt x="4855" y="3222"/>
                    </a:lnTo>
                    <a:lnTo>
                      <a:pt x="4750" y="3222"/>
                    </a:lnTo>
                    <a:lnTo>
                      <a:pt x="4625" y="3285"/>
                    </a:lnTo>
                    <a:lnTo>
                      <a:pt x="4478" y="3369"/>
                    </a:lnTo>
                    <a:lnTo>
                      <a:pt x="4332" y="3369"/>
                    </a:lnTo>
                    <a:lnTo>
                      <a:pt x="4416" y="3348"/>
                    </a:lnTo>
                    <a:lnTo>
                      <a:pt x="4457" y="3285"/>
                    </a:lnTo>
                    <a:lnTo>
                      <a:pt x="4520" y="3264"/>
                    </a:lnTo>
                    <a:lnTo>
                      <a:pt x="4562" y="3180"/>
                    </a:lnTo>
                    <a:lnTo>
                      <a:pt x="4541" y="3097"/>
                    </a:lnTo>
                    <a:lnTo>
                      <a:pt x="4416" y="3055"/>
                    </a:lnTo>
                    <a:lnTo>
                      <a:pt x="4206" y="3055"/>
                    </a:lnTo>
                    <a:lnTo>
                      <a:pt x="4081" y="2929"/>
                    </a:lnTo>
                    <a:lnTo>
                      <a:pt x="4081" y="2846"/>
                    </a:lnTo>
                    <a:lnTo>
                      <a:pt x="4039" y="2678"/>
                    </a:lnTo>
                    <a:lnTo>
                      <a:pt x="3809" y="2448"/>
                    </a:lnTo>
                    <a:lnTo>
                      <a:pt x="3725" y="2427"/>
                    </a:lnTo>
                    <a:lnTo>
                      <a:pt x="3662" y="2448"/>
                    </a:lnTo>
                    <a:lnTo>
                      <a:pt x="3558" y="2364"/>
                    </a:lnTo>
                    <a:lnTo>
                      <a:pt x="3516" y="2155"/>
                    </a:lnTo>
                    <a:lnTo>
                      <a:pt x="3369" y="2009"/>
                    </a:lnTo>
                    <a:lnTo>
                      <a:pt x="3160" y="1883"/>
                    </a:lnTo>
                    <a:lnTo>
                      <a:pt x="3035" y="1883"/>
                    </a:lnTo>
                    <a:lnTo>
                      <a:pt x="2993" y="1925"/>
                    </a:lnTo>
                    <a:lnTo>
                      <a:pt x="2930" y="1883"/>
                    </a:lnTo>
                    <a:lnTo>
                      <a:pt x="2888" y="1716"/>
                    </a:lnTo>
                    <a:lnTo>
                      <a:pt x="2825" y="1800"/>
                    </a:lnTo>
                    <a:lnTo>
                      <a:pt x="2763" y="1716"/>
                    </a:lnTo>
                    <a:lnTo>
                      <a:pt x="2763" y="1528"/>
                    </a:lnTo>
                    <a:lnTo>
                      <a:pt x="2658" y="1402"/>
                    </a:lnTo>
                    <a:lnTo>
                      <a:pt x="2533" y="1381"/>
                    </a:lnTo>
                    <a:lnTo>
                      <a:pt x="2470" y="1297"/>
                    </a:lnTo>
                    <a:lnTo>
                      <a:pt x="2135" y="1088"/>
                    </a:lnTo>
                    <a:lnTo>
                      <a:pt x="2030" y="1088"/>
                    </a:lnTo>
                    <a:lnTo>
                      <a:pt x="1905" y="942"/>
                    </a:lnTo>
                    <a:lnTo>
                      <a:pt x="1779" y="900"/>
                    </a:lnTo>
                    <a:lnTo>
                      <a:pt x="1737" y="837"/>
                    </a:lnTo>
                    <a:lnTo>
                      <a:pt x="1716" y="649"/>
                    </a:lnTo>
                    <a:lnTo>
                      <a:pt x="1612" y="586"/>
                    </a:lnTo>
                    <a:lnTo>
                      <a:pt x="1528" y="460"/>
                    </a:lnTo>
                    <a:lnTo>
                      <a:pt x="1486" y="439"/>
                    </a:lnTo>
                    <a:lnTo>
                      <a:pt x="1403" y="272"/>
                    </a:lnTo>
                    <a:lnTo>
                      <a:pt x="1277" y="230"/>
                    </a:lnTo>
                    <a:lnTo>
                      <a:pt x="1152" y="230"/>
                    </a:lnTo>
                    <a:lnTo>
                      <a:pt x="1068" y="251"/>
                    </a:lnTo>
                    <a:lnTo>
                      <a:pt x="1005" y="209"/>
                    </a:lnTo>
                    <a:lnTo>
                      <a:pt x="859" y="209"/>
                    </a:lnTo>
                    <a:lnTo>
                      <a:pt x="670" y="251"/>
                    </a:lnTo>
                    <a:lnTo>
                      <a:pt x="587" y="209"/>
                    </a:lnTo>
                    <a:lnTo>
                      <a:pt x="336" y="21"/>
                    </a:lnTo>
                    <a:lnTo>
                      <a:pt x="10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1561" name="Google Shape;1561;p60"/>
            <p:cNvSpPr/>
            <p:nvPr/>
          </p:nvSpPr>
          <p:spPr>
            <a:xfrm>
              <a:off x="4437231" y="3100607"/>
              <a:ext cx="29912" cy="37370"/>
            </a:xfrm>
            <a:custGeom>
              <a:avLst/>
              <a:gdLst/>
              <a:ahLst/>
              <a:cxnLst/>
              <a:rect l="l" t="t" r="r" b="b"/>
              <a:pathLst>
                <a:path w="2512" h="3286" extrusionOk="0">
                  <a:moveTo>
                    <a:pt x="126" y="0"/>
                  </a:moveTo>
                  <a:lnTo>
                    <a:pt x="42" y="84"/>
                  </a:lnTo>
                  <a:lnTo>
                    <a:pt x="0" y="210"/>
                  </a:lnTo>
                  <a:lnTo>
                    <a:pt x="126" y="419"/>
                  </a:lnTo>
                  <a:lnTo>
                    <a:pt x="189" y="879"/>
                  </a:lnTo>
                  <a:lnTo>
                    <a:pt x="251" y="1047"/>
                  </a:lnTo>
                  <a:lnTo>
                    <a:pt x="314" y="1172"/>
                  </a:lnTo>
                  <a:lnTo>
                    <a:pt x="314" y="1360"/>
                  </a:lnTo>
                  <a:lnTo>
                    <a:pt x="251" y="1402"/>
                  </a:lnTo>
                  <a:lnTo>
                    <a:pt x="293" y="1507"/>
                  </a:lnTo>
                  <a:lnTo>
                    <a:pt x="356" y="1611"/>
                  </a:lnTo>
                  <a:lnTo>
                    <a:pt x="335" y="1674"/>
                  </a:lnTo>
                  <a:lnTo>
                    <a:pt x="419" y="1758"/>
                  </a:lnTo>
                  <a:lnTo>
                    <a:pt x="565" y="1863"/>
                  </a:lnTo>
                  <a:lnTo>
                    <a:pt x="649" y="2009"/>
                  </a:lnTo>
                  <a:lnTo>
                    <a:pt x="754" y="2072"/>
                  </a:lnTo>
                  <a:lnTo>
                    <a:pt x="837" y="2176"/>
                  </a:lnTo>
                  <a:lnTo>
                    <a:pt x="754" y="2281"/>
                  </a:lnTo>
                  <a:lnTo>
                    <a:pt x="733" y="2344"/>
                  </a:lnTo>
                  <a:lnTo>
                    <a:pt x="816" y="2407"/>
                  </a:lnTo>
                  <a:lnTo>
                    <a:pt x="1005" y="2490"/>
                  </a:lnTo>
                  <a:lnTo>
                    <a:pt x="1193" y="2616"/>
                  </a:lnTo>
                  <a:lnTo>
                    <a:pt x="1172" y="2720"/>
                  </a:lnTo>
                  <a:lnTo>
                    <a:pt x="1339" y="2867"/>
                  </a:lnTo>
                  <a:lnTo>
                    <a:pt x="1486" y="2867"/>
                  </a:lnTo>
                  <a:lnTo>
                    <a:pt x="1528" y="2909"/>
                  </a:lnTo>
                  <a:lnTo>
                    <a:pt x="1611" y="3013"/>
                  </a:lnTo>
                  <a:lnTo>
                    <a:pt x="1800" y="3118"/>
                  </a:lnTo>
                  <a:lnTo>
                    <a:pt x="1988" y="3139"/>
                  </a:lnTo>
                  <a:lnTo>
                    <a:pt x="2051" y="3223"/>
                  </a:lnTo>
                  <a:lnTo>
                    <a:pt x="2197" y="3264"/>
                  </a:lnTo>
                  <a:lnTo>
                    <a:pt x="2218" y="3244"/>
                  </a:lnTo>
                  <a:lnTo>
                    <a:pt x="2281" y="3285"/>
                  </a:lnTo>
                  <a:lnTo>
                    <a:pt x="2386" y="3223"/>
                  </a:lnTo>
                  <a:lnTo>
                    <a:pt x="2386" y="3181"/>
                  </a:lnTo>
                  <a:lnTo>
                    <a:pt x="2344" y="3181"/>
                  </a:lnTo>
                  <a:lnTo>
                    <a:pt x="2386" y="3118"/>
                  </a:lnTo>
                  <a:lnTo>
                    <a:pt x="2323" y="3076"/>
                  </a:lnTo>
                  <a:lnTo>
                    <a:pt x="2407" y="3118"/>
                  </a:lnTo>
                  <a:lnTo>
                    <a:pt x="2407" y="3181"/>
                  </a:lnTo>
                  <a:lnTo>
                    <a:pt x="2407" y="3223"/>
                  </a:lnTo>
                  <a:lnTo>
                    <a:pt x="2511" y="3244"/>
                  </a:lnTo>
                  <a:lnTo>
                    <a:pt x="2511" y="3118"/>
                  </a:lnTo>
                  <a:lnTo>
                    <a:pt x="2386" y="2846"/>
                  </a:lnTo>
                  <a:lnTo>
                    <a:pt x="2344" y="2846"/>
                  </a:lnTo>
                  <a:lnTo>
                    <a:pt x="2344" y="2804"/>
                  </a:lnTo>
                  <a:lnTo>
                    <a:pt x="2323" y="2762"/>
                  </a:lnTo>
                  <a:lnTo>
                    <a:pt x="2281" y="2741"/>
                  </a:lnTo>
                  <a:lnTo>
                    <a:pt x="2239" y="2553"/>
                  </a:lnTo>
                  <a:lnTo>
                    <a:pt x="2281" y="2511"/>
                  </a:lnTo>
                  <a:lnTo>
                    <a:pt x="2239" y="2448"/>
                  </a:lnTo>
                  <a:lnTo>
                    <a:pt x="2176" y="2448"/>
                  </a:lnTo>
                  <a:lnTo>
                    <a:pt x="2009" y="2344"/>
                  </a:lnTo>
                  <a:lnTo>
                    <a:pt x="1967" y="2197"/>
                  </a:lnTo>
                  <a:lnTo>
                    <a:pt x="1967" y="1904"/>
                  </a:lnTo>
                  <a:lnTo>
                    <a:pt x="1904" y="1821"/>
                  </a:lnTo>
                  <a:lnTo>
                    <a:pt x="1904" y="1716"/>
                  </a:lnTo>
                  <a:lnTo>
                    <a:pt x="1925" y="1674"/>
                  </a:lnTo>
                  <a:lnTo>
                    <a:pt x="1904" y="1381"/>
                  </a:lnTo>
                  <a:lnTo>
                    <a:pt x="1967" y="1339"/>
                  </a:lnTo>
                  <a:lnTo>
                    <a:pt x="1904" y="1088"/>
                  </a:lnTo>
                  <a:lnTo>
                    <a:pt x="1779" y="879"/>
                  </a:lnTo>
                  <a:lnTo>
                    <a:pt x="1360" y="461"/>
                  </a:lnTo>
                  <a:lnTo>
                    <a:pt x="1277" y="314"/>
                  </a:lnTo>
                  <a:lnTo>
                    <a:pt x="1235" y="335"/>
                  </a:lnTo>
                  <a:lnTo>
                    <a:pt x="1172" y="398"/>
                  </a:lnTo>
                  <a:lnTo>
                    <a:pt x="1088" y="398"/>
                  </a:lnTo>
                  <a:lnTo>
                    <a:pt x="1067" y="419"/>
                  </a:lnTo>
                  <a:lnTo>
                    <a:pt x="1067" y="523"/>
                  </a:lnTo>
                  <a:lnTo>
                    <a:pt x="984" y="565"/>
                  </a:lnTo>
                  <a:lnTo>
                    <a:pt x="921" y="523"/>
                  </a:lnTo>
                  <a:lnTo>
                    <a:pt x="816" y="523"/>
                  </a:lnTo>
                  <a:lnTo>
                    <a:pt x="670" y="628"/>
                  </a:lnTo>
                  <a:lnTo>
                    <a:pt x="523" y="607"/>
                  </a:lnTo>
                  <a:lnTo>
                    <a:pt x="523" y="523"/>
                  </a:lnTo>
                  <a:lnTo>
                    <a:pt x="607" y="440"/>
                  </a:lnTo>
                  <a:lnTo>
                    <a:pt x="607" y="251"/>
                  </a:lnTo>
                  <a:lnTo>
                    <a:pt x="544" y="189"/>
                  </a:lnTo>
                  <a:lnTo>
                    <a:pt x="419" y="189"/>
                  </a:lnTo>
                  <a:lnTo>
                    <a:pt x="398" y="126"/>
                  </a:lnTo>
                  <a:lnTo>
                    <a:pt x="231" y="84"/>
                  </a:lnTo>
                  <a:lnTo>
                    <a:pt x="12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62" name="Google Shape;1562;p60"/>
            <p:cNvSpPr/>
            <p:nvPr/>
          </p:nvSpPr>
          <p:spPr>
            <a:xfrm>
              <a:off x="4503746" y="3099174"/>
              <a:ext cx="65289" cy="42135"/>
            </a:xfrm>
            <a:custGeom>
              <a:avLst/>
              <a:gdLst/>
              <a:ahLst/>
              <a:cxnLst/>
              <a:rect l="l" t="t" r="r" b="b"/>
              <a:pathLst>
                <a:path w="5483" h="3705" extrusionOk="0">
                  <a:moveTo>
                    <a:pt x="4186" y="1"/>
                  </a:moveTo>
                  <a:lnTo>
                    <a:pt x="4144" y="22"/>
                  </a:lnTo>
                  <a:lnTo>
                    <a:pt x="4165" y="126"/>
                  </a:lnTo>
                  <a:lnTo>
                    <a:pt x="4039" y="252"/>
                  </a:lnTo>
                  <a:lnTo>
                    <a:pt x="3976" y="231"/>
                  </a:lnTo>
                  <a:lnTo>
                    <a:pt x="4039" y="126"/>
                  </a:lnTo>
                  <a:lnTo>
                    <a:pt x="4018" y="43"/>
                  </a:lnTo>
                  <a:lnTo>
                    <a:pt x="3935" y="43"/>
                  </a:lnTo>
                  <a:lnTo>
                    <a:pt x="3851" y="273"/>
                  </a:lnTo>
                  <a:lnTo>
                    <a:pt x="3767" y="315"/>
                  </a:lnTo>
                  <a:lnTo>
                    <a:pt x="3642" y="587"/>
                  </a:lnTo>
                  <a:lnTo>
                    <a:pt x="3642" y="754"/>
                  </a:lnTo>
                  <a:lnTo>
                    <a:pt x="3432" y="963"/>
                  </a:lnTo>
                  <a:lnTo>
                    <a:pt x="3328" y="963"/>
                  </a:lnTo>
                  <a:lnTo>
                    <a:pt x="3140" y="1005"/>
                  </a:lnTo>
                  <a:lnTo>
                    <a:pt x="3098" y="1089"/>
                  </a:lnTo>
                  <a:lnTo>
                    <a:pt x="3181" y="1089"/>
                  </a:lnTo>
                  <a:lnTo>
                    <a:pt x="3119" y="1152"/>
                  </a:lnTo>
                  <a:lnTo>
                    <a:pt x="3181" y="1173"/>
                  </a:lnTo>
                  <a:lnTo>
                    <a:pt x="3307" y="1152"/>
                  </a:lnTo>
                  <a:lnTo>
                    <a:pt x="3244" y="1214"/>
                  </a:lnTo>
                  <a:lnTo>
                    <a:pt x="3181" y="1277"/>
                  </a:lnTo>
                  <a:lnTo>
                    <a:pt x="3140" y="1298"/>
                  </a:lnTo>
                  <a:lnTo>
                    <a:pt x="3140" y="1319"/>
                  </a:lnTo>
                  <a:lnTo>
                    <a:pt x="3223" y="1528"/>
                  </a:lnTo>
                  <a:lnTo>
                    <a:pt x="3181" y="1633"/>
                  </a:lnTo>
                  <a:lnTo>
                    <a:pt x="3098" y="1591"/>
                  </a:lnTo>
                  <a:lnTo>
                    <a:pt x="3098" y="1465"/>
                  </a:lnTo>
                  <a:lnTo>
                    <a:pt x="3077" y="1361"/>
                  </a:lnTo>
                  <a:lnTo>
                    <a:pt x="3035" y="1361"/>
                  </a:lnTo>
                  <a:lnTo>
                    <a:pt x="3035" y="1319"/>
                  </a:lnTo>
                  <a:lnTo>
                    <a:pt x="2993" y="1319"/>
                  </a:lnTo>
                  <a:lnTo>
                    <a:pt x="2930" y="1424"/>
                  </a:lnTo>
                  <a:lnTo>
                    <a:pt x="2972" y="1675"/>
                  </a:lnTo>
                  <a:lnTo>
                    <a:pt x="2909" y="1717"/>
                  </a:lnTo>
                  <a:lnTo>
                    <a:pt x="2805" y="1612"/>
                  </a:lnTo>
                  <a:lnTo>
                    <a:pt x="2700" y="1465"/>
                  </a:lnTo>
                  <a:lnTo>
                    <a:pt x="2658" y="1465"/>
                  </a:lnTo>
                  <a:lnTo>
                    <a:pt x="2554" y="1403"/>
                  </a:lnTo>
                  <a:lnTo>
                    <a:pt x="2470" y="1507"/>
                  </a:lnTo>
                  <a:lnTo>
                    <a:pt x="2470" y="1633"/>
                  </a:lnTo>
                  <a:lnTo>
                    <a:pt x="2344" y="1779"/>
                  </a:lnTo>
                  <a:lnTo>
                    <a:pt x="2261" y="1884"/>
                  </a:lnTo>
                  <a:lnTo>
                    <a:pt x="2093" y="2030"/>
                  </a:lnTo>
                  <a:lnTo>
                    <a:pt x="2072" y="2135"/>
                  </a:lnTo>
                  <a:lnTo>
                    <a:pt x="1926" y="2323"/>
                  </a:lnTo>
                  <a:lnTo>
                    <a:pt x="1779" y="2449"/>
                  </a:lnTo>
                  <a:lnTo>
                    <a:pt x="1319" y="2554"/>
                  </a:lnTo>
                  <a:lnTo>
                    <a:pt x="1256" y="2574"/>
                  </a:lnTo>
                  <a:lnTo>
                    <a:pt x="1298" y="2742"/>
                  </a:lnTo>
                  <a:lnTo>
                    <a:pt x="1340" y="2784"/>
                  </a:lnTo>
                  <a:lnTo>
                    <a:pt x="1256" y="2763"/>
                  </a:lnTo>
                  <a:lnTo>
                    <a:pt x="1173" y="2826"/>
                  </a:lnTo>
                  <a:lnTo>
                    <a:pt x="1047" y="2846"/>
                  </a:lnTo>
                  <a:lnTo>
                    <a:pt x="984" y="2888"/>
                  </a:lnTo>
                  <a:lnTo>
                    <a:pt x="943" y="3035"/>
                  </a:lnTo>
                  <a:lnTo>
                    <a:pt x="943" y="3181"/>
                  </a:lnTo>
                  <a:lnTo>
                    <a:pt x="838" y="3349"/>
                  </a:lnTo>
                  <a:lnTo>
                    <a:pt x="838" y="3370"/>
                  </a:lnTo>
                  <a:lnTo>
                    <a:pt x="629" y="3349"/>
                  </a:lnTo>
                  <a:lnTo>
                    <a:pt x="399" y="3265"/>
                  </a:lnTo>
                  <a:lnTo>
                    <a:pt x="210" y="3265"/>
                  </a:lnTo>
                  <a:lnTo>
                    <a:pt x="168" y="3181"/>
                  </a:lnTo>
                  <a:lnTo>
                    <a:pt x="64" y="3056"/>
                  </a:lnTo>
                  <a:lnTo>
                    <a:pt x="1" y="3077"/>
                  </a:lnTo>
                  <a:lnTo>
                    <a:pt x="127" y="3286"/>
                  </a:lnTo>
                  <a:lnTo>
                    <a:pt x="315" y="3411"/>
                  </a:lnTo>
                  <a:lnTo>
                    <a:pt x="357" y="3474"/>
                  </a:lnTo>
                  <a:lnTo>
                    <a:pt x="482" y="3579"/>
                  </a:lnTo>
                  <a:lnTo>
                    <a:pt x="503" y="3683"/>
                  </a:lnTo>
                  <a:lnTo>
                    <a:pt x="608" y="3704"/>
                  </a:lnTo>
                  <a:lnTo>
                    <a:pt x="775" y="3662"/>
                  </a:lnTo>
                  <a:lnTo>
                    <a:pt x="796" y="3579"/>
                  </a:lnTo>
                  <a:lnTo>
                    <a:pt x="922" y="3600"/>
                  </a:lnTo>
                  <a:lnTo>
                    <a:pt x="1005" y="3558"/>
                  </a:lnTo>
                  <a:lnTo>
                    <a:pt x="1319" y="3579"/>
                  </a:lnTo>
                  <a:lnTo>
                    <a:pt x="1654" y="3453"/>
                  </a:lnTo>
                  <a:lnTo>
                    <a:pt x="1738" y="3370"/>
                  </a:lnTo>
                  <a:lnTo>
                    <a:pt x="2031" y="3370"/>
                  </a:lnTo>
                  <a:lnTo>
                    <a:pt x="2156" y="3411"/>
                  </a:lnTo>
                  <a:lnTo>
                    <a:pt x="2198" y="3495"/>
                  </a:lnTo>
                  <a:lnTo>
                    <a:pt x="2344" y="3495"/>
                  </a:lnTo>
                  <a:lnTo>
                    <a:pt x="2575" y="3370"/>
                  </a:lnTo>
                  <a:lnTo>
                    <a:pt x="2868" y="3307"/>
                  </a:lnTo>
                  <a:lnTo>
                    <a:pt x="2826" y="3244"/>
                  </a:lnTo>
                  <a:lnTo>
                    <a:pt x="3077" y="2888"/>
                  </a:lnTo>
                  <a:lnTo>
                    <a:pt x="3140" y="2637"/>
                  </a:lnTo>
                  <a:lnTo>
                    <a:pt x="3328" y="2365"/>
                  </a:lnTo>
                  <a:lnTo>
                    <a:pt x="3453" y="1926"/>
                  </a:lnTo>
                  <a:lnTo>
                    <a:pt x="3453" y="1842"/>
                  </a:lnTo>
                  <a:lnTo>
                    <a:pt x="3516" y="1737"/>
                  </a:lnTo>
                  <a:lnTo>
                    <a:pt x="3516" y="1675"/>
                  </a:lnTo>
                  <a:lnTo>
                    <a:pt x="3621" y="1528"/>
                  </a:lnTo>
                  <a:lnTo>
                    <a:pt x="3725" y="1570"/>
                  </a:lnTo>
                  <a:lnTo>
                    <a:pt x="4165" y="1570"/>
                  </a:lnTo>
                  <a:lnTo>
                    <a:pt x="4228" y="1612"/>
                  </a:lnTo>
                  <a:lnTo>
                    <a:pt x="4374" y="1612"/>
                  </a:lnTo>
                  <a:lnTo>
                    <a:pt x="4500" y="1633"/>
                  </a:lnTo>
                  <a:lnTo>
                    <a:pt x="4500" y="1591"/>
                  </a:lnTo>
                  <a:lnTo>
                    <a:pt x="4667" y="1675"/>
                  </a:lnTo>
                  <a:lnTo>
                    <a:pt x="4751" y="1696"/>
                  </a:lnTo>
                  <a:lnTo>
                    <a:pt x="4876" y="1633"/>
                  </a:lnTo>
                  <a:lnTo>
                    <a:pt x="5023" y="1612"/>
                  </a:lnTo>
                  <a:lnTo>
                    <a:pt x="5023" y="1528"/>
                  </a:lnTo>
                  <a:lnTo>
                    <a:pt x="4876" y="1403"/>
                  </a:lnTo>
                  <a:lnTo>
                    <a:pt x="4876" y="1277"/>
                  </a:lnTo>
                  <a:lnTo>
                    <a:pt x="4918" y="1214"/>
                  </a:lnTo>
                  <a:lnTo>
                    <a:pt x="5169" y="1256"/>
                  </a:lnTo>
                  <a:lnTo>
                    <a:pt x="5357" y="1193"/>
                  </a:lnTo>
                  <a:lnTo>
                    <a:pt x="5483" y="1089"/>
                  </a:lnTo>
                  <a:lnTo>
                    <a:pt x="5441" y="1005"/>
                  </a:lnTo>
                  <a:lnTo>
                    <a:pt x="5357" y="1005"/>
                  </a:lnTo>
                  <a:lnTo>
                    <a:pt x="5232" y="984"/>
                  </a:lnTo>
                  <a:lnTo>
                    <a:pt x="5127" y="880"/>
                  </a:lnTo>
                  <a:lnTo>
                    <a:pt x="5023" y="901"/>
                  </a:lnTo>
                  <a:lnTo>
                    <a:pt x="4897" y="775"/>
                  </a:lnTo>
                  <a:lnTo>
                    <a:pt x="4813" y="775"/>
                  </a:lnTo>
                  <a:lnTo>
                    <a:pt x="4709" y="859"/>
                  </a:lnTo>
                  <a:lnTo>
                    <a:pt x="4667" y="796"/>
                  </a:lnTo>
                  <a:lnTo>
                    <a:pt x="4792" y="691"/>
                  </a:lnTo>
                  <a:lnTo>
                    <a:pt x="4709" y="629"/>
                  </a:lnTo>
                  <a:lnTo>
                    <a:pt x="4688" y="649"/>
                  </a:lnTo>
                  <a:lnTo>
                    <a:pt x="4604" y="754"/>
                  </a:lnTo>
                  <a:lnTo>
                    <a:pt x="4562" y="670"/>
                  </a:lnTo>
                  <a:lnTo>
                    <a:pt x="4500" y="670"/>
                  </a:lnTo>
                  <a:lnTo>
                    <a:pt x="4500" y="482"/>
                  </a:lnTo>
                  <a:lnTo>
                    <a:pt x="4604" y="461"/>
                  </a:lnTo>
                  <a:lnTo>
                    <a:pt x="4604" y="377"/>
                  </a:lnTo>
                  <a:lnTo>
                    <a:pt x="4458" y="273"/>
                  </a:lnTo>
                  <a:lnTo>
                    <a:pt x="4437" y="336"/>
                  </a:lnTo>
                  <a:lnTo>
                    <a:pt x="4290" y="231"/>
                  </a:lnTo>
                  <a:lnTo>
                    <a:pt x="4290" y="64"/>
                  </a:lnTo>
                  <a:lnTo>
                    <a:pt x="418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63" name="Google Shape;1563;p60"/>
            <p:cNvSpPr/>
            <p:nvPr/>
          </p:nvSpPr>
          <p:spPr>
            <a:xfrm>
              <a:off x="4442708" y="2983061"/>
              <a:ext cx="56823" cy="104945"/>
            </a:xfrm>
            <a:custGeom>
              <a:avLst/>
              <a:gdLst/>
              <a:ahLst/>
              <a:cxnLst/>
              <a:rect l="l" t="t" r="r" b="b"/>
              <a:pathLst>
                <a:path w="4772" h="9228" extrusionOk="0">
                  <a:moveTo>
                    <a:pt x="1821" y="0"/>
                  </a:moveTo>
                  <a:lnTo>
                    <a:pt x="1737" y="84"/>
                  </a:lnTo>
                  <a:lnTo>
                    <a:pt x="1591" y="84"/>
                  </a:lnTo>
                  <a:lnTo>
                    <a:pt x="1465" y="126"/>
                  </a:lnTo>
                  <a:lnTo>
                    <a:pt x="1507" y="314"/>
                  </a:lnTo>
                  <a:lnTo>
                    <a:pt x="1298" y="398"/>
                  </a:lnTo>
                  <a:lnTo>
                    <a:pt x="1193" y="314"/>
                  </a:lnTo>
                  <a:lnTo>
                    <a:pt x="1026" y="377"/>
                  </a:lnTo>
                  <a:lnTo>
                    <a:pt x="1026" y="440"/>
                  </a:lnTo>
                  <a:lnTo>
                    <a:pt x="900" y="502"/>
                  </a:lnTo>
                  <a:lnTo>
                    <a:pt x="879" y="419"/>
                  </a:lnTo>
                  <a:lnTo>
                    <a:pt x="796" y="419"/>
                  </a:lnTo>
                  <a:lnTo>
                    <a:pt x="733" y="502"/>
                  </a:lnTo>
                  <a:lnTo>
                    <a:pt x="607" y="398"/>
                  </a:lnTo>
                  <a:lnTo>
                    <a:pt x="524" y="440"/>
                  </a:lnTo>
                  <a:lnTo>
                    <a:pt x="503" y="544"/>
                  </a:lnTo>
                  <a:lnTo>
                    <a:pt x="419" y="544"/>
                  </a:lnTo>
                  <a:lnTo>
                    <a:pt x="377" y="523"/>
                  </a:lnTo>
                  <a:lnTo>
                    <a:pt x="398" y="440"/>
                  </a:lnTo>
                  <a:lnTo>
                    <a:pt x="315" y="419"/>
                  </a:lnTo>
                  <a:lnTo>
                    <a:pt x="189" y="481"/>
                  </a:lnTo>
                  <a:lnTo>
                    <a:pt x="147" y="523"/>
                  </a:lnTo>
                  <a:lnTo>
                    <a:pt x="105" y="586"/>
                  </a:lnTo>
                  <a:lnTo>
                    <a:pt x="63" y="607"/>
                  </a:lnTo>
                  <a:lnTo>
                    <a:pt x="1" y="628"/>
                  </a:lnTo>
                  <a:lnTo>
                    <a:pt x="63" y="712"/>
                  </a:lnTo>
                  <a:lnTo>
                    <a:pt x="252" y="795"/>
                  </a:lnTo>
                  <a:lnTo>
                    <a:pt x="356" y="942"/>
                  </a:lnTo>
                  <a:lnTo>
                    <a:pt x="461" y="1025"/>
                  </a:lnTo>
                  <a:lnTo>
                    <a:pt x="482" y="1151"/>
                  </a:lnTo>
                  <a:lnTo>
                    <a:pt x="419" y="1235"/>
                  </a:lnTo>
                  <a:lnTo>
                    <a:pt x="628" y="1423"/>
                  </a:lnTo>
                  <a:lnTo>
                    <a:pt x="733" y="1632"/>
                  </a:lnTo>
                  <a:lnTo>
                    <a:pt x="984" y="1632"/>
                  </a:lnTo>
                  <a:lnTo>
                    <a:pt x="1131" y="1674"/>
                  </a:lnTo>
                  <a:lnTo>
                    <a:pt x="1256" y="1590"/>
                  </a:lnTo>
                  <a:lnTo>
                    <a:pt x="1423" y="1590"/>
                  </a:lnTo>
                  <a:lnTo>
                    <a:pt x="1507" y="1695"/>
                  </a:lnTo>
                  <a:lnTo>
                    <a:pt x="1654" y="1737"/>
                  </a:lnTo>
                  <a:lnTo>
                    <a:pt x="1675" y="1841"/>
                  </a:lnTo>
                  <a:lnTo>
                    <a:pt x="1654" y="1946"/>
                  </a:lnTo>
                  <a:lnTo>
                    <a:pt x="1842" y="1988"/>
                  </a:lnTo>
                  <a:lnTo>
                    <a:pt x="1842" y="2072"/>
                  </a:lnTo>
                  <a:lnTo>
                    <a:pt x="1758" y="2092"/>
                  </a:lnTo>
                  <a:lnTo>
                    <a:pt x="1675" y="2302"/>
                  </a:lnTo>
                  <a:lnTo>
                    <a:pt x="1633" y="2385"/>
                  </a:lnTo>
                  <a:lnTo>
                    <a:pt x="1507" y="2385"/>
                  </a:lnTo>
                  <a:lnTo>
                    <a:pt x="1340" y="2469"/>
                  </a:lnTo>
                  <a:lnTo>
                    <a:pt x="1256" y="2469"/>
                  </a:lnTo>
                  <a:lnTo>
                    <a:pt x="1256" y="2532"/>
                  </a:lnTo>
                  <a:lnTo>
                    <a:pt x="1403" y="2699"/>
                  </a:lnTo>
                  <a:lnTo>
                    <a:pt x="1319" y="2783"/>
                  </a:lnTo>
                  <a:lnTo>
                    <a:pt x="1340" y="2846"/>
                  </a:lnTo>
                  <a:lnTo>
                    <a:pt x="1423" y="2846"/>
                  </a:lnTo>
                  <a:lnTo>
                    <a:pt x="1507" y="3013"/>
                  </a:lnTo>
                  <a:lnTo>
                    <a:pt x="1675" y="3013"/>
                  </a:lnTo>
                  <a:lnTo>
                    <a:pt x="1863" y="3118"/>
                  </a:lnTo>
                  <a:lnTo>
                    <a:pt x="1968" y="3118"/>
                  </a:lnTo>
                  <a:lnTo>
                    <a:pt x="2114" y="3327"/>
                  </a:lnTo>
                  <a:lnTo>
                    <a:pt x="2281" y="3411"/>
                  </a:lnTo>
                  <a:lnTo>
                    <a:pt x="2407" y="3557"/>
                  </a:lnTo>
                  <a:lnTo>
                    <a:pt x="2386" y="3641"/>
                  </a:lnTo>
                  <a:lnTo>
                    <a:pt x="2574" y="3850"/>
                  </a:lnTo>
                  <a:lnTo>
                    <a:pt x="2616" y="3976"/>
                  </a:lnTo>
                  <a:lnTo>
                    <a:pt x="2700" y="4038"/>
                  </a:lnTo>
                  <a:lnTo>
                    <a:pt x="2825" y="4038"/>
                  </a:lnTo>
                  <a:lnTo>
                    <a:pt x="2909" y="4143"/>
                  </a:lnTo>
                  <a:lnTo>
                    <a:pt x="2909" y="4206"/>
                  </a:lnTo>
                  <a:lnTo>
                    <a:pt x="2993" y="4289"/>
                  </a:lnTo>
                  <a:lnTo>
                    <a:pt x="3035" y="4289"/>
                  </a:lnTo>
                  <a:lnTo>
                    <a:pt x="3118" y="4310"/>
                  </a:lnTo>
                  <a:lnTo>
                    <a:pt x="3097" y="4415"/>
                  </a:lnTo>
                  <a:lnTo>
                    <a:pt x="3139" y="4478"/>
                  </a:lnTo>
                  <a:lnTo>
                    <a:pt x="3286" y="4478"/>
                  </a:lnTo>
                  <a:lnTo>
                    <a:pt x="3348" y="4582"/>
                  </a:lnTo>
                  <a:lnTo>
                    <a:pt x="3411" y="4603"/>
                  </a:lnTo>
                  <a:lnTo>
                    <a:pt x="3516" y="4561"/>
                  </a:lnTo>
                  <a:lnTo>
                    <a:pt x="3558" y="4624"/>
                  </a:lnTo>
                  <a:lnTo>
                    <a:pt x="3495" y="4708"/>
                  </a:lnTo>
                  <a:lnTo>
                    <a:pt x="3453" y="4875"/>
                  </a:lnTo>
                  <a:lnTo>
                    <a:pt x="3516" y="4938"/>
                  </a:lnTo>
                  <a:lnTo>
                    <a:pt x="3600" y="4938"/>
                  </a:lnTo>
                  <a:lnTo>
                    <a:pt x="3600" y="5105"/>
                  </a:lnTo>
                  <a:lnTo>
                    <a:pt x="3432" y="5231"/>
                  </a:lnTo>
                  <a:lnTo>
                    <a:pt x="3453" y="5357"/>
                  </a:lnTo>
                  <a:lnTo>
                    <a:pt x="3495" y="5440"/>
                  </a:lnTo>
                  <a:lnTo>
                    <a:pt x="3516" y="5629"/>
                  </a:lnTo>
                  <a:lnTo>
                    <a:pt x="3411" y="5670"/>
                  </a:lnTo>
                  <a:lnTo>
                    <a:pt x="3390" y="5670"/>
                  </a:lnTo>
                  <a:lnTo>
                    <a:pt x="3453" y="5859"/>
                  </a:lnTo>
                  <a:lnTo>
                    <a:pt x="3558" y="5921"/>
                  </a:lnTo>
                  <a:lnTo>
                    <a:pt x="3662" y="6152"/>
                  </a:lnTo>
                  <a:lnTo>
                    <a:pt x="3641" y="6340"/>
                  </a:lnTo>
                  <a:lnTo>
                    <a:pt x="3662" y="6445"/>
                  </a:lnTo>
                  <a:lnTo>
                    <a:pt x="3641" y="6591"/>
                  </a:lnTo>
                  <a:lnTo>
                    <a:pt x="3662" y="6717"/>
                  </a:lnTo>
                  <a:lnTo>
                    <a:pt x="3558" y="6905"/>
                  </a:lnTo>
                  <a:lnTo>
                    <a:pt x="3495" y="6926"/>
                  </a:lnTo>
                  <a:lnTo>
                    <a:pt x="3453" y="7010"/>
                  </a:lnTo>
                  <a:lnTo>
                    <a:pt x="3307" y="7072"/>
                  </a:lnTo>
                  <a:lnTo>
                    <a:pt x="3139" y="7177"/>
                  </a:lnTo>
                  <a:lnTo>
                    <a:pt x="3076" y="7282"/>
                  </a:lnTo>
                  <a:lnTo>
                    <a:pt x="2867" y="7282"/>
                  </a:lnTo>
                  <a:lnTo>
                    <a:pt x="2763" y="7344"/>
                  </a:lnTo>
                  <a:lnTo>
                    <a:pt x="2784" y="7554"/>
                  </a:lnTo>
                  <a:lnTo>
                    <a:pt x="2909" y="7595"/>
                  </a:lnTo>
                  <a:lnTo>
                    <a:pt x="3014" y="7700"/>
                  </a:lnTo>
                  <a:lnTo>
                    <a:pt x="2993" y="7763"/>
                  </a:lnTo>
                  <a:lnTo>
                    <a:pt x="3035" y="7909"/>
                  </a:lnTo>
                  <a:lnTo>
                    <a:pt x="2867" y="7909"/>
                  </a:lnTo>
                  <a:lnTo>
                    <a:pt x="2825" y="7826"/>
                  </a:lnTo>
                  <a:lnTo>
                    <a:pt x="2721" y="7763"/>
                  </a:lnTo>
                  <a:lnTo>
                    <a:pt x="2449" y="7826"/>
                  </a:lnTo>
                  <a:lnTo>
                    <a:pt x="2386" y="7805"/>
                  </a:lnTo>
                  <a:lnTo>
                    <a:pt x="2260" y="7805"/>
                  </a:lnTo>
                  <a:lnTo>
                    <a:pt x="2198" y="7951"/>
                  </a:lnTo>
                  <a:lnTo>
                    <a:pt x="2072" y="7972"/>
                  </a:lnTo>
                  <a:lnTo>
                    <a:pt x="1968" y="8118"/>
                  </a:lnTo>
                  <a:lnTo>
                    <a:pt x="1988" y="8139"/>
                  </a:lnTo>
                  <a:lnTo>
                    <a:pt x="1988" y="8244"/>
                  </a:lnTo>
                  <a:lnTo>
                    <a:pt x="1988" y="8265"/>
                  </a:lnTo>
                  <a:lnTo>
                    <a:pt x="2093" y="8286"/>
                  </a:lnTo>
                  <a:lnTo>
                    <a:pt x="2156" y="8265"/>
                  </a:lnTo>
                  <a:lnTo>
                    <a:pt x="2198" y="8286"/>
                  </a:lnTo>
                  <a:lnTo>
                    <a:pt x="2281" y="8265"/>
                  </a:lnTo>
                  <a:lnTo>
                    <a:pt x="2407" y="8286"/>
                  </a:lnTo>
                  <a:lnTo>
                    <a:pt x="2491" y="8265"/>
                  </a:lnTo>
                  <a:lnTo>
                    <a:pt x="2449" y="8328"/>
                  </a:lnTo>
                  <a:lnTo>
                    <a:pt x="2281" y="8453"/>
                  </a:lnTo>
                  <a:lnTo>
                    <a:pt x="2198" y="8579"/>
                  </a:lnTo>
                  <a:lnTo>
                    <a:pt x="2198" y="8767"/>
                  </a:lnTo>
                  <a:lnTo>
                    <a:pt x="2177" y="8851"/>
                  </a:lnTo>
                  <a:lnTo>
                    <a:pt x="2240" y="8851"/>
                  </a:lnTo>
                  <a:lnTo>
                    <a:pt x="2198" y="8872"/>
                  </a:lnTo>
                  <a:lnTo>
                    <a:pt x="2198" y="9018"/>
                  </a:lnTo>
                  <a:lnTo>
                    <a:pt x="2281" y="9081"/>
                  </a:lnTo>
                  <a:lnTo>
                    <a:pt x="2344" y="9060"/>
                  </a:lnTo>
                  <a:lnTo>
                    <a:pt x="2344" y="9060"/>
                  </a:lnTo>
                  <a:lnTo>
                    <a:pt x="2281" y="9123"/>
                  </a:lnTo>
                  <a:lnTo>
                    <a:pt x="2177" y="9165"/>
                  </a:lnTo>
                  <a:lnTo>
                    <a:pt x="2072" y="9227"/>
                  </a:lnTo>
                  <a:lnTo>
                    <a:pt x="2240" y="9227"/>
                  </a:lnTo>
                  <a:lnTo>
                    <a:pt x="2470" y="9123"/>
                  </a:lnTo>
                  <a:lnTo>
                    <a:pt x="2470" y="9102"/>
                  </a:lnTo>
                  <a:lnTo>
                    <a:pt x="2491" y="9102"/>
                  </a:lnTo>
                  <a:lnTo>
                    <a:pt x="2574" y="9018"/>
                  </a:lnTo>
                  <a:lnTo>
                    <a:pt x="2595" y="8914"/>
                  </a:lnTo>
                  <a:lnTo>
                    <a:pt x="2616" y="8851"/>
                  </a:lnTo>
                  <a:lnTo>
                    <a:pt x="2700" y="8872"/>
                  </a:lnTo>
                  <a:lnTo>
                    <a:pt x="2721" y="8851"/>
                  </a:lnTo>
                  <a:lnTo>
                    <a:pt x="2867" y="8746"/>
                  </a:lnTo>
                  <a:lnTo>
                    <a:pt x="2909" y="8746"/>
                  </a:lnTo>
                  <a:lnTo>
                    <a:pt x="2930" y="8683"/>
                  </a:lnTo>
                  <a:lnTo>
                    <a:pt x="2993" y="8662"/>
                  </a:lnTo>
                  <a:lnTo>
                    <a:pt x="2972" y="8600"/>
                  </a:lnTo>
                  <a:lnTo>
                    <a:pt x="2972" y="8579"/>
                  </a:lnTo>
                  <a:lnTo>
                    <a:pt x="2930" y="8495"/>
                  </a:lnTo>
                  <a:lnTo>
                    <a:pt x="2993" y="8495"/>
                  </a:lnTo>
                  <a:lnTo>
                    <a:pt x="3035" y="8558"/>
                  </a:lnTo>
                  <a:lnTo>
                    <a:pt x="3097" y="8579"/>
                  </a:lnTo>
                  <a:lnTo>
                    <a:pt x="3139" y="8537"/>
                  </a:lnTo>
                  <a:lnTo>
                    <a:pt x="3139" y="8453"/>
                  </a:lnTo>
                  <a:lnTo>
                    <a:pt x="3035" y="8349"/>
                  </a:lnTo>
                  <a:lnTo>
                    <a:pt x="3160" y="8453"/>
                  </a:lnTo>
                  <a:lnTo>
                    <a:pt x="3244" y="8390"/>
                  </a:lnTo>
                  <a:lnTo>
                    <a:pt x="3223" y="8286"/>
                  </a:lnTo>
                  <a:lnTo>
                    <a:pt x="3244" y="8244"/>
                  </a:lnTo>
                  <a:lnTo>
                    <a:pt x="3097" y="8181"/>
                  </a:lnTo>
                  <a:lnTo>
                    <a:pt x="3160" y="8181"/>
                  </a:lnTo>
                  <a:lnTo>
                    <a:pt x="3223" y="8160"/>
                  </a:lnTo>
                  <a:lnTo>
                    <a:pt x="3223" y="8139"/>
                  </a:lnTo>
                  <a:lnTo>
                    <a:pt x="3139" y="8077"/>
                  </a:lnTo>
                  <a:lnTo>
                    <a:pt x="3244" y="8118"/>
                  </a:lnTo>
                  <a:lnTo>
                    <a:pt x="3286" y="8077"/>
                  </a:lnTo>
                  <a:lnTo>
                    <a:pt x="3307" y="8014"/>
                  </a:lnTo>
                  <a:lnTo>
                    <a:pt x="3307" y="8077"/>
                  </a:lnTo>
                  <a:lnTo>
                    <a:pt x="3286" y="8160"/>
                  </a:lnTo>
                  <a:lnTo>
                    <a:pt x="3307" y="8160"/>
                  </a:lnTo>
                  <a:lnTo>
                    <a:pt x="3411" y="8139"/>
                  </a:lnTo>
                  <a:lnTo>
                    <a:pt x="3495" y="8181"/>
                  </a:lnTo>
                  <a:lnTo>
                    <a:pt x="3620" y="8160"/>
                  </a:lnTo>
                  <a:lnTo>
                    <a:pt x="3872" y="8014"/>
                  </a:lnTo>
                  <a:lnTo>
                    <a:pt x="3955" y="7951"/>
                  </a:lnTo>
                  <a:lnTo>
                    <a:pt x="4060" y="7951"/>
                  </a:lnTo>
                  <a:lnTo>
                    <a:pt x="4060" y="7846"/>
                  </a:lnTo>
                  <a:lnTo>
                    <a:pt x="4164" y="7763"/>
                  </a:lnTo>
                  <a:lnTo>
                    <a:pt x="4269" y="7721"/>
                  </a:lnTo>
                  <a:lnTo>
                    <a:pt x="4395" y="7595"/>
                  </a:lnTo>
                  <a:lnTo>
                    <a:pt x="4457" y="7554"/>
                  </a:lnTo>
                  <a:lnTo>
                    <a:pt x="4478" y="7428"/>
                  </a:lnTo>
                  <a:lnTo>
                    <a:pt x="4541" y="7407"/>
                  </a:lnTo>
                  <a:lnTo>
                    <a:pt x="4604" y="7323"/>
                  </a:lnTo>
                  <a:lnTo>
                    <a:pt x="4583" y="7282"/>
                  </a:lnTo>
                  <a:lnTo>
                    <a:pt x="4604" y="7177"/>
                  </a:lnTo>
                  <a:lnTo>
                    <a:pt x="4541" y="7072"/>
                  </a:lnTo>
                  <a:lnTo>
                    <a:pt x="4646" y="6989"/>
                  </a:lnTo>
                  <a:lnTo>
                    <a:pt x="4646" y="6905"/>
                  </a:lnTo>
                  <a:lnTo>
                    <a:pt x="4688" y="6884"/>
                  </a:lnTo>
                  <a:lnTo>
                    <a:pt x="4688" y="6821"/>
                  </a:lnTo>
                  <a:lnTo>
                    <a:pt x="4646" y="6758"/>
                  </a:lnTo>
                  <a:lnTo>
                    <a:pt x="4646" y="6675"/>
                  </a:lnTo>
                  <a:lnTo>
                    <a:pt x="4688" y="6654"/>
                  </a:lnTo>
                  <a:lnTo>
                    <a:pt x="4709" y="6696"/>
                  </a:lnTo>
                  <a:lnTo>
                    <a:pt x="4709" y="6717"/>
                  </a:lnTo>
                  <a:lnTo>
                    <a:pt x="4729" y="6717"/>
                  </a:lnTo>
                  <a:lnTo>
                    <a:pt x="4771" y="6654"/>
                  </a:lnTo>
                  <a:lnTo>
                    <a:pt x="4688" y="6507"/>
                  </a:lnTo>
                  <a:lnTo>
                    <a:pt x="4667" y="6445"/>
                  </a:lnTo>
                  <a:lnTo>
                    <a:pt x="4604" y="6403"/>
                  </a:lnTo>
                  <a:lnTo>
                    <a:pt x="4604" y="6361"/>
                  </a:lnTo>
                  <a:lnTo>
                    <a:pt x="4583" y="6194"/>
                  </a:lnTo>
                  <a:lnTo>
                    <a:pt x="4604" y="6173"/>
                  </a:lnTo>
                  <a:lnTo>
                    <a:pt x="4562" y="6068"/>
                  </a:lnTo>
                  <a:lnTo>
                    <a:pt x="4583" y="6026"/>
                  </a:lnTo>
                  <a:lnTo>
                    <a:pt x="4583" y="5921"/>
                  </a:lnTo>
                  <a:lnTo>
                    <a:pt x="4541" y="5859"/>
                  </a:lnTo>
                  <a:lnTo>
                    <a:pt x="4499" y="5670"/>
                  </a:lnTo>
                  <a:lnTo>
                    <a:pt x="4457" y="5649"/>
                  </a:lnTo>
                  <a:lnTo>
                    <a:pt x="4437" y="5440"/>
                  </a:lnTo>
                  <a:lnTo>
                    <a:pt x="4332" y="5315"/>
                  </a:lnTo>
                  <a:lnTo>
                    <a:pt x="4353" y="5252"/>
                  </a:lnTo>
                  <a:lnTo>
                    <a:pt x="4332" y="5210"/>
                  </a:lnTo>
                  <a:lnTo>
                    <a:pt x="4332" y="5147"/>
                  </a:lnTo>
                  <a:lnTo>
                    <a:pt x="4185" y="5022"/>
                  </a:lnTo>
                  <a:lnTo>
                    <a:pt x="4185" y="4938"/>
                  </a:lnTo>
                  <a:lnTo>
                    <a:pt x="4164" y="4938"/>
                  </a:lnTo>
                  <a:lnTo>
                    <a:pt x="4144" y="4833"/>
                  </a:lnTo>
                  <a:lnTo>
                    <a:pt x="4060" y="4708"/>
                  </a:lnTo>
                  <a:lnTo>
                    <a:pt x="3809" y="4499"/>
                  </a:lnTo>
                  <a:lnTo>
                    <a:pt x="3746" y="4394"/>
                  </a:lnTo>
                  <a:lnTo>
                    <a:pt x="3453" y="4185"/>
                  </a:lnTo>
                  <a:lnTo>
                    <a:pt x="3139" y="4038"/>
                  </a:lnTo>
                  <a:lnTo>
                    <a:pt x="3139" y="3976"/>
                  </a:lnTo>
                  <a:lnTo>
                    <a:pt x="3014" y="3934"/>
                  </a:lnTo>
                  <a:lnTo>
                    <a:pt x="2784" y="3745"/>
                  </a:lnTo>
                  <a:lnTo>
                    <a:pt x="2763" y="3662"/>
                  </a:lnTo>
                  <a:lnTo>
                    <a:pt x="2721" y="3536"/>
                  </a:lnTo>
                  <a:lnTo>
                    <a:pt x="2721" y="3473"/>
                  </a:lnTo>
                  <a:lnTo>
                    <a:pt x="2721" y="3432"/>
                  </a:lnTo>
                  <a:lnTo>
                    <a:pt x="2679" y="3306"/>
                  </a:lnTo>
                  <a:lnTo>
                    <a:pt x="2595" y="3306"/>
                  </a:lnTo>
                  <a:lnTo>
                    <a:pt x="2470" y="3139"/>
                  </a:lnTo>
                  <a:lnTo>
                    <a:pt x="2281" y="3055"/>
                  </a:lnTo>
                  <a:lnTo>
                    <a:pt x="2177" y="3034"/>
                  </a:lnTo>
                  <a:lnTo>
                    <a:pt x="2281" y="2992"/>
                  </a:lnTo>
                  <a:lnTo>
                    <a:pt x="2281" y="2929"/>
                  </a:lnTo>
                  <a:lnTo>
                    <a:pt x="2177" y="2825"/>
                  </a:lnTo>
                  <a:lnTo>
                    <a:pt x="2240" y="2720"/>
                  </a:lnTo>
                  <a:lnTo>
                    <a:pt x="2281" y="2532"/>
                  </a:lnTo>
                  <a:lnTo>
                    <a:pt x="2260" y="2490"/>
                  </a:lnTo>
                  <a:lnTo>
                    <a:pt x="2198" y="2490"/>
                  </a:lnTo>
                  <a:lnTo>
                    <a:pt x="2198" y="2385"/>
                  </a:lnTo>
                  <a:lnTo>
                    <a:pt x="2260" y="2323"/>
                  </a:lnTo>
                  <a:lnTo>
                    <a:pt x="2281" y="2218"/>
                  </a:lnTo>
                  <a:lnTo>
                    <a:pt x="2344" y="2197"/>
                  </a:lnTo>
                  <a:lnTo>
                    <a:pt x="2365" y="2155"/>
                  </a:lnTo>
                  <a:lnTo>
                    <a:pt x="2386" y="2176"/>
                  </a:lnTo>
                  <a:lnTo>
                    <a:pt x="2449" y="2176"/>
                  </a:lnTo>
                  <a:lnTo>
                    <a:pt x="2553" y="2051"/>
                  </a:lnTo>
                  <a:lnTo>
                    <a:pt x="2574" y="2051"/>
                  </a:lnTo>
                  <a:lnTo>
                    <a:pt x="2616" y="1988"/>
                  </a:lnTo>
                  <a:lnTo>
                    <a:pt x="2574" y="1904"/>
                  </a:lnTo>
                  <a:lnTo>
                    <a:pt x="2595" y="1883"/>
                  </a:lnTo>
                  <a:lnTo>
                    <a:pt x="2595" y="1800"/>
                  </a:lnTo>
                  <a:lnTo>
                    <a:pt x="2595" y="1737"/>
                  </a:lnTo>
                  <a:lnTo>
                    <a:pt x="2574" y="1674"/>
                  </a:lnTo>
                  <a:lnTo>
                    <a:pt x="2616" y="1632"/>
                  </a:lnTo>
                  <a:lnTo>
                    <a:pt x="2616" y="1548"/>
                  </a:lnTo>
                  <a:lnTo>
                    <a:pt x="2679" y="1548"/>
                  </a:lnTo>
                  <a:lnTo>
                    <a:pt x="2700" y="1590"/>
                  </a:lnTo>
                  <a:lnTo>
                    <a:pt x="2721" y="1590"/>
                  </a:lnTo>
                  <a:lnTo>
                    <a:pt x="2804" y="1548"/>
                  </a:lnTo>
                  <a:lnTo>
                    <a:pt x="2888" y="1528"/>
                  </a:lnTo>
                  <a:lnTo>
                    <a:pt x="2930" y="1548"/>
                  </a:lnTo>
                  <a:lnTo>
                    <a:pt x="2972" y="1528"/>
                  </a:lnTo>
                  <a:lnTo>
                    <a:pt x="3014" y="1465"/>
                  </a:lnTo>
                  <a:lnTo>
                    <a:pt x="2993" y="1381"/>
                  </a:lnTo>
                  <a:lnTo>
                    <a:pt x="3014" y="1339"/>
                  </a:lnTo>
                  <a:lnTo>
                    <a:pt x="3118" y="1318"/>
                  </a:lnTo>
                  <a:lnTo>
                    <a:pt x="3223" y="1339"/>
                  </a:lnTo>
                  <a:lnTo>
                    <a:pt x="3328" y="1256"/>
                  </a:lnTo>
                  <a:lnTo>
                    <a:pt x="3390" y="1256"/>
                  </a:lnTo>
                  <a:lnTo>
                    <a:pt x="3432" y="1235"/>
                  </a:lnTo>
                  <a:lnTo>
                    <a:pt x="3495" y="1172"/>
                  </a:lnTo>
                  <a:lnTo>
                    <a:pt x="3453" y="1130"/>
                  </a:lnTo>
                  <a:lnTo>
                    <a:pt x="3348" y="1067"/>
                  </a:lnTo>
                  <a:lnTo>
                    <a:pt x="3286" y="1109"/>
                  </a:lnTo>
                  <a:lnTo>
                    <a:pt x="3223" y="1046"/>
                  </a:lnTo>
                  <a:lnTo>
                    <a:pt x="3118" y="1109"/>
                  </a:lnTo>
                  <a:lnTo>
                    <a:pt x="3014" y="1025"/>
                  </a:lnTo>
                  <a:lnTo>
                    <a:pt x="2888" y="1004"/>
                  </a:lnTo>
                  <a:lnTo>
                    <a:pt x="2867" y="900"/>
                  </a:lnTo>
                  <a:lnTo>
                    <a:pt x="2616" y="816"/>
                  </a:lnTo>
                  <a:lnTo>
                    <a:pt x="2595" y="712"/>
                  </a:lnTo>
                  <a:lnTo>
                    <a:pt x="2512" y="691"/>
                  </a:lnTo>
                  <a:lnTo>
                    <a:pt x="2574" y="481"/>
                  </a:lnTo>
                  <a:lnTo>
                    <a:pt x="2679" y="440"/>
                  </a:lnTo>
                  <a:lnTo>
                    <a:pt x="2679" y="335"/>
                  </a:lnTo>
                  <a:lnTo>
                    <a:pt x="2595" y="272"/>
                  </a:lnTo>
                  <a:lnTo>
                    <a:pt x="2449" y="314"/>
                  </a:lnTo>
                  <a:lnTo>
                    <a:pt x="2386" y="272"/>
                  </a:lnTo>
                  <a:lnTo>
                    <a:pt x="2114" y="272"/>
                  </a:lnTo>
                  <a:lnTo>
                    <a:pt x="2072" y="188"/>
                  </a:lnTo>
                  <a:lnTo>
                    <a:pt x="1947" y="168"/>
                  </a:lnTo>
                  <a:lnTo>
                    <a:pt x="1947" y="84"/>
                  </a:lnTo>
                  <a:lnTo>
                    <a:pt x="182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64" name="Google Shape;1564;p60"/>
            <p:cNvSpPr/>
            <p:nvPr/>
          </p:nvSpPr>
          <p:spPr>
            <a:xfrm>
              <a:off x="4450186" y="3045644"/>
              <a:ext cx="36139" cy="29750"/>
            </a:xfrm>
            <a:custGeom>
              <a:avLst/>
              <a:gdLst/>
              <a:ahLst/>
              <a:cxnLst/>
              <a:rect l="l" t="t" r="r" b="b"/>
              <a:pathLst>
                <a:path w="3035" h="2616" extrusionOk="0">
                  <a:moveTo>
                    <a:pt x="2407" y="0"/>
                  </a:moveTo>
                  <a:lnTo>
                    <a:pt x="2239" y="42"/>
                  </a:lnTo>
                  <a:lnTo>
                    <a:pt x="2135" y="126"/>
                  </a:lnTo>
                  <a:lnTo>
                    <a:pt x="2260" y="251"/>
                  </a:lnTo>
                  <a:lnTo>
                    <a:pt x="2239" y="356"/>
                  </a:lnTo>
                  <a:lnTo>
                    <a:pt x="2260" y="460"/>
                  </a:lnTo>
                  <a:lnTo>
                    <a:pt x="2260" y="544"/>
                  </a:lnTo>
                  <a:lnTo>
                    <a:pt x="2072" y="481"/>
                  </a:lnTo>
                  <a:lnTo>
                    <a:pt x="1967" y="314"/>
                  </a:lnTo>
                  <a:lnTo>
                    <a:pt x="1821" y="314"/>
                  </a:lnTo>
                  <a:lnTo>
                    <a:pt x="1758" y="230"/>
                  </a:lnTo>
                  <a:lnTo>
                    <a:pt x="1632" y="126"/>
                  </a:lnTo>
                  <a:lnTo>
                    <a:pt x="1549" y="167"/>
                  </a:lnTo>
                  <a:lnTo>
                    <a:pt x="1444" y="105"/>
                  </a:lnTo>
                  <a:lnTo>
                    <a:pt x="1298" y="126"/>
                  </a:lnTo>
                  <a:lnTo>
                    <a:pt x="1151" y="63"/>
                  </a:lnTo>
                  <a:lnTo>
                    <a:pt x="1026" y="63"/>
                  </a:lnTo>
                  <a:lnTo>
                    <a:pt x="879" y="146"/>
                  </a:lnTo>
                  <a:lnTo>
                    <a:pt x="816" y="105"/>
                  </a:lnTo>
                  <a:lnTo>
                    <a:pt x="670" y="105"/>
                  </a:lnTo>
                  <a:lnTo>
                    <a:pt x="398" y="167"/>
                  </a:lnTo>
                  <a:lnTo>
                    <a:pt x="272" y="167"/>
                  </a:lnTo>
                  <a:lnTo>
                    <a:pt x="168" y="335"/>
                  </a:lnTo>
                  <a:lnTo>
                    <a:pt x="105" y="523"/>
                  </a:lnTo>
                  <a:lnTo>
                    <a:pt x="42" y="649"/>
                  </a:lnTo>
                  <a:lnTo>
                    <a:pt x="0" y="858"/>
                  </a:lnTo>
                  <a:lnTo>
                    <a:pt x="63" y="1088"/>
                  </a:lnTo>
                  <a:lnTo>
                    <a:pt x="168" y="1151"/>
                  </a:lnTo>
                  <a:lnTo>
                    <a:pt x="210" y="1255"/>
                  </a:lnTo>
                  <a:lnTo>
                    <a:pt x="189" y="1486"/>
                  </a:lnTo>
                  <a:lnTo>
                    <a:pt x="189" y="1569"/>
                  </a:lnTo>
                  <a:lnTo>
                    <a:pt x="272" y="1632"/>
                  </a:lnTo>
                  <a:lnTo>
                    <a:pt x="272" y="1779"/>
                  </a:lnTo>
                  <a:lnTo>
                    <a:pt x="356" y="1820"/>
                  </a:lnTo>
                  <a:lnTo>
                    <a:pt x="356" y="1925"/>
                  </a:lnTo>
                  <a:lnTo>
                    <a:pt x="419" y="2051"/>
                  </a:lnTo>
                  <a:lnTo>
                    <a:pt x="482" y="2030"/>
                  </a:lnTo>
                  <a:lnTo>
                    <a:pt x="523" y="2113"/>
                  </a:lnTo>
                  <a:lnTo>
                    <a:pt x="503" y="2218"/>
                  </a:lnTo>
                  <a:lnTo>
                    <a:pt x="565" y="2260"/>
                  </a:lnTo>
                  <a:lnTo>
                    <a:pt x="565" y="2364"/>
                  </a:lnTo>
                  <a:lnTo>
                    <a:pt x="733" y="2364"/>
                  </a:lnTo>
                  <a:lnTo>
                    <a:pt x="733" y="2260"/>
                  </a:lnTo>
                  <a:lnTo>
                    <a:pt x="795" y="2218"/>
                  </a:lnTo>
                  <a:lnTo>
                    <a:pt x="837" y="2155"/>
                  </a:lnTo>
                  <a:lnTo>
                    <a:pt x="837" y="2239"/>
                  </a:lnTo>
                  <a:lnTo>
                    <a:pt x="900" y="2323"/>
                  </a:lnTo>
                  <a:lnTo>
                    <a:pt x="879" y="2406"/>
                  </a:lnTo>
                  <a:lnTo>
                    <a:pt x="816" y="2469"/>
                  </a:lnTo>
                  <a:lnTo>
                    <a:pt x="837" y="2553"/>
                  </a:lnTo>
                  <a:lnTo>
                    <a:pt x="879" y="2574"/>
                  </a:lnTo>
                  <a:lnTo>
                    <a:pt x="921" y="2574"/>
                  </a:lnTo>
                  <a:lnTo>
                    <a:pt x="1026" y="2511"/>
                  </a:lnTo>
                  <a:lnTo>
                    <a:pt x="1026" y="2469"/>
                  </a:lnTo>
                  <a:lnTo>
                    <a:pt x="1088" y="2532"/>
                  </a:lnTo>
                  <a:lnTo>
                    <a:pt x="1214" y="2553"/>
                  </a:lnTo>
                  <a:lnTo>
                    <a:pt x="1235" y="2532"/>
                  </a:lnTo>
                  <a:lnTo>
                    <a:pt x="1340" y="2615"/>
                  </a:lnTo>
                  <a:lnTo>
                    <a:pt x="1444" y="2469"/>
                  </a:lnTo>
                  <a:lnTo>
                    <a:pt x="1570" y="2448"/>
                  </a:lnTo>
                  <a:lnTo>
                    <a:pt x="1632" y="2302"/>
                  </a:lnTo>
                  <a:lnTo>
                    <a:pt x="1758" y="2302"/>
                  </a:lnTo>
                  <a:lnTo>
                    <a:pt x="1821" y="2323"/>
                  </a:lnTo>
                  <a:lnTo>
                    <a:pt x="2093" y="2260"/>
                  </a:lnTo>
                  <a:lnTo>
                    <a:pt x="2197" y="2323"/>
                  </a:lnTo>
                  <a:lnTo>
                    <a:pt x="2239" y="2406"/>
                  </a:lnTo>
                  <a:lnTo>
                    <a:pt x="2407" y="2406"/>
                  </a:lnTo>
                  <a:lnTo>
                    <a:pt x="2365" y="2260"/>
                  </a:lnTo>
                  <a:lnTo>
                    <a:pt x="2386" y="2197"/>
                  </a:lnTo>
                  <a:lnTo>
                    <a:pt x="2281" y="2092"/>
                  </a:lnTo>
                  <a:lnTo>
                    <a:pt x="2156" y="2051"/>
                  </a:lnTo>
                  <a:lnTo>
                    <a:pt x="2135" y="1841"/>
                  </a:lnTo>
                  <a:lnTo>
                    <a:pt x="2239" y="1779"/>
                  </a:lnTo>
                  <a:lnTo>
                    <a:pt x="2448" y="1779"/>
                  </a:lnTo>
                  <a:lnTo>
                    <a:pt x="2511" y="1674"/>
                  </a:lnTo>
                  <a:lnTo>
                    <a:pt x="2679" y="1569"/>
                  </a:lnTo>
                  <a:lnTo>
                    <a:pt x="2825" y="1507"/>
                  </a:lnTo>
                  <a:lnTo>
                    <a:pt x="2867" y="1423"/>
                  </a:lnTo>
                  <a:lnTo>
                    <a:pt x="2930" y="1402"/>
                  </a:lnTo>
                  <a:lnTo>
                    <a:pt x="3034" y="1214"/>
                  </a:lnTo>
                  <a:lnTo>
                    <a:pt x="3013" y="1088"/>
                  </a:lnTo>
                  <a:lnTo>
                    <a:pt x="3034" y="942"/>
                  </a:lnTo>
                  <a:lnTo>
                    <a:pt x="3013" y="837"/>
                  </a:lnTo>
                  <a:lnTo>
                    <a:pt x="3034" y="649"/>
                  </a:lnTo>
                  <a:lnTo>
                    <a:pt x="2930" y="418"/>
                  </a:lnTo>
                  <a:lnTo>
                    <a:pt x="2825" y="356"/>
                  </a:lnTo>
                  <a:lnTo>
                    <a:pt x="2762" y="167"/>
                  </a:lnTo>
                  <a:lnTo>
                    <a:pt x="2679" y="167"/>
                  </a:lnTo>
                  <a:lnTo>
                    <a:pt x="2574" y="126"/>
                  </a:lnTo>
                  <a:lnTo>
                    <a:pt x="2469" y="105"/>
                  </a:lnTo>
                  <a:lnTo>
                    <a:pt x="240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65" name="Google Shape;1565;p60"/>
            <p:cNvSpPr/>
            <p:nvPr/>
          </p:nvSpPr>
          <p:spPr>
            <a:xfrm>
              <a:off x="4429753" y="2990191"/>
              <a:ext cx="55822" cy="61650"/>
            </a:xfrm>
            <a:custGeom>
              <a:avLst/>
              <a:gdLst/>
              <a:ahLst/>
              <a:cxnLst/>
              <a:rect l="l" t="t" r="r" b="b"/>
              <a:pathLst>
                <a:path w="4688" h="5421" extrusionOk="0">
                  <a:moveTo>
                    <a:pt x="879" y="1"/>
                  </a:moveTo>
                  <a:lnTo>
                    <a:pt x="879" y="85"/>
                  </a:lnTo>
                  <a:lnTo>
                    <a:pt x="817" y="126"/>
                  </a:lnTo>
                  <a:lnTo>
                    <a:pt x="817" y="336"/>
                  </a:lnTo>
                  <a:lnTo>
                    <a:pt x="859" y="440"/>
                  </a:lnTo>
                  <a:lnTo>
                    <a:pt x="859" y="587"/>
                  </a:lnTo>
                  <a:lnTo>
                    <a:pt x="879" y="733"/>
                  </a:lnTo>
                  <a:lnTo>
                    <a:pt x="775" y="712"/>
                  </a:lnTo>
                  <a:lnTo>
                    <a:pt x="649" y="754"/>
                  </a:lnTo>
                  <a:lnTo>
                    <a:pt x="587" y="649"/>
                  </a:lnTo>
                  <a:lnTo>
                    <a:pt x="524" y="608"/>
                  </a:lnTo>
                  <a:lnTo>
                    <a:pt x="419" y="712"/>
                  </a:lnTo>
                  <a:lnTo>
                    <a:pt x="252" y="733"/>
                  </a:lnTo>
                  <a:lnTo>
                    <a:pt x="231" y="838"/>
                  </a:lnTo>
                  <a:lnTo>
                    <a:pt x="189" y="942"/>
                  </a:lnTo>
                  <a:lnTo>
                    <a:pt x="231" y="1026"/>
                  </a:lnTo>
                  <a:lnTo>
                    <a:pt x="105" y="1110"/>
                  </a:lnTo>
                  <a:lnTo>
                    <a:pt x="43" y="1110"/>
                  </a:lnTo>
                  <a:lnTo>
                    <a:pt x="1" y="1256"/>
                  </a:lnTo>
                  <a:lnTo>
                    <a:pt x="43" y="1382"/>
                  </a:lnTo>
                  <a:lnTo>
                    <a:pt x="210" y="1361"/>
                  </a:lnTo>
                  <a:lnTo>
                    <a:pt x="315" y="1486"/>
                  </a:lnTo>
                  <a:lnTo>
                    <a:pt x="335" y="1675"/>
                  </a:lnTo>
                  <a:lnTo>
                    <a:pt x="252" y="1758"/>
                  </a:lnTo>
                  <a:lnTo>
                    <a:pt x="335" y="1884"/>
                  </a:lnTo>
                  <a:lnTo>
                    <a:pt x="440" y="1947"/>
                  </a:lnTo>
                  <a:lnTo>
                    <a:pt x="524" y="1863"/>
                  </a:lnTo>
                  <a:lnTo>
                    <a:pt x="733" y="1863"/>
                  </a:lnTo>
                  <a:lnTo>
                    <a:pt x="754" y="1968"/>
                  </a:lnTo>
                  <a:lnTo>
                    <a:pt x="670" y="2093"/>
                  </a:lnTo>
                  <a:lnTo>
                    <a:pt x="754" y="2198"/>
                  </a:lnTo>
                  <a:lnTo>
                    <a:pt x="733" y="2281"/>
                  </a:lnTo>
                  <a:lnTo>
                    <a:pt x="670" y="2386"/>
                  </a:lnTo>
                  <a:lnTo>
                    <a:pt x="733" y="2512"/>
                  </a:lnTo>
                  <a:lnTo>
                    <a:pt x="733" y="2721"/>
                  </a:lnTo>
                  <a:lnTo>
                    <a:pt x="733" y="3014"/>
                  </a:lnTo>
                  <a:lnTo>
                    <a:pt x="879" y="2930"/>
                  </a:lnTo>
                  <a:lnTo>
                    <a:pt x="1047" y="2909"/>
                  </a:lnTo>
                  <a:lnTo>
                    <a:pt x="1047" y="2784"/>
                  </a:lnTo>
                  <a:lnTo>
                    <a:pt x="1235" y="2700"/>
                  </a:lnTo>
                  <a:lnTo>
                    <a:pt x="1444" y="2805"/>
                  </a:lnTo>
                  <a:lnTo>
                    <a:pt x="1549" y="2805"/>
                  </a:lnTo>
                  <a:lnTo>
                    <a:pt x="1633" y="2930"/>
                  </a:lnTo>
                  <a:lnTo>
                    <a:pt x="1884" y="2909"/>
                  </a:lnTo>
                  <a:lnTo>
                    <a:pt x="2009" y="2637"/>
                  </a:lnTo>
                  <a:lnTo>
                    <a:pt x="2198" y="2595"/>
                  </a:lnTo>
                  <a:lnTo>
                    <a:pt x="2449" y="2679"/>
                  </a:lnTo>
                  <a:lnTo>
                    <a:pt x="2532" y="2826"/>
                  </a:lnTo>
                  <a:lnTo>
                    <a:pt x="2804" y="3014"/>
                  </a:lnTo>
                  <a:lnTo>
                    <a:pt x="2930" y="3118"/>
                  </a:lnTo>
                  <a:lnTo>
                    <a:pt x="2972" y="3244"/>
                  </a:lnTo>
                  <a:lnTo>
                    <a:pt x="2972" y="3328"/>
                  </a:lnTo>
                  <a:lnTo>
                    <a:pt x="2930" y="3411"/>
                  </a:lnTo>
                  <a:lnTo>
                    <a:pt x="2972" y="3537"/>
                  </a:lnTo>
                  <a:lnTo>
                    <a:pt x="2972" y="3725"/>
                  </a:lnTo>
                  <a:lnTo>
                    <a:pt x="2951" y="3788"/>
                  </a:lnTo>
                  <a:lnTo>
                    <a:pt x="3056" y="3872"/>
                  </a:lnTo>
                  <a:lnTo>
                    <a:pt x="3160" y="3997"/>
                  </a:lnTo>
                  <a:lnTo>
                    <a:pt x="3286" y="3997"/>
                  </a:lnTo>
                  <a:lnTo>
                    <a:pt x="3369" y="4060"/>
                  </a:lnTo>
                  <a:lnTo>
                    <a:pt x="3348" y="4102"/>
                  </a:lnTo>
                  <a:lnTo>
                    <a:pt x="3495" y="4206"/>
                  </a:lnTo>
                  <a:lnTo>
                    <a:pt x="3495" y="4290"/>
                  </a:lnTo>
                  <a:lnTo>
                    <a:pt x="3474" y="4416"/>
                  </a:lnTo>
                  <a:lnTo>
                    <a:pt x="3474" y="4499"/>
                  </a:lnTo>
                  <a:lnTo>
                    <a:pt x="3453" y="4604"/>
                  </a:lnTo>
                  <a:lnTo>
                    <a:pt x="3474" y="4688"/>
                  </a:lnTo>
                  <a:lnTo>
                    <a:pt x="3474" y="4897"/>
                  </a:lnTo>
                  <a:lnTo>
                    <a:pt x="3390" y="4981"/>
                  </a:lnTo>
                  <a:lnTo>
                    <a:pt x="3348" y="5002"/>
                  </a:lnTo>
                  <a:lnTo>
                    <a:pt x="3474" y="5106"/>
                  </a:lnTo>
                  <a:lnTo>
                    <a:pt x="3537" y="5190"/>
                  </a:lnTo>
                  <a:lnTo>
                    <a:pt x="3683" y="5190"/>
                  </a:lnTo>
                  <a:lnTo>
                    <a:pt x="3788" y="5357"/>
                  </a:lnTo>
                  <a:lnTo>
                    <a:pt x="3976" y="5420"/>
                  </a:lnTo>
                  <a:lnTo>
                    <a:pt x="3976" y="5336"/>
                  </a:lnTo>
                  <a:lnTo>
                    <a:pt x="3955" y="5232"/>
                  </a:lnTo>
                  <a:lnTo>
                    <a:pt x="3976" y="5127"/>
                  </a:lnTo>
                  <a:lnTo>
                    <a:pt x="3851" y="5002"/>
                  </a:lnTo>
                  <a:lnTo>
                    <a:pt x="3955" y="4918"/>
                  </a:lnTo>
                  <a:lnTo>
                    <a:pt x="4123" y="4876"/>
                  </a:lnTo>
                  <a:lnTo>
                    <a:pt x="4185" y="4981"/>
                  </a:lnTo>
                  <a:lnTo>
                    <a:pt x="4290" y="5002"/>
                  </a:lnTo>
                  <a:lnTo>
                    <a:pt x="4395" y="5043"/>
                  </a:lnTo>
                  <a:lnTo>
                    <a:pt x="4499" y="5043"/>
                  </a:lnTo>
                  <a:lnTo>
                    <a:pt x="4604" y="5002"/>
                  </a:lnTo>
                  <a:lnTo>
                    <a:pt x="4583" y="4813"/>
                  </a:lnTo>
                  <a:lnTo>
                    <a:pt x="4541" y="4730"/>
                  </a:lnTo>
                  <a:lnTo>
                    <a:pt x="4520" y="4604"/>
                  </a:lnTo>
                  <a:lnTo>
                    <a:pt x="4688" y="4478"/>
                  </a:lnTo>
                  <a:lnTo>
                    <a:pt x="4688" y="4311"/>
                  </a:lnTo>
                  <a:lnTo>
                    <a:pt x="4604" y="4311"/>
                  </a:lnTo>
                  <a:lnTo>
                    <a:pt x="4541" y="4248"/>
                  </a:lnTo>
                  <a:lnTo>
                    <a:pt x="4583" y="4081"/>
                  </a:lnTo>
                  <a:lnTo>
                    <a:pt x="4646" y="3997"/>
                  </a:lnTo>
                  <a:lnTo>
                    <a:pt x="4604" y="3934"/>
                  </a:lnTo>
                  <a:lnTo>
                    <a:pt x="4499" y="3976"/>
                  </a:lnTo>
                  <a:lnTo>
                    <a:pt x="4436" y="3955"/>
                  </a:lnTo>
                  <a:lnTo>
                    <a:pt x="4374" y="3851"/>
                  </a:lnTo>
                  <a:lnTo>
                    <a:pt x="4227" y="3851"/>
                  </a:lnTo>
                  <a:lnTo>
                    <a:pt x="4185" y="3788"/>
                  </a:lnTo>
                  <a:lnTo>
                    <a:pt x="4206" y="3683"/>
                  </a:lnTo>
                  <a:lnTo>
                    <a:pt x="4123" y="3662"/>
                  </a:lnTo>
                  <a:lnTo>
                    <a:pt x="4081" y="3662"/>
                  </a:lnTo>
                  <a:lnTo>
                    <a:pt x="3997" y="3579"/>
                  </a:lnTo>
                  <a:lnTo>
                    <a:pt x="3997" y="3516"/>
                  </a:lnTo>
                  <a:lnTo>
                    <a:pt x="3913" y="3411"/>
                  </a:lnTo>
                  <a:lnTo>
                    <a:pt x="3788" y="3411"/>
                  </a:lnTo>
                  <a:lnTo>
                    <a:pt x="3704" y="3349"/>
                  </a:lnTo>
                  <a:lnTo>
                    <a:pt x="3662" y="3223"/>
                  </a:lnTo>
                  <a:lnTo>
                    <a:pt x="3474" y="3014"/>
                  </a:lnTo>
                  <a:lnTo>
                    <a:pt x="3495" y="2930"/>
                  </a:lnTo>
                  <a:lnTo>
                    <a:pt x="3369" y="2784"/>
                  </a:lnTo>
                  <a:lnTo>
                    <a:pt x="3202" y="2700"/>
                  </a:lnTo>
                  <a:lnTo>
                    <a:pt x="3056" y="2491"/>
                  </a:lnTo>
                  <a:lnTo>
                    <a:pt x="2951" y="2491"/>
                  </a:lnTo>
                  <a:lnTo>
                    <a:pt x="2763" y="2386"/>
                  </a:lnTo>
                  <a:lnTo>
                    <a:pt x="2595" y="2386"/>
                  </a:lnTo>
                  <a:lnTo>
                    <a:pt x="2511" y="2219"/>
                  </a:lnTo>
                  <a:lnTo>
                    <a:pt x="2428" y="2219"/>
                  </a:lnTo>
                  <a:lnTo>
                    <a:pt x="2407" y="2156"/>
                  </a:lnTo>
                  <a:lnTo>
                    <a:pt x="2491" y="2072"/>
                  </a:lnTo>
                  <a:lnTo>
                    <a:pt x="2344" y="1905"/>
                  </a:lnTo>
                  <a:lnTo>
                    <a:pt x="2344" y="1842"/>
                  </a:lnTo>
                  <a:lnTo>
                    <a:pt x="2428" y="1842"/>
                  </a:lnTo>
                  <a:lnTo>
                    <a:pt x="2595" y="1758"/>
                  </a:lnTo>
                  <a:lnTo>
                    <a:pt x="2721" y="1758"/>
                  </a:lnTo>
                  <a:lnTo>
                    <a:pt x="2763" y="1675"/>
                  </a:lnTo>
                  <a:lnTo>
                    <a:pt x="2846" y="1465"/>
                  </a:lnTo>
                  <a:lnTo>
                    <a:pt x="2930" y="1445"/>
                  </a:lnTo>
                  <a:lnTo>
                    <a:pt x="2930" y="1361"/>
                  </a:lnTo>
                  <a:lnTo>
                    <a:pt x="2742" y="1319"/>
                  </a:lnTo>
                  <a:lnTo>
                    <a:pt x="2763" y="1214"/>
                  </a:lnTo>
                  <a:lnTo>
                    <a:pt x="2742" y="1110"/>
                  </a:lnTo>
                  <a:lnTo>
                    <a:pt x="2595" y="1068"/>
                  </a:lnTo>
                  <a:lnTo>
                    <a:pt x="2511" y="963"/>
                  </a:lnTo>
                  <a:lnTo>
                    <a:pt x="2344" y="963"/>
                  </a:lnTo>
                  <a:lnTo>
                    <a:pt x="2219" y="1047"/>
                  </a:lnTo>
                  <a:lnTo>
                    <a:pt x="2072" y="1005"/>
                  </a:lnTo>
                  <a:lnTo>
                    <a:pt x="1821" y="1005"/>
                  </a:lnTo>
                  <a:lnTo>
                    <a:pt x="1716" y="796"/>
                  </a:lnTo>
                  <a:lnTo>
                    <a:pt x="1507" y="608"/>
                  </a:lnTo>
                  <a:lnTo>
                    <a:pt x="1570" y="524"/>
                  </a:lnTo>
                  <a:lnTo>
                    <a:pt x="1549" y="398"/>
                  </a:lnTo>
                  <a:lnTo>
                    <a:pt x="1444" y="315"/>
                  </a:lnTo>
                  <a:lnTo>
                    <a:pt x="1340" y="168"/>
                  </a:lnTo>
                  <a:lnTo>
                    <a:pt x="1151" y="85"/>
                  </a:lnTo>
                  <a:lnTo>
                    <a:pt x="108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66" name="Google Shape;1566;p60"/>
            <p:cNvSpPr/>
            <p:nvPr/>
          </p:nvSpPr>
          <p:spPr>
            <a:xfrm>
              <a:off x="4413309" y="3004475"/>
              <a:ext cx="58061" cy="103285"/>
            </a:xfrm>
            <a:custGeom>
              <a:avLst/>
              <a:gdLst/>
              <a:ahLst/>
              <a:cxnLst/>
              <a:rect l="l" t="t" r="r" b="b"/>
              <a:pathLst>
                <a:path w="4876" h="9082" extrusionOk="0">
                  <a:moveTo>
                    <a:pt x="1361" y="0"/>
                  </a:moveTo>
                  <a:lnTo>
                    <a:pt x="1193" y="21"/>
                  </a:lnTo>
                  <a:lnTo>
                    <a:pt x="1068" y="63"/>
                  </a:lnTo>
                  <a:lnTo>
                    <a:pt x="1068" y="126"/>
                  </a:lnTo>
                  <a:lnTo>
                    <a:pt x="1110" y="209"/>
                  </a:lnTo>
                  <a:lnTo>
                    <a:pt x="1089" y="293"/>
                  </a:lnTo>
                  <a:lnTo>
                    <a:pt x="921" y="272"/>
                  </a:lnTo>
                  <a:lnTo>
                    <a:pt x="859" y="314"/>
                  </a:lnTo>
                  <a:lnTo>
                    <a:pt x="859" y="481"/>
                  </a:lnTo>
                  <a:lnTo>
                    <a:pt x="838" y="523"/>
                  </a:lnTo>
                  <a:lnTo>
                    <a:pt x="691" y="523"/>
                  </a:lnTo>
                  <a:lnTo>
                    <a:pt x="566" y="628"/>
                  </a:lnTo>
                  <a:lnTo>
                    <a:pt x="335" y="544"/>
                  </a:lnTo>
                  <a:lnTo>
                    <a:pt x="252" y="691"/>
                  </a:lnTo>
                  <a:lnTo>
                    <a:pt x="273" y="858"/>
                  </a:lnTo>
                  <a:lnTo>
                    <a:pt x="210" y="942"/>
                  </a:lnTo>
                  <a:lnTo>
                    <a:pt x="210" y="1130"/>
                  </a:lnTo>
                  <a:lnTo>
                    <a:pt x="231" y="1214"/>
                  </a:lnTo>
                  <a:lnTo>
                    <a:pt x="126" y="1277"/>
                  </a:lnTo>
                  <a:lnTo>
                    <a:pt x="1" y="1360"/>
                  </a:lnTo>
                  <a:lnTo>
                    <a:pt x="1" y="1444"/>
                  </a:lnTo>
                  <a:lnTo>
                    <a:pt x="63" y="1465"/>
                  </a:lnTo>
                  <a:lnTo>
                    <a:pt x="168" y="1653"/>
                  </a:lnTo>
                  <a:lnTo>
                    <a:pt x="252" y="1737"/>
                  </a:lnTo>
                  <a:lnTo>
                    <a:pt x="315" y="1800"/>
                  </a:lnTo>
                  <a:lnTo>
                    <a:pt x="440" y="1904"/>
                  </a:lnTo>
                  <a:lnTo>
                    <a:pt x="587" y="2197"/>
                  </a:lnTo>
                  <a:lnTo>
                    <a:pt x="670" y="2260"/>
                  </a:lnTo>
                  <a:lnTo>
                    <a:pt x="754" y="2386"/>
                  </a:lnTo>
                  <a:lnTo>
                    <a:pt x="754" y="2511"/>
                  </a:lnTo>
                  <a:lnTo>
                    <a:pt x="879" y="2574"/>
                  </a:lnTo>
                  <a:lnTo>
                    <a:pt x="879" y="2699"/>
                  </a:lnTo>
                  <a:lnTo>
                    <a:pt x="775" y="2741"/>
                  </a:lnTo>
                  <a:lnTo>
                    <a:pt x="754" y="2825"/>
                  </a:lnTo>
                  <a:lnTo>
                    <a:pt x="796" y="3118"/>
                  </a:lnTo>
                  <a:lnTo>
                    <a:pt x="775" y="3222"/>
                  </a:lnTo>
                  <a:lnTo>
                    <a:pt x="670" y="3264"/>
                  </a:lnTo>
                  <a:lnTo>
                    <a:pt x="754" y="3474"/>
                  </a:lnTo>
                  <a:lnTo>
                    <a:pt x="754" y="3578"/>
                  </a:lnTo>
                  <a:lnTo>
                    <a:pt x="900" y="3766"/>
                  </a:lnTo>
                  <a:lnTo>
                    <a:pt x="1089" y="3892"/>
                  </a:lnTo>
                  <a:lnTo>
                    <a:pt x="1256" y="4059"/>
                  </a:lnTo>
                  <a:lnTo>
                    <a:pt x="1298" y="4311"/>
                  </a:lnTo>
                  <a:lnTo>
                    <a:pt x="1277" y="4394"/>
                  </a:lnTo>
                  <a:lnTo>
                    <a:pt x="1298" y="4520"/>
                  </a:lnTo>
                  <a:lnTo>
                    <a:pt x="1277" y="4624"/>
                  </a:lnTo>
                  <a:lnTo>
                    <a:pt x="1361" y="4708"/>
                  </a:lnTo>
                  <a:lnTo>
                    <a:pt x="1382" y="4896"/>
                  </a:lnTo>
                  <a:lnTo>
                    <a:pt x="1424" y="5001"/>
                  </a:lnTo>
                  <a:lnTo>
                    <a:pt x="1403" y="5147"/>
                  </a:lnTo>
                  <a:lnTo>
                    <a:pt x="1486" y="5294"/>
                  </a:lnTo>
                  <a:lnTo>
                    <a:pt x="1486" y="5461"/>
                  </a:lnTo>
                  <a:lnTo>
                    <a:pt x="1403" y="5524"/>
                  </a:lnTo>
                  <a:lnTo>
                    <a:pt x="1277" y="5880"/>
                  </a:lnTo>
                  <a:lnTo>
                    <a:pt x="1152" y="5963"/>
                  </a:lnTo>
                  <a:lnTo>
                    <a:pt x="1152" y="6131"/>
                  </a:lnTo>
                  <a:lnTo>
                    <a:pt x="1089" y="6194"/>
                  </a:lnTo>
                  <a:lnTo>
                    <a:pt x="1068" y="6298"/>
                  </a:lnTo>
                  <a:lnTo>
                    <a:pt x="1047" y="6487"/>
                  </a:lnTo>
                  <a:lnTo>
                    <a:pt x="1089" y="6487"/>
                  </a:lnTo>
                  <a:lnTo>
                    <a:pt x="1005" y="6591"/>
                  </a:lnTo>
                  <a:lnTo>
                    <a:pt x="1047" y="6654"/>
                  </a:lnTo>
                  <a:lnTo>
                    <a:pt x="963" y="6779"/>
                  </a:lnTo>
                  <a:lnTo>
                    <a:pt x="1047" y="6779"/>
                  </a:lnTo>
                  <a:lnTo>
                    <a:pt x="984" y="6863"/>
                  </a:lnTo>
                  <a:lnTo>
                    <a:pt x="921" y="6863"/>
                  </a:lnTo>
                  <a:lnTo>
                    <a:pt x="921" y="7072"/>
                  </a:lnTo>
                  <a:lnTo>
                    <a:pt x="859" y="7114"/>
                  </a:lnTo>
                  <a:lnTo>
                    <a:pt x="879" y="7282"/>
                  </a:lnTo>
                  <a:lnTo>
                    <a:pt x="859" y="7324"/>
                  </a:lnTo>
                  <a:lnTo>
                    <a:pt x="879" y="7533"/>
                  </a:lnTo>
                  <a:lnTo>
                    <a:pt x="921" y="7616"/>
                  </a:lnTo>
                  <a:lnTo>
                    <a:pt x="1005" y="7616"/>
                  </a:lnTo>
                  <a:lnTo>
                    <a:pt x="984" y="7512"/>
                  </a:lnTo>
                  <a:lnTo>
                    <a:pt x="1110" y="7449"/>
                  </a:lnTo>
                  <a:lnTo>
                    <a:pt x="1089" y="7512"/>
                  </a:lnTo>
                  <a:lnTo>
                    <a:pt x="1172" y="7554"/>
                  </a:lnTo>
                  <a:lnTo>
                    <a:pt x="1172" y="7637"/>
                  </a:lnTo>
                  <a:lnTo>
                    <a:pt x="1277" y="7658"/>
                  </a:lnTo>
                  <a:lnTo>
                    <a:pt x="1319" y="7868"/>
                  </a:lnTo>
                  <a:lnTo>
                    <a:pt x="1424" y="7868"/>
                  </a:lnTo>
                  <a:lnTo>
                    <a:pt x="1570" y="8035"/>
                  </a:lnTo>
                  <a:lnTo>
                    <a:pt x="1570" y="8119"/>
                  </a:lnTo>
                  <a:lnTo>
                    <a:pt x="1675" y="8140"/>
                  </a:lnTo>
                  <a:lnTo>
                    <a:pt x="1696" y="8244"/>
                  </a:lnTo>
                  <a:lnTo>
                    <a:pt x="1779" y="8244"/>
                  </a:lnTo>
                  <a:lnTo>
                    <a:pt x="1779" y="8286"/>
                  </a:lnTo>
                  <a:lnTo>
                    <a:pt x="1716" y="8370"/>
                  </a:lnTo>
                  <a:lnTo>
                    <a:pt x="1716" y="8391"/>
                  </a:lnTo>
                  <a:lnTo>
                    <a:pt x="1968" y="8579"/>
                  </a:lnTo>
                  <a:lnTo>
                    <a:pt x="2009" y="8663"/>
                  </a:lnTo>
                  <a:lnTo>
                    <a:pt x="2051" y="8537"/>
                  </a:lnTo>
                  <a:lnTo>
                    <a:pt x="2135" y="8453"/>
                  </a:lnTo>
                  <a:lnTo>
                    <a:pt x="2240" y="8537"/>
                  </a:lnTo>
                  <a:lnTo>
                    <a:pt x="2407" y="8579"/>
                  </a:lnTo>
                  <a:lnTo>
                    <a:pt x="2428" y="8642"/>
                  </a:lnTo>
                  <a:lnTo>
                    <a:pt x="2553" y="8642"/>
                  </a:lnTo>
                  <a:lnTo>
                    <a:pt x="2616" y="8704"/>
                  </a:lnTo>
                  <a:lnTo>
                    <a:pt x="2616" y="8893"/>
                  </a:lnTo>
                  <a:lnTo>
                    <a:pt x="2532" y="8976"/>
                  </a:lnTo>
                  <a:lnTo>
                    <a:pt x="2532" y="9060"/>
                  </a:lnTo>
                  <a:lnTo>
                    <a:pt x="2679" y="9081"/>
                  </a:lnTo>
                  <a:lnTo>
                    <a:pt x="2825" y="8976"/>
                  </a:lnTo>
                  <a:lnTo>
                    <a:pt x="2930" y="8976"/>
                  </a:lnTo>
                  <a:lnTo>
                    <a:pt x="2993" y="9018"/>
                  </a:lnTo>
                  <a:lnTo>
                    <a:pt x="3076" y="8976"/>
                  </a:lnTo>
                  <a:lnTo>
                    <a:pt x="3076" y="8872"/>
                  </a:lnTo>
                  <a:lnTo>
                    <a:pt x="3097" y="8851"/>
                  </a:lnTo>
                  <a:lnTo>
                    <a:pt x="3076" y="8788"/>
                  </a:lnTo>
                  <a:lnTo>
                    <a:pt x="2972" y="8704"/>
                  </a:lnTo>
                  <a:lnTo>
                    <a:pt x="2930" y="8642"/>
                  </a:lnTo>
                  <a:lnTo>
                    <a:pt x="2846" y="8474"/>
                  </a:lnTo>
                  <a:lnTo>
                    <a:pt x="2742" y="8432"/>
                  </a:lnTo>
                  <a:lnTo>
                    <a:pt x="2637" y="8432"/>
                  </a:lnTo>
                  <a:lnTo>
                    <a:pt x="2574" y="8453"/>
                  </a:lnTo>
                  <a:lnTo>
                    <a:pt x="2491" y="8391"/>
                  </a:lnTo>
                  <a:lnTo>
                    <a:pt x="2344" y="8244"/>
                  </a:lnTo>
                  <a:lnTo>
                    <a:pt x="2260" y="8160"/>
                  </a:lnTo>
                  <a:lnTo>
                    <a:pt x="2260" y="8056"/>
                  </a:lnTo>
                  <a:lnTo>
                    <a:pt x="2219" y="8035"/>
                  </a:lnTo>
                  <a:lnTo>
                    <a:pt x="2198" y="8140"/>
                  </a:lnTo>
                  <a:lnTo>
                    <a:pt x="2030" y="8056"/>
                  </a:lnTo>
                  <a:lnTo>
                    <a:pt x="2051" y="7972"/>
                  </a:lnTo>
                  <a:lnTo>
                    <a:pt x="2135" y="7930"/>
                  </a:lnTo>
                  <a:lnTo>
                    <a:pt x="2156" y="7951"/>
                  </a:lnTo>
                  <a:lnTo>
                    <a:pt x="2198" y="7930"/>
                  </a:lnTo>
                  <a:lnTo>
                    <a:pt x="2219" y="7868"/>
                  </a:lnTo>
                  <a:lnTo>
                    <a:pt x="2156" y="7637"/>
                  </a:lnTo>
                  <a:lnTo>
                    <a:pt x="2114" y="7616"/>
                  </a:lnTo>
                  <a:lnTo>
                    <a:pt x="2114" y="7533"/>
                  </a:lnTo>
                  <a:lnTo>
                    <a:pt x="2030" y="7428"/>
                  </a:lnTo>
                  <a:lnTo>
                    <a:pt x="2009" y="7344"/>
                  </a:lnTo>
                  <a:lnTo>
                    <a:pt x="2009" y="7386"/>
                  </a:lnTo>
                  <a:lnTo>
                    <a:pt x="2009" y="7449"/>
                  </a:lnTo>
                  <a:lnTo>
                    <a:pt x="1947" y="7449"/>
                  </a:lnTo>
                  <a:lnTo>
                    <a:pt x="1884" y="7324"/>
                  </a:lnTo>
                  <a:lnTo>
                    <a:pt x="1821" y="7303"/>
                  </a:lnTo>
                  <a:lnTo>
                    <a:pt x="1842" y="7177"/>
                  </a:lnTo>
                  <a:lnTo>
                    <a:pt x="1800" y="7114"/>
                  </a:lnTo>
                  <a:lnTo>
                    <a:pt x="1779" y="6989"/>
                  </a:lnTo>
                  <a:lnTo>
                    <a:pt x="1716" y="6926"/>
                  </a:lnTo>
                  <a:lnTo>
                    <a:pt x="1633" y="6926"/>
                  </a:lnTo>
                  <a:lnTo>
                    <a:pt x="1612" y="6905"/>
                  </a:lnTo>
                  <a:lnTo>
                    <a:pt x="1570" y="6968"/>
                  </a:lnTo>
                  <a:lnTo>
                    <a:pt x="1528" y="7010"/>
                  </a:lnTo>
                  <a:lnTo>
                    <a:pt x="1486" y="7031"/>
                  </a:lnTo>
                  <a:lnTo>
                    <a:pt x="1424" y="6989"/>
                  </a:lnTo>
                  <a:lnTo>
                    <a:pt x="1486" y="6884"/>
                  </a:lnTo>
                  <a:lnTo>
                    <a:pt x="1382" y="6717"/>
                  </a:lnTo>
                  <a:lnTo>
                    <a:pt x="1382" y="6654"/>
                  </a:lnTo>
                  <a:lnTo>
                    <a:pt x="1361" y="6507"/>
                  </a:lnTo>
                  <a:lnTo>
                    <a:pt x="1361" y="6466"/>
                  </a:lnTo>
                  <a:lnTo>
                    <a:pt x="1403" y="6382"/>
                  </a:lnTo>
                  <a:lnTo>
                    <a:pt x="1382" y="6361"/>
                  </a:lnTo>
                  <a:lnTo>
                    <a:pt x="1319" y="6361"/>
                  </a:lnTo>
                  <a:lnTo>
                    <a:pt x="1382" y="6256"/>
                  </a:lnTo>
                  <a:lnTo>
                    <a:pt x="1382" y="6131"/>
                  </a:lnTo>
                  <a:lnTo>
                    <a:pt x="1507" y="5943"/>
                  </a:lnTo>
                  <a:lnTo>
                    <a:pt x="1528" y="5503"/>
                  </a:lnTo>
                  <a:lnTo>
                    <a:pt x="1612" y="5399"/>
                  </a:lnTo>
                  <a:lnTo>
                    <a:pt x="1633" y="5252"/>
                  </a:lnTo>
                  <a:lnTo>
                    <a:pt x="1716" y="5147"/>
                  </a:lnTo>
                  <a:lnTo>
                    <a:pt x="1737" y="5001"/>
                  </a:lnTo>
                  <a:lnTo>
                    <a:pt x="1696" y="4980"/>
                  </a:lnTo>
                  <a:lnTo>
                    <a:pt x="1716" y="4896"/>
                  </a:lnTo>
                  <a:lnTo>
                    <a:pt x="1716" y="4771"/>
                  </a:lnTo>
                  <a:lnTo>
                    <a:pt x="1779" y="4666"/>
                  </a:lnTo>
                  <a:lnTo>
                    <a:pt x="1779" y="4562"/>
                  </a:lnTo>
                  <a:lnTo>
                    <a:pt x="1675" y="4520"/>
                  </a:lnTo>
                  <a:lnTo>
                    <a:pt x="1696" y="4457"/>
                  </a:lnTo>
                  <a:lnTo>
                    <a:pt x="1696" y="4415"/>
                  </a:lnTo>
                  <a:lnTo>
                    <a:pt x="1800" y="4415"/>
                  </a:lnTo>
                  <a:lnTo>
                    <a:pt x="1821" y="4394"/>
                  </a:lnTo>
                  <a:lnTo>
                    <a:pt x="1884" y="4415"/>
                  </a:lnTo>
                  <a:lnTo>
                    <a:pt x="1926" y="4415"/>
                  </a:lnTo>
                  <a:lnTo>
                    <a:pt x="2030" y="4373"/>
                  </a:lnTo>
                  <a:lnTo>
                    <a:pt x="2051" y="4394"/>
                  </a:lnTo>
                  <a:lnTo>
                    <a:pt x="2135" y="4394"/>
                  </a:lnTo>
                  <a:lnTo>
                    <a:pt x="2219" y="4415"/>
                  </a:lnTo>
                  <a:lnTo>
                    <a:pt x="2260" y="4499"/>
                  </a:lnTo>
                  <a:lnTo>
                    <a:pt x="2219" y="4520"/>
                  </a:lnTo>
                  <a:lnTo>
                    <a:pt x="2219" y="4687"/>
                  </a:lnTo>
                  <a:lnTo>
                    <a:pt x="2260" y="4792"/>
                  </a:lnTo>
                  <a:lnTo>
                    <a:pt x="2240" y="4813"/>
                  </a:lnTo>
                  <a:lnTo>
                    <a:pt x="2198" y="4917"/>
                  </a:lnTo>
                  <a:lnTo>
                    <a:pt x="2302" y="4896"/>
                  </a:lnTo>
                  <a:lnTo>
                    <a:pt x="2365" y="4917"/>
                  </a:lnTo>
                  <a:lnTo>
                    <a:pt x="2470" y="4896"/>
                  </a:lnTo>
                  <a:lnTo>
                    <a:pt x="2616" y="4917"/>
                  </a:lnTo>
                  <a:lnTo>
                    <a:pt x="2658" y="4980"/>
                  </a:lnTo>
                  <a:lnTo>
                    <a:pt x="2658" y="4938"/>
                  </a:lnTo>
                  <a:lnTo>
                    <a:pt x="2658" y="4917"/>
                  </a:lnTo>
                  <a:lnTo>
                    <a:pt x="2721" y="4875"/>
                  </a:lnTo>
                  <a:lnTo>
                    <a:pt x="2784" y="4896"/>
                  </a:lnTo>
                  <a:lnTo>
                    <a:pt x="2951" y="5043"/>
                  </a:lnTo>
                  <a:lnTo>
                    <a:pt x="3014" y="5085"/>
                  </a:lnTo>
                  <a:lnTo>
                    <a:pt x="3014" y="5127"/>
                  </a:lnTo>
                  <a:lnTo>
                    <a:pt x="3076" y="5127"/>
                  </a:lnTo>
                  <a:lnTo>
                    <a:pt x="3181" y="5231"/>
                  </a:lnTo>
                  <a:lnTo>
                    <a:pt x="3202" y="5252"/>
                  </a:lnTo>
                  <a:lnTo>
                    <a:pt x="3244" y="5252"/>
                  </a:lnTo>
                  <a:lnTo>
                    <a:pt x="3244" y="5189"/>
                  </a:lnTo>
                  <a:lnTo>
                    <a:pt x="3286" y="5189"/>
                  </a:lnTo>
                  <a:lnTo>
                    <a:pt x="3286" y="5106"/>
                  </a:lnTo>
                  <a:lnTo>
                    <a:pt x="3307" y="4875"/>
                  </a:lnTo>
                  <a:lnTo>
                    <a:pt x="3265" y="4771"/>
                  </a:lnTo>
                  <a:lnTo>
                    <a:pt x="3160" y="4708"/>
                  </a:lnTo>
                  <a:lnTo>
                    <a:pt x="3097" y="4478"/>
                  </a:lnTo>
                  <a:lnTo>
                    <a:pt x="3139" y="4269"/>
                  </a:lnTo>
                  <a:lnTo>
                    <a:pt x="3202" y="4143"/>
                  </a:lnTo>
                  <a:lnTo>
                    <a:pt x="3265" y="3955"/>
                  </a:lnTo>
                  <a:lnTo>
                    <a:pt x="3369" y="3787"/>
                  </a:lnTo>
                  <a:lnTo>
                    <a:pt x="3495" y="3787"/>
                  </a:lnTo>
                  <a:lnTo>
                    <a:pt x="3767" y="3725"/>
                  </a:lnTo>
                  <a:lnTo>
                    <a:pt x="3913" y="3725"/>
                  </a:lnTo>
                  <a:lnTo>
                    <a:pt x="3976" y="3766"/>
                  </a:lnTo>
                  <a:lnTo>
                    <a:pt x="4123" y="3683"/>
                  </a:lnTo>
                  <a:lnTo>
                    <a:pt x="4248" y="3683"/>
                  </a:lnTo>
                  <a:lnTo>
                    <a:pt x="4395" y="3746"/>
                  </a:lnTo>
                  <a:lnTo>
                    <a:pt x="4541" y="3725"/>
                  </a:lnTo>
                  <a:lnTo>
                    <a:pt x="4646" y="3787"/>
                  </a:lnTo>
                  <a:lnTo>
                    <a:pt x="4771" y="3725"/>
                  </a:lnTo>
                  <a:lnTo>
                    <a:pt x="4855" y="3641"/>
                  </a:lnTo>
                  <a:lnTo>
                    <a:pt x="4855" y="3432"/>
                  </a:lnTo>
                  <a:lnTo>
                    <a:pt x="4834" y="3348"/>
                  </a:lnTo>
                  <a:lnTo>
                    <a:pt x="4855" y="3243"/>
                  </a:lnTo>
                  <a:lnTo>
                    <a:pt x="4855" y="3160"/>
                  </a:lnTo>
                  <a:lnTo>
                    <a:pt x="4876" y="3034"/>
                  </a:lnTo>
                  <a:lnTo>
                    <a:pt x="4876" y="2950"/>
                  </a:lnTo>
                  <a:lnTo>
                    <a:pt x="4729" y="2846"/>
                  </a:lnTo>
                  <a:lnTo>
                    <a:pt x="4750" y="2804"/>
                  </a:lnTo>
                  <a:lnTo>
                    <a:pt x="4667" y="2741"/>
                  </a:lnTo>
                  <a:lnTo>
                    <a:pt x="4541" y="2741"/>
                  </a:lnTo>
                  <a:lnTo>
                    <a:pt x="4437" y="2616"/>
                  </a:lnTo>
                  <a:lnTo>
                    <a:pt x="4332" y="2532"/>
                  </a:lnTo>
                  <a:lnTo>
                    <a:pt x="4353" y="2469"/>
                  </a:lnTo>
                  <a:lnTo>
                    <a:pt x="4353" y="2281"/>
                  </a:lnTo>
                  <a:lnTo>
                    <a:pt x="4311" y="2155"/>
                  </a:lnTo>
                  <a:lnTo>
                    <a:pt x="4353" y="2072"/>
                  </a:lnTo>
                  <a:lnTo>
                    <a:pt x="4353" y="1988"/>
                  </a:lnTo>
                  <a:lnTo>
                    <a:pt x="4311" y="1862"/>
                  </a:lnTo>
                  <a:lnTo>
                    <a:pt x="4185" y="1758"/>
                  </a:lnTo>
                  <a:lnTo>
                    <a:pt x="3913" y="1570"/>
                  </a:lnTo>
                  <a:lnTo>
                    <a:pt x="3830" y="1423"/>
                  </a:lnTo>
                  <a:lnTo>
                    <a:pt x="3579" y="1339"/>
                  </a:lnTo>
                  <a:lnTo>
                    <a:pt x="3390" y="1381"/>
                  </a:lnTo>
                  <a:lnTo>
                    <a:pt x="3265" y="1653"/>
                  </a:lnTo>
                  <a:lnTo>
                    <a:pt x="3014" y="1674"/>
                  </a:lnTo>
                  <a:lnTo>
                    <a:pt x="2930" y="1549"/>
                  </a:lnTo>
                  <a:lnTo>
                    <a:pt x="2825" y="1549"/>
                  </a:lnTo>
                  <a:lnTo>
                    <a:pt x="2616" y="1444"/>
                  </a:lnTo>
                  <a:lnTo>
                    <a:pt x="2428" y="1528"/>
                  </a:lnTo>
                  <a:lnTo>
                    <a:pt x="2428" y="1653"/>
                  </a:lnTo>
                  <a:lnTo>
                    <a:pt x="2260" y="1674"/>
                  </a:lnTo>
                  <a:lnTo>
                    <a:pt x="2114" y="1758"/>
                  </a:lnTo>
                  <a:lnTo>
                    <a:pt x="2114" y="1465"/>
                  </a:lnTo>
                  <a:lnTo>
                    <a:pt x="2114" y="1256"/>
                  </a:lnTo>
                  <a:lnTo>
                    <a:pt x="2051" y="1130"/>
                  </a:lnTo>
                  <a:lnTo>
                    <a:pt x="2114" y="1025"/>
                  </a:lnTo>
                  <a:lnTo>
                    <a:pt x="2135" y="942"/>
                  </a:lnTo>
                  <a:lnTo>
                    <a:pt x="2051" y="837"/>
                  </a:lnTo>
                  <a:lnTo>
                    <a:pt x="2135" y="712"/>
                  </a:lnTo>
                  <a:lnTo>
                    <a:pt x="2114" y="607"/>
                  </a:lnTo>
                  <a:lnTo>
                    <a:pt x="1905" y="607"/>
                  </a:lnTo>
                  <a:lnTo>
                    <a:pt x="1821" y="691"/>
                  </a:lnTo>
                  <a:lnTo>
                    <a:pt x="1716" y="628"/>
                  </a:lnTo>
                  <a:lnTo>
                    <a:pt x="1633" y="502"/>
                  </a:lnTo>
                  <a:lnTo>
                    <a:pt x="1716" y="419"/>
                  </a:lnTo>
                  <a:lnTo>
                    <a:pt x="1696" y="230"/>
                  </a:lnTo>
                  <a:lnTo>
                    <a:pt x="1591" y="105"/>
                  </a:lnTo>
                  <a:lnTo>
                    <a:pt x="1424" y="126"/>
                  </a:lnTo>
                  <a:lnTo>
                    <a:pt x="138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67" name="Google Shape;1567;p60"/>
            <p:cNvSpPr/>
            <p:nvPr/>
          </p:nvSpPr>
          <p:spPr>
            <a:xfrm>
              <a:off x="4375443" y="2948079"/>
              <a:ext cx="61050" cy="131125"/>
            </a:xfrm>
            <a:custGeom>
              <a:avLst/>
              <a:gdLst/>
              <a:ahLst/>
              <a:cxnLst/>
              <a:rect l="l" t="t" r="r" b="b"/>
              <a:pathLst>
                <a:path w="5127" h="11530" extrusionOk="0">
                  <a:moveTo>
                    <a:pt x="2407" y="0"/>
                  </a:moveTo>
                  <a:lnTo>
                    <a:pt x="2302" y="42"/>
                  </a:lnTo>
                  <a:lnTo>
                    <a:pt x="2344" y="63"/>
                  </a:lnTo>
                  <a:lnTo>
                    <a:pt x="2365" y="147"/>
                  </a:lnTo>
                  <a:lnTo>
                    <a:pt x="2260" y="251"/>
                  </a:lnTo>
                  <a:lnTo>
                    <a:pt x="2260" y="419"/>
                  </a:lnTo>
                  <a:lnTo>
                    <a:pt x="2281" y="523"/>
                  </a:lnTo>
                  <a:lnTo>
                    <a:pt x="2155" y="461"/>
                  </a:lnTo>
                  <a:lnTo>
                    <a:pt x="2072" y="377"/>
                  </a:lnTo>
                  <a:lnTo>
                    <a:pt x="1925" y="482"/>
                  </a:lnTo>
                  <a:lnTo>
                    <a:pt x="1716" y="544"/>
                  </a:lnTo>
                  <a:lnTo>
                    <a:pt x="1653" y="691"/>
                  </a:lnTo>
                  <a:lnTo>
                    <a:pt x="1528" y="858"/>
                  </a:lnTo>
                  <a:lnTo>
                    <a:pt x="1402" y="900"/>
                  </a:lnTo>
                  <a:lnTo>
                    <a:pt x="1214" y="1193"/>
                  </a:lnTo>
                  <a:lnTo>
                    <a:pt x="1193" y="1360"/>
                  </a:lnTo>
                  <a:lnTo>
                    <a:pt x="1235" y="1402"/>
                  </a:lnTo>
                  <a:lnTo>
                    <a:pt x="1151" y="1632"/>
                  </a:lnTo>
                  <a:lnTo>
                    <a:pt x="1005" y="1904"/>
                  </a:lnTo>
                  <a:lnTo>
                    <a:pt x="1005" y="2009"/>
                  </a:lnTo>
                  <a:lnTo>
                    <a:pt x="1130" y="2051"/>
                  </a:lnTo>
                  <a:lnTo>
                    <a:pt x="1005" y="2365"/>
                  </a:lnTo>
                  <a:lnTo>
                    <a:pt x="942" y="2616"/>
                  </a:lnTo>
                  <a:lnTo>
                    <a:pt x="879" y="2825"/>
                  </a:lnTo>
                  <a:lnTo>
                    <a:pt x="712" y="2825"/>
                  </a:lnTo>
                  <a:lnTo>
                    <a:pt x="607" y="2783"/>
                  </a:lnTo>
                  <a:lnTo>
                    <a:pt x="502" y="2783"/>
                  </a:lnTo>
                  <a:lnTo>
                    <a:pt x="565" y="3076"/>
                  </a:lnTo>
                  <a:lnTo>
                    <a:pt x="565" y="3202"/>
                  </a:lnTo>
                  <a:lnTo>
                    <a:pt x="565" y="3411"/>
                  </a:lnTo>
                  <a:lnTo>
                    <a:pt x="419" y="3411"/>
                  </a:lnTo>
                  <a:lnTo>
                    <a:pt x="440" y="3578"/>
                  </a:lnTo>
                  <a:lnTo>
                    <a:pt x="419" y="3704"/>
                  </a:lnTo>
                  <a:lnTo>
                    <a:pt x="440" y="3808"/>
                  </a:lnTo>
                  <a:lnTo>
                    <a:pt x="398" y="4018"/>
                  </a:lnTo>
                  <a:lnTo>
                    <a:pt x="314" y="4039"/>
                  </a:lnTo>
                  <a:lnTo>
                    <a:pt x="272" y="4018"/>
                  </a:lnTo>
                  <a:lnTo>
                    <a:pt x="251" y="4122"/>
                  </a:lnTo>
                  <a:lnTo>
                    <a:pt x="251" y="4206"/>
                  </a:lnTo>
                  <a:lnTo>
                    <a:pt x="251" y="4332"/>
                  </a:lnTo>
                  <a:lnTo>
                    <a:pt x="189" y="4457"/>
                  </a:lnTo>
                  <a:lnTo>
                    <a:pt x="147" y="4436"/>
                  </a:lnTo>
                  <a:lnTo>
                    <a:pt x="42" y="4562"/>
                  </a:lnTo>
                  <a:lnTo>
                    <a:pt x="0" y="4666"/>
                  </a:lnTo>
                  <a:lnTo>
                    <a:pt x="0" y="4729"/>
                  </a:lnTo>
                  <a:lnTo>
                    <a:pt x="84" y="4834"/>
                  </a:lnTo>
                  <a:lnTo>
                    <a:pt x="105" y="4980"/>
                  </a:lnTo>
                  <a:lnTo>
                    <a:pt x="377" y="5231"/>
                  </a:lnTo>
                  <a:lnTo>
                    <a:pt x="377" y="5231"/>
                  </a:lnTo>
                  <a:lnTo>
                    <a:pt x="314" y="5127"/>
                  </a:lnTo>
                  <a:lnTo>
                    <a:pt x="314" y="5064"/>
                  </a:lnTo>
                  <a:lnTo>
                    <a:pt x="398" y="5148"/>
                  </a:lnTo>
                  <a:lnTo>
                    <a:pt x="523" y="5148"/>
                  </a:lnTo>
                  <a:lnTo>
                    <a:pt x="419" y="5231"/>
                  </a:lnTo>
                  <a:lnTo>
                    <a:pt x="440" y="5273"/>
                  </a:lnTo>
                  <a:lnTo>
                    <a:pt x="565" y="5273"/>
                  </a:lnTo>
                  <a:lnTo>
                    <a:pt x="565" y="5189"/>
                  </a:lnTo>
                  <a:lnTo>
                    <a:pt x="586" y="5273"/>
                  </a:lnTo>
                  <a:lnTo>
                    <a:pt x="691" y="5273"/>
                  </a:lnTo>
                  <a:lnTo>
                    <a:pt x="733" y="5357"/>
                  </a:lnTo>
                  <a:lnTo>
                    <a:pt x="921" y="5399"/>
                  </a:lnTo>
                  <a:lnTo>
                    <a:pt x="1026" y="5566"/>
                  </a:lnTo>
                  <a:lnTo>
                    <a:pt x="1026" y="5671"/>
                  </a:lnTo>
                  <a:lnTo>
                    <a:pt x="942" y="5692"/>
                  </a:lnTo>
                  <a:lnTo>
                    <a:pt x="900" y="5608"/>
                  </a:lnTo>
                  <a:lnTo>
                    <a:pt x="816" y="5671"/>
                  </a:lnTo>
                  <a:lnTo>
                    <a:pt x="900" y="5754"/>
                  </a:lnTo>
                  <a:lnTo>
                    <a:pt x="921" y="5775"/>
                  </a:lnTo>
                  <a:lnTo>
                    <a:pt x="900" y="5796"/>
                  </a:lnTo>
                  <a:lnTo>
                    <a:pt x="795" y="5775"/>
                  </a:lnTo>
                  <a:lnTo>
                    <a:pt x="774" y="5671"/>
                  </a:lnTo>
                  <a:lnTo>
                    <a:pt x="670" y="5671"/>
                  </a:lnTo>
                  <a:lnTo>
                    <a:pt x="670" y="5712"/>
                  </a:lnTo>
                  <a:lnTo>
                    <a:pt x="795" y="5817"/>
                  </a:lnTo>
                  <a:lnTo>
                    <a:pt x="795" y="5880"/>
                  </a:lnTo>
                  <a:lnTo>
                    <a:pt x="900" y="6005"/>
                  </a:lnTo>
                  <a:lnTo>
                    <a:pt x="1109" y="6068"/>
                  </a:lnTo>
                  <a:lnTo>
                    <a:pt x="1088" y="5880"/>
                  </a:lnTo>
                  <a:lnTo>
                    <a:pt x="1026" y="5775"/>
                  </a:lnTo>
                  <a:lnTo>
                    <a:pt x="1151" y="5859"/>
                  </a:lnTo>
                  <a:lnTo>
                    <a:pt x="1151" y="5964"/>
                  </a:lnTo>
                  <a:lnTo>
                    <a:pt x="1214" y="6068"/>
                  </a:lnTo>
                  <a:lnTo>
                    <a:pt x="1298" y="6131"/>
                  </a:lnTo>
                  <a:lnTo>
                    <a:pt x="1319" y="6298"/>
                  </a:lnTo>
                  <a:lnTo>
                    <a:pt x="1402" y="6382"/>
                  </a:lnTo>
                  <a:lnTo>
                    <a:pt x="1360" y="6403"/>
                  </a:lnTo>
                  <a:lnTo>
                    <a:pt x="1402" y="6445"/>
                  </a:lnTo>
                  <a:lnTo>
                    <a:pt x="1465" y="6487"/>
                  </a:lnTo>
                  <a:lnTo>
                    <a:pt x="1465" y="6717"/>
                  </a:lnTo>
                  <a:lnTo>
                    <a:pt x="1570" y="6947"/>
                  </a:lnTo>
                  <a:lnTo>
                    <a:pt x="1632" y="7010"/>
                  </a:lnTo>
                  <a:lnTo>
                    <a:pt x="1486" y="7114"/>
                  </a:lnTo>
                  <a:lnTo>
                    <a:pt x="1402" y="7658"/>
                  </a:lnTo>
                  <a:lnTo>
                    <a:pt x="1444" y="7784"/>
                  </a:lnTo>
                  <a:lnTo>
                    <a:pt x="1423" y="7847"/>
                  </a:lnTo>
                  <a:lnTo>
                    <a:pt x="1444" y="7889"/>
                  </a:lnTo>
                  <a:lnTo>
                    <a:pt x="1528" y="7742"/>
                  </a:lnTo>
                  <a:lnTo>
                    <a:pt x="1653" y="7637"/>
                  </a:lnTo>
                  <a:lnTo>
                    <a:pt x="1716" y="7470"/>
                  </a:lnTo>
                  <a:lnTo>
                    <a:pt x="1716" y="7658"/>
                  </a:lnTo>
                  <a:lnTo>
                    <a:pt x="1549" y="7805"/>
                  </a:lnTo>
                  <a:lnTo>
                    <a:pt x="1549" y="7972"/>
                  </a:lnTo>
                  <a:lnTo>
                    <a:pt x="1632" y="7951"/>
                  </a:lnTo>
                  <a:lnTo>
                    <a:pt x="1632" y="7868"/>
                  </a:lnTo>
                  <a:lnTo>
                    <a:pt x="1779" y="7784"/>
                  </a:lnTo>
                  <a:lnTo>
                    <a:pt x="1863" y="7868"/>
                  </a:lnTo>
                  <a:lnTo>
                    <a:pt x="1925" y="7868"/>
                  </a:lnTo>
                  <a:lnTo>
                    <a:pt x="1925" y="7805"/>
                  </a:lnTo>
                  <a:lnTo>
                    <a:pt x="1946" y="7847"/>
                  </a:lnTo>
                  <a:lnTo>
                    <a:pt x="1988" y="7847"/>
                  </a:lnTo>
                  <a:lnTo>
                    <a:pt x="2009" y="7805"/>
                  </a:lnTo>
                  <a:lnTo>
                    <a:pt x="2135" y="7805"/>
                  </a:lnTo>
                  <a:lnTo>
                    <a:pt x="2365" y="7658"/>
                  </a:lnTo>
                  <a:lnTo>
                    <a:pt x="2386" y="7575"/>
                  </a:lnTo>
                  <a:lnTo>
                    <a:pt x="2448" y="7596"/>
                  </a:lnTo>
                  <a:lnTo>
                    <a:pt x="2511" y="7596"/>
                  </a:lnTo>
                  <a:lnTo>
                    <a:pt x="2658" y="7533"/>
                  </a:lnTo>
                  <a:lnTo>
                    <a:pt x="2574" y="7491"/>
                  </a:lnTo>
                  <a:lnTo>
                    <a:pt x="2574" y="7470"/>
                  </a:lnTo>
                  <a:lnTo>
                    <a:pt x="2511" y="7365"/>
                  </a:lnTo>
                  <a:lnTo>
                    <a:pt x="2574" y="7365"/>
                  </a:lnTo>
                  <a:lnTo>
                    <a:pt x="2616" y="7449"/>
                  </a:lnTo>
                  <a:lnTo>
                    <a:pt x="2720" y="7470"/>
                  </a:lnTo>
                  <a:lnTo>
                    <a:pt x="2888" y="7345"/>
                  </a:lnTo>
                  <a:lnTo>
                    <a:pt x="2867" y="7282"/>
                  </a:lnTo>
                  <a:lnTo>
                    <a:pt x="2909" y="7240"/>
                  </a:lnTo>
                  <a:lnTo>
                    <a:pt x="2909" y="7114"/>
                  </a:lnTo>
                  <a:lnTo>
                    <a:pt x="2867" y="7052"/>
                  </a:lnTo>
                  <a:lnTo>
                    <a:pt x="2867" y="7010"/>
                  </a:lnTo>
                  <a:lnTo>
                    <a:pt x="2888" y="6947"/>
                  </a:lnTo>
                  <a:lnTo>
                    <a:pt x="2804" y="6863"/>
                  </a:lnTo>
                  <a:lnTo>
                    <a:pt x="2909" y="6947"/>
                  </a:lnTo>
                  <a:lnTo>
                    <a:pt x="2909" y="7010"/>
                  </a:lnTo>
                  <a:lnTo>
                    <a:pt x="2992" y="7010"/>
                  </a:lnTo>
                  <a:lnTo>
                    <a:pt x="2992" y="7073"/>
                  </a:lnTo>
                  <a:lnTo>
                    <a:pt x="3118" y="7282"/>
                  </a:lnTo>
                  <a:lnTo>
                    <a:pt x="3181" y="7365"/>
                  </a:lnTo>
                  <a:lnTo>
                    <a:pt x="3202" y="7491"/>
                  </a:lnTo>
                  <a:lnTo>
                    <a:pt x="3306" y="7491"/>
                  </a:lnTo>
                  <a:lnTo>
                    <a:pt x="3390" y="7470"/>
                  </a:lnTo>
                  <a:lnTo>
                    <a:pt x="3411" y="7386"/>
                  </a:lnTo>
                  <a:lnTo>
                    <a:pt x="3411" y="7470"/>
                  </a:lnTo>
                  <a:lnTo>
                    <a:pt x="3390" y="7533"/>
                  </a:lnTo>
                  <a:lnTo>
                    <a:pt x="3432" y="7658"/>
                  </a:lnTo>
                  <a:lnTo>
                    <a:pt x="3432" y="7700"/>
                  </a:lnTo>
                  <a:lnTo>
                    <a:pt x="3411" y="7742"/>
                  </a:lnTo>
                  <a:lnTo>
                    <a:pt x="3432" y="7847"/>
                  </a:lnTo>
                  <a:lnTo>
                    <a:pt x="3495" y="7889"/>
                  </a:lnTo>
                  <a:lnTo>
                    <a:pt x="3536" y="8307"/>
                  </a:lnTo>
                  <a:lnTo>
                    <a:pt x="3578" y="8328"/>
                  </a:lnTo>
                  <a:lnTo>
                    <a:pt x="3578" y="8516"/>
                  </a:lnTo>
                  <a:lnTo>
                    <a:pt x="3725" y="8600"/>
                  </a:lnTo>
                  <a:lnTo>
                    <a:pt x="3704" y="8642"/>
                  </a:lnTo>
                  <a:lnTo>
                    <a:pt x="3704" y="8788"/>
                  </a:lnTo>
                  <a:lnTo>
                    <a:pt x="3767" y="8851"/>
                  </a:lnTo>
                  <a:lnTo>
                    <a:pt x="3767" y="9123"/>
                  </a:lnTo>
                  <a:lnTo>
                    <a:pt x="3829" y="9228"/>
                  </a:lnTo>
                  <a:lnTo>
                    <a:pt x="3829" y="9332"/>
                  </a:lnTo>
                  <a:lnTo>
                    <a:pt x="3850" y="9311"/>
                  </a:lnTo>
                  <a:lnTo>
                    <a:pt x="3871" y="9123"/>
                  </a:lnTo>
                  <a:lnTo>
                    <a:pt x="3955" y="9249"/>
                  </a:lnTo>
                  <a:lnTo>
                    <a:pt x="3976" y="9374"/>
                  </a:lnTo>
                  <a:lnTo>
                    <a:pt x="4059" y="9458"/>
                  </a:lnTo>
                  <a:lnTo>
                    <a:pt x="4080" y="9793"/>
                  </a:lnTo>
                  <a:lnTo>
                    <a:pt x="4164" y="9855"/>
                  </a:lnTo>
                  <a:lnTo>
                    <a:pt x="4185" y="9960"/>
                  </a:lnTo>
                  <a:lnTo>
                    <a:pt x="4143" y="10002"/>
                  </a:lnTo>
                  <a:lnTo>
                    <a:pt x="4164" y="10169"/>
                  </a:lnTo>
                  <a:lnTo>
                    <a:pt x="4227" y="10253"/>
                  </a:lnTo>
                  <a:lnTo>
                    <a:pt x="4290" y="10316"/>
                  </a:lnTo>
                  <a:lnTo>
                    <a:pt x="4227" y="10399"/>
                  </a:lnTo>
                  <a:lnTo>
                    <a:pt x="4269" y="10567"/>
                  </a:lnTo>
                  <a:lnTo>
                    <a:pt x="4248" y="10609"/>
                  </a:lnTo>
                  <a:lnTo>
                    <a:pt x="4227" y="10630"/>
                  </a:lnTo>
                  <a:lnTo>
                    <a:pt x="4185" y="10797"/>
                  </a:lnTo>
                  <a:lnTo>
                    <a:pt x="4227" y="10818"/>
                  </a:lnTo>
                  <a:lnTo>
                    <a:pt x="4227" y="10922"/>
                  </a:lnTo>
                  <a:lnTo>
                    <a:pt x="4143" y="11027"/>
                  </a:lnTo>
                  <a:lnTo>
                    <a:pt x="4101" y="11048"/>
                  </a:lnTo>
                  <a:lnTo>
                    <a:pt x="4059" y="11048"/>
                  </a:lnTo>
                  <a:lnTo>
                    <a:pt x="4059" y="11111"/>
                  </a:lnTo>
                  <a:lnTo>
                    <a:pt x="4101" y="11194"/>
                  </a:lnTo>
                  <a:lnTo>
                    <a:pt x="4101" y="11341"/>
                  </a:lnTo>
                  <a:lnTo>
                    <a:pt x="4164" y="11529"/>
                  </a:lnTo>
                  <a:lnTo>
                    <a:pt x="4185" y="11341"/>
                  </a:lnTo>
                  <a:lnTo>
                    <a:pt x="4248" y="11236"/>
                  </a:lnTo>
                  <a:lnTo>
                    <a:pt x="4248" y="11257"/>
                  </a:lnTo>
                  <a:lnTo>
                    <a:pt x="4269" y="11153"/>
                  </a:lnTo>
                  <a:lnTo>
                    <a:pt x="4332" y="11090"/>
                  </a:lnTo>
                  <a:lnTo>
                    <a:pt x="4332" y="10922"/>
                  </a:lnTo>
                  <a:lnTo>
                    <a:pt x="4457" y="10839"/>
                  </a:lnTo>
                  <a:lnTo>
                    <a:pt x="4583" y="10483"/>
                  </a:lnTo>
                  <a:lnTo>
                    <a:pt x="4666" y="10420"/>
                  </a:lnTo>
                  <a:lnTo>
                    <a:pt x="4666" y="10253"/>
                  </a:lnTo>
                  <a:lnTo>
                    <a:pt x="4583" y="10106"/>
                  </a:lnTo>
                  <a:lnTo>
                    <a:pt x="4604" y="9960"/>
                  </a:lnTo>
                  <a:lnTo>
                    <a:pt x="4562" y="9855"/>
                  </a:lnTo>
                  <a:lnTo>
                    <a:pt x="4541" y="9667"/>
                  </a:lnTo>
                  <a:lnTo>
                    <a:pt x="4457" y="9583"/>
                  </a:lnTo>
                  <a:lnTo>
                    <a:pt x="4478" y="9479"/>
                  </a:lnTo>
                  <a:lnTo>
                    <a:pt x="4457" y="9353"/>
                  </a:lnTo>
                  <a:lnTo>
                    <a:pt x="4478" y="9270"/>
                  </a:lnTo>
                  <a:lnTo>
                    <a:pt x="4436" y="9018"/>
                  </a:lnTo>
                  <a:lnTo>
                    <a:pt x="4269" y="8851"/>
                  </a:lnTo>
                  <a:lnTo>
                    <a:pt x="4080" y="8725"/>
                  </a:lnTo>
                  <a:lnTo>
                    <a:pt x="3934" y="8537"/>
                  </a:lnTo>
                  <a:lnTo>
                    <a:pt x="3934" y="8433"/>
                  </a:lnTo>
                  <a:lnTo>
                    <a:pt x="3850" y="8223"/>
                  </a:lnTo>
                  <a:lnTo>
                    <a:pt x="3955" y="8181"/>
                  </a:lnTo>
                  <a:lnTo>
                    <a:pt x="3976" y="8077"/>
                  </a:lnTo>
                  <a:lnTo>
                    <a:pt x="3934" y="7784"/>
                  </a:lnTo>
                  <a:lnTo>
                    <a:pt x="3955" y="7700"/>
                  </a:lnTo>
                  <a:lnTo>
                    <a:pt x="4059" y="7658"/>
                  </a:lnTo>
                  <a:lnTo>
                    <a:pt x="4059" y="7533"/>
                  </a:lnTo>
                  <a:lnTo>
                    <a:pt x="3934" y="7470"/>
                  </a:lnTo>
                  <a:lnTo>
                    <a:pt x="3934" y="7345"/>
                  </a:lnTo>
                  <a:lnTo>
                    <a:pt x="3850" y="7219"/>
                  </a:lnTo>
                  <a:lnTo>
                    <a:pt x="3767" y="7156"/>
                  </a:lnTo>
                  <a:lnTo>
                    <a:pt x="3620" y="6863"/>
                  </a:lnTo>
                  <a:lnTo>
                    <a:pt x="3495" y="6759"/>
                  </a:lnTo>
                  <a:lnTo>
                    <a:pt x="3432" y="6696"/>
                  </a:lnTo>
                  <a:lnTo>
                    <a:pt x="3348" y="6612"/>
                  </a:lnTo>
                  <a:lnTo>
                    <a:pt x="3243" y="6424"/>
                  </a:lnTo>
                  <a:lnTo>
                    <a:pt x="3181" y="6403"/>
                  </a:lnTo>
                  <a:lnTo>
                    <a:pt x="3181" y="6319"/>
                  </a:lnTo>
                  <a:lnTo>
                    <a:pt x="3306" y="6236"/>
                  </a:lnTo>
                  <a:lnTo>
                    <a:pt x="3411" y="6173"/>
                  </a:lnTo>
                  <a:lnTo>
                    <a:pt x="3390" y="6089"/>
                  </a:lnTo>
                  <a:lnTo>
                    <a:pt x="3390" y="5901"/>
                  </a:lnTo>
                  <a:lnTo>
                    <a:pt x="3453" y="5817"/>
                  </a:lnTo>
                  <a:lnTo>
                    <a:pt x="3432" y="5650"/>
                  </a:lnTo>
                  <a:lnTo>
                    <a:pt x="3515" y="5503"/>
                  </a:lnTo>
                  <a:lnTo>
                    <a:pt x="3746" y="5587"/>
                  </a:lnTo>
                  <a:lnTo>
                    <a:pt x="3871" y="5482"/>
                  </a:lnTo>
                  <a:lnTo>
                    <a:pt x="4018" y="5482"/>
                  </a:lnTo>
                  <a:lnTo>
                    <a:pt x="4039" y="5440"/>
                  </a:lnTo>
                  <a:lnTo>
                    <a:pt x="4039" y="5273"/>
                  </a:lnTo>
                  <a:lnTo>
                    <a:pt x="4101" y="5231"/>
                  </a:lnTo>
                  <a:lnTo>
                    <a:pt x="4269" y="5252"/>
                  </a:lnTo>
                  <a:lnTo>
                    <a:pt x="4290" y="5168"/>
                  </a:lnTo>
                  <a:lnTo>
                    <a:pt x="4248" y="5085"/>
                  </a:lnTo>
                  <a:lnTo>
                    <a:pt x="4248" y="5022"/>
                  </a:lnTo>
                  <a:lnTo>
                    <a:pt x="4373" y="4980"/>
                  </a:lnTo>
                  <a:lnTo>
                    <a:pt x="4541" y="4959"/>
                  </a:lnTo>
                  <a:lnTo>
                    <a:pt x="4562" y="4959"/>
                  </a:lnTo>
                  <a:lnTo>
                    <a:pt x="4604" y="4813"/>
                  </a:lnTo>
                  <a:lnTo>
                    <a:pt x="4666" y="4813"/>
                  </a:lnTo>
                  <a:lnTo>
                    <a:pt x="4792" y="4729"/>
                  </a:lnTo>
                  <a:lnTo>
                    <a:pt x="4750" y="4645"/>
                  </a:lnTo>
                  <a:lnTo>
                    <a:pt x="4792" y="4541"/>
                  </a:lnTo>
                  <a:lnTo>
                    <a:pt x="4813" y="4436"/>
                  </a:lnTo>
                  <a:lnTo>
                    <a:pt x="4980" y="4415"/>
                  </a:lnTo>
                  <a:lnTo>
                    <a:pt x="5085" y="4311"/>
                  </a:lnTo>
                  <a:lnTo>
                    <a:pt x="5127" y="4290"/>
                  </a:lnTo>
                  <a:lnTo>
                    <a:pt x="5127" y="4143"/>
                  </a:lnTo>
                  <a:lnTo>
                    <a:pt x="5022" y="4122"/>
                  </a:lnTo>
                  <a:lnTo>
                    <a:pt x="4771" y="4227"/>
                  </a:lnTo>
                  <a:lnTo>
                    <a:pt x="4624" y="4227"/>
                  </a:lnTo>
                  <a:lnTo>
                    <a:pt x="4562" y="4311"/>
                  </a:lnTo>
                  <a:lnTo>
                    <a:pt x="4436" y="4248"/>
                  </a:lnTo>
                  <a:lnTo>
                    <a:pt x="4394" y="4122"/>
                  </a:lnTo>
                  <a:lnTo>
                    <a:pt x="4436" y="3997"/>
                  </a:lnTo>
                  <a:lnTo>
                    <a:pt x="4352" y="3892"/>
                  </a:lnTo>
                  <a:lnTo>
                    <a:pt x="4269" y="3976"/>
                  </a:lnTo>
                  <a:lnTo>
                    <a:pt x="4227" y="3913"/>
                  </a:lnTo>
                  <a:lnTo>
                    <a:pt x="4039" y="3913"/>
                  </a:lnTo>
                  <a:lnTo>
                    <a:pt x="3955" y="3934"/>
                  </a:lnTo>
                  <a:lnTo>
                    <a:pt x="3934" y="3871"/>
                  </a:lnTo>
                  <a:lnTo>
                    <a:pt x="4039" y="3767"/>
                  </a:lnTo>
                  <a:lnTo>
                    <a:pt x="4185" y="3578"/>
                  </a:lnTo>
                  <a:lnTo>
                    <a:pt x="4164" y="3495"/>
                  </a:lnTo>
                  <a:lnTo>
                    <a:pt x="4227" y="3390"/>
                  </a:lnTo>
                  <a:lnTo>
                    <a:pt x="4227" y="3306"/>
                  </a:lnTo>
                  <a:lnTo>
                    <a:pt x="4101" y="3244"/>
                  </a:lnTo>
                  <a:lnTo>
                    <a:pt x="3955" y="3244"/>
                  </a:lnTo>
                  <a:lnTo>
                    <a:pt x="3934" y="3285"/>
                  </a:lnTo>
                  <a:lnTo>
                    <a:pt x="3871" y="3202"/>
                  </a:lnTo>
                  <a:lnTo>
                    <a:pt x="3913" y="3160"/>
                  </a:lnTo>
                  <a:lnTo>
                    <a:pt x="3767" y="3139"/>
                  </a:lnTo>
                  <a:lnTo>
                    <a:pt x="3704" y="3055"/>
                  </a:lnTo>
                  <a:lnTo>
                    <a:pt x="3725" y="2951"/>
                  </a:lnTo>
                  <a:lnTo>
                    <a:pt x="3704" y="2846"/>
                  </a:lnTo>
                  <a:lnTo>
                    <a:pt x="3557" y="2867"/>
                  </a:lnTo>
                  <a:lnTo>
                    <a:pt x="3495" y="2825"/>
                  </a:lnTo>
                  <a:lnTo>
                    <a:pt x="3515" y="2741"/>
                  </a:lnTo>
                  <a:lnTo>
                    <a:pt x="3495" y="2658"/>
                  </a:lnTo>
                  <a:lnTo>
                    <a:pt x="3223" y="2720"/>
                  </a:lnTo>
                  <a:lnTo>
                    <a:pt x="3097" y="2825"/>
                  </a:lnTo>
                  <a:lnTo>
                    <a:pt x="3034" y="2679"/>
                  </a:lnTo>
                  <a:lnTo>
                    <a:pt x="3055" y="2532"/>
                  </a:lnTo>
                  <a:lnTo>
                    <a:pt x="2992" y="2469"/>
                  </a:lnTo>
                  <a:lnTo>
                    <a:pt x="2930" y="2407"/>
                  </a:lnTo>
                  <a:lnTo>
                    <a:pt x="2825" y="2344"/>
                  </a:lnTo>
                  <a:lnTo>
                    <a:pt x="2825" y="2239"/>
                  </a:lnTo>
                  <a:lnTo>
                    <a:pt x="2888" y="2155"/>
                  </a:lnTo>
                  <a:lnTo>
                    <a:pt x="2825" y="2093"/>
                  </a:lnTo>
                  <a:lnTo>
                    <a:pt x="2888" y="2009"/>
                  </a:lnTo>
                  <a:lnTo>
                    <a:pt x="2971" y="1904"/>
                  </a:lnTo>
                  <a:lnTo>
                    <a:pt x="3034" y="1925"/>
                  </a:lnTo>
                  <a:lnTo>
                    <a:pt x="3097" y="1883"/>
                  </a:lnTo>
                  <a:lnTo>
                    <a:pt x="3034" y="1779"/>
                  </a:lnTo>
                  <a:lnTo>
                    <a:pt x="3055" y="1695"/>
                  </a:lnTo>
                  <a:lnTo>
                    <a:pt x="3118" y="1674"/>
                  </a:lnTo>
                  <a:lnTo>
                    <a:pt x="3139" y="1570"/>
                  </a:lnTo>
                  <a:lnTo>
                    <a:pt x="3243" y="1507"/>
                  </a:lnTo>
                  <a:lnTo>
                    <a:pt x="3285" y="1423"/>
                  </a:lnTo>
                  <a:lnTo>
                    <a:pt x="3285" y="1319"/>
                  </a:lnTo>
                  <a:lnTo>
                    <a:pt x="3306" y="1067"/>
                  </a:lnTo>
                  <a:lnTo>
                    <a:pt x="3285" y="900"/>
                  </a:lnTo>
                  <a:lnTo>
                    <a:pt x="3202" y="691"/>
                  </a:lnTo>
                  <a:lnTo>
                    <a:pt x="3202" y="544"/>
                  </a:lnTo>
                  <a:lnTo>
                    <a:pt x="3097" y="419"/>
                  </a:lnTo>
                  <a:lnTo>
                    <a:pt x="2992" y="419"/>
                  </a:lnTo>
                  <a:lnTo>
                    <a:pt x="2971" y="251"/>
                  </a:lnTo>
                  <a:lnTo>
                    <a:pt x="2825" y="147"/>
                  </a:lnTo>
                  <a:lnTo>
                    <a:pt x="2783" y="0"/>
                  </a:lnTo>
                  <a:lnTo>
                    <a:pt x="2616" y="0"/>
                  </a:lnTo>
                  <a:lnTo>
                    <a:pt x="2532" y="42"/>
                  </a:lnTo>
                  <a:lnTo>
                    <a:pt x="240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68" name="Google Shape;1568;p60"/>
            <p:cNvSpPr/>
            <p:nvPr/>
          </p:nvSpPr>
          <p:spPr>
            <a:xfrm>
              <a:off x="4343054" y="2959975"/>
              <a:ext cx="35389" cy="43557"/>
            </a:xfrm>
            <a:custGeom>
              <a:avLst/>
              <a:gdLst/>
              <a:ahLst/>
              <a:cxnLst/>
              <a:rect l="l" t="t" r="r" b="b"/>
              <a:pathLst>
                <a:path w="2972" h="3830" extrusionOk="0">
                  <a:moveTo>
                    <a:pt x="209" y="1"/>
                  </a:moveTo>
                  <a:lnTo>
                    <a:pt x="189" y="63"/>
                  </a:lnTo>
                  <a:lnTo>
                    <a:pt x="147" y="63"/>
                  </a:lnTo>
                  <a:lnTo>
                    <a:pt x="147" y="147"/>
                  </a:lnTo>
                  <a:lnTo>
                    <a:pt x="189" y="210"/>
                  </a:lnTo>
                  <a:lnTo>
                    <a:pt x="147" y="356"/>
                  </a:lnTo>
                  <a:lnTo>
                    <a:pt x="21" y="482"/>
                  </a:lnTo>
                  <a:lnTo>
                    <a:pt x="0" y="628"/>
                  </a:lnTo>
                  <a:lnTo>
                    <a:pt x="293" y="733"/>
                  </a:lnTo>
                  <a:lnTo>
                    <a:pt x="398" y="670"/>
                  </a:lnTo>
                  <a:lnTo>
                    <a:pt x="523" y="691"/>
                  </a:lnTo>
                  <a:lnTo>
                    <a:pt x="502" y="754"/>
                  </a:lnTo>
                  <a:lnTo>
                    <a:pt x="544" y="900"/>
                  </a:lnTo>
                  <a:lnTo>
                    <a:pt x="481" y="963"/>
                  </a:lnTo>
                  <a:lnTo>
                    <a:pt x="398" y="942"/>
                  </a:lnTo>
                  <a:lnTo>
                    <a:pt x="314" y="984"/>
                  </a:lnTo>
                  <a:lnTo>
                    <a:pt x="272" y="1151"/>
                  </a:lnTo>
                  <a:lnTo>
                    <a:pt x="168" y="1172"/>
                  </a:lnTo>
                  <a:lnTo>
                    <a:pt x="168" y="1402"/>
                  </a:lnTo>
                  <a:lnTo>
                    <a:pt x="293" y="1570"/>
                  </a:lnTo>
                  <a:lnTo>
                    <a:pt x="419" y="1612"/>
                  </a:lnTo>
                  <a:lnTo>
                    <a:pt x="586" y="1800"/>
                  </a:lnTo>
                  <a:lnTo>
                    <a:pt x="586" y="1988"/>
                  </a:lnTo>
                  <a:lnTo>
                    <a:pt x="628" y="2114"/>
                  </a:lnTo>
                  <a:lnTo>
                    <a:pt x="607" y="2218"/>
                  </a:lnTo>
                  <a:lnTo>
                    <a:pt x="628" y="2407"/>
                  </a:lnTo>
                  <a:lnTo>
                    <a:pt x="816" y="2637"/>
                  </a:lnTo>
                  <a:lnTo>
                    <a:pt x="816" y="2783"/>
                  </a:lnTo>
                  <a:lnTo>
                    <a:pt x="837" y="2888"/>
                  </a:lnTo>
                  <a:lnTo>
                    <a:pt x="879" y="3076"/>
                  </a:lnTo>
                  <a:lnTo>
                    <a:pt x="921" y="3055"/>
                  </a:lnTo>
                  <a:lnTo>
                    <a:pt x="984" y="3160"/>
                  </a:lnTo>
                  <a:lnTo>
                    <a:pt x="1005" y="3202"/>
                  </a:lnTo>
                  <a:lnTo>
                    <a:pt x="1046" y="3202"/>
                  </a:lnTo>
                  <a:lnTo>
                    <a:pt x="1067" y="3139"/>
                  </a:lnTo>
                  <a:lnTo>
                    <a:pt x="1130" y="3097"/>
                  </a:lnTo>
                  <a:lnTo>
                    <a:pt x="1214" y="3160"/>
                  </a:lnTo>
                  <a:lnTo>
                    <a:pt x="1214" y="3181"/>
                  </a:lnTo>
                  <a:lnTo>
                    <a:pt x="1256" y="3160"/>
                  </a:lnTo>
                  <a:lnTo>
                    <a:pt x="1298" y="3055"/>
                  </a:lnTo>
                  <a:lnTo>
                    <a:pt x="1214" y="2930"/>
                  </a:lnTo>
                  <a:lnTo>
                    <a:pt x="1256" y="2888"/>
                  </a:lnTo>
                  <a:lnTo>
                    <a:pt x="1256" y="2783"/>
                  </a:lnTo>
                  <a:lnTo>
                    <a:pt x="1318" y="2721"/>
                  </a:lnTo>
                  <a:lnTo>
                    <a:pt x="1318" y="2742"/>
                  </a:lnTo>
                  <a:lnTo>
                    <a:pt x="1256" y="2951"/>
                  </a:lnTo>
                  <a:lnTo>
                    <a:pt x="1339" y="3055"/>
                  </a:lnTo>
                  <a:lnTo>
                    <a:pt x="1423" y="2930"/>
                  </a:lnTo>
                  <a:lnTo>
                    <a:pt x="1507" y="2888"/>
                  </a:lnTo>
                  <a:lnTo>
                    <a:pt x="1507" y="2888"/>
                  </a:lnTo>
                  <a:lnTo>
                    <a:pt x="1465" y="2951"/>
                  </a:lnTo>
                  <a:lnTo>
                    <a:pt x="1423" y="2972"/>
                  </a:lnTo>
                  <a:lnTo>
                    <a:pt x="1360" y="3076"/>
                  </a:lnTo>
                  <a:lnTo>
                    <a:pt x="1465" y="3139"/>
                  </a:lnTo>
                  <a:lnTo>
                    <a:pt x="1549" y="2951"/>
                  </a:lnTo>
                  <a:lnTo>
                    <a:pt x="1653" y="2930"/>
                  </a:lnTo>
                  <a:lnTo>
                    <a:pt x="1674" y="2762"/>
                  </a:lnTo>
                  <a:lnTo>
                    <a:pt x="1590" y="2637"/>
                  </a:lnTo>
                  <a:lnTo>
                    <a:pt x="1528" y="2616"/>
                  </a:lnTo>
                  <a:lnTo>
                    <a:pt x="1632" y="2553"/>
                  </a:lnTo>
                  <a:lnTo>
                    <a:pt x="1653" y="2511"/>
                  </a:lnTo>
                  <a:lnTo>
                    <a:pt x="1570" y="2365"/>
                  </a:lnTo>
                  <a:lnTo>
                    <a:pt x="1549" y="2156"/>
                  </a:lnTo>
                  <a:lnTo>
                    <a:pt x="1590" y="2344"/>
                  </a:lnTo>
                  <a:lnTo>
                    <a:pt x="1716" y="2449"/>
                  </a:lnTo>
                  <a:lnTo>
                    <a:pt x="1779" y="2428"/>
                  </a:lnTo>
                  <a:lnTo>
                    <a:pt x="1779" y="2470"/>
                  </a:lnTo>
                  <a:lnTo>
                    <a:pt x="1988" y="2574"/>
                  </a:lnTo>
                  <a:lnTo>
                    <a:pt x="2093" y="2511"/>
                  </a:lnTo>
                  <a:lnTo>
                    <a:pt x="2155" y="2532"/>
                  </a:lnTo>
                  <a:lnTo>
                    <a:pt x="2155" y="2470"/>
                  </a:lnTo>
                  <a:lnTo>
                    <a:pt x="2197" y="2470"/>
                  </a:lnTo>
                  <a:lnTo>
                    <a:pt x="2365" y="2888"/>
                  </a:lnTo>
                  <a:lnTo>
                    <a:pt x="2448" y="2951"/>
                  </a:lnTo>
                  <a:lnTo>
                    <a:pt x="2448" y="3034"/>
                  </a:lnTo>
                  <a:lnTo>
                    <a:pt x="2406" y="3160"/>
                  </a:lnTo>
                  <a:lnTo>
                    <a:pt x="2469" y="3181"/>
                  </a:lnTo>
                  <a:lnTo>
                    <a:pt x="2406" y="3348"/>
                  </a:lnTo>
                  <a:lnTo>
                    <a:pt x="2448" y="3369"/>
                  </a:lnTo>
                  <a:lnTo>
                    <a:pt x="2511" y="3306"/>
                  </a:lnTo>
                  <a:lnTo>
                    <a:pt x="2553" y="3265"/>
                  </a:lnTo>
                  <a:lnTo>
                    <a:pt x="2553" y="3265"/>
                  </a:lnTo>
                  <a:lnTo>
                    <a:pt x="2511" y="3369"/>
                  </a:lnTo>
                  <a:lnTo>
                    <a:pt x="2490" y="3411"/>
                  </a:lnTo>
                  <a:lnTo>
                    <a:pt x="2553" y="3495"/>
                  </a:lnTo>
                  <a:lnTo>
                    <a:pt x="2637" y="3620"/>
                  </a:lnTo>
                  <a:lnTo>
                    <a:pt x="2720" y="3830"/>
                  </a:lnTo>
                  <a:lnTo>
                    <a:pt x="2762" y="3830"/>
                  </a:lnTo>
                  <a:lnTo>
                    <a:pt x="2720" y="3683"/>
                  </a:lnTo>
                  <a:lnTo>
                    <a:pt x="2720" y="3620"/>
                  </a:lnTo>
                  <a:lnTo>
                    <a:pt x="2762" y="3516"/>
                  </a:lnTo>
                  <a:lnTo>
                    <a:pt x="2867" y="3390"/>
                  </a:lnTo>
                  <a:lnTo>
                    <a:pt x="2909" y="3411"/>
                  </a:lnTo>
                  <a:lnTo>
                    <a:pt x="2971" y="3286"/>
                  </a:lnTo>
                  <a:lnTo>
                    <a:pt x="2971" y="3160"/>
                  </a:lnTo>
                  <a:lnTo>
                    <a:pt x="2930" y="3139"/>
                  </a:lnTo>
                  <a:lnTo>
                    <a:pt x="2909" y="3076"/>
                  </a:lnTo>
                  <a:lnTo>
                    <a:pt x="2909" y="3034"/>
                  </a:lnTo>
                  <a:lnTo>
                    <a:pt x="2888" y="2972"/>
                  </a:lnTo>
                  <a:lnTo>
                    <a:pt x="2867" y="2888"/>
                  </a:lnTo>
                  <a:lnTo>
                    <a:pt x="2804" y="2742"/>
                  </a:lnTo>
                  <a:lnTo>
                    <a:pt x="2783" y="2511"/>
                  </a:lnTo>
                  <a:lnTo>
                    <a:pt x="2720" y="2428"/>
                  </a:lnTo>
                  <a:lnTo>
                    <a:pt x="2720" y="2302"/>
                  </a:lnTo>
                  <a:lnTo>
                    <a:pt x="2699" y="2135"/>
                  </a:lnTo>
                  <a:lnTo>
                    <a:pt x="2637" y="2051"/>
                  </a:lnTo>
                  <a:lnTo>
                    <a:pt x="2595" y="2009"/>
                  </a:lnTo>
                  <a:lnTo>
                    <a:pt x="2511" y="2009"/>
                  </a:lnTo>
                  <a:lnTo>
                    <a:pt x="2448" y="1946"/>
                  </a:lnTo>
                  <a:lnTo>
                    <a:pt x="2386" y="2009"/>
                  </a:lnTo>
                  <a:lnTo>
                    <a:pt x="2406" y="2051"/>
                  </a:lnTo>
                  <a:lnTo>
                    <a:pt x="2386" y="2114"/>
                  </a:lnTo>
                  <a:lnTo>
                    <a:pt x="2386" y="2156"/>
                  </a:lnTo>
                  <a:lnTo>
                    <a:pt x="2344" y="2239"/>
                  </a:lnTo>
                  <a:lnTo>
                    <a:pt x="2365" y="2302"/>
                  </a:lnTo>
                  <a:lnTo>
                    <a:pt x="2365" y="2365"/>
                  </a:lnTo>
                  <a:lnTo>
                    <a:pt x="2281" y="2365"/>
                  </a:lnTo>
                  <a:lnTo>
                    <a:pt x="2197" y="2260"/>
                  </a:lnTo>
                  <a:lnTo>
                    <a:pt x="2093" y="2156"/>
                  </a:lnTo>
                  <a:lnTo>
                    <a:pt x="2093" y="2114"/>
                  </a:lnTo>
                  <a:lnTo>
                    <a:pt x="2030" y="2051"/>
                  </a:lnTo>
                  <a:lnTo>
                    <a:pt x="1967" y="1905"/>
                  </a:lnTo>
                  <a:lnTo>
                    <a:pt x="1967" y="1821"/>
                  </a:lnTo>
                  <a:lnTo>
                    <a:pt x="2030" y="1800"/>
                  </a:lnTo>
                  <a:lnTo>
                    <a:pt x="2051" y="1716"/>
                  </a:lnTo>
                  <a:lnTo>
                    <a:pt x="2155" y="1633"/>
                  </a:lnTo>
                  <a:lnTo>
                    <a:pt x="2176" y="1695"/>
                  </a:lnTo>
                  <a:lnTo>
                    <a:pt x="2260" y="1695"/>
                  </a:lnTo>
                  <a:lnTo>
                    <a:pt x="2302" y="1633"/>
                  </a:lnTo>
                  <a:lnTo>
                    <a:pt x="2302" y="1570"/>
                  </a:lnTo>
                  <a:lnTo>
                    <a:pt x="2365" y="1528"/>
                  </a:lnTo>
                  <a:lnTo>
                    <a:pt x="2448" y="1319"/>
                  </a:lnTo>
                  <a:lnTo>
                    <a:pt x="2469" y="1193"/>
                  </a:lnTo>
                  <a:lnTo>
                    <a:pt x="2511" y="1068"/>
                  </a:lnTo>
                  <a:lnTo>
                    <a:pt x="2469" y="1047"/>
                  </a:lnTo>
                  <a:lnTo>
                    <a:pt x="2365" y="942"/>
                  </a:lnTo>
                  <a:lnTo>
                    <a:pt x="2302" y="963"/>
                  </a:lnTo>
                  <a:lnTo>
                    <a:pt x="2260" y="942"/>
                  </a:lnTo>
                  <a:lnTo>
                    <a:pt x="2176" y="942"/>
                  </a:lnTo>
                  <a:lnTo>
                    <a:pt x="1967" y="963"/>
                  </a:lnTo>
                  <a:lnTo>
                    <a:pt x="1779" y="942"/>
                  </a:lnTo>
                  <a:lnTo>
                    <a:pt x="1423" y="942"/>
                  </a:lnTo>
                  <a:lnTo>
                    <a:pt x="1298" y="879"/>
                  </a:lnTo>
                  <a:lnTo>
                    <a:pt x="1193" y="900"/>
                  </a:lnTo>
                  <a:lnTo>
                    <a:pt x="1067" y="858"/>
                  </a:lnTo>
                  <a:lnTo>
                    <a:pt x="1067" y="775"/>
                  </a:lnTo>
                  <a:lnTo>
                    <a:pt x="1026" y="649"/>
                  </a:lnTo>
                  <a:lnTo>
                    <a:pt x="1026" y="565"/>
                  </a:lnTo>
                  <a:lnTo>
                    <a:pt x="1005" y="440"/>
                  </a:lnTo>
                  <a:lnTo>
                    <a:pt x="921" y="314"/>
                  </a:lnTo>
                  <a:lnTo>
                    <a:pt x="879" y="314"/>
                  </a:lnTo>
                  <a:lnTo>
                    <a:pt x="837" y="356"/>
                  </a:lnTo>
                  <a:lnTo>
                    <a:pt x="733" y="314"/>
                  </a:lnTo>
                  <a:lnTo>
                    <a:pt x="691" y="252"/>
                  </a:lnTo>
                  <a:lnTo>
                    <a:pt x="607" y="168"/>
                  </a:lnTo>
                  <a:lnTo>
                    <a:pt x="544" y="168"/>
                  </a:lnTo>
                  <a:lnTo>
                    <a:pt x="523" y="252"/>
                  </a:lnTo>
                  <a:lnTo>
                    <a:pt x="607" y="314"/>
                  </a:lnTo>
                  <a:lnTo>
                    <a:pt x="544" y="335"/>
                  </a:lnTo>
                  <a:lnTo>
                    <a:pt x="419" y="314"/>
                  </a:lnTo>
                  <a:lnTo>
                    <a:pt x="356" y="210"/>
                  </a:lnTo>
                  <a:lnTo>
                    <a:pt x="356" y="147"/>
                  </a:lnTo>
                  <a:lnTo>
                    <a:pt x="272" y="42"/>
                  </a:lnTo>
                  <a:lnTo>
                    <a:pt x="20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69" name="Google Shape;1569;p60"/>
            <p:cNvSpPr/>
            <p:nvPr/>
          </p:nvSpPr>
          <p:spPr>
            <a:xfrm>
              <a:off x="3793178" y="2712975"/>
              <a:ext cx="26423" cy="30945"/>
            </a:xfrm>
            <a:custGeom>
              <a:avLst/>
              <a:gdLst/>
              <a:ahLst/>
              <a:cxnLst/>
              <a:rect l="l" t="t" r="r" b="b"/>
              <a:pathLst>
                <a:path w="2219" h="2721" extrusionOk="0">
                  <a:moveTo>
                    <a:pt x="1298" y="1"/>
                  </a:moveTo>
                  <a:lnTo>
                    <a:pt x="1152" y="168"/>
                  </a:lnTo>
                  <a:lnTo>
                    <a:pt x="984" y="231"/>
                  </a:lnTo>
                  <a:lnTo>
                    <a:pt x="880" y="231"/>
                  </a:lnTo>
                  <a:lnTo>
                    <a:pt x="817" y="336"/>
                  </a:lnTo>
                  <a:lnTo>
                    <a:pt x="754" y="482"/>
                  </a:lnTo>
                  <a:lnTo>
                    <a:pt x="649" y="545"/>
                  </a:lnTo>
                  <a:lnTo>
                    <a:pt x="524" y="545"/>
                  </a:lnTo>
                  <a:lnTo>
                    <a:pt x="357" y="649"/>
                  </a:lnTo>
                  <a:lnTo>
                    <a:pt x="315" y="629"/>
                  </a:lnTo>
                  <a:lnTo>
                    <a:pt x="231" y="629"/>
                  </a:lnTo>
                  <a:lnTo>
                    <a:pt x="210" y="754"/>
                  </a:lnTo>
                  <a:lnTo>
                    <a:pt x="126" y="838"/>
                  </a:lnTo>
                  <a:lnTo>
                    <a:pt x="189" y="901"/>
                  </a:lnTo>
                  <a:lnTo>
                    <a:pt x="231" y="859"/>
                  </a:lnTo>
                  <a:lnTo>
                    <a:pt x="357" y="1005"/>
                  </a:lnTo>
                  <a:lnTo>
                    <a:pt x="336" y="838"/>
                  </a:lnTo>
                  <a:lnTo>
                    <a:pt x="357" y="754"/>
                  </a:lnTo>
                  <a:lnTo>
                    <a:pt x="545" y="629"/>
                  </a:lnTo>
                  <a:lnTo>
                    <a:pt x="566" y="649"/>
                  </a:lnTo>
                  <a:lnTo>
                    <a:pt x="670" y="629"/>
                  </a:lnTo>
                  <a:lnTo>
                    <a:pt x="817" y="649"/>
                  </a:lnTo>
                  <a:lnTo>
                    <a:pt x="859" y="629"/>
                  </a:lnTo>
                  <a:lnTo>
                    <a:pt x="859" y="629"/>
                  </a:lnTo>
                  <a:cubicBezTo>
                    <a:pt x="859" y="649"/>
                    <a:pt x="838" y="649"/>
                    <a:pt x="838" y="691"/>
                  </a:cubicBezTo>
                  <a:lnTo>
                    <a:pt x="754" y="712"/>
                  </a:lnTo>
                  <a:lnTo>
                    <a:pt x="670" y="712"/>
                  </a:lnTo>
                  <a:lnTo>
                    <a:pt x="629" y="733"/>
                  </a:lnTo>
                  <a:lnTo>
                    <a:pt x="733" y="859"/>
                  </a:lnTo>
                  <a:lnTo>
                    <a:pt x="691" y="921"/>
                  </a:lnTo>
                  <a:lnTo>
                    <a:pt x="775" y="1026"/>
                  </a:lnTo>
                  <a:lnTo>
                    <a:pt x="775" y="1047"/>
                  </a:lnTo>
                  <a:lnTo>
                    <a:pt x="691" y="1026"/>
                  </a:lnTo>
                  <a:lnTo>
                    <a:pt x="587" y="1047"/>
                  </a:lnTo>
                  <a:lnTo>
                    <a:pt x="566" y="1005"/>
                  </a:lnTo>
                  <a:lnTo>
                    <a:pt x="629" y="942"/>
                  </a:lnTo>
                  <a:lnTo>
                    <a:pt x="566" y="838"/>
                  </a:lnTo>
                  <a:lnTo>
                    <a:pt x="545" y="838"/>
                  </a:lnTo>
                  <a:lnTo>
                    <a:pt x="461" y="963"/>
                  </a:lnTo>
                  <a:lnTo>
                    <a:pt x="524" y="1047"/>
                  </a:lnTo>
                  <a:lnTo>
                    <a:pt x="419" y="1131"/>
                  </a:lnTo>
                  <a:lnTo>
                    <a:pt x="336" y="1047"/>
                  </a:lnTo>
                  <a:lnTo>
                    <a:pt x="231" y="1047"/>
                  </a:lnTo>
                  <a:lnTo>
                    <a:pt x="147" y="1026"/>
                  </a:lnTo>
                  <a:lnTo>
                    <a:pt x="64" y="1110"/>
                  </a:lnTo>
                  <a:lnTo>
                    <a:pt x="210" y="1173"/>
                  </a:lnTo>
                  <a:lnTo>
                    <a:pt x="210" y="1277"/>
                  </a:lnTo>
                  <a:lnTo>
                    <a:pt x="126" y="1235"/>
                  </a:lnTo>
                  <a:lnTo>
                    <a:pt x="64" y="1256"/>
                  </a:lnTo>
                  <a:lnTo>
                    <a:pt x="105" y="1424"/>
                  </a:lnTo>
                  <a:lnTo>
                    <a:pt x="168" y="1465"/>
                  </a:lnTo>
                  <a:lnTo>
                    <a:pt x="168" y="1591"/>
                  </a:lnTo>
                  <a:lnTo>
                    <a:pt x="231" y="1675"/>
                  </a:lnTo>
                  <a:lnTo>
                    <a:pt x="64" y="1758"/>
                  </a:lnTo>
                  <a:lnTo>
                    <a:pt x="1" y="1905"/>
                  </a:lnTo>
                  <a:lnTo>
                    <a:pt x="64" y="1968"/>
                  </a:lnTo>
                  <a:lnTo>
                    <a:pt x="168" y="1905"/>
                  </a:lnTo>
                  <a:lnTo>
                    <a:pt x="315" y="2051"/>
                  </a:lnTo>
                  <a:lnTo>
                    <a:pt x="336" y="2219"/>
                  </a:lnTo>
                  <a:lnTo>
                    <a:pt x="273" y="2261"/>
                  </a:lnTo>
                  <a:lnTo>
                    <a:pt x="315" y="2323"/>
                  </a:lnTo>
                  <a:lnTo>
                    <a:pt x="461" y="2323"/>
                  </a:lnTo>
                  <a:lnTo>
                    <a:pt x="608" y="2533"/>
                  </a:lnTo>
                  <a:lnTo>
                    <a:pt x="649" y="2574"/>
                  </a:lnTo>
                  <a:lnTo>
                    <a:pt x="754" y="2533"/>
                  </a:lnTo>
                  <a:lnTo>
                    <a:pt x="775" y="2470"/>
                  </a:lnTo>
                  <a:lnTo>
                    <a:pt x="691" y="2386"/>
                  </a:lnTo>
                  <a:lnTo>
                    <a:pt x="649" y="2386"/>
                  </a:lnTo>
                  <a:lnTo>
                    <a:pt x="649" y="2302"/>
                  </a:lnTo>
                  <a:lnTo>
                    <a:pt x="733" y="2261"/>
                  </a:lnTo>
                  <a:lnTo>
                    <a:pt x="733" y="2177"/>
                  </a:lnTo>
                  <a:lnTo>
                    <a:pt x="670" y="2135"/>
                  </a:lnTo>
                  <a:lnTo>
                    <a:pt x="670" y="2072"/>
                  </a:lnTo>
                  <a:lnTo>
                    <a:pt x="754" y="2009"/>
                  </a:lnTo>
                  <a:cubicBezTo>
                    <a:pt x="775" y="2051"/>
                    <a:pt x="817" y="2093"/>
                    <a:pt x="838" y="2135"/>
                  </a:cubicBezTo>
                  <a:lnTo>
                    <a:pt x="838" y="2177"/>
                  </a:lnTo>
                  <a:lnTo>
                    <a:pt x="880" y="2302"/>
                  </a:lnTo>
                  <a:lnTo>
                    <a:pt x="984" y="2407"/>
                  </a:lnTo>
                  <a:lnTo>
                    <a:pt x="1089" y="2407"/>
                  </a:lnTo>
                  <a:lnTo>
                    <a:pt x="1152" y="2449"/>
                  </a:lnTo>
                  <a:lnTo>
                    <a:pt x="1256" y="2428"/>
                  </a:lnTo>
                  <a:cubicBezTo>
                    <a:pt x="1277" y="2428"/>
                    <a:pt x="1298" y="2428"/>
                    <a:pt x="1298" y="2407"/>
                  </a:cubicBezTo>
                  <a:cubicBezTo>
                    <a:pt x="1319" y="2407"/>
                    <a:pt x="1319" y="2428"/>
                    <a:pt x="1361" y="2428"/>
                  </a:cubicBezTo>
                  <a:lnTo>
                    <a:pt x="1361" y="2449"/>
                  </a:lnTo>
                  <a:lnTo>
                    <a:pt x="1298" y="2533"/>
                  </a:lnTo>
                  <a:lnTo>
                    <a:pt x="1319" y="2595"/>
                  </a:lnTo>
                  <a:lnTo>
                    <a:pt x="1382" y="2512"/>
                  </a:lnTo>
                  <a:lnTo>
                    <a:pt x="1403" y="2449"/>
                  </a:lnTo>
                  <a:cubicBezTo>
                    <a:pt x="1445" y="2491"/>
                    <a:pt x="1486" y="2512"/>
                    <a:pt x="1507" y="2553"/>
                  </a:cubicBezTo>
                  <a:lnTo>
                    <a:pt x="1507" y="2595"/>
                  </a:lnTo>
                  <a:lnTo>
                    <a:pt x="1465" y="2616"/>
                  </a:lnTo>
                  <a:lnTo>
                    <a:pt x="1507" y="2658"/>
                  </a:lnTo>
                  <a:lnTo>
                    <a:pt x="1675" y="2721"/>
                  </a:lnTo>
                  <a:lnTo>
                    <a:pt x="1821" y="2700"/>
                  </a:lnTo>
                  <a:lnTo>
                    <a:pt x="1884" y="2616"/>
                  </a:lnTo>
                  <a:lnTo>
                    <a:pt x="1905" y="2700"/>
                  </a:lnTo>
                  <a:lnTo>
                    <a:pt x="1926" y="2721"/>
                  </a:lnTo>
                  <a:lnTo>
                    <a:pt x="1926" y="2616"/>
                  </a:lnTo>
                  <a:lnTo>
                    <a:pt x="1968" y="2574"/>
                  </a:lnTo>
                  <a:cubicBezTo>
                    <a:pt x="2009" y="2533"/>
                    <a:pt x="2030" y="2512"/>
                    <a:pt x="2030" y="2470"/>
                  </a:cubicBezTo>
                  <a:lnTo>
                    <a:pt x="2093" y="2386"/>
                  </a:lnTo>
                  <a:lnTo>
                    <a:pt x="2177" y="2344"/>
                  </a:lnTo>
                  <a:lnTo>
                    <a:pt x="2135" y="2302"/>
                  </a:lnTo>
                  <a:lnTo>
                    <a:pt x="2072" y="2323"/>
                  </a:lnTo>
                  <a:lnTo>
                    <a:pt x="2009" y="2407"/>
                  </a:lnTo>
                  <a:lnTo>
                    <a:pt x="2009" y="2386"/>
                  </a:lnTo>
                  <a:cubicBezTo>
                    <a:pt x="1989" y="2344"/>
                    <a:pt x="1989" y="2344"/>
                    <a:pt x="1989" y="2323"/>
                  </a:cubicBezTo>
                  <a:lnTo>
                    <a:pt x="2009" y="2302"/>
                  </a:lnTo>
                  <a:lnTo>
                    <a:pt x="2009" y="2219"/>
                  </a:lnTo>
                  <a:lnTo>
                    <a:pt x="2135" y="2177"/>
                  </a:lnTo>
                  <a:lnTo>
                    <a:pt x="2198" y="2114"/>
                  </a:lnTo>
                  <a:lnTo>
                    <a:pt x="2177" y="2051"/>
                  </a:lnTo>
                  <a:lnTo>
                    <a:pt x="2072" y="1968"/>
                  </a:lnTo>
                  <a:lnTo>
                    <a:pt x="2072" y="1905"/>
                  </a:lnTo>
                  <a:lnTo>
                    <a:pt x="2198" y="1863"/>
                  </a:lnTo>
                  <a:lnTo>
                    <a:pt x="2219" y="1737"/>
                  </a:lnTo>
                  <a:lnTo>
                    <a:pt x="2219" y="1591"/>
                  </a:lnTo>
                  <a:lnTo>
                    <a:pt x="2198" y="1486"/>
                  </a:lnTo>
                  <a:lnTo>
                    <a:pt x="2072" y="1486"/>
                  </a:lnTo>
                  <a:lnTo>
                    <a:pt x="1905" y="1528"/>
                  </a:lnTo>
                  <a:lnTo>
                    <a:pt x="1863" y="1633"/>
                  </a:lnTo>
                  <a:lnTo>
                    <a:pt x="1905" y="1675"/>
                  </a:lnTo>
                  <a:lnTo>
                    <a:pt x="1989" y="1737"/>
                  </a:lnTo>
                  <a:lnTo>
                    <a:pt x="1989" y="1779"/>
                  </a:lnTo>
                  <a:lnTo>
                    <a:pt x="1926" y="1758"/>
                  </a:lnTo>
                  <a:lnTo>
                    <a:pt x="1905" y="1779"/>
                  </a:lnTo>
                  <a:lnTo>
                    <a:pt x="1800" y="1696"/>
                  </a:lnTo>
                  <a:lnTo>
                    <a:pt x="1800" y="1654"/>
                  </a:lnTo>
                  <a:lnTo>
                    <a:pt x="1758" y="1570"/>
                  </a:lnTo>
                  <a:lnTo>
                    <a:pt x="1696" y="1591"/>
                  </a:lnTo>
                  <a:lnTo>
                    <a:pt x="1654" y="1675"/>
                  </a:lnTo>
                  <a:lnTo>
                    <a:pt x="1570" y="1696"/>
                  </a:lnTo>
                  <a:lnTo>
                    <a:pt x="1591" y="1779"/>
                  </a:lnTo>
                  <a:lnTo>
                    <a:pt x="1654" y="1863"/>
                  </a:lnTo>
                  <a:lnTo>
                    <a:pt x="1654" y="1989"/>
                  </a:lnTo>
                  <a:lnTo>
                    <a:pt x="1717" y="2072"/>
                  </a:lnTo>
                  <a:lnTo>
                    <a:pt x="1800" y="2072"/>
                  </a:lnTo>
                  <a:lnTo>
                    <a:pt x="1926" y="2093"/>
                  </a:lnTo>
                  <a:lnTo>
                    <a:pt x="1968" y="2156"/>
                  </a:lnTo>
                  <a:lnTo>
                    <a:pt x="1905" y="2198"/>
                  </a:lnTo>
                  <a:lnTo>
                    <a:pt x="1968" y="2261"/>
                  </a:lnTo>
                  <a:cubicBezTo>
                    <a:pt x="1926" y="2281"/>
                    <a:pt x="1926" y="2323"/>
                    <a:pt x="1926" y="2365"/>
                  </a:cubicBezTo>
                  <a:lnTo>
                    <a:pt x="1905" y="2386"/>
                  </a:lnTo>
                  <a:lnTo>
                    <a:pt x="1863" y="2386"/>
                  </a:lnTo>
                  <a:lnTo>
                    <a:pt x="1779" y="2407"/>
                  </a:lnTo>
                  <a:lnTo>
                    <a:pt x="1675" y="2261"/>
                  </a:lnTo>
                  <a:lnTo>
                    <a:pt x="1612" y="2281"/>
                  </a:lnTo>
                  <a:cubicBezTo>
                    <a:pt x="1591" y="2261"/>
                    <a:pt x="1570" y="2261"/>
                    <a:pt x="1549" y="2219"/>
                  </a:cubicBezTo>
                  <a:lnTo>
                    <a:pt x="1549" y="2198"/>
                  </a:lnTo>
                  <a:lnTo>
                    <a:pt x="1465" y="2114"/>
                  </a:lnTo>
                  <a:lnTo>
                    <a:pt x="1465" y="2177"/>
                  </a:lnTo>
                  <a:cubicBezTo>
                    <a:pt x="1465" y="2177"/>
                    <a:pt x="1445" y="2177"/>
                    <a:pt x="1445" y="2156"/>
                  </a:cubicBezTo>
                  <a:cubicBezTo>
                    <a:pt x="1403" y="2156"/>
                    <a:pt x="1403" y="2156"/>
                    <a:pt x="1382" y="2177"/>
                  </a:cubicBezTo>
                  <a:lnTo>
                    <a:pt x="1403" y="2093"/>
                  </a:lnTo>
                  <a:lnTo>
                    <a:pt x="1382" y="2009"/>
                  </a:lnTo>
                  <a:lnTo>
                    <a:pt x="1298" y="1863"/>
                  </a:lnTo>
                  <a:lnTo>
                    <a:pt x="1235" y="1863"/>
                  </a:lnTo>
                  <a:lnTo>
                    <a:pt x="1089" y="1779"/>
                  </a:lnTo>
                  <a:lnTo>
                    <a:pt x="1026" y="1612"/>
                  </a:lnTo>
                  <a:lnTo>
                    <a:pt x="1047" y="1654"/>
                  </a:lnTo>
                  <a:lnTo>
                    <a:pt x="1173" y="1591"/>
                  </a:lnTo>
                  <a:lnTo>
                    <a:pt x="1173" y="1445"/>
                  </a:lnTo>
                  <a:lnTo>
                    <a:pt x="1131" y="1340"/>
                  </a:lnTo>
                  <a:lnTo>
                    <a:pt x="1193" y="1256"/>
                  </a:lnTo>
                  <a:lnTo>
                    <a:pt x="1298" y="1235"/>
                  </a:lnTo>
                  <a:lnTo>
                    <a:pt x="1382" y="1298"/>
                  </a:lnTo>
                  <a:lnTo>
                    <a:pt x="1445" y="1277"/>
                  </a:lnTo>
                  <a:lnTo>
                    <a:pt x="1486" y="1298"/>
                  </a:lnTo>
                  <a:lnTo>
                    <a:pt x="1507" y="1256"/>
                  </a:lnTo>
                  <a:lnTo>
                    <a:pt x="1549" y="1152"/>
                  </a:lnTo>
                  <a:lnTo>
                    <a:pt x="1445" y="1047"/>
                  </a:lnTo>
                  <a:lnTo>
                    <a:pt x="1382" y="1110"/>
                  </a:lnTo>
                  <a:lnTo>
                    <a:pt x="1256" y="1110"/>
                  </a:lnTo>
                  <a:lnTo>
                    <a:pt x="1193" y="1026"/>
                  </a:lnTo>
                  <a:lnTo>
                    <a:pt x="1152" y="921"/>
                  </a:lnTo>
                  <a:lnTo>
                    <a:pt x="1089" y="921"/>
                  </a:lnTo>
                  <a:lnTo>
                    <a:pt x="1152" y="859"/>
                  </a:lnTo>
                  <a:lnTo>
                    <a:pt x="1152" y="754"/>
                  </a:lnTo>
                  <a:lnTo>
                    <a:pt x="1131" y="754"/>
                  </a:lnTo>
                  <a:cubicBezTo>
                    <a:pt x="1131" y="733"/>
                    <a:pt x="1152" y="712"/>
                    <a:pt x="1152" y="691"/>
                  </a:cubicBezTo>
                  <a:lnTo>
                    <a:pt x="1173" y="691"/>
                  </a:lnTo>
                  <a:lnTo>
                    <a:pt x="1277" y="503"/>
                  </a:lnTo>
                  <a:lnTo>
                    <a:pt x="1256" y="377"/>
                  </a:lnTo>
                  <a:lnTo>
                    <a:pt x="1277" y="315"/>
                  </a:lnTo>
                  <a:lnTo>
                    <a:pt x="1256" y="210"/>
                  </a:lnTo>
                  <a:lnTo>
                    <a:pt x="1340" y="64"/>
                  </a:lnTo>
                  <a:lnTo>
                    <a:pt x="129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70" name="Google Shape;1570;p60"/>
            <p:cNvSpPr/>
            <p:nvPr/>
          </p:nvSpPr>
          <p:spPr>
            <a:xfrm>
              <a:off x="3772256" y="2560208"/>
              <a:ext cx="138282" cy="153495"/>
            </a:xfrm>
            <a:custGeom>
              <a:avLst/>
              <a:gdLst/>
              <a:ahLst/>
              <a:cxnLst/>
              <a:rect l="l" t="t" r="r" b="b"/>
              <a:pathLst>
                <a:path w="11613" h="13497" extrusionOk="0">
                  <a:moveTo>
                    <a:pt x="9792" y="1"/>
                  </a:moveTo>
                  <a:lnTo>
                    <a:pt x="9709" y="64"/>
                  </a:lnTo>
                  <a:lnTo>
                    <a:pt x="9709" y="126"/>
                  </a:lnTo>
                  <a:lnTo>
                    <a:pt x="9792" y="231"/>
                  </a:lnTo>
                  <a:lnTo>
                    <a:pt x="9730" y="273"/>
                  </a:lnTo>
                  <a:lnTo>
                    <a:pt x="9688" y="273"/>
                  </a:lnTo>
                  <a:lnTo>
                    <a:pt x="9604" y="168"/>
                  </a:lnTo>
                  <a:lnTo>
                    <a:pt x="9541" y="231"/>
                  </a:lnTo>
                  <a:lnTo>
                    <a:pt x="9520" y="336"/>
                  </a:lnTo>
                  <a:lnTo>
                    <a:pt x="9541" y="357"/>
                  </a:lnTo>
                  <a:lnTo>
                    <a:pt x="9625" y="357"/>
                  </a:lnTo>
                  <a:lnTo>
                    <a:pt x="9688" y="419"/>
                  </a:lnTo>
                  <a:lnTo>
                    <a:pt x="9646" y="440"/>
                  </a:lnTo>
                  <a:lnTo>
                    <a:pt x="9604" y="482"/>
                  </a:lnTo>
                  <a:lnTo>
                    <a:pt x="9604" y="566"/>
                  </a:lnTo>
                  <a:lnTo>
                    <a:pt x="9520" y="587"/>
                  </a:lnTo>
                  <a:lnTo>
                    <a:pt x="9520" y="670"/>
                  </a:lnTo>
                  <a:lnTo>
                    <a:pt x="9541" y="691"/>
                  </a:lnTo>
                  <a:lnTo>
                    <a:pt x="9479" y="754"/>
                  </a:lnTo>
                  <a:lnTo>
                    <a:pt x="9520" y="859"/>
                  </a:lnTo>
                  <a:lnTo>
                    <a:pt x="9479" y="901"/>
                  </a:lnTo>
                  <a:lnTo>
                    <a:pt x="9416" y="859"/>
                  </a:lnTo>
                  <a:lnTo>
                    <a:pt x="9332" y="901"/>
                  </a:lnTo>
                  <a:lnTo>
                    <a:pt x="9332" y="942"/>
                  </a:lnTo>
                  <a:lnTo>
                    <a:pt x="9269" y="984"/>
                  </a:lnTo>
                  <a:lnTo>
                    <a:pt x="9228" y="880"/>
                  </a:lnTo>
                  <a:lnTo>
                    <a:pt x="9332" y="670"/>
                  </a:lnTo>
                  <a:lnTo>
                    <a:pt x="9269" y="649"/>
                  </a:lnTo>
                  <a:lnTo>
                    <a:pt x="9269" y="587"/>
                  </a:lnTo>
                  <a:lnTo>
                    <a:pt x="9311" y="545"/>
                  </a:lnTo>
                  <a:lnTo>
                    <a:pt x="9311" y="357"/>
                  </a:lnTo>
                  <a:lnTo>
                    <a:pt x="9290" y="315"/>
                  </a:lnTo>
                  <a:lnTo>
                    <a:pt x="9228" y="315"/>
                  </a:lnTo>
                  <a:lnTo>
                    <a:pt x="9102" y="545"/>
                  </a:lnTo>
                  <a:lnTo>
                    <a:pt x="9081" y="670"/>
                  </a:lnTo>
                  <a:lnTo>
                    <a:pt x="8956" y="880"/>
                  </a:lnTo>
                  <a:lnTo>
                    <a:pt x="8893" y="1005"/>
                  </a:lnTo>
                  <a:lnTo>
                    <a:pt x="8956" y="1068"/>
                  </a:lnTo>
                  <a:lnTo>
                    <a:pt x="8914" y="1193"/>
                  </a:lnTo>
                  <a:lnTo>
                    <a:pt x="8767" y="1361"/>
                  </a:lnTo>
                  <a:lnTo>
                    <a:pt x="8704" y="1382"/>
                  </a:lnTo>
                  <a:lnTo>
                    <a:pt x="8704" y="1298"/>
                  </a:lnTo>
                  <a:lnTo>
                    <a:pt x="8663" y="1214"/>
                  </a:lnTo>
                  <a:lnTo>
                    <a:pt x="8767" y="1068"/>
                  </a:lnTo>
                  <a:lnTo>
                    <a:pt x="8746" y="963"/>
                  </a:lnTo>
                  <a:lnTo>
                    <a:pt x="8788" y="880"/>
                  </a:lnTo>
                  <a:lnTo>
                    <a:pt x="8746" y="775"/>
                  </a:lnTo>
                  <a:lnTo>
                    <a:pt x="8893" y="587"/>
                  </a:lnTo>
                  <a:lnTo>
                    <a:pt x="8914" y="482"/>
                  </a:lnTo>
                  <a:lnTo>
                    <a:pt x="8956" y="461"/>
                  </a:lnTo>
                  <a:lnTo>
                    <a:pt x="8956" y="419"/>
                  </a:lnTo>
                  <a:lnTo>
                    <a:pt x="8851" y="419"/>
                  </a:lnTo>
                  <a:lnTo>
                    <a:pt x="8767" y="315"/>
                  </a:lnTo>
                  <a:lnTo>
                    <a:pt x="8704" y="336"/>
                  </a:lnTo>
                  <a:lnTo>
                    <a:pt x="8746" y="440"/>
                  </a:lnTo>
                  <a:lnTo>
                    <a:pt x="8663" y="482"/>
                  </a:lnTo>
                  <a:lnTo>
                    <a:pt x="8663" y="419"/>
                  </a:lnTo>
                  <a:lnTo>
                    <a:pt x="8579" y="336"/>
                  </a:lnTo>
                  <a:lnTo>
                    <a:pt x="8495" y="315"/>
                  </a:lnTo>
                  <a:lnTo>
                    <a:pt x="8432" y="336"/>
                  </a:lnTo>
                  <a:lnTo>
                    <a:pt x="8453" y="482"/>
                  </a:lnTo>
                  <a:lnTo>
                    <a:pt x="8391" y="545"/>
                  </a:lnTo>
                  <a:lnTo>
                    <a:pt x="8349" y="482"/>
                  </a:lnTo>
                  <a:lnTo>
                    <a:pt x="8286" y="461"/>
                  </a:lnTo>
                  <a:lnTo>
                    <a:pt x="8244" y="482"/>
                  </a:lnTo>
                  <a:lnTo>
                    <a:pt x="8265" y="545"/>
                  </a:lnTo>
                  <a:lnTo>
                    <a:pt x="8391" y="608"/>
                  </a:lnTo>
                  <a:lnTo>
                    <a:pt x="8432" y="733"/>
                  </a:lnTo>
                  <a:lnTo>
                    <a:pt x="8391" y="775"/>
                  </a:lnTo>
                  <a:lnTo>
                    <a:pt x="8349" y="691"/>
                  </a:lnTo>
                  <a:lnTo>
                    <a:pt x="8265" y="775"/>
                  </a:lnTo>
                  <a:lnTo>
                    <a:pt x="8265" y="838"/>
                  </a:lnTo>
                  <a:lnTo>
                    <a:pt x="8286" y="880"/>
                  </a:lnTo>
                  <a:lnTo>
                    <a:pt x="8265" y="901"/>
                  </a:lnTo>
                  <a:lnTo>
                    <a:pt x="8160" y="859"/>
                  </a:lnTo>
                  <a:lnTo>
                    <a:pt x="8119" y="859"/>
                  </a:lnTo>
                  <a:lnTo>
                    <a:pt x="8035" y="963"/>
                  </a:lnTo>
                  <a:lnTo>
                    <a:pt x="7951" y="1005"/>
                  </a:lnTo>
                  <a:lnTo>
                    <a:pt x="7951" y="1047"/>
                  </a:lnTo>
                  <a:lnTo>
                    <a:pt x="8014" y="1068"/>
                  </a:lnTo>
                  <a:lnTo>
                    <a:pt x="7909" y="1131"/>
                  </a:lnTo>
                  <a:lnTo>
                    <a:pt x="7868" y="1214"/>
                  </a:lnTo>
                  <a:lnTo>
                    <a:pt x="7972" y="1319"/>
                  </a:lnTo>
                  <a:lnTo>
                    <a:pt x="7909" y="1382"/>
                  </a:lnTo>
                  <a:lnTo>
                    <a:pt x="7972" y="1424"/>
                  </a:lnTo>
                  <a:lnTo>
                    <a:pt x="8035" y="1466"/>
                  </a:lnTo>
                  <a:lnTo>
                    <a:pt x="7972" y="1507"/>
                  </a:lnTo>
                  <a:lnTo>
                    <a:pt x="7847" y="1507"/>
                  </a:lnTo>
                  <a:lnTo>
                    <a:pt x="7805" y="1361"/>
                  </a:lnTo>
                  <a:lnTo>
                    <a:pt x="7742" y="1319"/>
                  </a:lnTo>
                  <a:lnTo>
                    <a:pt x="7805" y="1277"/>
                  </a:lnTo>
                  <a:lnTo>
                    <a:pt x="7721" y="1214"/>
                  </a:lnTo>
                  <a:lnTo>
                    <a:pt x="7491" y="1214"/>
                  </a:lnTo>
                  <a:lnTo>
                    <a:pt x="7303" y="1089"/>
                  </a:lnTo>
                  <a:lnTo>
                    <a:pt x="7240" y="1089"/>
                  </a:lnTo>
                  <a:lnTo>
                    <a:pt x="7198" y="1131"/>
                  </a:lnTo>
                  <a:lnTo>
                    <a:pt x="7177" y="1068"/>
                  </a:lnTo>
                  <a:lnTo>
                    <a:pt x="7072" y="1173"/>
                  </a:lnTo>
                  <a:lnTo>
                    <a:pt x="6968" y="1173"/>
                  </a:lnTo>
                  <a:lnTo>
                    <a:pt x="6968" y="1214"/>
                  </a:lnTo>
                  <a:lnTo>
                    <a:pt x="7093" y="1382"/>
                  </a:lnTo>
                  <a:lnTo>
                    <a:pt x="7177" y="1382"/>
                  </a:lnTo>
                  <a:lnTo>
                    <a:pt x="7219" y="1424"/>
                  </a:lnTo>
                  <a:lnTo>
                    <a:pt x="7344" y="1424"/>
                  </a:lnTo>
                  <a:lnTo>
                    <a:pt x="7303" y="1528"/>
                  </a:lnTo>
                  <a:lnTo>
                    <a:pt x="7303" y="1633"/>
                  </a:lnTo>
                  <a:lnTo>
                    <a:pt x="7407" y="1779"/>
                  </a:lnTo>
                  <a:lnTo>
                    <a:pt x="7386" y="1842"/>
                  </a:lnTo>
                  <a:lnTo>
                    <a:pt x="7303" y="1800"/>
                  </a:lnTo>
                  <a:lnTo>
                    <a:pt x="7219" y="1654"/>
                  </a:lnTo>
                  <a:lnTo>
                    <a:pt x="7114" y="1612"/>
                  </a:lnTo>
                  <a:lnTo>
                    <a:pt x="7072" y="1528"/>
                  </a:lnTo>
                  <a:lnTo>
                    <a:pt x="7031" y="1633"/>
                  </a:lnTo>
                  <a:lnTo>
                    <a:pt x="6968" y="1717"/>
                  </a:lnTo>
                  <a:lnTo>
                    <a:pt x="6926" y="1591"/>
                  </a:lnTo>
                  <a:lnTo>
                    <a:pt x="6863" y="1633"/>
                  </a:lnTo>
                  <a:lnTo>
                    <a:pt x="6863" y="1717"/>
                  </a:lnTo>
                  <a:lnTo>
                    <a:pt x="6759" y="1800"/>
                  </a:lnTo>
                  <a:lnTo>
                    <a:pt x="6759" y="1884"/>
                  </a:lnTo>
                  <a:lnTo>
                    <a:pt x="6884" y="1947"/>
                  </a:lnTo>
                  <a:lnTo>
                    <a:pt x="6926" y="2051"/>
                  </a:lnTo>
                  <a:lnTo>
                    <a:pt x="6821" y="2030"/>
                  </a:lnTo>
                  <a:lnTo>
                    <a:pt x="6779" y="1989"/>
                  </a:lnTo>
                  <a:lnTo>
                    <a:pt x="6696" y="2114"/>
                  </a:lnTo>
                  <a:lnTo>
                    <a:pt x="6675" y="2177"/>
                  </a:lnTo>
                  <a:lnTo>
                    <a:pt x="6549" y="2302"/>
                  </a:lnTo>
                  <a:lnTo>
                    <a:pt x="6549" y="2219"/>
                  </a:lnTo>
                  <a:lnTo>
                    <a:pt x="6654" y="2156"/>
                  </a:lnTo>
                  <a:lnTo>
                    <a:pt x="6591" y="2093"/>
                  </a:lnTo>
                  <a:lnTo>
                    <a:pt x="6696" y="1926"/>
                  </a:lnTo>
                  <a:lnTo>
                    <a:pt x="6612" y="1612"/>
                  </a:lnTo>
                  <a:lnTo>
                    <a:pt x="6549" y="1654"/>
                  </a:lnTo>
                  <a:lnTo>
                    <a:pt x="6403" y="1842"/>
                  </a:lnTo>
                  <a:lnTo>
                    <a:pt x="6403" y="2010"/>
                  </a:lnTo>
                  <a:lnTo>
                    <a:pt x="6445" y="2051"/>
                  </a:lnTo>
                  <a:lnTo>
                    <a:pt x="6340" y="2156"/>
                  </a:lnTo>
                  <a:lnTo>
                    <a:pt x="6340" y="2051"/>
                  </a:lnTo>
                  <a:lnTo>
                    <a:pt x="6382" y="1947"/>
                  </a:lnTo>
                  <a:lnTo>
                    <a:pt x="6340" y="1800"/>
                  </a:lnTo>
                  <a:lnTo>
                    <a:pt x="6277" y="1779"/>
                  </a:lnTo>
                  <a:lnTo>
                    <a:pt x="6173" y="1842"/>
                  </a:lnTo>
                  <a:lnTo>
                    <a:pt x="6089" y="1989"/>
                  </a:lnTo>
                  <a:lnTo>
                    <a:pt x="6152" y="2114"/>
                  </a:lnTo>
                  <a:lnTo>
                    <a:pt x="6152" y="2177"/>
                  </a:lnTo>
                  <a:lnTo>
                    <a:pt x="6298" y="2323"/>
                  </a:lnTo>
                  <a:lnTo>
                    <a:pt x="6340" y="2407"/>
                  </a:lnTo>
                  <a:lnTo>
                    <a:pt x="6277" y="2512"/>
                  </a:lnTo>
                  <a:lnTo>
                    <a:pt x="6235" y="2344"/>
                  </a:lnTo>
                  <a:lnTo>
                    <a:pt x="6131" y="2302"/>
                  </a:lnTo>
                  <a:lnTo>
                    <a:pt x="6047" y="2114"/>
                  </a:lnTo>
                  <a:lnTo>
                    <a:pt x="5984" y="2093"/>
                  </a:lnTo>
                  <a:lnTo>
                    <a:pt x="5859" y="2135"/>
                  </a:lnTo>
                  <a:lnTo>
                    <a:pt x="5838" y="2219"/>
                  </a:lnTo>
                  <a:lnTo>
                    <a:pt x="5984" y="2323"/>
                  </a:lnTo>
                  <a:lnTo>
                    <a:pt x="6047" y="2323"/>
                  </a:lnTo>
                  <a:lnTo>
                    <a:pt x="6089" y="2365"/>
                  </a:lnTo>
                  <a:lnTo>
                    <a:pt x="5984" y="2344"/>
                  </a:lnTo>
                  <a:lnTo>
                    <a:pt x="5880" y="2407"/>
                  </a:lnTo>
                  <a:lnTo>
                    <a:pt x="5963" y="2512"/>
                  </a:lnTo>
                  <a:lnTo>
                    <a:pt x="5838" y="2428"/>
                  </a:lnTo>
                  <a:lnTo>
                    <a:pt x="5838" y="2302"/>
                  </a:lnTo>
                  <a:lnTo>
                    <a:pt x="5775" y="2261"/>
                  </a:lnTo>
                  <a:lnTo>
                    <a:pt x="5754" y="2156"/>
                  </a:lnTo>
                  <a:lnTo>
                    <a:pt x="5712" y="2219"/>
                  </a:lnTo>
                  <a:lnTo>
                    <a:pt x="5671" y="2365"/>
                  </a:lnTo>
                  <a:lnTo>
                    <a:pt x="5733" y="2428"/>
                  </a:lnTo>
                  <a:lnTo>
                    <a:pt x="5712" y="2554"/>
                  </a:lnTo>
                  <a:lnTo>
                    <a:pt x="5629" y="2512"/>
                  </a:lnTo>
                  <a:lnTo>
                    <a:pt x="5545" y="2533"/>
                  </a:lnTo>
                  <a:lnTo>
                    <a:pt x="5419" y="2658"/>
                  </a:lnTo>
                  <a:lnTo>
                    <a:pt x="5440" y="2679"/>
                  </a:lnTo>
                  <a:lnTo>
                    <a:pt x="5524" y="2658"/>
                  </a:lnTo>
                  <a:lnTo>
                    <a:pt x="5608" y="2763"/>
                  </a:lnTo>
                  <a:lnTo>
                    <a:pt x="5503" y="2763"/>
                  </a:lnTo>
                  <a:lnTo>
                    <a:pt x="5440" y="2826"/>
                  </a:lnTo>
                  <a:lnTo>
                    <a:pt x="5503" y="2846"/>
                  </a:lnTo>
                  <a:lnTo>
                    <a:pt x="5461" y="2888"/>
                  </a:lnTo>
                  <a:lnTo>
                    <a:pt x="5357" y="2930"/>
                  </a:lnTo>
                  <a:lnTo>
                    <a:pt x="5357" y="2972"/>
                  </a:lnTo>
                  <a:lnTo>
                    <a:pt x="5399" y="2993"/>
                  </a:lnTo>
                  <a:lnTo>
                    <a:pt x="5336" y="2993"/>
                  </a:lnTo>
                  <a:lnTo>
                    <a:pt x="5294" y="2951"/>
                  </a:lnTo>
                  <a:lnTo>
                    <a:pt x="5210" y="2972"/>
                  </a:lnTo>
                  <a:lnTo>
                    <a:pt x="5127" y="3077"/>
                  </a:lnTo>
                  <a:lnTo>
                    <a:pt x="5147" y="3139"/>
                  </a:lnTo>
                  <a:lnTo>
                    <a:pt x="5127" y="3160"/>
                  </a:lnTo>
                  <a:lnTo>
                    <a:pt x="5022" y="3160"/>
                  </a:lnTo>
                  <a:lnTo>
                    <a:pt x="4938" y="3265"/>
                  </a:lnTo>
                  <a:lnTo>
                    <a:pt x="5043" y="3307"/>
                  </a:lnTo>
                  <a:lnTo>
                    <a:pt x="5315" y="3223"/>
                  </a:lnTo>
                  <a:lnTo>
                    <a:pt x="5357" y="3265"/>
                  </a:lnTo>
                  <a:lnTo>
                    <a:pt x="5461" y="3202"/>
                  </a:lnTo>
                  <a:lnTo>
                    <a:pt x="5524" y="3202"/>
                  </a:lnTo>
                  <a:lnTo>
                    <a:pt x="5524" y="3286"/>
                  </a:lnTo>
                  <a:lnTo>
                    <a:pt x="5461" y="3370"/>
                  </a:lnTo>
                  <a:lnTo>
                    <a:pt x="5440" y="3516"/>
                  </a:lnTo>
                  <a:lnTo>
                    <a:pt x="5419" y="3558"/>
                  </a:lnTo>
                  <a:lnTo>
                    <a:pt x="5357" y="3495"/>
                  </a:lnTo>
                  <a:lnTo>
                    <a:pt x="5336" y="3411"/>
                  </a:lnTo>
                  <a:lnTo>
                    <a:pt x="5252" y="3453"/>
                  </a:lnTo>
                  <a:lnTo>
                    <a:pt x="5210" y="3390"/>
                  </a:lnTo>
                  <a:lnTo>
                    <a:pt x="5106" y="3390"/>
                  </a:lnTo>
                  <a:lnTo>
                    <a:pt x="5127" y="3453"/>
                  </a:lnTo>
                  <a:lnTo>
                    <a:pt x="5106" y="3495"/>
                  </a:lnTo>
                  <a:lnTo>
                    <a:pt x="5022" y="3453"/>
                  </a:lnTo>
                  <a:lnTo>
                    <a:pt x="4938" y="3474"/>
                  </a:lnTo>
                  <a:lnTo>
                    <a:pt x="5043" y="3516"/>
                  </a:lnTo>
                  <a:lnTo>
                    <a:pt x="5085" y="3600"/>
                  </a:lnTo>
                  <a:lnTo>
                    <a:pt x="5022" y="3621"/>
                  </a:lnTo>
                  <a:lnTo>
                    <a:pt x="5001" y="3683"/>
                  </a:lnTo>
                  <a:lnTo>
                    <a:pt x="5001" y="3746"/>
                  </a:lnTo>
                  <a:lnTo>
                    <a:pt x="4980" y="3809"/>
                  </a:lnTo>
                  <a:lnTo>
                    <a:pt x="4938" y="3725"/>
                  </a:lnTo>
                  <a:lnTo>
                    <a:pt x="4938" y="3621"/>
                  </a:lnTo>
                  <a:lnTo>
                    <a:pt x="4875" y="3558"/>
                  </a:lnTo>
                  <a:lnTo>
                    <a:pt x="4792" y="3621"/>
                  </a:lnTo>
                  <a:lnTo>
                    <a:pt x="4708" y="3662"/>
                  </a:lnTo>
                  <a:lnTo>
                    <a:pt x="4666" y="3579"/>
                  </a:lnTo>
                  <a:lnTo>
                    <a:pt x="4687" y="3516"/>
                  </a:lnTo>
                  <a:lnTo>
                    <a:pt x="4624" y="3516"/>
                  </a:lnTo>
                  <a:lnTo>
                    <a:pt x="4520" y="3621"/>
                  </a:lnTo>
                  <a:lnTo>
                    <a:pt x="4603" y="3704"/>
                  </a:lnTo>
                  <a:lnTo>
                    <a:pt x="4729" y="3704"/>
                  </a:lnTo>
                  <a:lnTo>
                    <a:pt x="4834" y="3746"/>
                  </a:lnTo>
                  <a:lnTo>
                    <a:pt x="4792" y="3830"/>
                  </a:lnTo>
                  <a:lnTo>
                    <a:pt x="4583" y="3893"/>
                  </a:lnTo>
                  <a:lnTo>
                    <a:pt x="4520" y="3830"/>
                  </a:lnTo>
                  <a:lnTo>
                    <a:pt x="4457" y="3830"/>
                  </a:lnTo>
                  <a:lnTo>
                    <a:pt x="4394" y="3934"/>
                  </a:lnTo>
                  <a:lnTo>
                    <a:pt x="4478" y="4018"/>
                  </a:lnTo>
                  <a:lnTo>
                    <a:pt x="4394" y="4102"/>
                  </a:lnTo>
                  <a:lnTo>
                    <a:pt x="4478" y="4102"/>
                  </a:lnTo>
                  <a:lnTo>
                    <a:pt x="4583" y="3976"/>
                  </a:lnTo>
                  <a:lnTo>
                    <a:pt x="4687" y="3976"/>
                  </a:lnTo>
                  <a:lnTo>
                    <a:pt x="4729" y="4039"/>
                  </a:lnTo>
                  <a:lnTo>
                    <a:pt x="4583" y="4081"/>
                  </a:lnTo>
                  <a:lnTo>
                    <a:pt x="4562" y="4186"/>
                  </a:lnTo>
                  <a:lnTo>
                    <a:pt x="4603" y="4248"/>
                  </a:lnTo>
                  <a:lnTo>
                    <a:pt x="4729" y="4332"/>
                  </a:lnTo>
                  <a:lnTo>
                    <a:pt x="4729" y="4416"/>
                  </a:lnTo>
                  <a:lnTo>
                    <a:pt x="4666" y="4353"/>
                  </a:lnTo>
                  <a:lnTo>
                    <a:pt x="4583" y="4353"/>
                  </a:lnTo>
                  <a:lnTo>
                    <a:pt x="4499" y="4248"/>
                  </a:lnTo>
                  <a:lnTo>
                    <a:pt x="4457" y="4248"/>
                  </a:lnTo>
                  <a:lnTo>
                    <a:pt x="4373" y="4332"/>
                  </a:lnTo>
                  <a:lnTo>
                    <a:pt x="4457" y="4395"/>
                  </a:lnTo>
                  <a:lnTo>
                    <a:pt x="4352" y="4416"/>
                  </a:lnTo>
                  <a:lnTo>
                    <a:pt x="4248" y="4499"/>
                  </a:lnTo>
                  <a:lnTo>
                    <a:pt x="4248" y="4541"/>
                  </a:lnTo>
                  <a:lnTo>
                    <a:pt x="4352" y="4604"/>
                  </a:lnTo>
                  <a:lnTo>
                    <a:pt x="4457" y="4541"/>
                  </a:lnTo>
                  <a:lnTo>
                    <a:pt x="4499" y="4604"/>
                  </a:lnTo>
                  <a:lnTo>
                    <a:pt x="4603" y="4562"/>
                  </a:lnTo>
                  <a:lnTo>
                    <a:pt x="4624" y="4646"/>
                  </a:lnTo>
                  <a:lnTo>
                    <a:pt x="4708" y="4709"/>
                  </a:lnTo>
                  <a:lnTo>
                    <a:pt x="4708" y="4751"/>
                  </a:lnTo>
                  <a:lnTo>
                    <a:pt x="4562" y="4667"/>
                  </a:lnTo>
                  <a:lnTo>
                    <a:pt x="4415" y="4667"/>
                  </a:lnTo>
                  <a:lnTo>
                    <a:pt x="4373" y="4709"/>
                  </a:lnTo>
                  <a:lnTo>
                    <a:pt x="4206" y="4730"/>
                  </a:lnTo>
                  <a:lnTo>
                    <a:pt x="4206" y="4792"/>
                  </a:lnTo>
                  <a:lnTo>
                    <a:pt x="4143" y="4855"/>
                  </a:lnTo>
                  <a:lnTo>
                    <a:pt x="4080" y="4834"/>
                  </a:lnTo>
                  <a:lnTo>
                    <a:pt x="3955" y="4918"/>
                  </a:lnTo>
                  <a:lnTo>
                    <a:pt x="3871" y="4918"/>
                  </a:lnTo>
                  <a:lnTo>
                    <a:pt x="3850" y="4960"/>
                  </a:lnTo>
                  <a:lnTo>
                    <a:pt x="3955" y="4981"/>
                  </a:lnTo>
                  <a:lnTo>
                    <a:pt x="3997" y="5064"/>
                  </a:lnTo>
                  <a:lnTo>
                    <a:pt x="3934" y="5127"/>
                  </a:lnTo>
                  <a:lnTo>
                    <a:pt x="3871" y="5085"/>
                  </a:lnTo>
                  <a:lnTo>
                    <a:pt x="3850" y="5127"/>
                  </a:lnTo>
                  <a:lnTo>
                    <a:pt x="3934" y="5169"/>
                  </a:lnTo>
                  <a:lnTo>
                    <a:pt x="3892" y="5232"/>
                  </a:lnTo>
                  <a:lnTo>
                    <a:pt x="3787" y="5190"/>
                  </a:lnTo>
                  <a:lnTo>
                    <a:pt x="3766" y="5169"/>
                  </a:lnTo>
                  <a:lnTo>
                    <a:pt x="3746" y="5190"/>
                  </a:lnTo>
                  <a:lnTo>
                    <a:pt x="3829" y="5274"/>
                  </a:lnTo>
                  <a:lnTo>
                    <a:pt x="3766" y="5295"/>
                  </a:lnTo>
                  <a:lnTo>
                    <a:pt x="3787" y="5378"/>
                  </a:lnTo>
                  <a:lnTo>
                    <a:pt x="3850" y="5378"/>
                  </a:lnTo>
                  <a:lnTo>
                    <a:pt x="3787" y="5399"/>
                  </a:lnTo>
                  <a:lnTo>
                    <a:pt x="3725" y="5441"/>
                  </a:lnTo>
                  <a:lnTo>
                    <a:pt x="3662" y="5378"/>
                  </a:lnTo>
                  <a:lnTo>
                    <a:pt x="3662" y="5462"/>
                  </a:lnTo>
                  <a:lnTo>
                    <a:pt x="3641" y="5504"/>
                  </a:lnTo>
                  <a:lnTo>
                    <a:pt x="3683" y="5546"/>
                  </a:lnTo>
                  <a:lnTo>
                    <a:pt x="3850" y="5587"/>
                  </a:lnTo>
                  <a:lnTo>
                    <a:pt x="3871" y="5671"/>
                  </a:lnTo>
                  <a:lnTo>
                    <a:pt x="3934" y="5671"/>
                  </a:lnTo>
                  <a:lnTo>
                    <a:pt x="4039" y="5650"/>
                  </a:lnTo>
                  <a:lnTo>
                    <a:pt x="3955" y="5692"/>
                  </a:lnTo>
                  <a:lnTo>
                    <a:pt x="3955" y="5755"/>
                  </a:lnTo>
                  <a:lnTo>
                    <a:pt x="3850" y="5755"/>
                  </a:lnTo>
                  <a:lnTo>
                    <a:pt x="3829" y="5713"/>
                  </a:lnTo>
                  <a:lnTo>
                    <a:pt x="3662" y="5713"/>
                  </a:lnTo>
                  <a:lnTo>
                    <a:pt x="3557" y="5818"/>
                  </a:lnTo>
                  <a:lnTo>
                    <a:pt x="3578" y="5839"/>
                  </a:lnTo>
                  <a:lnTo>
                    <a:pt x="3683" y="5839"/>
                  </a:lnTo>
                  <a:lnTo>
                    <a:pt x="3725" y="5922"/>
                  </a:lnTo>
                  <a:lnTo>
                    <a:pt x="3766" y="5985"/>
                  </a:lnTo>
                  <a:lnTo>
                    <a:pt x="3766" y="6069"/>
                  </a:lnTo>
                  <a:lnTo>
                    <a:pt x="3683" y="6006"/>
                  </a:lnTo>
                  <a:lnTo>
                    <a:pt x="3641" y="6006"/>
                  </a:lnTo>
                  <a:lnTo>
                    <a:pt x="3578" y="6069"/>
                  </a:lnTo>
                  <a:lnTo>
                    <a:pt x="3578" y="6131"/>
                  </a:lnTo>
                  <a:lnTo>
                    <a:pt x="3557" y="6173"/>
                  </a:lnTo>
                  <a:lnTo>
                    <a:pt x="3620" y="6215"/>
                  </a:lnTo>
                  <a:lnTo>
                    <a:pt x="3641" y="6299"/>
                  </a:lnTo>
                  <a:lnTo>
                    <a:pt x="3578" y="6299"/>
                  </a:lnTo>
                  <a:lnTo>
                    <a:pt x="3515" y="6236"/>
                  </a:lnTo>
                  <a:lnTo>
                    <a:pt x="3474" y="6278"/>
                  </a:lnTo>
                  <a:lnTo>
                    <a:pt x="3474" y="6341"/>
                  </a:lnTo>
                  <a:lnTo>
                    <a:pt x="3578" y="6362"/>
                  </a:lnTo>
                  <a:lnTo>
                    <a:pt x="3578" y="6424"/>
                  </a:lnTo>
                  <a:lnTo>
                    <a:pt x="3578" y="6508"/>
                  </a:lnTo>
                  <a:lnTo>
                    <a:pt x="3453" y="6403"/>
                  </a:lnTo>
                  <a:lnTo>
                    <a:pt x="3411" y="6445"/>
                  </a:lnTo>
                  <a:lnTo>
                    <a:pt x="3411" y="6529"/>
                  </a:lnTo>
                  <a:lnTo>
                    <a:pt x="3432" y="6529"/>
                  </a:lnTo>
                  <a:lnTo>
                    <a:pt x="3432" y="6634"/>
                  </a:lnTo>
                  <a:lnTo>
                    <a:pt x="3474" y="6738"/>
                  </a:lnTo>
                  <a:lnTo>
                    <a:pt x="3536" y="6738"/>
                  </a:lnTo>
                  <a:lnTo>
                    <a:pt x="3578" y="6634"/>
                  </a:lnTo>
                  <a:lnTo>
                    <a:pt x="3641" y="6634"/>
                  </a:lnTo>
                  <a:lnTo>
                    <a:pt x="3578" y="6759"/>
                  </a:lnTo>
                  <a:lnTo>
                    <a:pt x="3536" y="6801"/>
                  </a:lnTo>
                  <a:lnTo>
                    <a:pt x="3432" y="6885"/>
                  </a:lnTo>
                  <a:lnTo>
                    <a:pt x="3348" y="6885"/>
                  </a:lnTo>
                  <a:lnTo>
                    <a:pt x="3264" y="6927"/>
                  </a:lnTo>
                  <a:lnTo>
                    <a:pt x="3264" y="6968"/>
                  </a:lnTo>
                  <a:lnTo>
                    <a:pt x="3202" y="7031"/>
                  </a:lnTo>
                  <a:lnTo>
                    <a:pt x="3118" y="7073"/>
                  </a:lnTo>
                  <a:lnTo>
                    <a:pt x="3202" y="7136"/>
                  </a:lnTo>
                  <a:lnTo>
                    <a:pt x="3160" y="7157"/>
                  </a:lnTo>
                  <a:lnTo>
                    <a:pt x="3013" y="7178"/>
                  </a:lnTo>
                  <a:lnTo>
                    <a:pt x="2950" y="7261"/>
                  </a:lnTo>
                  <a:lnTo>
                    <a:pt x="2950" y="7324"/>
                  </a:lnTo>
                  <a:lnTo>
                    <a:pt x="3055" y="7345"/>
                  </a:lnTo>
                  <a:lnTo>
                    <a:pt x="2992" y="7387"/>
                  </a:lnTo>
                  <a:lnTo>
                    <a:pt x="2930" y="7492"/>
                  </a:lnTo>
                  <a:lnTo>
                    <a:pt x="2846" y="7492"/>
                  </a:lnTo>
                  <a:lnTo>
                    <a:pt x="2825" y="7408"/>
                  </a:lnTo>
                  <a:lnTo>
                    <a:pt x="2783" y="7366"/>
                  </a:lnTo>
                  <a:lnTo>
                    <a:pt x="2741" y="7408"/>
                  </a:lnTo>
                  <a:lnTo>
                    <a:pt x="2678" y="7408"/>
                  </a:lnTo>
                  <a:lnTo>
                    <a:pt x="2699" y="7492"/>
                  </a:lnTo>
                  <a:lnTo>
                    <a:pt x="2637" y="7554"/>
                  </a:lnTo>
                  <a:lnTo>
                    <a:pt x="2637" y="7596"/>
                  </a:lnTo>
                  <a:lnTo>
                    <a:pt x="2678" y="7659"/>
                  </a:lnTo>
                  <a:lnTo>
                    <a:pt x="2532" y="7659"/>
                  </a:lnTo>
                  <a:lnTo>
                    <a:pt x="2490" y="7680"/>
                  </a:lnTo>
                  <a:lnTo>
                    <a:pt x="2490" y="7805"/>
                  </a:lnTo>
                  <a:lnTo>
                    <a:pt x="2386" y="7868"/>
                  </a:lnTo>
                  <a:lnTo>
                    <a:pt x="2406" y="7910"/>
                  </a:lnTo>
                  <a:lnTo>
                    <a:pt x="2386" y="8015"/>
                  </a:lnTo>
                  <a:lnTo>
                    <a:pt x="2302" y="8098"/>
                  </a:lnTo>
                  <a:lnTo>
                    <a:pt x="2197" y="8182"/>
                  </a:lnTo>
                  <a:lnTo>
                    <a:pt x="2218" y="8224"/>
                  </a:lnTo>
                  <a:lnTo>
                    <a:pt x="2365" y="8161"/>
                  </a:lnTo>
                  <a:lnTo>
                    <a:pt x="2406" y="8161"/>
                  </a:lnTo>
                  <a:lnTo>
                    <a:pt x="2406" y="8224"/>
                  </a:lnTo>
                  <a:lnTo>
                    <a:pt x="2323" y="8266"/>
                  </a:lnTo>
                  <a:lnTo>
                    <a:pt x="2323" y="8370"/>
                  </a:lnTo>
                  <a:lnTo>
                    <a:pt x="2386" y="8454"/>
                  </a:lnTo>
                  <a:lnTo>
                    <a:pt x="2511" y="8391"/>
                  </a:lnTo>
                  <a:lnTo>
                    <a:pt x="2637" y="8370"/>
                  </a:lnTo>
                  <a:lnTo>
                    <a:pt x="2804" y="8203"/>
                  </a:lnTo>
                  <a:lnTo>
                    <a:pt x="2804" y="8119"/>
                  </a:lnTo>
                  <a:lnTo>
                    <a:pt x="2720" y="8161"/>
                  </a:lnTo>
                  <a:lnTo>
                    <a:pt x="2804" y="8056"/>
                  </a:lnTo>
                  <a:lnTo>
                    <a:pt x="2825" y="7910"/>
                  </a:lnTo>
                  <a:lnTo>
                    <a:pt x="2846" y="7910"/>
                  </a:lnTo>
                  <a:lnTo>
                    <a:pt x="2909" y="7868"/>
                  </a:lnTo>
                  <a:lnTo>
                    <a:pt x="3013" y="7889"/>
                  </a:lnTo>
                  <a:lnTo>
                    <a:pt x="3055" y="7889"/>
                  </a:lnTo>
                  <a:lnTo>
                    <a:pt x="2909" y="7994"/>
                  </a:lnTo>
                  <a:lnTo>
                    <a:pt x="2909" y="8056"/>
                  </a:lnTo>
                  <a:lnTo>
                    <a:pt x="3055" y="8098"/>
                  </a:lnTo>
                  <a:lnTo>
                    <a:pt x="3013" y="8182"/>
                  </a:lnTo>
                  <a:lnTo>
                    <a:pt x="2930" y="8182"/>
                  </a:lnTo>
                  <a:lnTo>
                    <a:pt x="2783" y="8370"/>
                  </a:lnTo>
                  <a:lnTo>
                    <a:pt x="2888" y="8412"/>
                  </a:lnTo>
                  <a:lnTo>
                    <a:pt x="2804" y="8496"/>
                  </a:lnTo>
                  <a:lnTo>
                    <a:pt x="2825" y="8600"/>
                  </a:lnTo>
                  <a:lnTo>
                    <a:pt x="2720" y="8580"/>
                  </a:lnTo>
                  <a:lnTo>
                    <a:pt x="2637" y="8496"/>
                  </a:lnTo>
                  <a:lnTo>
                    <a:pt x="2511" y="8496"/>
                  </a:lnTo>
                  <a:lnTo>
                    <a:pt x="2427" y="8538"/>
                  </a:lnTo>
                  <a:lnTo>
                    <a:pt x="2427" y="8642"/>
                  </a:lnTo>
                  <a:lnTo>
                    <a:pt x="2365" y="8705"/>
                  </a:lnTo>
                  <a:lnTo>
                    <a:pt x="2260" y="8747"/>
                  </a:lnTo>
                  <a:lnTo>
                    <a:pt x="2260" y="8747"/>
                  </a:lnTo>
                  <a:lnTo>
                    <a:pt x="2323" y="8684"/>
                  </a:lnTo>
                  <a:lnTo>
                    <a:pt x="2386" y="8642"/>
                  </a:lnTo>
                  <a:lnTo>
                    <a:pt x="2302" y="8538"/>
                  </a:lnTo>
                  <a:lnTo>
                    <a:pt x="2302" y="8433"/>
                  </a:lnTo>
                  <a:lnTo>
                    <a:pt x="2218" y="8328"/>
                  </a:lnTo>
                  <a:lnTo>
                    <a:pt x="2155" y="8328"/>
                  </a:lnTo>
                  <a:lnTo>
                    <a:pt x="2093" y="8412"/>
                  </a:lnTo>
                  <a:lnTo>
                    <a:pt x="1988" y="8412"/>
                  </a:lnTo>
                  <a:lnTo>
                    <a:pt x="1988" y="8454"/>
                  </a:lnTo>
                  <a:lnTo>
                    <a:pt x="2155" y="8454"/>
                  </a:lnTo>
                  <a:lnTo>
                    <a:pt x="1988" y="8600"/>
                  </a:lnTo>
                  <a:lnTo>
                    <a:pt x="1883" y="8580"/>
                  </a:lnTo>
                  <a:lnTo>
                    <a:pt x="1800" y="8580"/>
                  </a:lnTo>
                  <a:lnTo>
                    <a:pt x="1695" y="8684"/>
                  </a:lnTo>
                  <a:lnTo>
                    <a:pt x="1758" y="8705"/>
                  </a:lnTo>
                  <a:lnTo>
                    <a:pt x="1842" y="8684"/>
                  </a:lnTo>
                  <a:lnTo>
                    <a:pt x="1862" y="8705"/>
                  </a:lnTo>
                  <a:lnTo>
                    <a:pt x="1737" y="8789"/>
                  </a:lnTo>
                  <a:lnTo>
                    <a:pt x="1674" y="8831"/>
                  </a:lnTo>
                  <a:lnTo>
                    <a:pt x="1632" y="8789"/>
                  </a:lnTo>
                  <a:lnTo>
                    <a:pt x="1549" y="8789"/>
                  </a:lnTo>
                  <a:lnTo>
                    <a:pt x="1549" y="8831"/>
                  </a:lnTo>
                  <a:lnTo>
                    <a:pt x="1674" y="8914"/>
                  </a:lnTo>
                  <a:lnTo>
                    <a:pt x="1800" y="8914"/>
                  </a:lnTo>
                  <a:lnTo>
                    <a:pt x="1779" y="8977"/>
                  </a:lnTo>
                  <a:lnTo>
                    <a:pt x="1862" y="9019"/>
                  </a:lnTo>
                  <a:lnTo>
                    <a:pt x="1842" y="9103"/>
                  </a:lnTo>
                  <a:lnTo>
                    <a:pt x="1695" y="9040"/>
                  </a:lnTo>
                  <a:lnTo>
                    <a:pt x="1695" y="8956"/>
                  </a:lnTo>
                  <a:lnTo>
                    <a:pt x="1590" y="8956"/>
                  </a:lnTo>
                  <a:lnTo>
                    <a:pt x="1486" y="8893"/>
                  </a:lnTo>
                  <a:lnTo>
                    <a:pt x="1465" y="8810"/>
                  </a:lnTo>
                  <a:lnTo>
                    <a:pt x="1444" y="8810"/>
                  </a:lnTo>
                  <a:lnTo>
                    <a:pt x="1423" y="8914"/>
                  </a:lnTo>
                  <a:lnTo>
                    <a:pt x="1528" y="9040"/>
                  </a:lnTo>
                  <a:lnTo>
                    <a:pt x="1632" y="9124"/>
                  </a:lnTo>
                  <a:lnTo>
                    <a:pt x="1695" y="9124"/>
                  </a:lnTo>
                  <a:lnTo>
                    <a:pt x="1758" y="9165"/>
                  </a:lnTo>
                  <a:lnTo>
                    <a:pt x="1653" y="9165"/>
                  </a:lnTo>
                  <a:lnTo>
                    <a:pt x="1486" y="9124"/>
                  </a:lnTo>
                  <a:lnTo>
                    <a:pt x="1360" y="8956"/>
                  </a:lnTo>
                  <a:lnTo>
                    <a:pt x="1277" y="8977"/>
                  </a:lnTo>
                  <a:lnTo>
                    <a:pt x="1214" y="8935"/>
                  </a:lnTo>
                  <a:lnTo>
                    <a:pt x="1067" y="8935"/>
                  </a:lnTo>
                  <a:lnTo>
                    <a:pt x="1026" y="8893"/>
                  </a:lnTo>
                  <a:lnTo>
                    <a:pt x="963" y="8935"/>
                  </a:lnTo>
                  <a:lnTo>
                    <a:pt x="1005" y="9019"/>
                  </a:lnTo>
                  <a:lnTo>
                    <a:pt x="942" y="9061"/>
                  </a:lnTo>
                  <a:lnTo>
                    <a:pt x="1026" y="9165"/>
                  </a:lnTo>
                  <a:lnTo>
                    <a:pt x="1214" y="9124"/>
                  </a:lnTo>
                  <a:lnTo>
                    <a:pt x="1235" y="9144"/>
                  </a:lnTo>
                  <a:lnTo>
                    <a:pt x="1151" y="9207"/>
                  </a:lnTo>
                  <a:lnTo>
                    <a:pt x="1214" y="9228"/>
                  </a:lnTo>
                  <a:lnTo>
                    <a:pt x="1339" y="9165"/>
                  </a:lnTo>
                  <a:lnTo>
                    <a:pt x="1423" y="9165"/>
                  </a:lnTo>
                  <a:lnTo>
                    <a:pt x="1381" y="9228"/>
                  </a:lnTo>
                  <a:lnTo>
                    <a:pt x="1214" y="9312"/>
                  </a:lnTo>
                  <a:lnTo>
                    <a:pt x="1151" y="9375"/>
                  </a:lnTo>
                  <a:lnTo>
                    <a:pt x="1026" y="9354"/>
                  </a:lnTo>
                  <a:lnTo>
                    <a:pt x="942" y="9228"/>
                  </a:lnTo>
                  <a:lnTo>
                    <a:pt x="900" y="9228"/>
                  </a:lnTo>
                  <a:lnTo>
                    <a:pt x="837" y="9270"/>
                  </a:lnTo>
                  <a:lnTo>
                    <a:pt x="753" y="9207"/>
                  </a:lnTo>
                  <a:lnTo>
                    <a:pt x="691" y="9249"/>
                  </a:lnTo>
                  <a:lnTo>
                    <a:pt x="628" y="9228"/>
                  </a:lnTo>
                  <a:lnTo>
                    <a:pt x="544" y="9270"/>
                  </a:lnTo>
                  <a:lnTo>
                    <a:pt x="586" y="9333"/>
                  </a:lnTo>
                  <a:lnTo>
                    <a:pt x="753" y="9354"/>
                  </a:lnTo>
                  <a:lnTo>
                    <a:pt x="858" y="9416"/>
                  </a:lnTo>
                  <a:lnTo>
                    <a:pt x="1005" y="9479"/>
                  </a:lnTo>
                  <a:lnTo>
                    <a:pt x="963" y="9584"/>
                  </a:lnTo>
                  <a:lnTo>
                    <a:pt x="1026" y="9668"/>
                  </a:lnTo>
                  <a:lnTo>
                    <a:pt x="921" y="9688"/>
                  </a:lnTo>
                  <a:lnTo>
                    <a:pt x="900" y="9668"/>
                  </a:lnTo>
                  <a:lnTo>
                    <a:pt x="900" y="9500"/>
                  </a:lnTo>
                  <a:lnTo>
                    <a:pt x="795" y="9479"/>
                  </a:lnTo>
                  <a:lnTo>
                    <a:pt x="691" y="9479"/>
                  </a:lnTo>
                  <a:lnTo>
                    <a:pt x="733" y="9563"/>
                  </a:lnTo>
                  <a:lnTo>
                    <a:pt x="712" y="9626"/>
                  </a:lnTo>
                  <a:lnTo>
                    <a:pt x="586" y="9542"/>
                  </a:lnTo>
                  <a:lnTo>
                    <a:pt x="481" y="9668"/>
                  </a:lnTo>
                  <a:lnTo>
                    <a:pt x="586" y="9730"/>
                  </a:lnTo>
                  <a:lnTo>
                    <a:pt x="502" y="9751"/>
                  </a:lnTo>
                  <a:lnTo>
                    <a:pt x="440" y="9772"/>
                  </a:lnTo>
                  <a:lnTo>
                    <a:pt x="398" y="9668"/>
                  </a:lnTo>
                  <a:lnTo>
                    <a:pt x="230" y="9647"/>
                  </a:lnTo>
                  <a:lnTo>
                    <a:pt x="293" y="9772"/>
                  </a:lnTo>
                  <a:lnTo>
                    <a:pt x="209" y="9793"/>
                  </a:lnTo>
                  <a:lnTo>
                    <a:pt x="189" y="9688"/>
                  </a:lnTo>
                  <a:lnTo>
                    <a:pt x="105" y="9626"/>
                  </a:lnTo>
                  <a:lnTo>
                    <a:pt x="63" y="9647"/>
                  </a:lnTo>
                  <a:lnTo>
                    <a:pt x="63" y="9688"/>
                  </a:lnTo>
                  <a:lnTo>
                    <a:pt x="168" y="9793"/>
                  </a:lnTo>
                  <a:lnTo>
                    <a:pt x="105" y="9856"/>
                  </a:lnTo>
                  <a:lnTo>
                    <a:pt x="168" y="9898"/>
                  </a:lnTo>
                  <a:lnTo>
                    <a:pt x="293" y="9877"/>
                  </a:lnTo>
                  <a:lnTo>
                    <a:pt x="481" y="9898"/>
                  </a:lnTo>
                  <a:lnTo>
                    <a:pt x="586" y="9981"/>
                  </a:lnTo>
                  <a:lnTo>
                    <a:pt x="733" y="9981"/>
                  </a:lnTo>
                  <a:lnTo>
                    <a:pt x="795" y="9940"/>
                  </a:lnTo>
                  <a:lnTo>
                    <a:pt x="858" y="9940"/>
                  </a:lnTo>
                  <a:lnTo>
                    <a:pt x="753" y="10023"/>
                  </a:lnTo>
                  <a:lnTo>
                    <a:pt x="607" y="10023"/>
                  </a:lnTo>
                  <a:lnTo>
                    <a:pt x="544" y="10065"/>
                  </a:lnTo>
                  <a:lnTo>
                    <a:pt x="377" y="9960"/>
                  </a:lnTo>
                  <a:lnTo>
                    <a:pt x="272" y="9981"/>
                  </a:lnTo>
                  <a:lnTo>
                    <a:pt x="209" y="9981"/>
                  </a:lnTo>
                  <a:lnTo>
                    <a:pt x="126" y="10023"/>
                  </a:lnTo>
                  <a:lnTo>
                    <a:pt x="0" y="10065"/>
                  </a:lnTo>
                  <a:lnTo>
                    <a:pt x="0" y="10107"/>
                  </a:lnTo>
                  <a:lnTo>
                    <a:pt x="189" y="10191"/>
                  </a:lnTo>
                  <a:lnTo>
                    <a:pt x="105" y="10274"/>
                  </a:lnTo>
                  <a:lnTo>
                    <a:pt x="209" y="10295"/>
                  </a:lnTo>
                  <a:lnTo>
                    <a:pt x="272" y="10253"/>
                  </a:lnTo>
                  <a:lnTo>
                    <a:pt x="419" y="10253"/>
                  </a:lnTo>
                  <a:lnTo>
                    <a:pt x="314" y="10316"/>
                  </a:lnTo>
                  <a:lnTo>
                    <a:pt x="126" y="10316"/>
                  </a:lnTo>
                  <a:lnTo>
                    <a:pt x="105" y="10358"/>
                  </a:lnTo>
                  <a:lnTo>
                    <a:pt x="63" y="10358"/>
                  </a:lnTo>
                  <a:lnTo>
                    <a:pt x="63" y="10379"/>
                  </a:lnTo>
                  <a:lnTo>
                    <a:pt x="126" y="10400"/>
                  </a:lnTo>
                  <a:lnTo>
                    <a:pt x="189" y="10400"/>
                  </a:lnTo>
                  <a:lnTo>
                    <a:pt x="105" y="10463"/>
                  </a:lnTo>
                  <a:lnTo>
                    <a:pt x="63" y="10484"/>
                  </a:lnTo>
                  <a:lnTo>
                    <a:pt x="63" y="10525"/>
                  </a:lnTo>
                  <a:lnTo>
                    <a:pt x="105" y="10546"/>
                  </a:lnTo>
                  <a:lnTo>
                    <a:pt x="168" y="10630"/>
                  </a:lnTo>
                  <a:lnTo>
                    <a:pt x="293" y="10630"/>
                  </a:lnTo>
                  <a:lnTo>
                    <a:pt x="335" y="10588"/>
                  </a:lnTo>
                  <a:lnTo>
                    <a:pt x="523" y="10546"/>
                  </a:lnTo>
                  <a:lnTo>
                    <a:pt x="649" y="10588"/>
                  </a:lnTo>
                  <a:lnTo>
                    <a:pt x="691" y="10609"/>
                  </a:lnTo>
                  <a:lnTo>
                    <a:pt x="753" y="10546"/>
                  </a:lnTo>
                  <a:lnTo>
                    <a:pt x="753" y="10484"/>
                  </a:lnTo>
                  <a:lnTo>
                    <a:pt x="837" y="10463"/>
                  </a:lnTo>
                  <a:lnTo>
                    <a:pt x="858" y="10525"/>
                  </a:lnTo>
                  <a:lnTo>
                    <a:pt x="963" y="10525"/>
                  </a:lnTo>
                  <a:lnTo>
                    <a:pt x="1067" y="10421"/>
                  </a:lnTo>
                  <a:lnTo>
                    <a:pt x="1130" y="10463"/>
                  </a:lnTo>
                  <a:lnTo>
                    <a:pt x="1130" y="10505"/>
                  </a:lnTo>
                  <a:lnTo>
                    <a:pt x="1046" y="10525"/>
                  </a:lnTo>
                  <a:lnTo>
                    <a:pt x="1151" y="10588"/>
                  </a:lnTo>
                  <a:lnTo>
                    <a:pt x="1214" y="10525"/>
                  </a:lnTo>
                  <a:lnTo>
                    <a:pt x="1214" y="10463"/>
                  </a:lnTo>
                  <a:lnTo>
                    <a:pt x="1277" y="10358"/>
                  </a:lnTo>
                  <a:lnTo>
                    <a:pt x="1256" y="10421"/>
                  </a:lnTo>
                  <a:lnTo>
                    <a:pt x="1339" y="10525"/>
                  </a:lnTo>
                  <a:lnTo>
                    <a:pt x="1277" y="10609"/>
                  </a:lnTo>
                  <a:lnTo>
                    <a:pt x="1130" y="10672"/>
                  </a:lnTo>
                  <a:lnTo>
                    <a:pt x="1046" y="10714"/>
                  </a:lnTo>
                  <a:lnTo>
                    <a:pt x="1109" y="10735"/>
                  </a:lnTo>
                  <a:lnTo>
                    <a:pt x="1046" y="10839"/>
                  </a:lnTo>
                  <a:lnTo>
                    <a:pt x="921" y="10839"/>
                  </a:lnTo>
                  <a:lnTo>
                    <a:pt x="921" y="10797"/>
                  </a:lnTo>
                  <a:lnTo>
                    <a:pt x="963" y="10735"/>
                  </a:lnTo>
                  <a:lnTo>
                    <a:pt x="942" y="10630"/>
                  </a:lnTo>
                  <a:lnTo>
                    <a:pt x="837" y="10609"/>
                  </a:lnTo>
                  <a:lnTo>
                    <a:pt x="733" y="10735"/>
                  </a:lnTo>
                  <a:lnTo>
                    <a:pt x="712" y="10797"/>
                  </a:lnTo>
                  <a:lnTo>
                    <a:pt x="628" y="10693"/>
                  </a:lnTo>
                  <a:lnTo>
                    <a:pt x="523" y="10672"/>
                  </a:lnTo>
                  <a:lnTo>
                    <a:pt x="419" y="10693"/>
                  </a:lnTo>
                  <a:lnTo>
                    <a:pt x="335" y="10672"/>
                  </a:lnTo>
                  <a:lnTo>
                    <a:pt x="209" y="10735"/>
                  </a:lnTo>
                  <a:lnTo>
                    <a:pt x="126" y="10735"/>
                  </a:lnTo>
                  <a:lnTo>
                    <a:pt x="63" y="10693"/>
                  </a:lnTo>
                  <a:lnTo>
                    <a:pt x="21" y="10693"/>
                  </a:lnTo>
                  <a:lnTo>
                    <a:pt x="63" y="10797"/>
                  </a:lnTo>
                  <a:lnTo>
                    <a:pt x="21" y="10839"/>
                  </a:lnTo>
                  <a:lnTo>
                    <a:pt x="84" y="10902"/>
                  </a:lnTo>
                  <a:lnTo>
                    <a:pt x="168" y="10881"/>
                  </a:lnTo>
                  <a:lnTo>
                    <a:pt x="209" y="10818"/>
                  </a:lnTo>
                  <a:lnTo>
                    <a:pt x="293" y="10818"/>
                  </a:lnTo>
                  <a:lnTo>
                    <a:pt x="209" y="10902"/>
                  </a:lnTo>
                  <a:lnTo>
                    <a:pt x="209" y="11007"/>
                  </a:lnTo>
                  <a:lnTo>
                    <a:pt x="168" y="11049"/>
                  </a:lnTo>
                  <a:lnTo>
                    <a:pt x="84" y="11007"/>
                  </a:lnTo>
                  <a:lnTo>
                    <a:pt x="126" y="11132"/>
                  </a:lnTo>
                  <a:lnTo>
                    <a:pt x="189" y="11195"/>
                  </a:lnTo>
                  <a:lnTo>
                    <a:pt x="335" y="11007"/>
                  </a:lnTo>
                  <a:lnTo>
                    <a:pt x="481" y="11049"/>
                  </a:lnTo>
                  <a:lnTo>
                    <a:pt x="419" y="11111"/>
                  </a:lnTo>
                  <a:lnTo>
                    <a:pt x="419" y="11195"/>
                  </a:lnTo>
                  <a:lnTo>
                    <a:pt x="293" y="11258"/>
                  </a:lnTo>
                  <a:lnTo>
                    <a:pt x="314" y="11300"/>
                  </a:lnTo>
                  <a:lnTo>
                    <a:pt x="398" y="11321"/>
                  </a:lnTo>
                  <a:lnTo>
                    <a:pt x="377" y="11404"/>
                  </a:lnTo>
                  <a:lnTo>
                    <a:pt x="419" y="11467"/>
                  </a:lnTo>
                  <a:lnTo>
                    <a:pt x="377" y="11572"/>
                  </a:lnTo>
                  <a:lnTo>
                    <a:pt x="419" y="11572"/>
                  </a:lnTo>
                  <a:lnTo>
                    <a:pt x="502" y="11446"/>
                  </a:lnTo>
                  <a:lnTo>
                    <a:pt x="586" y="11425"/>
                  </a:lnTo>
                  <a:lnTo>
                    <a:pt x="607" y="11300"/>
                  </a:lnTo>
                  <a:lnTo>
                    <a:pt x="816" y="11216"/>
                  </a:lnTo>
                  <a:lnTo>
                    <a:pt x="921" y="11216"/>
                  </a:lnTo>
                  <a:lnTo>
                    <a:pt x="1005" y="11195"/>
                  </a:lnTo>
                  <a:lnTo>
                    <a:pt x="942" y="11237"/>
                  </a:lnTo>
                  <a:lnTo>
                    <a:pt x="837" y="11321"/>
                  </a:lnTo>
                  <a:lnTo>
                    <a:pt x="837" y="11446"/>
                  </a:lnTo>
                  <a:lnTo>
                    <a:pt x="858" y="11530"/>
                  </a:lnTo>
                  <a:lnTo>
                    <a:pt x="795" y="11467"/>
                  </a:lnTo>
                  <a:lnTo>
                    <a:pt x="753" y="11341"/>
                  </a:lnTo>
                  <a:lnTo>
                    <a:pt x="712" y="11341"/>
                  </a:lnTo>
                  <a:lnTo>
                    <a:pt x="628" y="11467"/>
                  </a:lnTo>
                  <a:lnTo>
                    <a:pt x="586" y="11509"/>
                  </a:lnTo>
                  <a:lnTo>
                    <a:pt x="691" y="11530"/>
                  </a:lnTo>
                  <a:lnTo>
                    <a:pt x="586" y="11655"/>
                  </a:lnTo>
                  <a:lnTo>
                    <a:pt x="502" y="11655"/>
                  </a:lnTo>
                  <a:lnTo>
                    <a:pt x="481" y="11739"/>
                  </a:lnTo>
                  <a:lnTo>
                    <a:pt x="523" y="11760"/>
                  </a:lnTo>
                  <a:lnTo>
                    <a:pt x="691" y="11760"/>
                  </a:lnTo>
                  <a:lnTo>
                    <a:pt x="733" y="11823"/>
                  </a:lnTo>
                  <a:lnTo>
                    <a:pt x="607" y="11844"/>
                  </a:lnTo>
                  <a:lnTo>
                    <a:pt x="586" y="11885"/>
                  </a:lnTo>
                  <a:lnTo>
                    <a:pt x="544" y="11969"/>
                  </a:lnTo>
                  <a:lnTo>
                    <a:pt x="440" y="11885"/>
                  </a:lnTo>
                  <a:lnTo>
                    <a:pt x="398" y="11927"/>
                  </a:lnTo>
                  <a:lnTo>
                    <a:pt x="377" y="12032"/>
                  </a:lnTo>
                  <a:lnTo>
                    <a:pt x="335" y="11885"/>
                  </a:lnTo>
                  <a:lnTo>
                    <a:pt x="272" y="11948"/>
                  </a:lnTo>
                  <a:lnTo>
                    <a:pt x="168" y="12074"/>
                  </a:lnTo>
                  <a:lnTo>
                    <a:pt x="209" y="12178"/>
                  </a:lnTo>
                  <a:lnTo>
                    <a:pt x="335" y="12367"/>
                  </a:lnTo>
                  <a:lnTo>
                    <a:pt x="398" y="12262"/>
                  </a:lnTo>
                  <a:lnTo>
                    <a:pt x="419" y="12283"/>
                  </a:lnTo>
                  <a:lnTo>
                    <a:pt x="502" y="12262"/>
                  </a:lnTo>
                  <a:lnTo>
                    <a:pt x="481" y="12199"/>
                  </a:lnTo>
                  <a:lnTo>
                    <a:pt x="523" y="12095"/>
                  </a:lnTo>
                  <a:lnTo>
                    <a:pt x="649" y="12178"/>
                  </a:lnTo>
                  <a:lnTo>
                    <a:pt x="607" y="12241"/>
                  </a:lnTo>
                  <a:lnTo>
                    <a:pt x="649" y="12304"/>
                  </a:lnTo>
                  <a:lnTo>
                    <a:pt x="628" y="12388"/>
                  </a:lnTo>
                  <a:lnTo>
                    <a:pt x="586" y="12450"/>
                  </a:lnTo>
                  <a:lnTo>
                    <a:pt x="628" y="12597"/>
                  </a:lnTo>
                  <a:lnTo>
                    <a:pt x="691" y="12555"/>
                  </a:lnTo>
                  <a:lnTo>
                    <a:pt x="816" y="12513"/>
                  </a:lnTo>
                  <a:lnTo>
                    <a:pt x="900" y="12597"/>
                  </a:lnTo>
                  <a:lnTo>
                    <a:pt x="753" y="12597"/>
                  </a:lnTo>
                  <a:lnTo>
                    <a:pt x="712" y="12639"/>
                  </a:lnTo>
                  <a:lnTo>
                    <a:pt x="753" y="12722"/>
                  </a:lnTo>
                  <a:lnTo>
                    <a:pt x="753" y="12785"/>
                  </a:lnTo>
                  <a:lnTo>
                    <a:pt x="544" y="12618"/>
                  </a:lnTo>
                  <a:lnTo>
                    <a:pt x="481" y="12639"/>
                  </a:lnTo>
                  <a:lnTo>
                    <a:pt x="419" y="12597"/>
                  </a:lnTo>
                  <a:lnTo>
                    <a:pt x="314" y="12597"/>
                  </a:lnTo>
                  <a:lnTo>
                    <a:pt x="314" y="12701"/>
                  </a:lnTo>
                  <a:lnTo>
                    <a:pt x="272" y="12764"/>
                  </a:lnTo>
                  <a:lnTo>
                    <a:pt x="419" y="12994"/>
                  </a:lnTo>
                  <a:lnTo>
                    <a:pt x="523" y="13015"/>
                  </a:lnTo>
                  <a:lnTo>
                    <a:pt x="691" y="13141"/>
                  </a:lnTo>
                  <a:lnTo>
                    <a:pt x="900" y="13245"/>
                  </a:lnTo>
                  <a:lnTo>
                    <a:pt x="921" y="13308"/>
                  </a:lnTo>
                  <a:lnTo>
                    <a:pt x="858" y="13329"/>
                  </a:lnTo>
                  <a:lnTo>
                    <a:pt x="963" y="13413"/>
                  </a:lnTo>
                  <a:lnTo>
                    <a:pt x="1026" y="13392"/>
                  </a:lnTo>
                  <a:lnTo>
                    <a:pt x="1005" y="13287"/>
                  </a:lnTo>
                  <a:lnTo>
                    <a:pt x="1067" y="13287"/>
                  </a:lnTo>
                  <a:lnTo>
                    <a:pt x="1151" y="13329"/>
                  </a:lnTo>
                  <a:lnTo>
                    <a:pt x="1130" y="13350"/>
                  </a:lnTo>
                  <a:lnTo>
                    <a:pt x="1235" y="13497"/>
                  </a:lnTo>
                  <a:lnTo>
                    <a:pt x="1277" y="13434"/>
                  </a:lnTo>
                  <a:lnTo>
                    <a:pt x="1339" y="13455"/>
                  </a:lnTo>
                  <a:lnTo>
                    <a:pt x="1444" y="13413"/>
                  </a:lnTo>
                  <a:lnTo>
                    <a:pt x="1570" y="13308"/>
                  </a:lnTo>
                  <a:lnTo>
                    <a:pt x="1632" y="13287"/>
                  </a:lnTo>
                  <a:lnTo>
                    <a:pt x="1653" y="13225"/>
                  </a:lnTo>
                  <a:lnTo>
                    <a:pt x="1674" y="13245"/>
                  </a:lnTo>
                  <a:lnTo>
                    <a:pt x="1695" y="13329"/>
                  </a:lnTo>
                  <a:lnTo>
                    <a:pt x="1779" y="13329"/>
                  </a:lnTo>
                  <a:lnTo>
                    <a:pt x="1988" y="13120"/>
                  </a:lnTo>
                  <a:lnTo>
                    <a:pt x="1967" y="13078"/>
                  </a:lnTo>
                  <a:lnTo>
                    <a:pt x="1883" y="12932"/>
                  </a:lnTo>
                  <a:lnTo>
                    <a:pt x="2051" y="13036"/>
                  </a:lnTo>
                  <a:lnTo>
                    <a:pt x="2155" y="12911"/>
                  </a:lnTo>
                  <a:lnTo>
                    <a:pt x="2114" y="12890"/>
                  </a:lnTo>
                  <a:lnTo>
                    <a:pt x="2197" y="12827"/>
                  </a:lnTo>
                  <a:lnTo>
                    <a:pt x="2176" y="12764"/>
                  </a:lnTo>
                  <a:lnTo>
                    <a:pt x="2281" y="12701"/>
                  </a:lnTo>
                  <a:lnTo>
                    <a:pt x="2386" y="12681"/>
                  </a:lnTo>
                  <a:lnTo>
                    <a:pt x="2386" y="12597"/>
                  </a:lnTo>
                  <a:lnTo>
                    <a:pt x="2302" y="12492"/>
                  </a:lnTo>
                  <a:lnTo>
                    <a:pt x="2323" y="12409"/>
                  </a:lnTo>
                  <a:lnTo>
                    <a:pt x="2260" y="12304"/>
                  </a:lnTo>
                  <a:lnTo>
                    <a:pt x="2155" y="12241"/>
                  </a:lnTo>
                  <a:lnTo>
                    <a:pt x="2176" y="12157"/>
                  </a:lnTo>
                  <a:lnTo>
                    <a:pt x="2218" y="12178"/>
                  </a:lnTo>
                  <a:lnTo>
                    <a:pt x="2323" y="12304"/>
                  </a:lnTo>
                  <a:lnTo>
                    <a:pt x="2386" y="12471"/>
                  </a:lnTo>
                  <a:lnTo>
                    <a:pt x="2406" y="12492"/>
                  </a:lnTo>
                  <a:lnTo>
                    <a:pt x="2490" y="12513"/>
                  </a:lnTo>
                  <a:lnTo>
                    <a:pt x="2469" y="12576"/>
                  </a:lnTo>
                  <a:lnTo>
                    <a:pt x="2511" y="12639"/>
                  </a:lnTo>
                  <a:lnTo>
                    <a:pt x="2616" y="12597"/>
                  </a:lnTo>
                  <a:lnTo>
                    <a:pt x="2595" y="12513"/>
                  </a:lnTo>
                  <a:lnTo>
                    <a:pt x="2532" y="12492"/>
                  </a:lnTo>
                  <a:lnTo>
                    <a:pt x="2595" y="12409"/>
                  </a:lnTo>
                  <a:lnTo>
                    <a:pt x="2678" y="12492"/>
                  </a:lnTo>
                  <a:lnTo>
                    <a:pt x="2699" y="12555"/>
                  </a:lnTo>
                  <a:lnTo>
                    <a:pt x="2825" y="12409"/>
                  </a:lnTo>
                  <a:lnTo>
                    <a:pt x="2846" y="12283"/>
                  </a:lnTo>
                  <a:lnTo>
                    <a:pt x="2825" y="12178"/>
                  </a:lnTo>
                  <a:lnTo>
                    <a:pt x="2741" y="12157"/>
                  </a:lnTo>
                  <a:lnTo>
                    <a:pt x="2720" y="12074"/>
                  </a:lnTo>
                  <a:lnTo>
                    <a:pt x="2783" y="12053"/>
                  </a:lnTo>
                  <a:lnTo>
                    <a:pt x="2783" y="11990"/>
                  </a:lnTo>
                  <a:lnTo>
                    <a:pt x="2825" y="11990"/>
                  </a:lnTo>
                  <a:lnTo>
                    <a:pt x="2888" y="11948"/>
                  </a:lnTo>
                  <a:lnTo>
                    <a:pt x="2825" y="11865"/>
                  </a:lnTo>
                  <a:lnTo>
                    <a:pt x="2825" y="11760"/>
                  </a:lnTo>
                  <a:lnTo>
                    <a:pt x="2909" y="11718"/>
                  </a:lnTo>
                  <a:lnTo>
                    <a:pt x="2992" y="11781"/>
                  </a:lnTo>
                  <a:lnTo>
                    <a:pt x="2930" y="11885"/>
                  </a:lnTo>
                  <a:lnTo>
                    <a:pt x="2950" y="12032"/>
                  </a:lnTo>
                  <a:lnTo>
                    <a:pt x="2930" y="12095"/>
                  </a:lnTo>
                  <a:lnTo>
                    <a:pt x="2992" y="12199"/>
                  </a:lnTo>
                  <a:lnTo>
                    <a:pt x="3013" y="12283"/>
                  </a:lnTo>
                  <a:lnTo>
                    <a:pt x="3118" y="12409"/>
                  </a:lnTo>
                  <a:lnTo>
                    <a:pt x="3264" y="12409"/>
                  </a:lnTo>
                  <a:lnTo>
                    <a:pt x="3327" y="12450"/>
                  </a:lnTo>
                  <a:lnTo>
                    <a:pt x="3264" y="12492"/>
                  </a:lnTo>
                  <a:lnTo>
                    <a:pt x="3348" y="12555"/>
                  </a:lnTo>
                  <a:lnTo>
                    <a:pt x="3432" y="12639"/>
                  </a:lnTo>
                  <a:lnTo>
                    <a:pt x="3474" y="12555"/>
                  </a:lnTo>
                  <a:lnTo>
                    <a:pt x="3453" y="12178"/>
                  </a:lnTo>
                  <a:lnTo>
                    <a:pt x="3369" y="12032"/>
                  </a:lnTo>
                  <a:lnTo>
                    <a:pt x="3432" y="11948"/>
                  </a:lnTo>
                  <a:lnTo>
                    <a:pt x="3515" y="11885"/>
                  </a:lnTo>
                  <a:lnTo>
                    <a:pt x="3432" y="11781"/>
                  </a:lnTo>
                  <a:lnTo>
                    <a:pt x="3474" y="11718"/>
                  </a:lnTo>
                  <a:lnTo>
                    <a:pt x="3662" y="11676"/>
                  </a:lnTo>
                  <a:lnTo>
                    <a:pt x="3683" y="11593"/>
                  </a:lnTo>
                  <a:lnTo>
                    <a:pt x="3683" y="11467"/>
                  </a:lnTo>
                  <a:lnTo>
                    <a:pt x="3766" y="11321"/>
                  </a:lnTo>
                  <a:lnTo>
                    <a:pt x="3683" y="11195"/>
                  </a:lnTo>
                  <a:lnTo>
                    <a:pt x="3662" y="10923"/>
                  </a:lnTo>
                  <a:lnTo>
                    <a:pt x="3536" y="10714"/>
                  </a:lnTo>
                  <a:lnTo>
                    <a:pt x="3557" y="10609"/>
                  </a:lnTo>
                  <a:lnTo>
                    <a:pt x="3829" y="10525"/>
                  </a:lnTo>
                  <a:lnTo>
                    <a:pt x="3829" y="10358"/>
                  </a:lnTo>
                  <a:lnTo>
                    <a:pt x="3871" y="10212"/>
                  </a:lnTo>
                  <a:lnTo>
                    <a:pt x="3662" y="10002"/>
                  </a:lnTo>
                  <a:lnTo>
                    <a:pt x="3515" y="9898"/>
                  </a:lnTo>
                  <a:lnTo>
                    <a:pt x="3515" y="9688"/>
                  </a:lnTo>
                  <a:lnTo>
                    <a:pt x="3536" y="9479"/>
                  </a:lnTo>
                  <a:lnTo>
                    <a:pt x="3515" y="9249"/>
                  </a:lnTo>
                  <a:lnTo>
                    <a:pt x="3453" y="9103"/>
                  </a:lnTo>
                  <a:lnTo>
                    <a:pt x="3515" y="8914"/>
                  </a:lnTo>
                  <a:lnTo>
                    <a:pt x="3453" y="8621"/>
                  </a:lnTo>
                  <a:lnTo>
                    <a:pt x="3411" y="8308"/>
                  </a:lnTo>
                  <a:lnTo>
                    <a:pt x="3453" y="8077"/>
                  </a:lnTo>
                  <a:lnTo>
                    <a:pt x="3578" y="7847"/>
                  </a:lnTo>
                  <a:lnTo>
                    <a:pt x="3683" y="7764"/>
                  </a:lnTo>
                  <a:lnTo>
                    <a:pt x="3850" y="7784"/>
                  </a:lnTo>
                  <a:lnTo>
                    <a:pt x="4059" y="7805"/>
                  </a:lnTo>
                  <a:lnTo>
                    <a:pt x="4164" y="7680"/>
                  </a:lnTo>
                  <a:lnTo>
                    <a:pt x="4143" y="7450"/>
                  </a:lnTo>
                  <a:lnTo>
                    <a:pt x="4080" y="7366"/>
                  </a:lnTo>
                  <a:lnTo>
                    <a:pt x="4080" y="7240"/>
                  </a:lnTo>
                  <a:lnTo>
                    <a:pt x="4290" y="6738"/>
                  </a:lnTo>
                  <a:lnTo>
                    <a:pt x="4290" y="6487"/>
                  </a:lnTo>
                  <a:lnTo>
                    <a:pt x="4352" y="6215"/>
                  </a:lnTo>
                  <a:lnTo>
                    <a:pt x="4394" y="6069"/>
                  </a:lnTo>
                  <a:lnTo>
                    <a:pt x="4394" y="5901"/>
                  </a:lnTo>
                  <a:lnTo>
                    <a:pt x="4311" y="5818"/>
                  </a:lnTo>
                  <a:lnTo>
                    <a:pt x="4311" y="5692"/>
                  </a:lnTo>
                  <a:lnTo>
                    <a:pt x="4499" y="5587"/>
                  </a:lnTo>
                  <a:lnTo>
                    <a:pt x="4708" y="5567"/>
                  </a:lnTo>
                  <a:lnTo>
                    <a:pt x="4792" y="5483"/>
                  </a:lnTo>
                  <a:lnTo>
                    <a:pt x="4813" y="5357"/>
                  </a:lnTo>
                  <a:lnTo>
                    <a:pt x="4980" y="5064"/>
                  </a:lnTo>
                  <a:lnTo>
                    <a:pt x="5127" y="4855"/>
                  </a:lnTo>
                  <a:lnTo>
                    <a:pt x="5189" y="4730"/>
                  </a:lnTo>
                  <a:lnTo>
                    <a:pt x="5106" y="4541"/>
                  </a:lnTo>
                  <a:lnTo>
                    <a:pt x="5043" y="4458"/>
                  </a:lnTo>
                  <a:lnTo>
                    <a:pt x="5043" y="4206"/>
                  </a:lnTo>
                  <a:lnTo>
                    <a:pt x="5127" y="4186"/>
                  </a:lnTo>
                  <a:lnTo>
                    <a:pt x="5189" y="4081"/>
                  </a:lnTo>
                  <a:lnTo>
                    <a:pt x="5231" y="3934"/>
                  </a:lnTo>
                  <a:lnTo>
                    <a:pt x="5315" y="3893"/>
                  </a:lnTo>
                  <a:lnTo>
                    <a:pt x="5399" y="3704"/>
                  </a:lnTo>
                  <a:lnTo>
                    <a:pt x="5524" y="3600"/>
                  </a:lnTo>
                  <a:lnTo>
                    <a:pt x="5629" y="3683"/>
                  </a:lnTo>
                  <a:lnTo>
                    <a:pt x="5712" y="3725"/>
                  </a:lnTo>
                  <a:lnTo>
                    <a:pt x="5754" y="3725"/>
                  </a:lnTo>
                  <a:lnTo>
                    <a:pt x="5859" y="3621"/>
                  </a:lnTo>
                  <a:lnTo>
                    <a:pt x="5775" y="3516"/>
                  </a:lnTo>
                  <a:lnTo>
                    <a:pt x="5859" y="3474"/>
                  </a:lnTo>
                  <a:lnTo>
                    <a:pt x="5859" y="3390"/>
                  </a:lnTo>
                  <a:lnTo>
                    <a:pt x="5880" y="3349"/>
                  </a:lnTo>
                  <a:lnTo>
                    <a:pt x="5775" y="3181"/>
                  </a:lnTo>
                  <a:lnTo>
                    <a:pt x="5838" y="3160"/>
                  </a:lnTo>
                  <a:lnTo>
                    <a:pt x="6026" y="3160"/>
                  </a:lnTo>
                  <a:lnTo>
                    <a:pt x="6152" y="3077"/>
                  </a:lnTo>
                  <a:lnTo>
                    <a:pt x="6340" y="3139"/>
                  </a:lnTo>
                  <a:lnTo>
                    <a:pt x="6445" y="3202"/>
                  </a:lnTo>
                  <a:lnTo>
                    <a:pt x="6570" y="3223"/>
                  </a:lnTo>
                  <a:lnTo>
                    <a:pt x="6654" y="3286"/>
                  </a:lnTo>
                  <a:lnTo>
                    <a:pt x="6696" y="3265"/>
                  </a:lnTo>
                  <a:lnTo>
                    <a:pt x="6759" y="3307"/>
                  </a:lnTo>
                  <a:lnTo>
                    <a:pt x="6759" y="3160"/>
                  </a:lnTo>
                  <a:lnTo>
                    <a:pt x="6696" y="3077"/>
                  </a:lnTo>
                  <a:lnTo>
                    <a:pt x="6717" y="2888"/>
                  </a:lnTo>
                  <a:lnTo>
                    <a:pt x="6800" y="2846"/>
                  </a:lnTo>
                  <a:lnTo>
                    <a:pt x="6779" y="2700"/>
                  </a:lnTo>
                  <a:lnTo>
                    <a:pt x="6696" y="2658"/>
                  </a:lnTo>
                  <a:lnTo>
                    <a:pt x="6675" y="2554"/>
                  </a:lnTo>
                  <a:lnTo>
                    <a:pt x="6675" y="2554"/>
                  </a:lnTo>
                  <a:lnTo>
                    <a:pt x="6800" y="2616"/>
                  </a:lnTo>
                  <a:lnTo>
                    <a:pt x="6926" y="2574"/>
                  </a:lnTo>
                  <a:lnTo>
                    <a:pt x="6989" y="2554"/>
                  </a:lnTo>
                  <a:lnTo>
                    <a:pt x="7010" y="2533"/>
                  </a:lnTo>
                  <a:lnTo>
                    <a:pt x="7072" y="2533"/>
                  </a:lnTo>
                  <a:lnTo>
                    <a:pt x="7093" y="2512"/>
                  </a:lnTo>
                  <a:lnTo>
                    <a:pt x="7072" y="2428"/>
                  </a:lnTo>
                  <a:lnTo>
                    <a:pt x="7093" y="2323"/>
                  </a:lnTo>
                  <a:lnTo>
                    <a:pt x="7177" y="2261"/>
                  </a:lnTo>
                  <a:lnTo>
                    <a:pt x="7282" y="2261"/>
                  </a:lnTo>
                  <a:lnTo>
                    <a:pt x="7344" y="2407"/>
                  </a:lnTo>
                  <a:lnTo>
                    <a:pt x="7616" y="2616"/>
                  </a:lnTo>
                  <a:lnTo>
                    <a:pt x="7637" y="2742"/>
                  </a:lnTo>
                  <a:lnTo>
                    <a:pt x="7742" y="2846"/>
                  </a:lnTo>
                  <a:lnTo>
                    <a:pt x="7909" y="2930"/>
                  </a:lnTo>
                  <a:lnTo>
                    <a:pt x="8160" y="2930"/>
                  </a:lnTo>
                  <a:lnTo>
                    <a:pt x="8328" y="2784"/>
                  </a:lnTo>
                  <a:lnTo>
                    <a:pt x="8391" y="2700"/>
                  </a:lnTo>
                  <a:lnTo>
                    <a:pt x="8495" y="2700"/>
                  </a:lnTo>
                  <a:lnTo>
                    <a:pt x="8704" y="2846"/>
                  </a:lnTo>
                  <a:lnTo>
                    <a:pt x="8851" y="2867"/>
                  </a:lnTo>
                  <a:lnTo>
                    <a:pt x="8893" y="2742"/>
                  </a:lnTo>
                  <a:lnTo>
                    <a:pt x="8976" y="2679"/>
                  </a:lnTo>
                  <a:lnTo>
                    <a:pt x="9060" y="2616"/>
                  </a:lnTo>
                  <a:lnTo>
                    <a:pt x="9165" y="2616"/>
                  </a:lnTo>
                  <a:lnTo>
                    <a:pt x="9269" y="2554"/>
                  </a:lnTo>
                  <a:lnTo>
                    <a:pt x="9311" y="2470"/>
                  </a:lnTo>
                  <a:lnTo>
                    <a:pt x="9269" y="2365"/>
                  </a:lnTo>
                  <a:lnTo>
                    <a:pt x="9207" y="2219"/>
                  </a:lnTo>
                  <a:lnTo>
                    <a:pt x="9228" y="1905"/>
                  </a:lnTo>
                  <a:lnTo>
                    <a:pt x="9290" y="1821"/>
                  </a:lnTo>
                  <a:lnTo>
                    <a:pt x="9228" y="1717"/>
                  </a:lnTo>
                  <a:lnTo>
                    <a:pt x="9290" y="1696"/>
                  </a:lnTo>
                  <a:lnTo>
                    <a:pt x="9395" y="1570"/>
                  </a:lnTo>
                  <a:lnTo>
                    <a:pt x="9374" y="1507"/>
                  </a:lnTo>
                  <a:lnTo>
                    <a:pt x="9500" y="1424"/>
                  </a:lnTo>
                  <a:lnTo>
                    <a:pt x="9646" y="1486"/>
                  </a:lnTo>
                  <a:lnTo>
                    <a:pt x="9730" y="1466"/>
                  </a:lnTo>
                  <a:lnTo>
                    <a:pt x="9730" y="1403"/>
                  </a:lnTo>
                  <a:lnTo>
                    <a:pt x="9813" y="1298"/>
                  </a:lnTo>
                  <a:lnTo>
                    <a:pt x="10065" y="1298"/>
                  </a:lnTo>
                  <a:lnTo>
                    <a:pt x="10169" y="1382"/>
                  </a:lnTo>
                  <a:lnTo>
                    <a:pt x="10316" y="1528"/>
                  </a:lnTo>
                  <a:lnTo>
                    <a:pt x="10378" y="1633"/>
                  </a:lnTo>
                  <a:lnTo>
                    <a:pt x="10525" y="1654"/>
                  </a:lnTo>
                  <a:lnTo>
                    <a:pt x="10692" y="1696"/>
                  </a:lnTo>
                  <a:lnTo>
                    <a:pt x="10755" y="1800"/>
                  </a:lnTo>
                  <a:lnTo>
                    <a:pt x="10860" y="1905"/>
                  </a:lnTo>
                  <a:lnTo>
                    <a:pt x="10839" y="2030"/>
                  </a:lnTo>
                  <a:lnTo>
                    <a:pt x="10734" y="2177"/>
                  </a:lnTo>
                  <a:lnTo>
                    <a:pt x="10755" y="2428"/>
                  </a:lnTo>
                  <a:lnTo>
                    <a:pt x="10839" y="2428"/>
                  </a:lnTo>
                  <a:lnTo>
                    <a:pt x="10839" y="2219"/>
                  </a:lnTo>
                  <a:lnTo>
                    <a:pt x="10985" y="2051"/>
                  </a:lnTo>
                  <a:lnTo>
                    <a:pt x="11111" y="2030"/>
                  </a:lnTo>
                  <a:lnTo>
                    <a:pt x="11194" y="1926"/>
                  </a:lnTo>
                  <a:lnTo>
                    <a:pt x="11194" y="1779"/>
                  </a:lnTo>
                  <a:lnTo>
                    <a:pt x="11299" y="1738"/>
                  </a:lnTo>
                  <a:lnTo>
                    <a:pt x="11404" y="1800"/>
                  </a:lnTo>
                  <a:lnTo>
                    <a:pt x="11487" y="1717"/>
                  </a:lnTo>
                  <a:lnTo>
                    <a:pt x="11487" y="1591"/>
                  </a:lnTo>
                  <a:lnTo>
                    <a:pt x="11425" y="1591"/>
                  </a:lnTo>
                  <a:lnTo>
                    <a:pt x="11362" y="1507"/>
                  </a:lnTo>
                  <a:lnTo>
                    <a:pt x="11299" y="1507"/>
                  </a:lnTo>
                  <a:lnTo>
                    <a:pt x="11278" y="1528"/>
                  </a:lnTo>
                  <a:lnTo>
                    <a:pt x="11278" y="1612"/>
                  </a:lnTo>
                  <a:lnTo>
                    <a:pt x="11215" y="1570"/>
                  </a:lnTo>
                  <a:lnTo>
                    <a:pt x="11194" y="1507"/>
                  </a:lnTo>
                  <a:lnTo>
                    <a:pt x="11153" y="1507"/>
                  </a:lnTo>
                  <a:lnTo>
                    <a:pt x="11153" y="1570"/>
                  </a:lnTo>
                  <a:lnTo>
                    <a:pt x="11111" y="1696"/>
                  </a:lnTo>
                  <a:lnTo>
                    <a:pt x="11090" y="1654"/>
                  </a:lnTo>
                  <a:lnTo>
                    <a:pt x="11048" y="1591"/>
                  </a:lnTo>
                  <a:lnTo>
                    <a:pt x="10964" y="1633"/>
                  </a:lnTo>
                  <a:lnTo>
                    <a:pt x="10943" y="1696"/>
                  </a:lnTo>
                  <a:lnTo>
                    <a:pt x="10901" y="1612"/>
                  </a:lnTo>
                  <a:lnTo>
                    <a:pt x="10881" y="1486"/>
                  </a:lnTo>
                  <a:lnTo>
                    <a:pt x="10839" y="1486"/>
                  </a:lnTo>
                  <a:lnTo>
                    <a:pt x="10776" y="1361"/>
                  </a:lnTo>
                  <a:lnTo>
                    <a:pt x="10734" y="1319"/>
                  </a:lnTo>
                  <a:lnTo>
                    <a:pt x="10650" y="1319"/>
                  </a:lnTo>
                  <a:lnTo>
                    <a:pt x="10567" y="1298"/>
                  </a:lnTo>
                  <a:lnTo>
                    <a:pt x="10420" y="1277"/>
                  </a:lnTo>
                  <a:lnTo>
                    <a:pt x="10357" y="1193"/>
                  </a:lnTo>
                  <a:lnTo>
                    <a:pt x="10378" y="1173"/>
                  </a:lnTo>
                  <a:lnTo>
                    <a:pt x="10546" y="1214"/>
                  </a:lnTo>
                  <a:lnTo>
                    <a:pt x="10692" y="1193"/>
                  </a:lnTo>
                  <a:lnTo>
                    <a:pt x="10797" y="1214"/>
                  </a:lnTo>
                  <a:lnTo>
                    <a:pt x="11048" y="1256"/>
                  </a:lnTo>
                  <a:lnTo>
                    <a:pt x="11194" y="1193"/>
                  </a:lnTo>
                  <a:lnTo>
                    <a:pt x="11299" y="984"/>
                  </a:lnTo>
                  <a:lnTo>
                    <a:pt x="11508" y="942"/>
                  </a:lnTo>
                  <a:lnTo>
                    <a:pt x="11613" y="859"/>
                  </a:lnTo>
                  <a:lnTo>
                    <a:pt x="11613" y="838"/>
                  </a:lnTo>
                  <a:lnTo>
                    <a:pt x="11529" y="796"/>
                  </a:lnTo>
                  <a:lnTo>
                    <a:pt x="11508" y="754"/>
                  </a:lnTo>
                  <a:lnTo>
                    <a:pt x="11425" y="733"/>
                  </a:lnTo>
                  <a:lnTo>
                    <a:pt x="11320" y="754"/>
                  </a:lnTo>
                  <a:lnTo>
                    <a:pt x="11194" y="608"/>
                  </a:lnTo>
                  <a:lnTo>
                    <a:pt x="11111" y="608"/>
                  </a:lnTo>
                  <a:lnTo>
                    <a:pt x="11006" y="733"/>
                  </a:lnTo>
                  <a:lnTo>
                    <a:pt x="10964" y="733"/>
                  </a:lnTo>
                  <a:lnTo>
                    <a:pt x="10943" y="691"/>
                  </a:lnTo>
                  <a:lnTo>
                    <a:pt x="11048" y="649"/>
                  </a:lnTo>
                  <a:lnTo>
                    <a:pt x="11048" y="566"/>
                  </a:lnTo>
                  <a:lnTo>
                    <a:pt x="10943" y="524"/>
                  </a:lnTo>
                  <a:lnTo>
                    <a:pt x="10901" y="482"/>
                  </a:lnTo>
                  <a:lnTo>
                    <a:pt x="10839" y="482"/>
                  </a:lnTo>
                  <a:lnTo>
                    <a:pt x="10776" y="608"/>
                  </a:lnTo>
                  <a:lnTo>
                    <a:pt x="10734" y="608"/>
                  </a:lnTo>
                  <a:lnTo>
                    <a:pt x="10734" y="524"/>
                  </a:lnTo>
                  <a:lnTo>
                    <a:pt x="10671" y="545"/>
                  </a:lnTo>
                  <a:lnTo>
                    <a:pt x="10650" y="587"/>
                  </a:lnTo>
                  <a:lnTo>
                    <a:pt x="10588" y="587"/>
                  </a:lnTo>
                  <a:lnTo>
                    <a:pt x="10567" y="545"/>
                  </a:lnTo>
                  <a:lnTo>
                    <a:pt x="10650" y="482"/>
                  </a:lnTo>
                  <a:lnTo>
                    <a:pt x="10650" y="419"/>
                  </a:lnTo>
                  <a:lnTo>
                    <a:pt x="10546" y="357"/>
                  </a:lnTo>
                  <a:lnTo>
                    <a:pt x="10420" y="357"/>
                  </a:lnTo>
                  <a:lnTo>
                    <a:pt x="10357" y="377"/>
                  </a:lnTo>
                  <a:lnTo>
                    <a:pt x="10337" y="545"/>
                  </a:lnTo>
                  <a:lnTo>
                    <a:pt x="10253" y="587"/>
                  </a:lnTo>
                  <a:lnTo>
                    <a:pt x="10253" y="649"/>
                  </a:lnTo>
                  <a:lnTo>
                    <a:pt x="10316" y="796"/>
                  </a:lnTo>
                  <a:lnTo>
                    <a:pt x="10316" y="880"/>
                  </a:lnTo>
                  <a:lnTo>
                    <a:pt x="10253" y="942"/>
                  </a:lnTo>
                  <a:lnTo>
                    <a:pt x="10211" y="838"/>
                  </a:lnTo>
                  <a:lnTo>
                    <a:pt x="10127" y="838"/>
                  </a:lnTo>
                  <a:lnTo>
                    <a:pt x="10127" y="859"/>
                  </a:lnTo>
                  <a:lnTo>
                    <a:pt x="10023" y="838"/>
                  </a:lnTo>
                  <a:lnTo>
                    <a:pt x="9897" y="901"/>
                  </a:lnTo>
                  <a:lnTo>
                    <a:pt x="9897" y="901"/>
                  </a:lnTo>
                  <a:lnTo>
                    <a:pt x="10002" y="754"/>
                  </a:lnTo>
                  <a:lnTo>
                    <a:pt x="10065" y="733"/>
                  </a:lnTo>
                  <a:lnTo>
                    <a:pt x="10127" y="608"/>
                  </a:lnTo>
                  <a:lnTo>
                    <a:pt x="10127" y="566"/>
                  </a:lnTo>
                  <a:lnTo>
                    <a:pt x="10065" y="566"/>
                  </a:lnTo>
                  <a:lnTo>
                    <a:pt x="9960" y="649"/>
                  </a:lnTo>
                  <a:lnTo>
                    <a:pt x="9897" y="649"/>
                  </a:lnTo>
                  <a:lnTo>
                    <a:pt x="9918" y="587"/>
                  </a:lnTo>
                  <a:lnTo>
                    <a:pt x="10002" y="524"/>
                  </a:lnTo>
                  <a:lnTo>
                    <a:pt x="10002" y="482"/>
                  </a:lnTo>
                  <a:lnTo>
                    <a:pt x="9897" y="461"/>
                  </a:lnTo>
                  <a:lnTo>
                    <a:pt x="9855" y="419"/>
                  </a:lnTo>
                  <a:lnTo>
                    <a:pt x="9960" y="377"/>
                  </a:lnTo>
                  <a:lnTo>
                    <a:pt x="10002" y="419"/>
                  </a:lnTo>
                  <a:lnTo>
                    <a:pt x="10127" y="419"/>
                  </a:lnTo>
                  <a:lnTo>
                    <a:pt x="10169" y="231"/>
                  </a:lnTo>
                  <a:lnTo>
                    <a:pt x="10169" y="168"/>
                  </a:lnTo>
                  <a:lnTo>
                    <a:pt x="10044" y="210"/>
                  </a:lnTo>
                  <a:lnTo>
                    <a:pt x="10002" y="147"/>
                  </a:lnTo>
                  <a:lnTo>
                    <a:pt x="10023" y="64"/>
                  </a:lnTo>
                  <a:lnTo>
                    <a:pt x="10002" y="1"/>
                  </a:lnTo>
                  <a:lnTo>
                    <a:pt x="9918" y="64"/>
                  </a:lnTo>
                  <a:lnTo>
                    <a:pt x="9855" y="64"/>
                  </a:lnTo>
                  <a:lnTo>
                    <a:pt x="979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71" name="Google Shape;1571;p60"/>
            <p:cNvSpPr/>
            <p:nvPr/>
          </p:nvSpPr>
          <p:spPr>
            <a:xfrm>
              <a:off x="3810372" y="2589242"/>
              <a:ext cx="68528" cy="147786"/>
            </a:xfrm>
            <a:custGeom>
              <a:avLst/>
              <a:gdLst/>
              <a:ahLst/>
              <a:cxnLst/>
              <a:rect l="l" t="t" r="r" b="b"/>
              <a:pathLst>
                <a:path w="5755" h="12995" extrusionOk="0">
                  <a:moveTo>
                    <a:pt x="3788" y="1"/>
                  </a:moveTo>
                  <a:lnTo>
                    <a:pt x="3725" y="21"/>
                  </a:lnTo>
                  <a:lnTo>
                    <a:pt x="3599" y="63"/>
                  </a:lnTo>
                  <a:lnTo>
                    <a:pt x="3474" y="1"/>
                  </a:lnTo>
                  <a:lnTo>
                    <a:pt x="3474" y="1"/>
                  </a:lnTo>
                  <a:lnTo>
                    <a:pt x="3495" y="105"/>
                  </a:lnTo>
                  <a:lnTo>
                    <a:pt x="3578" y="147"/>
                  </a:lnTo>
                  <a:lnTo>
                    <a:pt x="3599" y="293"/>
                  </a:lnTo>
                  <a:lnTo>
                    <a:pt x="3516" y="335"/>
                  </a:lnTo>
                  <a:lnTo>
                    <a:pt x="3495" y="524"/>
                  </a:lnTo>
                  <a:lnTo>
                    <a:pt x="3558" y="607"/>
                  </a:lnTo>
                  <a:lnTo>
                    <a:pt x="3558" y="754"/>
                  </a:lnTo>
                  <a:lnTo>
                    <a:pt x="3495" y="712"/>
                  </a:lnTo>
                  <a:lnTo>
                    <a:pt x="3453" y="733"/>
                  </a:lnTo>
                  <a:lnTo>
                    <a:pt x="3369" y="670"/>
                  </a:lnTo>
                  <a:lnTo>
                    <a:pt x="3244" y="649"/>
                  </a:lnTo>
                  <a:lnTo>
                    <a:pt x="3139" y="586"/>
                  </a:lnTo>
                  <a:lnTo>
                    <a:pt x="2951" y="524"/>
                  </a:lnTo>
                  <a:lnTo>
                    <a:pt x="2825" y="607"/>
                  </a:lnTo>
                  <a:lnTo>
                    <a:pt x="2637" y="607"/>
                  </a:lnTo>
                  <a:lnTo>
                    <a:pt x="2574" y="628"/>
                  </a:lnTo>
                  <a:lnTo>
                    <a:pt x="2679" y="796"/>
                  </a:lnTo>
                  <a:lnTo>
                    <a:pt x="2658" y="837"/>
                  </a:lnTo>
                  <a:lnTo>
                    <a:pt x="2658" y="921"/>
                  </a:lnTo>
                  <a:lnTo>
                    <a:pt x="2574" y="963"/>
                  </a:lnTo>
                  <a:lnTo>
                    <a:pt x="2658" y="1068"/>
                  </a:lnTo>
                  <a:lnTo>
                    <a:pt x="2553" y="1172"/>
                  </a:lnTo>
                  <a:lnTo>
                    <a:pt x="2511" y="1172"/>
                  </a:lnTo>
                  <a:lnTo>
                    <a:pt x="2428" y="1130"/>
                  </a:lnTo>
                  <a:lnTo>
                    <a:pt x="2323" y="1047"/>
                  </a:lnTo>
                  <a:lnTo>
                    <a:pt x="2198" y="1151"/>
                  </a:lnTo>
                  <a:lnTo>
                    <a:pt x="2114" y="1340"/>
                  </a:lnTo>
                  <a:lnTo>
                    <a:pt x="2030" y="1381"/>
                  </a:lnTo>
                  <a:lnTo>
                    <a:pt x="1988" y="1528"/>
                  </a:lnTo>
                  <a:lnTo>
                    <a:pt x="1926" y="1633"/>
                  </a:lnTo>
                  <a:lnTo>
                    <a:pt x="1842" y="1653"/>
                  </a:lnTo>
                  <a:lnTo>
                    <a:pt x="1842" y="1905"/>
                  </a:lnTo>
                  <a:lnTo>
                    <a:pt x="1905" y="1988"/>
                  </a:lnTo>
                  <a:lnTo>
                    <a:pt x="1988" y="2177"/>
                  </a:lnTo>
                  <a:lnTo>
                    <a:pt x="1926" y="2302"/>
                  </a:lnTo>
                  <a:lnTo>
                    <a:pt x="1779" y="2511"/>
                  </a:lnTo>
                  <a:lnTo>
                    <a:pt x="1612" y="2804"/>
                  </a:lnTo>
                  <a:lnTo>
                    <a:pt x="1591" y="2930"/>
                  </a:lnTo>
                  <a:lnTo>
                    <a:pt x="1507" y="3014"/>
                  </a:lnTo>
                  <a:lnTo>
                    <a:pt x="1298" y="3034"/>
                  </a:lnTo>
                  <a:lnTo>
                    <a:pt x="1110" y="3139"/>
                  </a:lnTo>
                  <a:lnTo>
                    <a:pt x="1110" y="3265"/>
                  </a:lnTo>
                  <a:lnTo>
                    <a:pt x="1193" y="3348"/>
                  </a:lnTo>
                  <a:lnTo>
                    <a:pt x="1193" y="3516"/>
                  </a:lnTo>
                  <a:lnTo>
                    <a:pt x="1151" y="3662"/>
                  </a:lnTo>
                  <a:lnTo>
                    <a:pt x="1089" y="3934"/>
                  </a:lnTo>
                  <a:lnTo>
                    <a:pt x="1089" y="4185"/>
                  </a:lnTo>
                  <a:lnTo>
                    <a:pt x="879" y="4687"/>
                  </a:lnTo>
                  <a:lnTo>
                    <a:pt x="879" y="4813"/>
                  </a:lnTo>
                  <a:lnTo>
                    <a:pt x="942" y="4897"/>
                  </a:lnTo>
                  <a:lnTo>
                    <a:pt x="963" y="5127"/>
                  </a:lnTo>
                  <a:lnTo>
                    <a:pt x="858" y="5252"/>
                  </a:lnTo>
                  <a:lnTo>
                    <a:pt x="649" y="5231"/>
                  </a:lnTo>
                  <a:lnTo>
                    <a:pt x="482" y="5211"/>
                  </a:lnTo>
                  <a:lnTo>
                    <a:pt x="377" y="5294"/>
                  </a:lnTo>
                  <a:lnTo>
                    <a:pt x="252" y="5524"/>
                  </a:lnTo>
                  <a:lnTo>
                    <a:pt x="210" y="5755"/>
                  </a:lnTo>
                  <a:lnTo>
                    <a:pt x="252" y="6068"/>
                  </a:lnTo>
                  <a:lnTo>
                    <a:pt x="314" y="6361"/>
                  </a:lnTo>
                  <a:lnTo>
                    <a:pt x="252" y="6550"/>
                  </a:lnTo>
                  <a:lnTo>
                    <a:pt x="314" y="6696"/>
                  </a:lnTo>
                  <a:lnTo>
                    <a:pt x="335" y="6926"/>
                  </a:lnTo>
                  <a:lnTo>
                    <a:pt x="314" y="7135"/>
                  </a:lnTo>
                  <a:lnTo>
                    <a:pt x="314" y="7345"/>
                  </a:lnTo>
                  <a:lnTo>
                    <a:pt x="461" y="7449"/>
                  </a:lnTo>
                  <a:lnTo>
                    <a:pt x="670" y="7659"/>
                  </a:lnTo>
                  <a:lnTo>
                    <a:pt x="628" y="7805"/>
                  </a:lnTo>
                  <a:lnTo>
                    <a:pt x="628" y="7972"/>
                  </a:lnTo>
                  <a:lnTo>
                    <a:pt x="356" y="8056"/>
                  </a:lnTo>
                  <a:lnTo>
                    <a:pt x="335" y="8161"/>
                  </a:lnTo>
                  <a:lnTo>
                    <a:pt x="461" y="8370"/>
                  </a:lnTo>
                  <a:lnTo>
                    <a:pt x="482" y="8642"/>
                  </a:lnTo>
                  <a:lnTo>
                    <a:pt x="565" y="8768"/>
                  </a:lnTo>
                  <a:lnTo>
                    <a:pt x="482" y="8914"/>
                  </a:lnTo>
                  <a:lnTo>
                    <a:pt x="482" y="9040"/>
                  </a:lnTo>
                  <a:lnTo>
                    <a:pt x="461" y="9123"/>
                  </a:lnTo>
                  <a:lnTo>
                    <a:pt x="273" y="9165"/>
                  </a:lnTo>
                  <a:lnTo>
                    <a:pt x="231" y="9228"/>
                  </a:lnTo>
                  <a:lnTo>
                    <a:pt x="314" y="9332"/>
                  </a:lnTo>
                  <a:lnTo>
                    <a:pt x="231" y="9395"/>
                  </a:lnTo>
                  <a:lnTo>
                    <a:pt x="168" y="9479"/>
                  </a:lnTo>
                  <a:lnTo>
                    <a:pt x="252" y="9625"/>
                  </a:lnTo>
                  <a:lnTo>
                    <a:pt x="273" y="10002"/>
                  </a:lnTo>
                  <a:lnTo>
                    <a:pt x="231" y="10086"/>
                  </a:lnTo>
                  <a:lnTo>
                    <a:pt x="147" y="10002"/>
                  </a:lnTo>
                  <a:lnTo>
                    <a:pt x="63" y="9939"/>
                  </a:lnTo>
                  <a:lnTo>
                    <a:pt x="63" y="9960"/>
                  </a:lnTo>
                  <a:lnTo>
                    <a:pt x="1" y="10023"/>
                  </a:lnTo>
                  <a:lnTo>
                    <a:pt x="21" y="10253"/>
                  </a:lnTo>
                  <a:lnTo>
                    <a:pt x="42" y="10337"/>
                  </a:lnTo>
                  <a:lnTo>
                    <a:pt x="63" y="10525"/>
                  </a:lnTo>
                  <a:lnTo>
                    <a:pt x="147" y="10546"/>
                  </a:lnTo>
                  <a:lnTo>
                    <a:pt x="168" y="10588"/>
                  </a:lnTo>
                  <a:lnTo>
                    <a:pt x="147" y="10734"/>
                  </a:lnTo>
                  <a:lnTo>
                    <a:pt x="273" y="10672"/>
                  </a:lnTo>
                  <a:lnTo>
                    <a:pt x="210" y="10567"/>
                  </a:lnTo>
                  <a:lnTo>
                    <a:pt x="231" y="10483"/>
                  </a:lnTo>
                  <a:lnTo>
                    <a:pt x="273" y="10483"/>
                  </a:lnTo>
                  <a:lnTo>
                    <a:pt x="252" y="10546"/>
                  </a:lnTo>
                  <a:lnTo>
                    <a:pt x="335" y="10588"/>
                  </a:lnTo>
                  <a:lnTo>
                    <a:pt x="377" y="10672"/>
                  </a:lnTo>
                  <a:lnTo>
                    <a:pt x="252" y="10755"/>
                  </a:lnTo>
                  <a:lnTo>
                    <a:pt x="231" y="10860"/>
                  </a:lnTo>
                  <a:lnTo>
                    <a:pt x="273" y="10944"/>
                  </a:lnTo>
                  <a:lnTo>
                    <a:pt x="252" y="11069"/>
                  </a:lnTo>
                  <a:lnTo>
                    <a:pt x="210" y="11111"/>
                  </a:lnTo>
                  <a:lnTo>
                    <a:pt x="273" y="11216"/>
                  </a:lnTo>
                  <a:lnTo>
                    <a:pt x="356" y="11257"/>
                  </a:lnTo>
                  <a:lnTo>
                    <a:pt x="440" y="11383"/>
                  </a:lnTo>
                  <a:lnTo>
                    <a:pt x="482" y="11425"/>
                  </a:lnTo>
                  <a:lnTo>
                    <a:pt x="586" y="11634"/>
                  </a:lnTo>
                  <a:lnTo>
                    <a:pt x="586" y="11801"/>
                  </a:lnTo>
                  <a:lnTo>
                    <a:pt x="733" y="11843"/>
                  </a:lnTo>
                  <a:lnTo>
                    <a:pt x="754" y="11948"/>
                  </a:lnTo>
                  <a:lnTo>
                    <a:pt x="858" y="12094"/>
                  </a:lnTo>
                  <a:lnTo>
                    <a:pt x="984" y="12011"/>
                  </a:lnTo>
                  <a:lnTo>
                    <a:pt x="1005" y="12136"/>
                  </a:lnTo>
                  <a:lnTo>
                    <a:pt x="942" y="12304"/>
                  </a:lnTo>
                  <a:lnTo>
                    <a:pt x="775" y="12325"/>
                  </a:lnTo>
                  <a:lnTo>
                    <a:pt x="754" y="12366"/>
                  </a:lnTo>
                  <a:lnTo>
                    <a:pt x="838" y="12429"/>
                  </a:lnTo>
                  <a:lnTo>
                    <a:pt x="858" y="12534"/>
                  </a:lnTo>
                  <a:lnTo>
                    <a:pt x="984" y="12555"/>
                  </a:lnTo>
                  <a:lnTo>
                    <a:pt x="1047" y="12848"/>
                  </a:lnTo>
                  <a:lnTo>
                    <a:pt x="963" y="12952"/>
                  </a:lnTo>
                  <a:lnTo>
                    <a:pt x="1005" y="12994"/>
                  </a:lnTo>
                  <a:lnTo>
                    <a:pt x="1151" y="12994"/>
                  </a:lnTo>
                  <a:lnTo>
                    <a:pt x="1423" y="12931"/>
                  </a:lnTo>
                  <a:lnTo>
                    <a:pt x="1570" y="12973"/>
                  </a:lnTo>
                  <a:lnTo>
                    <a:pt x="1695" y="12869"/>
                  </a:lnTo>
                  <a:lnTo>
                    <a:pt x="1674" y="12764"/>
                  </a:lnTo>
                  <a:lnTo>
                    <a:pt x="1612" y="12701"/>
                  </a:lnTo>
                  <a:lnTo>
                    <a:pt x="1695" y="12534"/>
                  </a:lnTo>
                  <a:lnTo>
                    <a:pt x="1884" y="12513"/>
                  </a:lnTo>
                  <a:lnTo>
                    <a:pt x="1905" y="12325"/>
                  </a:lnTo>
                  <a:lnTo>
                    <a:pt x="1926" y="12408"/>
                  </a:lnTo>
                  <a:lnTo>
                    <a:pt x="2135" y="12450"/>
                  </a:lnTo>
                  <a:lnTo>
                    <a:pt x="2260" y="12366"/>
                  </a:lnTo>
                  <a:lnTo>
                    <a:pt x="2365" y="12429"/>
                  </a:lnTo>
                  <a:lnTo>
                    <a:pt x="2449" y="12513"/>
                  </a:lnTo>
                  <a:lnTo>
                    <a:pt x="2553" y="12345"/>
                  </a:lnTo>
                  <a:lnTo>
                    <a:pt x="2616" y="12115"/>
                  </a:lnTo>
                  <a:lnTo>
                    <a:pt x="2679" y="12032"/>
                  </a:lnTo>
                  <a:lnTo>
                    <a:pt x="2721" y="11739"/>
                  </a:lnTo>
                  <a:lnTo>
                    <a:pt x="2762" y="11634"/>
                  </a:lnTo>
                  <a:lnTo>
                    <a:pt x="2658" y="11571"/>
                  </a:lnTo>
                  <a:lnTo>
                    <a:pt x="2679" y="11467"/>
                  </a:lnTo>
                  <a:lnTo>
                    <a:pt x="2783" y="11320"/>
                  </a:lnTo>
                  <a:lnTo>
                    <a:pt x="2679" y="11216"/>
                  </a:lnTo>
                  <a:lnTo>
                    <a:pt x="2783" y="11111"/>
                  </a:lnTo>
                  <a:lnTo>
                    <a:pt x="2658" y="11048"/>
                  </a:lnTo>
                  <a:lnTo>
                    <a:pt x="2721" y="10965"/>
                  </a:lnTo>
                  <a:lnTo>
                    <a:pt x="2658" y="10839"/>
                  </a:lnTo>
                  <a:lnTo>
                    <a:pt x="2762" y="10881"/>
                  </a:lnTo>
                  <a:lnTo>
                    <a:pt x="2930" y="10860"/>
                  </a:lnTo>
                  <a:lnTo>
                    <a:pt x="2783" y="10755"/>
                  </a:lnTo>
                  <a:lnTo>
                    <a:pt x="2846" y="10609"/>
                  </a:lnTo>
                  <a:lnTo>
                    <a:pt x="2846" y="10546"/>
                  </a:lnTo>
                  <a:lnTo>
                    <a:pt x="2658" y="10483"/>
                  </a:lnTo>
                  <a:lnTo>
                    <a:pt x="2888" y="10483"/>
                  </a:lnTo>
                  <a:lnTo>
                    <a:pt x="2762" y="10358"/>
                  </a:lnTo>
                  <a:lnTo>
                    <a:pt x="2679" y="10358"/>
                  </a:lnTo>
                  <a:lnTo>
                    <a:pt x="2742" y="10274"/>
                  </a:lnTo>
                  <a:lnTo>
                    <a:pt x="2783" y="10274"/>
                  </a:lnTo>
                  <a:lnTo>
                    <a:pt x="2825" y="10316"/>
                  </a:lnTo>
                  <a:lnTo>
                    <a:pt x="2888" y="10232"/>
                  </a:lnTo>
                  <a:lnTo>
                    <a:pt x="2867" y="10148"/>
                  </a:lnTo>
                  <a:lnTo>
                    <a:pt x="2972" y="10232"/>
                  </a:lnTo>
                  <a:lnTo>
                    <a:pt x="2993" y="10128"/>
                  </a:lnTo>
                  <a:lnTo>
                    <a:pt x="3076" y="10023"/>
                  </a:lnTo>
                  <a:lnTo>
                    <a:pt x="3160" y="10023"/>
                  </a:lnTo>
                  <a:lnTo>
                    <a:pt x="3139" y="9939"/>
                  </a:lnTo>
                  <a:lnTo>
                    <a:pt x="3181" y="9897"/>
                  </a:lnTo>
                  <a:lnTo>
                    <a:pt x="3202" y="9939"/>
                  </a:lnTo>
                  <a:lnTo>
                    <a:pt x="3181" y="10044"/>
                  </a:lnTo>
                  <a:lnTo>
                    <a:pt x="3265" y="10044"/>
                  </a:lnTo>
                  <a:lnTo>
                    <a:pt x="3369" y="9897"/>
                  </a:lnTo>
                  <a:lnTo>
                    <a:pt x="3453" y="9897"/>
                  </a:lnTo>
                  <a:lnTo>
                    <a:pt x="3516" y="9835"/>
                  </a:lnTo>
                  <a:lnTo>
                    <a:pt x="3495" y="9730"/>
                  </a:lnTo>
                  <a:lnTo>
                    <a:pt x="3411" y="9646"/>
                  </a:lnTo>
                  <a:lnTo>
                    <a:pt x="3286" y="9625"/>
                  </a:lnTo>
                  <a:lnTo>
                    <a:pt x="3181" y="9688"/>
                  </a:lnTo>
                  <a:lnTo>
                    <a:pt x="3139" y="9646"/>
                  </a:lnTo>
                  <a:lnTo>
                    <a:pt x="3055" y="9709"/>
                  </a:lnTo>
                  <a:lnTo>
                    <a:pt x="2972" y="9604"/>
                  </a:lnTo>
                  <a:lnTo>
                    <a:pt x="2846" y="9563"/>
                  </a:lnTo>
                  <a:lnTo>
                    <a:pt x="2762" y="9521"/>
                  </a:lnTo>
                  <a:lnTo>
                    <a:pt x="2616" y="9542"/>
                  </a:lnTo>
                  <a:lnTo>
                    <a:pt x="2616" y="9604"/>
                  </a:lnTo>
                  <a:lnTo>
                    <a:pt x="2553" y="9542"/>
                  </a:lnTo>
                  <a:lnTo>
                    <a:pt x="2407" y="9542"/>
                  </a:lnTo>
                  <a:lnTo>
                    <a:pt x="2365" y="9500"/>
                  </a:lnTo>
                  <a:lnTo>
                    <a:pt x="2470" y="9479"/>
                  </a:lnTo>
                  <a:lnTo>
                    <a:pt x="2553" y="9521"/>
                  </a:lnTo>
                  <a:lnTo>
                    <a:pt x="2637" y="9395"/>
                  </a:lnTo>
                  <a:lnTo>
                    <a:pt x="2679" y="9437"/>
                  </a:lnTo>
                  <a:lnTo>
                    <a:pt x="2783" y="9416"/>
                  </a:lnTo>
                  <a:lnTo>
                    <a:pt x="2825" y="9332"/>
                  </a:lnTo>
                  <a:lnTo>
                    <a:pt x="2930" y="9374"/>
                  </a:lnTo>
                  <a:lnTo>
                    <a:pt x="2972" y="9416"/>
                  </a:lnTo>
                  <a:lnTo>
                    <a:pt x="3034" y="9416"/>
                  </a:lnTo>
                  <a:lnTo>
                    <a:pt x="3055" y="9332"/>
                  </a:lnTo>
                  <a:lnTo>
                    <a:pt x="3097" y="9416"/>
                  </a:lnTo>
                  <a:lnTo>
                    <a:pt x="3244" y="9437"/>
                  </a:lnTo>
                  <a:lnTo>
                    <a:pt x="3202" y="9521"/>
                  </a:lnTo>
                  <a:lnTo>
                    <a:pt x="3306" y="9563"/>
                  </a:lnTo>
                  <a:lnTo>
                    <a:pt x="3474" y="9542"/>
                  </a:lnTo>
                  <a:lnTo>
                    <a:pt x="3495" y="9416"/>
                  </a:lnTo>
                  <a:lnTo>
                    <a:pt x="3662" y="9270"/>
                  </a:lnTo>
                  <a:lnTo>
                    <a:pt x="3725" y="9102"/>
                  </a:lnTo>
                  <a:lnTo>
                    <a:pt x="3599" y="8977"/>
                  </a:lnTo>
                  <a:lnTo>
                    <a:pt x="3599" y="8893"/>
                  </a:lnTo>
                  <a:lnTo>
                    <a:pt x="3453" y="8788"/>
                  </a:lnTo>
                  <a:lnTo>
                    <a:pt x="3474" y="8747"/>
                  </a:lnTo>
                  <a:lnTo>
                    <a:pt x="3265" y="8579"/>
                  </a:lnTo>
                  <a:lnTo>
                    <a:pt x="3244" y="8475"/>
                  </a:lnTo>
                  <a:lnTo>
                    <a:pt x="3160" y="8391"/>
                  </a:lnTo>
                  <a:lnTo>
                    <a:pt x="3055" y="8516"/>
                  </a:lnTo>
                  <a:lnTo>
                    <a:pt x="2993" y="8433"/>
                  </a:lnTo>
                  <a:lnTo>
                    <a:pt x="2951" y="8454"/>
                  </a:lnTo>
                  <a:lnTo>
                    <a:pt x="2951" y="8349"/>
                  </a:lnTo>
                  <a:lnTo>
                    <a:pt x="2867" y="8349"/>
                  </a:lnTo>
                  <a:lnTo>
                    <a:pt x="2825" y="8244"/>
                  </a:lnTo>
                  <a:lnTo>
                    <a:pt x="2742" y="8182"/>
                  </a:lnTo>
                  <a:lnTo>
                    <a:pt x="2825" y="8077"/>
                  </a:lnTo>
                  <a:lnTo>
                    <a:pt x="2762" y="7952"/>
                  </a:lnTo>
                  <a:lnTo>
                    <a:pt x="2825" y="7931"/>
                  </a:lnTo>
                  <a:lnTo>
                    <a:pt x="2825" y="7847"/>
                  </a:lnTo>
                  <a:lnTo>
                    <a:pt x="2742" y="7826"/>
                  </a:lnTo>
                  <a:lnTo>
                    <a:pt x="2825" y="7721"/>
                  </a:lnTo>
                  <a:lnTo>
                    <a:pt x="2783" y="7533"/>
                  </a:lnTo>
                  <a:lnTo>
                    <a:pt x="2825" y="7512"/>
                  </a:lnTo>
                  <a:lnTo>
                    <a:pt x="2867" y="7554"/>
                  </a:lnTo>
                  <a:lnTo>
                    <a:pt x="2888" y="7449"/>
                  </a:lnTo>
                  <a:lnTo>
                    <a:pt x="2825" y="7345"/>
                  </a:lnTo>
                  <a:lnTo>
                    <a:pt x="2846" y="7198"/>
                  </a:lnTo>
                  <a:lnTo>
                    <a:pt x="2825" y="7073"/>
                  </a:lnTo>
                  <a:lnTo>
                    <a:pt x="2846" y="7010"/>
                  </a:lnTo>
                  <a:lnTo>
                    <a:pt x="2825" y="6884"/>
                  </a:lnTo>
                  <a:lnTo>
                    <a:pt x="2679" y="6696"/>
                  </a:lnTo>
                  <a:lnTo>
                    <a:pt x="2679" y="6696"/>
                  </a:lnTo>
                  <a:lnTo>
                    <a:pt x="2783" y="6759"/>
                  </a:lnTo>
                  <a:lnTo>
                    <a:pt x="2951" y="6717"/>
                  </a:lnTo>
                  <a:lnTo>
                    <a:pt x="3055" y="6571"/>
                  </a:lnTo>
                  <a:lnTo>
                    <a:pt x="2993" y="6466"/>
                  </a:lnTo>
                  <a:lnTo>
                    <a:pt x="3034" y="6403"/>
                  </a:lnTo>
                  <a:lnTo>
                    <a:pt x="3139" y="6424"/>
                  </a:lnTo>
                  <a:lnTo>
                    <a:pt x="3286" y="6299"/>
                  </a:lnTo>
                  <a:lnTo>
                    <a:pt x="3286" y="6236"/>
                  </a:lnTo>
                  <a:lnTo>
                    <a:pt x="3202" y="6236"/>
                  </a:lnTo>
                  <a:lnTo>
                    <a:pt x="3265" y="6131"/>
                  </a:lnTo>
                  <a:lnTo>
                    <a:pt x="3348" y="6047"/>
                  </a:lnTo>
                  <a:lnTo>
                    <a:pt x="3390" y="6089"/>
                  </a:lnTo>
                  <a:lnTo>
                    <a:pt x="3453" y="6089"/>
                  </a:lnTo>
                  <a:lnTo>
                    <a:pt x="3474" y="5964"/>
                  </a:lnTo>
                  <a:lnTo>
                    <a:pt x="3516" y="5964"/>
                  </a:lnTo>
                  <a:lnTo>
                    <a:pt x="3558" y="6047"/>
                  </a:lnTo>
                  <a:lnTo>
                    <a:pt x="3620" y="5964"/>
                  </a:lnTo>
                  <a:lnTo>
                    <a:pt x="3620" y="5838"/>
                  </a:lnTo>
                  <a:lnTo>
                    <a:pt x="3683" y="5734"/>
                  </a:lnTo>
                  <a:lnTo>
                    <a:pt x="3788" y="5734"/>
                  </a:lnTo>
                  <a:lnTo>
                    <a:pt x="3788" y="5817"/>
                  </a:lnTo>
                  <a:lnTo>
                    <a:pt x="3871" y="5817"/>
                  </a:lnTo>
                  <a:lnTo>
                    <a:pt x="3913" y="5713"/>
                  </a:lnTo>
                  <a:lnTo>
                    <a:pt x="4039" y="5629"/>
                  </a:lnTo>
                  <a:lnTo>
                    <a:pt x="4018" y="5524"/>
                  </a:lnTo>
                  <a:lnTo>
                    <a:pt x="4018" y="5420"/>
                  </a:lnTo>
                  <a:lnTo>
                    <a:pt x="4102" y="5503"/>
                  </a:lnTo>
                  <a:lnTo>
                    <a:pt x="4206" y="5378"/>
                  </a:lnTo>
                  <a:lnTo>
                    <a:pt x="4290" y="5378"/>
                  </a:lnTo>
                  <a:lnTo>
                    <a:pt x="4395" y="5190"/>
                  </a:lnTo>
                  <a:lnTo>
                    <a:pt x="4395" y="5001"/>
                  </a:lnTo>
                  <a:lnTo>
                    <a:pt x="4457" y="4897"/>
                  </a:lnTo>
                  <a:lnTo>
                    <a:pt x="4541" y="4897"/>
                  </a:lnTo>
                  <a:lnTo>
                    <a:pt x="4646" y="4771"/>
                  </a:lnTo>
                  <a:lnTo>
                    <a:pt x="4562" y="4771"/>
                  </a:lnTo>
                  <a:lnTo>
                    <a:pt x="4499" y="4666"/>
                  </a:lnTo>
                  <a:lnTo>
                    <a:pt x="4562" y="4625"/>
                  </a:lnTo>
                  <a:lnTo>
                    <a:pt x="4541" y="4562"/>
                  </a:lnTo>
                  <a:lnTo>
                    <a:pt x="4436" y="4562"/>
                  </a:lnTo>
                  <a:lnTo>
                    <a:pt x="4332" y="4457"/>
                  </a:lnTo>
                  <a:lnTo>
                    <a:pt x="4457" y="4415"/>
                  </a:lnTo>
                  <a:lnTo>
                    <a:pt x="4436" y="4332"/>
                  </a:lnTo>
                  <a:lnTo>
                    <a:pt x="4520" y="4164"/>
                  </a:lnTo>
                  <a:lnTo>
                    <a:pt x="4541" y="4081"/>
                  </a:lnTo>
                  <a:lnTo>
                    <a:pt x="4499" y="3997"/>
                  </a:lnTo>
                  <a:lnTo>
                    <a:pt x="4415" y="3997"/>
                  </a:lnTo>
                  <a:lnTo>
                    <a:pt x="4395" y="3934"/>
                  </a:lnTo>
                  <a:lnTo>
                    <a:pt x="4415" y="3892"/>
                  </a:lnTo>
                  <a:lnTo>
                    <a:pt x="4499" y="3934"/>
                  </a:lnTo>
                  <a:lnTo>
                    <a:pt x="4520" y="3955"/>
                  </a:lnTo>
                  <a:lnTo>
                    <a:pt x="4541" y="3955"/>
                  </a:lnTo>
                  <a:lnTo>
                    <a:pt x="4541" y="3871"/>
                  </a:lnTo>
                  <a:lnTo>
                    <a:pt x="4436" y="3850"/>
                  </a:lnTo>
                  <a:lnTo>
                    <a:pt x="4541" y="3788"/>
                  </a:lnTo>
                  <a:lnTo>
                    <a:pt x="4625" y="3788"/>
                  </a:lnTo>
                  <a:lnTo>
                    <a:pt x="4729" y="3725"/>
                  </a:lnTo>
                  <a:lnTo>
                    <a:pt x="4646" y="3662"/>
                  </a:lnTo>
                  <a:lnTo>
                    <a:pt x="4562" y="3516"/>
                  </a:lnTo>
                  <a:lnTo>
                    <a:pt x="4646" y="3537"/>
                  </a:lnTo>
                  <a:lnTo>
                    <a:pt x="4708" y="3620"/>
                  </a:lnTo>
                  <a:lnTo>
                    <a:pt x="4813" y="3578"/>
                  </a:lnTo>
                  <a:lnTo>
                    <a:pt x="4834" y="3474"/>
                  </a:lnTo>
                  <a:lnTo>
                    <a:pt x="4855" y="3369"/>
                  </a:lnTo>
                  <a:lnTo>
                    <a:pt x="4918" y="3327"/>
                  </a:lnTo>
                  <a:lnTo>
                    <a:pt x="4980" y="3453"/>
                  </a:lnTo>
                  <a:lnTo>
                    <a:pt x="5064" y="3348"/>
                  </a:lnTo>
                  <a:lnTo>
                    <a:pt x="5127" y="3453"/>
                  </a:lnTo>
                  <a:lnTo>
                    <a:pt x="5190" y="3474"/>
                  </a:lnTo>
                  <a:lnTo>
                    <a:pt x="5252" y="3369"/>
                  </a:lnTo>
                  <a:lnTo>
                    <a:pt x="5357" y="3432"/>
                  </a:lnTo>
                  <a:lnTo>
                    <a:pt x="5483" y="3348"/>
                  </a:lnTo>
                  <a:lnTo>
                    <a:pt x="5545" y="3432"/>
                  </a:lnTo>
                  <a:lnTo>
                    <a:pt x="5671" y="3432"/>
                  </a:lnTo>
                  <a:lnTo>
                    <a:pt x="5713" y="3369"/>
                  </a:lnTo>
                  <a:lnTo>
                    <a:pt x="5755" y="3411"/>
                  </a:lnTo>
                  <a:lnTo>
                    <a:pt x="5755" y="3265"/>
                  </a:lnTo>
                  <a:lnTo>
                    <a:pt x="5671" y="3202"/>
                  </a:lnTo>
                  <a:lnTo>
                    <a:pt x="5587" y="2993"/>
                  </a:lnTo>
                  <a:lnTo>
                    <a:pt x="5462" y="2951"/>
                  </a:lnTo>
                  <a:lnTo>
                    <a:pt x="5399" y="2762"/>
                  </a:lnTo>
                  <a:lnTo>
                    <a:pt x="5462" y="2700"/>
                  </a:lnTo>
                  <a:lnTo>
                    <a:pt x="5462" y="2490"/>
                  </a:lnTo>
                  <a:lnTo>
                    <a:pt x="5441" y="2386"/>
                  </a:lnTo>
                  <a:lnTo>
                    <a:pt x="5462" y="2302"/>
                  </a:lnTo>
                  <a:lnTo>
                    <a:pt x="5399" y="2093"/>
                  </a:lnTo>
                  <a:lnTo>
                    <a:pt x="5357" y="1988"/>
                  </a:lnTo>
                  <a:lnTo>
                    <a:pt x="5336" y="1842"/>
                  </a:lnTo>
                  <a:lnTo>
                    <a:pt x="5378" y="1758"/>
                  </a:lnTo>
                  <a:lnTo>
                    <a:pt x="5357" y="1633"/>
                  </a:lnTo>
                  <a:lnTo>
                    <a:pt x="5190" y="1591"/>
                  </a:lnTo>
                  <a:lnTo>
                    <a:pt x="5190" y="1486"/>
                  </a:lnTo>
                  <a:lnTo>
                    <a:pt x="5252" y="1361"/>
                  </a:lnTo>
                  <a:lnTo>
                    <a:pt x="5190" y="1172"/>
                  </a:lnTo>
                  <a:lnTo>
                    <a:pt x="5252" y="1068"/>
                  </a:lnTo>
                  <a:lnTo>
                    <a:pt x="5190" y="1005"/>
                  </a:lnTo>
                  <a:lnTo>
                    <a:pt x="5127" y="1005"/>
                  </a:lnTo>
                  <a:lnTo>
                    <a:pt x="5022" y="858"/>
                  </a:lnTo>
                  <a:lnTo>
                    <a:pt x="4939" y="858"/>
                  </a:lnTo>
                  <a:lnTo>
                    <a:pt x="4876" y="754"/>
                  </a:lnTo>
                  <a:lnTo>
                    <a:pt x="4771" y="628"/>
                  </a:lnTo>
                  <a:lnTo>
                    <a:pt x="4708" y="607"/>
                  </a:lnTo>
                  <a:lnTo>
                    <a:pt x="4604" y="545"/>
                  </a:lnTo>
                  <a:lnTo>
                    <a:pt x="4395" y="524"/>
                  </a:lnTo>
                  <a:lnTo>
                    <a:pt x="4227" y="419"/>
                  </a:lnTo>
                  <a:lnTo>
                    <a:pt x="4018" y="189"/>
                  </a:lnTo>
                  <a:lnTo>
                    <a:pt x="3892" y="105"/>
                  </a:lnTo>
                  <a:lnTo>
                    <a:pt x="378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72" name="Google Shape;1572;p60"/>
            <p:cNvSpPr/>
            <p:nvPr/>
          </p:nvSpPr>
          <p:spPr>
            <a:xfrm>
              <a:off x="3883127" y="2693471"/>
              <a:ext cx="27411" cy="23803"/>
            </a:xfrm>
            <a:custGeom>
              <a:avLst/>
              <a:gdLst/>
              <a:ahLst/>
              <a:cxnLst/>
              <a:rect l="l" t="t" r="r" b="b"/>
              <a:pathLst>
                <a:path w="2302" h="2093" extrusionOk="0">
                  <a:moveTo>
                    <a:pt x="1026" y="0"/>
                  </a:moveTo>
                  <a:lnTo>
                    <a:pt x="1026" y="63"/>
                  </a:lnTo>
                  <a:lnTo>
                    <a:pt x="942" y="63"/>
                  </a:lnTo>
                  <a:lnTo>
                    <a:pt x="942" y="105"/>
                  </a:lnTo>
                  <a:lnTo>
                    <a:pt x="1005" y="167"/>
                  </a:lnTo>
                  <a:lnTo>
                    <a:pt x="900" y="230"/>
                  </a:lnTo>
                  <a:lnTo>
                    <a:pt x="837" y="209"/>
                  </a:lnTo>
                  <a:lnTo>
                    <a:pt x="628" y="209"/>
                  </a:lnTo>
                  <a:lnTo>
                    <a:pt x="607" y="147"/>
                  </a:lnTo>
                  <a:lnTo>
                    <a:pt x="586" y="251"/>
                  </a:lnTo>
                  <a:lnTo>
                    <a:pt x="481" y="230"/>
                  </a:lnTo>
                  <a:lnTo>
                    <a:pt x="335" y="272"/>
                  </a:lnTo>
                  <a:lnTo>
                    <a:pt x="335" y="356"/>
                  </a:lnTo>
                  <a:lnTo>
                    <a:pt x="272" y="356"/>
                  </a:lnTo>
                  <a:lnTo>
                    <a:pt x="84" y="439"/>
                  </a:lnTo>
                  <a:lnTo>
                    <a:pt x="0" y="544"/>
                  </a:lnTo>
                  <a:lnTo>
                    <a:pt x="21" y="900"/>
                  </a:lnTo>
                  <a:lnTo>
                    <a:pt x="84" y="900"/>
                  </a:lnTo>
                  <a:lnTo>
                    <a:pt x="126" y="879"/>
                  </a:lnTo>
                  <a:lnTo>
                    <a:pt x="230" y="900"/>
                  </a:lnTo>
                  <a:lnTo>
                    <a:pt x="189" y="983"/>
                  </a:lnTo>
                  <a:lnTo>
                    <a:pt x="105" y="983"/>
                  </a:lnTo>
                  <a:lnTo>
                    <a:pt x="105" y="1151"/>
                  </a:lnTo>
                  <a:lnTo>
                    <a:pt x="209" y="1276"/>
                  </a:lnTo>
                  <a:lnTo>
                    <a:pt x="377" y="1423"/>
                  </a:lnTo>
                  <a:lnTo>
                    <a:pt x="419" y="1423"/>
                  </a:lnTo>
                  <a:lnTo>
                    <a:pt x="419" y="1318"/>
                  </a:lnTo>
                  <a:lnTo>
                    <a:pt x="544" y="1214"/>
                  </a:lnTo>
                  <a:lnTo>
                    <a:pt x="586" y="1318"/>
                  </a:lnTo>
                  <a:lnTo>
                    <a:pt x="523" y="1611"/>
                  </a:lnTo>
                  <a:lnTo>
                    <a:pt x="523" y="1695"/>
                  </a:lnTo>
                  <a:lnTo>
                    <a:pt x="586" y="1674"/>
                  </a:lnTo>
                  <a:lnTo>
                    <a:pt x="754" y="1569"/>
                  </a:lnTo>
                  <a:lnTo>
                    <a:pt x="900" y="1507"/>
                  </a:lnTo>
                  <a:lnTo>
                    <a:pt x="1046" y="1632"/>
                  </a:lnTo>
                  <a:lnTo>
                    <a:pt x="1130" y="1611"/>
                  </a:lnTo>
                  <a:lnTo>
                    <a:pt x="1151" y="1507"/>
                  </a:lnTo>
                  <a:lnTo>
                    <a:pt x="1235" y="1590"/>
                  </a:lnTo>
                  <a:lnTo>
                    <a:pt x="1277" y="1674"/>
                  </a:lnTo>
                  <a:lnTo>
                    <a:pt x="1339" y="1674"/>
                  </a:lnTo>
                  <a:lnTo>
                    <a:pt x="1528" y="1779"/>
                  </a:lnTo>
                  <a:lnTo>
                    <a:pt x="1570" y="1925"/>
                  </a:lnTo>
                  <a:lnTo>
                    <a:pt x="1695" y="1967"/>
                  </a:lnTo>
                  <a:lnTo>
                    <a:pt x="1779" y="2092"/>
                  </a:lnTo>
                  <a:lnTo>
                    <a:pt x="1988" y="2009"/>
                  </a:lnTo>
                  <a:lnTo>
                    <a:pt x="2155" y="2030"/>
                  </a:lnTo>
                  <a:lnTo>
                    <a:pt x="2260" y="1904"/>
                  </a:lnTo>
                  <a:lnTo>
                    <a:pt x="2218" y="1800"/>
                  </a:lnTo>
                  <a:lnTo>
                    <a:pt x="2302" y="1716"/>
                  </a:lnTo>
                  <a:lnTo>
                    <a:pt x="2302" y="1611"/>
                  </a:lnTo>
                  <a:lnTo>
                    <a:pt x="2051" y="1109"/>
                  </a:lnTo>
                  <a:lnTo>
                    <a:pt x="2093" y="691"/>
                  </a:lnTo>
                  <a:lnTo>
                    <a:pt x="2155" y="649"/>
                  </a:lnTo>
                  <a:lnTo>
                    <a:pt x="2197" y="481"/>
                  </a:lnTo>
                  <a:lnTo>
                    <a:pt x="2281" y="356"/>
                  </a:lnTo>
                  <a:lnTo>
                    <a:pt x="2302" y="335"/>
                  </a:lnTo>
                  <a:lnTo>
                    <a:pt x="2302" y="314"/>
                  </a:lnTo>
                  <a:lnTo>
                    <a:pt x="2260" y="230"/>
                  </a:lnTo>
                  <a:lnTo>
                    <a:pt x="2218" y="272"/>
                  </a:lnTo>
                  <a:lnTo>
                    <a:pt x="1758" y="251"/>
                  </a:lnTo>
                  <a:lnTo>
                    <a:pt x="1570" y="126"/>
                  </a:lnTo>
                  <a:lnTo>
                    <a:pt x="1339" y="126"/>
                  </a:lnTo>
                  <a:lnTo>
                    <a:pt x="1235" y="63"/>
                  </a:lnTo>
                  <a:lnTo>
                    <a:pt x="1130" y="105"/>
                  </a:lnTo>
                  <a:lnTo>
                    <a:pt x="102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73" name="Google Shape;1573;p60"/>
            <p:cNvSpPr/>
            <p:nvPr/>
          </p:nvSpPr>
          <p:spPr>
            <a:xfrm>
              <a:off x="3870422" y="2710598"/>
              <a:ext cx="43605" cy="22620"/>
            </a:xfrm>
            <a:custGeom>
              <a:avLst/>
              <a:gdLst/>
              <a:ahLst/>
              <a:cxnLst/>
              <a:rect l="l" t="t" r="r" b="b"/>
              <a:pathLst>
                <a:path w="3662" h="1989" extrusionOk="0">
                  <a:moveTo>
                    <a:pt x="1967" y="1"/>
                  </a:moveTo>
                  <a:lnTo>
                    <a:pt x="1821" y="63"/>
                  </a:lnTo>
                  <a:lnTo>
                    <a:pt x="1653" y="168"/>
                  </a:lnTo>
                  <a:lnTo>
                    <a:pt x="1590" y="189"/>
                  </a:lnTo>
                  <a:lnTo>
                    <a:pt x="1590" y="314"/>
                  </a:lnTo>
                  <a:lnTo>
                    <a:pt x="1653" y="586"/>
                  </a:lnTo>
                  <a:lnTo>
                    <a:pt x="1590" y="754"/>
                  </a:lnTo>
                  <a:lnTo>
                    <a:pt x="1402" y="963"/>
                  </a:lnTo>
                  <a:lnTo>
                    <a:pt x="1256" y="963"/>
                  </a:lnTo>
                  <a:lnTo>
                    <a:pt x="1130" y="838"/>
                  </a:lnTo>
                  <a:lnTo>
                    <a:pt x="1130" y="733"/>
                  </a:lnTo>
                  <a:lnTo>
                    <a:pt x="837" y="440"/>
                  </a:lnTo>
                  <a:lnTo>
                    <a:pt x="837" y="294"/>
                  </a:lnTo>
                  <a:lnTo>
                    <a:pt x="774" y="294"/>
                  </a:lnTo>
                  <a:lnTo>
                    <a:pt x="670" y="398"/>
                  </a:lnTo>
                  <a:lnTo>
                    <a:pt x="523" y="419"/>
                  </a:lnTo>
                  <a:lnTo>
                    <a:pt x="460" y="461"/>
                  </a:lnTo>
                  <a:lnTo>
                    <a:pt x="335" y="461"/>
                  </a:lnTo>
                  <a:lnTo>
                    <a:pt x="251" y="607"/>
                  </a:lnTo>
                  <a:lnTo>
                    <a:pt x="293" y="733"/>
                  </a:lnTo>
                  <a:lnTo>
                    <a:pt x="230" y="712"/>
                  </a:lnTo>
                  <a:lnTo>
                    <a:pt x="230" y="921"/>
                  </a:lnTo>
                  <a:lnTo>
                    <a:pt x="84" y="1110"/>
                  </a:lnTo>
                  <a:lnTo>
                    <a:pt x="84" y="1214"/>
                  </a:lnTo>
                  <a:lnTo>
                    <a:pt x="84" y="1319"/>
                  </a:lnTo>
                  <a:lnTo>
                    <a:pt x="0" y="1382"/>
                  </a:lnTo>
                  <a:lnTo>
                    <a:pt x="42" y="1674"/>
                  </a:lnTo>
                  <a:lnTo>
                    <a:pt x="126" y="1737"/>
                  </a:lnTo>
                  <a:lnTo>
                    <a:pt x="126" y="1758"/>
                  </a:lnTo>
                  <a:lnTo>
                    <a:pt x="230" y="1737"/>
                  </a:lnTo>
                  <a:lnTo>
                    <a:pt x="251" y="1591"/>
                  </a:lnTo>
                  <a:lnTo>
                    <a:pt x="440" y="1465"/>
                  </a:lnTo>
                  <a:lnTo>
                    <a:pt x="670" y="1382"/>
                  </a:lnTo>
                  <a:lnTo>
                    <a:pt x="879" y="1423"/>
                  </a:lnTo>
                  <a:lnTo>
                    <a:pt x="1025" y="1423"/>
                  </a:lnTo>
                  <a:lnTo>
                    <a:pt x="1088" y="1465"/>
                  </a:lnTo>
                  <a:lnTo>
                    <a:pt x="1235" y="1382"/>
                  </a:lnTo>
                  <a:lnTo>
                    <a:pt x="1339" y="1361"/>
                  </a:lnTo>
                  <a:lnTo>
                    <a:pt x="1360" y="1444"/>
                  </a:lnTo>
                  <a:lnTo>
                    <a:pt x="1465" y="1444"/>
                  </a:lnTo>
                  <a:lnTo>
                    <a:pt x="1548" y="1549"/>
                  </a:lnTo>
                  <a:lnTo>
                    <a:pt x="1716" y="1549"/>
                  </a:lnTo>
                  <a:lnTo>
                    <a:pt x="1779" y="1570"/>
                  </a:lnTo>
                  <a:lnTo>
                    <a:pt x="1967" y="1444"/>
                  </a:lnTo>
                  <a:lnTo>
                    <a:pt x="2176" y="1549"/>
                  </a:lnTo>
                  <a:lnTo>
                    <a:pt x="2344" y="1570"/>
                  </a:lnTo>
                  <a:lnTo>
                    <a:pt x="2511" y="1758"/>
                  </a:lnTo>
                  <a:lnTo>
                    <a:pt x="2637" y="1758"/>
                  </a:lnTo>
                  <a:lnTo>
                    <a:pt x="2762" y="1946"/>
                  </a:lnTo>
                  <a:lnTo>
                    <a:pt x="2929" y="1967"/>
                  </a:lnTo>
                  <a:lnTo>
                    <a:pt x="2971" y="1988"/>
                  </a:lnTo>
                  <a:lnTo>
                    <a:pt x="3160" y="1905"/>
                  </a:lnTo>
                  <a:lnTo>
                    <a:pt x="3390" y="1884"/>
                  </a:lnTo>
                  <a:lnTo>
                    <a:pt x="3432" y="1737"/>
                  </a:lnTo>
                  <a:lnTo>
                    <a:pt x="3536" y="1674"/>
                  </a:lnTo>
                  <a:lnTo>
                    <a:pt x="3578" y="1570"/>
                  </a:lnTo>
                  <a:lnTo>
                    <a:pt x="3662" y="1549"/>
                  </a:lnTo>
                  <a:lnTo>
                    <a:pt x="3662" y="1382"/>
                  </a:lnTo>
                  <a:lnTo>
                    <a:pt x="3578" y="1277"/>
                  </a:lnTo>
                  <a:lnTo>
                    <a:pt x="3494" y="1110"/>
                  </a:lnTo>
                  <a:lnTo>
                    <a:pt x="3473" y="1047"/>
                  </a:lnTo>
                  <a:lnTo>
                    <a:pt x="3390" y="921"/>
                  </a:lnTo>
                  <a:lnTo>
                    <a:pt x="3432" y="838"/>
                  </a:lnTo>
                  <a:lnTo>
                    <a:pt x="3369" y="733"/>
                  </a:lnTo>
                  <a:lnTo>
                    <a:pt x="3327" y="712"/>
                  </a:lnTo>
                  <a:lnTo>
                    <a:pt x="3348" y="649"/>
                  </a:lnTo>
                  <a:lnTo>
                    <a:pt x="3348" y="545"/>
                  </a:lnTo>
                  <a:lnTo>
                    <a:pt x="3055" y="503"/>
                  </a:lnTo>
                  <a:lnTo>
                    <a:pt x="2846" y="586"/>
                  </a:lnTo>
                  <a:lnTo>
                    <a:pt x="2762" y="461"/>
                  </a:lnTo>
                  <a:lnTo>
                    <a:pt x="2637" y="419"/>
                  </a:lnTo>
                  <a:lnTo>
                    <a:pt x="2595" y="273"/>
                  </a:lnTo>
                  <a:lnTo>
                    <a:pt x="2406" y="168"/>
                  </a:lnTo>
                  <a:lnTo>
                    <a:pt x="2344" y="168"/>
                  </a:lnTo>
                  <a:lnTo>
                    <a:pt x="2302" y="84"/>
                  </a:lnTo>
                  <a:lnTo>
                    <a:pt x="2218" y="1"/>
                  </a:lnTo>
                  <a:lnTo>
                    <a:pt x="2197" y="105"/>
                  </a:lnTo>
                  <a:lnTo>
                    <a:pt x="2113" y="126"/>
                  </a:lnTo>
                  <a:lnTo>
                    <a:pt x="196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74" name="Google Shape;1574;p60"/>
            <p:cNvSpPr/>
            <p:nvPr/>
          </p:nvSpPr>
          <p:spPr>
            <a:xfrm>
              <a:off x="3871910" y="2726065"/>
              <a:ext cx="33901" cy="23803"/>
            </a:xfrm>
            <a:custGeom>
              <a:avLst/>
              <a:gdLst/>
              <a:ahLst/>
              <a:cxnLst/>
              <a:rect l="l" t="t" r="r" b="b"/>
              <a:pathLst>
                <a:path w="2847" h="2093" extrusionOk="0">
                  <a:moveTo>
                    <a:pt x="1214" y="1"/>
                  </a:moveTo>
                  <a:lnTo>
                    <a:pt x="1110" y="22"/>
                  </a:lnTo>
                  <a:lnTo>
                    <a:pt x="963" y="105"/>
                  </a:lnTo>
                  <a:lnTo>
                    <a:pt x="900" y="63"/>
                  </a:lnTo>
                  <a:lnTo>
                    <a:pt x="754" y="63"/>
                  </a:lnTo>
                  <a:lnTo>
                    <a:pt x="545" y="22"/>
                  </a:lnTo>
                  <a:lnTo>
                    <a:pt x="315" y="105"/>
                  </a:lnTo>
                  <a:lnTo>
                    <a:pt x="126" y="231"/>
                  </a:lnTo>
                  <a:lnTo>
                    <a:pt x="105" y="377"/>
                  </a:lnTo>
                  <a:lnTo>
                    <a:pt x="1" y="398"/>
                  </a:lnTo>
                  <a:lnTo>
                    <a:pt x="1" y="586"/>
                  </a:lnTo>
                  <a:lnTo>
                    <a:pt x="63" y="712"/>
                  </a:lnTo>
                  <a:lnTo>
                    <a:pt x="1" y="796"/>
                  </a:lnTo>
                  <a:lnTo>
                    <a:pt x="22" y="817"/>
                  </a:lnTo>
                  <a:lnTo>
                    <a:pt x="231" y="754"/>
                  </a:lnTo>
                  <a:lnTo>
                    <a:pt x="398" y="1005"/>
                  </a:lnTo>
                  <a:lnTo>
                    <a:pt x="524" y="1047"/>
                  </a:lnTo>
                  <a:lnTo>
                    <a:pt x="733" y="1005"/>
                  </a:lnTo>
                  <a:lnTo>
                    <a:pt x="817" y="1047"/>
                  </a:lnTo>
                  <a:lnTo>
                    <a:pt x="838" y="1151"/>
                  </a:lnTo>
                  <a:lnTo>
                    <a:pt x="921" y="1172"/>
                  </a:lnTo>
                  <a:lnTo>
                    <a:pt x="963" y="1235"/>
                  </a:lnTo>
                  <a:lnTo>
                    <a:pt x="921" y="1340"/>
                  </a:lnTo>
                  <a:lnTo>
                    <a:pt x="921" y="1549"/>
                  </a:lnTo>
                  <a:lnTo>
                    <a:pt x="1047" y="1528"/>
                  </a:lnTo>
                  <a:lnTo>
                    <a:pt x="1172" y="1633"/>
                  </a:lnTo>
                  <a:lnTo>
                    <a:pt x="1256" y="1633"/>
                  </a:lnTo>
                  <a:lnTo>
                    <a:pt x="1319" y="1863"/>
                  </a:lnTo>
                  <a:lnTo>
                    <a:pt x="1319" y="1988"/>
                  </a:lnTo>
                  <a:lnTo>
                    <a:pt x="1361" y="2093"/>
                  </a:lnTo>
                  <a:lnTo>
                    <a:pt x="1486" y="2009"/>
                  </a:lnTo>
                  <a:lnTo>
                    <a:pt x="1696" y="1947"/>
                  </a:lnTo>
                  <a:lnTo>
                    <a:pt x="1863" y="2009"/>
                  </a:lnTo>
                  <a:lnTo>
                    <a:pt x="2009" y="1947"/>
                  </a:lnTo>
                  <a:lnTo>
                    <a:pt x="2114" y="1947"/>
                  </a:lnTo>
                  <a:lnTo>
                    <a:pt x="2051" y="1779"/>
                  </a:lnTo>
                  <a:lnTo>
                    <a:pt x="2219" y="1758"/>
                  </a:lnTo>
                  <a:lnTo>
                    <a:pt x="2281" y="1633"/>
                  </a:lnTo>
                  <a:lnTo>
                    <a:pt x="2386" y="1570"/>
                  </a:lnTo>
                  <a:lnTo>
                    <a:pt x="2407" y="1654"/>
                  </a:lnTo>
                  <a:lnTo>
                    <a:pt x="2532" y="1654"/>
                  </a:lnTo>
                  <a:lnTo>
                    <a:pt x="2532" y="1528"/>
                  </a:lnTo>
                  <a:lnTo>
                    <a:pt x="2386" y="1444"/>
                  </a:lnTo>
                  <a:lnTo>
                    <a:pt x="2428" y="1277"/>
                  </a:lnTo>
                  <a:lnTo>
                    <a:pt x="2512" y="1256"/>
                  </a:lnTo>
                  <a:lnTo>
                    <a:pt x="2616" y="1068"/>
                  </a:lnTo>
                  <a:lnTo>
                    <a:pt x="2825" y="963"/>
                  </a:lnTo>
                  <a:lnTo>
                    <a:pt x="2825" y="858"/>
                  </a:lnTo>
                  <a:lnTo>
                    <a:pt x="2721" y="817"/>
                  </a:lnTo>
                  <a:lnTo>
                    <a:pt x="2846" y="628"/>
                  </a:lnTo>
                  <a:lnTo>
                    <a:pt x="2804" y="607"/>
                  </a:lnTo>
                  <a:lnTo>
                    <a:pt x="2637" y="586"/>
                  </a:lnTo>
                  <a:lnTo>
                    <a:pt x="2512" y="398"/>
                  </a:lnTo>
                  <a:lnTo>
                    <a:pt x="2386" y="398"/>
                  </a:lnTo>
                  <a:lnTo>
                    <a:pt x="2219" y="210"/>
                  </a:lnTo>
                  <a:lnTo>
                    <a:pt x="2051" y="189"/>
                  </a:lnTo>
                  <a:lnTo>
                    <a:pt x="1842" y="84"/>
                  </a:lnTo>
                  <a:lnTo>
                    <a:pt x="1654" y="210"/>
                  </a:lnTo>
                  <a:lnTo>
                    <a:pt x="1591" y="189"/>
                  </a:lnTo>
                  <a:lnTo>
                    <a:pt x="1423" y="189"/>
                  </a:lnTo>
                  <a:lnTo>
                    <a:pt x="1340" y="84"/>
                  </a:lnTo>
                  <a:lnTo>
                    <a:pt x="1235" y="84"/>
                  </a:lnTo>
                  <a:lnTo>
                    <a:pt x="121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75" name="Google Shape;1575;p60"/>
            <p:cNvSpPr/>
            <p:nvPr/>
          </p:nvSpPr>
          <p:spPr>
            <a:xfrm>
              <a:off x="3888104" y="2727737"/>
              <a:ext cx="57573" cy="42601"/>
            </a:xfrm>
            <a:custGeom>
              <a:avLst/>
              <a:gdLst/>
              <a:ahLst/>
              <a:cxnLst/>
              <a:rect l="l" t="t" r="r" b="b"/>
              <a:pathLst>
                <a:path w="4835" h="3746" extrusionOk="0">
                  <a:moveTo>
                    <a:pt x="2470" y="0"/>
                  </a:moveTo>
                  <a:lnTo>
                    <a:pt x="2323" y="84"/>
                  </a:lnTo>
                  <a:lnTo>
                    <a:pt x="2219" y="42"/>
                  </a:lnTo>
                  <a:lnTo>
                    <a:pt x="2093" y="63"/>
                  </a:lnTo>
                  <a:lnTo>
                    <a:pt x="2051" y="167"/>
                  </a:lnTo>
                  <a:lnTo>
                    <a:pt x="1947" y="230"/>
                  </a:lnTo>
                  <a:lnTo>
                    <a:pt x="1905" y="377"/>
                  </a:lnTo>
                  <a:lnTo>
                    <a:pt x="1675" y="398"/>
                  </a:lnTo>
                  <a:lnTo>
                    <a:pt x="1486" y="481"/>
                  </a:lnTo>
                  <a:lnTo>
                    <a:pt x="1361" y="670"/>
                  </a:lnTo>
                  <a:lnTo>
                    <a:pt x="1465" y="711"/>
                  </a:lnTo>
                  <a:lnTo>
                    <a:pt x="1465" y="816"/>
                  </a:lnTo>
                  <a:lnTo>
                    <a:pt x="1256" y="921"/>
                  </a:lnTo>
                  <a:lnTo>
                    <a:pt x="1152" y="1109"/>
                  </a:lnTo>
                  <a:lnTo>
                    <a:pt x="1068" y="1130"/>
                  </a:lnTo>
                  <a:lnTo>
                    <a:pt x="1026" y="1297"/>
                  </a:lnTo>
                  <a:lnTo>
                    <a:pt x="1172" y="1381"/>
                  </a:lnTo>
                  <a:lnTo>
                    <a:pt x="1172" y="1507"/>
                  </a:lnTo>
                  <a:lnTo>
                    <a:pt x="1047" y="1507"/>
                  </a:lnTo>
                  <a:lnTo>
                    <a:pt x="1026" y="1423"/>
                  </a:lnTo>
                  <a:lnTo>
                    <a:pt x="921" y="1486"/>
                  </a:lnTo>
                  <a:lnTo>
                    <a:pt x="859" y="1611"/>
                  </a:lnTo>
                  <a:lnTo>
                    <a:pt x="691" y="1632"/>
                  </a:lnTo>
                  <a:lnTo>
                    <a:pt x="754" y="1800"/>
                  </a:lnTo>
                  <a:lnTo>
                    <a:pt x="649" y="1800"/>
                  </a:lnTo>
                  <a:lnTo>
                    <a:pt x="503" y="1862"/>
                  </a:lnTo>
                  <a:lnTo>
                    <a:pt x="336" y="1800"/>
                  </a:lnTo>
                  <a:lnTo>
                    <a:pt x="126" y="1862"/>
                  </a:lnTo>
                  <a:lnTo>
                    <a:pt x="1" y="1946"/>
                  </a:lnTo>
                  <a:lnTo>
                    <a:pt x="22" y="2009"/>
                  </a:lnTo>
                  <a:lnTo>
                    <a:pt x="126" y="2260"/>
                  </a:lnTo>
                  <a:lnTo>
                    <a:pt x="210" y="2385"/>
                  </a:lnTo>
                  <a:lnTo>
                    <a:pt x="231" y="2532"/>
                  </a:lnTo>
                  <a:lnTo>
                    <a:pt x="294" y="2574"/>
                  </a:lnTo>
                  <a:lnTo>
                    <a:pt x="294" y="2950"/>
                  </a:lnTo>
                  <a:lnTo>
                    <a:pt x="189" y="2992"/>
                  </a:lnTo>
                  <a:lnTo>
                    <a:pt x="105" y="3118"/>
                  </a:lnTo>
                  <a:lnTo>
                    <a:pt x="126" y="3306"/>
                  </a:lnTo>
                  <a:lnTo>
                    <a:pt x="273" y="3494"/>
                  </a:lnTo>
                  <a:lnTo>
                    <a:pt x="273" y="3536"/>
                  </a:lnTo>
                  <a:lnTo>
                    <a:pt x="336" y="3536"/>
                  </a:lnTo>
                  <a:lnTo>
                    <a:pt x="524" y="3620"/>
                  </a:lnTo>
                  <a:lnTo>
                    <a:pt x="628" y="3578"/>
                  </a:lnTo>
                  <a:lnTo>
                    <a:pt x="1047" y="3515"/>
                  </a:lnTo>
                  <a:lnTo>
                    <a:pt x="1235" y="3515"/>
                  </a:lnTo>
                  <a:lnTo>
                    <a:pt x="1340" y="3411"/>
                  </a:lnTo>
                  <a:lnTo>
                    <a:pt x="1424" y="3411"/>
                  </a:lnTo>
                  <a:lnTo>
                    <a:pt x="1549" y="3494"/>
                  </a:lnTo>
                  <a:lnTo>
                    <a:pt x="1884" y="3536"/>
                  </a:lnTo>
                  <a:lnTo>
                    <a:pt x="2009" y="3620"/>
                  </a:lnTo>
                  <a:lnTo>
                    <a:pt x="2051" y="3683"/>
                  </a:lnTo>
                  <a:lnTo>
                    <a:pt x="2260" y="3599"/>
                  </a:lnTo>
                  <a:lnTo>
                    <a:pt x="2365" y="3683"/>
                  </a:lnTo>
                  <a:lnTo>
                    <a:pt x="2428" y="3683"/>
                  </a:lnTo>
                  <a:lnTo>
                    <a:pt x="2470" y="3620"/>
                  </a:lnTo>
                  <a:lnTo>
                    <a:pt x="2637" y="3641"/>
                  </a:lnTo>
                  <a:lnTo>
                    <a:pt x="2721" y="3704"/>
                  </a:lnTo>
                  <a:lnTo>
                    <a:pt x="2909" y="3599"/>
                  </a:lnTo>
                  <a:lnTo>
                    <a:pt x="3056" y="3599"/>
                  </a:lnTo>
                  <a:lnTo>
                    <a:pt x="3097" y="3724"/>
                  </a:lnTo>
                  <a:lnTo>
                    <a:pt x="3202" y="3745"/>
                  </a:lnTo>
                  <a:lnTo>
                    <a:pt x="3307" y="3620"/>
                  </a:lnTo>
                  <a:lnTo>
                    <a:pt x="3411" y="3599"/>
                  </a:lnTo>
                  <a:lnTo>
                    <a:pt x="3516" y="3683"/>
                  </a:lnTo>
                  <a:lnTo>
                    <a:pt x="3662" y="3620"/>
                  </a:lnTo>
                  <a:lnTo>
                    <a:pt x="3767" y="3704"/>
                  </a:lnTo>
                  <a:lnTo>
                    <a:pt x="3893" y="3704"/>
                  </a:lnTo>
                  <a:lnTo>
                    <a:pt x="3893" y="3494"/>
                  </a:lnTo>
                  <a:lnTo>
                    <a:pt x="3997" y="3285"/>
                  </a:lnTo>
                  <a:lnTo>
                    <a:pt x="4165" y="3264"/>
                  </a:lnTo>
                  <a:lnTo>
                    <a:pt x="4395" y="3201"/>
                  </a:lnTo>
                  <a:lnTo>
                    <a:pt x="4416" y="3201"/>
                  </a:lnTo>
                  <a:lnTo>
                    <a:pt x="4416" y="3055"/>
                  </a:lnTo>
                  <a:lnTo>
                    <a:pt x="4290" y="2908"/>
                  </a:lnTo>
                  <a:lnTo>
                    <a:pt x="4311" y="2762"/>
                  </a:lnTo>
                  <a:lnTo>
                    <a:pt x="4185" y="2574"/>
                  </a:lnTo>
                  <a:lnTo>
                    <a:pt x="4185" y="2427"/>
                  </a:lnTo>
                  <a:lnTo>
                    <a:pt x="4248" y="2344"/>
                  </a:lnTo>
                  <a:lnTo>
                    <a:pt x="4374" y="2448"/>
                  </a:lnTo>
                  <a:lnTo>
                    <a:pt x="4667" y="2427"/>
                  </a:lnTo>
                  <a:lnTo>
                    <a:pt x="4771" y="2218"/>
                  </a:lnTo>
                  <a:lnTo>
                    <a:pt x="4834" y="2155"/>
                  </a:lnTo>
                  <a:lnTo>
                    <a:pt x="4688" y="2051"/>
                  </a:lnTo>
                  <a:lnTo>
                    <a:pt x="4688" y="1946"/>
                  </a:lnTo>
                  <a:lnTo>
                    <a:pt x="4457" y="1758"/>
                  </a:lnTo>
                  <a:lnTo>
                    <a:pt x="4269" y="1716"/>
                  </a:lnTo>
                  <a:lnTo>
                    <a:pt x="4206" y="1527"/>
                  </a:lnTo>
                  <a:lnTo>
                    <a:pt x="4102" y="1423"/>
                  </a:lnTo>
                  <a:lnTo>
                    <a:pt x="3955" y="1214"/>
                  </a:lnTo>
                  <a:lnTo>
                    <a:pt x="3872" y="1046"/>
                  </a:lnTo>
                  <a:lnTo>
                    <a:pt x="3746" y="921"/>
                  </a:lnTo>
                  <a:lnTo>
                    <a:pt x="3746" y="753"/>
                  </a:lnTo>
                  <a:lnTo>
                    <a:pt x="3662" y="649"/>
                  </a:lnTo>
                  <a:lnTo>
                    <a:pt x="3683" y="481"/>
                  </a:lnTo>
                  <a:lnTo>
                    <a:pt x="3662" y="356"/>
                  </a:lnTo>
                  <a:lnTo>
                    <a:pt x="3411" y="272"/>
                  </a:lnTo>
                  <a:lnTo>
                    <a:pt x="3328" y="272"/>
                  </a:lnTo>
                  <a:lnTo>
                    <a:pt x="3265" y="167"/>
                  </a:lnTo>
                  <a:lnTo>
                    <a:pt x="3097" y="230"/>
                  </a:lnTo>
                  <a:lnTo>
                    <a:pt x="2930" y="356"/>
                  </a:lnTo>
                  <a:lnTo>
                    <a:pt x="2825" y="147"/>
                  </a:lnTo>
                  <a:lnTo>
                    <a:pt x="2721" y="147"/>
                  </a:lnTo>
                  <a:lnTo>
                    <a:pt x="2574" y="188"/>
                  </a:lnTo>
                  <a:lnTo>
                    <a:pt x="247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76" name="Google Shape;1576;p60"/>
            <p:cNvSpPr/>
            <p:nvPr/>
          </p:nvSpPr>
          <p:spPr>
            <a:xfrm>
              <a:off x="3848488" y="2796972"/>
              <a:ext cx="39628" cy="24519"/>
            </a:xfrm>
            <a:custGeom>
              <a:avLst/>
              <a:gdLst/>
              <a:ahLst/>
              <a:cxnLst/>
              <a:rect l="l" t="t" r="r" b="b"/>
              <a:pathLst>
                <a:path w="3328" h="2156" extrusionOk="0">
                  <a:moveTo>
                    <a:pt x="2993" y="1"/>
                  </a:moveTo>
                  <a:lnTo>
                    <a:pt x="2867" y="64"/>
                  </a:lnTo>
                  <a:lnTo>
                    <a:pt x="2679" y="43"/>
                  </a:lnTo>
                  <a:lnTo>
                    <a:pt x="2449" y="43"/>
                  </a:lnTo>
                  <a:lnTo>
                    <a:pt x="2302" y="22"/>
                  </a:lnTo>
                  <a:lnTo>
                    <a:pt x="2135" y="43"/>
                  </a:lnTo>
                  <a:lnTo>
                    <a:pt x="2030" y="210"/>
                  </a:lnTo>
                  <a:lnTo>
                    <a:pt x="1926" y="273"/>
                  </a:lnTo>
                  <a:lnTo>
                    <a:pt x="1926" y="377"/>
                  </a:lnTo>
                  <a:lnTo>
                    <a:pt x="1758" y="210"/>
                  </a:lnTo>
                  <a:lnTo>
                    <a:pt x="1549" y="357"/>
                  </a:lnTo>
                  <a:lnTo>
                    <a:pt x="1403" y="419"/>
                  </a:lnTo>
                  <a:lnTo>
                    <a:pt x="1403" y="545"/>
                  </a:lnTo>
                  <a:lnTo>
                    <a:pt x="1089" y="566"/>
                  </a:lnTo>
                  <a:lnTo>
                    <a:pt x="880" y="629"/>
                  </a:lnTo>
                  <a:lnTo>
                    <a:pt x="691" y="587"/>
                  </a:lnTo>
                  <a:lnTo>
                    <a:pt x="294" y="357"/>
                  </a:lnTo>
                  <a:lnTo>
                    <a:pt x="294" y="440"/>
                  </a:lnTo>
                  <a:lnTo>
                    <a:pt x="315" y="566"/>
                  </a:lnTo>
                  <a:lnTo>
                    <a:pt x="294" y="670"/>
                  </a:lnTo>
                  <a:lnTo>
                    <a:pt x="64" y="670"/>
                  </a:lnTo>
                  <a:lnTo>
                    <a:pt x="43" y="733"/>
                  </a:lnTo>
                  <a:lnTo>
                    <a:pt x="147" y="838"/>
                  </a:lnTo>
                  <a:lnTo>
                    <a:pt x="85" y="984"/>
                  </a:lnTo>
                  <a:lnTo>
                    <a:pt x="64" y="1089"/>
                  </a:lnTo>
                  <a:lnTo>
                    <a:pt x="147" y="1193"/>
                  </a:lnTo>
                  <a:lnTo>
                    <a:pt x="43" y="1298"/>
                  </a:lnTo>
                  <a:lnTo>
                    <a:pt x="1" y="1298"/>
                  </a:lnTo>
                  <a:lnTo>
                    <a:pt x="168" y="1486"/>
                  </a:lnTo>
                  <a:lnTo>
                    <a:pt x="189" y="1675"/>
                  </a:lnTo>
                  <a:lnTo>
                    <a:pt x="273" y="1696"/>
                  </a:lnTo>
                  <a:lnTo>
                    <a:pt x="524" y="1905"/>
                  </a:lnTo>
                  <a:lnTo>
                    <a:pt x="629" y="1947"/>
                  </a:lnTo>
                  <a:lnTo>
                    <a:pt x="733" y="2030"/>
                  </a:lnTo>
                  <a:lnTo>
                    <a:pt x="1026" y="2093"/>
                  </a:lnTo>
                  <a:lnTo>
                    <a:pt x="1235" y="2156"/>
                  </a:lnTo>
                  <a:lnTo>
                    <a:pt x="1340" y="2030"/>
                  </a:lnTo>
                  <a:lnTo>
                    <a:pt x="1403" y="2051"/>
                  </a:lnTo>
                  <a:lnTo>
                    <a:pt x="1466" y="1989"/>
                  </a:lnTo>
                  <a:lnTo>
                    <a:pt x="1612" y="1926"/>
                  </a:lnTo>
                  <a:lnTo>
                    <a:pt x="1717" y="1926"/>
                  </a:lnTo>
                  <a:lnTo>
                    <a:pt x="1738" y="1884"/>
                  </a:lnTo>
                  <a:lnTo>
                    <a:pt x="1863" y="1779"/>
                  </a:lnTo>
                  <a:lnTo>
                    <a:pt x="1968" y="1800"/>
                  </a:lnTo>
                  <a:lnTo>
                    <a:pt x="2072" y="1821"/>
                  </a:lnTo>
                  <a:lnTo>
                    <a:pt x="2156" y="1842"/>
                  </a:lnTo>
                  <a:lnTo>
                    <a:pt x="2282" y="1717"/>
                  </a:lnTo>
                  <a:lnTo>
                    <a:pt x="2386" y="1696"/>
                  </a:lnTo>
                  <a:lnTo>
                    <a:pt x="2449" y="1591"/>
                  </a:lnTo>
                  <a:lnTo>
                    <a:pt x="2595" y="1612"/>
                  </a:lnTo>
                  <a:lnTo>
                    <a:pt x="2700" y="1507"/>
                  </a:lnTo>
                  <a:lnTo>
                    <a:pt x="2679" y="1403"/>
                  </a:lnTo>
                  <a:lnTo>
                    <a:pt x="2888" y="1089"/>
                  </a:lnTo>
                  <a:lnTo>
                    <a:pt x="3014" y="754"/>
                  </a:lnTo>
                  <a:lnTo>
                    <a:pt x="3118" y="524"/>
                  </a:lnTo>
                  <a:lnTo>
                    <a:pt x="3286" y="482"/>
                  </a:lnTo>
                  <a:lnTo>
                    <a:pt x="3328" y="357"/>
                  </a:lnTo>
                  <a:lnTo>
                    <a:pt x="3307" y="336"/>
                  </a:lnTo>
                  <a:lnTo>
                    <a:pt x="3286" y="231"/>
                  </a:lnTo>
                  <a:lnTo>
                    <a:pt x="3118" y="126"/>
                  </a:lnTo>
                  <a:lnTo>
                    <a:pt x="299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77" name="Google Shape;1577;p60"/>
            <p:cNvSpPr/>
            <p:nvPr/>
          </p:nvSpPr>
          <p:spPr>
            <a:xfrm>
              <a:off x="3851727" y="2789842"/>
              <a:ext cx="34151" cy="14284"/>
            </a:xfrm>
            <a:custGeom>
              <a:avLst/>
              <a:gdLst/>
              <a:ahLst/>
              <a:cxnLst/>
              <a:rect l="l" t="t" r="r" b="b"/>
              <a:pathLst>
                <a:path w="2868" h="1256" extrusionOk="0">
                  <a:moveTo>
                    <a:pt x="2240" y="0"/>
                  </a:moveTo>
                  <a:lnTo>
                    <a:pt x="2177" y="21"/>
                  </a:lnTo>
                  <a:lnTo>
                    <a:pt x="2093" y="105"/>
                  </a:lnTo>
                  <a:lnTo>
                    <a:pt x="2010" y="42"/>
                  </a:lnTo>
                  <a:lnTo>
                    <a:pt x="1884" y="42"/>
                  </a:lnTo>
                  <a:lnTo>
                    <a:pt x="1779" y="21"/>
                  </a:lnTo>
                  <a:lnTo>
                    <a:pt x="1696" y="42"/>
                  </a:lnTo>
                  <a:lnTo>
                    <a:pt x="1612" y="147"/>
                  </a:lnTo>
                  <a:lnTo>
                    <a:pt x="1507" y="168"/>
                  </a:lnTo>
                  <a:lnTo>
                    <a:pt x="1486" y="147"/>
                  </a:lnTo>
                  <a:lnTo>
                    <a:pt x="1235" y="126"/>
                  </a:lnTo>
                  <a:lnTo>
                    <a:pt x="1089" y="230"/>
                  </a:lnTo>
                  <a:lnTo>
                    <a:pt x="942" y="251"/>
                  </a:lnTo>
                  <a:lnTo>
                    <a:pt x="775" y="419"/>
                  </a:lnTo>
                  <a:lnTo>
                    <a:pt x="566" y="440"/>
                  </a:lnTo>
                  <a:lnTo>
                    <a:pt x="336" y="523"/>
                  </a:lnTo>
                  <a:lnTo>
                    <a:pt x="294" y="460"/>
                  </a:lnTo>
                  <a:lnTo>
                    <a:pt x="147" y="481"/>
                  </a:lnTo>
                  <a:lnTo>
                    <a:pt x="22" y="565"/>
                  </a:lnTo>
                  <a:lnTo>
                    <a:pt x="1" y="565"/>
                  </a:lnTo>
                  <a:lnTo>
                    <a:pt x="1" y="753"/>
                  </a:lnTo>
                  <a:lnTo>
                    <a:pt x="22" y="984"/>
                  </a:lnTo>
                  <a:lnTo>
                    <a:pt x="419" y="1214"/>
                  </a:lnTo>
                  <a:lnTo>
                    <a:pt x="608" y="1256"/>
                  </a:lnTo>
                  <a:lnTo>
                    <a:pt x="817" y="1193"/>
                  </a:lnTo>
                  <a:lnTo>
                    <a:pt x="1131" y="1172"/>
                  </a:lnTo>
                  <a:lnTo>
                    <a:pt x="1131" y="1046"/>
                  </a:lnTo>
                  <a:lnTo>
                    <a:pt x="1277" y="984"/>
                  </a:lnTo>
                  <a:lnTo>
                    <a:pt x="1486" y="837"/>
                  </a:lnTo>
                  <a:lnTo>
                    <a:pt x="1654" y="1004"/>
                  </a:lnTo>
                  <a:lnTo>
                    <a:pt x="1654" y="900"/>
                  </a:lnTo>
                  <a:lnTo>
                    <a:pt x="1758" y="837"/>
                  </a:lnTo>
                  <a:lnTo>
                    <a:pt x="1863" y="670"/>
                  </a:lnTo>
                  <a:lnTo>
                    <a:pt x="2030" y="649"/>
                  </a:lnTo>
                  <a:lnTo>
                    <a:pt x="2177" y="670"/>
                  </a:lnTo>
                  <a:lnTo>
                    <a:pt x="2407" y="670"/>
                  </a:lnTo>
                  <a:lnTo>
                    <a:pt x="2595" y="691"/>
                  </a:lnTo>
                  <a:lnTo>
                    <a:pt x="2742" y="628"/>
                  </a:lnTo>
                  <a:lnTo>
                    <a:pt x="2763" y="419"/>
                  </a:lnTo>
                  <a:lnTo>
                    <a:pt x="2867" y="147"/>
                  </a:lnTo>
                  <a:lnTo>
                    <a:pt x="2637" y="21"/>
                  </a:lnTo>
                  <a:lnTo>
                    <a:pt x="2407" y="21"/>
                  </a:lnTo>
                  <a:lnTo>
                    <a:pt x="2344" y="42"/>
                  </a:lnTo>
                  <a:lnTo>
                    <a:pt x="224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78" name="Google Shape;1578;p60"/>
            <p:cNvSpPr/>
            <p:nvPr/>
          </p:nvSpPr>
          <p:spPr>
            <a:xfrm>
              <a:off x="3869672" y="2845760"/>
              <a:ext cx="12967" cy="23803"/>
            </a:xfrm>
            <a:custGeom>
              <a:avLst/>
              <a:gdLst/>
              <a:ahLst/>
              <a:cxnLst/>
              <a:rect l="l" t="t" r="r" b="b"/>
              <a:pathLst>
                <a:path w="1089" h="2093" extrusionOk="0">
                  <a:moveTo>
                    <a:pt x="419" y="0"/>
                  </a:moveTo>
                  <a:lnTo>
                    <a:pt x="314" y="126"/>
                  </a:lnTo>
                  <a:lnTo>
                    <a:pt x="272" y="21"/>
                  </a:lnTo>
                  <a:lnTo>
                    <a:pt x="210" y="21"/>
                  </a:lnTo>
                  <a:lnTo>
                    <a:pt x="84" y="147"/>
                  </a:lnTo>
                  <a:lnTo>
                    <a:pt x="0" y="314"/>
                  </a:lnTo>
                  <a:lnTo>
                    <a:pt x="0" y="544"/>
                  </a:lnTo>
                  <a:lnTo>
                    <a:pt x="189" y="628"/>
                  </a:lnTo>
                  <a:lnTo>
                    <a:pt x="168" y="691"/>
                  </a:lnTo>
                  <a:lnTo>
                    <a:pt x="105" y="733"/>
                  </a:lnTo>
                  <a:lnTo>
                    <a:pt x="63" y="984"/>
                  </a:lnTo>
                  <a:lnTo>
                    <a:pt x="105" y="1172"/>
                  </a:lnTo>
                  <a:lnTo>
                    <a:pt x="63" y="1277"/>
                  </a:lnTo>
                  <a:lnTo>
                    <a:pt x="63" y="1423"/>
                  </a:lnTo>
                  <a:lnTo>
                    <a:pt x="147" y="1528"/>
                  </a:lnTo>
                  <a:lnTo>
                    <a:pt x="84" y="1674"/>
                  </a:lnTo>
                  <a:lnTo>
                    <a:pt x="147" y="1716"/>
                  </a:lnTo>
                  <a:lnTo>
                    <a:pt x="377" y="1737"/>
                  </a:lnTo>
                  <a:lnTo>
                    <a:pt x="482" y="2009"/>
                  </a:lnTo>
                  <a:lnTo>
                    <a:pt x="565" y="2093"/>
                  </a:lnTo>
                  <a:lnTo>
                    <a:pt x="628" y="2030"/>
                  </a:lnTo>
                  <a:lnTo>
                    <a:pt x="712" y="1883"/>
                  </a:lnTo>
                  <a:lnTo>
                    <a:pt x="733" y="1737"/>
                  </a:lnTo>
                  <a:lnTo>
                    <a:pt x="942" y="1674"/>
                  </a:lnTo>
                  <a:lnTo>
                    <a:pt x="1047" y="1507"/>
                  </a:lnTo>
                  <a:lnTo>
                    <a:pt x="1088" y="1360"/>
                  </a:lnTo>
                  <a:lnTo>
                    <a:pt x="942" y="1256"/>
                  </a:lnTo>
                  <a:lnTo>
                    <a:pt x="900" y="1109"/>
                  </a:lnTo>
                  <a:lnTo>
                    <a:pt x="795" y="963"/>
                  </a:lnTo>
                  <a:lnTo>
                    <a:pt x="775" y="753"/>
                  </a:lnTo>
                  <a:lnTo>
                    <a:pt x="795" y="544"/>
                  </a:lnTo>
                  <a:lnTo>
                    <a:pt x="775" y="481"/>
                  </a:lnTo>
                  <a:lnTo>
                    <a:pt x="775" y="335"/>
                  </a:lnTo>
                  <a:lnTo>
                    <a:pt x="712" y="230"/>
                  </a:lnTo>
                  <a:lnTo>
                    <a:pt x="607" y="147"/>
                  </a:lnTo>
                  <a:lnTo>
                    <a:pt x="565" y="147"/>
                  </a:lnTo>
                  <a:lnTo>
                    <a:pt x="482" y="21"/>
                  </a:lnTo>
                  <a:lnTo>
                    <a:pt x="41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79" name="Google Shape;1579;p60"/>
            <p:cNvSpPr/>
            <p:nvPr/>
          </p:nvSpPr>
          <p:spPr>
            <a:xfrm>
              <a:off x="3863444" y="2836958"/>
              <a:ext cx="12467" cy="15000"/>
            </a:xfrm>
            <a:custGeom>
              <a:avLst/>
              <a:gdLst/>
              <a:ahLst/>
              <a:cxnLst/>
              <a:rect l="l" t="t" r="r" b="b"/>
              <a:pathLst>
                <a:path w="1047" h="1319" extrusionOk="0">
                  <a:moveTo>
                    <a:pt x="293" y="0"/>
                  </a:moveTo>
                  <a:lnTo>
                    <a:pt x="210" y="63"/>
                  </a:lnTo>
                  <a:lnTo>
                    <a:pt x="210" y="167"/>
                  </a:lnTo>
                  <a:lnTo>
                    <a:pt x="314" y="209"/>
                  </a:lnTo>
                  <a:lnTo>
                    <a:pt x="356" y="293"/>
                  </a:lnTo>
                  <a:lnTo>
                    <a:pt x="272" y="356"/>
                  </a:lnTo>
                  <a:lnTo>
                    <a:pt x="189" y="356"/>
                  </a:lnTo>
                  <a:lnTo>
                    <a:pt x="147" y="481"/>
                  </a:lnTo>
                  <a:lnTo>
                    <a:pt x="147" y="628"/>
                  </a:lnTo>
                  <a:lnTo>
                    <a:pt x="84" y="732"/>
                  </a:lnTo>
                  <a:lnTo>
                    <a:pt x="0" y="795"/>
                  </a:lnTo>
                  <a:lnTo>
                    <a:pt x="63" y="837"/>
                  </a:lnTo>
                  <a:lnTo>
                    <a:pt x="168" y="879"/>
                  </a:lnTo>
                  <a:lnTo>
                    <a:pt x="377" y="1151"/>
                  </a:lnTo>
                  <a:lnTo>
                    <a:pt x="398" y="1235"/>
                  </a:lnTo>
                  <a:lnTo>
                    <a:pt x="523" y="1318"/>
                  </a:lnTo>
                  <a:lnTo>
                    <a:pt x="523" y="1088"/>
                  </a:lnTo>
                  <a:lnTo>
                    <a:pt x="607" y="921"/>
                  </a:lnTo>
                  <a:lnTo>
                    <a:pt x="733" y="795"/>
                  </a:lnTo>
                  <a:lnTo>
                    <a:pt x="795" y="795"/>
                  </a:lnTo>
                  <a:lnTo>
                    <a:pt x="837" y="900"/>
                  </a:lnTo>
                  <a:lnTo>
                    <a:pt x="942" y="774"/>
                  </a:lnTo>
                  <a:lnTo>
                    <a:pt x="984" y="711"/>
                  </a:lnTo>
                  <a:lnTo>
                    <a:pt x="1046" y="628"/>
                  </a:lnTo>
                  <a:lnTo>
                    <a:pt x="1046" y="502"/>
                  </a:lnTo>
                  <a:lnTo>
                    <a:pt x="900" y="481"/>
                  </a:lnTo>
                  <a:lnTo>
                    <a:pt x="816" y="398"/>
                  </a:lnTo>
                  <a:lnTo>
                    <a:pt x="691" y="398"/>
                  </a:lnTo>
                  <a:lnTo>
                    <a:pt x="628" y="314"/>
                  </a:lnTo>
                  <a:lnTo>
                    <a:pt x="628" y="251"/>
                  </a:lnTo>
                  <a:lnTo>
                    <a:pt x="502" y="105"/>
                  </a:lnTo>
                  <a:lnTo>
                    <a:pt x="502" y="146"/>
                  </a:lnTo>
                  <a:lnTo>
                    <a:pt x="398" y="84"/>
                  </a:lnTo>
                  <a:lnTo>
                    <a:pt x="29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80" name="Google Shape;1580;p60"/>
            <p:cNvSpPr/>
            <p:nvPr/>
          </p:nvSpPr>
          <p:spPr>
            <a:xfrm>
              <a:off x="3844761" y="2824346"/>
              <a:ext cx="25923" cy="21665"/>
            </a:xfrm>
            <a:custGeom>
              <a:avLst/>
              <a:gdLst/>
              <a:ahLst/>
              <a:cxnLst/>
              <a:rect l="l" t="t" r="r" b="b"/>
              <a:pathLst>
                <a:path w="2177" h="1905" extrusionOk="0">
                  <a:moveTo>
                    <a:pt x="105" y="0"/>
                  </a:moveTo>
                  <a:lnTo>
                    <a:pt x="63" y="42"/>
                  </a:lnTo>
                  <a:lnTo>
                    <a:pt x="63" y="167"/>
                  </a:lnTo>
                  <a:lnTo>
                    <a:pt x="0" y="230"/>
                  </a:lnTo>
                  <a:lnTo>
                    <a:pt x="42" y="314"/>
                  </a:lnTo>
                  <a:lnTo>
                    <a:pt x="84" y="314"/>
                  </a:lnTo>
                  <a:lnTo>
                    <a:pt x="209" y="439"/>
                  </a:lnTo>
                  <a:lnTo>
                    <a:pt x="251" y="544"/>
                  </a:lnTo>
                  <a:lnTo>
                    <a:pt x="314" y="649"/>
                  </a:lnTo>
                  <a:lnTo>
                    <a:pt x="272" y="670"/>
                  </a:lnTo>
                  <a:lnTo>
                    <a:pt x="293" y="753"/>
                  </a:lnTo>
                  <a:lnTo>
                    <a:pt x="774" y="1151"/>
                  </a:lnTo>
                  <a:lnTo>
                    <a:pt x="1151" y="1611"/>
                  </a:lnTo>
                  <a:lnTo>
                    <a:pt x="1109" y="1695"/>
                  </a:lnTo>
                  <a:lnTo>
                    <a:pt x="1193" y="1716"/>
                  </a:lnTo>
                  <a:lnTo>
                    <a:pt x="1402" y="1737"/>
                  </a:lnTo>
                  <a:lnTo>
                    <a:pt x="1465" y="1716"/>
                  </a:lnTo>
                  <a:lnTo>
                    <a:pt x="1569" y="1904"/>
                  </a:lnTo>
                  <a:lnTo>
                    <a:pt x="1653" y="1841"/>
                  </a:lnTo>
                  <a:lnTo>
                    <a:pt x="1716" y="1737"/>
                  </a:lnTo>
                  <a:lnTo>
                    <a:pt x="1716" y="1590"/>
                  </a:lnTo>
                  <a:lnTo>
                    <a:pt x="1758" y="1465"/>
                  </a:lnTo>
                  <a:lnTo>
                    <a:pt x="1841" y="1465"/>
                  </a:lnTo>
                  <a:lnTo>
                    <a:pt x="1925" y="1402"/>
                  </a:lnTo>
                  <a:lnTo>
                    <a:pt x="1883" y="1318"/>
                  </a:lnTo>
                  <a:lnTo>
                    <a:pt x="1779" y="1276"/>
                  </a:lnTo>
                  <a:lnTo>
                    <a:pt x="1779" y="1172"/>
                  </a:lnTo>
                  <a:lnTo>
                    <a:pt x="1862" y="1109"/>
                  </a:lnTo>
                  <a:lnTo>
                    <a:pt x="1967" y="1193"/>
                  </a:lnTo>
                  <a:lnTo>
                    <a:pt x="2071" y="1255"/>
                  </a:lnTo>
                  <a:lnTo>
                    <a:pt x="2134" y="1193"/>
                  </a:lnTo>
                  <a:lnTo>
                    <a:pt x="1988" y="1046"/>
                  </a:lnTo>
                  <a:lnTo>
                    <a:pt x="1988" y="900"/>
                  </a:lnTo>
                  <a:lnTo>
                    <a:pt x="2051" y="879"/>
                  </a:lnTo>
                  <a:lnTo>
                    <a:pt x="2155" y="942"/>
                  </a:lnTo>
                  <a:lnTo>
                    <a:pt x="2176" y="858"/>
                  </a:lnTo>
                  <a:lnTo>
                    <a:pt x="2134" y="795"/>
                  </a:lnTo>
                  <a:lnTo>
                    <a:pt x="2030" y="774"/>
                  </a:lnTo>
                  <a:lnTo>
                    <a:pt x="1862" y="649"/>
                  </a:lnTo>
                  <a:lnTo>
                    <a:pt x="1862" y="565"/>
                  </a:lnTo>
                  <a:lnTo>
                    <a:pt x="1967" y="419"/>
                  </a:lnTo>
                  <a:lnTo>
                    <a:pt x="1988" y="251"/>
                  </a:lnTo>
                  <a:lnTo>
                    <a:pt x="1925" y="251"/>
                  </a:lnTo>
                  <a:lnTo>
                    <a:pt x="1862" y="272"/>
                  </a:lnTo>
                  <a:lnTo>
                    <a:pt x="1820" y="230"/>
                  </a:lnTo>
                  <a:lnTo>
                    <a:pt x="1653" y="230"/>
                  </a:lnTo>
                  <a:lnTo>
                    <a:pt x="1548" y="126"/>
                  </a:lnTo>
                  <a:lnTo>
                    <a:pt x="1465" y="147"/>
                  </a:lnTo>
                  <a:lnTo>
                    <a:pt x="1339" y="105"/>
                  </a:lnTo>
                  <a:lnTo>
                    <a:pt x="1214" y="126"/>
                  </a:lnTo>
                  <a:lnTo>
                    <a:pt x="1193" y="63"/>
                  </a:lnTo>
                  <a:lnTo>
                    <a:pt x="1088" y="126"/>
                  </a:lnTo>
                  <a:lnTo>
                    <a:pt x="942" y="63"/>
                  </a:lnTo>
                  <a:lnTo>
                    <a:pt x="900" y="126"/>
                  </a:lnTo>
                  <a:lnTo>
                    <a:pt x="837" y="21"/>
                  </a:lnTo>
                  <a:lnTo>
                    <a:pt x="732" y="0"/>
                  </a:lnTo>
                  <a:lnTo>
                    <a:pt x="690" y="42"/>
                  </a:lnTo>
                  <a:lnTo>
                    <a:pt x="607" y="0"/>
                  </a:lnTo>
                  <a:lnTo>
                    <a:pt x="565" y="63"/>
                  </a:lnTo>
                  <a:lnTo>
                    <a:pt x="481" y="42"/>
                  </a:lnTo>
                  <a:lnTo>
                    <a:pt x="377" y="63"/>
                  </a:lnTo>
                  <a:lnTo>
                    <a:pt x="377" y="147"/>
                  </a:lnTo>
                  <a:lnTo>
                    <a:pt x="293" y="167"/>
                  </a:lnTo>
                  <a:lnTo>
                    <a:pt x="251" y="105"/>
                  </a:lnTo>
                  <a:lnTo>
                    <a:pt x="10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81" name="Google Shape;1581;p60"/>
            <p:cNvSpPr/>
            <p:nvPr/>
          </p:nvSpPr>
          <p:spPr>
            <a:xfrm>
              <a:off x="3830555" y="2811734"/>
              <a:ext cx="20195" cy="12146"/>
            </a:xfrm>
            <a:custGeom>
              <a:avLst/>
              <a:gdLst/>
              <a:ahLst/>
              <a:cxnLst/>
              <a:rect l="l" t="t" r="r" b="b"/>
              <a:pathLst>
                <a:path w="1696" h="1068" extrusionOk="0">
                  <a:moveTo>
                    <a:pt x="1507" y="0"/>
                  </a:moveTo>
                  <a:lnTo>
                    <a:pt x="1381" y="63"/>
                  </a:lnTo>
                  <a:lnTo>
                    <a:pt x="1130" y="209"/>
                  </a:lnTo>
                  <a:lnTo>
                    <a:pt x="1067" y="188"/>
                  </a:lnTo>
                  <a:lnTo>
                    <a:pt x="984" y="209"/>
                  </a:lnTo>
                  <a:lnTo>
                    <a:pt x="858" y="272"/>
                  </a:lnTo>
                  <a:lnTo>
                    <a:pt x="733" y="272"/>
                  </a:lnTo>
                  <a:lnTo>
                    <a:pt x="607" y="314"/>
                  </a:lnTo>
                  <a:lnTo>
                    <a:pt x="523" y="230"/>
                  </a:lnTo>
                  <a:lnTo>
                    <a:pt x="251" y="230"/>
                  </a:lnTo>
                  <a:lnTo>
                    <a:pt x="147" y="209"/>
                  </a:lnTo>
                  <a:lnTo>
                    <a:pt x="21" y="419"/>
                  </a:lnTo>
                  <a:lnTo>
                    <a:pt x="84" y="502"/>
                  </a:lnTo>
                  <a:lnTo>
                    <a:pt x="0" y="628"/>
                  </a:lnTo>
                  <a:lnTo>
                    <a:pt x="21" y="816"/>
                  </a:lnTo>
                  <a:lnTo>
                    <a:pt x="42" y="816"/>
                  </a:lnTo>
                  <a:lnTo>
                    <a:pt x="147" y="858"/>
                  </a:lnTo>
                  <a:lnTo>
                    <a:pt x="147" y="942"/>
                  </a:lnTo>
                  <a:lnTo>
                    <a:pt x="42" y="963"/>
                  </a:lnTo>
                  <a:lnTo>
                    <a:pt x="42" y="1067"/>
                  </a:lnTo>
                  <a:lnTo>
                    <a:pt x="251" y="1067"/>
                  </a:lnTo>
                  <a:lnTo>
                    <a:pt x="398" y="963"/>
                  </a:lnTo>
                  <a:lnTo>
                    <a:pt x="523" y="921"/>
                  </a:lnTo>
                  <a:lnTo>
                    <a:pt x="733" y="1025"/>
                  </a:lnTo>
                  <a:lnTo>
                    <a:pt x="858" y="1025"/>
                  </a:lnTo>
                  <a:lnTo>
                    <a:pt x="879" y="816"/>
                  </a:lnTo>
                  <a:lnTo>
                    <a:pt x="1067" y="732"/>
                  </a:lnTo>
                  <a:lnTo>
                    <a:pt x="1088" y="586"/>
                  </a:lnTo>
                  <a:lnTo>
                    <a:pt x="1444" y="398"/>
                  </a:lnTo>
                  <a:lnTo>
                    <a:pt x="1695" y="398"/>
                  </a:lnTo>
                  <a:lnTo>
                    <a:pt x="1674" y="188"/>
                  </a:lnTo>
                  <a:lnTo>
                    <a:pt x="150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82" name="Google Shape;1582;p60"/>
            <p:cNvSpPr/>
            <p:nvPr/>
          </p:nvSpPr>
          <p:spPr>
            <a:xfrm>
              <a:off x="3804645" y="2793401"/>
              <a:ext cx="47594" cy="21903"/>
            </a:xfrm>
            <a:custGeom>
              <a:avLst/>
              <a:gdLst/>
              <a:ahLst/>
              <a:cxnLst/>
              <a:rect l="l" t="t" r="r" b="b"/>
              <a:pathLst>
                <a:path w="3997" h="1926" extrusionOk="0">
                  <a:moveTo>
                    <a:pt x="2846" y="1"/>
                  </a:moveTo>
                  <a:lnTo>
                    <a:pt x="2804" y="106"/>
                  </a:lnTo>
                  <a:lnTo>
                    <a:pt x="2741" y="147"/>
                  </a:lnTo>
                  <a:lnTo>
                    <a:pt x="2720" y="252"/>
                  </a:lnTo>
                  <a:lnTo>
                    <a:pt x="2574" y="252"/>
                  </a:lnTo>
                  <a:lnTo>
                    <a:pt x="2511" y="315"/>
                  </a:lnTo>
                  <a:lnTo>
                    <a:pt x="2218" y="147"/>
                  </a:lnTo>
                  <a:lnTo>
                    <a:pt x="2155" y="147"/>
                  </a:lnTo>
                  <a:lnTo>
                    <a:pt x="2114" y="252"/>
                  </a:lnTo>
                  <a:lnTo>
                    <a:pt x="2114" y="357"/>
                  </a:lnTo>
                  <a:lnTo>
                    <a:pt x="2051" y="357"/>
                  </a:lnTo>
                  <a:lnTo>
                    <a:pt x="1967" y="461"/>
                  </a:lnTo>
                  <a:lnTo>
                    <a:pt x="1842" y="545"/>
                  </a:lnTo>
                  <a:lnTo>
                    <a:pt x="1674" y="733"/>
                  </a:lnTo>
                  <a:lnTo>
                    <a:pt x="1674" y="796"/>
                  </a:lnTo>
                  <a:lnTo>
                    <a:pt x="1842" y="880"/>
                  </a:lnTo>
                  <a:lnTo>
                    <a:pt x="1863" y="984"/>
                  </a:lnTo>
                  <a:lnTo>
                    <a:pt x="1779" y="1047"/>
                  </a:lnTo>
                  <a:lnTo>
                    <a:pt x="1653" y="963"/>
                  </a:lnTo>
                  <a:lnTo>
                    <a:pt x="1528" y="984"/>
                  </a:lnTo>
                  <a:lnTo>
                    <a:pt x="1381" y="963"/>
                  </a:lnTo>
                  <a:lnTo>
                    <a:pt x="1319" y="963"/>
                  </a:lnTo>
                  <a:lnTo>
                    <a:pt x="1130" y="1089"/>
                  </a:lnTo>
                  <a:lnTo>
                    <a:pt x="1026" y="1110"/>
                  </a:lnTo>
                  <a:lnTo>
                    <a:pt x="942" y="1089"/>
                  </a:lnTo>
                  <a:lnTo>
                    <a:pt x="837" y="1110"/>
                  </a:lnTo>
                  <a:lnTo>
                    <a:pt x="754" y="1047"/>
                  </a:lnTo>
                  <a:lnTo>
                    <a:pt x="440" y="1047"/>
                  </a:lnTo>
                  <a:lnTo>
                    <a:pt x="440" y="1110"/>
                  </a:lnTo>
                  <a:lnTo>
                    <a:pt x="419" y="1173"/>
                  </a:lnTo>
                  <a:lnTo>
                    <a:pt x="272" y="1152"/>
                  </a:lnTo>
                  <a:lnTo>
                    <a:pt x="189" y="1047"/>
                  </a:lnTo>
                  <a:lnTo>
                    <a:pt x="84" y="1089"/>
                  </a:lnTo>
                  <a:lnTo>
                    <a:pt x="21" y="1110"/>
                  </a:lnTo>
                  <a:lnTo>
                    <a:pt x="0" y="1110"/>
                  </a:lnTo>
                  <a:lnTo>
                    <a:pt x="63" y="1173"/>
                  </a:lnTo>
                  <a:lnTo>
                    <a:pt x="63" y="1256"/>
                  </a:lnTo>
                  <a:lnTo>
                    <a:pt x="105" y="1298"/>
                  </a:lnTo>
                  <a:lnTo>
                    <a:pt x="105" y="1403"/>
                  </a:lnTo>
                  <a:lnTo>
                    <a:pt x="210" y="1403"/>
                  </a:lnTo>
                  <a:lnTo>
                    <a:pt x="293" y="1382"/>
                  </a:lnTo>
                  <a:lnTo>
                    <a:pt x="398" y="1507"/>
                  </a:lnTo>
                  <a:lnTo>
                    <a:pt x="502" y="1403"/>
                  </a:lnTo>
                  <a:lnTo>
                    <a:pt x="586" y="1403"/>
                  </a:lnTo>
                  <a:lnTo>
                    <a:pt x="628" y="1507"/>
                  </a:lnTo>
                  <a:lnTo>
                    <a:pt x="837" y="1591"/>
                  </a:lnTo>
                  <a:lnTo>
                    <a:pt x="1130" y="1403"/>
                  </a:lnTo>
                  <a:lnTo>
                    <a:pt x="1256" y="1424"/>
                  </a:lnTo>
                  <a:lnTo>
                    <a:pt x="1444" y="1424"/>
                  </a:lnTo>
                  <a:lnTo>
                    <a:pt x="1444" y="1528"/>
                  </a:lnTo>
                  <a:lnTo>
                    <a:pt x="1737" y="1717"/>
                  </a:lnTo>
                  <a:lnTo>
                    <a:pt x="2072" y="1779"/>
                  </a:lnTo>
                  <a:lnTo>
                    <a:pt x="2260" y="1738"/>
                  </a:lnTo>
                  <a:lnTo>
                    <a:pt x="2323" y="1821"/>
                  </a:lnTo>
                  <a:lnTo>
                    <a:pt x="2427" y="1842"/>
                  </a:lnTo>
                  <a:lnTo>
                    <a:pt x="2699" y="1842"/>
                  </a:lnTo>
                  <a:lnTo>
                    <a:pt x="2783" y="1926"/>
                  </a:lnTo>
                  <a:lnTo>
                    <a:pt x="2909" y="1884"/>
                  </a:lnTo>
                  <a:lnTo>
                    <a:pt x="3034" y="1884"/>
                  </a:lnTo>
                  <a:lnTo>
                    <a:pt x="3160" y="1821"/>
                  </a:lnTo>
                  <a:lnTo>
                    <a:pt x="3243" y="1800"/>
                  </a:lnTo>
                  <a:lnTo>
                    <a:pt x="3306" y="1821"/>
                  </a:lnTo>
                  <a:lnTo>
                    <a:pt x="3557" y="1675"/>
                  </a:lnTo>
                  <a:lnTo>
                    <a:pt x="3683" y="1612"/>
                  </a:lnTo>
                  <a:lnTo>
                    <a:pt x="3725" y="1612"/>
                  </a:lnTo>
                  <a:lnTo>
                    <a:pt x="3829" y="1507"/>
                  </a:lnTo>
                  <a:lnTo>
                    <a:pt x="3746" y="1403"/>
                  </a:lnTo>
                  <a:lnTo>
                    <a:pt x="3767" y="1298"/>
                  </a:lnTo>
                  <a:lnTo>
                    <a:pt x="3829" y="1152"/>
                  </a:lnTo>
                  <a:lnTo>
                    <a:pt x="3725" y="1047"/>
                  </a:lnTo>
                  <a:lnTo>
                    <a:pt x="3746" y="984"/>
                  </a:lnTo>
                  <a:lnTo>
                    <a:pt x="3976" y="984"/>
                  </a:lnTo>
                  <a:lnTo>
                    <a:pt x="3997" y="880"/>
                  </a:lnTo>
                  <a:lnTo>
                    <a:pt x="3976" y="754"/>
                  </a:lnTo>
                  <a:lnTo>
                    <a:pt x="3976" y="671"/>
                  </a:lnTo>
                  <a:lnTo>
                    <a:pt x="3955" y="440"/>
                  </a:lnTo>
                  <a:lnTo>
                    <a:pt x="3955" y="252"/>
                  </a:lnTo>
                  <a:lnTo>
                    <a:pt x="3725" y="210"/>
                  </a:lnTo>
                  <a:lnTo>
                    <a:pt x="3641" y="127"/>
                  </a:lnTo>
                  <a:lnTo>
                    <a:pt x="3474" y="147"/>
                  </a:lnTo>
                  <a:lnTo>
                    <a:pt x="3327" y="147"/>
                  </a:lnTo>
                  <a:lnTo>
                    <a:pt x="3160" y="43"/>
                  </a:lnTo>
                  <a:lnTo>
                    <a:pt x="2951" y="43"/>
                  </a:lnTo>
                  <a:lnTo>
                    <a:pt x="284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83" name="Google Shape;1583;p60"/>
            <p:cNvSpPr/>
            <p:nvPr/>
          </p:nvSpPr>
          <p:spPr>
            <a:xfrm>
              <a:off x="3831556" y="2741054"/>
              <a:ext cx="63038" cy="50699"/>
            </a:xfrm>
            <a:custGeom>
              <a:avLst/>
              <a:gdLst/>
              <a:ahLst/>
              <a:cxnLst/>
              <a:rect l="l" t="t" r="r" b="b"/>
              <a:pathLst>
                <a:path w="5294" h="4458" extrusionOk="0">
                  <a:moveTo>
                    <a:pt x="1883" y="1"/>
                  </a:moveTo>
                  <a:lnTo>
                    <a:pt x="1632" y="105"/>
                  </a:lnTo>
                  <a:lnTo>
                    <a:pt x="1486" y="105"/>
                  </a:lnTo>
                  <a:lnTo>
                    <a:pt x="1318" y="147"/>
                  </a:lnTo>
                  <a:lnTo>
                    <a:pt x="1214" y="315"/>
                  </a:lnTo>
                  <a:lnTo>
                    <a:pt x="1046" y="315"/>
                  </a:lnTo>
                  <a:lnTo>
                    <a:pt x="942" y="398"/>
                  </a:lnTo>
                  <a:lnTo>
                    <a:pt x="942" y="524"/>
                  </a:lnTo>
                  <a:lnTo>
                    <a:pt x="753" y="524"/>
                  </a:lnTo>
                  <a:lnTo>
                    <a:pt x="481" y="670"/>
                  </a:lnTo>
                  <a:lnTo>
                    <a:pt x="314" y="670"/>
                  </a:lnTo>
                  <a:lnTo>
                    <a:pt x="251" y="796"/>
                  </a:lnTo>
                  <a:lnTo>
                    <a:pt x="209" y="963"/>
                  </a:lnTo>
                  <a:lnTo>
                    <a:pt x="147" y="984"/>
                  </a:lnTo>
                  <a:lnTo>
                    <a:pt x="167" y="1047"/>
                  </a:lnTo>
                  <a:lnTo>
                    <a:pt x="126" y="1047"/>
                  </a:lnTo>
                  <a:lnTo>
                    <a:pt x="167" y="1298"/>
                  </a:lnTo>
                  <a:lnTo>
                    <a:pt x="147" y="1486"/>
                  </a:lnTo>
                  <a:lnTo>
                    <a:pt x="0" y="1570"/>
                  </a:lnTo>
                  <a:lnTo>
                    <a:pt x="0" y="1633"/>
                  </a:lnTo>
                  <a:lnTo>
                    <a:pt x="167" y="1842"/>
                  </a:lnTo>
                  <a:lnTo>
                    <a:pt x="147" y="1947"/>
                  </a:lnTo>
                  <a:lnTo>
                    <a:pt x="230" y="2051"/>
                  </a:lnTo>
                  <a:lnTo>
                    <a:pt x="230" y="2135"/>
                  </a:lnTo>
                  <a:lnTo>
                    <a:pt x="272" y="2261"/>
                  </a:lnTo>
                  <a:lnTo>
                    <a:pt x="230" y="2365"/>
                  </a:lnTo>
                  <a:lnTo>
                    <a:pt x="335" y="2616"/>
                  </a:lnTo>
                  <a:lnTo>
                    <a:pt x="419" y="2658"/>
                  </a:lnTo>
                  <a:lnTo>
                    <a:pt x="481" y="2742"/>
                  </a:lnTo>
                  <a:lnTo>
                    <a:pt x="481" y="3056"/>
                  </a:lnTo>
                  <a:lnTo>
                    <a:pt x="460" y="3097"/>
                  </a:lnTo>
                  <a:lnTo>
                    <a:pt x="523" y="3181"/>
                  </a:lnTo>
                  <a:lnTo>
                    <a:pt x="565" y="3139"/>
                  </a:lnTo>
                  <a:lnTo>
                    <a:pt x="649" y="3160"/>
                  </a:lnTo>
                  <a:lnTo>
                    <a:pt x="732" y="3097"/>
                  </a:lnTo>
                  <a:lnTo>
                    <a:pt x="963" y="3160"/>
                  </a:lnTo>
                  <a:lnTo>
                    <a:pt x="942" y="3202"/>
                  </a:lnTo>
                  <a:lnTo>
                    <a:pt x="1046" y="3307"/>
                  </a:lnTo>
                  <a:lnTo>
                    <a:pt x="1151" y="3307"/>
                  </a:lnTo>
                  <a:lnTo>
                    <a:pt x="1214" y="3390"/>
                  </a:lnTo>
                  <a:lnTo>
                    <a:pt x="1172" y="3495"/>
                  </a:lnTo>
                  <a:lnTo>
                    <a:pt x="1193" y="3579"/>
                  </a:lnTo>
                  <a:lnTo>
                    <a:pt x="1255" y="3600"/>
                  </a:lnTo>
                  <a:lnTo>
                    <a:pt x="1255" y="3704"/>
                  </a:lnTo>
                  <a:lnTo>
                    <a:pt x="1318" y="3725"/>
                  </a:lnTo>
                  <a:lnTo>
                    <a:pt x="1381" y="3683"/>
                  </a:lnTo>
                  <a:lnTo>
                    <a:pt x="1465" y="3683"/>
                  </a:lnTo>
                  <a:lnTo>
                    <a:pt x="1318" y="3516"/>
                  </a:lnTo>
                  <a:lnTo>
                    <a:pt x="1381" y="3474"/>
                  </a:lnTo>
                  <a:lnTo>
                    <a:pt x="1632" y="3621"/>
                  </a:lnTo>
                  <a:lnTo>
                    <a:pt x="1820" y="3600"/>
                  </a:lnTo>
                  <a:lnTo>
                    <a:pt x="1779" y="3704"/>
                  </a:lnTo>
                  <a:lnTo>
                    <a:pt x="1904" y="3809"/>
                  </a:lnTo>
                  <a:lnTo>
                    <a:pt x="2134" y="3767"/>
                  </a:lnTo>
                  <a:lnTo>
                    <a:pt x="2302" y="3809"/>
                  </a:lnTo>
                  <a:lnTo>
                    <a:pt x="2636" y="4081"/>
                  </a:lnTo>
                  <a:lnTo>
                    <a:pt x="2762" y="4248"/>
                  </a:lnTo>
                  <a:lnTo>
                    <a:pt x="2846" y="4248"/>
                  </a:lnTo>
                  <a:lnTo>
                    <a:pt x="2888" y="4206"/>
                  </a:lnTo>
                  <a:lnTo>
                    <a:pt x="3055" y="4206"/>
                  </a:lnTo>
                  <a:lnTo>
                    <a:pt x="3139" y="4290"/>
                  </a:lnTo>
                  <a:lnTo>
                    <a:pt x="3180" y="4437"/>
                  </a:lnTo>
                  <a:lnTo>
                    <a:pt x="3201" y="4458"/>
                  </a:lnTo>
                  <a:lnTo>
                    <a:pt x="3306" y="4437"/>
                  </a:lnTo>
                  <a:lnTo>
                    <a:pt x="3390" y="4332"/>
                  </a:lnTo>
                  <a:lnTo>
                    <a:pt x="3473" y="4311"/>
                  </a:lnTo>
                  <a:lnTo>
                    <a:pt x="3578" y="4332"/>
                  </a:lnTo>
                  <a:lnTo>
                    <a:pt x="3704" y="4332"/>
                  </a:lnTo>
                  <a:lnTo>
                    <a:pt x="3787" y="4395"/>
                  </a:lnTo>
                  <a:lnTo>
                    <a:pt x="3871" y="4311"/>
                  </a:lnTo>
                  <a:lnTo>
                    <a:pt x="3934" y="4290"/>
                  </a:lnTo>
                  <a:lnTo>
                    <a:pt x="4038" y="4332"/>
                  </a:lnTo>
                  <a:lnTo>
                    <a:pt x="4101" y="4311"/>
                  </a:lnTo>
                  <a:lnTo>
                    <a:pt x="4331" y="4311"/>
                  </a:lnTo>
                  <a:lnTo>
                    <a:pt x="4561" y="4437"/>
                  </a:lnTo>
                  <a:lnTo>
                    <a:pt x="4708" y="4458"/>
                  </a:lnTo>
                  <a:lnTo>
                    <a:pt x="4708" y="4290"/>
                  </a:lnTo>
                  <a:lnTo>
                    <a:pt x="4666" y="4123"/>
                  </a:lnTo>
                  <a:lnTo>
                    <a:pt x="5043" y="3725"/>
                  </a:lnTo>
                  <a:lnTo>
                    <a:pt x="5064" y="3558"/>
                  </a:lnTo>
                  <a:lnTo>
                    <a:pt x="5168" y="3474"/>
                  </a:lnTo>
                  <a:lnTo>
                    <a:pt x="5252" y="3474"/>
                  </a:lnTo>
                  <a:lnTo>
                    <a:pt x="5294" y="3286"/>
                  </a:lnTo>
                  <a:lnTo>
                    <a:pt x="5252" y="3202"/>
                  </a:lnTo>
                  <a:lnTo>
                    <a:pt x="5231" y="3139"/>
                  </a:lnTo>
                  <a:lnTo>
                    <a:pt x="5273" y="3056"/>
                  </a:lnTo>
                  <a:lnTo>
                    <a:pt x="5147" y="2972"/>
                  </a:lnTo>
                  <a:lnTo>
                    <a:pt x="5064" y="2825"/>
                  </a:lnTo>
                  <a:lnTo>
                    <a:pt x="5022" y="2742"/>
                  </a:lnTo>
                  <a:lnTo>
                    <a:pt x="4980" y="2470"/>
                  </a:lnTo>
                  <a:lnTo>
                    <a:pt x="5022" y="2365"/>
                  </a:lnTo>
                  <a:lnTo>
                    <a:pt x="5022" y="2323"/>
                  </a:lnTo>
                  <a:lnTo>
                    <a:pt x="4875" y="2135"/>
                  </a:lnTo>
                  <a:lnTo>
                    <a:pt x="4854" y="1947"/>
                  </a:lnTo>
                  <a:lnTo>
                    <a:pt x="4938" y="1821"/>
                  </a:lnTo>
                  <a:lnTo>
                    <a:pt x="5043" y="1779"/>
                  </a:lnTo>
                  <a:lnTo>
                    <a:pt x="5043" y="1403"/>
                  </a:lnTo>
                  <a:lnTo>
                    <a:pt x="4980" y="1361"/>
                  </a:lnTo>
                  <a:lnTo>
                    <a:pt x="4959" y="1214"/>
                  </a:lnTo>
                  <a:lnTo>
                    <a:pt x="4875" y="1089"/>
                  </a:lnTo>
                  <a:lnTo>
                    <a:pt x="4771" y="838"/>
                  </a:lnTo>
                  <a:lnTo>
                    <a:pt x="4750" y="775"/>
                  </a:lnTo>
                  <a:lnTo>
                    <a:pt x="4708" y="670"/>
                  </a:lnTo>
                  <a:lnTo>
                    <a:pt x="4708" y="545"/>
                  </a:lnTo>
                  <a:lnTo>
                    <a:pt x="4645" y="315"/>
                  </a:lnTo>
                  <a:lnTo>
                    <a:pt x="4561" y="315"/>
                  </a:lnTo>
                  <a:lnTo>
                    <a:pt x="4436" y="210"/>
                  </a:lnTo>
                  <a:lnTo>
                    <a:pt x="4310" y="231"/>
                  </a:lnTo>
                  <a:lnTo>
                    <a:pt x="3683" y="273"/>
                  </a:lnTo>
                  <a:lnTo>
                    <a:pt x="2950" y="231"/>
                  </a:lnTo>
                  <a:lnTo>
                    <a:pt x="2867" y="252"/>
                  </a:lnTo>
                  <a:lnTo>
                    <a:pt x="2678" y="440"/>
                  </a:lnTo>
                  <a:lnTo>
                    <a:pt x="2511" y="482"/>
                  </a:lnTo>
                  <a:lnTo>
                    <a:pt x="2469" y="440"/>
                  </a:lnTo>
                  <a:lnTo>
                    <a:pt x="2636" y="356"/>
                  </a:lnTo>
                  <a:lnTo>
                    <a:pt x="2783" y="210"/>
                  </a:lnTo>
                  <a:lnTo>
                    <a:pt x="2741" y="210"/>
                  </a:lnTo>
                  <a:lnTo>
                    <a:pt x="2616" y="315"/>
                  </a:lnTo>
                  <a:lnTo>
                    <a:pt x="2406" y="398"/>
                  </a:lnTo>
                  <a:lnTo>
                    <a:pt x="2134" y="356"/>
                  </a:lnTo>
                  <a:lnTo>
                    <a:pt x="2092" y="210"/>
                  </a:lnTo>
                  <a:lnTo>
                    <a:pt x="2134" y="126"/>
                  </a:lnTo>
                  <a:lnTo>
                    <a:pt x="2260" y="126"/>
                  </a:lnTo>
                  <a:lnTo>
                    <a:pt x="2323" y="168"/>
                  </a:lnTo>
                  <a:lnTo>
                    <a:pt x="2323" y="126"/>
                  </a:lnTo>
                  <a:lnTo>
                    <a:pt x="2155" y="43"/>
                  </a:lnTo>
                  <a:lnTo>
                    <a:pt x="188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84" name="Google Shape;1584;p60"/>
            <p:cNvSpPr/>
            <p:nvPr/>
          </p:nvSpPr>
          <p:spPr>
            <a:xfrm>
              <a:off x="3819089" y="2776036"/>
              <a:ext cx="50345" cy="20948"/>
            </a:xfrm>
            <a:custGeom>
              <a:avLst/>
              <a:gdLst/>
              <a:ahLst/>
              <a:cxnLst/>
              <a:rect l="l" t="t" r="r" b="b"/>
              <a:pathLst>
                <a:path w="4228" h="1842" extrusionOk="0">
                  <a:moveTo>
                    <a:pt x="1403" y="1"/>
                  </a:moveTo>
                  <a:lnTo>
                    <a:pt x="1319" y="63"/>
                  </a:lnTo>
                  <a:lnTo>
                    <a:pt x="1152" y="21"/>
                  </a:lnTo>
                  <a:lnTo>
                    <a:pt x="1152" y="126"/>
                  </a:lnTo>
                  <a:lnTo>
                    <a:pt x="1068" y="189"/>
                  </a:lnTo>
                  <a:lnTo>
                    <a:pt x="984" y="168"/>
                  </a:lnTo>
                  <a:lnTo>
                    <a:pt x="775" y="168"/>
                  </a:lnTo>
                  <a:lnTo>
                    <a:pt x="733" y="273"/>
                  </a:lnTo>
                  <a:lnTo>
                    <a:pt x="587" y="273"/>
                  </a:lnTo>
                  <a:lnTo>
                    <a:pt x="482" y="398"/>
                  </a:lnTo>
                  <a:lnTo>
                    <a:pt x="378" y="398"/>
                  </a:lnTo>
                  <a:lnTo>
                    <a:pt x="168" y="586"/>
                  </a:lnTo>
                  <a:lnTo>
                    <a:pt x="106" y="545"/>
                  </a:lnTo>
                  <a:lnTo>
                    <a:pt x="22" y="503"/>
                  </a:lnTo>
                  <a:lnTo>
                    <a:pt x="1" y="524"/>
                  </a:lnTo>
                  <a:lnTo>
                    <a:pt x="1" y="628"/>
                  </a:lnTo>
                  <a:lnTo>
                    <a:pt x="147" y="712"/>
                  </a:lnTo>
                  <a:lnTo>
                    <a:pt x="252" y="900"/>
                  </a:lnTo>
                  <a:lnTo>
                    <a:pt x="252" y="1047"/>
                  </a:lnTo>
                  <a:lnTo>
                    <a:pt x="273" y="1130"/>
                  </a:lnTo>
                  <a:lnTo>
                    <a:pt x="378" y="1172"/>
                  </a:lnTo>
                  <a:lnTo>
                    <a:pt x="587" y="1319"/>
                  </a:lnTo>
                  <a:lnTo>
                    <a:pt x="691" y="1382"/>
                  </a:lnTo>
                  <a:lnTo>
                    <a:pt x="942" y="1674"/>
                  </a:lnTo>
                  <a:lnTo>
                    <a:pt x="1005" y="1674"/>
                  </a:lnTo>
                  <a:lnTo>
                    <a:pt x="1298" y="1842"/>
                  </a:lnTo>
                  <a:lnTo>
                    <a:pt x="1361" y="1779"/>
                  </a:lnTo>
                  <a:lnTo>
                    <a:pt x="1507" y="1779"/>
                  </a:lnTo>
                  <a:lnTo>
                    <a:pt x="1528" y="1674"/>
                  </a:lnTo>
                  <a:lnTo>
                    <a:pt x="1591" y="1633"/>
                  </a:lnTo>
                  <a:lnTo>
                    <a:pt x="1633" y="1528"/>
                  </a:lnTo>
                  <a:lnTo>
                    <a:pt x="1738" y="1570"/>
                  </a:lnTo>
                  <a:lnTo>
                    <a:pt x="1947" y="1570"/>
                  </a:lnTo>
                  <a:lnTo>
                    <a:pt x="2114" y="1674"/>
                  </a:lnTo>
                  <a:lnTo>
                    <a:pt x="2261" y="1674"/>
                  </a:lnTo>
                  <a:lnTo>
                    <a:pt x="2428" y="1654"/>
                  </a:lnTo>
                  <a:lnTo>
                    <a:pt x="2512" y="1737"/>
                  </a:lnTo>
                  <a:lnTo>
                    <a:pt x="2742" y="1779"/>
                  </a:lnTo>
                  <a:lnTo>
                    <a:pt x="2763" y="1779"/>
                  </a:lnTo>
                  <a:lnTo>
                    <a:pt x="2888" y="1695"/>
                  </a:lnTo>
                  <a:lnTo>
                    <a:pt x="3035" y="1674"/>
                  </a:lnTo>
                  <a:lnTo>
                    <a:pt x="3077" y="1737"/>
                  </a:lnTo>
                  <a:lnTo>
                    <a:pt x="3307" y="1654"/>
                  </a:lnTo>
                  <a:lnTo>
                    <a:pt x="3516" y="1633"/>
                  </a:lnTo>
                  <a:lnTo>
                    <a:pt x="3683" y="1465"/>
                  </a:lnTo>
                  <a:lnTo>
                    <a:pt x="3830" y="1444"/>
                  </a:lnTo>
                  <a:lnTo>
                    <a:pt x="3976" y="1340"/>
                  </a:lnTo>
                  <a:lnTo>
                    <a:pt x="4227" y="1361"/>
                  </a:lnTo>
                  <a:lnTo>
                    <a:pt x="4186" y="1214"/>
                  </a:lnTo>
                  <a:lnTo>
                    <a:pt x="4102" y="1130"/>
                  </a:lnTo>
                  <a:lnTo>
                    <a:pt x="3935" y="1130"/>
                  </a:lnTo>
                  <a:lnTo>
                    <a:pt x="3893" y="1172"/>
                  </a:lnTo>
                  <a:lnTo>
                    <a:pt x="3809" y="1172"/>
                  </a:lnTo>
                  <a:lnTo>
                    <a:pt x="3683" y="1005"/>
                  </a:lnTo>
                  <a:lnTo>
                    <a:pt x="3349" y="733"/>
                  </a:lnTo>
                  <a:lnTo>
                    <a:pt x="3181" y="691"/>
                  </a:lnTo>
                  <a:lnTo>
                    <a:pt x="2951" y="733"/>
                  </a:lnTo>
                  <a:lnTo>
                    <a:pt x="2826" y="628"/>
                  </a:lnTo>
                  <a:lnTo>
                    <a:pt x="2867" y="524"/>
                  </a:lnTo>
                  <a:lnTo>
                    <a:pt x="2679" y="545"/>
                  </a:lnTo>
                  <a:lnTo>
                    <a:pt x="2428" y="398"/>
                  </a:lnTo>
                  <a:lnTo>
                    <a:pt x="2365" y="440"/>
                  </a:lnTo>
                  <a:lnTo>
                    <a:pt x="2512" y="607"/>
                  </a:lnTo>
                  <a:lnTo>
                    <a:pt x="2428" y="607"/>
                  </a:lnTo>
                  <a:lnTo>
                    <a:pt x="2365" y="649"/>
                  </a:lnTo>
                  <a:lnTo>
                    <a:pt x="2302" y="628"/>
                  </a:lnTo>
                  <a:lnTo>
                    <a:pt x="2302" y="524"/>
                  </a:lnTo>
                  <a:lnTo>
                    <a:pt x="2240" y="503"/>
                  </a:lnTo>
                  <a:lnTo>
                    <a:pt x="2219" y="419"/>
                  </a:lnTo>
                  <a:lnTo>
                    <a:pt x="2261" y="314"/>
                  </a:lnTo>
                  <a:lnTo>
                    <a:pt x="2198" y="231"/>
                  </a:lnTo>
                  <a:lnTo>
                    <a:pt x="2093" y="231"/>
                  </a:lnTo>
                  <a:lnTo>
                    <a:pt x="1989" y="126"/>
                  </a:lnTo>
                  <a:lnTo>
                    <a:pt x="2010" y="84"/>
                  </a:lnTo>
                  <a:lnTo>
                    <a:pt x="1779" y="21"/>
                  </a:lnTo>
                  <a:lnTo>
                    <a:pt x="1696" y="84"/>
                  </a:lnTo>
                  <a:lnTo>
                    <a:pt x="1612" y="63"/>
                  </a:lnTo>
                  <a:lnTo>
                    <a:pt x="1570" y="105"/>
                  </a:lnTo>
                  <a:lnTo>
                    <a:pt x="1507" y="21"/>
                  </a:lnTo>
                  <a:lnTo>
                    <a:pt x="1486" y="63"/>
                  </a:lnTo>
                  <a:lnTo>
                    <a:pt x="140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85" name="Google Shape;1585;p60"/>
            <p:cNvSpPr/>
            <p:nvPr/>
          </p:nvSpPr>
          <p:spPr>
            <a:xfrm>
              <a:off x="3779972" y="2741293"/>
              <a:ext cx="57323" cy="65449"/>
            </a:xfrm>
            <a:custGeom>
              <a:avLst/>
              <a:gdLst/>
              <a:ahLst/>
              <a:cxnLst/>
              <a:rect l="l" t="t" r="r" b="b"/>
              <a:pathLst>
                <a:path w="4814" h="5755" extrusionOk="0">
                  <a:moveTo>
                    <a:pt x="1340" y="1"/>
                  </a:moveTo>
                  <a:lnTo>
                    <a:pt x="1340" y="22"/>
                  </a:lnTo>
                  <a:lnTo>
                    <a:pt x="1340" y="126"/>
                  </a:lnTo>
                  <a:lnTo>
                    <a:pt x="1424" y="189"/>
                  </a:lnTo>
                  <a:lnTo>
                    <a:pt x="1466" y="189"/>
                  </a:lnTo>
                  <a:lnTo>
                    <a:pt x="1466" y="252"/>
                  </a:lnTo>
                  <a:lnTo>
                    <a:pt x="1612" y="377"/>
                  </a:lnTo>
                  <a:lnTo>
                    <a:pt x="1507" y="419"/>
                  </a:lnTo>
                  <a:lnTo>
                    <a:pt x="1403" y="419"/>
                  </a:lnTo>
                  <a:lnTo>
                    <a:pt x="1403" y="524"/>
                  </a:lnTo>
                  <a:lnTo>
                    <a:pt x="1507" y="461"/>
                  </a:lnTo>
                  <a:lnTo>
                    <a:pt x="1507" y="628"/>
                  </a:lnTo>
                  <a:lnTo>
                    <a:pt x="1612" y="670"/>
                  </a:lnTo>
                  <a:lnTo>
                    <a:pt x="1528" y="754"/>
                  </a:lnTo>
                  <a:lnTo>
                    <a:pt x="1528" y="838"/>
                  </a:lnTo>
                  <a:lnTo>
                    <a:pt x="1612" y="880"/>
                  </a:lnTo>
                  <a:lnTo>
                    <a:pt x="1738" y="880"/>
                  </a:lnTo>
                  <a:lnTo>
                    <a:pt x="1926" y="1068"/>
                  </a:lnTo>
                  <a:lnTo>
                    <a:pt x="2156" y="1172"/>
                  </a:lnTo>
                  <a:lnTo>
                    <a:pt x="1926" y="1131"/>
                  </a:lnTo>
                  <a:lnTo>
                    <a:pt x="1738" y="942"/>
                  </a:lnTo>
                  <a:lnTo>
                    <a:pt x="1612" y="963"/>
                  </a:lnTo>
                  <a:lnTo>
                    <a:pt x="1507" y="942"/>
                  </a:lnTo>
                  <a:lnTo>
                    <a:pt x="1424" y="942"/>
                  </a:lnTo>
                  <a:lnTo>
                    <a:pt x="1340" y="1068"/>
                  </a:lnTo>
                  <a:lnTo>
                    <a:pt x="1361" y="1152"/>
                  </a:lnTo>
                  <a:lnTo>
                    <a:pt x="1361" y="1340"/>
                  </a:lnTo>
                  <a:lnTo>
                    <a:pt x="1424" y="1444"/>
                  </a:lnTo>
                  <a:lnTo>
                    <a:pt x="1298" y="1277"/>
                  </a:lnTo>
                  <a:lnTo>
                    <a:pt x="1319" y="1152"/>
                  </a:lnTo>
                  <a:lnTo>
                    <a:pt x="1235" y="1068"/>
                  </a:lnTo>
                  <a:lnTo>
                    <a:pt x="1194" y="1089"/>
                  </a:lnTo>
                  <a:lnTo>
                    <a:pt x="1194" y="1172"/>
                  </a:lnTo>
                  <a:lnTo>
                    <a:pt x="1235" y="1277"/>
                  </a:lnTo>
                  <a:lnTo>
                    <a:pt x="1152" y="1361"/>
                  </a:lnTo>
                  <a:lnTo>
                    <a:pt x="1089" y="1235"/>
                  </a:lnTo>
                  <a:lnTo>
                    <a:pt x="1089" y="1089"/>
                  </a:lnTo>
                  <a:lnTo>
                    <a:pt x="942" y="1026"/>
                  </a:lnTo>
                  <a:lnTo>
                    <a:pt x="880" y="1047"/>
                  </a:lnTo>
                  <a:lnTo>
                    <a:pt x="608" y="1131"/>
                  </a:lnTo>
                  <a:lnTo>
                    <a:pt x="587" y="1235"/>
                  </a:lnTo>
                  <a:lnTo>
                    <a:pt x="629" y="1340"/>
                  </a:lnTo>
                  <a:lnTo>
                    <a:pt x="775" y="1361"/>
                  </a:lnTo>
                  <a:lnTo>
                    <a:pt x="796" y="1465"/>
                  </a:lnTo>
                  <a:lnTo>
                    <a:pt x="796" y="1486"/>
                  </a:lnTo>
                  <a:lnTo>
                    <a:pt x="733" y="1507"/>
                  </a:lnTo>
                  <a:lnTo>
                    <a:pt x="733" y="1591"/>
                  </a:lnTo>
                  <a:lnTo>
                    <a:pt x="691" y="1696"/>
                  </a:lnTo>
                  <a:lnTo>
                    <a:pt x="691" y="1800"/>
                  </a:lnTo>
                  <a:lnTo>
                    <a:pt x="608" y="1863"/>
                  </a:lnTo>
                  <a:lnTo>
                    <a:pt x="503" y="1800"/>
                  </a:lnTo>
                  <a:lnTo>
                    <a:pt x="461" y="1926"/>
                  </a:lnTo>
                  <a:lnTo>
                    <a:pt x="482" y="1988"/>
                  </a:lnTo>
                  <a:lnTo>
                    <a:pt x="608" y="1988"/>
                  </a:lnTo>
                  <a:lnTo>
                    <a:pt x="670" y="2030"/>
                  </a:lnTo>
                  <a:lnTo>
                    <a:pt x="629" y="2114"/>
                  </a:lnTo>
                  <a:lnTo>
                    <a:pt x="608" y="2240"/>
                  </a:lnTo>
                  <a:lnTo>
                    <a:pt x="524" y="2302"/>
                  </a:lnTo>
                  <a:lnTo>
                    <a:pt x="608" y="2407"/>
                  </a:lnTo>
                  <a:lnTo>
                    <a:pt x="524" y="2449"/>
                  </a:lnTo>
                  <a:lnTo>
                    <a:pt x="378" y="2407"/>
                  </a:lnTo>
                  <a:lnTo>
                    <a:pt x="210" y="2449"/>
                  </a:lnTo>
                  <a:lnTo>
                    <a:pt x="168" y="2553"/>
                  </a:lnTo>
                  <a:lnTo>
                    <a:pt x="85" y="2658"/>
                  </a:lnTo>
                  <a:lnTo>
                    <a:pt x="105" y="2825"/>
                  </a:lnTo>
                  <a:lnTo>
                    <a:pt x="85" y="3035"/>
                  </a:lnTo>
                  <a:lnTo>
                    <a:pt x="43" y="3139"/>
                  </a:lnTo>
                  <a:lnTo>
                    <a:pt x="43" y="3160"/>
                  </a:lnTo>
                  <a:lnTo>
                    <a:pt x="1" y="3244"/>
                  </a:lnTo>
                  <a:lnTo>
                    <a:pt x="85" y="3432"/>
                  </a:lnTo>
                  <a:lnTo>
                    <a:pt x="85" y="3474"/>
                  </a:lnTo>
                  <a:lnTo>
                    <a:pt x="168" y="3579"/>
                  </a:lnTo>
                  <a:lnTo>
                    <a:pt x="85" y="3746"/>
                  </a:lnTo>
                  <a:lnTo>
                    <a:pt x="147" y="3746"/>
                  </a:lnTo>
                  <a:lnTo>
                    <a:pt x="273" y="3913"/>
                  </a:lnTo>
                  <a:lnTo>
                    <a:pt x="294" y="4060"/>
                  </a:lnTo>
                  <a:lnTo>
                    <a:pt x="357" y="4102"/>
                  </a:lnTo>
                  <a:lnTo>
                    <a:pt x="357" y="4290"/>
                  </a:lnTo>
                  <a:lnTo>
                    <a:pt x="461" y="4374"/>
                  </a:lnTo>
                  <a:lnTo>
                    <a:pt x="461" y="4437"/>
                  </a:lnTo>
                  <a:lnTo>
                    <a:pt x="566" y="4520"/>
                  </a:lnTo>
                  <a:lnTo>
                    <a:pt x="629" y="4478"/>
                  </a:lnTo>
                  <a:lnTo>
                    <a:pt x="733" y="4478"/>
                  </a:lnTo>
                  <a:lnTo>
                    <a:pt x="817" y="4520"/>
                  </a:lnTo>
                  <a:lnTo>
                    <a:pt x="922" y="4478"/>
                  </a:lnTo>
                  <a:lnTo>
                    <a:pt x="1047" y="4541"/>
                  </a:lnTo>
                  <a:lnTo>
                    <a:pt x="1152" y="4541"/>
                  </a:lnTo>
                  <a:lnTo>
                    <a:pt x="1298" y="4625"/>
                  </a:lnTo>
                  <a:lnTo>
                    <a:pt x="1152" y="4750"/>
                  </a:lnTo>
                  <a:lnTo>
                    <a:pt x="1089" y="4918"/>
                  </a:lnTo>
                  <a:lnTo>
                    <a:pt x="1089" y="5022"/>
                  </a:lnTo>
                  <a:lnTo>
                    <a:pt x="1005" y="5106"/>
                  </a:lnTo>
                  <a:lnTo>
                    <a:pt x="942" y="5273"/>
                  </a:lnTo>
                  <a:lnTo>
                    <a:pt x="942" y="5441"/>
                  </a:lnTo>
                  <a:lnTo>
                    <a:pt x="1047" y="5525"/>
                  </a:lnTo>
                  <a:lnTo>
                    <a:pt x="1110" y="5629"/>
                  </a:lnTo>
                  <a:lnTo>
                    <a:pt x="1214" y="5650"/>
                  </a:lnTo>
                  <a:lnTo>
                    <a:pt x="1319" y="5587"/>
                  </a:lnTo>
                  <a:lnTo>
                    <a:pt x="1445" y="5650"/>
                  </a:lnTo>
                  <a:lnTo>
                    <a:pt x="1507" y="5566"/>
                  </a:lnTo>
                  <a:lnTo>
                    <a:pt x="1466" y="5525"/>
                  </a:lnTo>
                  <a:lnTo>
                    <a:pt x="1612" y="5462"/>
                  </a:lnTo>
                  <a:lnTo>
                    <a:pt x="1633" y="5566"/>
                  </a:lnTo>
                  <a:lnTo>
                    <a:pt x="1717" y="5587"/>
                  </a:lnTo>
                  <a:lnTo>
                    <a:pt x="1758" y="5545"/>
                  </a:lnTo>
                  <a:lnTo>
                    <a:pt x="1842" y="5545"/>
                  </a:lnTo>
                  <a:lnTo>
                    <a:pt x="1989" y="5671"/>
                  </a:lnTo>
                  <a:lnTo>
                    <a:pt x="2072" y="5692"/>
                  </a:lnTo>
                  <a:lnTo>
                    <a:pt x="2093" y="5692"/>
                  </a:lnTo>
                  <a:lnTo>
                    <a:pt x="2156" y="5671"/>
                  </a:lnTo>
                  <a:lnTo>
                    <a:pt x="2261" y="5629"/>
                  </a:lnTo>
                  <a:lnTo>
                    <a:pt x="2344" y="5734"/>
                  </a:lnTo>
                  <a:lnTo>
                    <a:pt x="2491" y="5755"/>
                  </a:lnTo>
                  <a:lnTo>
                    <a:pt x="2512" y="5692"/>
                  </a:lnTo>
                  <a:lnTo>
                    <a:pt x="2512" y="5629"/>
                  </a:lnTo>
                  <a:lnTo>
                    <a:pt x="2826" y="5629"/>
                  </a:lnTo>
                  <a:lnTo>
                    <a:pt x="2909" y="5692"/>
                  </a:lnTo>
                  <a:lnTo>
                    <a:pt x="3014" y="5671"/>
                  </a:lnTo>
                  <a:lnTo>
                    <a:pt x="3098" y="5692"/>
                  </a:lnTo>
                  <a:lnTo>
                    <a:pt x="3202" y="5671"/>
                  </a:lnTo>
                  <a:lnTo>
                    <a:pt x="3391" y="5545"/>
                  </a:lnTo>
                  <a:lnTo>
                    <a:pt x="3453" y="5545"/>
                  </a:lnTo>
                  <a:lnTo>
                    <a:pt x="3600" y="5566"/>
                  </a:lnTo>
                  <a:lnTo>
                    <a:pt x="3725" y="5545"/>
                  </a:lnTo>
                  <a:lnTo>
                    <a:pt x="3851" y="5629"/>
                  </a:lnTo>
                  <a:lnTo>
                    <a:pt x="3935" y="5566"/>
                  </a:lnTo>
                  <a:lnTo>
                    <a:pt x="3914" y="5462"/>
                  </a:lnTo>
                  <a:lnTo>
                    <a:pt x="3746" y="5378"/>
                  </a:lnTo>
                  <a:lnTo>
                    <a:pt x="3746" y="5315"/>
                  </a:lnTo>
                  <a:lnTo>
                    <a:pt x="3914" y="5127"/>
                  </a:lnTo>
                  <a:lnTo>
                    <a:pt x="4039" y="5043"/>
                  </a:lnTo>
                  <a:lnTo>
                    <a:pt x="4123" y="4939"/>
                  </a:lnTo>
                  <a:lnTo>
                    <a:pt x="4186" y="4939"/>
                  </a:lnTo>
                  <a:lnTo>
                    <a:pt x="4186" y="4834"/>
                  </a:lnTo>
                  <a:lnTo>
                    <a:pt x="4227" y="4729"/>
                  </a:lnTo>
                  <a:lnTo>
                    <a:pt x="3976" y="4437"/>
                  </a:lnTo>
                  <a:lnTo>
                    <a:pt x="3872" y="4374"/>
                  </a:lnTo>
                  <a:lnTo>
                    <a:pt x="3663" y="4227"/>
                  </a:lnTo>
                  <a:lnTo>
                    <a:pt x="3558" y="4185"/>
                  </a:lnTo>
                  <a:lnTo>
                    <a:pt x="3537" y="4102"/>
                  </a:lnTo>
                  <a:lnTo>
                    <a:pt x="3537" y="3955"/>
                  </a:lnTo>
                  <a:lnTo>
                    <a:pt x="3432" y="3767"/>
                  </a:lnTo>
                  <a:lnTo>
                    <a:pt x="3286" y="3683"/>
                  </a:lnTo>
                  <a:lnTo>
                    <a:pt x="3286" y="3579"/>
                  </a:lnTo>
                  <a:lnTo>
                    <a:pt x="3307" y="3558"/>
                  </a:lnTo>
                  <a:lnTo>
                    <a:pt x="3391" y="3600"/>
                  </a:lnTo>
                  <a:lnTo>
                    <a:pt x="3453" y="3641"/>
                  </a:lnTo>
                  <a:lnTo>
                    <a:pt x="3663" y="3453"/>
                  </a:lnTo>
                  <a:lnTo>
                    <a:pt x="3767" y="3453"/>
                  </a:lnTo>
                  <a:lnTo>
                    <a:pt x="3872" y="3328"/>
                  </a:lnTo>
                  <a:lnTo>
                    <a:pt x="4018" y="3328"/>
                  </a:lnTo>
                  <a:lnTo>
                    <a:pt x="4060" y="3223"/>
                  </a:lnTo>
                  <a:lnTo>
                    <a:pt x="4269" y="3223"/>
                  </a:lnTo>
                  <a:lnTo>
                    <a:pt x="4353" y="3244"/>
                  </a:lnTo>
                  <a:lnTo>
                    <a:pt x="4437" y="3181"/>
                  </a:lnTo>
                  <a:lnTo>
                    <a:pt x="4437" y="3076"/>
                  </a:lnTo>
                  <a:lnTo>
                    <a:pt x="4604" y="3118"/>
                  </a:lnTo>
                  <a:lnTo>
                    <a:pt x="4688" y="3056"/>
                  </a:lnTo>
                  <a:lnTo>
                    <a:pt x="4771" y="3118"/>
                  </a:lnTo>
                  <a:lnTo>
                    <a:pt x="4792" y="3076"/>
                  </a:lnTo>
                  <a:lnTo>
                    <a:pt x="4813" y="3035"/>
                  </a:lnTo>
                  <a:lnTo>
                    <a:pt x="4813" y="2721"/>
                  </a:lnTo>
                  <a:lnTo>
                    <a:pt x="4751" y="2637"/>
                  </a:lnTo>
                  <a:lnTo>
                    <a:pt x="4667" y="2595"/>
                  </a:lnTo>
                  <a:lnTo>
                    <a:pt x="4562" y="2344"/>
                  </a:lnTo>
                  <a:lnTo>
                    <a:pt x="4604" y="2240"/>
                  </a:lnTo>
                  <a:lnTo>
                    <a:pt x="4562" y="2114"/>
                  </a:lnTo>
                  <a:lnTo>
                    <a:pt x="4562" y="2030"/>
                  </a:lnTo>
                  <a:lnTo>
                    <a:pt x="4479" y="1926"/>
                  </a:lnTo>
                  <a:lnTo>
                    <a:pt x="4499" y="1821"/>
                  </a:lnTo>
                  <a:lnTo>
                    <a:pt x="4332" y="1612"/>
                  </a:lnTo>
                  <a:lnTo>
                    <a:pt x="4332" y="1549"/>
                  </a:lnTo>
                  <a:lnTo>
                    <a:pt x="4479" y="1465"/>
                  </a:lnTo>
                  <a:lnTo>
                    <a:pt x="4499" y="1277"/>
                  </a:lnTo>
                  <a:lnTo>
                    <a:pt x="4458" y="1026"/>
                  </a:lnTo>
                  <a:lnTo>
                    <a:pt x="4353" y="1026"/>
                  </a:lnTo>
                  <a:lnTo>
                    <a:pt x="4269" y="963"/>
                  </a:lnTo>
                  <a:lnTo>
                    <a:pt x="4165" y="963"/>
                  </a:lnTo>
                  <a:lnTo>
                    <a:pt x="4060" y="880"/>
                  </a:lnTo>
                  <a:lnTo>
                    <a:pt x="4081" y="775"/>
                  </a:lnTo>
                  <a:lnTo>
                    <a:pt x="4039" y="670"/>
                  </a:lnTo>
                  <a:lnTo>
                    <a:pt x="3914" y="712"/>
                  </a:lnTo>
                  <a:lnTo>
                    <a:pt x="3767" y="545"/>
                  </a:lnTo>
                  <a:lnTo>
                    <a:pt x="3663" y="545"/>
                  </a:lnTo>
                  <a:lnTo>
                    <a:pt x="3621" y="461"/>
                  </a:lnTo>
                  <a:lnTo>
                    <a:pt x="3558" y="503"/>
                  </a:lnTo>
                  <a:lnTo>
                    <a:pt x="3432" y="524"/>
                  </a:lnTo>
                  <a:lnTo>
                    <a:pt x="3328" y="608"/>
                  </a:lnTo>
                  <a:lnTo>
                    <a:pt x="3286" y="545"/>
                  </a:lnTo>
                  <a:lnTo>
                    <a:pt x="3349" y="503"/>
                  </a:lnTo>
                  <a:lnTo>
                    <a:pt x="3349" y="524"/>
                  </a:lnTo>
                  <a:lnTo>
                    <a:pt x="3411" y="461"/>
                  </a:lnTo>
                  <a:lnTo>
                    <a:pt x="3516" y="419"/>
                  </a:lnTo>
                  <a:lnTo>
                    <a:pt x="3391" y="419"/>
                  </a:lnTo>
                  <a:lnTo>
                    <a:pt x="3328" y="440"/>
                  </a:lnTo>
                  <a:lnTo>
                    <a:pt x="3307" y="503"/>
                  </a:lnTo>
                  <a:lnTo>
                    <a:pt x="3202" y="545"/>
                  </a:lnTo>
                  <a:lnTo>
                    <a:pt x="3202" y="608"/>
                  </a:lnTo>
                  <a:lnTo>
                    <a:pt x="2993" y="628"/>
                  </a:lnTo>
                  <a:lnTo>
                    <a:pt x="2909" y="733"/>
                  </a:lnTo>
                  <a:lnTo>
                    <a:pt x="2888" y="838"/>
                  </a:lnTo>
                  <a:lnTo>
                    <a:pt x="2763" y="838"/>
                  </a:lnTo>
                  <a:lnTo>
                    <a:pt x="2721" y="775"/>
                  </a:lnTo>
                  <a:lnTo>
                    <a:pt x="2616" y="754"/>
                  </a:lnTo>
                  <a:lnTo>
                    <a:pt x="2574" y="775"/>
                  </a:lnTo>
                  <a:lnTo>
                    <a:pt x="2407" y="733"/>
                  </a:lnTo>
                  <a:lnTo>
                    <a:pt x="2512" y="670"/>
                  </a:lnTo>
                  <a:lnTo>
                    <a:pt x="2595" y="670"/>
                  </a:lnTo>
                  <a:lnTo>
                    <a:pt x="2679" y="608"/>
                  </a:lnTo>
                  <a:lnTo>
                    <a:pt x="2679" y="503"/>
                  </a:lnTo>
                  <a:lnTo>
                    <a:pt x="2616" y="461"/>
                  </a:lnTo>
                  <a:lnTo>
                    <a:pt x="2512" y="545"/>
                  </a:lnTo>
                  <a:lnTo>
                    <a:pt x="2491" y="566"/>
                  </a:lnTo>
                  <a:lnTo>
                    <a:pt x="2365" y="461"/>
                  </a:lnTo>
                  <a:lnTo>
                    <a:pt x="2302" y="419"/>
                  </a:lnTo>
                  <a:lnTo>
                    <a:pt x="2261" y="440"/>
                  </a:lnTo>
                  <a:lnTo>
                    <a:pt x="2240" y="524"/>
                  </a:lnTo>
                  <a:lnTo>
                    <a:pt x="2135" y="566"/>
                  </a:lnTo>
                  <a:lnTo>
                    <a:pt x="2093" y="461"/>
                  </a:lnTo>
                  <a:lnTo>
                    <a:pt x="2030" y="440"/>
                  </a:lnTo>
                  <a:lnTo>
                    <a:pt x="1968" y="377"/>
                  </a:lnTo>
                  <a:lnTo>
                    <a:pt x="2051" y="335"/>
                  </a:lnTo>
                  <a:lnTo>
                    <a:pt x="2093" y="210"/>
                  </a:lnTo>
                  <a:lnTo>
                    <a:pt x="1989" y="189"/>
                  </a:lnTo>
                  <a:lnTo>
                    <a:pt x="1863" y="84"/>
                  </a:lnTo>
                  <a:lnTo>
                    <a:pt x="1758" y="84"/>
                  </a:lnTo>
                  <a:lnTo>
                    <a:pt x="1717" y="43"/>
                  </a:lnTo>
                  <a:lnTo>
                    <a:pt x="150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86" name="Google Shape;1586;p60"/>
            <p:cNvSpPr/>
            <p:nvPr/>
          </p:nvSpPr>
          <p:spPr>
            <a:xfrm>
              <a:off x="3764778" y="2755577"/>
              <a:ext cx="24672" cy="21426"/>
            </a:xfrm>
            <a:custGeom>
              <a:avLst/>
              <a:gdLst/>
              <a:ahLst/>
              <a:cxnLst/>
              <a:rect l="l" t="t" r="r" b="b"/>
              <a:pathLst>
                <a:path w="2072" h="1884" extrusionOk="0">
                  <a:moveTo>
                    <a:pt x="1695" y="0"/>
                  </a:moveTo>
                  <a:lnTo>
                    <a:pt x="1549" y="21"/>
                  </a:lnTo>
                  <a:lnTo>
                    <a:pt x="1444" y="126"/>
                  </a:lnTo>
                  <a:lnTo>
                    <a:pt x="1340" y="84"/>
                  </a:lnTo>
                  <a:lnTo>
                    <a:pt x="1277" y="126"/>
                  </a:lnTo>
                  <a:lnTo>
                    <a:pt x="1130" y="126"/>
                  </a:lnTo>
                  <a:lnTo>
                    <a:pt x="1005" y="251"/>
                  </a:lnTo>
                  <a:lnTo>
                    <a:pt x="796" y="398"/>
                  </a:lnTo>
                  <a:lnTo>
                    <a:pt x="754" y="335"/>
                  </a:lnTo>
                  <a:lnTo>
                    <a:pt x="628" y="398"/>
                  </a:lnTo>
                  <a:lnTo>
                    <a:pt x="628" y="544"/>
                  </a:lnTo>
                  <a:lnTo>
                    <a:pt x="524" y="628"/>
                  </a:lnTo>
                  <a:lnTo>
                    <a:pt x="545" y="753"/>
                  </a:lnTo>
                  <a:lnTo>
                    <a:pt x="524" y="879"/>
                  </a:lnTo>
                  <a:lnTo>
                    <a:pt x="482" y="984"/>
                  </a:lnTo>
                  <a:lnTo>
                    <a:pt x="440" y="1046"/>
                  </a:lnTo>
                  <a:lnTo>
                    <a:pt x="335" y="1130"/>
                  </a:lnTo>
                  <a:lnTo>
                    <a:pt x="335" y="1193"/>
                  </a:lnTo>
                  <a:lnTo>
                    <a:pt x="482" y="1339"/>
                  </a:lnTo>
                  <a:lnTo>
                    <a:pt x="607" y="1360"/>
                  </a:lnTo>
                  <a:lnTo>
                    <a:pt x="482" y="1360"/>
                  </a:lnTo>
                  <a:lnTo>
                    <a:pt x="419" y="1402"/>
                  </a:lnTo>
                  <a:lnTo>
                    <a:pt x="377" y="1444"/>
                  </a:lnTo>
                  <a:lnTo>
                    <a:pt x="419" y="1507"/>
                  </a:lnTo>
                  <a:lnTo>
                    <a:pt x="503" y="1507"/>
                  </a:lnTo>
                  <a:lnTo>
                    <a:pt x="503" y="1569"/>
                  </a:lnTo>
                  <a:lnTo>
                    <a:pt x="398" y="1569"/>
                  </a:lnTo>
                  <a:lnTo>
                    <a:pt x="293" y="1486"/>
                  </a:lnTo>
                  <a:lnTo>
                    <a:pt x="189" y="1444"/>
                  </a:lnTo>
                  <a:lnTo>
                    <a:pt x="105" y="1465"/>
                  </a:lnTo>
                  <a:lnTo>
                    <a:pt x="126" y="1507"/>
                  </a:lnTo>
                  <a:lnTo>
                    <a:pt x="210" y="1548"/>
                  </a:lnTo>
                  <a:lnTo>
                    <a:pt x="314" y="1611"/>
                  </a:lnTo>
                  <a:lnTo>
                    <a:pt x="335" y="1590"/>
                  </a:lnTo>
                  <a:lnTo>
                    <a:pt x="440" y="1674"/>
                  </a:lnTo>
                  <a:lnTo>
                    <a:pt x="335" y="1611"/>
                  </a:lnTo>
                  <a:lnTo>
                    <a:pt x="273" y="1653"/>
                  </a:lnTo>
                  <a:lnTo>
                    <a:pt x="105" y="1590"/>
                  </a:lnTo>
                  <a:lnTo>
                    <a:pt x="1" y="1590"/>
                  </a:lnTo>
                  <a:lnTo>
                    <a:pt x="84" y="1611"/>
                  </a:lnTo>
                  <a:lnTo>
                    <a:pt x="126" y="1695"/>
                  </a:lnTo>
                  <a:lnTo>
                    <a:pt x="210" y="1695"/>
                  </a:lnTo>
                  <a:lnTo>
                    <a:pt x="293" y="1758"/>
                  </a:lnTo>
                  <a:lnTo>
                    <a:pt x="335" y="1695"/>
                  </a:lnTo>
                  <a:lnTo>
                    <a:pt x="440" y="1674"/>
                  </a:lnTo>
                  <a:lnTo>
                    <a:pt x="482" y="1653"/>
                  </a:lnTo>
                  <a:lnTo>
                    <a:pt x="545" y="1653"/>
                  </a:lnTo>
                  <a:lnTo>
                    <a:pt x="586" y="1548"/>
                  </a:lnTo>
                  <a:lnTo>
                    <a:pt x="796" y="1548"/>
                  </a:lnTo>
                  <a:lnTo>
                    <a:pt x="837" y="1611"/>
                  </a:lnTo>
                  <a:lnTo>
                    <a:pt x="942" y="1611"/>
                  </a:lnTo>
                  <a:lnTo>
                    <a:pt x="1005" y="1695"/>
                  </a:lnTo>
                  <a:lnTo>
                    <a:pt x="1151" y="1695"/>
                  </a:lnTo>
                  <a:lnTo>
                    <a:pt x="1214" y="1779"/>
                  </a:lnTo>
                  <a:lnTo>
                    <a:pt x="1214" y="1862"/>
                  </a:lnTo>
                  <a:lnTo>
                    <a:pt x="1319" y="1883"/>
                  </a:lnTo>
                  <a:lnTo>
                    <a:pt x="1361" y="1779"/>
                  </a:lnTo>
                  <a:lnTo>
                    <a:pt x="1381" y="1569"/>
                  </a:lnTo>
                  <a:lnTo>
                    <a:pt x="1361" y="1402"/>
                  </a:lnTo>
                  <a:lnTo>
                    <a:pt x="1444" y="1297"/>
                  </a:lnTo>
                  <a:lnTo>
                    <a:pt x="1486" y="1193"/>
                  </a:lnTo>
                  <a:lnTo>
                    <a:pt x="1654" y="1151"/>
                  </a:lnTo>
                  <a:lnTo>
                    <a:pt x="1800" y="1193"/>
                  </a:lnTo>
                  <a:lnTo>
                    <a:pt x="1884" y="1151"/>
                  </a:lnTo>
                  <a:lnTo>
                    <a:pt x="1800" y="1046"/>
                  </a:lnTo>
                  <a:lnTo>
                    <a:pt x="1884" y="984"/>
                  </a:lnTo>
                  <a:lnTo>
                    <a:pt x="1905" y="858"/>
                  </a:lnTo>
                  <a:lnTo>
                    <a:pt x="1946" y="774"/>
                  </a:lnTo>
                  <a:lnTo>
                    <a:pt x="1884" y="732"/>
                  </a:lnTo>
                  <a:lnTo>
                    <a:pt x="1758" y="732"/>
                  </a:lnTo>
                  <a:lnTo>
                    <a:pt x="1737" y="670"/>
                  </a:lnTo>
                  <a:lnTo>
                    <a:pt x="1779" y="544"/>
                  </a:lnTo>
                  <a:lnTo>
                    <a:pt x="1884" y="607"/>
                  </a:lnTo>
                  <a:lnTo>
                    <a:pt x="1967" y="544"/>
                  </a:lnTo>
                  <a:lnTo>
                    <a:pt x="1967" y="440"/>
                  </a:lnTo>
                  <a:lnTo>
                    <a:pt x="2009" y="335"/>
                  </a:lnTo>
                  <a:lnTo>
                    <a:pt x="2009" y="251"/>
                  </a:lnTo>
                  <a:lnTo>
                    <a:pt x="2072" y="230"/>
                  </a:lnTo>
                  <a:lnTo>
                    <a:pt x="2072" y="209"/>
                  </a:lnTo>
                  <a:lnTo>
                    <a:pt x="1967" y="147"/>
                  </a:lnTo>
                  <a:lnTo>
                    <a:pt x="1863" y="84"/>
                  </a:lnTo>
                  <a:lnTo>
                    <a:pt x="169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87" name="Google Shape;1587;p60"/>
            <p:cNvSpPr/>
            <p:nvPr/>
          </p:nvSpPr>
          <p:spPr>
            <a:xfrm>
              <a:off x="3762540" y="2773181"/>
              <a:ext cx="19445" cy="15956"/>
            </a:xfrm>
            <a:custGeom>
              <a:avLst/>
              <a:gdLst/>
              <a:ahLst/>
              <a:cxnLst/>
              <a:rect l="l" t="t" r="r" b="b"/>
              <a:pathLst>
                <a:path w="1633" h="1403" extrusionOk="0">
                  <a:moveTo>
                    <a:pt x="774" y="0"/>
                  </a:moveTo>
                  <a:lnTo>
                    <a:pt x="733" y="105"/>
                  </a:lnTo>
                  <a:lnTo>
                    <a:pt x="670" y="105"/>
                  </a:lnTo>
                  <a:lnTo>
                    <a:pt x="628" y="126"/>
                  </a:lnTo>
                  <a:lnTo>
                    <a:pt x="523" y="147"/>
                  </a:lnTo>
                  <a:lnTo>
                    <a:pt x="481" y="210"/>
                  </a:lnTo>
                  <a:lnTo>
                    <a:pt x="398" y="147"/>
                  </a:lnTo>
                  <a:lnTo>
                    <a:pt x="314" y="147"/>
                  </a:lnTo>
                  <a:lnTo>
                    <a:pt x="272" y="63"/>
                  </a:lnTo>
                  <a:lnTo>
                    <a:pt x="189" y="42"/>
                  </a:lnTo>
                  <a:lnTo>
                    <a:pt x="84" y="126"/>
                  </a:lnTo>
                  <a:lnTo>
                    <a:pt x="0" y="272"/>
                  </a:lnTo>
                  <a:lnTo>
                    <a:pt x="63" y="335"/>
                  </a:lnTo>
                  <a:lnTo>
                    <a:pt x="84" y="524"/>
                  </a:lnTo>
                  <a:lnTo>
                    <a:pt x="209" y="565"/>
                  </a:lnTo>
                  <a:lnTo>
                    <a:pt x="251" y="670"/>
                  </a:lnTo>
                  <a:lnTo>
                    <a:pt x="398" y="796"/>
                  </a:lnTo>
                  <a:lnTo>
                    <a:pt x="481" y="796"/>
                  </a:lnTo>
                  <a:lnTo>
                    <a:pt x="565" y="858"/>
                  </a:lnTo>
                  <a:lnTo>
                    <a:pt x="628" y="879"/>
                  </a:lnTo>
                  <a:lnTo>
                    <a:pt x="628" y="1047"/>
                  </a:lnTo>
                  <a:lnTo>
                    <a:pt x="774" y="1109"/>
                  </a:lnTo>
                  <a:lnTo>
                    <a:pt x="816" y="1068"/>
                  </a:lnTo>
                  <a:lnTo>
                    <a:pt x="900" y="1068"/>
                  </a:lnTo>
                  <a:lnTo>
                    <a:pt x="942" y="1109"/>
                  </a:lnTo>
                  <a:lnTo>
                    <a:pt x="1025" y="1151"/>
                  </a:lnTo>
                  <a:lnTo>
                    <a:pt x="1151" y="1298"/>
                  </a:lnTo>
                  <a:lnTo>
                    <a:pt x="1256" y="1319"/>
                  </a:lnTo>
                  <a:lnTo>
                    <a:pt x="1360" y="1402"/>
                  </a:lnTo>
                  <a:lnTo>
                    <a:pt x="1423" y="1361"/>
                  </a:lnTo>
                  <a:lnTo>
                    <a:pt x="1507" y="1361"/>
                  </a:lnTo>
                  <a:lnTo>
                    <a:pt x="1507" y="1298"/>
                  </a:lnTo>
                  <a:lnTo>
                    <a:pt x="1444" y="1256"/>
                  </a:lnTo>
                  <a:lnTo>
                    <a:pt x="1444" y="1172"/>
                  </a:lnTo>
                  <a:lnTo>
                    <a:pt x="1423" y="1109"/>
                  </a:lnTo>
                  <a:lnTo>
                    <a:pt x="1465" y="1047"/>
                  </a:lnTo>
                  <a:lnTo>
                    <a:pt x="1528" y="942"/>
                  </a:lnTo>
                  <a:lnTo>
                    <a:pt x="1549" y="942"/>
                  </a:lnTo>
                  <a:lnTo>
                    <a:pt x="1632" y="775"/>
                  </a:lnTo>
                  <a:lnTo>
                    <a:pt x="1549" y="670"/>
                  </a:lnTo>
                  <a:lnTo>
                    <a:pt x="1549" y="628"/>
                  </a:lnTo>
                  <a:lnTo>
                    <a:pt x="1465" y="440"/>
                  </a:lnTo>
                  <a:lnTo>
                    <a:pt x="1507" y="356"/>
                  </a:lnTo>
                  <a:lnTo>
                    <a:pt x="1507" y="335"/>
                  </a:lnTo>
                  <a:lnTo>
                    <a:pt x="1402" y="314"/>
                  </a:lnTo>
                  <a:lnTo>
                    <a:pt x="1402" y="231"/>
                  </a:lnTo>
                  <a:lnTo>
                    <a:pt x="1339" y="147"/>
                  </a:lnTo>
                  <a:lnTo>
                    <a:pt x="1193" y="147"/>
                  </a:lnTo>
                  <a:lnTo>
                    <a:pt x="1130" y="63"/>
                  </a:lnTo>
                  <a:lnTo>
                    <a:pt x="1025" y="63"/>
                  </a:lnTo>
                  <a:lnTo>
                    <a:pt x="98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88" name="Google Shape;1588;p60"/>
            <p:cNvSpPr/>
            <p:nvPr/>
          </p:nvSpPr>
          <p:spPr>
            <a:xfrm>
              <a:off x="3779484" y="2783894"/>
              <a:ext cx="4739" cy="6425"/>
            </a:xfrm>
            <a:custGeom>
              <a:avLst/>
              <a:gdLst/>
              <a:ahLst/>
              <a:cxnLst/>
              <a:rect l="l" t="t" r="r" b="b"/>
              <a:pathLst>
                <a:path w="398" h="565" extrusionOk="0">
                  <a:moveTo>
                    <a:pt x="105" y="0"/>
                  </a:moveTo>
                  <a:lnTo>
                    <a:pt x="42" y="105"/>
                  </a:lnTo>
                  <a:lnTo>
                    <a:pt x="0" y="167"/>
                  </a:lnTo>
                  <a:lnTo>
                    <a:pt x="21" y="230"/>
                  </a:lnTo>
                  <a:lnTo>
                    <a:pt x="21" y="314"/>
                  </a:lnTo>
                  <a:lnTo>
                    <a:pt x="84" y="356"/>
                  </a:lnTo>
                  <a:lnTo>
                    <a:pt x="84" y="419"/>
                  </a:lnTo>
                  <a:lnTo>
                    <a:pt x="105" y="419"/>
                  </a:lnTo>
                  <a:lnTo>
                    <a:pt x="146" y="523"/>
                  </a:lnTo>
                  <a:lnTo>
                    <a:pt x="314" y="565"/>
                  </a:lnTo>
                  <a:lnTo>
                    <a:pt x="398" y="544"/>
                  </a:lnTo>
                  <a:lnTo>
                    <a:pt x="398" y="356"/>
                  </a:lnTo>
                  <a:lnTo>
                    <a:pt x="335" y="314"/>
                  </a:lnTo>
                  <a:lnTo>
                    <a:pt x="314" y="167"/>
                  </a:lnTo>
                  <a:lnTo>
                    <a:pt x="188"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89" name="Google Shape;1589;p60"/>
            <p:cNvSpPr/>
            <p:nvPr/>
          </p:nvSpPr>
          <p:spPr>
            <a:xfrm>
              <a:off x="3681319" y="2737017"/>
              <a:ext cx="27661" cy="34982"/>
            </a:xfrm>
            <a:custGeom>
              <a:avLst/>
              <a:gdLst/>
              <a:ahLst/>
              <a:cxnLst/>
              <a:rect l="l" t="t" r="r" b="b"/>
              <a:pathLst>
                <a:path w="2323" h="3076" extrusionOk="0">
                  <a:moveTo>
                    <a:pt x="1737" y="0"/>
                  </a:moveTo>
                  <a:lnTo>
                    <a:pt x="1779" y="84"/>
                  </a:lnTo>
                  <a:lnTo>
                    <a:pt x="1653" y="84"/>
                  </a:lnTo>
                  <a:lnTo>
                    <a:pt x="1674" y="209"/>
                  </a:lnTo>
                  <a:lnTo>
                    <a:pt x="1590" y="314"/>
                  </a:lnTo>
                  <a:lnTo>
                    <a:pt x="1590" y="230"/>
                  </a:lnTo>
                  <a:lnTo>
                    <a:pt x="1653" y="188"/>
                  </a:lnTo>
                  <a:lnTo>
                    <a:pt x="1590" y="84"/>
                  </a:lnTo>
                  <a:lnTo>
                    <a:pt x="1528" y="105"/>
                  </a:lnTo>
                  <a:lnTo>
                    <a:pt x="1569" y="167"/>
                  </a:lnTo>
                  <a:lnTo>
                    <a:pt x="1465" y="188"/>
                  </a:lnTo>
                  <a:lnTo>
                    <a:pt x="1423" y="147"/>
                  </a:lnTo>
                  <a:lnTo>
                    <a:pt x="1256" y="167"/>
                  </a:lnTo>
                  <a:lnTo>
                    <a:pt x="1256" y="230"/>
                  </a:lnTo>
                  <a:lnTo>
                    <a:pt x="1214" y="230"/>
                  </a:lnTo>
                  <a:lnTo>
                    <a:pt x="1172" y="356"/>
                  </a:lnTo>
                  <a:lnTo>
                    <a:pt x="1256" y="377"/>
                  </a:lnTo>
                  <a:lnTo>
                    <a:pt x="1235" y="419"/>
                  </a:lnTo>
                  <a:lnTo>
                    <a:pt x="1151" y="419"/>
                  </a:lnTo>
                  <a:lnTo>
                    <a:pt x="1151" y="481"/>
                  </a:lnTo>
                  <a:lnTo>
                    <a:pt x="1046" y="502"/>
                  </a:lnTo>
                  <a:lnTo>
                    <a:pt x="1067" y="586"/>
                  </a:lnTo>
                  <a:lnTo>
                    <a:pt x="1214" y="586"/>
                  </a:lnTo>
                  <a:lnTo>
                    <a:pt x="1172" y="607"/>
                  </a:lnTo>
                  <a:lnTo>
                    <a:pt x="1276" y="586"/>
                  </a:lnTo>
                  <a:lnTo>
                    <a:pt x="1360" y="586"/>
                  </a:lnTo>
                  <a:lnTo>
                    <a:pt x="1235" y="711"/>
                  </a:lnTo>
                  <a:lnTo>
                    <a:pt x="1046" y="795"/>
                  </a:lnTo>
                  <a:lnTo>
                    <a:pt x="1130" y="837"/>
                  </a:lnTo>
                  <a:lnTo>
                    <a:pt x="942" y="879"/>
                  </a:lnTo>
                  <a:lnTo>
                    <a:pt x="858" y="837"/>
                  </a:lnTo>
                  <a:lnTo>
                    <a:pt x="795" y="921"/>
                  </a:lnTo>
                  <a:lnTo>
                    <a:pt x="753" y="816"/>
                  </a:lnTo>
                  <a:lnTo>
                    <a:pt x="502" y="753"/>
                  </a:lnTo>
                  <a:lnTo>
                    <a:pt x="502" y="816"/>
                  </a:lnTo>
                  <a:lnTo>
                    <a:pt x="335" y="753"/>
                  </a:lnTo>
                  <a:lnTo>
                    <a:pt x="314" y="942"/>
                  </a:lnTo>
                  <a:lnTo>
                    <a:pt x="398" y="879"/>
                  </a:lnTo>
                  <a:lnTo>
                    <a:pt x="419" y="942"/>
                  </a:lnTo>
                  <a:lnTo>
                    <a:pt x="440" y="984"/>
                  </a:lnTo>
                  <a:lnTo>
                    <a:pt x="481" y="1088"/>
                  </a:lnTo>
                  <a:lnTo>
                    <a:pt x="419" y="1088"/>
                  </a:lnTo>
                  <a:lnTo>
                    <a:pt x="398" y="1025"/>
                  </a:lnTo>
                  <a:lnTo>
                    <a:pt x="272" y="1025"/>
                  </a:lnTo>
                  <a:lnTo>
                    <a:pt x="419" y="1130"/>
                  </a:lnTo>
                  <a:lnTo>
                    <a:pt x="544" y="1109"/>
                  </a:lnTo>
                  <a:lnTo>
                    <a:pt x="586" y="1214"/>
                  </a:lnTo>
                  <a:lnTo>
                    <a:pt x="440" y="1235"/>
                  </a:lnTo>
                  <a:lnTo>
                    <a:pt x="419" y="1276"/>
                  </a:lnTo>
                  <a:lnTo>
                    <a:pt x="440" y="1339"/>
                  </a:lnTo>
                  <a:lnTo>
                    <a:pt x="293" y="1360"/>
                  </a:lnTo>
                  <a:lnTo>
                    <a:pt x="335" y="1444"/>
                  </a:lnTo>
                  <a:lnTo>
                    <a:pt x="272" y="1465"/>
                  </a:lnTo>
                  <a:lnTo>
                    <a:pt x="377" y="1528"/>
                  </a:lnTo>
                  <a:lnTo>
                    <a:pt x="419" y="1507"/>
                  </a:lnTo>
                  <a:lnTo>
                    <a:pt x="398" y="1548"/>
                  </a:lnTo>
                  <a:lnTo>
                    <a:pt x="523" y="1528"/>
                  </a:lnTo>
                  <a:lnTo>
                    <a:pt x="544" y="1674"/>
                  </a:lnTo>
                  <a:lnTo>
                    <a:pt x="858" y="1674"/>
                  </a:lnTo>
                  <a:lnTo>
                    <a:pt x="753" y="1758"/>
                  </a:lnTo>
                  <a:lnTo>
                    <a:pt x="691" y="1737"/>
                  </a:lnTo>
                  <a:lnTo>
                    <a:pt x="586" y="1925"/>
                  </a:lnTo>
                  <a:lnTo>
                    <a:pt x="628" y="1925"/>
                  </a:lnTo>
                  <a:lnTo>
                    <a:pt x="523" y="2051"/>
                  </a:lnTo>
                  <a:lnTo>
                    <a:pt x="335" y="2176"/>
                  </a:lnTo>
                  <a:lnTo>
                    <a:pt x="419" y="2176"/>
                  </a:lnTo>
                  <a:lnTo>
                    <a:pt x="523" y="2134"/>
                  </a:lnTo>
                  <a:lnTo>
                    <a:pt x="586" y="2155"/>
                  </a:lnTo>
                  <a:lnTo>
                    <a:pt x="732" y="2155"/>
                  </a:lnTo>
                  <a:lnTo>
                    <a:pt x="816" y="2072"/>
                  </a:lnTo>
                  <a:lnTo>
                    <a:pt x="816" y="2092"/>
                  </a:lnTo>
                  <a:lnTo>
                    <a:pt x="942" y="2134"/>
                  </a:lnTo>
                  <a:lnTo>
                    <a:pt x="691" y="2176"/>
                  </a:lnTo>
                  <a:lnTo>
                    <a:pt x="502" y="2197"/>
                  </a:lnTo>
                  <a:lnTo>
                    <a:pt x="440" y="2281"/>
                  </a:lnTo>
                  <a:lnTo>
                    <a:pt x="314" y="2302"/>
                  </a:lnTo>
                  <a:lnTo>
                    <a:pt x="377" y="2364"/>
                  </a:lnTo>
                  <a:lnTo>
                    <a:pt x="335" y="2406"/>
                  </a:lnTo>
                  <a:lnTo>
                    <a:pt x="398" y="2448"/>
                  </a:lnTo>
                  <a:lnTo>
                    <a:pt x="293" y="2469"/>
                  </a:lnTo>
                  <a:lnTo>
                    <a:pt x="209" y="2385"/>
                  </a:lnTo>
                  <a:lnTo>
                    <a:pt x="188" y="2448"/>
                  </a:lnTo>
                  <a:lnTo>
                    <a:pt x="168" y="2406"/>
                  </a:lnTo>
                  <a:lnTo>
                    <a:pt x="0" y="2490"/>
                  </a:lnTo>
                  <a:lnTo>
                    <a:pt x="21" y="2511"/>
                  </a:lnTo>
                  <a:lnTo>
                    <a:pt x="398" y="2511"/>
                  </a:lnTo>
                  <a:lnTo>
                    <a:pt x="272" y="2595"/>
                  </a:lnTo>
                  <a:lnTo>
                    <a:pt x="105" y="2657"/>
                  </a:lnTo>
                  <a:lnTo>
                    <a:pt x="63" y="2762"/>
                  </a:lnTo>
                  <a:lnTo>
                    <a:pt x="168" y="2762"/>
                  </a:lnTo>
                  <a:lnTo>
                    <a:pt x="188" y="2825"/>
                  </a:lnTo>
                  <a:lnTo>
                    <a:pt x="440" y="2762"/>
                  </a:lnTo>
                  <a:lnTo>
                    <a:pt x="440" y="2762"/>
                  </a:lnTo>
                  <a:lnTo>
                    <a:pt x="230" y="2888"/>
                  </a:lnTo>
                  <a:lnTo>
                    <a:pt x="168" y="2929"/>
                  </a:lnTo>
                  <a:lnTo>
                    <a:pt x="314" y="2929"/>
                  </a:lnTo>
                  <a:lnTo>
                    <a:pt x="502" y="2825"/>
                  </a:lnTo>
                  <a:lnTo>
                    <a:pt x="481" y="2908"/>
                  </a:lnTo>
                  <a:lnTo>
                    <a:pt x="314" y="2992"/>
                  </a:lnTo>
                  <a:lnTo>
                    <a:pt x="419" y="2992"/>
                  </a:lnTo>
                  <a:lnTo>
                    <a:pt x="398" y="3034"/>
                  </a:lnTo>
                  <a:lnTo>
                    <a:pt x="398" y="3034"/>
                  </a:lnTo>
                  <a:lnTo>
                    <a:pt x="523" y="3013"/>
                  </a:lnTo>
                  <a:lnTo>
                    <a:pt x="607" y="3076"/>
                  </a:lnTo>
                  <a:lnTo>
                    <a:pt x="795" y="3034"/>
                  </a:lnTo>
                  <a:lnTo>
                    <a:pt x="963" y="2992"/>
                  </a:lnTo>
                  <a:lnTo>
                    <a:pt x="1130" y="2888"/>
                  </a:lnTo>
                  <a:lnTo>
                    <a:pt x="1067" y="2783"/>
                  </a:lnTo>
                  <a:lnTo>
                    <a:pt x="1172" y="2783"/>
                  </a:lnTo>
                  <a:lnTo>
                    <a:pt x="1151" y="2867"/>
                  </a:lnTo>
                  <a:lnTo>
                    <a:pt x="1256" y="2867"/>
                  </a:lnTo>
                  <a:lnTo>
                    <a:pt x="1360" y="2720"/>
                  </a:lnTo>
                  <a:lnTo>
                    <a:pt x="1444" y="2762"/>
                  </a:lnTo>
                  <a:lnTo>
                    <a:pt x="1465" y="2657"/>
                  </a:lnTo>
                  <a:lnTo>
                    <a:pt x="1800" y="2595"/>
                  </a:lnTo>
                  <a:lnTo>
                    <a:pt x="1841" y="2511"/>
                  </a:lnTo>
                  <a:lnTo>
                    <a:pt x="1862" y="2616"/>
                  </a:lnTo>
                  <a:lnTo>
                    <a:pt x="1946" y="2553"/>
                  </a:lnTo>
                  <a:lnTo>
                    <a:pt x="2009" y="2574"/>
                  </a:lnTo>
                  <a:lnTo>
                    <a:pt x="2176" y="2574"/>
                  </a:lnTo>
                  <a:lnTo>
                    <a:pt x="2072" y="2406"/>
                  </a:lnTo>
                  <a:lnTo>
                    <a:pt x="2155" y="2385"/>
                  </a:lnTo>
                  <a:lnTo>
                    <a:pt x="2218" y="2281"/>
                  </a:lnTo>
                  <a:lnTo>
                    <a:pt x="2218" y="2176"/>
                  </a:lnTo>
                  <a:lnTo>
                    <a:pt x="2302" y="2072"/>
                  </a:lnTo>
                  <a:lnTo>
                    <a:pt x="2323" y="1967"/>
                  </a:lnTo>
                  <a:lnTo>
                    <a:pt x="2302" y="1716"/>
                  </a:lnTo>
                  <a:lnTo>
                    <a:pt x="2218" y="1674"/>
                  </a:lnTo>
                  <a:lnTo>
                    <a:pt x="2302" y="1632"/>
                  </a:lnTo>
                  <a:lnTo>
                    <a:pt x="2302" y="1507"/>
                  </a:lnTo>
                  <a:lnTo>
                    <a:pt x="2218" y="1402"/>
                  </a:lnTo>
                  <a:lnTo>
                    <a:pt x="2260" y="1256"/>
                  </a:lnTo>
                  <a:lnTo>
                    <a:pt x="2176" y="1214"/>
                  </a:lnTo>
                  <a:lnTo>
                    <a:pt x="2197" y="1130"/>
                  </a:lnTo>
                  <a:lnTo>
                    <a:pt x="2281" y="1151"/>
                  </a:lnTo>
                  <a:lnTo>
                    <a:pt x="2281" y="1151"/>
                  </a:lnTo>
                  <a:lnTo>
                    <a:pt x="2155" y="1088"/>
                  </a:lnTo>
                  <a:lnTo>
                    <a:pt x="2072" y="1046"/>
                  </a:lnTo>
                  <a:lnTo>
                    <a:pt x="1967" y="837"/>
                  </a:lnTo>
                  <a:lnTo>
                    <a:pt x="1800" y="732"/>
                  </a:lnTo>
                  <a:lnTo>
                    <a:pt x="1737" y="795"/>
                  </a:lnTo>
                  <a:lnTo>
                    <a:pt x="1695" y="942"/>
                  </a:lnTo>
                  <a:lnTo>
                    <a:pt x="1632" y="984"/>
                  </a:lnTo>
                  <a:lnTo>
                    <a:pt x="1360" y="732"/>
                  </a:lnTo>
                  <a:lnTo>
                    <a:pt x="1486" y="502"/>
                  </a:lnTo>
                  <a:lnTo>
                    <a:pt x="1632" y="481"/>
                  </a:lnTo>
                  <a:lnTo>
                    <a:pt x="1653" y="377"/>
                  </a:lnTo>
                  <a:lnTo>
                    <a:pt x="1737" y="356"/>
                  </a:lnTo>
                  <a:lnTo>
                    <a:pt x="1779" y="272"/>
                  </a:lnTo>
                  <a:lnTo>
                    <a:pt x="1737" y="293"/>
                  </a:lnTo>
                  <a:lnTo>
                    <a:pt x="1737" y="293"/>
                  </a:lnTo>
                  <a:lnTo>
                    <a:pt x="1841" y="188"/>
                  </a:lnTo>
                  <a:lnTo>
                    <a:pt x="1946" y="147"/>
                  </a:lnTo>
                  <a:lnTo>
                    <a:pt x="1841" y="84"/>
                  </a:lnTo>
                  <a:lnTo>
                    <a:pt x="173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1590" name="Google Shape;1590;p60"/>
            <p:cNvGrpSpPr/>
            <p:nvPr/>
          </p:nvGrpSpPr>
          <p:grpSpPr>
            <a:xfrm>
              <a:off x="3697513" y="2707266"/>
              <a:ext cx="59549" cy="79733"/>
              <a:chOff x="3586375" y="2281300"/>
              <a:chExt cx="125025" cy="175275"/>
            </a:xfrm>
          </p:grpSpPr>
          <p:sp>
            <p:nvSpPr>
              <p:cNvPr id="1591" name="Google Shape;1591;p60"/>
              <p:cNvSpPr/>
              <p:nvPr/>
            </p:nvSpPr>
            <p:spPr>
              <a:xfrm>
                <a:off x="3609900" y="2281300"/>
                <a:ext cx="101500" cy="175275"/>
              </a:xfrm>
              <a:custGeom>
                <a:avLst/>
                <a:gdLst/>
                <a:ahLst/>
                <a:cxnLst/>
                <a:rect l="l" t="t" r="r" b="b"/>
                <a:pathLst>
                  <a:path w="4060" h="7011" extrusionOk="0">
                    <a:moveTo>
                      <a:pt x="1340" y="1"/>
                    </a:moveTo>
                    <a:lnTo>
                      <a:pt x="1277" y="63"/>
                    </a:lnTo>
                    <a:lnTo>
                      <a:pt x="1235" y="42"/>
                    </a:lnTo>
                    <a:lnTo>
                      <a:pt x="1110" y="84"/>
                    </a:lnTo>
                    <a:lnTo>
                      <a:pt x="1026" y="84"/>
                    </a:lnTo>
                    <a:lnTo>
                      <a:pt x="921" y="105"/>
                    </a:lnTo>
                    <a:lnTo>
                      <a:pt x="859" y="105"/>
                    </a:lnTo>
                    <a:lnTo>
                      <a:pt x="838" y="168"/>
                    </a:lnTo>
                    <a:lnTo>
                      <a:pt x="838" y="105"/>
                    </a:lnTo>
                    <a:lnTo>
                      <a:pt x="796" y="84"/>
                    </a:lnTo>
                    <a:lnTo>
                      <a:pt x="712" y="168"/>
                    </a:lnTo>
                    <a:lnTo>
                      <a:pt x="733" y="105"/>
                    </a:lnTo>
                    <a:lnTo>
                      <a:pt x="608" y="42"/>
                    </a:lnTo>
                    <a:lnTo>
                      <a:pt x="587" y="105"/>
                    </a:lnTo>
                    <a:lnTo>
                      <a:pt x="524" y="168"/>
                    </a:lnTo>
                    <a:lnTo>
                      <a:pt x="545" y="231"/>
                    </a:lnTo>
                    <a:lnTo>
                      <a:pt x="524" y="231"/>
                    </a:lnTo>
                    <a:lnTo>
                      <a:pt x="524" y="314"/>
                    </a:lnTo>
                    <a:lnTo>
                      <a:pt x="419" y="356"/>
                    </a:lnTo>
                    <a:lnTo>
                      <a:pt x="482" y="419"/>
                    </a:lnTo>
                    <a:lnTo>
                      <a:pt x="440" y="503"/>
                    </a:lnTo>
                    <a:lnTo>
                      <a:pt x="398" y="503"/>
                    </a:lnTo>
                    <a:lnTo>
                      <a:pt x="503" y="607"/>
                    </a:lnTo>
                    <a:lnTo>
                      <a:pt x="545" y="670"/>
                    </a:lnTo>
                    <a:lnTo>
                      <a:pt x="419" y="607"/>
                    </a:lnTo>
                    <a:lnTo>
                      <a:pt x="398" y="670"/>
                    </a:lnTo>
                    <a:lnTo>
                      <a:pt x="315" y="587"/>
                    </a:lnTo>
                    <a:lnTo>
                      <a:pt x="294" y="628"/>
                    </a:lnTo>
                    <a:lnTo>
                      <a:pt x="315" y="691"/>
                    </a:lnTo>
                    <a:lnTo>
                      <a:pt x="294" y="733"/>
                    </a:lnTo>
                    <a:lnTo>
                      <a:pt x="273" y="628"/>
                    </a:lnTo>
                    <a:lnTo>
                      <a:pt x="210" y="733"/>
                    </a:lnTo>
                    <a:lnTo>
                      <a:pt x="273" y="796"/>
                    </a:lnTo>
                    <a:lnTo>
                      <a:pt x="210" y="817"/>
                    </a:lnTo>
                    <a:lnTo>
                      <a:pt x="294" y="900"/>
                    </a:lnTo>
                    <a:lnTo>
                      <a:pt x="336" y="900"/>
                    </a:lnTo>
                    <a:lnTo>
                      <a:pt x="294" y="942"/>
                    </a:lnTo>
                    <a:lnTo>
                      <a:pt x="210" y="900"/>
                    </a:lnTo>
                    <a:lnTo>
                      <a:pt x="210" y="1026"/>
                    </a:lnTo>
                    <a:lnTo>
                      <a:pt x="210" y="1047"/>
                    </a:lnTo>
                    <a:lnTo>
                      <a:pt x="377" y="1026"/>
                    </a:lnTo>
                    <a:lnTo>
                      <a:pt x="273" y="1089"/>
                    </a:lnTo>
                    <a:lnTo>
                      <a:pt x="273" y="1110"/>
                    </a:lnTo>
                    <a:lnTo>
                      <a:pt x="294" y="1131"/>
                    </a:lnTo>
                    <a:lnTo>
                      <a:pt x="377" y="1110"/>
                    </a:lnTo>
                    <a:lnTo>
                      <a:pt x="336" y="1131"/>
                    </a:lnTo>
                    <a:lnTo>
                      <a:pt x="398" y="1151"/>
                    </a:lnTo>
                    <a:lnTo>
                      <a:pt x="398" y="1151"/>
                    </a:lnTo>
                    <a:lnTo>
                      <a:pt x="315" y="1131"/>
                    </a:lnTo>
                    <a:lnTo>
                      <a:pt x="294" y="1151"/>
                    </a:lnTo>
                    <a:lnTo>
                      <a:pt x="294" y="1214"/>
                    </a:lnTo>
                    <a:lnTo>
                      <a:pt x="315" y="1235"/>
                    </a:lnTo>
                    <a:lnTo>
                      <a:pt x="273" y="1256"/>
                    </a:lnTo>
                    <a:lnTo>
                      <a:pt x="231" y="1319"/>
                    </a:lnTo>
                    <a:lnTo>
                      <a:pt x="294" y="1319"/>
                    </a:lnTo>
                    <a:lnTo>
                      <a:pt x="294" y="1361"/>
                    </a:lnTo>
                    <a:lnTo>
                      <a:pt x="210" y="1340"/>
                    </a:lnTo>
                    <a:lnTo>
                      <a:pt x="189" y="1403"/>
                    </a:lnTo>
                    <a:lnTo>
                      <a:pt x="210" y="1444"/>
                    </a:lnTo>
                    <a:lnTo>
                      <a:pt x="189" y="1465"/>
                    </a:lnTo>
                    <a:lnTo>
                      <a:pt x="168" y="1528"/>
                    </a:lnTo>
                    <a:lnTo>
                      <a:pt x="63" y="1528"/>
                    </a:lnTo>
                    <a:lnTo>
                      <a:pt x="1" y="1549"/>
                    </a:lnTo>
                    <a:lnTo>
                      <a:pt x="63" y="1570"/>
                    </a:lnTo>
                    <a:lnTo>
                      <a:pt x="126" y="1570"/>
                    </a:lnTo>
                    <a:lnTo>
                      <a:pt x="189" y="1612"/>
                    </a:lnTo>
                    <a:lnTo>
                      <a:pt x="168" y="1633"/>
                    </a:lnTo>
                    <a:lnTo>
                      <a:pt x="105" y="1633"/>
                    </a:lnTo>
                    <a:lnTo>
                      <a:pt x="189" y="1716"/>
                    </a:lnTo>
                    <a:lnTo>
                      <a:pt x="210" y="1716"/>
                    </a:lnTo>
                    <a:lnTo>
                      <a:pt x="273" y="1737"/>
                    </a:lnTo>
                    <a:lnTo>
                      <a:pt x="503" y="1507"/>
                    </a:lnTo>
                    <a:lnTo>
                      <a:pt x="482" y="1570"/>
                    </a:lnTo>
                    <a:lnTo>
                      <a:pt x="503" y="1612"/>
                    </a:lnTo>
                    <a:lnTo>
                      <a:pt x="419" y="1633"/>
                    </a:lnTo>
                    <a:lnTo>
                      <a:pt x="377" y="1758"/>
                    </a:lnTo>
                    <a:lnTo>
                      <a:pt x="377" y="1779"/>
                    </a:lnTo>
                    <a:lnTo>
                      <a:pt x="315" y="1947"/>
                    </a:lnTo>
                    <a:lnTo>
                      <a:pt x="336" y="1947"/>
                    </a:lnTo>
                    <a:lnTo>
                      <a:pt x="294" y="2135"/>
                    </a:lnTo>
                    <a:lnTo>
                      <a:pt x="294" y="2239"/>
                    </a:lnTo>
                    <a:lnTo>
                      <a:pt x="231" y="2281"/>
                    </a:lnTo>
                    <a:lnTo>
                      <a:pt x="294" y="2323"/>
                    </a:lnTo>
                    <a:lnTo>
                      <a:pt x="315" y="2302"/>
                    </a:lnTo>
                    <a:lnTo>
                      <a:pt x="231" y="2449"/>
                    </a:lnTo>
                    <a:lnTo>
                      <a:pt x="231" y="2595"/>
                    </a:lnTo>
                    <a:lnTo>
                      <a:pt x="189" y="2658"/>
                    </a:lnTo>
                    <a:lnTo>
                      <a:pt x="189" y="2700"/>
                    </a:lnTo>
                    <a:lnTo>
                      <a:pt x="315" y="2700"/>
                    </a:lnTo>
                    <a:lnTo>
                      <a:pt x="294" y="2595"/>
                    </a:lnTo>
                    <a:lnTo>
                      <a:pt x="336" y="2491"/>
                    </a:lnTo>
                    <a:lnTo>
                      <a:pt x="336" y="2407"/>
                    </a:lnTo>
                    <a:lnTo>
                      <a:pt x="398" y="2323"/>
                    </a:lnTo>
                    <a:lnTo>
                      <a:pt x="336" y="2135"/>
                    </a:lnTo>
                    <a:lnTo>
                      <a:pt x="398" y="2135"/>
                    </a:lnTo>
                    <a:lnTo>
                      <a:pt x="545" y="1947"/>
                    </a:lnTo>
                    <a:lnTo>
                      <a:pt x="440" y="2135"/>
                    </a:lnTo>
                    <a:lnTo>
                      <a:pt x="419" y="2239"/>
                    </a:lnTo>
                    <a:lnTo>
                      <a:pt x="482" y="2260"/>
                    </a:lnTo>
                    <a:lnTo>
                      <a:pt x="482" y="2198"/>
                    </a:lnTo>
                    <a:lnTo>
                      <a:pt x="545" y="2135"/>
                    </a:lnTo>
                    <a:lnTo>
                      <a:pt x="587" y="2260"/>
                    </a:lnTo>
                    <a:lnTo>
                      <a:pt x="628" y="2135"/>
                    </a:lnTo>
                    <a:lnTo>
                      <a:pt x="628" y="2030"/>
                    </a:lnTo>
                    <a:lnTo>
                      <a:pt x="691" y="1988"/>
                    </a:lnTo>
                    <a:lnTo>
                      <a:pt x="649" y="2135"/>
                    </a:lnTo>
                    <a:lnTo>
                      <a:pt x="754" y="2198"/>
                    </a:lnTo>
                    <a:lnTo>
                      <a:pt x="649" y="2177"/>
                    </a:lnTo>
                    <a:lnTo>
                      <a:pt x="628" y="2323"/>
                    </a:lnTo>
                    <a:lnTo>
                      <a:pt x="649" y="2449"/>
                    </a:lnTo>
                    <a:lnTo>
                      <a:pt x="712" y="2470"/>
                    </a:lnTo>
                    <a:lnTo>
                      <a:pt x="754" y="2574"/>
                    </a:lnTo>
                    <a:lnTo>
                      <a:pt x="649" y="2658"/>
                    </a:lnTo>
                    <a:lnTo>
                      <a:pt x="587" y="2909"/>
                    </a:lnTo>
                    <a:lnTo>
                      <a:pt x="587" y="3014"/>
                    </a:lnTo>
                    <a:lnTo>
                      <a:pt x="503" y="2972"/>
                    </a:lnTo>
                    <a:lnTo>
                      <a:pt x="503" y="3097"/>
                    </a:lnTo>
                    <a:lnTo>
                      <a:pt x="628" y="3244"/>
                    </a:lnTo>
                    <a:lnTo>
                      <a:pt x="587" y="3097"/>
                    </a:lnTo>
                    <a:lnTo>
                      <a:pt x="649" y="3076"/>
                    </a:lnTo>
                    <a:lnTo>
                      <a:pt x="859" y="3223"/>
                    </a:lnTo>
                    <a:lnTo>
                      <a:pt x="859" y="3097"/>
                    </a:lnTo>
                    <a:lnTo>
                      <a:pt x="796" y="3035"/>
                    </a:lnTo>
                    <a:lnTo>
                      <a:pt x="838" y="3014"/>
                    </a:lnTo>
                    <a:lnTo>
                      <a:pt x="1005" y="3118"/>
                    </a:lnTo>
                    <a:lnTo>
                      <a:pt x="1131" y="3118"/>
                    </a:lnTo>
                    <a:lnTo>
                      <a:pt x="1131" y="3076"/>
                    </a:lnTo>
                    <a:lnTo>
                      <a:pt x="1235" y="3076"/>
                    </a:lnTo>
                    <a:lnTo>
                      <a:pt x="1256" y="2972"/>
                    </a:lnTo>
                    <a:lnTo>
                      <a:pt x="1549" y="2993"/>
                    </a:lnTo>
                    <a:lnTo>
                      <a:pt x="1361" y="3014"/>
                    </a:lnTo>
                    <a:lnTo>
                      <a:pt x="1235" y="3348"/>
                    </a:lnTo>
                    <a:lnTo>
                      <a:pt x="1382" y="3620"/>
                    </a:lnTo>
                    <a:lnTo>
                      <a:pt x="1444" y="3558"/>
                    </a:lnTo>
                    <a:lnTo>
                      <a:pt x="1444" y="3704"/>
                    </a:lnTo>
                    <a:lnTo>
                      <a:pt x="1549" y="3600"/>
                    </a:lnTo>
                    <a:lnTo>
                      <a:pt x="1654" y="3600"/>
                    </a:lnTo>
                    <a:lnTo>
                      <a:pt x="1633" y="3746"/>
                    </a:lnTo>
                    <a:lnTo>
                      <a:pt x="1654" y="3767"/>
                    </a:lnTo>
                    <a:lnTo>
                      <a:pt x="1549" y="3851"/>
                    </a:lnTo>
                    <a:lnTo>
                      <a:pt x="1570" y="4018"/>
                    </a:lnTo>
                    <a:lnTo>
                      <a:pt x="1528" y="4123"/>
                    </a:lnTo>
                    <a:lnTo>
                      <a:pt x="1570" y="4227"/>
                    </a:lnTo>
                    <a:lnTo>
                      <a:pt x="1654" y="4290"/>
                    </a:lnTo>
                    <a:lnTo>
                      <a:pt x="1737" y="4290"/>
                    </a:lnTo>
                    <a:lnTo>
                      <a:pt x="1675" y="4332"/>
                    </a:lnTo>
                    <a:lnTo>
                      <a:pt x="1591" y="4332"/>
                    </a:lnTo>
                    <a:lnTo>
                      <a:pt x="1549" y="4248"/>
                    </a:lnTo>
                    <a:lnTo>
                      <a:pt x="1465" y="4269"/>
                    </a:lnTo>
                    <a:lnTo>
                      <a:pt x="1528" y="4353"/>
                    </a:lnTo>
                    <a:lnTo>
                      <a:pt x="1591" y="4395"/>
                    </a:lnTo>
                    <a:lnTo>
                      <a:pt x="1486" y="4374"/>
                    </a:lnTo>
                    <a:lnTo>
                      <a:pt x="1424" y="4290"/>
                    </a:lnTo>
                    <a:lnTo>
                      <a:pt x="1235" y="4353"/>
                    </a:lnTo>
                    <a:lnTo>
                      <a:pt x="1152" y="4353"/>
                    </a:lnTo>
                    <a:lnTo>
                      <a:pt x="963" y="4436"/>
                    </a:lnTo>
                    <a:lnTo>
                      <a:pt x="859" y="4583"/>
                    </a:lnTo>
                    <a:lnTo>
                      <a:pt x="733" y="4667"/>
                    </a:lnTo>
                    <a:lnTo>
                      <a:pt x="691" y="4750"/>
                    </a:lnTo>
                    <a:lnTo>
                      <a:pt x="817" y="4750"/>
                    </a:lnTo>
                    <a:lnTo>
                      <a:pt x="817" y="4688"/>
                    </a:lnTo>
                    <a:lnTo>
                      <a:pt x="1026" y="4646"/>
                    </a:lnTo>
                    <a:lnTo>
                      <a:pt x="1005" y="4750"/>
                    </a:lnTo>
                    <a:lnTo>
                      <a:pt x="1068" y="4813"/>
                    </a:lnTo>
                    <a:lnTo>
                      <a:pt x="1005" y="4876"/>
                    </a:lnTo>
                    <a:lnTo>
                      <a:pt x="1026" y="4960"/>
                    </a:lnTo>
                    <a:lnTo>
                      <a:pt x="1068" y="4960"/>
                    </a:lnTo>
                    <a:lnTo>
                      <a:pt x="942" y="5190"/>
                    </a:lnTo>
                    <a:lnTo>
                      <a:pt x="859" y="5232"/>
                    </a:lnTo>
                    <a:lnTo>
                      <a:pt x="754" y="5294"/>
                    </a:lnTo>
                    <a:lnTo>
                      <a:pt x="733" y="5294"/>
                    </a:lnTo>
                    <a:lnTo>
                      <a:pt x="608" y="5378"/>
                    </a:lnTo>
                    <a:lnTo>
                      <a:pt x="524" y="5378"/>
                    </a:lnTo>
                    <a:lnTo>
                      <a:pt x="398" y="5483"/>
                    </a:lnTo>
                    <a:lnTo>
                      <a:pt x="503" y="5483"/>
                    </a:lnTo>
                    <a:lnTo>
                      <a:pt x="503" y="5545"/>
                    </a:lnTo>
                    <a:lnTo>
                      <a:pt x="419" y="5608"/>
                    </a:lnTo>
                    <a:lnTo>
                      <a:pt x="545" y="5629"/>
                    </a:lnTo>
                    <a:lnTo>
                      <a:pt x="524" y="5650"/>
                    </a:lnTo>
                    <a:lnTo>
                      <a:pt x="587" y="5692"/>
                    </a:lnTo>
                    <a:lnTo>
                      <a:pt x="649" y="5650"/>
                    </a:lnTo>
                    <a:lnTo>
                      <a:pt x="754" y="5608"/>
                    </a:lnTo>
                    <a:lnTo>
                      <a:pt x="900" y="5545"/>
                    </a:lnTo>
                    <a:lnTo>
                      <a:pt x="921" y="5629"/>
                    </a:lnTo>
                    <a:lnTo>
                      <a:pt x="1026" y="5650"/>
                    </a:lnTo>
                    <a:lnTo>
                      <a:pt x="942" y="5692"/>
                    </a:lnTo>
                    <a:lnTo>
                      <a:pt x="921" y="5734"/>
                    </a:lnTo>
                    <a:lnTo>
                      <a:pt x="1068" y="5734"/>
                    </a:lnTo>
                    <a:lnTo>
                      <a:pt x="1068" y="5713"/>
                    </a:lnTo>
                    <a:lnTo>
                      <a:pt x="1152" y="5692"/>
                    </a:lnTo>
                    <a:lnTo>
                      <a:pt x="1256" y="5796"/>
                    </a:lnTo>
                    <a:lnTo>
                      <a:pt x="1319" y="5859"/>
                    </a:lnTo>
                    <a:lnTo>
                      <a:pt x="1486" y="5859"/>
                    </a:lnTo>
                    <a:lnTo>
                      <a:pt x="1549" y="5796"/>
                    </a:lnTo>
                    <a:lnTo>
                      <a:pt x="1633" y="5755"/>
                    </a:lnTo>
                    <a:lnTo>
                      <a:pt x="1758" y="5713"/>
                    </a:lnTo>
                    <a:lnTo>
                      <a:pt x="1800" y="5650"/>
                    </a:lnTo>
                    <a:lnTo>
                      <a:pt x="1905" y="5608"/>
                    </a:lnTo>
                    <a:lnTo>
                      <a:pt x="1758" y="5755"/>
                    </a:lnTo>
                    <a:lnTo>
                      <a:pt x="1633" y="5901"/>
                    </a:lnTo>
                    <a:lnTo>
                      <a:pt x="1633" y="6048"/>
                    </a:lnTo>
                    <a:lnTo>
                      <a:pt x="1528" y="6048"/>
                    </a:lnTo>
                    <a:lnTo>
                      <a:pt x="1444" y="6068"/>
                    </a:lnTo>
                    <a:lnTo>
                      <a:pt x="1361" y="6027"/>
                    </a:lnTo>
                    <a:lnTo>
                      <a:pt x="1131" y="6006"/>
                    </a:lnTo>
                    <a:lnTo>
                      <a:pt x="963" y="6048"/>
                    </a:lnTo>
                    <a:lnTo>
                      <a:pt x="963" y="6131"/>
                    </a:lnTo>
                    <a:lnTo>
                      <a:pt x="900" y="6215"/>
                    </a:lnTo>
                    <a:lnTo>
                      <a:pt x="796" y="6215"/>
                    </a:lnTo>
                    <a:lnTo>
                      <a:pt x="796" y="6382"/>
                    </a:lnTo>
                    <a:lnTo>
                      <a:pt x="691" y="6487"/>
                    </a:lnTo>
                    <a:lnTo>
                      <a:pt x="649" y="6550"/>
                    </a:lnTo>
                    <a:lnTo>
                      <a:pt x="545" y="6550"/>
                    </a:lnTo>
                    <a:lnTo>
                      <a:pt x="524" y="6675"/>
                    </a:lnTo>
                    <a:lnTo>
                      <a:pt x="482" y="6675"/>
                    </a:lnTo>
                    <a:lnTo>
                      <a:pt x="440" y="6738"/>
                    </a:lnTo>
                    <a:lnTo>
                      <a:pt x="315" y="6843"/>
                    </a:lnTo>
                    <a:lnTo>
                      <a:pt x="231" y="6801"/>
                    </a:lnTo>
                    <a:lnTo>
                      <a:pt x="168" y="6864"/>
                    </a:lnTo>
                    <a:lnTo>
                      <a:pt x="168" y="6968"/>
                    </a:lnTo>
                    <a:lnTo>
                      <a:pt x="273" y="6968"/>
                    </a:lnTo>
                    <a:lnTo>
                      <a:pt x="273" y="6885"/>
                    </a:lnTo>
                    <a:lnTo>
                      <a:pt x="377" y="6905"/>
                    </a:lnTo>
                    <a:lnTo>
                      <a:pt x="419" y="7010"/>
                    </a:lnTo>
                    <a:lnTo>
                      <a:pt x="503" y="6968"/>
                    </a:lnTo>
                    <a:lnTo>
                      <a:pt x="482" y="6905"/>
                    </a:lnTo>
                    <a:lnTo>
                      <a:pt x="524" y="6843"/>
                    </a:lnTo>
                    <a:lnTo>
                      <a:pt x="545" y="6864"/>
                    </a:lnTo>
                    <a:lnTo>
                      <a:pt x="628" y="6801"/>
                    </a:lnTo>
                    <a:lnTo>
                      <a:pt x="649" y="6801"/>
                    </a:lnTo>
                    <a:lnTo>
                      <a:pt x="712" y="6696"/>
                    </a:lnTo>
                    <a:lnTo>
                      <a:pt x="817" y="6759"/>
                    </a:lnTo>
                    <a:lnTo>
                      <a:pt x="900" y="6696"/>
                    </a:lnTo>
                    <a:lnTo>
                      <a:pt x="963" y="6738"/>
                    </a:lnTo>
                    <a:lnTo>
                      <a:pt x="1005" y="6696"/>
                    </a:lnTo>
                    <a:lnTo>
                      <a:pt x="1047" y="6759"/>
                    </a:lnTo>
                    <a:lnTo>
                      <a:pt x="1110" y="6759"/>
                    </a:lnTo>
                    <a:lnTo>
                      <a:pt x="1172" y="6801"/>
                    </a:lnTo>
                    <a:lnTo>
                      <a:pt x="1277" y="6801"/>
                    </a:lnTo>
                    <a:lnTo>
                      <a:pt x="1256" y="6759"/>
                    </a:lnTo>
                    <a:lnTo>
                      <a:pt x="1340" y="6738"/>
                    </a:lnTo>
                    <a:lnTo>
                      <a:pt x="1361" y="6654"/>
                    </a:lnTo>
                    <a:lnTo>
                      <a:pt x="1340" y="6571"/>
                    </a:lnTo>
                    <a:lnTo>
                      <a:pt x="1382" y="6487"/>
                    </a:lnTo>
                    <a:lnTo>
                      <a:pt x="1444" y="6487"/>
                    </a:lnTo>
                    <a:lnTo>
                      <a:pt x="1465" y="6445"/>
                    </a:lnTo>
                    <a:lnTo>
                      <a:pt x="1675" y="6424"/>
                    </a:lnTo>
                    <a:lnTo>
                      <a:pt x="1779" y="6424"/>
                    </a:lnTo>
                    <a:lnTo>
                      <a:pt x="1905" y="6487"/>
                    </a:lnTo>
                    <a:lnTo>
                      <a:pt x="2093" y="6487"/>
                    </a:lnTo>
                    <a:lnTo>
                      <a:pt x="2177" y="6529"/>
                    </a:lnTo>
                    <a:lnTo>
                      <a:pt x="2198" y="6445"/>
                    </a:lnTo>
                    <a:lnTo>
                      <a:pt x="2323" y="6361"/>
                    </a:lnTo>
                    <a:lnTo>
                      <a:pt x="2407" y="6382"/>
                    </a:lnTo>
                    <a:lnTo>
                      <a:pt x="2512" y="6320"/>
                    </a:lnTo>
                    <a:lnTo>
                      <a:pt x="2616" y="6340"/>
                    </a:lnTo>
                    <a:lnTo>
                      <a:pt x="2637" y="6320"/>
                    </a:lnTo>
                    <a:lnTo>
                      <a:pt x="2721" y="6278"/>
                    </a:lnTo>
                    <a:lnTo>
                      <a:pt x="2721" y="6320"/>
                    </a:lnTo>
                    <a:lnTo>
                      <a:pt x="2804" y="6361"/>
                    </a:lnTo>
                    <a:lnTo>
                      <a:pt x="2888" y="6320"/>
                    </a:lnTo>
                    <a:lnTo>
                      <a:pt x="3056" y="6320"/>
                    </a:lnTo>
                    <a:lnTo>
                      <a:pt x="3202" y="6278"/>
                    </a:lnTo>
                    <a:lnTo>
                      <a:pt x="3307" y="6320"/>
                    </a:lnTo>
                    <a:lnTo>
                      <a:pt x="3349" y="6340"/>
                    </a:lnTo>
                    <a:lnTo>
                      <a:pt x="3453" y="6257"/>
                    </a:lnTo>
                    <a:lnTo>
                      <a:pt x="3537" y="6236"/>
                    </a:lnTo>
                    <a:lnTo>
                      <a:pt x="3621" y="6152"/>
                    </a:lnTo>
                    <a:lnTo>
                      <a:pt x="3683" y="6152"/>
                    </a:lnTo>
                    <a:lnTo>
                      <a:pt x="3746" y="6173"/>
                    </a:lnTo>
                    <a:lnTo>
                      <a:pt x="3725" y="6110"/>
                    </a:lnTo>
                    <a:lnTo>
                      <a:pt x="3851" y="6027"/>
                    </a:lnTo>
                    <a:lnTo>
                      <a:pt x="3955" y="6006"/>
                    </a:lnTo>
                    <a:lnTo>
                      <a:pt x="3955" y="5922"/>
                    </a:lnTo>
                    <a:lnTo>
                      <a:pt x="3934" y="5859"/>
                    </a:lnTo>
                    <a:lnTo>
                      <a:pt x="3955" y="5796"/>
                    </a:lnTo>
                    <a:lnTo>
                      <a:pt x="3788" y="5796"/>
                    </a:lnTo>
                    <a:lnTo>
                      <a:pt x="3683" y="5838"/>
                    </a:lnTo>
                    <a:lnTo>
                      <a:pt x="3641" y="5838"/>
                    </a:lnTo>
                    <a:lnTo>
                      <a:pt x="3537" y="5817"/>
                    </a:lnTo>
                    <a:lnTo>
                      <a:pt x="3474" y="5796"/>
                    </a:lnTo>
                    <a:lnTo>
                      <a:pt x="3537" y="5755"/>
                    </a:lnTo>
                    <a:lnTo>
                      <a:pt x="3558" y="5755"/>
                    </a:lnTo>
                    <a:lnTo>
                      <a:pt x="3558" y="5734"/>
                    </a:lnTo>
                    <a:lnTo>
                      <a:pt x="3474" y="5713"/>
                    </a:lnTo>
                    <a:lnTo>
                      <a:pt x="3411" y="5734"/>
                    </a:lnTo>
                    <a:lnTo>
                      <a:pt x="3516" y="5650"/>
                    </a:lnTo>
                    <a:lnTo>
                      <a:pt x="3579" y="5692"/>
                    </a:lnTo>
                    <a:lnTo>
                      <a:pt x="3662" y="5629"/>
                    </a:lnTo>
                    <a:lnTo>
                      <a:pt x="3641" y="5545"/>
                    </a:lnTo>
                    <a:lnTo>
                      <a:pt x="3558" y="5545"/>
                    </a:lnTo>
                    <a:lnTo>
                      <a:pt x="3621" y="5504"/>
                    </a:lnTo>
                    <a:lnTo>
                      <a:pt x="3662" y="5441"/>
                    </a:lnTo>
                    <a:lnTo>
                      <a:pt x="3725" y="5504"/>
                    </a:lnTo>
                    <a:lnTo>
                      <a:pt x="3788" y="5441"/>
                    </a:lnTo>
                    <a:lnTo>
                      <a:pt x="3851" y="5399"/>
                    </a:lnTo>
                    <a:lnTo>
                      <a:pt x="3788" y="5378"/>
                    </a:lnTo>
                    <a:lnTo>
                      <a:pt x="3830" y="5336"/>
                    </a:lnTo>
                    <a:lnTo>
                      <a:pt x="3725" y="5336"/>
                    </a:lnTo>
                    <a:lnTo>
                      <a:pt x="3767" y="5273"/>
                    </a:lnTo>
                    <a:lnTo>
                      <a:pt x="3830" y="5294"/>
                    </a:lnTo>
                    <a:lnTo>
                      <a:pt x="3851" y="5315"/>
                    </a:lnTo>
                    <a:lnTo>
                      <a:pt x="3893" y="5232"/>
                    </a:lnTo>
                    <a:lnTo>
                      <a:pt x="3976" y="5211"/>
                    </a:lnTo>
                    <a:lnTo>
                      <a:pt x="3976" y="5064"/>
                    </a:lnTo>
                    <a:lnTo>
                      <a:pt x="4060" y="4897"/>
                    </a:lnTo>
                    <a:lnTo>
                      <a:pt x="3997" y="4813"/>
                    </a:lnTo>
                    <a:lnTo>
                      <a:pt x="3976" y="4688"/>
                    </a:lnTo>
                    <a:lnTo>
                      <a:pt x="3767" y="4541"/>
                    </a:lnTo>
                    <a:lnTo>
                      <a:pt x="3349" y="4541"/>
                    </a:lnTo>
                    <a:lnTo>
                      <a:pt x="3328" y="4667"/>
                    </a:lnTo>
                    <a:lnTo>
                      <a:pt x="3307" y="4708"/>
                    </a:lnTo>
                    <a:lnTo>
                      <a:pt x="3202" y="4646"/>
                    </a:lnTo>
                    <a:lnTo>
                      <a:pt x="3097" y="4604"/>
                    </a:lnTo>
                    <a:lnTo>
                      <a:pt x="3265" y="4436"/>
                    </a:lnTo>
                    <a:lnTo>
                      <a:pt x="3265" y="4332"/>
                    </a:lnTo>
                    <a:lnTo>
                      <a:pt x="3139" y="4123"/>
                    </a:lnTo>
                    <a:lnTo>
                      <a:pt x="3097" y="4123"/>
                    </a:lnTo>
                    <a:lnTo>
                      <a:pt x="2951" y="4039"/>
                    </a:lnTo>
                    <a:lnTo>
                      <a:pt x="2909" y="3955"/>
                    </a:lnTo>
                    <a:lnTo>
                      <a:pt x="2846" y="3976"/>
                    </a:lnTo>
                    <a:lnTo>
                      <a:pt x="2825" y="3976"/>
                    </a:lnTo>
                    <a:lnTo>
                      <a:pt x="2742" y="3955"/>
                    </a:lnTo>
                    <a:lnTo>
                      <a:pt x="2825" y="3955"/>
                    </a:lnTo>
                    <a:lnTo>
                      <a:pt x="2930" y="3934"/>
                    </a:lnTo>
                    <a:lnTo>
                      <a:pt x="2993" y="3955"/>
                    </a:lnTo>
                    <a:lnTo>
                      <a:pt x="3014" y="4018"/>
                    </a:lnTo>
                    <a:lnTo>
                      <a:pt x="3139" y="4018"/>
                    </a:lnTo>
                    <a:lnTo>
                      <a:pt x="2993" y="3830"/>
                    </a:lnTo>
                    <a:lnTo>
                      <a:pt x="2909" y="3725"/>
                    </a:lnTo>
                    <a:lnTo>
                      <a:pt x="2951" y="3641"/>
                    </a:lnTo>
                    <a:lnTo>
                      <a:pt x="2993" y="3641"/>
                    </a:lnTo>
                    <a:lnTo>
                      <a:pt x="2909" y="3600"/>
                    </a:lnTo>
                    <a:lnTo>
                      <a:pt x="2888" y="3537"/>
                    </a:lnTo>
                    <a:lnTo>
                      <a:pt x="2846" y="3537"/>
                    </a:lnTo>
                    <a:lnTo>
                      <a:pt x="2784" y="3348"/>
                    </a:lnTo>
                    <a:lnTo>
                      <a:pt x="2616" y="3307"/>
                    </a:lnTo>
                    <a:lnTo>
                      <a:pt x="2428" y="3244"/>
                    </a:lnTo>
                    <a:lnTo>
                      <a:pt x="2428" y="3181"/>
                    </a:lnTo>
                    <a:lnTo>
                      <a:pt x="2386" y="3139"/>
                    </a:lnTo>
                    <a:lnTo>
                      <a:pt x="2323" y="2930"/>
                    </a:lnTo>
                    <a:lnTo>
                      <a:pt x="2260" y="2825"/>
                    </a:lnTo>
                    <a:lnTo>
                      <a:pt x="2198" y="2574"/>
                    </a:lnTo>
                    <a:lnTo>
                      <a:pt x="2156" y="2470"/>
                    </a:lnTo>
                    <a:lnTo>
                      <a:pt x="2093" y="2470"/>
                    </a:lnTo>
                    <a:lnTo>
                      <a:pt x="1947" y="2239"/>
                    </a:lnTo>
                    <a:lnTo>
                      <a:pt x="1842" y="2198"/>
                    </a:lnTo>
                    <a:lnTo>
                      <a:pt x="1758" y="2156"/>
                    </a:lnTo>
                    <a:lnTo>
                      <a:pt x="1654" y="2093"/>
                    </a:lnTo>
                    <a:lnTo>
                      <a:pt x="1591" y="2156"/>
                    </a:lnTo>
                    <a:lnTo>
                      <a:pt x="1486" y="2198"/>
                    </a:lnTo>
                    <a:lnTo>
                      <a:pt x="1361" y="2177"/>
                    </a:lnTo>
                    <a:lnTo>
                      <a:pt x="1277" y="2177"/>
                    </a:lnTo>
                    <a:lnTo>
                      <a:pt x="1172" y="2156"/>
                    </a:lnTo>
                    <a:lnTo>
                      <a:pt x="1152" y="2072"/>
                    </a:lnTo>
                    <a:lnTo>
                      <a:pt x="1152" y="2072"/>
                    </a:lnTo>
                    <a:lnTo>
                      <a:pt x="1214" y="2093"/>
                    </a:lnTo>
                    <a:lnTo>
                      <a:pt x="1340" y="2135"/>
                    </a:lnTo>
                    <a:lnTo>
                      <a:pt x="1465" y="2093"/>
                    </a:lnTo>
                    <a:lnTo>
                      <a:pt x="1486" y="1988"/>
                    </a:lnTo>
                    <a:lnTo>
                      <a:pt x="1591" y="1988"/>
                    </a:lnTo>
                    <a:lnTo>
                      <a:pt x="1696" y="1926"/>
                    </a:lnTo>
                    <a:lnTo>
                      <a:pt x="1591" y="1884"/>
                    </a:lnTo>
                    <a:lnTo>
                      <a:pt x="1591" y="1800"/>
                    </a:lnTo>
                    <a:lnTo>
                      <a:pt x="1549" y="1779"/>
                    </a:lnTo>
                    <a:lnTo>
                      <a:pt x="1424" y="1863"/>
                    </a:lnTo>
                    <a:lnTo>
                      <a:pt x="1382" y="1842"/>
                    </a:lnTo>
                    <a:lnTo>
                      <a:pt x="1486" y="1758"/>
                    </a:lnTo>
                    <a:lnTo>
                      <a:pt x="1633" y="1758"/>
                    </a:lnTo>
                    <a:lnTo>
                      <a:pt x="1696" y="1716"/>
                    </a:lnTo>
                    <a:lnTo>
                      <a:pt x="1696" y="1633"/>
                    </a:lnTo>
                    <a:lnTo>
                      <a:pt x="1758" y="1612"/>
                    </a:lnTo>
                    <a:lnTo>
                      <a:pt x="1842" y="1444"/>
                    </a:lnTo>
                    <a:lnTo>
                      <a:pt x="1884" y="1403"/>
                    </a:lnTo>
                    <a:lnTo>
                      <a:pt x="1884" y="1340"/>
                    </a:lnTo>
                    <a:lnTo>
                      <a:pt x="1947" y="1235"/>
                    </a:lnTo>
                    <a:lnTo>
                      <a:pt x="1905" y="1214"/>
                    </a:lnTo>
                    <a:lnTo>
                      <a:pt x="1968" y="1047"/>
                    </a:lnTo>
                    <a:lnTo>
                      <a:pt x="2072" y="984"/>
                    </a:lnTo>
                    <a:lnTo>
                      <a:pt x="2072" y="900"/>
                    </a:lnTo>
                    <a:lnTo>
                      <a:pt x="1905" y="754"/>
                    </a:lnTo>
                    <a:lnTo>
                      <a:pt x="1884" y="796"/>
                    </a:lnTo>
                    <a:lnTo>
                      <a:pt x="1675" y="796"/>
                    </a:lnTo>
                    <a:lnTo>
                      <a:pt x="1528" y="754"/>
                    </a:lnTo>
                    <a:lnTo>
                      <a:pt x="1486" y="817"/>
                    </a:lnTo>
                    <a:lnTo>
                      <a:pt x="1424" y="817"/>
                    </a:lnTo>
                    <a:lnTo>
                      <a:pt x="1340" y="754"/>
                    </a:lnTo>
                    <a:lnTo>
                      <a:pt x="1256" y="796"/>
                    </a:lnTo>
                    <a:lnTo>
                      <a:pt x="1256" y="817"/>
                    </a:lnTo>
                    <a:lnTo>
                      <a:pt x="1172" y="838"/>
                    </a:lnTo>
                    <a:lnTo>
                      <a:pt x="1068" y="900"/>
                    </a:lnTo>
                    <a:lnTo>
                      <a:pt x="1047" y="900"/>
                    </a:lnTo>
                    <a:lnTo>
                      <a:pt x="963" y="942"/>
                    </a:lnTo>
                    <a:lnTo>
                      <a:pt x="942" y="921"/>
                    </a:lnTo>
                    <a:lnTo>
                      <a:pt x="1047" y="817"/>
                    </a:lnTo>
                    <a:lnTo>
                      <a:pt x="1131" y="691"/>
                    </a:lnTo>
                    <a:lnTo>
                      <a:pt x="1131" y="691"/>
                    </a:lnTo>
                    <a:lnTo>
                      <a:pt x="1068" y="712"/>
                    </a:lnTo>
                    <a:lnTo>
                      <a:pt x="963" y="691"/>
                    </a:lnTo>
                    <a:lnTo>
                      <a:pt x="1026" y="670"/>
                    </a:lnTo>
                    <a:lnTo>
                      <a:pt x="1047" y="587"/>
                    </a:lnTo>
                    <a:lnTo>
                      <a:pt x="1277" y="419"/>
                    </a:lnTo>
                    <a:lnTo>
                      <a:pt x="1340" y="294"/>
                    </a:lnTo>
                    <a:lnTo>
                      <a:pt x="1424" y="273"/>
                    </a:lnTo>
                    <a:lnTo>
                      <a:pt x="1444" y="168"/>
                    </a:lnTo>
                    <a:lnTo>
                      <a:pt x="1424" y="147"/>
                    </a:lnTo>
                    <a:lnTo>
                      <a:pt x="1465" y="63"/>
                    </a:lnTo>
                    <a:lnTo>
                      <a:pt x="144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92" name="Google Shape;1592;p60"/>
              <p:cNvSpPr/>
              <p:nvPr/>
            </p:nvSpPr>
            <p:spPr>
              <a:xfrm>
                <a:off x="3586375" y="2350350"/>
                <a:ext cx="31925" cy="25125"/>
              </a:xfrm>
              <a:custGeom>
                <a:avLst/>
                <a:gdLst/>
                <a:ahLst/>
                <a:cxnLst/>
                <a:rect l="l" t="t" r="r" b="b"/>
                <a:pathLst>
                  <a:path w="1277" h="1005" extrusionOk="0">
                    <a:moveTo>
                      <a:pt x="732" y="1"/>
                    </a:moveTo>
                    <a:lnTo>
                      <a:pt x="628" y="63"/>
                    </a:lnTo>
                    <a:lnTo>
                      <a:pt x="544" y="63"/>
                    </a:lnTo>
                    <a:lnTo>
                      <a:pt x="523" y="126"/>
                    </a:lnTo>
                    <a:lnTo>
                      <a:pt x="419" y="126"/>
                    </a:lnTo>
                    <a:lnTo>
                      <a:pt x="377" y="210"/>
                    </a:lnTo>
                    <a:lnTo>
                      <a:pt x="293" y="231"/>
                    </a:lnTo>
                    <a:lnTo>
                      <a:pt x="272" y="335"/>
                    </a:lnTo>
                    <a:lnTo>
                      <a:pt x="126" y="356"/>
                    </a:lnTo>
                    <a:lnTo>
                      <a:pt x="0" y="586"/>
                    </a:lnTo>
                    <a:lnTo>
                      <a:pt x="272" y="838"/>
                    </a:lnTo>
                    <a:lnTo>
                      <a:pt x="335" y="796"/>
                    </a:lnTo>
                    <a:lnTo>
                      <a:pt x="377" y="649"/>
                    </a:lnTo>
                    <a:lnTo>
                      <a:pt x="440" y="586"/>
                    </a:lnTo>
                    <a:lnTo>
                      <a:pt x="607" y="691"/>
                    </a:lnTo>
                    <a:lnTo>
                      <a:pt x="712" y="900"/>
                    </a:lnTo>
                    <a:lnTo>
                      <a:pt x="795" y="942"/>
                    </a:lnTo>
                    <a:lnTo>
                      <a:pt x="921" y="1005"/>
                    </a:lnTo>
                    <a:lnTo>
                      <a:pt x="942" y="1005"/>
                    </a:lnTo>
                    <a:lnTo>
                      <a:pt x="942" y="942"/>
                    </a:lnTo>
                    <a:lnTo>
                      <a:pt x="1004" y="942"/>
                    </a:lnTo>
                    <a:lnTo>
                      <a:pt x="1067" y="858"/>
                    </a:lnTo>
                    <a:lnTo>
                      <a:pt x="1067" y="775"/>
                    </a:lnTo>
                    <a:lnTo>
                      <a:pt x="1214" y="796"/>
                    </a:lnTo>
                    <a:lnTo>
                      <a:pt x="1235" y="691"/>
                    </a:lnTo>
                    <a:lnTo>
                      <a:pt x="1151" y="691"/>
                    </a:lnTo>
                    <a:lnTo>
                      <a:pt x="1172" y="586"/>
                    </a:lnTo>
                    <a:lnTo>
                      <a:pt x="1151" y="545"/>
                    </a:lnTo>
                    <a:lnTo>
                      <a:pt x="1214" y="524"/>
                    </a:lnTo>
                    <a:lnTo>
                      <a:pt x="1277" y="733"/>
                    </a:lnTo>
                    <a:lnTo>
                      <a:pt x="1235" y="461"/>
                    </a:lnTo>
                    <a:lnTo>
                      <a:pt x="1109" y="461"/>
                    </a:lnTo>
                    <a:lnTo>
                      <a:pt x="1172" y="419"/>
                    </a:lnTo>
                    <a:lnTo>
                      <a:pt x="1004" y="147"/>
                    </a:lnTo>
                    <a:lnTo>
                      <a:pt x="1004" y="42"/>
                    </a:lnTo>
                    <a:lnTo>
                      <a:pt x="921" y="21"/>
                    </a:lnTo>
                    <a:lnTo>
                      <a:pt x="73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1593" name="Google Shape;1593;p60"/>
            <p:cNvSpPr/>
            <p:nvPr/>
          </p:nvSpPr>
          <p:spPr>
            <a:xfrm>
              <a:off x="4037841" y="3224817"/>
              <a:ext cx="52333" cy="93527"/>
            </a:xfrm>
            <a:custGeom>
              <a:avLst/>
              <a:gdLst/>
              <a:ahLst/>
              <a:cxnLst/>
              <a:rect l="l" t="t" r="r" b="b"/>
              <a:pathLst>
                <a:path w="4395" h="8224" extrusionOk="0">
                  <a:moveTo>
                    <a:pt x="3914" y="1"/>
                  </a:moveTo>
                  <a:lnTo>
                    <a:pt x="3746" y="168"/>
                  </a:lnTo>
                  <a:lnTo>
                    <a:pt x="3809" y="252"/>
                  </a:lnTo>
                  <a:lnTo>
                    <a:pt x="3704" y="293"/>
                  </a:lnTo>
                  <a:lnTo>
                    <a:pt x="3600" y="252"/>
                  </a:lnTo>
                  <a:lnTo>
                    <a:pt x="3537" y="252"/>
                  </a:lnTo>
                  <a:lnTo>
                    <a:pt x="3621" y="377"/>
                  </a:lnTo>
                  <a:lnTo>
                    <a:pt x="3621" y="419"/>
                  </a:lnTo>
                  <a:lnTo>
                    <a:pt x="3704" y="503"/>
                  </a:lnTo>
                  <a:lnTo>
                    <a:pt x="3704" y="524"/>
                  </a:lnTo>
                  <a:lnTo>
                    <a:pt x="3600" y="670"/>
                  </a:lnTo>
                  <a:lnTo>
                    <a:pt x="3600" y="817"/>
                  </a:lnTo>
                  <a:lnTo>
                    <a:pt x="3516" y="921"/>
                  </a:lnTo>
                  <a:lnTo>
                    <a:pt x="3432" y="900"/>
                  </a:lnTo>
                  <a:lnTo>
                    <a:pt x="3328" y="1026"/>
                  </a:lnTo>
                  <a:lnTo>
                    <a:pt x="3328" y="1109"/>
                  </a:lnTo>
                  <a:lnTo>
                    <a:pt x="3244" y="1151"/>
                  </a:lnTo>
                  <a:lnTo>
                    <a:pt x="3181" y="1130"/>
                  </a:lnTo>
                  <a:lnTo>
                    <a:pt x="3181" y="1005"/>
                  </a:lnTo>
                  <a:lnTo>
                    <a:pt x="3118" y="984"/>
                  </a:lnTo>
                  <a:lnTo>
                    <a:pt x="3035" y="1047"/>
                  </a:lnTo>
                  <a:lnTo>
                    <a:pt x="3035" y="1193"/>
                  </a:lnTo>
                  <a:lnTo>
                    <a:pt x="3139" y="1298"/>
                  </a:lnTo>
                  <a:lnTo>
                    <a:pt x="3181" y="1340"/>
                  </a:lnTo>
                  <a:lnTo>
                    <a:pt x="3139" y="1402"/>
                  </a:lnTo>
                  <a:lnTo>
                    <a:pt x="3077" y="1361"/>
                  </a:lnTo>
                  <a:lnTo>
                    <a:pt x="2930" y="1402"/>
                  </a:lnTo>
                  <a:lnTo>
                    <a:pt x="2993" y="1507"/>
                  </a:lnTo>
                  <a:lnTo>
                    <a:pt x="3098" y="1549"/>
                  </a:lnTo>
                  <a:lnTo>
                    <a:pt x="3098" y="1612"/>
                  </a:lnTo>
                  <a:lnTo>
                    <a:pt x="3077" y="1674"/>
                  </a:lnTo>
                  <a:lnTo>
                    <a:pt x="2993" y="1612"/>
                  </a:lnTo>
                  <a:lnTo>
                    <a:pt x="2909" y="1633"/>
                  </a:lnTo>
                  <a:lnTo>
                    <a:pt x="2888" y="1716"/>
                  </a:lnTo>
                  <a:lnTo>
                    <a:pt x="2721" y="1842"/>
                  </a:lnTo>
                  <a:lnTo>
                    <a:pt x="2721" y="1716"/>
                  </a:lnTo>
                  <a:lnTo>
                    <a:pt x="2763" y="1674"/>
                  </a:lnTo>
                  <a:lnTo>
                    <a:pt x="2721" y="1612"/>
                  </a:lnTo>
                  <a:lnTo>
                    <a:pt x="2616" y="1716"/>
                  </a:lnTo>
                  <a:lnTo>
                    <a:pt x="2679" y="1758"/>
                  </a:lnTo>
                  <a:lnTo>
                    <a:pt x="2658" y="1821"/>
                  </a:lnTo>
                  <a:lnTo>
                    <a:pt x="2512" y="1884"/>
                  </a:lnTo>
                  <a:lnTo>
                    <a:pt x="2574" y="1988"/>
                  </a:lnTo>
                  <a:lnTo>
                    <a:pt x="2658" y="2030"/>
                  </a:lnTo>
                  <a:lnTo>
                    <a:pt x="2658" y="2072"/>
                  </a:lnTo>
                  <a:lnTo>
                    <a:pt x="2574" y="2093"/>
                  </a:lnTo>
                  <a:lnTo>
                    <a:pt x="2470" y="2156"/>
                  </a:lnTo>
                  <a:lnTo>
                    <a:pt x="2470" y="2072"/>
                  </a:lnTo>
                  <a:lnTo>
                    <a:pt x="2407" y="2072"/>
                  </a:lnTo>
                  <a:lnTo>
                    <a:pt x="2470" y="1967"/>
                  </a:lnTo>
                  <a:lnTo>
                    <a:pt x="2407" y="1946"/>
                  </a:lnTo>
                  <a:lnTo>
                    <a:pt x="2198" y="2135"/>
                  </a:lnTo>
                  <a:lnTo>
                    <a:pt x="2177" y="2281"/>
                  </a:lnTo>
                  <a:lnTo>
                    <a:pt x="2198" y="2365"/>
                  </a:lnTo>
                  <a:lnTo>
                    <a:pt x="2156" y="2407"/>
                  </a:lnTo>
                  <a:lnTo>
                    <a:pt x="2093" y="2386"/>
                  </a:lnTo>
                  <a:lnTo>
                    <a:pt x="2051" y="2365"/>
                  </a:lnTo>
                  <a:lnTo>
                    <a:pt x="2051" y="2197"/>
                  </a:lnTo>
                  <a:lnTo>
                    <a:pt x="1989" y="2197"/>
                  </a:lnTo>
                  <a:lnTo>
                    <a:pt x="1863" y="2344"/>
                  </a:lnTo>
                  <a:lnTo>
                    <a:pt x="1717" y="2239"/>
                  </a:lnTo>
                  <a:lnTo>
                    <a:pt x="1675" y="2281"/>
                  </a:lnTo>
                  <a:lnTo>
                    <a:pt x="1633" y="2281"/>
                  </a:lnTo>
                  <a:lnTo>
                    <a:pt x="1654" y="2449"/>
                  </a:lnTo>
                  <a:lnTo>
                    <a:pt x="1612" y="2449"/>
                  </a:lnTo>
                  <a:lnTo>
                    <a:pt x="1549" y="2469"/>
                  </a:lnTo>
                  <a:lnTo>
                    <a:pt x="1549" y="2365"/>
                  </a:lnTo>
                  <a:lnTo>
                    <a:pt x="1507" y="2344"/>
                  </a:lnTo>
                  <a:lnTo>
                    <a:pt x="1445" y="2449"/>
                  </a:lnTo>
                  <a:lnTo>
                    <a:pt x="1403" y="2344"/>
                  </a:lnTo>
                  <a:lnTo>
                    <a:pt x="1152" y="2553"/>
                  </a:lnTo>
                  <a:lnTo>
                    <a:pt x="1110" y="2553"/>
                  </a:lnTo>
                  <a:lnTo>
                    <a:pt x="1047" y="2511"/>
                  </a:lnTo>
                  <a:lnTo>
                    <a:pt x="921" y="2511"/>
                  </a:lnTo>
                  <a:lnTo>
                    <a:pt x="880" y="2595"/>
                  </a:lnTo>
                  <a:lnTo>
                    <a:pt x="901" y="2783"/>
                  </a:lnTo>
                  <a:lnTo>
                    <a:pt x="733" y="3034"/>
                  </a:lnTo>
                  <a:lnTo>
                    <a:pt x="733" y="3097"/>
                  </a:lnTo>
                  <a:lnTo>
                    <a:pt x="587" y="3244"/>
                  </a:lnTo>
                  <a:lnTo>
                    <a:pt x="587" y="3327"/>
                  </a:lnTo>
                  <a:lnTo>
                    <a:pt x="670" y="3411"/>
                  </a:lnTo>
                  <a:lnTo>
                    <a:pt x="587" y="3516"/>
                  </a:lnTo>
                  <a:lnTo>
                    <a:pt x="629" y="3704"/>
                  </a:lnTo>
                  <a:lnTo>
                    <a:pt x="629" y="3830"/>
                  </a:lnTo>
                  <a:lnTo>
                    <a:pt x="796" y="4143"/>
                  </a:lnTo>
                  <a:lnTo>
                    <a:pt x="796" y="4227"/>
                  </a:lnTo>
                  <a:lnTo>
                    <a:pt x="880" y="4332"/>
                  </a:lnTo>
                  <a:lnTo>
                    <a:pt x="880" y="4374"/>
                  </a:lnTo>
                  <a:lnTo>
                    <a:pt x="796" y="4457"/>
                  </a:lnTo>
                  <a:lnTo>
                    <a:pt x="817" y="4541"/>
                  </a:lnTo>
                  <a:lnTo>
                    <a:pt x="775" y="4792"/>
                  </a:lnTo>
                  <a:lnTo>
                    <a:pt x="670" y="4876"/>
                  </a:lnTo>
                  <a:lnTo>
                    <a:pt x="629" y="5022"/>
                  </a:lnTo>
                  <a:lnTo>
                    <a:pt x="566" y="5064"/>
                  </a:lnTo>
                  <a:lnTo>
                    <a:pt x="524" y="5127"/>
                  </a:lnTo>
                  <a:lnTo>
                    <a:pt x="419" y="5231"/>
                  </a:lnTo>
                  <a:lnTo>
                    <a:pt x="419" y="5441"/>
                  </a:lnTo>
                  <a:lnTo>
                    <a:pt x="357" y="5524"/>
                  </a:lnTo>
                  <a:lnTo>
                    <a:pt x="168" y="5545"/>
                  </a:lnTo>
                  <a:lnTo>
                    <a:pt x="147" y="5608"/>
                  </a:lnTo>
                  <a:lnTo>
                    <a:pt x="147" y="5796"/>
                  </a:lnTo>
                  <a:lnTo>
                    <a:pt x="43" y="5943"/>
                  </a:lnTo>
                  <a:lnTo>
                    <a:pt x="43" y="6068"/>
                  </a:lnTo>
                  <a:lnTo>
                    <a:pt x="1" y="6173"/>
                  </a:lnTo>
                  <a:lnTo>
                    <a:pt x="43" y="6236"/>
                  </a:lnTo>
                  <a:lnTo>
                    <a:pt x="43" y="6424"/>
                  </a:lnTo>
                  <a:lnTo>
                    <a:pt x="189" y="6591"/>
                  </a:lnTo>
                  <a:lnTo>
                    <a:pt x="168" y="6738"/>
                  </a:lnTo>
                  <a:lnTo>
                    <a:pt x="189" y="6843"/>
                  </a:lnTo>
                  <a:lnTo>
                    <a:pt x="273" y="6863"/>
                  </a:lnTo>
                  <a:lnTo>
                    <a:pt x="294" y="6863"/>
                  </a:lnTo>
                  <a:lnTo>
                    <a:pt x="273" y="6884"/>
                  </a:lnTo>
                  <a:lnTo>
                    <a:pt x="147" y="6905"/>
                  </a:lnTo>
                  <a:lnTo>
                    <a:pt x="147" y="7052"/>
                  </a:lnTo>
                  <a:lnTo>
                    <a:pt x="168" y="7219"/>
                  </a:lnTo>
                  <a:lnTo>
                    <a:pt x="147" y="7470"/>
                  </a:lnTo>
                  <a:lnTo>
                    <a:pt x="189" y="7512"/>
                  </a:lnTo>
                  <a:lnTo>
                    <a:pt x="189" y="7596"/>
                  </a:lnTo>
                  <a:lnTo>
                    <a:pt x="273" y="7638"/>
                  </a:lnTo>
                  <a:lnTo>
                    <a:pt x="357" y="7742"/>
                  </a:lnTo>
                  <a:lnTo>
                    <a:pt x="398" y="7784"/>
                  </a:lnTo>
                  <a:lnTo>
                    <a:pt x="461" y="7847"/>
                  </a:lnTo>
                  <a:lnTo>
                    <a:pt x="524" y="7951"/>
                  </a:lnTo>
                  <a:lnTo>
                    <a:pt x="608" y="7931"/>
                  </a:lnTo>
                  <a:lnTo>
                    <a:pt x="629" y="7951"/>
                  </a:lnTo>
                  <a:lnTo>
                    <a:pt x="733" y="7993"/>
                  </a:lnTo>
                  <a:lnTo>
                    <a:pt x="817" y="8119"/>
                  </a:lnTo>
                  <a:lnTo>
                    <a:pt x="901" y="8140"/>
                  </a:lnTo>
                  <a:lnTo>
                    <a:pt x="901" y="8161"/>
                  </a:lnTo>
                  <a:lnTo>
                    <a:pt x="921" y="8223"/>
                  </a:lnTo>
                  <a:lnTo>
                    <a:pt x="1005" y="8161"/>
                  </a:lnTo>
                  <a:lnTo>
                    <a:pt x="1131" y="8161"/>
                  </a:lnTo>
                  <a:lnTo>
                    <a:pt x="1256" y="8098"/>
                  </a:lnTo>
                  <a:lnTo>
                    <a:pt x="1361" y="7951"/>
                  </a:lnTo>
                  <a:lnTo>
                    <a:pt x="1737" y="7931"/>
                  </a:lnTo>
                  <a:lnTo>
                    <a:pt x="1842" y="7951"/>
                  </a:lnTo>
                  <a:lnTo>
                    <a:pt x="2030" y="7889"/>
                  </a:lnTo>
                  <a:lnTo>
                    <a:pt x="2093" y="7784"/>
                  </a:lnTo>
                  <a:lnTo>
                    <a:pt x="2177" y="7742"/>
                  </a:lnTo>
                  <a:lnTo>
                    <a:pt x="2240" y="7596"/>
                  </a:lnTo>
                  <a:lnTo>
                    <a:pt x="2344" y="7428"/>
                  </a:lnTo>
                  <a:lnTo>
                    <a:pt x="2344" y="7324"/>
                  </a:lnTo>
                  <a:lnTo>
                    <a:pt x="2449" y="7261"/>
                  </a:lnTo>
                  <a:lnTo>
                    <a:pt x="2449" y="7094"/>
                  </a:lnTo>
                  <a:lnTo>
                    <a:pt x="2407" y="7073"/>
                  </a:lnTo>
                  <a:lnTo>
                    <a:pt x="2491" y="6989"/>
                  </a:lnTo>
                  <a:lnTo>
                    <a:pt x="2554" y="6801"/>
                  </a:lnTo>
                  <a:lnTo>
                    <a:pt x="2512" y="6780"/>
                  </a:lnTo>
                  <a:lnTo>
                    <a:pt x="2574" y="6780"/>
                  </a:lnTo>
                  <a:lnTo>
                    <a:pt x="2679" y="6591"/>
                  </a:lnTo>
                  <a:lnTo>
                    <a:pt x="2763" y="6236"/>
                  </a:lnTo>
                  <a:lnTo>
                    <a:pt x="2805" y="6027"/>
                  </a:lnTo>
                  <a:lnTo>
                    <a:pt x="2909" y="5922"/>
                  </a:lnTo>
                  <a:lnTo>
                    <a:pt x="2972" y="5692"/>
                  </a:lnTo>
                  <a:lnTo>
                    <a:pt x="3118" y="5420"/>
                  </a:lnTo>
                  <a:lnTo>
                    <a:pt x="3286" y="4959"/>
                  </a:lnTo>
                  <a:lnTo>
                    <a:pt x="3390" y="4792"/>
                  </a:lnTo>
                  <a:lnTo>
                    <a:pt x="3390" y="4583"/>
                  </a:lnTo>
                  <a:lnTo>
                    <a:pt x="3495" y="4374"/>
                  </a:lnTo>
                  <a:lnTo>
                    <a:pt x="3516" y="4269"/>
                  </a:lnTo>
                  <a:lnTo>
                    <a:pt x="3642" y="4060"/>
                  </a:lnTo>
                  <a:lnTo>
                    <a:pt x="3704" y="3746"/>
                  </a:lnTo>
                  <a:lnTo>
                    <a:pt x="3746" y="3516"/>
                  </a:lnTo>
                  <a:lnTo>
                    <a:pt x="3809" y="3453"/>
                  </a:lnTo>
                  <a:lnTo>
                    <a:pt x="3830" y="3286"/>
                  </a:lnTo>
                  <a:lnTo>
                    <a:pt x="3809" y="3202"/>
                  </a:lnTo>
                  <a:lnTo>
                    <a:pt x="3830" y="3076"/>
                  </a:lnTo>
                  <a:lnTo>
                    <a:pt x="3934" y="2888"/>
                  </a:lnTo>
                  <a:lnTo>
                    <a:pt x="3934" y="2804"/>
                  </a:lnTo>
                  <a:lnTo>
                    <a:pt x="4018" y="2700"/>
                  </a:lnTo>
                  <a:lnTo>
                    <a:pt x="3976" y="2574"/>
                  </a:lnTo>
                  <a:lnTo>
                    <a:pt x="3934" y="2511"/>
                  </a:lnTo>
                  <a:lnTo>
                    <a:pt x="3976" y="2449"/>
                  </a:lnTo>
                  <a:lnTo>
                    <a:pt x="3976" y="2281"/>
                  </a:lnTo>
                  <a:lnTo>
                    <a:pt x="3934" y="2260"/>
                  </a:lnTo>
                  <a:lnTo>
                    <a:pt x="3934" y="2135"/>
                  </a:lnTo>
                  <a:lnTo>
                    <a:pt x="4018" y="2072"/>
                  </a:lnTo>
                  <a:lnTo>
                    <a:pt x="4060" y="2135"/>
                  </a:lnTo>
                  <a:lnTo>
                    <a:pt x="4081" y="2260"/>
                  </a:lnTo>
                  <a:lnTo>
                    <a:pt x="4186" y="2386"/>
                  </a:lnTo>
                  <a:lnTo>
                    <a:pt x="4269" y="2386"/>
                  </a:lnTo>
                  <a:lnTo>
                    <a:pt x="4290" y="2302"/>
                  </a:lnTo>
                  <a:lnTo>
                    <a:pt x="4332" y="2239"/>
                  </a:lnTo>
                  <a:lnTo>
                    <a:pt x="4353" y="2177"/>
                  </a:lnTo>
                  <a:lnTo>
                    <a:pt x="4353" y="2072"/>
                  </a:lnTo>
                  <a:lnTo>
                    <a:pt x="4395" y="2051"/>
                  </a:lnTo>
                  <a:lnTo>
                    <a:pt x="4374" y="1925"/>
                  </a:lnTo>
                  <a:lnTo>
                    <a:pt x="4269" y="1779"/>
                  </a:lnTo>
                  <a:lnTo>
                    <a:pt x="4248" y="1674"/>
                  </a:lnTo>
                  <a:lnTo>
                    <a:pt x="4269" y="1633"/>
                  </a:lnTo>
                  <a:lnTo>
                    <a:pt x="4269" y="1507"/>
                  </a:lnTo>
                  <a:lnTo>
                    <a:pt x="4248" y="1340"/>
                  </a:lnTo>
                  <a:lnTo>
                    <a:pt x="4269" y="1256"/>
                  </a:lnTo>
                  <a:lnTo>
                    <a:pt x="4269" y="984"/>
                  </a:lnTo>
                  <a:lnTo>
                    <a:pt x="4186" y="879"/>
                  </a:lnTo>
                  <a:lnTo>
                    <a:pt x="4186" y="607"/>
                  </a:lnTo>
                  <a:lnTo>
                    <a:pt x="4144" y="524"/>
                  </a:lnTo>
                  <a:lnTo>
                    <a:pt x="4081" y="524"/>
                  </a:lnTo>
                  <a:lnTo>
                    <a:pt x="3976" y="398"/>
                  </a:lnTo>
                  <a:lnTo>
                    <a:pt x="3976" y="293"/>
                  </a:lnTo>
                  <a:lnTo>
                    <a:pt x="3872" y="252"/>
                  </a:lnTo>
                  <a:lnTo>
                    <a:pt x="3934" y="147"/>
                  </a:lnTo>
                  <a:lnTo>
                    <a:pt x="391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1594" name="Google Shape;1594;p60"/>
            <p:cNvGrpSpPr/>
            <p:nvPr/>
          </p:nvGrpSpPr>
          <p:grpSpPr>
            <a:xfrm>
              <a:off x="4513224" y="3221724"/>
              <a:ext cx="274563" cy="280321"/>
              <a:chOff x="5298975" y="3412225"/>
              <a:chExt cx="576450" cy="616225"/>
            </a:xfrm>
          </p:grpSpPr>
          <p:sp>
            <p:nvSpPr>
              <p:cNvPr id="1595" name="Google Shape;1595;p60"/>
              <p:cNvSpPr/>
              <p:nvPr/>
            </p:nvSpPr>
            <p:spPr>
              <a:xfrm>
                <a:off x="5298975" y="3412225"/>
                <a:ext cx="576450" cy="515275"/>
              </a:xfrm>
              <a:custGeom>
                <a:avLst/>
                <a:gdLst/>
                <a:ahLst/>
                <a:cxnLst/>
                <a:rect l="l" t="t" r="r" b="b"/>
                <a:pathLst>
                  <a:path w="23058" h="20611" extrusionOk="0">
                    <a:moveTo>
                      <a:pt x="18015" y="1"/>
                    </a:moveTo>
                    <a:lnTo>
                      <a:pt x="17890" y="42"/>
                    </a:lnTo>
                    <a:lnTo>
                      <a:pt x="17806" y="147"/>
                    </a:lnTo>
                    <a:lnTo>
                      <a:pt x="17806" y="335"/>
                    </a:lnTo>
                    <a:lnTo>
                      <a:pt x="17764" y="524"/>
                    </a:lnTo>
                    <a:lnTo>
                      <a:pt x="17764" y="565"/>
                    </a:lnTo>
                    <a:lnTo>
                      <a:pt x="17722" y="670"/>
                    </a:lnTo>
                    <a:lnTo>
                      <a:pt x="17660" y="670"/>
                    </a:lnTo>
                    <a:lnTo>
                      <a:pt x="17597" y="858"/>
                    </a:lnTo>
                    <a:lnTo>
                      <a:pt x="17492" y="1005"/>
                    </a:lnTo>
                    <a:lnTo>
                      <a:pt x="17576" y="1089"/>
                    </a:lnTo>
                    <a:lnTo>
                      <a:pt x="17681" y="1172"/>
                    </a:lnTo>
                    <a:lnTo>
                      <a:pt x="17618" y="1214"/>
                    </a:lnTo>
                    <a:lnTo>
                      <a:pt x="17555" y="1193"/>
                    </a:lnTo>
                    <a:lnTo>
                      <a:pt x="17492" y="1319"/>
                    </a:lnTo>
                    <a:lnTo>
                      <a:pt x="17450" y="1423"/>
                    </a:lnTo>
                    <a:lnTo>
                      <a:pt x="17513" y="1570"/>
                    </a:lnTo>
                    <a:lnTo>
                      <a:pt x="17513" y="1674"/>
                    </a:lnTo>
                    <a:lnTo>
                      <a:pt x="17450" y="1633"/>
                    </a:lnTo>
                    <a:lnTo>
                      <a:pt x="17367" y="1674"/>
                    </a:lnTo>
                    <a:lnTo>
                      <a:pt x="17304" y="1946"/>
                    </a:lnTo>
                    <a:lnTo>
                      <a:pt x="17367" y="2156"/>
                    </a:lnTo>
                    <a:lnTo>
                      <a:pt x="17346" y="2365"/>
                    </a:lnTo>
                    <a:lnTo>
                      <a:pt x="17388" y="2511"/>
                    </a:lnTo>
                    <a:lnTo>
                      <a:pt x="17388" y="2679"/>
                    </a:lnTo>
                    <a:lnTo>
                      <a:pt x="17262" y="2783"/>
                    </a:lnTo>
                    <a:lnTo>
                      <a:pt x="17262" y="2867"/>
                    </a:lnTo>
                    <a:lnTo>
                      <a:pt x="17157" y="3097"/>
                    </a:lnTo>
                    <a:lnTo>
                      <a:pt x="17137" y="3411"/>
                    </a:lnTo>
                    <a:lnTo>
                      <a:pt x="17032" y="3558"/>
                    </a:lnTo>
                    <a:lnTo>
                      <a:pt x="17074" y="3662"/>
                    </a:lnTo>
                    <a:lnTo>
                      <a:pt x="16990" y="3830"/>
                    </a:lnTo>
                    <a:lnTo>
                      <a:pt x="16885" y="3934"/>
                    </a:lnTo>
                    <a:lnTo>
                      <a:pt x="16885" y="4143"/>
                    </a:lnTo>
                    <a:lnTo>
                      <a:pt x="16718" y="4290"/>
                    </a:lnTo>
                    <a:lnTo>
                      <a:pt x="16341" y="4436"/>
                    </a:lnTo>
                    <a:lnTo>
                      <a:pt x="16195" y="4332"/>
                    </a:lnTo>
                    <a:lnTo>
                      <a:pt x="16028" y="4311"/>
                    </a:lnTo>
                    <a:lnTo>
                      <a:pt x="15944" y="4227"/>
                    </a:lnTo>
                    <a:lnTo>
                      <a:pt x="15818" y="4102"/>
                    </a:lnTo>
                    <a:lnTo>
                      <a:pt x="15818" y="4039"/>
                    </a:lnTo>
                    <a:lnTo>
                      <a:pt x="15776" y="3997"/>
                    </a:lnTo>
                    <a:lnTo>
                      <a:pt x="15735" y="3871"/>
                    </a:lnTo>
                    <a:lnTo>
                      <a:pt x="15609" y="3830"/>
                    </a:lnTo>
                    <a:lnTo>
                      <a:pt x="15484" y="3788"/>
                    </a:lnTo>
                    <a:lnTo>
                      <a:pt x="15316" y="3788"/>
                    </a:lnTo>
                    <a:lnTo>
                      <a:pt x="15149" y="3683"/>
                    </a:lnTo>
                    <a:lnTo>
                      <a:pt x="15107" y="3578"/>
                    </a:lnTo>
                    <a:lnTo>
                      <a:pt x="14981" y="3411"/>
                    </a:lnTo>
                    <a:lnTo>
                      <a:pt x="14835" y="3390"/>
                    </a:lnTo>
                    <a:lnTo>
                      <a:pt x="14688" y="3306"/>
                    </a:lnTo>
                    <a:lnTo>
                      <a:pt x="14688" y="3244"/>
                    </a:lnTo>
                    <a:lnTo>
                      <a:pt x="14626" y="3244"/>
                    </a:lnTo>
                    <a:lnTo>
                      <a:pt x="14563" y="3181"/>
                    </a:lnTo>
                    <a:lnTo>
                      <a:pt x="14437" y="3181"/>
                    </a:lnTo>
                    <a:lnTo>
                      <a:pt x="14333" y="3160"/>
                    </a:lnTo>
                    <a:lnTo>
                      <a:pt x="14354" y="3097"/>
                    </a:lnTo>
                    <a:lnTo>
                      <a:pt x="14207" y="2993"/>
                    </a:lnTo>
                    <a:lnTo>
                      <a:pt x="14165" y="2867"/>
                    </a:lnTo>
                    <a:lnTo>
                      <a:pt x="14040" y="2721"/>
                    </a:lnTo>
                    <a:lnTo>
                      <a:pt x="13935" y="2721"/>
                    </a:lnTo>
                    <a:lnTo>
                      <a:pt x="13810" y="2553"/>
                    </a:lnTo>
                    <a:lnTo>
                      <a:pt x="13810" y="2428"/>
                    </a:lnTo>
                    <a:lnTo>
                      <a:pt x="13914" y="2239"/>
                    </a:lnTo>
                    <a:lnTo>
                      <a:pt x="13935" y="2114"/>
                    </a:lnTo>
                    <a:lnTo>
                      <a:pt x="14061" y="2030"/>
                    </a:lnTo>
                    <a:lnTo>
                      <a:pt x="14103" y="1884"/>
                    </a:lnTo>
                    <a:lnTo>
                      <a:pt x="14144" y="1779"/>
                    </a:lnTo>
                    <a:lnTo>
                      <a:pt x="14040" y="1821"/>
                    </a:lnTo>
                    <a:lnTo>
                      <a:pt x="13956" y="1674"/>
                    </a:lnTo>
                    <a:lnTo>
                      <a:pt x="14061" y="1591"/>
                    </a:lnTo>
                    <a:lnTo>
                      <a:pt x="14040" y="1486"/>
                    </a:lnTo>
                    <a:lnTo>
                      <a:pt x="14124" y="1486"/>
                    </a:lnTo>
                    <a:lnTo>
                      <a:pt x="14165" y="1465"/>
                    </a:lnTo>
                    <a:lnTo>
                      <a:pt x="14228" y="1486"/>
                    </a:lnTo>
                    <a:lnTo>
                      <a:pt x="14333" y="1507"/>
                    </a:lnTo>
                    <a:lnTo>
                      <a:pt x="14458" y="1465"/>
                    </a:lnTo>
                    <a:lnTo>
                      <a:pt x="14521" y="1319"/>
                    </a:lnTo>
                    <a:lnTo>
                      <a:pt x="14416" y="1256"/>
                    </a:lnTo>
                    <a:lnTo>
                      <a:pt x="14479" y="1172"/>
                    </a:lnTo>
                    <a:lnTo>
                      <a:pt x="14563" y="1193"/>
                    </a:lnTo>
                    <a:lnTo>
                      <a:pt x="14626" y="1005"/>
                    </a:lnTo>
                    <a:lnTo>
                      <a:pt x="14688" y="963"/>
                    </a:lnTo>
                    <a:lnTo>
                      <a:pt x="14772" y="858"/>
                    </a:lnTo>
                    <a:lnTo>
                      <a:pt x="14772" y="796"/>
                    </a:lnTo>
                    <a:lnTo>
                      <a:pt x="14668" y="754"/>
                    </a:lnTo>
                    <a:lnTo>
                      <a:pt x="14584" y="837"/>
                    </a:lnTo>
                    <a:lnTo>
                      <a:pt x="14521" y="796"/>
                    </a:lnTo>
                    <a:lnTo>
                      <a:pt x="14521" y="586"/>
                    </a:lnTo>
                    <a:lnTo>
                      <a:pt x="14416" y="649"/>
                    </a:lnTo>
                    <a:lnTo>
                      <a:pt x="14270" y="796"/>
                    </a:lnTo>
                    <a:lnTo>
                      <a:pt x="14333" y="837"/>
                    </a:lnTo>
                    <a:lnTo>
                      <a:pt x="14333" y="900"/>
                    </a:lnTo>
                    <a:lnTo>
                      <a:pt x="14249" y="963"/>
                    </a:lnTo>
                    <a:lnTo>
                      <a:pt x="14144" y="900"/>
                    </a:lnTo>
                    <a:lnTo>
                      <a:pt x="14124" y="837"/>
                    </a:lnTo>
                    <a:lnTo>
                      <a:pt x="14103" y="775"/>
                    </a:lnTo>
                    <a:lnTo>
                      <a:pt x="14040" y="858"/>
                    </a:lnTo>
                    <a:lnTo>
                      <a:pt x="13956" y="879"/>
                    </a:lnTo>
                    <a:lnTo>
                      <a:pt x="13956" y="796"/>
                    </a:lnTo>
                    <a:lnTo>
                      <a:pt x="14040" y="733"/>
                    </a:lnTo>
                    <a:lnTo>
                      <a:pt x="14061" y="670"/>
                    </a:lnTo>
                    <a:lnTo>
                      <a:pt x="13998" y="691"/>
                    </a:lnTo>
                    <a:lnTo>
                      <a:pt x="13914" y="775"/>
                    </a:lnTo>
                    <a:lnTo>
                      <a:pt x="13789" y="837"/>
                    </a:lnTo>
                    <a:lnTo>
                      <a:pt x="13789" y="858"/>
                    </a:lnTo>
                    <a:lnTo>
                      <a:pt x="13705" y="879"/>
                    </a:lnTo>
                    <a:lnTo>
                      <a:pt x="13684" y="837"/>
                    </a:lnTo>
                    <a:lnTo>
                      <a:pt x="13538" y="837"/>
                    </a:lnTo>
                    <a:lnTo>
                      <a:pt x="13538" y="775"/>
                    </a:lnTo>
                    <a:lnTo>
                      <a:pt x="13475" y="649"/>
                    </a:lnTo>
                    <a:lnTo>
                      <a:pt x="13412" y="649"/>
                    </a:lnTo>
                    <a:lnTo>
                      <a:pt x="13287" y="691"/>
                    </a:lnTo>
                    <a:lnTo>
                      <a:pt x="13182" y="670"/>
                    </a:lnTo>
                    <a:lnTo>
                      <a:pt x="13119" y="691"/>
                    </a:lnTo>
                    <a:lnTo>
                      <a:pt x="13077" y="628"/>
                    </a:lnTo>
                    <a:lnTo>
                      <a:pt x="13015" y="628"/>
                    </a:lnTo>
                    <a:lnTo>
                      <a:pt x="12973" y="482"/>
                    </a:lnTo>
                    <a:lnTo>
                      <a:pt x="12847" y="545"/>
                    </a:lnTo>
                    <a:lnTo>
                      <a:pt x="12701" y="524"/>
                    </a:lnTo>
                    <a:lnTo>
                      <a:pt x="12575" y="461"/>
                    </a:lnTo>
                    <a:lnTo>
                      <a:pt x="12575" y="377"/>
                    </a:lnTo>
                    <a:lnTo>
                      <a:pt x="12491" y="273"/>
                    </a:lnTo>
                    <a:lnTo>
                      <a:pt x="12450" y="273"/>
                    </a:lnTo>
                    <a:lnTo>
                      <a:pt x="12450" y="335"/>
                    </a:lnTo>
                    <a:lnTo>
                      <a:pt x="12282" y="377"/>
                    </a:lnTo>
                    <a:lnTo>
                      <a:pt x="12240" y="273"/>
                    </a:lnTo>
                    <a:lnTo>
                      <a:pt x="12136" y="252"/>
                    </a:lnTo>
                    <a:lnTo>
                      <a:pt x="11968" y="168"/>
                    </a:lnTo>
                    <a:lnTo>
                      <a:pt x="11968" y="210"/>
                    </a:lnTo>
                    <a:lnTo>
                      <a:pt x="11906" y="147"/>
                    </a:lnTo>
                    <a:lnTo>
                      <a:pt x="11801" y="231"/>
                    </a:lnTo>
                    <a:lnTo>
                      <a:pt x="11906" y="314"/>
                    </a:lnTo>
                    <a:lnTo>
                      <a:pt x="11864" y="335"/>
                    </a:lnTo>
                    <a:lnTo>
                      <a:pt x="11968" y="356"/>
                    </a:lnTo>
                    <a:lnTo>
                      <a:pt x="12073" y="335"/>
                    </a:lnTo>
                    <a:lnTo>
                      <a:pt x="12240" y="461"/>
                    </a:lnTo>
                    <a:lnTo>
                      <a:pt x="12240" y="545"/>
                    </a:lnTo>
                    <a:lnTo>
                      <a:pt x="12261" y="733"/>
                    </a:lnTo>
                    <a:lnTo>
                      <a:pt x="12136" y="733"/>
                    </a:lnTo>
                    <a:lnTo>
                      <a:pt x="12115" y="858"/>
                    </a:lnTo>
                    <a:lnTo>
                      <a:pt x="12052" y="775"/>
                    </a:lnTo>
                    <a:lnTo>
                      <a:pt x="11968" y="754"/>
                    </a:lnTo>
                    <a:lnTo>
                      <a:pt x="11864" y="837"/>
                    </a:lnTo>
                    <a:lnTo>
                      <a:pt x="11550" y="837"/>
                    </a:lnTo>
                    <a:lnTo>
                      <a:pt x="11424" y="733"/>
                    </a:lnTo>
                    <a:lnTo>
                      <a:pt x="11403" y="775"/>
                    </a:lnTo>
                    <a:lnTo>
                      <a:pt x="11278" y="837"/>
                    </a:lnTo>
                    <a:lnTo>
                      <a:pt x="11299" y="942"/>
                    </a:lnTo>
                    <a:lnTo>
                      <a:pt x="11194" y="900"/>
                    </a:lnTo>
                    <a:lnTo>
                      <a:pt x="11215" y="1068"/>
                    </a:lnTo>
                    <a:lnTo>
                      <a:pt x="11173" y="1005"/>
                    </a:lnTo>
                    <a:lnTo>
                      <a:pt x="11027" y="963"/>
                    </a:lnTo>
                    <a:lnTo>
                      <a:pt x="10985" y="1047"/>
                    </a:lnTo>
                    <a:lnTo>
                      <a:pt x="11027" y="1109"/>
                    </a:lnTo>
                    <a:lnTo>
                      <a:pt x="11027" y="1172"/>
                    </a:lnTo>
                    <a:lnTo>
                      <a:pt x="10880" y="1109"/>
                    </a:lnTo>
                    <a:lnTo>
                      <a:pt x="10818" y="1193"/>
                    </a:lnTo>
                    <a:lnTo>
                      <a:pt x="10880" y="1256"/>
                    </a:lnTo>
                    <a:lnTo>
                      <a:pt x="10797" y="1298"/>
                    </a:lnTo>
                    <a:lnTo>
                      <a:pt x="10713" y="1361"/>
                    </a:lnTo>
                    <a:lnTo>
                      <a:pt x="10713" y="1402"/>
                    </a:lnTo>
                    <a:lnTo>
                      <a:pt x="10797" y="1507"/>
                    </a:lnTo>
                    <a:lnTo>
                      <a:pt x="10818" y="1570"/>
                    </a:lnTo>
                    <a:lnTo>
                      <a:pt x="10818" y="1570"/>
                    </a:lnTo>
                    <a:lnTo>
                      <a:pt x="10713" y="1507"/>
                    </a:lnTo>
                    <a:lnTo>
                      <a:pt x="10650" y="1591"/>
                    </a:lnTo>
                    <a:lnTo>
                      <a:pt x="10546" y="1591"/>
                    </a:lnTo>
                    <a:lnTo>
                      <a:pt x="10462" y="1737"/>
                    </a:lnTo>
                    <a:lnTo>
                      <a:pt x="10357" y="1925"/>
                    </a:lnTo>
                    <a:lnTo>
                      <a:pt x="10274" y="1946"/>
                    </a:lnTo>
                    <a:lnTo>
                      <a:pt x="10253" y="2114"/>
                    </a:lnTo>
                    <a:lnTo>
                      <a:pt x="10148" y="2156"/>
                    </a:lnTo>
                    <a:lnTo>
                      <a:pt x="10232" y="2239"/>
                    </a:lnTo>
                    <a:lnTo>
                      <a:pt x="10441" y="2260"/>
                    </a:lnTo>
                    <a:lnTo>
                      <a:pt x="10357" y="2302"/>
                    </a:lnTo>
                    <a:lnTo>
                      <a:pt x="10294" y="2365"/>
                    </a:lnTo>
                    <a:lnTo>
                      <a:pt x="10546" y="2449"/>
                    </a:lnTo>
                    <a:lnTo>
                      <a:pt x="10462" y="2511"/>
                    </a:lnTo>
                    <a:lnTo>
                      <a:pt x="10294" y="2469"/>
                    </a:lnTo>
                    <a:lnTo>
                      <a:pt x="10253" y="2407"/>
                    </a:lnTo>
                    <a:lnTo>
                      <a:pt x="10253" y="2407"/>
                    </a:lnTo>
                    <a:lnTo>
                      <a:pt x="10274" y="2469"/>
                    </a:lnTo>
                    <a:lnTo>
                      <a:pt x="10357" y="2553"/>
                    </a:lnTo>
                    <a:lnTo>
                      <a:pt x="10357" y="2679"/>
                    </a:lnTo>
                    <a:lnTo>
                      <a:pt x="10462" y="2825"/>
                    </a:lnTo>
                    <a:lnTo>
                      <a:pt x="10294" y="2679"/>
                    </a:lnTo>
                    <a:lnTo>
                      <a:pt x="10232" y="2532"/>
                    </a:lnTo>
                    <a:lnTo>
                      <a:pt x="10127" y="2511"/>
                    </a:lnTo>
                    <a:lnTo>
                      <a:pt x="10085" y="2574"/>
                    </a:lnTo>
                    <a:lnTo>
                      <a:pt x="10064" y="2658"/>
                    </a:lnTo>
                    <a:lnTo>
                      <a:pt x="10043" y="2574"/>
                    </a:lnTo>
                    <a:lnTo>
                      <a:pt x="9813" y="2428"/>
                    </a:lnTo>
                    <a:lnTo>
                      <a:pt x="9625" y="2449"/>
                    </a:lnTo>
                    <a:lnTo>
                      <a:pt x="9667" y="2511"/>
                    </a:lnTo>
                    <a:lnTo>
                      <a:pt x="9625" y="2574"/>
                    </a:lnTo>
                    <a:lnTo>
                      <a:pt x="9562" y="2532"/>
                    </a:lnTo>
                    <a:lnTo>
                      <a:pt x="9520" y="2532"/>
                    </a:lnTo>
                    <a:lnTo>
                      <a:pt x="9458" y="2574"/>
                    </a:lnTo>
                    <a:lnTo>
                      <a:pt x="9541" y="2721"/>
                    </a:lnTo>
                    <a:lnTo>
                      <a:pt x="9520" y="2762"/>
                    </a:lnTo>
                    <a:lnTo>
                      <a:pt x="9499" y="2721"/>
                    </a:lnTo>
                    <a:lnTo>
                      <a:pt x="9437" y="2741"/>
                    </a:lnTo>
                    <a:lnTo>
                      <a:pt x="9437" y="2783"/>
                    </a:lnTo>
                    <a:lnTo>
                      <a:pt x="9332" y="2846"/>
                    </a:lnTo>
                    <a:lnTo>
                      <a:pt x="9186" y="2888"/>
                    </a:lnTo>
                    <a:lnTo>
                      <a:pt x="9311" y="2825"/>
                    </a:lnTo>
                    <a:lnTo>
                      <a:pt x="9395" y="2721"/>
                    </a:lnTo>
                    <a:lnTo>
                      <a:pt x="9395" y="2532"/>
                    </a:lnTo>
                    <a:lnTo>
                      <a:pt x="9458" y="2428"/>
                    </a:lnTo>
                    <a:lnTo>
                      <a:pt x="9416" y="2344"/>
                    </a:lnTo>
                    <a:lnTo>
                      <a:pt x="9311" y="2323"/>
                    </a:lnTo>
                    <a:lnTo>
                      <a:pt x="9144" y="2030"/>
                    </a:lnTo>
                    <a:lnTo>
                      <a:pt x="9081" y="1905"/>
                    </a:lnTo>
                    <a:lnTo>
                      <a:pt x="8893" y="1842"/>
                    </a:lnTo>
                    <a:lnTo>
                      <a:pt x="8788" y="1800"/>
                    </a:lnTo>
                    <a:lnTo>
                      <a:pt x="8725" y="1821"/>
                    </a:lnTo>
                    <a:lnTo>
                      <a:pt x="8788" y="1884"/>
                    </a:lnTo>
                    <a:lnTo>
                      <a:pt x="8704" y="1905"/>
                    </a:lnTo>
                    <a:lnTo>
                      <a:pt x="8621" y="2030"/>
                    </a:lnTo>
                    <a:lnTo>
                      <a:pt x="8558" y="2009"/>
                    </a:lnTo>
                    <a:lnTo>
                      <a:pt x="8579" y="1946"/>
                    </a:lnTo>
                    <a:lnTo>
                      <a:pt x="8474" y="1988"/>
                    </a:lnTo>
                    <a:lnTo>
                      <a:pt x="8453" y="2051"/>
                    </a:lnTo>
                    <a:lnTo>
                      <a:pt x="8370" y="1884"/>
                    </a:lnTo>
                    <a:lnTo>
                      <a:pt x="8307" y="1884"/>
                    </a:lnTo>
                    <a:lnTo>
                      <a:pt x="8286" y="1946"/>
                    </a:lnTo>
                    <a:lnTo>
                      <a:pt x="8370" y="2009"/>
                    </a:lnTo>
                    <a:lnTo>
                      <a:pt x="8265" y="2093"/>
                    </a:lnTo>
                    <a:lnTo>
                      <a:pt x="8202" y="2218"/>
                    </a:lnTo>
                    <a:lnTo>
                      <a:pt x="8265" y="2260"/>
                    </a:lnTo>
                    <a:lnTo>
                      <a:pt x="8139" y="2344"/>
                    </a:lnTo>
                    <a:lnTo>
                      <a:pt x="8077" y="2260"/>
                    </a:lnTo>
                    <a:lnTo>
                      <a:pt x="8035" y="2260"/>
                    </a:lnTo>
                    <a:lnTo>
                      <a:pt x="7993" y="2197"/>
                    </a:lnTo>
                    <a:lnTo>
                      <a:pt x="8077" y="2114"/>
                    </a:lnTo>
                    <a:lnTo>
                      <a:pt x="7993" y="2114"/>
                    </a:lnTo>
                    <a:lnTo>
                      <a:pt x="7951" y="2239"/>
                    </a:lnTo>
                    <a:lnTo>
                      <a:pt x="7846" y="2260"/>
                    </a:lnTo>
                    <a:lnTo>
                      <a:pt x="7784" y="2323"/>
                    </a:lnTo>
                    <a:lnTo>
                      <a:pt x="7763" y="2449"/>
                    </a:lnTo>
                    <a:lnTo>
                      <a:pt x="7951" y="2511"/>
                    </a:lnTo>
                    <a:lnTo>
                      <a:pt x="7784" y="2637"/>
                    </a:lnTo>
                    <a:lnTo>
                      <a:pt x="7679" y="2574"/>
                    </a:lnTo>
                    <a:lnTo>
                      <a:pt x="7533" y="2658"/>
                    </a:lnTo>
                    <a:lnTo>
                      <a:pt x="7554" y="2741"/>
                    </a:lnTo>
                    <a:lnTo>
                      <a:pt x="7742" y="2762"/>
                    </a:lnTo>
                    <a:lnTo>
                      <a:pt x="7658" y="2846"/>
                    </a:lnTo>
                    <a:lnTo>
                      <a:pt x="7574" y="2867"/>
                    </a:lnTo>
                    <a:lnTo>
                      <a:pt x="7470" y="2741"/>
                    </a:lnTo>
                    <a:lnTo>
                      <a:pt x="7365" y="2846"/>
                    </a:lnTo>
                    <a:lnTo>
                      <a:pt x="7261" y="2867"/>
                    </a:lnTo>
                    <a:lnTo>
                      <a:pt x="7302" y="2951"/>
                    </a:lnTo>
                    <a:lnTo>
                      <a:pt x="7323" y="3034"/>
                    </a:lnTo>
                    <a:lnTo>
                      <a:pt x="7323" y="3097"/>
                    </a:lnTo>
                    <a:lnTo>
                      <a:pt x="7407" y="3076"/>
                    </a:lnTo>
                    <a:lnTo>
                      <a:pt x="7323" y="3181"/>
                    </a:lnTo>
                    <a:lnTo>
                      <a:pt x="7365" y="3286"/>
                    </a:lnTo>
                    <a:lnTo>
                      <a:pt x="7261" y="3306"/>
                    </a:lnTo>
                    <a:lnTo>
                      <a:pt x="7219" y="3390"/>
                    </a:lnTo>
                    <a:lnTo>
                      <a:pt x="7407" y="3453"/>
                    </a:lnTo>
                    <a:lnTo>
                      <a:pt x="7302" y="3495"/>
                    </a:lnTo>
                    <a:lnTo>
                      <a:pt x="7261" y="3558"/>
                    </a:lnTo>
                    <a:lnTo>
                      <a:pt x="7135" y="3516"/>
                    </a:lnTo>
                    <a:lnTo>
                      <a:pt x="7093" y="3453"/>
                    </a:lnTo>
                    <a:lnTo>
                      <a:pt x="7009" y="3390"/>
                    </a:lnTo>
                    <a:lnTo>
                      <a:pt x="6905" y="3474"/>
                    </a:lnTo>
                    <a:lnTo>
                      <a:pt x="6884" y="3369"/>
                    </a:lnTo>
                    <a:lnTo>
                      <a:pt x="6779" y="3306"/>
                    </a:lnTo>
                    <a:lnTo>
                      <a:pt x="6696" y="3369"/>
                    </a:lnTo>
                    <a:lnTo>
                      <a:pt x="6821" y="3474"/>
                    </a:lnTo>
                    <a:lnTo>
                      <a:pt x="6779" y="3495"/>
                    </a:lnTo>
                    <a:lnTo>
                      <a:pt x="6717" y="3599"/>
                    </a:lnTo>
                    <a:lnTo>
                      <a:pt x="6821" y="3704"/>
                    </a:lnTo>
                    <a:lnTo>
                      <a:pt x="6947" y="3704"/>
                    </a:lnTo>
                    <a:lnTo>
                      <a:pt x="6905" y="3809"/>
                    </a:lnTo>
                    <a:lnTo>
                      <a:pt x="6905" y="3913"/>
                    </a:lnTo>
                    <a:lnTo>
                      <a:pt x="6842" y="3871"/>
                    </a:lnTo>
                    <a:lnTo>
                      <a:pt x="6779" y="3871"/>
                    </a:lnTo>
                    <a:lnTo>
                      <a:pt x="6800" y="3997"/>
                    </a:lnTo>
                    <a:lnTo>
                      <a:pt x="6737" y="4122"/>
                    </a:lnTo>
                    <a:lnTo>
                      <a:pt x="6737" y="4248"/>
                    </a:lnTo>
                    <a:lnTo>
                      <a:pt x="6570" y="3871"/>
                    </a:lnTo>
                    <a:lnTo>
                      <a:pt x="6424" y="3620"/>
                    </a:lnTo>
                    <a:lnTo>
                      <a:pt x="6382" y="3558"/>
                    </a:lnTo>
                    <a:lnTo>
                      <a:pt x="6403" y="3390"/>
                    </a:lnTo>
                    <a:lnTo>
                      <a:pt x="6361" y="3474"/>
                    </a:lnTo>
                    <a:lnTo>
                      <a:pt x="6214" y="3558"/>
                    </a:lnTo>
                    <a:lnTo>
                      <a:pt x="6193" y="3704"/>
                    </a:lnTo>
                    <a:lnTo>
                      <a:pt x="6110" y="3725"/>
                    </a:lnTo>
                    <a:lnTo>
                      <a:pt x="6089" y="3809"/>
                    </a:lnTo>
                    <a:lnTo>
                      <a:pt x="5984" y="3788"/>
                    </a:lnTo>
                    <a:lnTo>
                      <a:pt x="5901" y="3892"/>
                    </a:lnTo>
                    <a:lnTo>
                      <a:pt x="5838" y="3976"/>
                    </a:lnTo>
                    <a:lnTo>
                      <a:pt x="5859" y="4102"/>
                    </a:lnTo>
                    <a:lnTo>
                      <a:pt x="5859" y="4415"/>
                    </a:lnTo>
                    <a:lnTo>
                      <a:pt x="5901" y="4436"/>
                    </a:lnTo>
                    <a:lnTo>
                      <a:pt x="5901" y="4541"/>
                    </a:lnTo>
                    <a:lnTo>
                      <a:pt x="5796" y="4604"/>
                    </a:lnTo>
                    <a:lnTo>
                      <a:pt x="5733" y="4708"/>
                    </a:lnTo>
                    <a:lnTo>
                      <a:pt x="5566" y="4750"/>
                    </a:lnTo>
                    <a:lnTo>
                      <a:pt x="5587" y="4834"/>
                    </a:lnTo>
                    <a:lnTo>
                      <a:pt x="5461" y="4918"/>
                    </a:lnTo>
                    <a:lnTo>
                      <a:pt x="5461" y="5064"/>
                    </a:lnTo>
                    <a:lnTo>
                      <a:pt x="5377" y="5127"/>
                    </a:lnTo>
                    <a:lnTo>
                      <a:pt x="5210" y="5378"/>
                    </a:lnTo>
                    <a:lnTo>
                      <a:pt x="4854" y="5587"/>
                    </a:lnTo>
                    <a:lnTo>
                      <a:pt x="4561" y="5608"/>
                    </a:lnTo>
                    <a:lnTo>
                      <a:pt x="4436" y="5650"/>
                    </a:lnTo>
                    <a:lnTo>
                      <a:pt x="4268" y="5671"/>
                    </a:lnTo>
                    <a:lnTo>
                      <a:pt x="4122" y="5692"/>
                    </a:lnTo>
                    <a:lnTo>
                      <a:pt x="3996" y="5671"/>
                    </a:lnTo>
                    <a:lnTo>
                      <a:pt x="3808" y="5754"/>
                    </a:lnTo>
                    <a:lnTo>
                      <a:pt x="3787" y="5859"/>
                    </a:lnTo>
                    <a:lnTo>
                      <a:pt x="3683" y="5901"/>
                    </a:lnTo>
                    <a:lnTo>
                      <a:pt x="3285" y="5880"/>
                    </a:lnTo>
                    <a:lnTo>
                      <a:pt x="3222" y="5922"/>
                    </a:lnTo>
                    <a:lnTo>
                      <a:pt x="3160" y="6027"/>
                    </a:lnTo>
                    <a:lnTo>
                      <a:pt x="2929" y="6131"/>
                    </a:lnTo>
                    <a:lnTo>
                      <a:pt x="2762" y="6131"/>
                    </a:lnTo>
                    <a:lnTo>
                      <a:pt x="2657" y="6089"/>
                    </a:lnTo>
                    <a:lnTo>
                      <a:pt x="2553" y="6110"/>
                    </a:lnTo>
                    <a:lnTo>
                      <a:pt x="2532" y="6027"/>
                    </a:lnTo>
                    <a:lnTo>
                      <a:pt x="2427" y="6089"/>
                    </a:lnTo>
                    <a:lnTo>
                      <a:pt x="2344" y="6215"/>
                    </a:lnTo>
                    <a:lnTo>
                      <a:pt x="2113" y="6278"/>
                    </a:lnTo>
                    <a:lnTo>
                      <a:pt x="2092" y="6319"/>
                    </a:lnTo>
                    <a:lnTo>
                      <a:pt x="2009" y="6319"/>
                    </a:lnTo>
                    <a:lnTo>
                      <a:pt x="1820" y="6487"/>
                    </a:lnTo>
                    <a:lnTo>
                      <a:pt x="1569" y="6612"/>
                    </a:lnTo>
                    <a:lnTo>
                      <a:pt x="1255" y="6717"/>
                    </a:lnTo>
                    <a:lnTo>
                      <a:pt x="1088" y="6905"/>
                    </a:lnTo>
                    <a:lnTo>
                      <a:pt x="1088" y="7115"/>
                    </a:lnTo>
                    <a:lnTo>
                      <a:pt x="963" y="7219"/>
                    </a:lnTo>
                    <a:lnTo>
                      <a:pt x="879" y="7156"/>
                    </a:lnTo>
                    <a:lnTo>
                      <a:pt x="900" y="7073"/>
                    </a:lnTo>
                    <a:lnTo>
                      <a:pt x="900" y="7010"/>
                    </a:lnTo>
                    <a:lnTo>
                      <a:pt x="963" y="6843"/>
                    </a:lnTo>
                    <a:lnTo>
                      <a:pt x="963" y="6738"/>
                    </a:lnTo>
                    <a:lnTo>
                      <a:pt x="774" y="6863"/>
                    </a:lnTo>
                    <a:lnTo>
                      <a:pt x="732" y="7052"/>
                    </a:lnTo>
                    <a:lnTo>
                      <a:pt x="607" y="7282"/>
                    </a:lnTo>
                    <a:lnTo>
                      <a:pt x="711" y="7470"/>
                    </a:lnTo>
                    <a:lnTo>
                      <a:pt x="628" y="7638"/>
                    </a:lnTo>
                    <a:lnTo>
                      <a:pt x="649" y="7889"/>
                    </a:lnTo>
                    <a:lnTo>
                      <a:pt x="419" y="8161"/>
                    </a:lnTo>
                    <a:lnTo>
                      <a:pt x="335" y="8537"/>
                    </a:lnTo>
                    <a:lnTo>
                      <a:pt x="377" y="8726"/>
                    </a:lnTo>
                    <a:lnTo>
                      <a:pt x="356" y="9019"/>
                    </a:lnTo>
                    <a:lnTo>
                      <a:pt x="565" y="9353"/>
                    </a:lnTo>
                    <a:lnTo>
                      <a:pt x="565" y="9479"/>
                    </a:lnTo>
                    <a:lnTo>
                      <a:pt x="649" y="9584"/>
                    </a:lnTo>
                    <a:lnTo>
                      <a:pt x="565" y="9751"/>
                    </a:lnTo>
                    <a:lnTo>
                      <a:pt x="628" y="9897"/>
                    </a:lnTo>
                    <a:lnTo>
                      <a:pt x="502" y="9960"/>
                    </a:lnTo>
                    <a:lnTo>
                      <a:pt x="439" y="9856"/>
                    </a:lnTo>
                    <a:lnTo>
                      <a:pt x="439" y="9667"/>
                    </a:lnTo>
                    <a:lnTo>
                      <a:pt x="356" y="9772"/>
                    </a:lnTo>
                    <a:lnTo>
                      <a:pt x="335" y="9730"/>
                    </a:lnTo>
                    <a:lnTo>
                      <a:pt x="335" y="9542"/>
                    </a:lnTo>
                    <a:lnTo>
                      <a:pt x="230" y="9312"/>
                    </a:lnTo>
                    <a:lnTo>
                      <a:pt x="147" y="9416"/>
                    </a:lnTo>
                    <a:lnTo>
                      <a:pt x="188" y="9667"/>
                    </a:lnTo>
                    <a:lnTo>
                      <a:pt x="335" y="9835"/>
                    </a:lnTo>
                    <a:lnTo>
                      <a:pt x="439" y="10023"/>
                    </a:lnTo>
                    <a:lnTo>
                      <a:pt x="293" y="10065"/>
                    </a:lnTo>
                    <a:lnTo>
                      <a:pt x="147" y="9897"/>
                    </a:lnTo>
                    <a:lnTo>
                      <a:pt x="126" y="9688"/>
                    </a:lnTo>
                    <a:lnTo>
                      <a:pt x="84" y="9772"/>
                    </a:lnTo>
                    <a:lnTo>
                      <a:pt x="0" y="9835"/>
                    </a:lnTo>
                    <a:lnTo>
                      <a:pt x="105" y="10002"/>
                    </a:lnTo>
                    <a:lnTo>
                      <a:pt x="314" y="10253"/>
                    </a:lnTo>
                    <a:lnTo>
                      <a:pt x="419" y="10588"/>
                    </a:lnTo>
                    <a:lnTo>
                      <a:pt x="377" y="11153"/>
                    </a:lnTo>
                    <a:lnTo>
                      <a:pt x="460" y="11257"/>
                    </a:lnTo>
                    <a:lnTo>
                      <a:pt x="544" y="11592"/>
                    </a:lnTo>
                    <a:lnTo>
                      <a:pt x="711" y="12032"/>
                    </a:lnTo>
                    <a:lnTo>
                      <a:pt x="649" y="12178"/>
                    </a:lnTo>
                    <a:lnTo>
                      <a:pt x="670" y="12827"/>
                    </a:lnTo>
                    <a:lnTo>
                      <a:pt x="649" y="12910"/>
                    </a:lnTo>
                    <a:lnTo>
                      <a:pt x="711" y="13099"/>
                    </a:lnTo>
                    <a:lnTo>
                      <a:pt x="711" y="13308"/>
                    </a:lnTo>
                    <a:lnTo>
                      <a:pt x="837" y="13559"/>
                    </a:lnTo>
                    <a:lnTo>
                      <a:pt x="837" y="13726"/>
                    </a:lnTo>
                    <a:lnTo>
                      <a:pt x="732" y="13810"/>
                    </a:lnTo>
                    <a:lnTo>
                      <a:pt x="774" y="13852"/>
                    </a:lnTo>
                    <a:lnTo>
                      <a:pt x="732" y="14019"/>
                    </a:lnTo>
                    <a:lnTo>
                      <a:pt x="711" y="14270"/>
                    </a:lnTo>
                    <a:lnTo>
                      <a:pt x="628" y="14354"/>
                    </a:lnTo>
                    <a:lnTo>
                      <a:pt x="649" y="14438"/>
                    </a:lnTo>
                    <a:lnTo>
                      <a:pt x="628" y="14584"/>
                    </a:lnTo>
                    <a:lnTo>
                      <a:pt x="523" y="14668"/>
                    </a:lnTo>
                    <a:lnTo>
                      <a:pt x="544" y="14793"/>
                    </a:lnTo>
                    <a:lnTo>
                      <a:pt x="335" y="14961"/>
                    </a:lnTo>
                    <a:lnTo>
                      <a:pt x="251" y="14877"/>
                    </a:lnTo>
                    <a:lnTo>
                      <a:pt x="126" y="15086"/>
                    </a:lnTo>
                    <a:lnTo>
                      <a:pt x="126" y="15442"/>
                    </a:lnTo>
                    <a:lnTo>
                      <a:pt x="209" y="15526"/>
                    </a:lnTo>
                    <a:lnTo>
                      <a:pt x="293" y="15526"/>
                    </a:lnTo>
                    <a:lnTo>
                      <a:pt x="544" y="15756"/>
                    </a:lnTo>
                    <a:lnTo>
                      <a:pt x="544" y="15861"/>
                    </a:lnTo>
                    <a:lnTo>
                      <a:pt x="565" y="15923"/>
                    </a:lnTo>
                    <a:lnTo>
                      <a:pt x="711" y="15944"/>
                    </a:lnTo>
                    <a:lnTo>
                      <a:pt x="753" y="16007"/>
                    </a:lnTo>
                    <a:lnTo>
                      <a:pt x="942" y="16028"/>
                    </a:lnTo>
                    <a:lnTo>
                      <a:pt x="983" y="16028"/>
                    </a:lnTo>
                    <a:lnTo>
                      <a:pt x="1025" y="16070"/>
                    </a:lnTo>
                    <a:lnTo>
                      <a:pt x="1151" y="16070"/>
                    </a:lnTo>
                    <a:lnTo>
                      <a:pt x="1297" y="16049"/>
                    </a:lnTo>
                    <a:lnTo>
                      <a:pt x="1339" y="16133"/>
                    </a:lnTo>
                    <a:lnTo>
                      <a:pt x="1402" y="16070"/>
                    </a:lnTo>
                    <a:lnTo>
                      <a:pt x="1423" y="16112"/>
                    </a:lnTo>
                    <a:lnTo>
                      <a:pt x="1611" y="16070"/>
                    </a:lnTo>
                    <a:lnTo>
                      <a:pt x="1758" y="16070"/>
                    </a:lnTo>
                    <a:lnTo>
                      <a:pt x="1779" y="16007"/>
                    </a:lnTo>
                    <a:lnTo>
                      <a:pt x="1862" y="15965"/>
                    </a:lnTo>
                    <a:lnTo>
                      <a:pt x="1946" y="15840"/>
                    </a:lnTo>
                    <a:lnTo>
                      <a:pt x="2113" y="15861"/>
                    </a:lnTo>
                    <a:lnTo>
                      <a:pt x="2113" y="15756"/>
                    </a:lnTo>
                    <a:lnTo>
                      <a:pt x="2218" y="15693"/>
                    </a:lnTo>
                    <a:lnTo>
                      <a:pt x="2323" y="15693"/>
                    </a:lnTo>
                    <a:lnTo>
                      <a:pt x="2406" y="15777"/>
                    </a:lnTo>
                    <a:lnTo>
                      <a:pt x="2511" y="15651"/>
                    </a:lnTo>
                    <a:lnTo>
                      <a:pt x="2532" y="15693"/>
                    </a:lnTo>
                    <a:lnTo>
                      <a:pt x="2616" y="15651"/>
                    </a:lnTo>
                    <a:lnTo>
                      <a:pt x="2636" y="15526"/>
                    </a:lnTo>
                    <a:lnTo>
                      <a:pt x="2950" y="15317"/>
                    </a:lnTo>
                    <a:lnTo>
                      <a:pt x="3076" y="15338"/>
                    </a:lnTo>
                    <a:lnTo>
                      <a:pt x="3160" y="15379"/>
                    </a:lnTo>
                    <a:lnTo>
                      <a:pt x="3264" y="15317"/>
                    </a:lnTo>
                    <a:lnTo>
                      <a:pt x="3557" y="15233"/>
                    </a:lnTo>
                    <a:lnTo>
                      <a:pt x="3599" y="15317"/>
                    </a:lnTo>
                    <a:lnTo>
                      <a:pt x="3787" y="15254"/>
                    </a:lnTo>
                    <a:lnTo>
                      <a:pt x="3850" y="15296"/>
                    </a:lnTo>
                    <a:lnTo>
                      <a:pt x="3955" y="15317"/>
                    </a:lnTo>
                    <a:lnTo>
                      <a:pt x="4038" y="15254"/>
                    </a:lnTo>
                    <a:lnTo>
                      <a:pt x="4101" y="15400"/>
                    </a:lnTo>
                    <a:lnTo>
                      <a:pt x="4185" y="15400"/>
                    </a:lnTo>
                    <a:lnTo>
                      <a:pt x="4268" y="15338"/>
                    </a:lnTo>
                    <a:lnTo>
                      <a:pt x="4310" y="15400"/>
                    </a:lnTo>
                    <a:lnTo>
                      <a:pt x="4415" y="15338"/>
                    </a:lnTo>
                    <a:lnTo>
                      <a:pt x="4624" y="15338"/>
                    </a:lnTo>
                    <a:lnTo>
                      <a:pt x="4624" y="15442"/>
                    </a:lnTo>
                    <a:lnTo>
                      <a:pt x="4645" y="15442"/>
                    </a:lnTo>
                    <a:lnTo>
                      <a:pt x="4792" y="15338"/>
                    </a:lnTo>
                    <a:lnTo>
                      <a:pt x="4917" y="15379"/>
                    </a:lnTo>
                    <a:lnTo>
                      <a:pt x="5064" y="15254"/>
                    </a:lnTo>
                    <a:lnTo>
                      <a:pt x="5126" y="15128"/>
                    </a:lnTo>
                    <a:lnTo>
                      <a:pt x="5168" y="15107"/>
                    </a:lnTo>
                    <a:lnTo>
                      <a:pt x="5315" y="14982"/>
                    </a:lnTo>
                    <a:lnTo>
                      <a:pt x="5377" y="14773"/>
                    </a:lnTo>
                    <a:lnTo>
                      <a:pt x="5524" y="14668"/>
                    </a:lnTo>
                    <a:lnTo>
                      <a:pt x="5670" y="14647"/>
                    </a:lnTo>
                    <a:lnTo>
                      <a:pt x="5754" y="14668"/>
                    </a:lnTo>
                    <a:lnTo>
                      <a:pt x="5984" y="14584"/>
                    </a:lnTo>
                    <a:lnTo>
                      <a:pt x="6277" y="14396"/>
                    </a:lnTo>
                    <a:lnTo>
                      <a:pt x="6486" y="14208"/>
                    </a:lnTo>
                    <a:lnTo>
                      <a:pt x="6570" y="14187"/>
                    </a:lnTo>
                    <a:lnTo>
                      <a:pt x="6737" y="14187"/>
                    </a:lnTo>
                    <a:lnTo>
                      <a:pt x="6905" y="14249"/>
                    </a:lnTo>
                    <a:lnTo>
                      <a:pt x="7051" y="14270"/>
                    </a:lnTo>
                    <a:lnTo>
                      <a:pt x="7198" y="14208"/>
                    </a:lnTo>
                    <a:lnTo>
                      <a:pt x="7407" y="14249"/>
                    </a:lnTo>
                    <a:lnTo>
                      <a:pt x="7742" y="14145"/>
                    </a:lnTo>
                    <a:lnTo>
                      <a:pt x="7930" y="14082"/>
                    </a:lnTo>
                    <a:lnTo>
                      <a:pt x="8056" y="13977"/>
                    </a:lnTo>
                    <a:lnTo>
                      <a:pt x="8139" y="13977"/>
                    </a:lnTo>
                    <a:lnTo>
                      <a:pt x="8307" y="13852"/>
                    </a:lnTo>
                    <a:lnTo>
                      <a:pt x="8558" y="13852"/>
                    </a:lnTo>
                    <a:lnTo>
                      <a:pt x="9186" y="13810"/>
                    </a:lnTo>
                    <a:lnTo>
                      <a:pt x="9395" y="13852"/>
                    </a:lnTo>
                    <a:lnTo>
                      <a:pt x="9520" y="13852"/>
                    </a:lnTo>
                    <a:lnTo>
                      <a:pt x="9709" y="13810"/>
                    </a:lnTo>
                    <a:lnTo>
                      <a:pt x="9834" y="13831"/>
                    </a:lnTo>
                    <a:lnTo>
                      <a:pt x="10022" y="13977"/>
                    </a:lnTo>
                    <a:lnTo>
                      <a:pt x="10148" y="14208"/>
                    </a:lnTo>
                    <a:lnTo>
                      <a:pt x="10253" y="14249"/>
                    </a:lnTo>
                    <a:lnTo>
                      <a:pt x="10336" y="14187"/>
                    </a:lnTo>
                    <a:lnTo>
                      <a:pt x="10378" y="14166"/>
                    </a:lnTo>
                    <a:lnTo>
                      <a:pt x="10441" y="14208"/>
                    </a:lnTo>
                    <a:lnTo>
                      <a:pt x="10504" y="14187"/>
                    </a:lnTo>
                    <a:lnTo>
                      <a:pt x="10650" y="14208"/>
                    </a:lnTo>
                    <a:lnTo>
                      <a:pt x="10755" y="14354"/>
                    </a:lnTo>
                    <a:lnTo>
                      <a:pt x="10880" y="14375"/>
                    </a:lnTo>
                    <a:lnTo>
                      <a:pt x="10964" y="14354"/>
                    </a:lnTo>
                    <a:lnTo>
                      <a:pt x="11194" y="14542"/>
                    </a:lnTo>
                    <a:lnTo>
                      <a:pt x="11194" y="14647"/>
                    </a:lnTo>
                    <a:lnTo>
                      <a:pt x="11278" y="14647"/>
                    </a:lnTo>
                    <a:lnTo>
                      <a:pt x="11341" y="14731"/>
                    </a:lnTo>
                    <a:lnTo>
                      <a:pt x="11320" y="14814"/>
                    </a:lnTo>
                    <a:lnTo>
                      <a:pt x="11215" y="14814"/>
                    </a:lnTo>
                    <a:lnTo>
                      <a:pt x="11194" y="14898"/>
                    </a:lnTo>
                    <a:lnTo>
                      <a:pt x="11299" y="15107"/>
                    </a:lnTo>
                    <a:lnTo>
                      <a:pt x="11403" y="15128"/>
                    </a:lnTo>
                    <a:lnTo>
                      <a:pt x="11508" y="15254"/>
                    </a:lnTo>
                    <a:lnTo>
                      <a:pt x="11550" y="15421"/>
                    </a:lnTo>
                    <a:lnTo>
                      <a:pt x="11529" y="15526"/>
                    </a:lnTo>
                    <a:lnTo>
                      <a:pt x="11655" y="15819"/>
                    </a:lnTo>
                    <a:lnTo>
                      <a:pt x="11613" y="15944"/>
                    </a:lnTo>
                    <a:lnTo>
                      <a:pt x="11655" y="16007"/>
                    </a:lnTo>
                    <a:lnTo>
                      <a:pt x="11634" y="16154"/>
                    </a:lnTo>
                    <a:lnTo>
                      <a:pt x="11613" y="16237"/>
                    </a:lnTo>
                    <a:lnTo>
                      <a:pt x="11529" y="16216"/>
                    </a:lnTo>
                    <a:lnTo>
                      <a:pt x="11508" y="16237"/>
                    </a:lnTo>
                    <a:lnTo>
                      <a:pt x="11592" y="16363"/>
                    </a:lnTo>
                    <a:lnTo>
                      <a:pt x="11655" y="16384"/>
                    </a:lnTo>
                    <a:lnTo>
                      <a:pt x="11717" y="16530"/>
                    </a:lnTo>
                    <a:lnTo>
                      <a:pt x="11822" y="16488"/>
                    </a:lnTo>
                    <a:lnTo>
                      <a:pt x="11927" y="16572"/>
                    </a:lnTo>
                    <a:lnTo>
                      <a:pt x="11927" y="16467"/>
                    </a:lnTo>
                    <a:lnTo>
                      <a:pt x="11864" y="16363"/>
                    </a:lnTo>
                    <a:lnTo>
                      <a:pt x="11927" y="16300"/>
                    </a:lnTo>
                    <a:lnTo>
                      <a:pt x="11968" y="16174"/>
                    </a:lnTo>
                    <a:lnTo>
                      <a:pt x="12073" y="16174"/>
                    </a:lnTo>
                    <a:lnTo>
                      <a:pt x="12136" y="16070"/>
                    </a:lnTo>
                    <a:lnTo>
                      <a:pt x="12240" y="16028"/>
                    </a:lnTo>
                    <a:lnTo>
                      <a:pt x="12261" y="15923"/>
                    </a:lnTo>
                    <a:lnTo>
                      <a:pt x="12366" y="15777"/>
                    </a:lnTo>
                    <a:lnTo>
                      <a:pt x="12596" y="15693"/>
                    </a:lnTo>
                    <a:lnTo>
                      <a:pt x="12638" y="15610"/>
                    </a:lnTo>
                    <a:lnTo>
                      <a:pt x="12680" y="15610"/>
                    </a:lnTo>
                    <a:lnTo>
                      <a:pt x="12868" y="15505"/>
                    </a:lnTo>
                    <a:lnTo>
                      <a:pt x="12910" y="15338"/>
                    </a:lnTo>
                    <a:lnTo>
                      <a:pt x="13077" y="15107"/>
                    </a:lnTo>
                    <a:lnTo>
                      <a:pt x="13224" y="15086"/>
                    </a:lnTo>
                    <a:lnTo>
                      <a:pt x="13307" y="14982"/>
                    </a:lnTo>
                    <a:lnTo>
                      <a:pt x="13266" y="14856"/>
                    </a:lnTo>
                    <a:lnTo>
                      <a:pt x="13287" y="14710"/>
                    </a:lnTo>
                    <a:lnTo>
                      <a:pt x="13370" y="14877"/>
                    </a:lnTo>
                    <a:lnTo>
                      <a:pt x="13370" y="15024"/>
                    </a:lnTo>
                    <a:lnTo>
                      <a:pt x="13370" y="15191"/>
                    </a:lnTo>
                    <a:lnTo>
                      <a:pt x="13287" y="15254"/>
                    </a:lnTo>
                    <a:lnTo>
                      <a:pt x="13266" y="15547"/>
                    </a:lnTo>
                    <a:lnTo>
                      <a:pt x="13015" y="15714"/>
                    </a:lnTo>
                    <a:lnTo>
                      <a:pt x="12973" y="15840"/>
                    </a:lnTo>
                    <a:lnTo>
                      <a:pt x="12910" y="15923"/>
                    </a:lnTo>
                    <a:lnTo>
                      <a:pt x="12910" y="16070"/>
                    </a:lnTo>
                    <a:lnTo>
                      <a:pt x="12784" y="16258"/>
                    </a:lnTo>
                    <a:lnTo>
                      <a:pt x="12805" y="16300"/>
                    </a:lnTo>
                    <a:lnTo>
                      <a:pt x="12743" y="16593"/>
                    </a:lnTo>
                    <a:lnTo>
                      <a:pt x="12450" y="16572"/>
                    </a:lnTo>
                    <a:lnTo>
                      <a:pt x="12387" y="16739"/>
                    </a:lnTo>
                    <a:lnTo>
                      <a:pt x="12324" y="16823"/>
                    </a:lnTo>
                    <a:lnTo>
                      <a:pt x="12324" y="16886"/>
                    </a:lnTo>
                    <a:lnTo>
                      <a:pt x="12491" y="16823"/>
                    </a:lnTo>
                    <a:lnTo>
                      <a:pt x="12659" y="16760"/>
                    </a:lnTo>
                    <a:lnTo>
                      <a:pt x="12868" y="16823"/>
                    </a:lnTo>
                    <a:lnTo>
                      <a:pt x="13056" y="16530"/>
                    </a:lnTo>
                    <a:lnTo>
                      <a:pt x="13098" y="16216"/>
                    </a:lnTo>
                    <a:lnTo>
                      <a:pt x="13266" y="16049"/>
                    </a:lnTo>
                    <a:lnTo>
                      <a:pt x="13307" y="16112"/>
                    </a:lnTo>
                    <a:lnTo>
                      <a:pt x="13307" y="16384"/>
                    </a:lnTo>
                    <a:lnTo>
                      <a:pt x="13370" y="16551"/>
                    </a:lnTo>
                    <a:lnTo>
                      <a:pt x="13307" y="16551"/>
                    </a:lnTo>
                    <a:lnTo>
                      <a:pt x="13328" y="16823"/>
                    </a:lnTo>
                    <a:lnTo>
                      <a:pt x="13203" y="17074"/>
                    </a:lnTo>
                    <a:lnTo>
                      <a:pt x="12994" y="17158"/>
                    </a:lnTo>
                    <a:lnTo>
                      <a:pt x="13015" y="17221"/>
                    </a:lnTo>
                    <a:lnTo>
                      <a:pt x="13161" y="17200"/>
                    </a:lnTo>
                    <a:lnTo>
                      <a:pt x="13307" y="17221"/>
                    </a:lnTo>
                    <a:lnTo>
                      <a:pt x="13391" y="17158"/>
                    </a:lnTo>
                    <a:lnTo>
                      <a:pt x="13496" y="17116"/>
                    </a:lnTo>
                    <a:lnTo>
                      <a:pt x="13600" y="17011"/>
                    </a:lnTo>
                    <a:lnTo>
                      <a:pt x="13705" y="17053"/>
                    </a:lnTo>
                    <a:lnTo>
                      <a:pt x="13789" y="17053"/>
                    </a:lnTo>
                    <a:lnTo>
                      <a:pt x="13705" y="17158"/>
                    </a:lnTo>
                    <a:lnTo>
                      <a:pt x="13642" y="17221"/>
                    </a:lnTo>
                    <a:lnTo>
                      <a:pt x="13538" y="17221"/>
                    </a:lnTo>
                    <a:lnTo>
                      <a:pt x="13517" y="17283"/>
                    </a:lnTo>
                    <a:lnTo>
                      <a:pt x="13621" y="17430"/>
                    </a:lnTo>
                    <a:lnTo>
                      <a:pt x="13684" y="17576"/>
                    </a:lnTo>
                    <a:lnTo>
                      <a:pt x="13747" y="17744"/>
                    </a:lnTo>
                    <a:lnTo>
                      <a:pt x="13747" y="17953"/>
                    </a:lnTo>
                    <a:lnTo>
                      <a:pt x="13726" y="18225"/>
                    </a:lnTo>
                    <a:lnTo>
                      <a:pt x="13600" y="18371"/>
                    </a:lnTo>
                    <a:lnTo>
                      <a:pt x="13621" y="18455"/>
                    </a:lnTo>
                    <a:lnTo>
                      <a:pt x="13600" y="18664"/>
                    </a:lnTo>
                    <a:lnTo>
                      <a:pt x="13705" y="18748"/>
                    </a:lnTo>
                    <a:lnTo>
                      <a:pt x="13789" y="18895"/>
                    </a:lnTo>
                    <a:lnTo>
                      <a:pt x="13810" y="19083"/>
                    </a:lnTo>
                    <a:lnTo>
                      <a:pt x="14019" y="19355"/>
                    </a:lnTo>
                    <a:lnTo>
                      <a:pt x="14165" y="19397"/>
                    </a:lnTo>
                    <a:lnTo>
                      <a:pt x="14270" y="19480"/>
                    </a:lnTo>
                    <a:lnTo>
                      <a:pt x="14333" y="19606"/>
                    </a:lnTo>
                    <a:lnTo>
                      <a:pt x="14437" y="19627"/>
                    </a:lnTo>
                    <a:lnTo>
                      <a:pt x="14458" y="19585"/>
                    </a:lnTo>
                    <a:lnTo>
                      <a:pt x="14542" y="19564"/>
                    </a:lnTo>
                    <a:lnTo>
                      <a:pt x="14688" y="19585"/>
                    </a:lnTo>
                    <a:lnTo>
                      <a:pt x="14835" y="19731"/>
                    </a:lnTo>
                    <a:lnTo>
                      <a:pt x="14960" y="19773"/>
                    </a:lnTo>
                    <a:lnTo>
                      <a:pt x="15086" y="19899"/>
                    </a:lnTo>
                    <a:lnTo>
                      <a:pt x="15107" y="20003"/>
                    </a:lnTo>
                    <a:lnTo>
                      <a:pt x="15212" y="20045"/>
                    </a:lnTo>
                    <a:lnTo>
                      <a:pt x="15358" y="20192"/>
                    </a:lnTo>
                    <a:lnTo>
                      <a:pt x="15421" y="20192"/>
                    </a:lnTo>
                    <a:lnTo>
                      <a:pt x="15463" y="20108"/>
                    </a:lnTo>
                    <a:lnTo>
                      <a:pt x="15693" y="20003"/>
                    </a:lnTo>
                    <a:lnTo>
                      <a:pt x="15776" y="19899"/>
                    </a:lnTo>
                    <a:lnTo>
                      <a:pt x="15902" y="19899"/>
                    </a:lnTo>
                    <a:lnTo>
                      <a:pt x="16048" y="19773"/>
                    </a:lnTo>
                    <a:lnTo>
                      <a:pt x="16153" y="19773"/>
                    </a:lnTo>
                    <a:lnTo>
                      <a:pt x="16195" y="19711"/>
                    </a:lnTo>
                    <a:lnTo>
                      <a:pt x="16153" y="19669"/>
                    </a:lnTo>
                    <a:lnTo>
                      <a:pt x="16048" y="19627"/>
                    </a:lnTo>
                    <a:lnTo>
                      <a:pt x="16090" y="19564"/>
                    </a:lnTo>
                    <a:lnTo>
                      <a:pt x="16320" y="19397"/>
                    </a:lnTo>
                    <a:lnTo>
                      <a:pt x="16509" y="19522"/>
                    </a:lnTo>
                    <a:lnTo>
                      <a:pt x="16509" y="19669"/>
                    </a:lnTo>
                    <a:lnTo>
                      <a:pt x="16258" y="19794"/>
                    </a:lnTo>
                    <a:lnTo>
                      <a:pt x="16320" y="19899"/>
                    </a:lnTo>
                    <a:lnTo>
                      <a:pt x="16404" y="19920"/>
                    </a:lnTo>
                    <a:lnTo>
                      <a:pt x="16467" y="19815"/>
                    </a:lnTo>
                    <a:lnTo>
                      <a:pt x="16572" y="19731"/>
                    </a:lnTo>
                    <a:lnTo>
                      <a:pt x="16676" y="19815"/>
                    </a:lnTo>
                    <a:lnTo>
                      <a:pt x="16676" y="19920"/>
                    </a:lnTo>
                    <a:lnTo>
                      <a:pt x="16613" y="19920"/>
                    </a:lnTo>
                    <a:lnTo>
                      <a:pt x="16509" y="20003"/>
                    </a:lnTo>
                    <a:lnTo>
                      <a:pt x="16655" y="20192"/>
                    </a:lnTo>
                    <a:lnTo>
                      <a:pt x="16676" y="20401"/>
                    </a:lnTo>
                    <a:lnTo>
                      <a:pt x="16760" y="20338"/>
                    </a:lnTo>
                    <a:lnTo>
                      <a:pt x="16844" y="20359"/>
                    </a:lnTo>
                    <a:lnTo>
                      <a:pt x="16844" y="20464"/>
                    </a:lnTo>
                    <a:lnTo>
                      <a:pt x="16927" y="20610"/>
                    </a:lnTo>
                    <a:lnTo>
                      <a:pt x="16990" y="20443"/>
                    </a:lnTo>
                    <a:lnTo>
                      <a:pt x="16990" y="20296"/>
                    </a:lnTo>
                    <a:lnTo>
                      <a:pt x="16885" y="20359"/>
                    </a:lnTo>
                    <a:lnTo>
                      <a:pt x="16885" y="20317"/>
                    </a:lnTo>
                    <a:lnTo>
                      <a:pt x="16948" y="20234"/>
                    </a:lnTo>
                    <a:lnTo>
                      <a:pt x="17241" y="20234"/>
                    </a:lnTo>
                    <a:lnTo>
                      <a:pt x="17262" y="20296"/>
                    </a:lnTo>
                    <a:lnTo>
                      <a:pt x="17304" y="20234"/>
                    </a:lnTo>
                    <a:lnTo>
                      <a:pt x="17450" y="20024"/>
                    </a:lnTo>
                    <a:lnTo>
                      <a:pt x="17764" y="19836"/>
                    </a:lnTo>
                    <a:lnTo>
                      <a:pt x="17911" y="19711"/>
                    </a:lnTo>
                    <a:lnTo>
                      <a:pt x="17827" y="19711"/>
                    </a:lnTo>
                    <a:lnTo>
                      <a:pt x="17764" y="19731"/>
                    </a:lnTo>
                    <a:lnTo>
                      <a:pt x="17785" y="19711"/>
                    </a:lnTo>
                    <a:lnTo>
                      <a:pt x="17681" y="19669"/>
                    </a:lnTo>
                    <a:lnTo>
                      <a:pt x="17932" y="19669"/>
                    </a:lnTo>
                    <a:lnTo>
                      <a:pt x="18183" y="19606"/>
                    </a:lnTo>
                    <a:lnTo>
                      <a:pt x="18622" y="19501"/>
                    </a:lnTo>
                    <a:lnTo>
                      <a:pt x="18957" y="19585"/>
                    </a:lnTo>
                    <a:lnTo>
                      <a:pt x="19124" y="19501"/>
                    </a:lnTo>
                    <a:lnTo>
                      <a:pt x="19124" y="19397"/>
                    </a:lnTo>
                    <a:lnTo>
                      <a:pt x="19229" y="19397"/>
                    </a:lnTo>
                    <a:lnTo>
                      <a:pt x="19333" y="19313"/>
                    </a:lnTo>
                    <a:lnTo>
                      <a:pt x="19438" y="19104"/>
                    </a:lnTo>
                    <a:lnTo>
                      <a:pt x="19375" y="18895"/>
                    </a:lnTo>
                    <a:lnTo>
                      <a:pt x="19375" y="18769"/>
                    </a:lnTo>
                    <a:lnTo>
                      <a:pt x="19585" y="18560"/>
                    </a:lnTo>
                    <a:lnTo>
                      <a:pt x="19585" y="18225"/>
                    </a:lnTo>
                    <a:lnTo>
                      <a:pt x="19668" y="18099"/>
                    </a:lnTo>
                    <a:lnTo>
                      <a:pt x="19710" y="17869"/>
                    </a:lnTo>
                    <a:lnTo>
                      <a:pt x="19815" y="17827"/>
                    </a:lnTo>
                    <a:lnTo>
                      <a:pt x="19815" y="17702"/>
                    </a:lnTo>
                    <a:lnTo>
                      <a:pt x="20170" y="17283"/>
                    </a:lnTo>
                    <a:lnTo>
                      <a:pt x="20275" y="17262"/>
                    </a:lnTo>
                    <a:lnTo>
                      <a:pt x="20317" y="17011"/>
                    </a:lnTo>
                    <a:lnTo>
                      <a:pt x="20442" y="16823"/>
                    </a:lnTo>
                    <a:lnTo>
                      <a:pt x="20547" y="16593"/>
                    </a:lnTo>
                    <a:lnTo>
                      <a:pt x="20694" y="16446"/>
                    </a:lnTo>
                    <a:lnTo>
                      <a:pt x="20652" y="16342"/>
                    </a:lnTo>
                    <a:lnTo>
                      <a:pt x="20756" y="16258"/>
                    </a:lnTo>
                    <a:lnTo>
                      <a:pt x="20861" y="16049"/>
                    </a:lnTo>
                    <a:lnTo>
                      <a:pt x="20798" y="15965"/>
                    </a:lnTo>
                    <a:lnTo>
                      <a:pt x="20966" y="15902"/>
                    </a:lnTo>
                    <a:lnTo>
                      <a:pt x="21070" y="15714"/>
                    </a:lnTo>
                    <a:lnTo>
                      <a:pt x="21154" y="15630"/>
                    </a:lnTo>
                    <a:lnTo>
                      <a:pt x="21258" y="15442"/>
                    </a:lnTo>
                    <a:lnTo>
                      <a:pt x="21426" y="15400"/>
                    </a:lnTo>
                    <a:lnTo>
                      <a:pt x="21530" y="15338"/>
                    </a:lnTo>
                    <a:lnTo>
                      <a:pt x="21342" y="15338"/>
                    </a:lnTo>
                    <a:lnTo>
                      <a:pt x="21384" y="15296"/>
                    </a:lnTo>
                    <a:lnTo>
                      <a:pt x="21593" y="15254"/>
                    </a:lnTo>
                    <a:lnTo>
                      <a:pt x="21782" y="15170"/>
                    </a:lnTo>
                    <a:lnTo>
                      <a:pt x="21802" y="15003"/>
                    </a:lnTo>
                    <a:lnTo>
                      <a:pt x="21782" y="14961"/>
                    </a:lnTo>
                    <a:lnTo>
                      <a:pt x="21802" y="14814"/>
                    </a:lnTo>
                    <a:lnTo>
                      <a:pt x="22012" y="14689"/>
                    </a:lnTo>
                    <a:lnTo>
                      <a:pt x="22012" y="14563"/>
                    </a:lnTo>
                    <a:lnTo>
                      <a:pt x="22158" y="14501"/>
                    </a:lnTo>
                    <a:lnTo>
                      <a:pt x="22284" y="14291"/>
                    </a:lnTo>
                    <a:lnTo>
                      <a:pt x="22263" y="14187"/>
                    </a:lnTo>
                    <a:lnTo>
                      <a:pt x="22305" y="14019"/>
                    </a:lnTo>
                    <a:lnTo>
                      <a:pt x="22284" y="13957"/>
                    </a:lnTo>
                    <a:lnTo>
                      <a:pt x="22284" y="13852"/>
                    </a:lnTo>
                    <a:lnTo>
                      <a:pt x="22430" y="13496"/>
                    </a:lnTo>
                    <a:lnTo>
                      <a:pt x="22493" y="13287"/>
                    </a:lnTo>
                    <a:lnTo>
                      <a:pt x="22702" y="12910"/>
                    </a:lnTo>
                    <a:lnTo>
                      <a:pt x="22702" y="12785"/>
                    </a:lnTo>
                    <a:lnTo>
                      <a:pt x="22807" y="12492"/>
                    </a:lnTo>
                    <a:lnTo>
                      <a:pt x="22953" y="12366"/>
                    </a:lnTo>
                    <a:lnTo>
                      <a:pt x="23016" y="12199"/>
                    </a:lnTo>
                    <a:lnTo>
                      <a:pt x="22953" y="12053"/>
                    </a:lnTo>
                    <a:lnTo>
                      <a:pt x="23058" y="11927"/>
                    </a:lnTo>
                    <a:lnTo>
                      <a:pt x="22995" y="11655"/>
                    </a:lnTo>
                    <a:lnTo>
                      <a:pt x="22995" y="11529"/>
                    </a:lnTo>
                    <a:lnTo>
                      <a:pt x="22911" y="11320"/>
                    </a:lnTo>
                    <a:lnTo>
                      <a:pt x="22891" y="11236"/>
                    </a:lnTo>
                    <a:lnTo>
                      <a:pt x="22849" y="11111"/>
                    </a:lnTo>
                    <a:lnTo>
                      <a:pt x="22911" y="11069"/>
                    </a:lnTo>
                    <a:lnTo>
                      <a:pt x="22911" y="10923"/>
                    </a:lnTo>
                    <a:lnTo>
                      <a:pt x="23016" y="10776"/>
                    </a:lnTo>
                    <a:lnTo>
                      <a:pt x="23016" y="10713"/>
                    </a:lnTo>
                    <a:lnTo>
                      <a:pt x="22995" y="10379"/>
                    </a:lnTo>
                    <a:lnTo>
                      <a:pt x="23058" y="10253"/>
                    </a:lnTo>
                    <a:lnTo>
                      <a:pt x="23016" y="10190"/>
                    </a:lnTo>
                    <a:lnTo>
                      <a:pt x="22995" y="10065"/>
                    </a:lnTo>
                    <a:lnTo>
                      <a:pt x="22995" y="9856"/>
                    </a:lnTo>
                    <a:lnTo>
                      <a:pt x="22932" y="9835"/>
                    </a:lnTo>
                    <a:lnTo>
                      <a:pt x="22995" y="9688"/>
                    </a:lnTo>
                    <a:lnTo>
                      <a:pt x="22891" y="9667"/>
                    </a:lnTo>
                    <a:lnTo>
                      <a:pt x="22828" y="9542"/>
                    </a:lnTo>
                    <a:lnTo>
                      <a:pt x="22828" y="9416"/>
                    </a:lnTo>
                    <a:lnTo>
                      <a:pt x="22702" y="9312"/>
                    </a:lnTo>
                    <a:lnTo>
                      <a:pt x="22619" y="9144"/>
                    </a:lnTo>
                    <a:lnTo>
                      <a:pt x="22598" y="8956"/>
                    </a:lnTo>
                    <a:lnTo>
                      <a:pt x="22514" y="8830"/>
                    </a:lnTo>
                    <a:lnTo>
                      <a:pt x="22430" y="8830"/>
                    </a:lnTo>
                    <a:lnTo>
                      <a:pt x="22367" y="8851"/>
                    </a:lnTo>
                    <a:lnTo>
                      <a:pt x="22284" y="8809"/>
                    </a:lnTo>
                    <a:lnTo>
                      <a:pt x="22263" y="8642"/>
                    </a:lnTo>
                    <a:lnTo>
                      <a:pt x="22200" y="8621"/>
                    </a:lnTo>
                    <a:lnTo>
                      <a:pt x="22179" y="8537"/>
                    </a:lnTo>
                    <a:lnTo>
                      <a:pt x="22054" y="8412"/>
                    </a:lnTo>
                    <a:lnTo>
                      <a:pt x="21970" y="8370"/>
                    </a:lnTo>
                    <a:lnTo>
                      <a:pt x="22012" y="8265"/>
                    </a:lnTo>
                    <a:lnTo>
                      <a:pt x="21949" y="8119"/>
                    </a:lnTo>
                    <a:lnTo>
                      <a:pt x="22054" y="7993"/>
                    </a:lnTo>
                    <a:lnTo>
                      <a:pt x="22074" y="7805"/>
                    </a:lnTo>
                    <a:lnTo>
                      <a:pt x="22012" y="7742"/>
                    </a:lnTo>
                    <a:lnTo>
                      <a:pt x="22054" y="7638"/>
                    </a:lnTo>
                    <a:lnTo>
                      <a:pt x="21970" y="7575"/>
                    </a:lnTo>
                    <a:lnTo>
                      <a:pt x="21949" y="7638"/>
                    </a:lnTo>
                    <a:lnTo>
                      <a:pt x="21991" y="7679"/>
                    </a:lnTo>
                    <a:lnTo>
                      <a:pt x="21949" y="7763"/>
                    </a:lnTo>
                    <a:lnTo>
                      <a:pt x="21677" y="7533"/>
                    </a:lnTo>
                    <a:lnTo>
                      <a:pt x="21635" y="7366"/>
                    </a:lnTo>
                    <a:lnTo>
                      <a:pt x="21572" y="7387"/>
                    </a:lnTo>
                    <a:lnTo>
                      <a:pt x="21572" y="7470"/>
                    </a:lnTo>
                    <a:lnTo>
                      <a:pt x="21551" y="7575"/>
                    </a:lnTo>
                    <a:lnTo>
                      <a:pt x="21593" y="7763"/>
                    </a:lnTo>
                    <a:lnTo>
                      <a:pt x="21468" y="7596"/>
                    </a:lnTo>
                    <a:lnTo>
                      <a:pt x="21426" y="7659"/>
                    </a:lnTo>
                    <a:lnTo>
                      <a:pt x="21426" y="7554"/>
                    </a:lnTo>
                    <a:lnTo>
                      <a:pt x="21363" y="7470"/>
                    </a:lnTo>
                    <a:lnTo>
                      <a:pt x="21342" y="7135"/>
                    </a:lnTo>
                    <a:lnTo>
                      <a:pt x="21384" y="7115"/>
                    </a:lnTo>
                    <a:lnTo>
                      <a:pt x="21384" y="7031"/>
                    </a:lnTo>
                    <a:lnTo>
                      <a:pt x="21279" y="6947"/>
                    </a:lnTo>
                    <a:lnTo>
                      <a:pt x="21321" y="6863"/>
                    </a:lnTo>
                    <a:lnTo>
                      <a:pt x="21238" y="6801"/>
                    </a:lnTo>
                    <a:lnTo>
                      <a:pt x="21258" y="6696"/>
                    </a:lnTo>
                    <a:lnTo>
                      <a:pt x="21070" y="6529"/>
                    </a:lnTo>
                    <a:lnTo>
                      <a:pt x="21028" y="6424"/>
                    </a:lnTo>
                    <a:lnTo>
                      <a:pt x="21028" y="6299"/>
                    </a:lnTo>
                    <a:lnTo>
                      <a:pt x="21133" y="6319"/>
                    </a:lnTo>
                    <a:lnTo>
                      <a:pt x="21133" y="6194"/>
                    </a:lnTo>
                    <a:lnTo>
                      <a:pt x="21028" y="6027"/>
                    </a:lnTo>
                    <a:lnTo>
                      <a:pt x="20966" y="6068"/>
                    </a:lnTo>
                    <a:lnTo>
                      <a:pt x="20861" y="6068"/>
                    </a:lnTo>
                    <a:lnTo>
                      <a:pt x="20756" y="5880"/>
                    </a:lnTo>
                    <a:lnTo>
                      <a:pt x="20694" y="5880"/>
                    </a:lnTo>
                    <a:lnTo>
                      <a:pt x="20589" y="5796"/>
                    </a:lnTo>
                    <a:lnTo>
                      <a:pt x="20505" y="5859"/>
                    </a:lnTo>
                    <a:lnTo>
                      <a:pt x="20484" y="5796"/>
                    </a:lnTo>
                    <a:lnTo>
                      <a:pt x="20338" y="5754"/>
                    </a:lnTo>
                    <a:lnTo>
                      <a:pt x="20275" y="5817"/>
                    </a:lnTo>
                    <a:lnTo>
                      <a:pt x="20317" y="5713"/>
                    </a:lnTo>
                    <a:lnTo>
                      <a:pt x="20442" y="5692"/>
                    </a:lnTo>
                    <a:lnTo>
                      <a:pt x="20442" y="5608"/>
                    </a:lnTo>
                    <a:lnTo>
                      <a:pt x="20422" y="5545"/>
                    </a:lnTo>
                    <a:lnTo>
                      <a:pt x="20296" y="5566"/>
                    </a:lnTo>
                    <a:lnTo>
                      <a:pt x="20191" y="5545"/>
                    </a:lnTo>
                    <a:lnTo>
                      <a:pt x="20170" y="5482"/>
                    </a:lnTo>
                    <a:lnTo>
                      <a:pt x="20087" y="5482"/>
                    </a:lnTo>
                    <a:lnTo>
                      <a:pt x="19857" y="5336"/>
                    </a:lnTo>
                    <a:lnTo>
                      <a:pt x="19752" y="5127"/>
                    </a:lnTo>
                    <a:lnTo>
                      <a:pt x="19710" y="4918"/>
                    </a:lnTo>
                    <a:lnTo>
                      <a:pt x="19668" y="4771"/>
                    </a:lnTo>
                    <a:lnTo>
                      <a:pt x="19668" y="4666"/>
                    </a:lnTo>
                    <a:lnTo>
                      <a:pt x="19710" y="4646"/>
                    </a:lnTo>
                    <a:lnTo>
                      <a:pt x="19773" y="4415"/>
                    </a:lnTo>
                    <a:lnTo>
                      <a:pt x="19689" y="4122"/>
                    </a:lnTo>
                    <a:lnTo>
                      <a:pt x="19647" y="3976"/>
                    </a:lnTo>
                    <a:lnTo>
                      <a:pt x="19689" y="3934"/>
                    </a:lnTo>
                    <a:lnTo>
                      <a:pt x="19606" y="3892"/>
                    </a:lnTo>
                    <a:lnTo>
                      <a:pt x="19543" y="3892"/>
                    </a:lnTo>
                    <a:lnTo>
                      <a:pt x="19438" y="3662"/>
                    </a:lnTo>
                    <a:lnTo>
                      <a:pt x="19438" y="3369"/>
                    </a:lnTo>
                    <a:lnTo>
                      <a:pt x="19459" y="3348"/>
                    </a:lnTo>
                    <a:lnTo>
                      <a:pt x="19459" y="3265"/>
                    </a:lnTo>
                    <a:lnTo>
                      <a:pt x="19396" y="3202"/>
                    </a:lnTo>
                    <a:lnTo>
                      <a:pt x="19375" y="2846"/>
                    </a:lnTo>
                    <a:lnTo>
                      <a:pt x="19438" y="2762"/>
                    </a:lnTo>
                    <a:lnTo>
                      <a:pt x="19375" y="2637"/>
                    </a:lnTo>
                    <a:lnTo>
                      <a:pt x="19438" y="2616"/>
                    </a:lnTo>
                    <a:lnTo>
                      <a:pt x="19438" y="2532"/>
                    </a:lnTo>
                    <a:lnTo>
                      <a:pt x="19250" y="2323"/>
                    </a:lnTo>
                    <a:lnTo>
                      <a:pt x="19124" y="2260"/>
                    </a:lnTo>
                    <a:lnTo>
                      <a:pt x="19145" y="2218"/>
                    </a:lnTo>
                    <a:lnTo>
                      <a:pt x="19020" y="2093"/>
                    </a:lnTo>
                    <a:lnTo>
                      <a:pt x="18915" y="2156"/>
                    </a:lnTo>
                    <a:lnTo>
                      <a:pt x="18852" y="2114"/>
                    </a:lnTo>
                    <a:lnTo>
                      <a:pt x="18769" y="2239"/>
                    </a:lnTo>
                    <a:lnTo>
                      <a:pt x="18706" y="2239"/>
                    </a:lnTo>
                    <a:lnTo>
                      <a:pt x="18559" y="2051"/>
                    </a:lnTo>
                    <a:lnTo>
                      <a:pt x="18601" y="1988"/>
                    </a:lnTo>
                    <a:lnTo>
                      <a:pt x="18517" y="1800"/>
                    </a:lnTo>
                    <a:lnTo>
                      <a:pt x="18538" y="1591"/>
                    </a:lnTo>
                    <a:lnTo>
                      <a:pt x="18517" y="1319"/>
                    </a:lnTo>
                    <a:lnTo>
                      <a:pt x="18497" y="1361"/>
                    </a:lnTo>
                    <a:lnTo>
                      <a:pt x="18434" y="1256"/>
                    </a:lnTo>
                    <a:lnTo>
                      <a:pt x="18497" y="1151"/>
                    </a:lnTo>
                    <a:lnTo>
                      <a:pt x="18413" y="1047"/>
                    </a:lnTo>
                    <a:lnTo>
                      <a:pt x="18392" y="942"/>
                    </a:lnTo>
                    <a:lnTo>
                      <a:pt x="18329" y="900"/>
                    </a:lnTo>
                    <a:lnTo>
                      <a:pt x="18329" y="754"/>
                    </a:lnTo>
                    <a:lnTo>
                      <a:pt x="18413" y="670"/>
                    </a:lnTo>
                    <a:lnTo>
                      <a:pt x="18329" y="649"/>
                    </a:lnTo>
                    <a:lnTo>
                      <a:pt x="18225" y="670"/>
                    </a:lnTo>
                    <a:lnTo>
                      <a:pt x="18141" y="586"/>
                    </a:lnTo>
                    <a:lnTo>
                      <a:pt x="18204" y="314"/>
                    </a:lnTo>
                    <a:lnTo>
                      <a:pt x="18183" y="252"/>
                    </a:lnTo>
                    <a:lnTo>
                      <a:pt x="18120" y="105"/>
                    </a:lnTo>
                    <a:lnTo>
                      <a:pt x="18015" y="63"/>
                    </a:lnTo>
                    <a:lnTo>
                      <a:pt x="18015"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A6CBC2"/>
                  </a:solidFill>
                </a:endParaRPr>
              </a:p>
            </p:txBody>
          </p:sp>
          <p:sp>
            <p:nvSpPr>
              <p:cNvPr id="1596" name="Google Shape;1596;p60"/>
              <p:cNvSpPr/>
              <p:nvPr/>
            </p:nvSpPr>
            <p:spPr>
              <a:xfrm>
                <a:off x="5683950" y="3957275"/>
                <a:ext cx="54950" cy="71175"/>
              </a:xfrm>
              <a:custGeom>
                <a:avLst/>
                <a:gdLst/>
                <a:ahLst/>
                <a:cxnLst/>
                <a:rect l="l" t="t" r="r" b="b"/>
                <a:pathLst>
                  <a:path w="2198" h="2847" extrusionOk="0">
                    <a:moveTo>
                      <a:pt x="168" y="1"/>
                    </a:moveTo>
                    <a:lnTo>
                      <a:pt x="126" y="64"/>
                    </a:lnTo>
                    <a:lnTo>
                      <a:pt x="126" y="189"/>
                    </a:lnTo>
                    <a:lnTo>
                      <a:pt x="105" y="210"/>
                    </a:lnTo>
                    <a:lnTo>
                      <a:pt x="105" y="336"/>
                    </a:lnTo>
                    <a:lnTo>
                      <a:pt x="126" y="587"/>
                    </a:lnTo>
                    <a:lnTo>
                      <a:pt x="105" y="733"/>
                    </a:lnTo>
                    <a:lnTo>
                      <a:pt x="126" y="1005"/>
                    </a:lnTo>
                    <a:lnTo>
                      <a:pt x="168" y="1214"/>
                    </a:lnTo>
                    <a:lnTo>
                      <a:pt x="126" y="1361"/>
                    </a:lnTo>
                    <a:lnTo>
                      <a:pt x="189" y="1382"/>
                    </a:lnTo>
                    <a:lnTo>
                      <a:pt x="189" y="1466"/>
                    </a:lnTo>
                    <a:lnTo>
                      <a:pt x="294" y="1570"/>
                    </a:lnTo>
                    <a:lnTo>
                      <a:pt x="168" y="1570"/>
                    </a:lnTo>
                    <a:lnTo>
                      <a:pt x="64" y="1466"/>
                    </a:lnTo>
                    <a:lnTo>
                      <a:pt x="1" y="1570"/>
                    </a:lnTo>
                    <a:lnTo>
                      <a:pt x="1" y="1779"/>
                    </a:lnTo>
                    <a:lnTo>
                      <a:pt x="85" y="1842"/>
                    </a:lnTo>
                    <a:lnTo>
                      <a:pt x="64" y="1884"/>
                    </a:lnTo>
                    <a:lnTo>
                      <a:pt x="64" y="2198"/>
                    </a:lnTo>
                    <a:lnTo>
                      <a:pt x="105" y="2261"/>
                    </a:lnTo>
                    <a:lnTo>
                      <a:pt x="85" y="2303"/>
                    </a:lnTo>
                    <a:lnTo>
                      <a:pt x="105" y="2470"/>
                    </a:lnTo>
                    <a:lnTo>
                      <a:pt x="210" y="2491"/>
                    </a:lnTo>
                    <a:lnTo>
                      <a:pt x="168" y="2575"/>
                    </a:lnTo>
                    <a:lnTo>
                      <a:pt x="168" y="2700"/>
                    </a:lnTo>
                    <a:lnTo>
                      <a:pt x="210" y="2721"/>
                    </a:lnTo>
                    <a:lnTo>
                      <a:pt x="315" y="2700"/>
                    </a:lnTo>
                    <a:lnTo>
                      <a:pt x="398" y="2784"/>
                    </a:lnTo>
                    <a:lnTo>
                      <a:pt x="503" y="2637"/>
                    </a:lnTo>
                    <a:lnTo>
                      <a:pt x="503" y="2742"/>
                    </a:lnTo>
                    <a:lnTo>
                      <a:pt x="545" y="2847"/>
                    </a:lnTo>
                    <a:lnTo>
                      <a:pt x="649" y="2847"/>
                    </a:lnTo>
                    <a:lnTo>
                      <a:pt x="754" y="2700"/>
                    </a:lnTo>
                    <a:lnTo>
                      <a:pt x="796" y="2595"/>
                    </a:lnTo>
                    <a:lnTo>
                      <a:pt x="838" y="2407"/>
                    </a:lnTo>
                    <a:lnTo>
                      <a:pt x="921" y="2491"/>
                    </a:lnTo>
                    <a:lnTo>
                      <a:pt x="942" y="2428"/>
                    </a:lnTo>
                    <a:lnTo>
                      <a:pt x="1047" y="2365"/>
                    </a:lnTo>
                    <a:lnTo>
                      <a:pt x="1110" y="2219"/>
                    </a:lnTo>
                    <a:lnTo>
                      <a:pt x="1110" y="2365"/>
                    </a:lnTo>
                    <a:lnTo>
                      <a:pt x="1173" y="2386"/>
                    </a:lnTo>
                    <a:lnTo>
                      <a:pt x="1235" y="2282"/>
                    </a:lnTo>
                    <a:lnTo>
                      <a:pt x="1340" y="2261"/>
                    </a:lnTo>
                    <a:lnTo>
                      <a:pt x="1382" y="2303"/>
                    </a:lnTo>
                    <a:lnTo>
                      <a:pt x="1361" y="2407"/>
                    </a:lnTo>
                    <a:lnTo>
                      <a:pt x="1256" y="2365"/>
                    </a:lnTo>
                    <a:lnTo>
                      <a:pt x="1256" y="2512"/>
                    </a:lnTo>
                    <a:lnTo>
                      <a:pt x="1361" y="2470"/>
                    </a:lnTo>
                    <a:lnTo>
                      <a:pt x="1424" y="2491"/>
                    </a:lnTo>
                    <a:lnTo>
                      <a:pt x="1549" y="2303"/>
                    </a:lnTo>
                    <a:lnTo>
                      <a:pt x="1549" y="2219"/>
                    </a:lnTo>
                    <a:lnTo>
                      <a:pt x="1466" y="2177"/>
                    </a:lnTo>
                    <a:lnTo>
                      <a:pt x="1549" y="2072"/>
                    </a:lnTo>
                    <a:lnTo>
                      <a:pt x="1549" y="1947"/>
                    </a:lnTo>
                    <a:lnTo>
                      <a:pt x="1633" y="1947"/>
                    </a:lnTo>
                    <a:lnTo>
                      <a:pt x="1675" y="1884"/>
                    </a:lnTo>
                    <a:lnTo>
                      <a:pt x="1675" y="1633"/>
                    </a:lnTo>
                    <a:lnTo>
                      <a:pt x="1758" y="1570"/>
                    </a:lnTo>
                    <a:lnTo>
                      <a:pt x="1800" y="1466"/>
                    </a:lnTo>
                    <a:lnTo>
                      <a:pt x="1842" y="1633"/>
                    </a:lnTo>
                    <a:lnTo>
                      <a:pt x="1863" y="1696"/>
                    </a:lnTo>
                    <a:lnTo>
                      <a:pt x="1905" y="1570"/>
                    </a:lnTo>
                    <a:lnTo>
                      <a:pt x="1905" y="1466"/>
                    </a:lnTo>
                    <a:lnTo>
                      <a:pt x="1947" y="1424"/>
                    </a:lnTo>
                    <a:lnTo>
                      <a:pt x="1905" y="1256"/>
                    </a:lnTo>
                    <a:lnTo>
                      <a:pt x="1989" y="1131"/>
                    </a:lnTo>
                    <a:lnTo>
                      <a:pt x="1989" y="922"/>
                    </a:lnTo>
                    <a:lnTo>
                      <a:pt x="2093" y="796"/>
                    </a:lnTo>
                    <a:lnTo>
                      <a:pt x="2156" y="503"/>
                    </a:lnTo>
                    <a:lnTo>
                      <a:pt x="2198" y="398"/>
                    </a:lnTo>
                    <a:lnTo>
                      <a:pt x="2072" y="294"/>
                    </a:lnTo>
                    <a:lnTo>
                      <a:pt x="1947" y="294"/>
                    </a:lnTo>
                    <a:lnTo>
                      <a:pt x="1947" y="315"/>
                    </a:lnTo>
                    <a:lnTo>
                      <a:pt x="1884" y="419"/>
                    </a:lnTo>
                    <a:lnTo>
                      <a:pt x="1863" y="398"/>
                    </a:lnTo>
                    <a:lnTo>
                      <a:pt x="1800" y="398"/>
                    </a:lnTo>
                    <a:lnTo>
                      <a:pt x="1738" y="440"/>
                    </a:lnTo>
                    <a:lnTo>
                      <a:pt x="1675" y="503"/>
                    </a:lnTo>
                    <a:lnTo>
                      <a:pt x="1340" y="482"/>
                    </a:lnTo>
                    <a:lnTo>
                      <a:pt x="1256" y="524"/>
                    </a:lnTo>
                    <a:lnTo>
                      <a:pt x="1256" y="629"/>
                    </a:lnTo>
                    <a:lnTo>
                      <a:pt x="1173" y="545"/>
                    </a:lnTo>
                    <a:lnTo>
                      <a:pt x="1068" y="545"/>
                    </a:lnTo>
                    <a:lnTo>
                      <a:pt x="1005" y="608"/>
                    </a:lnTo>
                    <a:lnTo>
                      <a:pt x="901" y="524"/>
                    </a:lnTo>
                    <a:lnTo>
                      <a:pt x="733" y="398"/>
                    </a:lnTo>
                    <a:lnTo>
                      <a:pt x="524" y="294"/>
                    </a:lnTo>
                    <a:lnTo>
                      <a:pt x="524" y="106"/>
                    </a:lnTo>
                    <a:lnTo>
                      <a:pt x="482" y="168"/>
                    </a:lnTo>
                    <a:lnTo>
                      <a:pt x="440" y="210"/>
                    </a:lnTo>
                    <a:lnTo>
                      <a:pt x="377" y="126"/>
                    </a:lnTo>
                    <a:lnTo>
                      <a:pt x="273" y="85"/>
                    </a:lnTo>
                    <a:lnTo>
                      <a:pt x="16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597" name="Google Shape;1597;p60"/>
            <p:cNvGrpSpPr/>
            <p:nvPr/>
          </p:nvGrpSpPr>
          <p:grpSpPr>
            <a:xfrm>
              <a:off x="4824403" y="3421846"/>
              <a:ext cx="110132" cy="130647"/>
              <a:chOff x="5952300" y="3852150"/>
              <a:chExt cx="231225" cy="287200"/>
            </a:xfrm>
          </p:grpSpPr>
          <p:sp>
            <p:nvSpPr>
              <p:cNvPr id="1598" name="Google Shape;1598;p60"/>
              <p:cNvSpPr/>
              <p:nvPr/>
            </p:nvSpPr>
            <p:spPr>
              <a:xfrm>
                <a:off x="5952300" y="3996525"/>
                <a:ext cx="145450" cy="142825"/>
              </a:xfrm>
              <a:custGeom>
                <a:avLst/>
                <a:gdLst/>
                <a:ahLst/>
                <a:cxnLst/>
                <a:rect l="l" t="t" r="r" b="b"/>
                <a:pathLst>
                  <a:path w="5818" h="5713" extrusionOk="0">
                    <a:moveTo>
                      <a:pt x="5064" y="0"/>
                    </a:moveTo>
                    <a:lnTo>
                      <a:pt x="4918" y="105"/>
                    </a:lnTo>
                    <a:lnTo>
                      <a:pt x="4834" y="126"/>
                    </a:lnTo>
                    <a:lnTo>
                      <a:pt x="4729" y="209"/>
                    </a:lnTo>
                    <a:lnTo>
                      <a:pt x="4729" y="377"/>
                    </a:lnTo>
                    <a:lnTo>
                      <a:pt x="4625" y="628"/>
                    </a:lnTo>
                    <a:lnTo>
                      <a:pt x="4520" y="753"/>
                    </a:lnTo>
                    <a:lnTo>
                      <a:pt x="4457" y="774"/>
                    </a:lnTo>
                    <a:lnTo>
                      <a:pt x="4332" y="942"/>
                    </a:lnTo>
                    <a:lnTo>
                      <a:pt x="4290" y="1025"/>
                    </a:lnTo>
                    <a:lnTo>
                      <a:pt x="4185" y="1067"/>
                    </a:lnTo>
                    <a:lnTo>
                      <a:pt x="4081" y="1046"/>
                    </a:lnTo>
                    <a:lnTo>
                      <a:pt x="3976" y="1130"/>
                    </a:lnTo>
                    <a:lnTo>
                      <a:pt x="3934" y="1235"/>
                    </a:lnTo>
                    <a:lnTo>
                      <a:pt x="3934" y="1339"/>
                    </a:lnTo>
                    <a:lnTo>
                      <a:pt x="3892" y="1360"/>
                    </a:lnTo>
                    <a:lnTo>
                      <a:pt x="3788" y="1465"/>
                    </a:lnTo>
                    <a:lnTo>
                      <a:pt x="3788" y="1590"/>
                    </a:lnTo>
                    <a:lnTo>
                      <a:pt x="3725" y="1674"/>
                    </a:lnTo>
                    <a:lnTo>
                      <a:pt x="3704" y="1758"/>
                    </a:lnTo>
                    <a:lnTo>
                      <a:pt x="3495" y="2009"/>
                    </a:lnTo>
                    <a:lnTo>
                      <a:pt x="3286" y="2176"/>
                    </a:lnTo>
                    <a:lnTo>
                      <a:pt x="3160" y="2197"/>
                    </a:lnTo>
                    <a:lnTo>
                      <a:pt x="2993" y="2281"/>
                    </a:lnTo>
                    <a:lnTo>
                      <a:pt x="2993" y="2344"/>
                    </a:lnTo>
                    <a:lnTo>
                      <a:pt x="2888" y="2344"/>
                    </a:lnTo>
                    <a:lnTo>
                      <a:pt x="2679" y="2469"/>
                    </a:lnTo>
                    <a:lnTo>
                      <a:pt x="2512" y="2616"/>
                    </a:lnTo>
                    <a:lnTo>
                      <a:pt x="2407" y="2637"/>
                    </a:lnTo>
                    <a:lnTo>
                      <a:pt x="2198" y="2783"/>
                    </a:lnTo>
                    <a:lnTo>
                      <a:pt x="2156" y="2846"/>
                    </a:lnTo>
                    <a:lnTo>
                      <a:pt x="2219" y="2929"/>
                    </a:lnTo>
                    <a:lnTo>
                      <a:pt x="2219" y="3055"/>
                    </a:lnTo>
                    <a:lnTo>
                      <a:pt x="2114" y="2950"/>
                    </a:lnTo>
                    <a:lnTo>
                      <a:pt x="2093" y="2929"/>
                    </a:lnTo>
                    <a:lnTo>
                      <a:pt x="1988" y="2950"/>
                    </a:lnTo>
                    <a:lnTo>
                      <a:pt x="1884" y="2992"/>
                    </a:lnTo>
                    <a:lnTo>
                      <a:pt x="1821" y="2950"/>
                    </a:lnTo>
                    <a:lnTo>
                      <a:pt x="1737" y="2950"/>
                    </a:lnTo>
                    <a:lnTo>
                      <a:pt x="1570" y="3118"/>
                    </a:lnTo>
                    <a:lnTo>
                      <a:pt x="1507" y="3201"/>
                    </a:lnTo>
                    <a:lnTo>
                      <a:pt x="1361" y="3327"/>
                    </a:lnTo>
                    <a:lnTo>
                      <a:pt x="1277" y="3348"/>
                    </a:lnTo>
                    <a:lnTo>
                      <a:pt x="1172" y="3453"/>
                    </a:lnTo>
                    <a:lnTo>
                      <a:pt x="1151" y="3620"/>
                    </a:lnTo>
                    <a:lnTo>
                      <a:pt x="1110" y="3536"/>
                    </a:lnTo>
                    <a:lnTo>
                      <a:pt x="1068" y="3473"/>
                    </a:lnTo>
                    <a:lnTo>
                      <a:pt x="1005" y="3557"/>
                    </a:lnTo>
                    <a:lnTo>
                      <a:pt x="942" y="3620"/>
                    </a:lnTo>
                    <a:lnTo>
                      <a:pt x="942" y="3746"/>
                    </a:lnTo>
                    <a:lnTo>
                      <a:pt x="879" y="3787"/>
                    </a:lnTo>
                    <a:lnTo>
                      <a:pt x="838" y="3766"/>
                    </a:lnTo>
                    <a:lnTo>
                      <a:pt x="670" y="3955"/>
                    </a:lnTo>
                    <a:lnTo>
                      <a:pt x="628" y="3955"/>
                    </a:lnTo>
                    <a:lnTo>
                      <a:pt x="566" y="4038"/>
                    </a:lnTo>
                    <a:lnTo>
                      <a:pt x="566" y="4206"/>
                    </a:lnTo>
                    <a:lnTo>
                      <a:pt x="524" y="4269"/>
                    </a:lnTo>
                    <a:lnTo>
                      <a:pt x="461" y="4164"/>
                    </a:lnTo>
                    <a:lnTo>
                      <a:pt x="419" y="4164"/>
                    </a:lnTo>
                    <a:lnTo>
                      <a:pt x="377" y="4206"/>
                    </a:lnTo>
                    <a:lnTo>
                      <a:pt x="335" y="4248"/>
                    </a:lnTo>
                    <a:lnTo>
                      <a:pt x="252" y="4415"/>
                    </a:lnTo>
                    <a:lnTo>
                      <a:pt x="252" y="4478"/>
                    </a:lnTo>
                    <a:lnTo>
                      <a:pt x="335" y="4582"/>
                    </a:lnTo>
                    <a:lnTo>
                      <a:pt x="377" y="4624"/>
                    </a:lnTo>
                    <a:lnTo>
                      <a:pt x="335" y="4666"/>
                    </a:lnTo>
                    <a:lnTo>
                      <a:pt x="252" y="4666"/>
                    </a:lnTo>
                    <a:lnTo>
                      <a:pt x="126" y="4687"/>
                    </a:lnTo>
                    <a:lnTo>
                      <a:pt x="1" y="4813"/>
                    </a:lnTo>
                    <a:lnTo>
                      <a:pt x="43" y="4834"/>
                    </a:lnTo>
                    <a:lnTo>
                      <a:pt x="126" y="4834"/>
                    </a:lnTo>
                    <a:lnTo>
                      <a:pt x="43" y="4896"/>
                    </a:lnTo>
                    <a:lnTo>
                      <a:pt x="43" y="5001"/>
                    </a:lnTo>
                    <a:lnTo>
                      <a:pt x="126" y="5085"/>
                    </a:lnTo>
                    <a:lnTo>
                      <a:pt x="168" y="5106"/>
                    </a:lnTo>
                    <a:lnTo>
                      <a:pt x="315" y="5106"/>
                    </a:lnTo>
                    <a:lnTo>
                      <a:pt x="335" y="5147"/>
                    </a:lnTo>
                    <a:lnTo>
                      <a:pt x="356" y="5147"/>
                    </a:lnTo>
                    <a:lnTo>
                      <a:pt x="377" y="5085"/>
                    </a:lnTo>
                    <a:lnTo>
                      <a:pt x="440" y="5085"/>
                    </a:lnTo>
                    <a:lnTo>
                      <a:pt x="524" y="5126"/>
                    </a:lnTo>
                    <a:lnTo>
                      <a:pt x="566" y="5210"/>
                    </a:lnTo>
                    <a:lnTo>
                      <a:pt x="545" y="5252"/>
                    </a:lnTo>
                    <a:lnTo>
                      <a:pt x="587" y="5315"/>
                    </a:lnTo>
                    <a:lnTo>
                      <a:pt x="670" y="5315"/>
                    </a:lnTo>
                    <a:lnTo>
                      <a:pt x="733" y="5336"/>
                    </a:lnTo>
                    <a:lnTo>
                      <a:pt x="754" y="5461"/>
                    </a:lnTo>
                    <a:lnTo>
                      <a:pt x="859" y="5545"/>
                    </a:lnTo>
                    <a:lnTo>
                      <a:pt x="942" y="5608"/>
                    </a:lnTo>
                    <a:lnTo>
                      <a:pt x="838" y="5670"/>
                    </a:lnTo>
                    <a:lnTo>
                      <a:pt x="879" y="5670"/>
                    </a:lnTo>
                    <a:lnTo>
                      <a:pt x="1005" y="5629"/>
                    </a:lnTo>
                    <a:lnTo>
                      <a:pt x="1005" y="5670"/>
                    </a:lnTo>
                    <a:lnTo>
                      <a:pt x="1110" y="5712"/>
                    </a:lnTo>
                    <a:lnTo>
                      <a:pt x="1256" y="5670"/>
                    </a:lnTo>
                    <a:lnTo>
                      <a:pt x="1465" y="5608"/>
                    </a:lnTo>
                    <a:lnTo>
                      <a:pt x="1612" y="5461"/>
                    </a:lnTo>
                    <a:lnTo>
                      <a:pt x="1737" y="5419"/>
                    </a:lnTo>
                    <a:lnTo>
                      <a:pt x="1737" y="5357"/>
                    </a:lnTo>
                    <a:lnTo>
                      <a:pt x="1716" y="5252"/>
                    </a:lnTo>
                    <a:lnTo>
                      <a:pt x="1800" y="5315"/>
                    </a:lnTo>
                    <a:lnTo>
                      <a:pt x="1779" y="5398"/>
                    </a:lnTo>
                    <a:lnTo>
                      <a:pt x="1905" y="5336"/>
                    </a:lnTo>
                    <a:lnTo>
                      <a:pt x="1926" y="5210"/>
                    </a:lnTo>
                    <a:lnTo>
                      <a:pt x="2009" y="5106"/>
                    </a:lnTo>
                    <a:lnTo>
                      <a:pt x="2198" y="5022"/>
                    </a:lnTo>
                    <a:lnTo>
                      <a:pt x="2323" y="5022"/>
                    </a:lnTo>
                    <a:lnTo>
                      <a:pt x="2365" y="5001"/>
                    </a:lnTo>
                    <a:lnTo>
                      <a:pt x="2365" y="4959"/>
                    </a:lnTo>
                    <a:lnTo>
                      <a:pt x="2260" y="4959"/>
                    </a:lnTo>
                    <a:lnTo>
                      <a:pt x="2323" y="4938"/>
                    </a:lnTo>
                    <a:lnTo>
                      <a:pt x="2344" y="4917"/>
                    </a:lnTo>
                    <a:lnTo>
                      <a:pt x="2323" y="4896"/>
                    </a:lnTo>
                    <a:lnTo>
                      <a:pt x="2449" y="4729"/>
                    </a:lnTo>
                    <a:lnTo>
                      <a:pt x="2532" y="4582"/>
                    </a:lnTo>
                    <a:lnTo>
                      <a:pt x="2574" y="4415"/>
                    </a:lnTo>
                    <a:lnTo>
                      <a:pt x="2658" y="4310"/>
                    </a:lnTo>
                    <a:lnTo>
                      <a:pt x="2930" y="4143"/>
                    </a:lnTo>
                    <a:lnTo>
                      <a:pt x="2972" y="4038"/>
                    </a:lnTo>
                    <a:lnTo>
                      <a:pt x="2993" y="3913"/>
                    </a:lnTo>
                    <a:lnTo>
                      <a:pt x="3097" y="3746"/>
                    </a:lnTo>
                    <a:lnTo>
                      <a:pt x="3160" y="3641"/>
                    </a:lnTo>
                    <a:lnTo>
                      <a:pt x="3181" y="3536"/>
                    </a:lnTo>
                    <a:lnTo>
                      <a:pt x="3265" y="3432"/>
                    </a:lnTo>
                    <a:lnTo>
                      <a:pt x="3369" y="3369"/>
                    </a:lnTo>
                    <a:lnTo>
                      <a:pt x="3390" y="3264"/>
                    </a:lnTo>
                    <a:lnTo>
                      <a:pt x="3474" y="3348"/>
                    </a:lnTo>
                    <a:lnTo>
                      <a:pt x="3516" y="3348"/>
                    </a:lnTo>
                    <a:lnTo>
                      <a:pt x="3558" y="3243"/>
                    </a:lnTo>
                    <a:lnTo>
                      <a:pt x="3662" y="3243"/>
                    </a:lnTo>
                    <a:lnTo>
                      <a:pt x="3725" y="3222"/>
                    </a:lnTo>
                    <a:lnTo>
                      <a:pt x="3788" y="3139"/>
                    </a:lnTo>
                    <a:lnTo>
                      <a:pt x="3788" y="3034"/>
                    </a:lnTo>
                    <a:lnTo>
                      <a:pt x="3704" y="2950"/>
                    </a:lnTo>
                    <a:lnTo>
                      <a:pt x="3704" y="2950"/>
                    </a:lnTo>
                    <a:lnTo>
                      <a:pt x="3809" y="3013"/>
                    </a:lnTo>
                    <a:lnTo>
                      <a:pt x="3830" y="3139"/>
                    </a:lnTo>
                    <a:lnTo>
                      <a:pt x="3892" y="3139"/>
                    </a:lnTo>
                    <a:lnTo>
                      <a:pt x="3976" y="3118"/>
                    </a:lnTo>
                    <a:lnTo>
                      <a:pt x="3976" y="3055"/>
                    </a:lnTo>
                    <a:lnTo>
                      <a:pt x="4039" y="3013"/>
                    </a:lnTo>
                    <a:lnTo>
                      <a:pt x="4123" y="3034"/>
                    </a:lnTo>
                    <a:lnTo>
                      <a:pt x="4123" y="3097"/>
                    </a:lnTo>
                    <a:lnTo>
                      <a:pt x="4018" y="3139"/>
                    </a:lnTo>
                    <a:lnTo>
                      <a:pt x="4123" y="3139"/>
                    </a:lnTo>
                    <a:lnTo>
                      <a:pt x="4227" y="3160"/>
                    </a:lnTo>
                    <a:lnTo>
                      <a:pt x="4248" y="3118"/>
                    </a:lnTo>
                    <a:lnTo>
                      <a:pt x="4248" y="3034"/>
                    </a:lnTo>
                    <a:lnTo>
                      <a:pt x="4290" y="2992"/>
                    </a:lnTo>
                    <a:lnTo>
                      <a:pt x="4311" y="3013"/>
                    </a:lnTo>
                    <a:lnTo>
                      <a:pt x="4311" y="3139"/>
                    </a:lnTo>
                    <a:lnTo>
                      <a:pt x="4332" y="3160"/>
                    </a:lnTo>
                    <a:lnTo>
                      <a:pt x="4395" y="3118"/>
                    </a:lnTo>
                    <a:lnTo>
                      <a:pt x="4416" y="2950"/>
                    </a:lnTo>
                    <a:lnTo>
                      <a:pt x="4353" y="2867"/>
                    </a:lnTo>
                    <a:lnTo>
                      <a:pt x="4290" y="2867"/>
                    </a:lnTo>
                    <a:lnTo>
                      <a:pt x="4311" y="2825"/>
                    </a:lnTo>
                    <a:lnTo>
                      <a:pt x="4311" y="2699"/>
                    </a:lnTo>
                    <a:lnTo>
                      <a:pt x="4332" y="2511"/>
                    </a:lnTo>
                    <a:lnTo>
                      <a:pt x="4416" y="2490"/>
                    </a:lnTo>
                    <a:lnTo>
                      <a:pt x="4562" y="2427"/>
                    </a:lnTo>
                    <a:lnTo>
                      <a:pt x="4750" y="2323"/>
                    </a:lnTo>
                    <a:lnTo>
                      <a:pt x="4771" y="2260"/>
                    </a:lnTo>
                    <a:lnTo>
                      <a:pt x="4918" y="2093"/>
                    </a:lnTo>
                    <a:lnTo>
                      <a:pt x="4918" y="1988"/>
                    </a:lnTo>
                    <a:lnTo>
                      <a:pt x="5043" y="1862"/>
                    </a:lnTo>
                    <a:lnTo>
                      <a:pt x="5127" y="1883"/>
                    </a:lnTo>
                    <a:lnTo>
                      <a:pt x="5127" y="1821"/>
                    </a:lnTo>
                    <a:lnTo>
                      <a:pt x="5336" y="1632"/>
                    </a:lnTo>
                    <a:lnTo>
                      <a:pt x="5336" y="1549"/>
                    </a:lnTo>
                    <a:lnTo>
                      <a:pt x="5650" y="1277"/>
                    </a:lnTo>
                    <a:lnTo>
                      <a:pt x="5755" y="1235"/>
                    </a:lnTo>
                    <a:lnTo>
                      <a:pt x="5692" y="1214"/>
                    </a:lnTo>
                    <a:lnTo>
                      <a:pt x="5671" y="1109"/>
                    </a:lnTo>
                    <a:lnTo>
                      <a:pt x="5608" y="1005"/>
                    </a:lnTo>
                    <a:lnTo>
                      <a:pt x="5650" y="900"/>
                    </a:lnTo>
                    <a:lnTo>
                      <a:pt x="5671" y="774"/>
                    </a:lnTo>
                    <a:lnTo>
                      <a:pt x="5692" y="816"/>
                    </a:lnTo>
                    <a:lnTo>
                      <a:pt x="5797" y="649"/>
                    </a:lnTo>
                    <a:lnTo>
                      <a:pt x="5713" y="691"/>
                    </a:lnTo>
                    <a:lnTo>
                      <a:pt x="5650" y="691"/>
                    </a:lnTo>
                    <a:lnTo>
                      <a:pt x="5755" y="628"/>
                    </a:lnTo>
                    <a:lnTo>
                      <a:pt x="5817" y="502"/>
                    </a:lnTo>
                    <a:lnTo>
                      <a:pt x="5797" y="502"/>
                    </a:lnTo>
                    <a:lnTo>
                      <a:pt x="5797" y="419"/>
                    </a:lnTo>
                    <a:lnTo>
                      <a:pt x="5713" y="419"/>
                    </a:lnTo>
                    <a:lnTo>
                      <a:pt x="5650" y="544"/>
                    </a:lnTo>
                    <a:lnTo>
                      <a:pt x="5671" y="586"/>
                    </a:lnTo>
                    <a:lnTo>
                      <a:pt x="5713" y="607"/>
                    </a:lnTo>
                    <a:lnTo>
                      <a:pt x="5608" y="649"/>
                    </a:lnTo>
                    <a:lnTo>
                      <a:pt x="5566" y="607"/>
                    </a:lnTo>
                    <a:lnTo>
                      <a:pt x="5566" y="544"/>
                    </a:lnTo>
                    <a:lnTo>
                      <a:pt x="5504" y="544"/>
                    </a:lnTo>
                    <a:lnTo>
                      <a:pt x="5441" y="523"/>
                    </a:lnTo>
                    <a:lnTo>
                      <a:pt x="5378" y="586"/>
                    </a:lnTo>
                    <a:lnTo>
                      <a:pt x="5294" y="691"/>
                    </a:lnTo>
                    <a:lnTo>
                      <a:pt x="5232" y="628"/>
                    </a:lnTo>
                    <a:lnTo>
                      <a:pt x="5169" y="481"/>
                    </a:lnTo>
                    <a:lnTo>
                      <a:pt x="5232" y="440"/>
                    </a:lnTo>
                    <a:lnTo>
                      <a:pt x="5273" y="377"/>
                    </a:lnTo>
                    <a:lnTo>
                      <a:pt x="5273" y="314"/>
                    </a:lnTo>
                    <a:lnTo>
                      <a:pt x="5252" y="293"/>
                    </a:lnTo>
                    <a:lnTo>
                      <a:pt x="5273" y="251"/>
                    </a:lnTo>
                    <a:lnTo>
                      <a:pt x="5232" y="209"/>
                    </a:lnTo>
                    <a:lnTo>
                      <a:pt x="5169" y="251"/>
                    </a:lnTo>
                    <a:lnTo>
                      <a:pt x="5127" y="230"/>
                    </a:lnTo>
                    <a:lnTo>
                      <a:pt x="5064" y="188"/>
                    </a:lnTo>
                    <a:lnTo>
                      <a:pt x="5085" y="105"/>
                    </a:lnTo>
                    <a:lnTo>
                      <a:pt x="516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599" name="Google Shape;1599;p60"/>
              <p:cNvSpPr/>
              <p:nvPr/>
            </p:nvSpPr>
            <p:spPr>
              <a:xfrm>
                <a:off x="6101375" y="3852150"/>
                <a:ext cx="82150" cy="171075"/>
              </a:xfrm>
              <a:custGeom>
                <a:avLst/>
                <a:gdLst/>
                <a:ahLst/>
                <a:cxnLst/>
                <a:rect l="l" t="t" r="r" b="b"/>
                <a:pathLst>
                  <a:path w="3286" h="6843" extrusionOk="0">
                    <a:moveTo>
                      <a:pt x="880" y="0"/>
                    </a:moveTo>
                    <a:lnTo>
                      <a:pt x="796" y="21"/>
                    </a:lnTo>
                    <a:lnTo>
                      <a:pt x="650" y="21"/>
                    </a:lnTo>
                    <a:lnTo>
                      <a:pt x="650" y="42"/>
                    </a:lnTo>
                    <a:lnTo>
                      <a:pt x="733" y="126"/>
                    </a:lnTo>
                    <a:lnTo>
                      <a:pt x="859" y="440"/>
                    </a:lnTo>
                    <a:lnTo>
                      <a:pt x="859" y="544"/>
                    </a:lnTo>
                    <a:lnTo>
                      <a:pt x="859" y="733"/>
                    </a:lnTo>
                    <a:lnTo>
                      <a:pt x="796" y="774"/>
                    </a:lnTo>
                    <a:lnTo>
                      <a:pt x="754" y="774"/>
                    </a:lnTo>
                    <a:lnTo>
                      <a:pt x="754" y="795"/>
                    </a:lnTo>
                    <a:lnTo>
                      <a:pt x="796" y="1046"/>
                    </a:lnTo>
                    <a:lnTo>
                      <a:pt x="838" y="1067"/>
                    </a:lnTo>
                    <a:lnTo>
                      <a:pt x="942" y="1026"/>
                    </a:lnTo>
                    <a:lnTo>
                      <a:pt x="1047" y="1026"/>
                    </a:lnTo>
                    <a:lnTo>
                      <a:pt x="963" y="1046"/>
                    </a:lnTo>
                    <a:lnTo>
                      <a:pt x="880" y="1151"/>
                    </a:lnTo>
                    <a:lnTo>
                      <a:pt x="901" y="1277"/>
                    </a:lnTo>
                    <a:lnTo>
                      <a:pt x="984" y="1444"/>
                    </a:lnTo>
                    <a:lnTo>
                      <a:pt x="1005" y="1716"/>
                    </a:lnTo>
                    <a:lnTo>
                      <a:pt x="1005" y="1904"/>
                    </a:lnTo>
                    <a:lnTo>
                      <a:pt x="1005" y="2030"/>
                    </a:lnTo>
                    <a:lnTo>
                      <a:pt x="1068" y="2009"/>
                    </a:lnTo>
                    <a:lnTo>
                      <a:pt x="1089" y="1904"/>
                    </a:lnTo>
                    <a:lnTo>
                      <a:pt x="1068" y="1821"/>
                    </a:lnTo>
                    <a:lnTo>
                      <a:pt x="1089" y="1800"/>
                    </a:lnTo>
                    <a:lnTo>
                      <a:pt x="1152" y="1842"/>
                    </a:lnTo>
                    <a:lnTo>
                      <a:pt x="1152" y="1967"/>
                    </a:lnTo>
                    <a:lnTo>
                      <a:pt x="1194" y="1967"/>
                    </a:lnTo>
                    <a:lnTo>
                      <a:pt x="1214" y="1904"/>
                    </a:lnTo>
                    <a:lnTo>
                      <a:pt x="1194" y="1842"/>
                    </a:lnTo>
                    <a:lnTo>
                      <a:pt x="1214" y="1842"/>
                    </a:lnTo>
                    <a:lnTo>
                      <a:pt x="1256" y="1925"/>
                    </a:lnTo>
                    <a:lnTo>
                      <a:pt x="1173" y="2030"/>
                    </a:lnTo>
                    <a:lnTo>
                      <a:pt x="1152" y="2134"/>
                    </a:lnTo>
                    <a:lnTo>
                      <a:pt x="1152" y="2197"/>
                    </a:lnTo>
                    <a:lnTo>
                      <a:pt x="1110" y="2218"/>
                    </a:lnTo>
                    <a:lnTo>
                      <a:pt x="1068" y="2134"/>
                    </a:lnTo>
                    <a:lnTo>
                      <a:pt x="1005" y="2134"/>
                    </a:lnTo>
                    <a:lnTo>
                      <a:pt x="1047" y="2323"/>
                    </a:lnTo>
                    <a:lnTo>
                      <a:pt x="1110" y="2532"/>
                    </a:lnTo>
                    <a:lnTo>
                      <a:pt x="1173" y="2553"/>
                    </a:lnTo>
                    <a:lnTo>
                      <a:pt x="1194" y="2532"/>
                    </a:lnTo>
                    <a:lnTo>
                      <a:pt x="1256" y="2616"/>
                    </a:lnTo>
                    <a:lnTo>
                      <a:pt x="1256" y="2658"/>
                    </a:lnTo>
                    <a:lnTo>
                      <a:pt x="1298" y="2699"/>
                    </a:lnTo>
                    <a:lnTo>
                      <a:pt x="1194" y="2762"/>
                    </a:lnTo>
                    <a:lnTo>
                      <a:pt x="1194" y="2825"/>
                    </a:lnTo>
                    <a:lnTo>
                      <a:pt x="1214" y="2867"/>
                    </a:lnTo>
                    <a:lnTo>
                      <a:pt x="1194" y="2950"/>
                    </a:lnTo>
                    <a:lnTo>
                      <a:pt x="1110" y="3139"/>
                    </a:lnTo>
                    <a:lnTo>
                      <a:pt x="1152" y="3243"/>
                    </a:lnTo>
                    <a:lnTo>
                      <a:pt x="1089" y="3264"/>
                    </a:lnTo>
                    <a:lnTo>
                      <a:pt x="1173" y="3348"/>
                    </a:lnTo>
                    <a:lnTo>
                      <a:pt x="1152" y="3369"/>
                    </a:lnTo>
                    <a:lnTo>
                      <a:pt x="1068" y="3369"/>
                    </a:lnTo>
                    <a:lnTo>
                      <a:pt x="1005" y="3474"/>
                    </a:lnTo>
                    <a:lnTo>
                      <a:pt x="1005" y="3536"/>
                    </a:lnTo>
                    <a:lnTo>
                      <a:pt x="1068" y="3599"/>
                    </a:lnTo>
                    <a:lnTo>
                      <a:pt x="1005" y="3641"/>
                    </a:lnTo>
                    <a:lnTo>
                      <a:pt x="942" y="3641"/>
                    </a:lnTo>
                    <a:lnTo>
                      <a:pt x="880" y="3767"/>
                    </a:lnTo>
                    <a:lnTo>
                      <a:pt x="796" y="4164"/>
                    </a:lnTo>
                    <a:lnTo>
                      <a:pt x="796" y="4269"/>
                    </a:lnTo>
                    <a:lnTo>
                      <a:pt x="733" y="4331"/>
                    </a:lnTo>
                    <a:lnTo>
                      <a:pt x="629" y="4331"/>
                    </a:lnTo>
                    <a:lnTo>
                      <a:pt x="545" y="4290"/>
                    </a:lnTo>
                    <a:lnTo>
                      <a:pt x="419" y="4311"/>
                    </a:lnTo>
                    <a:lnTo>
                      <a:pt x="210" y="4415"/>
                    </a:lnTo>
                    <a:lnTo>
                      <a:pt x="106" y="4520"/>
                    </a:lnTo>
                    <a:lnTo>
                      <a:pt x="64" y="4645"/>
                    </a:lnTo>
                    <a:lnTo>
                      <a:pt x="106" y="4834"/>
                    </a:lnTo>
                    <a:lnTo>
                      <a:pt x="210" y="4917"/>
                    </a:lnTo>
                    <a:lnTo>
                      <a:pt x="357" y="5022"/>
                    </a:lnTo>
                    <a:lnTo>
                      <a:pt x="440" y="5168"/>
                    </a:lnTo>
                    <a:lnTo>
                      <a:pt x="587" y="5231"/>
                    </a:lnTo>
                    <a:lnTo>
                      <a:pt x="650" y="5273"/>
                    </a:lnTo>
                    <a:lnTo>
                      <a:pt x="670" y="5545"/>
                    </a:lnTo>
                    <a:lnTo>
                      <a:pt x="691" y="5566"/>
                    </a:lnTo>
                    <a:lnTo>
                      <a:pt x="670" y="5587"/>
                    </a:lnTo>
                    <a:lnTo>
                      <a:pt x="670" y="5733"/>
                    </a:lnTo>
                    <a:lnTo>
                      <a:pt x="629" y="5838"/>
                    </a:lnTo>
                    <a:lnTo>
                      <a:pt x="378" y="6110"/>
                    </a:lnTo>
                    <a:lnTo>
                      <a:pt x="231" y="6277"/>
                    </a:lnTo>
                    <a:lnTo>
                      <a:pt x="43" y="6424"/>
                    </a:lnTo>
                    <a:lnTo>
                      <a:pt x="1" y="6508"/>
                    </a:lnTo>
                    <a:lnTo>
                      <a:pt x="22" y="6549"/>
                    </a:lnTo>
                    <a:lnTo>
                      <a:pt x="126" y="6591"/>
                    </a:lnTo>
                    <a:lnTo>
                      <a:pt x="147" y="6528"/>
                    </a:lnTo>
                    <a:lnTo>
                      <a:pt x="210" y="6528"/>
                    </a:lnTo>
                    <a:lnTo>
                      <a:pt x="210" y="6612"/>
                    </a:lnTo>
                    <a:lnTo>
                      <a:pt x="210" y="6675"/>
                    </a:lnTo>
                    <a:lnTo>
                      <a:pt x="231" y="6696"/>
                    </a:lnTo>
                    <a:lnTo>
                      <a:pt x="273" y="6675"/>
                    </a:lnTo>
                    <a:lnTo>
                      <a:pt x="315" y="6717"/>
                    </a:lnTo>
                    <a:lnTo>
                      <a:pt x="315" y="6800"/>
                    </a:lnTo>
                    <a:lnTo>
                      <a:pt x="336" y="6842"/>
                    </a:lnTo>
                    <a:lnTo>
                      <a:pt x="419" y="6821"/>
                    </a:lnTo>
                    <a:lnTo>
                      <a:pt x="629" y="6675"/>
                    </a:lnTo>
                    <a:lnTo>
                      <a:pt x="796" y="6528"/>
                    </a:lnTo>
                    <a:lnTo>
                      <a:pt x="984" y="6361"/>
                    </a:lnTo>
                    <a:lnTo>
                      <a:pt x="1152" y="6173"/>
                    </a:lnTo>
                    <a:lnTo>
                      <a:pt x="1319" y="5901"/>
                    </a:lnTo>
                    <a:lnTo>
                      <a:pt x="1424" y="5859"/>
                    </a:lnTo>
                    <a:lnTo>
                      <a:pt x="1507" y="5859"/>
                    </a:lnTo>
                    <a:lnTo>
                      <a:pt x="1570" y="5775"/>
                    </a:lnTo>
                    <a:lnTo>
                      <a:pt x="1570" y="5691"/>
                    </a:lnTo>
                    <a:lnTo>
                      <a:pt x="1612" y="5650"/>
                    </a:lnTo>
                    <a:lnTo>
                      <a:pt x="1717" y="5587"/>
                    </a:lnTo>
                    <a:lnTo>
                      <a:pt x="1800" y="5357"/>
                    </a:lnTo>
                    <a:lnTo>
                      <a:pt x="1905" y="5210"/>
                    </a:lnTo>
                    <a:lnTo>
                      <a:pt x="1905" y="5147"/>
                    </a:lnTo>
                    <a:lnTo>
                      <a:pt x="1989" y="5106"/>
                    </a:lnTo>
                    <a:lnTo>
                      <a:pt x="1884" y="4980"/>
                    </a:lnTo>
                    <a:lnTo>
                      <a:pt x="1717" y="4980"/>
                    </a:lnTo>
                    <a:lnTo>
                      <a:pt x="1800" y="4938"/>
                    </a:lnTo>
                    <a:lnTo>
                      <a:pt x="1884" y="4917"/>
                    </a:lnTo>
                    <a:lnTo>
                      <a:pt x="2114" y="4624"/>
                    </a:lnTo>
                    <a:lnTo>
                      <a:pt x="2240" y="4603"/>
                    </a:lnTo>
                    <a:lnTo>
                      <a:pt x="2428" y="4624"/>
                    </a:lnTo>
                    <a:lnTo>
                      <a:pt x="2512" y="4624"/>
                    </a:lnTo>
                    <a:lnTo>
                      <a:pt x="2512" y="4708"/>
                    </a:lnTo>
                    <a:lnTo>
                      <a:pt x="2512" y="4792"/>
                    </a:lnTo>
                    <a:lnTo>
                      <a:pt x="2616" y="4708"/>
                    </a:lnTo>
                    <a:lnTo>
                      <a:pt x="2679" y="4645"/>
                    </a:lnTo>
                    <a:lnTo>
                      <a:pt x="2533" y="4603"/>
                    </a:lnTo>
                    <a:lnTo>
                      <a:pt x="2554" y="4499"/>
                    </a:lnTo>
                    <a:lnTo>
                      <a:pt x="2637" y="4311"/>
                    </a:lnTo>
                    <a:lnTo>
                      <a:pt x="2679" y="4227"/>
                    </a:lnTo>
                    <a:lnTo>
                      <a:pt x="2784" y="4227"/>
                    </a:lnTo>
                    <a:lnTo>
                      <a:pt x="2826" y="4290"/>
                    </a:lnTo>
                    <a:lnTo>
                      <a:pt x="2867" y="4227"/>
                    </a:lnTo>
                    <a:lnTo>
                      <a:pt x="2930" y="4122"/>
                    </a:lnTo>
                    <a:lnTo>
                      <a:pt x="3077" y="3892"/>
                    </a:lnTo>
                    <a:lnTo>
                      <a:pt x="3077" y="3808"/>
                    </a:lnTo>
                    <a:lnTo>
                      <a:pt x="3077" y="3746"/>
                    </a:lnTo>
                    <a:lnTo>
                      <a:pt x="3098" y="3599"/>
                    </a:lnTo>
                    <a:lnTo>
                      <a:pt x="3202" y="3495"/>
                    </a:lnTo>
                    <a:lnTo>
                      <a:pt x="3286" y="3453"/>
                    </a:lnTo>
                    <a:lnTo>
                      <a:pt x="3286" y="3411"/>
                    </a:lnTo>
                    <a:lnTo>
                      <a:pt x="3160" y="3369"/>
                    </a:lnTo>
                    <a:lnTo>
                      <a:pt x="3098" y="3285"/>
                    </a:lnTo>
                    <a:lnTo>
                      <a:pt x="3139" y="3285"/>
                    </a:lnTo>
                    <a:lnTo>
                      <a:pt x="3160" y="3243"/>
                    </a:lnTo>
                    <a:lnTo>
                      <a:pt x="3035" y="3222"/>
                    </a:lnTo>
                    <a:lnTo>
                      <a:pt x="2888" y="3327"/>
                    </a:lnTo>
                    <a:lnTo>
                      <a:pt x="2679" y="3536"/>
                    </a:lnTo>
                    <a:lnTo>
                      <a:pt x="2554" y="3536"/>
                    </a:lnTo>
                    <a:lnTo>
                      <a:pt x="2470" y="3578"/>
                    </a:lnTo>
                    <a:lnTo>
                      <a:pt x="2365" y="3536"/>
                    </a:lnTo>
                    <a:lnTo>
                      <a:pt x="2135" y="3285"/>
                    </a:lnTo>
                    <a:lnTo>
                      <a:pt x="2051" y="3285"/>
                    </a:lnTo>
                    <a:lnTo>
                      <a:pt x="1989" y="3181"/>
                    </a:lnTo>
                    <a:lnTo>
                      <a:pt x="1947" y="3118"/>
                    </a:lnTo>
                    <a:lnTo>
                      <a:pt x="2010" y="3034"/>
                    </a:lnTo>
                    <a:lnTo>
                      <a:pt x="2030" y="2888"/>
                    </a:lnTo>
                    <a:lnTo>
                      <a:pt x="1926" y="2720"/>
                    </a:lnTo>
                    <a:lnTo>
                      <a:pt x="1926" y="2637"/>
                    </a:lnTo>
                    <a:lnTo>
                      <a:pt x="1905" y="2595"/>
                    </a:lnTo>
                    <a:lnTo>
                      <a:pt x="1905" y="2448"/>
                    </a:lnTo>
                    <a:lnTo>
                      <a:pt x="1947" y="2365"/>
                    </a:lnTo>
                    <a:lnTo>
                      <a:pt x="1884" y="2365"/>
                    </a:lnTo>
                    <a:lnTo>
                      <a:pt x="1884" y="2239"/>
                    </a:lnTo>
                    <a:lnTo>
                      <a:pt x="1842" y="2176"/>
                    </a:lnTo>
                    <a:lnTo>
                      <a:pt x="1800" y="2197"/>
                    </a:lnTo>
                    <a:lnTo>
                      <a:pt x="1717" y="2134"/>
                    </a:lnTo>
                    <a:lnTo>
                      <a:pt x="1675" y="2197"/>
                    </a:lnTo>
                    <a:lnTo>
                      <a:pt x="1779" y="2281"/>
                    </a:lnTo>
                    <a:lnTo>
                      <a:pt x="1738" y="2365"/>
                    </a:lnTo>
                    <a:lnTo>
                      <a:pt x="1779" y="2427"/>
                    </a:lnTo>
                    <a:lnTo>
                      <a:pt x="1696" y="2511"/>
                    </a:lnTo>
                    <a:lnTo>
                      <a:pt x="1696" y="2595"/>
                    </a:lnTo>
                    <a:lnTo>
                      <a:pt x="1779" y="2699"/>
                    </a:lnTo>
                    <a:lnTo>
                      <a:pt x="1779" y="2741"/>
                    </a:lnTo>
                    <a:lnTo>
                      <a:pt x="1675" y="2762"/>
                    </a:lnTo>
                    <a:lnTo>
                      <a:pt x="1612" y="2720"/>
                    </a:lnTo>
                    <a:lnTo>
                      <a:pt x="1591" y="2616"/>
                    </a:lnTo>
                    <a:lnTo>
                      <a:pt x="1486" y="2595"/>
                    </a:lnTo>
                    <a:lnTo>
                      <a:pt x="1486" y="2532"/>
                    </a:lnTo>
                    <a:lnTo>
                      <a:pt x="1382" y="2511"/>
                    </a:lnTo>
                    <a:lnTo>
                      <a:pt x="1319" y="2511"/>
                    </a:lnTo>
                    <a:lnTo>
                      <a:pt x="1298" y="2448"/>
                    </a:lnTo>
                    <a:lnTo>
                      <a:pt x="1403" y="2406"/>
                    </a:lnTo>
                    <a:lnTo>
                      <a:pt x="1424" y="2323"/>
                    </a:lnTo>
                    <a:lnTo>
                      <a:pt x="1319" y="2239"/>
                    </a:lnTo>
                    <a:lnTo>
                      <a:pt x="1403" y="2114"/>
                    </a:lnTo>
                    <a:lnTo>
                      <a:pt x="1486" y="2093"/>
                    </a:lnTo>
                    <a:lnTo>
                      <a:pt x="1507" y="1988"/>
                    </a:lnTo>
                    <a:lnTo>
                      <a:pt x="1486" y="1904"/>
                    </a:lnTo>
                    <a:lnTo>
                      <a:pt x="1507" y="1821"/>
                    </a:lnTo>
                    <a:lnTo>
                      <a:pt x="1466" y="1758"/>
                    </a:lnTo>
                    <a:lnTo>
                      <a:pt x="1486" y="1611"/>
                    </a:lnTo>
                    <a:lnTo>
                      <a:pt x="1361" y="1507"/>
                    </a:lnTo>
                    <a:lnTo>
                      <a:pt x="1361" y="1465"/>
                    </a:lnTo>
                    <a:lnTo>
                      <a:pt x="1424" y="1507"/>
                    </a:lnTo>
                    <a:lnTo>
                      <a:pt x="1528" y="1486"/>
                    </a:lnTo>
                    <a:lnTo>
                      <a:pt x="1570" y="1360"/>
                    </a:lnTo>
                    <a:lnTo>
                      <a:pt x="1591" y="1318"/>
                    </a:lnTo>
                    <a:lnTo>
                      <a:pt x="1591" y="1151"/>
                    </a:lnTo>
                    <a:lnTo>
                      <a:pt x="1570" y="1026"/>
                    </a:lnTo>
                    <a:lnTo>
                      <a:pt x="1570" y="921"/>
                    </a:lnTo>
                    <a:lnTo>
                      <a:pt x="1507" y="942"/>
                    </a:lnTo>
                    <a:lnTo>
                      <a:pt x="1382" y="984"/>
                    </a:lnTo>
                    <a:lnTo>
                      <a:pt x="1277" y="879"/>
                    </a:lnTo>
                    <a:lnTo>
                      <a:pt x="1361" y="837"/>
                    </a:lnTo>
                    <a:lnTo>
                      <a:pt x="1277" y="774"/>
                    </a:lnTo>
                    <a:lnTo>
                      <a:pt x="1214" y="754"/>
                    </a:lnTo>
                    <a:lnTo>
                      <a:pt x="1277" y="712"/>
                    </a:lnTo>
                    <a:lnTo>
                      <a:pt x="1361" y="649"/>
                    </a:lnTo>
                    <a:lnTo>
                      <a:pt x="1361" y="607"/>
                    </a:lnTo>
                    <a:lnTo>
                      <a:pt x="1256" y="565"/>
                    </a:lnTo>
                    <a:lnTo>
                      <a:pt x="1173" y="502"/>
                    </a:lnTo>
                    <a:lnTo>
                      <a:pt x="1089" y="544"/>
                    </a:lnTo>
                    <a:lnTo>
                      <a:pt x="1089" y="440"/>
                    </a:lnTo>
                    <a:lnTo>
                      <a:pt x="1110" y="440"/>
                    </a:lnTo>
                    <a:lnTo>
                      <a:pt x="1173" y="356"/>
                    </a:lnTo>
                    <a:lnTo>
                      <a:pt x="1110" y="356"/>
                    </a:lnTo>
                    <a:lnTo>
                      <a:pt x="1047" y="398"/>
                    </a:lnTo>
                    <a:lnTo>
                      <a:pt x="1047" y="461"/>
                    </a:lnTo>
                    <a:lnTo>
                      <a:pt x="1005" y="544"/>
                    </a:lnTo>
                    <a:lnTo>
                      <a:pt x="942" y="523"/>
                    </a:lnTo>
                    <a:lnTo>
                      <a:pt x="963" y="419"/>
                    </a:lnTo>
                    <a:lnTo>
                      <a:pt x="901" y="335"/>
                    </a:lnTo>
                    <a:lnTo>
                      <a:pt x="880" y="209"/>
                    </a:lnTo>
                    <a:lnTo>
                      <a:pt x="880" y="105"/>
                    </a:lnTo>
                    <a:lnTo>
                      <a:pt x="880" y="42"/>
                    </a:lnTo>
                    <a:lnTo>
                      <a:pt x="942" y="42"/>
                    </a:lnTo>
                    <a:lnTo>
                      <a:pt x="88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1600" name="Google Shape;1600;p60"/>
            <p:cNvSpPr/>
            <p:nvPr/>
          </p:nvSpPr>
          <p:spPr>
            <a:xfrm>
              <a:off x="3608564" y="2619698"/>
              <a:ext cx="60550" cy="35232"/>
            </a:xfrm>
            <a:custGeom>
              <a:avLst/>
              <a:gdLst/>
              <a:ahLst/>
              <a:cxnLst/>
              <a:rect l="l" t="t" r="r" b="b"/>
              <a:pathLst>
                <a:path w="5085" h="3098" extrusionOk="0">
                  <a:moveTo>
                    <a:pt x="900" y="1"/>
                  </a:moveTo>
                  <a:lnTo>
                    <a:pt x="733" y="22"/>
                  </a:lnTo>
                  <a:lnTo>
                    <a:pt x="733" y="64"/>
                  </a:lnTo>
                  <a:lnTo>
                    <a:pt x="775" y="126"/>
                  </a:lnTo>
                  <a:lnTo>
                    <a:pt x="837" y="126"/>
                  </a:lnTo>
                  <a:lnTo>
                    <a:pt x="858" y="64"/>
                  </a:lnTo>
                  <a:lnTo>
                    <a:pt x="942" y="64"/>
                  </a:lnTo>
                  <a:lnTo>
                    <a:pt x="984" y="126"/>
                  </a:lnTo>
                  <a:lnTo>
                    <a:pt x="1088" y="147"/>
                  </a:lnTo>
                  <a:lnTo>
                    <a:pt x="1047" y="210"/>
                  </a:lnTo>
                  <a:lnTo>
                    <a:pt x="942" y="168"/>
                  </a:lnTo>
                  <a:lnTo>
                    <a:pt x="837" y="168"/>
                  </a:lnTo>
                  <a:lnTo>
                    <a:pt x="858" y="231"/>
                  </a:lnTo>
                  <a:lnTo>
                    <a:pt x="1005" y="315"/>
                  </a:lnTo>
                  <a:lnTo>
                    <a:pt x="1109" y="440"/>
                  </a:lnTo>
                  <a:lnTo>
                    <a:pt x="1088" y="524"/>
                  </a:lnTo>
                  <a:lnTo>
                    <a:pt x="1047" y="545"/>
                  </a:lnTo>
                  <a:lnTo>
                    <a:pt x="1047" y="461"/>
                  </a:lnTo>
                  <a:lnTo>
                    <a:pt x="900" y="377"/>
                  </a:lnTo>
                  <a:lnTo>
                    <a:pt x="837" y="461"/>
                  </a:lnTo>
                  <a:lnTo>
                    <a:pt x="775" y="440"/>
                  </a:lnTo>
                  <a:lnTo>
                    <a:pt x="796" y="356"/>
                  </a:lnTo>
                  <a:lnTo>
                    <a:pt x="691" y="252"/>
                  </a:lnTo>
                  <a:lnTo>
                    <a:pt x="586" y="210"/>
                  </a:lnTo>
                  <a:lnTo>
                    <a:pt x="524" y="252"/>
                  </a:lnTo>
                  <a:lnTo>
                    <a:pt x="586" y="356"/>
                  </a:lnTo>
                  <a:lnTo>
                    <a:pt x="565" y="419"/>
                  </a:lnTo>
                  <a:lnTo>
                    <a:pt x="524" y="315"/>
                  </a:lnTo>
                  <a:lnTo>
                    <a:pt x="419" y="273"/>
                  </a:lnTo>
                  <a:lnTo>
                    <a:pt x="377" y="356"/>
                  </a:lnTo>
                  <a:lnTo>
                    <a:pt x="461" y="440"/>
                  </a:lnTo>
                  <a:lnTo>
                    <a:pt x="524" y="482"/>
                  </a:lnTo>
                  <a:lnTo>
                    <a:pt x="565" y="545"/>
                  </a:lnTo>
                  <a:lnTo>
                    <a:pt x="461" y="482"/>
                  </a:lnTo>
                  <a:lnTo>
                    <a:pt x="356" y="545"/>
                  </a:lnTo>
                  <a:lnTo>
                    <a:pt x="419" y="608"/>
                  </a:lnTo>
                  <a:lnTo>
                    <a:pt x="565" y="670"/>
                  </a:lnTo>
                  <a:lnTo>
                    <a:pt x="482" y="670"/>
                  </a:lnTo>
                  <a:lnTo>
                    <a:pt x="461" y="733"/>
                  </a:lnTo>
                  <a:lnTo>
                    <a:pt x="482" y="775"/>
                  </a:lnTo>
                  <a:lnTo>
                    <a:pt x="461" y="775"/>
                  </a:lnTo>
                  <a:lnTo>
                    <a:pt x="272" y="649"/>
                  </a:lnTo>
                  <a:lnTo>
                    <a:pt x="231" y="608"/>
                  </a:lnTo>
                  <a:lnTo>
                    <a:pt x="168" y="670"/>
                  </a:lnTo>
                  <a:lnTo>
                    <a:pt x="252" y="796"/>
                  </a:lnTo>
                  <a:lnTo>
                    <a:pt x="314" y="880"/>
                  </a:lnTo>
                  <a:lnTo>
                    <a:pt x="252" y="900"/>
                  </a:lnTo>
                  <a:lnTo>
                    <a:pt x="147" y="775"/>
                  </a:lnTo>
                  <a:lnTo>
                    <a:pt x="63" y="754"/>
                  </a:lnTo>
                  <a:lnTo>
                    <a:pt x="0" y="859"/>
                  </a:lnTo>
                  <a:lnTo>
                    <a:pt x="126" y="900"/>
                  </a:lnTo>
                  <a:lnTo>
                    <a:pt x="231" y="1005"/>
                  </a:lnTo>
                  <a:lnTo>
                    <a:pt x="356" y="1047"/>
                  </a:lnTo>
                  <a:lnTo>
                    <a:pt x="440" y="942"/>
                  </a:lnTo>
                  <a:lnTo>
                    <a:pt x="565" y="900"/>
                  </a:lnTo>
                  <a:lnTo>
                    <a:pt x="628" y="796"/>
                  </a:lnTo>
                  <a:lnTo>
                    <a:pt x="649" y="859"/>
                  </a:lnTo>
                  <a:lnTo>
                    <a:pt x="649" y="900"/>
                  </a:lnTo>
                  <a:lnTo>
                    <a:pt x="691" y="900"/>
                  </a:lnTo>
                  <a:lnTo>
                    <a:pt x="775" y="880"/>
                  </a:lnTo>
                  <a:lnTo>
                    <a:pt x="796" y="984"/>
                  </a:lnTo>
                  <a:lnTo>
                    <a:pt x="858" y="984"/>
                  </a:lnTo>
                  <a:lnTo>
                    <a:pt x="942" y="900"/>
                  </a:lnTo>
                  <a:lnTo>
                    <a:pt x="963" y="859"/>
                  </a:lnTo>
                  <a:lnTo>
                    <a:pt x="984" y="963"/>
                  </a:lnTo>
                  <a:lnTo>
                    <a:pt x="1005" y="963"/>
                  </a:lnTo>
                  <a:lnTo>
                    <a:pt x="1151" y="859"/>
                  </a:lnTo>
                  <a:lnTo>
                    <a:pt x="1109" y="900"/>
                  </a:lnTo>
                  <a:lnTo>
                    <a:pt x="1088" y="1005"/>
                  </a:lnTo>
                  <a:lnTo>
                    <a:pt x="1151" y="1047"/>
                  </a:lnTo>
                  <a:lnTo>
                    <a:pt x="1214" y="984"/>
                  </a:lnTo>
                  <a:lnTo>
                    <a:pt x="1360" y="1068"/>
                  </a:lnTo>
                  <a:lnTo>
                    <a:pt x="1277" y="1089"/>
                  </a:lnTo>
                  <a:lnTo>
                    <a:pt x="1193" y="1089"/>
                  </a:lnTo>
                  <a:lnTo>
                    <a:pt x="1109" y="1131"/>
                  </a:lnTo>
                  <a:lnTo>
                    <a:pt x="1047" y="1131"/>
                  </a:lnTo>
                  <a:lnTo>
                    <a:pt x="879" y="1214"/>
                  </a:lnTo>
                  <a:lnTo>
                    <a:pt x="879" y="1256"/>
                  </a:lnTo>
                  <a:lnTo>
                    <a:pt x="1068" y="1298"/>
                  </a:lnTo>
                  <a:lnTo>
                    <a:pt x="1172" y="1298"/>
                  </a:lnTo>
                  <a:lnTo>
                    <a:pt x="1214" y="1214"/>
                  </a:lnTo>
                  <a:lnTo>
                    <a:pt x="1277" y="1193"/>
                  </a:lnTo>
                  <a:lnTo>
                    <a:pt x="1277" y="1298"/>
                  </a:lnTo>
                  <a:lnTo>
                    <a:pt x="1193" y="1382"/>
                  </a:lnTo>
                  <a:lnTo>
                    <a:pt x="1005" y="1403"/>
                  </a:lnTo>
                  <a:lnTo>
                    <a:pt x="942" y="1382"/>
                  </a:lnTo>
                  <a:lnTo>
                    <a:pt x="858" y="1486"/>
                  </a:lnTo>
                  <a:lnTo>
                    <a:pt x="796" y="1403"/>
                  </a:lnTo>
                  <a:lnTo>
                    <a:pt x="775" y="1382"/>
                  </a:lnTo>
                  <a:lnTo>
                    <a:pt x="775" y="1319"/>
                  </a:lnTo>
                  <a:lnTo>
                    <a:pt x="691" y="1319"/>
                  </a:lnTo>
                  <a:lnTo>
                    <a:pt x="691" y="1361"/>
                  </a:lnTo>
                  <a:lnTo>
                    <a:pt x="691" y="1382"/>
                  </a:lnTo>
                  <a:lnTo>
                    <a:pt x="628" y="1465"/>
                  </a:lnTo>
                  <a:lnTo>
                    <a:pt x="544" y="1403"/>
                  </a:lnTo>
                  <a:lnTo>
                    <a:pt x="461" y="1424"/>
                  </a:lnTo>
                  <a:lnTo>
                    <a:pt x="356" y="1486"/>
                  </a:lnTo>
                  <a:lnTo>
                    <a:pt x="252" y="1424"/>
                  </a:lnTo>
                  <a:lnTo>
                    <a:pt x="168" y="1465"/>
                  </a:lnTo>
                  <a:lnTo>
                    <a:pt x="126" y="1465"/>
                  </a:lnTo>
                  <a:lnTo>
                    <a:pt x="168" y="1591"/>
                  </a:lnTo>
                  <a:lnTo>
                    <a:pt x="231" y="1654"/>
                  </a:lnTo>
                  <a:lnTo>
                    <a:pt x="377" y="1696"/>
                  </a:lnTo>
                  <a:lnTo>
                    <a:pt x="377" y="1633"/>
                  </a:lnTo>
                  <a:lnTo>
                    <a:pt x="565" y="1696"/>
                  </a:lnTo>
                  <a:lnTo>
                    <a:pt x="900" y="1696"/>
                  </a:lnTo>
                  <a:lnTo>
                    <a:pt x="900" y="1737"/>
                  </a:lnTo>
                  <a:lnTo>
                    <a:pt x="837" y="1800"/>
                  </a:lnTo>
                  <a:lnTo>
                    <a:pt x="837" y="1842"/>
                  </a:lnTo>
                  <a:lnTo>
                    <a:pt x="942" y="1926"/>
                  </a:lnTo>
                  <a:lnTo>
                    <a:pt x="963" y="2009"/>
                  </a:lnTo>
                  <a:lnTo>
                    <a:pt x="1005" y="2009"/>
                  </a:lnTo>
                  <a:lnTo>
                    <a:pt x="1172" y="1905"/>
                  </a:lnTo>
                  <a:lnTo>
                    <a:pt x="1151" y="1988"/>
                  </a:lnTo>
                  <a:lnTo>
                    <a:pt x="1047" y="2030"/>
                  </a:lnTo>
                  <a:lnTo>
                    <a:pt x="984" y="2135"/>
                  </a:lnTo>
                  <a:lnTo>
                    <a:pt x="1068" y="2177"/>
                  </a:lnTo>
                  <a:lnTo>
                    <a:pt x="1214" y="2051"/>
                  </a:lnTo>
                  <a:lnTo>
                    <a:pt x="1360" y="2114"/>
                  </a:lnTo>
                  <a:lnTo>
                    <a:pt x="1381" y="2156"/>
                  </a:lnTo>
                  <a:lnTo>
                    <a:pt x="1298" y="2114"/>
                  </a:lnTo>
                  <a:lnTo>
                    <a:pt x="1193" y="2156"/>
                  </a:lnTo>
                  <a:lnTo>
                    <a:pt x="1109" y="2240"/>
                  </a:lnTo>
                  <a:lnTo>
                    <a:pt x="984" y="2240"/>
                  </a:lnTo>
                  <a:lnTo>
                    <a:pt x="984" y="2323"/>
                  </a:lnTo>
                  <a:lnTo>
                    <a:pt x="942" y="2365"/>
                  </a:lnTo>
                  <a:lnTo>
                    <a:pt x="879" y="2365"/>
                  </a:lnTo>
                  <a:lnTo>
                    <a:pt x="796" y="2407"/>
                  </a:lnTo>
                  <a:lnTo>
                    <a:pt x="775" y="2344"/>
                  </a:lnTo>
                  <a:lnTo>
                    <a:pt x="670" y="2261"/>
                  </a:lnTo>
                  <a:lnTo>
                    <a:pt x="670" y="2323"/>
                  </a:lnTo>
                  <a:lnTo>
                    <a:pt x="628" y="2323"/>
                  </a:lnTo>
                  <a:lnTo>
                    <a:pt x="649" y="2449"/>
                  </a:lnTo>
                  <a:lnTo>
                    <a:pt x="691" y="2470"/>
                  </a:lnTo>
                  <a:lnTo>
                    <a:pt x="670" y="2512"/>
                  </a:lnTo>
                  <a:lnTo>
                    <a:pt x="649" y="2700"/>
                  </a:lnTo>
                  <a:lnTo>
                    <a:pt x="775" y="2679"/>
                  </a:lnTo>
                  <a:lnTo>
                    <a:pt x="837" y="2658"/>
                  </a:lnTo>
                  <a:lnTo>
                    <a:pt x="900" y="2700"/>
                  </a:lnTo>
                  <a:lnTo>
                    <a:pt x="1088" y="2742"/>
                  </a:lnTo>
                  <a:lnTo>
                    <a:pt x="1214" y="2637"/>
                  </a:lnTo>
                  <a:lnTo>
                    <a:pt x="1360" y="2679"/>
                  </a:lnTo>
                  <a:lnTo>
                    <a:pt x="1423" y="2637"/>
                  </a:lnTo>
                  <a:lnTo>
                    <a:pt x="1465" y="2679"/>
                  </a:lnTo>
                  <a:lnTo>
                    <a:pt x="1528" y="2700"/>
                  </a:lnTo>
                  <a:lnTo>
                    <a:pt x="1632" y="2679"/>
                  </a:lnTo>
                  <a:lnTo>
                    <a:pt x="1632" y="2784"/>
                  </a:lnTo>
                  <a:lnTo>
                    <a:pt x="1779" y="2930"/>
                  </a:lnTo>
                  <a:lnTo>
                    <a:pt x="1842" y="2972"/>
                  </a:lnTo>
                  <a:lnTo>
                    <a:pt x="1946" y="2888"/>
                  </a:lnTo>
                  <a:lnTo>
                    <a:pt x="2051" y="2888"/>
                  </a:lnTo>
                  <a:lnTo>
                    <a:pt x="2239" y="3077"/>
                  </a:lnTo>
                  <a:lnTo>
                    <a:pt x="2469" y="3077"/>
                  </a:lnTo>
                  <a:lnTo>
                    <a:pt x="2574" y="3097"/>
                  </a:lnTo>
                  <a:lnTo>
                    <a:pt x="2741" y="3056"/>
                  </a:lnTo>
                  <a:lnTo>
                    <a:pt x="2721" y="2951"/>
                  </a:lnTo>
                  <a:lnTo>
                    <a:pt x="2741" y="2867"/>
                  </a:lnTo>
                  <a:lnTo>
                    <a:pt x="2762" y="2951"/>
                  </a:lnTo>
                  <a:lnTo>
                    <a:pt x="2888" y="2972"/>
                  </a:lnTo>
                  <a:lnTo>
                    <a:pt x="3034" y="2867"/>
                  </a:lnTo>
                  <a:lnTo>
                    <a:pt x="3034" y="2700"/>
                  </a:lnTo>
                  <a:lnTo>
                    <a:pt x="3181" y="2700"/>
                  </a:lnTo>
                  <a:lnTo>
                    <a:pt x="3139" y="2763"/>
                  </a:lnTo>
                  <a:lnTo>
                    <a:pt x="3181" y="2846"/>
                  </a:lnTo>
                  <a:lnTo>
                    <a:pt x="3202" y="2763"/>
                  </a:lnTo>
                  <a:lnTo>
                    <a:pt x="3306" y="2763"/>
                  </a:lnTo>
                  <a:lnTo>
                    <a:pt x="3411" y="2637"/>
                  </a:lnTo>
                  <a:lnTo>
                    <a:pt x="3474" y="2658"/>
                  </a:lnTo>
                  <a:lnTo>
                    <a:pt x="3495" y="2637"/>
                  </a:lnTo>
                  <a:lnTo>
                    <a:pt x="3599" y="2658"/>
                  </a:lnTo>
                  <a:lnTo>
                    <a:pt x="3599" y="2679"/>
                  </a:lnTo>
                  <a:lnTo>
                    <a:pt x="3662" y="2658"/>
                  </a:lnTo>
                  <a:lnTo>
                    <a:pt x="3892" y="2449"/>
                  </a:lnTo>
                  <a:lnTo>
                    <a:pt x="3976" y="2323"/>
                  </a:lnTo>
                  <a:lnTo>
                    <a:pt x="4248" y="2261"/>
                  </a:lnTo>
                  <a:lnTo>
                    <a:pt x="4332" y="2177"/>
                  </a:lnTo>
                  <a:lnTo>
                    <a:pt x="4290" y="2135"/>
                  </a:lnTo>
                  <a:lnTo>
                    <a:pt x="4311" y="2051"/>
                  </a:lnTo>
                  <a:lnTo>
                    <a:pt x="4353" y="2051"/>
                  </a:lnTo>
                  <a:lnTo>
                    <a:pt x="4394" y="2156"/>
                  </a:lnTo>
                  <a:lnTo>
                    <a:pt x="4541" y="2177"/>
                  </a:lnTo>
                  <a:lnTo>
                    <a:pt x="4625" y="2114"/>
                  </a:lnTo>
                  <a:lnTo>
                    <a:pt x="4625" y="2030"/>
                  </a:lnTo>
                  <a:lnTo>
                    <a:pt x="4604" y="2009"/>
                  </a:lnTo>
                  <a:lnTo>
                    <a:pt x="4604" y="1926"/>
                  </a:lnTo>
                  <a:lnTo>
                    <a:pt x="4666" y="1905"/>
                  </a:lnTo>
                  <a:lnTo>
                    <a:pt x="4625" y="1779"/>
                  </a:lnTo>
                  <a:lnTo>
                    <a:pt x="4666" y="1716"/>
                  </a:lnTo>
                  <a:lnTo>
                    <a:pt x="4771" y="1779"/>
                  </a:lnTo>
                  <a:lnTo>
                    <a:pt x="4771" y="1884"/>
                  </a:lnTo>
                  <a:lnTo>
                    <a:pt x="4876" y="1842"/>
                  </a:lnTo>
                  <a:lnTo>
                    <a:pt x="4938" y="1716"/>
                  </a:lnTo>
                  <a:lnTo>
                    <a:pt x="4917" y="1612"/>
                  </a:lnTo>
                  <a:lnTo>
                    <a:pt x="4813" y="1507"/>
                  </a:lnTo>
                  <a:lnTo>
                    <a:pt x="4813" y="1403"/>
                  </a:lnTo>
                  <a:lnTo>
                    <a:pt x="4855" y="1361"/>
                  </a:lnTo>
                  <a:lnTo>
                    <a:pt x="4855" y="1256"/>
                  </a:lnTo>
                  <a:lnTo>
                    <a:pt x="4959" y="1193"/>
                  </a:lnTo>
                  <a:lnTo>
                    <a:pt x="5043" y="1193"/>
                  </a:lnTo>
                  <a:lnTo>
                    <a:pt x="5085" y="1110"/>
                  </a:lnTo>
                  <a:lnTo>
                    <a:pt x="5022" y="1005"/>
                  </a:lnTo>
                  <a:lnTo>
                    <a:pt x="4771" y="984"/>
                  </a:lnTo>
                  <a:lnTo>
                    <a:pt x="4708" y="1068"/>
                  </a:lnTo>
                  <a:lnTo>
                    <a:pt x="4750" y="963"/>
                  </a:lnTo>
                  <a:lnTo>
                    <a:pt x="4750" y="859"/>
                  </a:lnTo>
                  <a:lnTo>
                    <a:pt x="4625" y="859"/>
                  </a:lnTo>
                  <a:lnTo>
                    <a:pt x="4604" y="880"/>
                  </a:lnTo>
                  <a:lnTo>
                    <a:pt x="4541" y="775"/>
                  </a:lnTo>
                  <a:lnTo>
                    <a:pt x="4625" y="670"/>
                  </a:lnTo>
                  <a:lnTo>
                    <a:pt x="4708" y="649"/>
                  </a:lnTo>
                  <a:lnTo>
                    <a:pt x="4708" y="482"/>
                  </a:lnTo>
                  <a:lnTo>
                    <a:pt x="4645" y="461"/>
                  </a:lnTo>
                  <a:lnTo>
                    <a:pt x="4562" y="545"/>
                  </a:lnTo>
                  <a:lnTo>
                    <a:pt x="4457" y="482"/>
                  </a:lnTo>
                  <a:lnTo>
                    <a:pt x="4415" y="377"/>
                  </a:lnTo>
                  <a:lnTo>
                    <a:pt x="4520" y="336"/>
                  </a:lnTo>
                  <a:lnTo>
                    <a:pt x="4541" y="252"/>
                  </a:lnTo>
                  <a:lnTo>
                    <a:pt x="4604" y="210"/>
                  </a:lnTo>
                  <a:lnTo>
                    <a:pt x="4708" y="168"/>
                  </a:lnTo>
                  <a:lnTo>
                    <a:pt x="4562" y="126"/>
                  </a:lnTo>
                  <a:lnTo>
                    <a:pt x="4499" y="147"/>
                  </a:lnTo>
                  <a:lnTo>
                    <a:pt x="4311" y="336"/>
                  </a:lnTo>
                  <a:lnTo>
                    <a:pt x="4290" y="419"/>
                  </a:lnTo>
                  <a:lnTo>
                    <a:pt x="4206" y="440"/>
                  </a:lnTo>
                  <a:lnTo>
                    <a:pt x="4122" y="315"/>
                  </a:lnTo>
                  <a:lnTo>
                    <a:pt x="4185" y="252"/>
                  </a:lnTo>
                  <a:lnTo>
                    <a:pt x="4122" y="210"/>
                  </a:lnTo>
                  <a:lnTo>
                    <a:pt x="4101" y="84"/>
                  </a:lnTo>
                  <a:lnTo>
                    <a:pt x="3997" y="64"/>
                  </a:lnTo>
                  <a:lnTo>
                    <a:pt x="3913" y="126"/>
                  </a:lnTo>
                  <a:lnTo>
                    <a:pt x="3829" y="84"/>
                  </a:lnTo>
                  <a:lnTo>
                    <a:pt x="3788" y="168"/>
                  </a:lnTo>
                  <a:lnTo>
                    <a:pt x="3829" y="315"/>
                  </a:lnTo>
                  <a:lnTo>
                    <a:pt x="3788" y="377"/>
                  </a:lnTo>
                  <a:lnTo>
                    <a:pt x="3683" y="377"/>
                  </a:lnTo>
                  <a:lnTo>
                    <a:pt x="3578" y="440"/>
                  </a:lnTo>
                  <a:lnTo>
                    <a:pt x="3557" y="336"/>
                  </a:lnTo>
                  <a:lnTo>
                    <a:pt x="3495" y="315"/>
                  </a:lnTo>
                  <a:lnTo>
                    <a:pt x="3453" y="377"/>
                  </a:lnTo>
                  <a:lnTo>
                    <a:pt x="3369" y="545"/>
                  </a:lnTo>
                  <a:lnTo>
                    <a:pt x="3265" y="545"/>
                  </a:lnTo>
                  <a:lnTo>
                    <a:pt x="3160" y="356"/>
                  </a:lnTo>
                  <a:lnTo>
                    <a:pt x="3076" y="356"/>
                  </a:lnTo>
                  <a:lnTo>
                    <a:pt x="3034" y="336"/>
                  </a:lnTo>
                  <a:lnTo>
                    <a:pt x="2951" y="356"/>
                  </a:lnTo>
                  <a:lnTo>
                    <a:pt x="2888" y="545"/>
                  </a:lnTo>
                  <a:lnTo>
                    <a:pt x="2993" y="754"/>
                  </a:lnTo>
                  <a:lnTo>
                    <a:pt x="2888" y="1047"/>
                  </a:lnTo>
                  <a:lnTo>
                    <a:pt x="2930" y="775"/>
                  </a:lnTo>
                  <a:lnTo>
                    <a:pt x="2825" y="608"/>
                  </a:lnTo>
                  <a:lnTo>
                    <a:pt x="2825" y="524"/>
                  </a:lnTo>
                  <a:lnTo>
                    <a:pt x="2762" y="482"/>
                  </a:lnTo>
                  <a:lnTo>
                    <a:pt x="2783" y="356"/>
                  </a:lnTo>
                  <a:lnTo>
                    <a:pt x="2658" y="273"/>
                  </a:lnTo>
                  <a:lnTo>
                    <a:pt x="2448" y="440"/>
                  </a:lnTo>
                  <a:lnTo>
                    <a:pt x="2428" y="566"/>
                  </a:lnTo>
                  <a:lnTo>
                    <a:pt x="2448" y="649"/>
                  </a:lnTo>
                  <a:lnTo>
                    <a:pt x="2344" y="796"/>
                  </a:lnTo>
                  <a:lnTo>
                    <a:pt x="2260" y="796"/>
                  </a:lnTo>
                  <a:lnTo>
                    <a:pt x="2260" y="649"/>
                  </a:lnTo>
                  <a:lnTo>
                    <a:pt x="2156" y="587"/>
                  </a:lnTo>
                  <a:lnTo>
                    <a:pt x="2156" y="356"/>
                  </a:lnTo>
                  <a:lnTo>
                    <a:pt x="2093" y="315"/>
                  </a:lnTo>
                  <a:lnTo>
                    <a:pt x="1925" y="440"/>
                  </a:lnTo>
                  <a:lnTo>
                    <a:pt x="1946" y="691"/>
                  </a:lnTo>
                  <a:lnTo>
                    <a:pt x="2009" y="775"/>
                  </a:lnTo>
                  <a:lnTo>
                    <a:pt x="2009" y="963"/>
                  </a:lnTo>
                  <a:lnTo>
                    <a:pt x="1925" y="1047"/>
                  </a:lnTo>
                  <a:lnTo>
                    <a:pt x="1842" y="1047"/>
                  </a:lnTo>
                  <a:lnTo>
                    <a:pt x="1821" y="900"/>
                  </a:lnTo>
                  <a:lnTo>
                    <a:pt x="1716" y="963"/>
                  </a:lnTo>
                  <a:lnTo>
                    <a:pt x="1674" y="1110"/>
                  </a:lnTo>
                  <a:lnTo>
                    <a:pt x="1612" y="1131"/>
                  </a:lnTo>
                  <a:lnTo>
                    <a:pt x="1591" y="1319"/>
                  </a:lnTo>
                  <a:lnTo>
                    <a:pt x="1507" y="1131"/>
                  </a:lnTo>
                  <a:lnTo>
                    <a:pt x="1423" y="1131"/>
                  </a:lnTo>
                  <a:lnTo>
                    <a:pt x="1465" y="1068"/>
                  </a:lnTo>
                  <a:lnTo>
                    <a:pt x="1528" y="963"/>
                  </a:lnTo>
                  <a:lnTo>
                    <a:pt x="1528" y="859"/>
                  </a:lnTo>
                  <a:lnTo>
                    <a:pt x="1402" y="859"/>
                  </a:lnTo>
                  <a:lnTo>
                    <a:pt x="1465" y="775"/>
                  </a:lnTo>
                  <a:lnTo>
                    <a:pt x="1402" y="649"/>
                  </a:lnTo>
                  <a:lnTo>
                    <a:pt x="1486" y="691"/>
                  </a:lnTo>
                  <a:lnTo>
                    <a:pt x="1570" y="608"/>
                  </a:lnTo>
                  <a:lnTo>
                    <a:pt x="1528" y="545"/>
                  </a:lnTo>
                  <a:lnTo>
                    <a:pt x="1423" y="482"/>
                  </a:lnTo>
                  <a:lnTo>
                    <a:pt x="1528" y="440"/>
                  </a:lnTo>
                  <a:lnTo>
                    <a:pt x="1465" y="336"/>
                  </a:lnTo>
                  <a:lnTo>
                    <a:pt x="1381" y="377"/>
                  </a:lnTo>
                  <a:lnTo>
                    <a:pt x="1319" y="315"/>
                  </a:lnTo>
                  <a:lnTo>
                    <a:pt x="1193" y="231"/>
                  </a:lnTo>
                  <a:lnTo>
                    <a:pt x="1193" y="126"/>
                  </a:lnTo>
                  <a:lnTo>
                    <a:pt x="1109" y="22"/>
                  </a:lnTo>
                  <a:lnTo>
                    <a:pt x="1005" y="43"/>
                  </a:lnTo>
                  <a:lnTo>
                    <a:pt x="90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01" name="Google Shape;1601;p60"/>
            <p:cNvSpPr/>
            <p:nvPr/>
          </p:nvSpPr>
          <p:spPr>
            <a:xfrm>
              <a:off x="4188328" y="2704412"/>
              <a:ext cx="421823" cy="300791"/>
            </a:xfrm>
            <a:custGeom>
              <a:avLst/>
              <a:gdLst/>
              <a:ahLst/>
              <a:cxnLst/>
              <a:rect l="l" t="t" r="r" b="b"/>
              <a:pathLst>
                <a:path w="35425" h="26449" extrusionOk="0">
                  <a:moveTo>
                    <a:pt x="27390" y="1"/>
                  </a:moveTo>
                  <a:lnTo>
                    <a:pt x="27369" y="21"/>
                  </a:lnTo>
                  <a:lnTo>
                    <a:pt x="27180" y="42"/>
                  </a:lnTo>
                  <a:lnTo>
                    <a:pt x="27139" y="126"/>
                  </a:lnTo>
                  <a:lnTo>
                    <a:pt x="27097" y="126"/>
                  </a:lnTo>
                  <a:lnTo>
                    <a:pt x="27055" y="189"/>
                  </a:lnTo>
                  <a:lnTo>
                    <a:pt x="26867" y="189"/>
                  </a:lnTo>
                  <a:lnTo>
                    <a:pt x="26741" y="147"/>
                  </a:lnTo>
                  <a:lnTo>
                    <a:pt x="26678" y="231"/>
                  </a:lnTo>
                  <a:lnTo>
                    <a:pt x="26574" y="231"/>
                  </a:lnTo>
                  <a:lnTo>
                    <a:pt x="26532" y="335"/>
                  </a:lnTo>
                  <a:lnTo>
                    <a:pt x="26448" y="356"/>
                  </a:lnTo>
                  <a:lnTo>
                    <a:pt x="26344" y="356"/>
                  </a:lnTo>
                  <a:lnTo>
                    <a:pt x="26260" y="398"/>
                  </a:lnTo>
                  <a:lnTo>
                    <a:pt x="26176" y="419"/>
                  </a:lnTo>
                  <a:lnTo>
                    <a:pt x="26051" y="419"/>
                  </a:lnTo>
                  <a:lnTo>
                    <a:pt x="25967" y="461"/>
                  </a:lnTo>
                  <a:lnTo>
                    <a:pt x="25967" y="545"/>
                  </a:lnTo>
                  <a:lnTo>
                    <a:pt x="25904" y="649"/>
                  </a:lnTo>
                  <a:lnTo>
                    <a:pt x="25862" y="754"/>
                  </a:lnTo>
                  <a:lnTo>
                    <a:pt x="25820" y="817"/>
                  </a:lnTo>
                  <a:lnTo>
                    <a:pt x="25820" y="858"/>
                  </a:lnTo>
                  <a:lnTo>
                    <a:pt x="25800" y="921"/>
                  </a:lnTo>
                  <a:lnTo>
                    <a:pt x="25800" y="1068"/>
                  </a:lnTo>
                  <a:lnTo>
                    <a:pt x="25820" y="1089"/>
                  </a:lnTo>
                  <a:lnTo>
                    <a:pt x="25862" y="1130"/>
                  </a:lnTo>
                  <a:lnTo>
                    <a:pt x="26009" y="1047"/>
                  </a:lnTo>
                  <a:lnTo>
                    <a:pt x="26072" y="984"/>
                  </a:lnTo>
                  <a:lnTo>
                    <a:pt x="26155" y="1005"/>
                  </a:lnTo>
                  <a:lnTo>
                    <a:pt x="26239" y="1151"/>
                  </a:lnTo>
                  <a:lnTo>
                    <a:pt x="26281" y="1256"/>
                  </a:lnTo>
                  <a:lnTo>
                    <a:pt x="26364" y="1340"/>
                  </a:lnTo>
                  <a:lnTo>
                    <a:pt x="26364" y="1402"/>
                  </a:lnTo>
                  <a:lnTo>
                    <a:pt x="26385" y="1486"/>
                  </a:lnTo>
                  <a:lnTo>
                    <a:pt x="26385" y="1612"/>
                  </a:lnTo>
                  <a:lnTo>
                    <a:pt x="26323" y="1674"/>
                  </a:lnTo>
                  <a:lnTo>
                    <a:pt x="26239" y="1779"/>
                  </a:lnTo>
                  <a:lnTo>
                    <a:pt x="26218" y="1926"/>
                  </a:lnTo>
                  <a:lnTo>
                    <a:pt x="26134" y="1988"/>
                  </a:lnTo>
                  <a:lnTo>
                    <a:pt x="26072" y="2093"/>
                  </a:lnTo>
                  <a:lnTo>
                    <a:pt x="26051" y="2198"/>
                  </a:lnTo>
                  <a:lnTo>
                    <a:pt x="26134" y="2281"/>
                  </a:lnTo>
                  <a:lnTo>
                    <a:pt x="26092" y="2344"/>
                  </a:lnTo>
                  <a:lnTo>
                    <a:pt x="26134" y="2490"/>
                  </a:lnTo>
                  <a:lnTo>
                    <a:pt x="26176" y="2532"/>
                  </a:lnTo>
                  <a:lnTo>
                    <a:pt x="26176" y="2658"/>
                  </a:lnTo>
                  <a:lnTo>
                    <a:pt x="26092" y="2700"/>
                  </a:lnTo>
                  <a:lnTo>
                    <a:pt x="26072" y="2742"/>
                  </a:lnTo>
                  <a:lnTo>
                    <a:pt x="26134" y="2846"/>
                  </a:lnTo>
                  <a:lnTo>
                    <a:pt x="26134" y="3034"/>
                  </a:lnTo>
                  <a:lnTo>
                    <a:pt x="26092" y="3076"/>
                  </a:lnTo>
                  <a:lnTo>
                    <a:pt x="26092" y="3244"/>
                  </a:lnTo>
                  <a:lnTo>
                    <a:pt x="26155" y="3244"/>
                  </a:lnTo>
                  <a:lnTo>
                    <a:pt x="26218" y="3265"/>
                  </a:lnTo>
                  <a:lnTo>
                    <a:pt x="26260" y="3244"/>
                  </a:lnTo>
                  <a:lnTo>
                    <a:pt x="26281" y="3265"/>
                  </a:lnTo>
                  <a:lnTo>
                    <a:pt x="26323" y="3390"/>
                  </a:lnTo>
                  <a:lnTo>
                    <a:pt x="26281" y="3495"/>
                  </a:lnTo>
                  <a:lnTo>
                    <a:pt x="26218" y="3578"/>
                  </a:lnTo>
                  <a:lnTo>
                    <a:pt x="26009" y="3620"/>
                  </a:lnTo>
                  <a:lnTo>
                    <a:pt x="25862" y="3704"/>
                  </a:lnTo>
                  <a:lnTo>
                    <a:pt x="25569" y="3976"/>
                  </a:lnTo>
                  <a:lnTo>
                    <a:pt x="25527" y="3997"/>
                  </a:lnTo>
                  <a:lnTo>
                    <a:pt x="25444" y="3913"/>
                  </a:lnTo>
                  <a:lnTo>
                    <a:pt x="25276" y="3892"/>
                  </a:lnTo>
                  <a:lnTo>
                    <a:pt x="25172" y="3913"/>
                  </a:lnTo>
                  <a:lnTo>
                    <a:pt x="25130" y="3871"/>
                  </a:lnTo>
                  <a:lnTo>
                    <a:pt x="25004" y="3871"/>
                  </a:lnTo>
                  <a:lnTo>
                    <a:pt x="25004" y="3892"/>
                  </a:lnTo>
                  <a:lnTo>
                    <a:pt x="24879" y="4792"/>
                  </a:lnTo>
                  <a:lnTo>
                    <a:pt x="24900" y="4959"/>
                  </a:lnTo>
                  <a:lnTo>
                    <a:pt x="24858" y="5148"/>
                  </a:lnTo>
                  <a:lnTo>
                    <a:pt x="24879" y="5252"/>
                  </a:lnTo>
                  <a:lnTo>
                    <a:pt x="24795" y="5524"/>
                  </a:lnTo>
                  <a:lnTo>
                    <a:pt x="24900" y="5692"/>
                  </a:lnTo>
                  <a:lnTo>
                    <a:pt x="25172" y="5838"/>
                  </a:lnTo>
                  <a:lnTo>
                    <a:pt x="25339" y="5671"/>
                  </a:lnTo>
                  <a:lnTo>
                    <a:pt x="25569" y="5671"/>
                  </a:lnTo>
                  <a:lnTo>
                    <a:pt x="25841" y="5734"/>
                  </a:lnTo>
                  <a:lnTo>
                    <a:pt x="25946" y="5838"/>
                  </a:lnTo>
                  <a:lnTo>
                    <a:pt x="26072" y="5629"/>
                  </a:lnTo>
                  <a:lnTo>
                    <a:pt x="26072" y="5483"/>
                  </a:lnTo>
                  <a:lnTo>
                    <a:pt x="26072" y="5378"/>
                  </a:lnTo>
                  <a:lnTo>
                    <a:pt x="26239" y="5336"/>
                  </a:lnTo>
                  <a:lnTo>
                    <a:pt x="26281" y="5273"/>
                  </a:lnTo>
                  <a:lnTo>
                    <a:pt x="26553" y="5357"/>
                  </a:lnTo>
                  <a:lnTo>
                    <a:pt x="26699" y="5545"/>
                  </a:lnTo>
                  <a:lnTo>
                    <a:pt x="26908" y="5734"/>
                  </a:lnTo>
                  <a:lnTo>
                    <a:pt x="27076" y="5943"/>
                  </a:lnTo>
                  <a:lnTo>
                    <a:pt x="27285" y="6089"/>
                  </a:lnTo>
                  <a:lnTo>
                    <a:pt x="27306" y="6194"/>
                  </a:lnTo>
                  <a:lnTo>
                    <a:pt x="27327" y="6278"/>
                  </a:lnTo>
                  <a:lnTo>
                    <a:pt x="27327" y="6382"/>
                  </a:lnTo>
                  <a:lnTo>
                    <a:pt x="27285" y="6424"/>
                  </a:lnTo>
                  <a:lnTo>
                    <a:pt x="27285" y="6508"/>
                  </a:lnTo>
                  <a:lnTo>
                    <a:pt x="27264" y="6591"/>
                  </a:lnTo>
                  <a:lnTo>
                    <a:pt x="27139" y="6571"/>
                  </a:lnTo>
                  <a:lnTo>
                    <a:pt x="27097" y="6508"/>
                  </a:lnTo>
                  <a:lnTo>
                    <a:pt x="26992" y="6529"/>
                  </a:lnTo>
                  <a:lnTo>
                    <a:pt x="26908" y="6591"/>
                  </a:lnTo>
                  <a:lnTo>
                    <a:pt x="26762" y="6508"/>
                  </a:lnTo>
                  <a:lnTo>
                    <a:pt x="26657" y="6529"/>
                  </a:lnTo>
                  <a:lnTo>
                    <a:pt x="26553" y="6675"/>
                  </a:lnTo>
                  <a:lnTo>
                    <a:pt x="26385" y="6801"/>
                  </a:lnTo>
                  <a:lnTo>
                    <a:pt x="26323" y="6843"/>
                  </a:lnTo>
                  <a:lnTo>
                    <a:pt x="26218" y="6780"/>
                  </a:lnTo>
                  <a:lnTo>
                    <a:pt x="26155" y="6801"/>
                  </a:lnTo>
                  <a:lnTo>
                    <a:pt x="26155" y="6905"/>
                  </a:lnTo>
                  <a:lnTo>
                    <a:pt x="26092" y="6947"/>
                  </a:lnTo>
                  <a:lnTo>
                    <a:pt x="26030" y="6989"/>
                  </a:lnTo>
                  <a:lnTo>
                    <a:pt x="25967" y="6947"/>
                  </a:lnTo>
                  <a:lnTo>
                    <a:pt x="25925" y="7031"/>
                  </a:lnTo>
                  <a:lnTo>
                    <a:pt x="25820" y="7198"/>
                  </a:lnTo>
                  <a:lnTo>
                    <a:pt x="25800" y="7366"/>
                  </a:lnTo>
                  <a:lnTo>
                    <a:pt x="25800" y="7470"/>
                  </a:lnTo>
                  <a:lnTo>
                    <a:pt x="25737" y="7554"/>
                  </a:lnTo>
                  <a:lnTo>
                    <a:pt x="25611" y="7575"/>
                  </a:lnTo>
                  <a:lnTo>
                    <a:pt x="25381" y="7763"/>
                  </a:lnTo>
                  <a:lnTo>
                    <a:pt x="25214" y="7763"/>
                  </a:lnTo>
                  <a:lnTo>
                    <a:pt x="25088" y="7742"/>
                  </a:lnTo>
                  <a:lnTo>
                    <a:pt x="25004" y="7784"/>
                  </a:lnTo>
                  <a:lnTo>
                    <a:pt x="24900" y="7993"/>
                  </a:lnTo>
                  <a:lnTo>
                    <a:pt x="24795" y="8077"/>
                  </a:lnTo>
                  <a:lnTo>
                    <a:pt x="24670" y="8182"/>
                  </a:lnTo>
                  <a:lnTo>
                    <a:pt x="24586" y="8265"/>
                  </a:lnTo>
                  <a:lnTo>
                    <a:pt x="24565" y="8370"/>
                  </a:lnTo>
                  <a:lnTo>
                    <a:pt x="24502" y="8370"/>
                  </a:lnTo>
                  <a:lnTo>
                    <a:pt x="24377" y="8307"/>
                  </a:lnTo>
                  <a:lnTo>
                    <a:pt x="24251" y="8286"/>
                  </a:lnTo>
                  <a:lnTo>
                    <a:pt x="24063" y="8203"/>
                  </a:lnTo>
                  <a:lnTo>
                    <a:pt x="23937" y="8140"/>
                  </a:lnTo>
                  <a:lnTo>
                    <a:pt x="23770" y="8098"/>
                  </a:lnTo>
                  <a:lnTo>
                    <a:pt x="23561" y="8161"/>
                  </a:lnTo>
                  <a:lnTo>
                    <a:pt x="23435" y="8265"/>
                  </a:lnTo>
                  <a:lnTo>
                    <a:pt x="23331" y="8391"/>
                  </a:lnTo>
                  <a:lnTo>
                    <a:pt x="23331" y="8621"/>
                  </a:lnTo>
                  <a:lnTo>
                    <a:pt x="23351" y="8768"/>
                  </a:lnTo>
                  <a:lnTo>
                    <a:pt x="23331" y="8830"/>
                  </a:lnTo>
                  <a:lnTo>
                    <a:pt x="23603" y="9019"/>
                  </a:lnTo>
                  <a:lnTo>
                    <a:pt x="23833" y="9144"/>
                  </a:lnTo>
                  <a:lnTo>
                    <a:pt x="23833" y="9228"/>
                  </a:lnTo>
                  <a:lnTo>
                    <a:pt x="23770" y="9332"/>
                  </a:lnTo>
                  <a:lnTo>
                    <a:pt x="23707" y="9437"/>
                  </a:lnTo>
                  <a:lnTo>
                    <a:pt x="23435" y="9730"/>
                  </a:lnTo>
                  <a:lnTo>
                    <a:pt x="23310" y="9960"/>
                  </a:lnTo>
                  <a:lnTo>
                    <a:pt x="23226" y="10169"/>
                  </a:lnTo>
                  <a:lnTo>
                    <a:pt x="23121" y="10169"/>
                  </a:lnTo>
                  <a:lnTo>
                    <a:pt x="22933" y="10232"/>
                  </a:lnTo>
                  <a:lnTo>
                    <a:pt x="22807" y="10232"/>
                  </a:lnTo>
                  <a:lnTo>
                    <a:pt x="22661" y="10337"/>
                  </a:lnTo>
                  <a:lnTo>
                    <a:pt x="22494" y="10462"/>
                  </a:lnTo>
                  <a:lnTo>
                    <a:pt x="22347" y="10462"/>
                  </a:lnTo>
                  <a:lnTo>
                    <a:pt x="22096" y="10483"/>
                  </a:lnTo>
                  <a:lnTo>
                    <a:pt x="21908" y="10546"/>
                  </a:lnTo>
                  <a:lnTo>
                    <a:pt x="21740" y="10588"/>
                  </a:lnTo>
                  <a:lnTo>
                    <a:pt x="21322" y="10755"/>
                  </a:lnTo>
                  <a:lnTo>
                    <a:pt x="21008" y="10860"/>
                  </a:lnTo>
                  <a:lnTo>
                    <a:pt x="20841" y="11027"/>
                  </a:lnTo>
                  <a:lnTo>
                    <a:pt x="20590" y="11216"/>
                  </a:lnTo>
                  <a:lnTo>
                    <a:pt x="20485" y="11320"/>
                  </a:lnTo>
                  <a:lnTo>
                    <a:pt x="20338" y="11320"/>
                  </a:lnTo>
                  <a:lnTo>
                    <a:pt x="20192" y="11278"/>
                  </a:lnTo>
                  <a:lnTo>
                    <a:pt x="20192" y="11216"/>
                  </a:lnTo>
                  <a:lnTo>
                    <a:pt x="20171" y="11111"/>
                  </a:lnTo>
                  <a:lnTo>
                    <a:pt x="19899" y="11195"/>
                  </a:lnTo>
                  <a:lnTo>
                    <a:pt x="19732" y="11216"/>
                  </a:lnTo>
                  <a:lnTo>
                    <a:pt x="19522" y="11111"/>
                  </a:lnTo>
                  <a:lnTo>
                    <a:pt x="19355" y="11090"/>
                  </a:lnTo>
                  <a:lnTo>
                    <a:pt x="18999" y="10965"/>
                  </a:lnTo>
                  <a:lnTo>
                    <a:pt x="18623" y="10797"/>
                  </a:lnTo>
                  <a:lnTo>
                    <a:pt x="18413" y="10609"/>
                  </a:lnTo>
                  <a:lnTo>
                    <a:pt x="18288" y="10588"/>
                  </a:lnTo>
                  <a:lnTo>
                    <a:pt x="17869" y="10567"/>
                  </a:lnTo>
                  <a:lnTo>
                    <a:pt x="17493" y="10567"/>
                  </a:lnTo>
                  <a:lnTo>
                    <a:pt x="17430" y="10546"/>
                  </a:lnTo>
                  <a:lnTo>
                    <a:pt x="17367" y="10588"/>
                  </a:lnTo>
                  <a:lnTo>
                    <a:pt x="17325" y="10651"/>
                  </a:lnTo>
                  <a:lnTo>
                    <a:pt x="17137" y="10713"/>
                  </a:lnTo>
                  <a:lnTo>
                    <a:pt x="16865" y="10755"/>
                  </a:lnTo>
                  <a:lnTo>
                    <a:pt x="16384" y="10693"/>
                  </a:lnTo>
                  <a:lnTo>
                    <a:pt x="16028" y="10713"/>
                  </a:lnTo>
                  <a:lnTo>
                    <a:pt x="15777" y="10693"/>
                  </a:lnTo>
                  <a:lnTo>
                    <a:pt x="15547" y="10713"/>
                  </a:lnTo>
                  <a:lnTo>
                    <a:pt x="15442" y="10755"/>
                  </a:lnTo>
                  <a:lnTo>
                    <a:pt x="15338" y="10713"/>
                  </a:lnTo>
                  <a:lnTo>
                    <a:pt x="15191" y="10462"/>
                  </a:lnTo>
                  <a:lnTo>
                    <a:pt x="15149" y="10337"/>
                  </a:lnTo>
                  <a:lnTo>
                    <a:pt x="15024" y="10169"/>
                  </a:lnTo>
                  <a:lnTo>
                    <a:pt x="14919" y="10044"/>
                  </a:lnTo>
                  <a:lnTo>
                    <a:pt x="14856" y="9877"/>
                  </a:lnTo>
                  <a:lnTo>
                    <a:pt x="14856" y="9814"/>
                  </a:lnTo>
                  <a:lnTo>
                    <a:pt x="14752" y="9709"/>
                  </a:lnTo>
                  <a:lnTo>
                    <a:pt x="14668" y="9667"/>
                  </a:lnTo>
                  <a:lnTo>
                    <a:pt x="14626" y="9667"/>
                  </a:lnTo>
                  <a:lnTo>
                    <a:pt x="14584" y="9604"/>
                  </a:lnTo>
                  <a:lnTo>
                    <a:pt x="14564" y="9500"/>
                  </a:lnTo>
                  <a:lnTo>
                    <a:pt x="14333" y="9500"/>
                  </a:lnTo>
                  <a:lnTo>
                    <a:pt x="14187" y="9416"/>
                  </a:lnTo>
                  <a:lnTo>
                    <a:pt x="13978" y="9249"/>
                  </a:lnTo>
                  <a:lnTo>
                    <a:pt x="13873" y="9249"/>
                  </a:lnTo>
                  <a:lnTo>
                    <a:pt x="13768" y="9228"/>
                  </a:lnTo>
                  <a:lnTo>
                    <a:pt x="13706" y="9186"/>
                  </a:lnTo>
                  <a:lnTo>
                    <a:pt x="13517" y="9040"/>
                  </a:lnTo>
                  <a:lnTo>
                    <a:pt x="13141" y="8977"/>
                  </a:lnTo>
                  <a:lnTo>
                    <a:pt x="13099" y="8977"/>
                  </a:lnTo>
                  <a:lnTo>
                    <a:pt x="13057" y="9019"/>
                  </a:lnTo>
                  <a:lnTo>
                    <a:pt x="12890" y="9019"/>
                  </a:lnTo>
                  <a:lnTo>
                    <a:pt x="12639" y="9040"/>
                  </a:lnTo>
                  <a:lnTo>
                    <a:pt x="12053" y="8914"/>
                  </a:lnTo>
                  <a:lnTo>
                    <a:pt x="11948" y="8830"/>
                  </a:lnTo>
                  <a:lnTo>
                    <a:pt x="11823" y="8663"/>
                  </a:lnTo>
                  <a:lnTo>
                    <a:pt x="11802" y="8558"/>
                  </a:lnTo>
                  <a:lnTo>
                    <a:pt x="11802" y="8475"/>
                  </a:lnTo>
                  <a:lnTo>
                    <a:pt x="11823" y="8412"/>
                  </a:lnTo>
                  <a:lnTo>
                    <a:pt x="11906" y="8349"/>
                  </a:lnTo>
                  <a:lnTo>
                    <a:pt x="11948" y="8244"/>
                  </a:lnTo>
                  <a:lnTo>
                    <a:pt x="11885" y="8161"/>
                  </a:lnTo>
                  <a:lnTo>
                    <a:pt x="11843" y="8035"/>
                  </a:lnTo>
                  <a:lnTo>
                    <a:pt x="11885" y="7952"/>
                  </a:lnTo>
                  <a:lnTo>
                    <a:pt x="11885" y="7826"/>
                  </a:lnTo>
                  <a:lnTo>
                    <a:pt x="11823" y="7763"/>
                  </a:lnTo>
                  <a:lnTo>
                    <a:pt x="11739" y="7638"/>
                  </a:lnTo>
                  <a:lnTo>
                    <a:pt x="11676" y="7575"/>
                  </a:lnTo>
                  <a:lnTo>
                    <a:pt x="11592" y="7533"/>
                  </a:lnTo>
                  <a:lnTo>
                    <a:pt x="11530" y="7428"/>
                  </a:lnTo>
                  <a:lnTo>
                    <a:pt x="11488" y="7345"/>
                  </a:lnTo>
                  <a:lnTo>
                    <a:pt x="11446" y="7240"/>
                  </a:lnTo>
                  <a:lnTo>
                    <a:pt x="11425" y="7136"/>
                  </a:lnTo>
                  <a:lnTo>
                    <a:pt x="11383" y="7052"/>
                  </a:lnTo>
                  <a:lnTo>
                    <a:pt x="11279" y="6989"/>
                  </a:lnTo>
                  <a:lnTo>
                    <a:pt x="11195" y="6947"/>
                  </a:lnTo>
                  <a:lnTo>
                    <a:pt x="11153" y="6884"/>
                  </a:lnTo>
                  <a:lnTo>
                    <a:pt x="11069" y="6843"/>
                  </a:lnTo>
                  <a:lnTo>
                    <a:pt x="10965" y="6843"/>
                  </a:lnTo>
                  <a:lnTo>
                    <a:pt x="10902" y="6905"/>
                  </a:lnTo>
                  <a:lnTo>
                    <a:pt x="10860" y="6926"/>
                  </a:lnTo>
                  <a:lnTo>
                    <a:pt x="10776" y="6905"/>
                  </a:lnTo>
                  <a:lnTo>
                    <a:pt x="10693" y="6801"/>
                  </a:lnTo>
                  <a:lnTo>
                    <a:pt x="10672" y="6738"/>
                  </a:lnTo>
                  <a:lnTo>
                    <a:pt x="10567" y="6738"/>
                  </a:lnTo>
                  <a:lnTo>
                    <a:pt x="10442" y="6801"/>
                  </a:lnTo>
                  <a:lnTo>
                    <a:pt x="10400" y="6843"/>
                  </a:lnTo>
                  <a:lnTo>
                    <a:pt x="10379" y="6926"/>
                  </a:lnTo>
                  <a:lnTo>
                    <a:pt x="10337" y="6926"/>
                  </a:lnTo>
                  <a:lnTo>
                    <a:pt x="10211" y="6843"/>
                  </a:lnTo>
                  <a:lnTo>
                    <a:pt x="10170" y="6780"/>
                  </a:lnTo>
                  <a:lnTo>
                    <a:pt x="10170" y="6717"/>
                  </a:lnTo>
                  <a:lnTo>
                    <a:pt x="10107" y="6633"/>
                  </a:lnTo>
                  <a:lnTo>
                    <a:pt x="10002" y="6571"/>
                  </a:lnTo>
                  <a:lnTo>
                    <a:pt x="9877" y="6466"/>
                  </a:lnTo>
                  <a:lnTo>
                    <a:pt x="9835" y="6424"/>
                  </a:lnTo>
                  <a:lnTo>
                    <a:pt x="9751" y="6382"/>
                  </a:lnTo>
                  <a:lnTo>
                    <a:pt x="9730" y="6299"/>
                  </a:lnTo>
                  <a:lnTo>
                    <a:pt x="9730" y="6215"/>
                  </a:lnTo>
                  <a:lnTo>
                    <a:pt x="9709" y="6173"/>
                  </a:lnTo>
                  <a:lnTo>
                    <a:pt x="9688" y="6173"/>
                  </a:lnTo>
                  <a:lnTo>
                    <a:pt x="9688" y="6215"/>
                  </a:lnTo>
                  <a:lnTo>
                    <a:pt x="9646" y="6215"/>
                  </a:lnTo>
                  <a:lnTo>
                    <a:pt x="9605" y="6152"/>
                  </a:lnTo>
                  <a:lnTo>
                    <a:pt x="9584" y="6110"/>
                  </a:lnTo>
                  <a:lnTo>
                    <a:pt x="9584" y="5985"/>
                  </a:lnTo>
                  <a:lnTo>
                    <a:pt x="9542" y="5943"/>
                  </a:lnTo>
                  <a:lnTo>
                    <a:pt x="9521" y="5943"/>
                  </a:lnTo>
                  <a:lnTo>
                    <a:pt x="9395" y="5880"/>
                  </a:lnTo>
                  <a:lnTo>
                    <a:pt x="9312" y="5880"/>
                  </a:lnTo>
                  <a:lnTo>
                    <a:pt x="9333" y="5901"/>
                  </a:lnTo>
                  <a:lnTo>
                    <a:pt x="9228" y="6006"/>
                  </a:lnTo>
                  <a:lnTo>
                    <a:pt x="9123" y="6068"/>
                  </a:lnTo>
                  <a:lnTo>
                    <a:pt x="8998" y="6215"/>
                  </a:lnTo>
                  <a:lnTo>
                    <a:pt x="8977" y="6319"/>
                  </a:lnTo>
                  <a:lnTo>
                    <a:pt x="9019" y="6382"/>
                  </a:lnTo>
                  <a:lnTo>
                    <a:pt x="8956" y="6508"/>
                  </a:lnTo>
                  <a:lnTo>
                    <a:pt x="8768" y="6571"/>
                  </a:lnTo>
                  <a:lnTo>
                    <a:pt x="8684" y="6633"/>
                  </a:lnTo>
                  <a:lnTo>
                    <a:pt x="8663" y="6780"/>
                  </a:lnTo>
                  <a:lnTo>
                    <a:pt x="8663" y="7010"/>
                  </a:lnTo>
                  <a:lnTo>
                    <a:pt x="8768" y="7240"/>
                  </a:lnTo>
                  <a:lnTo>
                    <a:pt x="8872" y="7408"/>
                  </a:lnTo>
                  <a:lnTo>
                    <a:pt x="8872" y="7470"/>
                  </a:lnTo>
                  <a:lnTo>
                    <a:pt x="8705" y="7638"/>
                  </a:lnTo>
                  <a:lnTo>
                    <a:pt x="8579" y="7680"/>
                  </a:lnTo>
                  <a:lnTo>
                    <a:pt x="8496" y="7784"/>
                  </a:lnTo>
                  <a:lnTo>
                    <a:pt x="8433" y="7826"/>
                  </a:lnTo>
                  <a:lnTo>
                    <a:pt x="8349" y="7826"/>
                  </a:lnTo>
                  <a:lnTo>
                    <a:pt x="8307" y="7742"/>
                  </a:lnTo>
                  <a:lnTo>
                    <a:pt x="8245" y="7742"/>
                  </a:lnTo>
                  <a:lnTo>
                    <a:pt x="8014" y="7784"/>
                  </a:lnTo>
                  <a:lnTo>
                    <a:pt x="7847" y="7763"/>
                  </a:lnTo>
                  <a:lnTo>
                    <a:pt x="7638" y="7680"/>
                  </a:lnTo>
                  <a:lnTo>
                    <a:pt x="7429" y="7680"/>
                  </a:lnTo>
                  <a:lnTo>
                    <a:pt x="7387" y="7952"/>
                  </a:lnTo>
                  <a:lnTo>
                    <a:pt x="7324" y="8098"/>
                  </a:lnTo>
                  <a:lnTo>
                    <a:pt x="7324" y="8244"/>
                  </a:lnTo>
                  <a:lnTo>
                    <a:pt x="7261" y="8579"/>
                  </a:lnTo>
                  <a:lnTo>
                    <a:pt x="7261" y="8830"/>
                  </a:lnTo>
                  <a:lnTo>
                    <a:pt x="7240" y="8914"/>
                  </a:lnTo>
                  <a:lnTo>
                    <a:pt x="7303" y="8977"/>
                  </a:lnTo>
                  <a:lnTo>
                    <a:pt x="7429" y="9019"/>
                  </a:lnTo>
                  <a:lnTo>
                    <a:pt x="7387" y="9144"/>
                  </a:lnTo>
                  <a:lnTo>
                    <a:pt x="7387" y="9228"/>
                  </a:lnTo>
                  <a:lnTo>
                    <a:pt x="7303" y="9228"/>
                  </a:lnTo>
                  <a:lnTo>
                    <a:pt x="7219" y="9291"/>
                  </a:lnTo>
                  <a:lnTo>
                    <a:pt x="7136" y="9291"/>
                  </a:lnTo>
                  <a:lnTo>
                    <a:pt x="7073" y="9228"/>
                  </a:lnTo>
                  <a:lnTo>
                    <a:pt x="6989" y="9249"/>
                  </a:lnTo>
                  <a:lnTo>
                    <a:pt x="6864" y="9291"/>
                  </a:lnTo>
                  <a:lnTo>
                    <a:pt x="6592" y="9332"/>
                  </a:lnTo>
                  <a:lnTo>
                    <a:pt x="6445" y="9416"/>
                  </a:lnTo>
                  <a:lnTo>
                    <a:pt x="6341" y="9416"/>
                  </a:lnTo>
                  <a:lnTo>
                    <a:pt x="6278" y="9353"/>
                  </a:lnTo>
                  <a:lnTo>
                    <a:pt x="6173" y="9416"/>
                  </a:lnTo>
                  <a:lnTo>
                    <a:pt x="6069" y="9521"/>
                  </a:lnTo>
                  <a:lnTo>
                    <a:pt x="6069" y="9604"/>
                  </a:lnTo>
                  <a:lnTo>
                    <a:pt x="6173" y="9667"/>
                  </a:lnTo>
                  <a:lnTo>
                    <a:pt x="6341" y="9646"/>
                  </a:lnTo>
                  <a:lnTo>
                    <a:pt x="6466" y="9667"/>
                  </a:lnTo>
                  <a:lnTo>
                    <a:pt x="6466" y="9730"/>
                  </a:lnTo>
                  <a:lnTo>
                    <a:pt x="6382" y="9814"/>
                  </a:lnTo>
                  <a:lnTo>
                    <a:pt x="6445" y="9981"/>
                  </a:lnTo>
                  <a:lnTo>
                    <a:pt x="6445" y="10065"/>
                  </a:lnTo>
                  <a:lnTo>
                    <a:pt x="6487" y="10149"/>
                  </a:lnTo>
                  <a:lnTo>
                    <a:pt x="6508" y="10253"/>
                  </a:lnTo>
                  <a:lnTo>
                    <a:pt x="6613" y="10441"/>
                  </a:lnTo>
                  <a:lnTo>
                    <a:pt x="6654" y="10546"/>
                  </a:lnTo>
                  <a:lnTo>
                    <a:pt x="6780" y="10609"/>
                  </a:lnTo>
                  <a:lnTo>
                    <a:pt x="6822" y="10860"/>
                  </a:lnTo>
                  <a:lnTo>
                    <a:pt x="6738" y="10923"/>
                  </a:lnTo>
                  <a:lnTo>
                    <a:pt x="6696" y="11027"/>
                  </a:lnTo>
                  <a:lnTo>
                    <a:pt x="6801" y="11132"/>
                  </a:lnTo>
                  <a:lnTo>
                    <a:pt x="6738" y="11174"/>
                  </a:lnTo>
                  <a:lnTo>
                    <a:pt x="6738" y="11216"/>
                  </a:lnTo>
                  <a:lnTo>
                    <a:pt x="6613" y="11299"/>
                  </a:lnTo>
                  <a:lnTo>
                    <a:pt x="6654" y="11446"/>
                  </a:lnTo>
                  <a:lnTo>
                    <a:pt x="6508" y="11509"/>
                  </a:lnTo>
                  <a:lnTo>
                    <a:pt x="6278" y="11446"/>
                  </a:lnTo>
                  <a:lnTo>
                    <a:pt x="6027" y="11174"/>
                  </a:lnTo>
                  <a:lnTo>
                    <a:pt x="5922" y="11195"/>
                  </a:lnTo>
                  <a:lnTo>
                    <a:pt x="5671" y="11090"/>
                  </a:lnTo>
                  <a:lnTo>
                    <a:pt x="5336" y="11090"/>
                  </a:lnTo>
                  <a:lnTo>
                    <a:pt x="5148" y="11132"/>
                  </a:lnTo>
                  <a:lnTo>
                    <a:pt x="4876" y="11069"/>
                  </a:lnTo>
                  <a:lnTo>
                    <a:pt x="4583" y="11132"/>
                  </a:lnTo>
                  <a:lnTo>
                    <a:pt x="4457" y="11132"/>
                  </a:lnTo>
                  <a:lnTo>
                    <a:pt x="4311" y="11111"/>
                  </a:lnTo>
                  <a:lnTo>
                    <a:pt x="4206" y="11195"/>
                  </a:lnTo>
                  <a:lnTo>
                    <a:pt x="4102" y="11237"/>
                  </a:lnTo>
                  <a:lnTo>
                    <a:pt x="3767" y="11195"/>
                  </a:lnTo>
                  <a:lnTo>
                    <a:pt x="3558" y="11132"/>
                  </a:lnTo>
                  <a:lnTo>
                    <a:pt x="3432" y="11069"/>
                  </a:lnTo>
                  <a:lnTo>
                    <a:pt x="3244" y="11069"/>
                  </a:lnTo>
                  <a:lnTo>
                    <a:pt x="3202" y="11111"/>
                  </a:lnTo>
                  <a:lnTo>
                    <a:pt x="3035" y="11090"/>
                  </a:lnTo>
                  <a:lnTo>
                    <a:pt x="2930" y="11069"/>
                  </a:lnTo>
                  <a:lnTo>
                    <a:pt x="2888" y="11111"/>
                  </a:lnTo>
                  <a:lnTo>
                    <a:pt x="2888" y="11237"/>
                  </a:lnTo>
                  <a:lnTo>
                    <a:pt x="2909" y="11383"/>
                  </a:lnTo>
                  <a:lnTo>
                    <a:pt x="2930" y="11509"/>
                  </a:lnTo>
                  <a:lnTo>
                    <a:pt x="2742" y="11550"/>
                  </a:lnTo>
                  <a:lnTo>
                    <a:pt x="2386" y="11550"/>
                  </a:lnTo>
                  <a:lnTo>
                    <a:pt x="1968" y="11509"/>
                  </a:lnTo>
                  <a:lnTo>
                    <a:pt x="1863" y="11446"/>
                  </a:lnTo>
                  <a:lnTo>
                    <a:pt x="1675" y="11425"/>
                  </a:lnTo>
                  <a:lnTo>
                    <a:pt x="1570" y="11550"/>
                  </a:lnTo>
                  <a:lnTo>
                    <a:pt x="1591" y="11613"/>
                  </a:lnTo>
                  <a:lnTo>
                    <a:pt x="1465" y="11697"/>
                  </a:lnTo>
                  <a:lnTo>
                    <a:pt x="1465" y="11739"/>
                  </a:lnTo>
                  <a:lnTo>
                    <a:pt x="1507" y="11739"/>
                  </a:lnTo>
                  <a:lnTo>
                    <a:pt x="1507" y="11864"/>
                  </a:lnTo>
                  <a:lnTo>
                    <a:pt x="1340" y="12157"/>
                  </a:lnTo>
                  <a:lnTo>
                    <a:pt x="1256" y="12283"/>
                  </a:lnTo>
                  <a:lnTo>
                    <a:pt x="1361" y="12366"/>
                  </a:lnTo>
                  <a:lnTo>
                    <a:pt x="1633" y="12450"/>
                  </a:lnTo>
                  <a:lnTo>
                    <a:pt x="1737" y="12555"/>
                  </a:lnTo>
                  <a:lnTo>
                    <a:pt x="1842" y="12576"/>
                  </a:lnTo>
                  <a:lnTo>
                    <a:pt x="1947" y="12471"/>
                  </a:lnTo>
                  <a:lnTo>
                    <a:pt x="1947" y="12325"/>
                  </a:lnTo>
                  <a:lnTo>
                    <a:pt x="2009" y="12325"/>
                  </a:lnTo>
                  <a:lnTo>
                    <a:pt x="2302" y="12555"/>
                  </a:lnTo>
                  <a:lnTo>
                    <a:pt x="2323" y="12659"/>
                  </a:lnTo>
                  <a:lnTo>
                    <a:pt x="2177" y="12848"/>
                  </a:lnTo>
                  <a:lnTo>
                    <a:pt x="1968" y="12848"/>
                  </a:lnTo>
                  <a:lnTo>
                    <a:pt x="1675" y="12890"/>
                  </a:lnTo>
                  <a:lnTo>
                    <a:pt x="1654" y="12785"/>
                  </a:lnTo>
                  <a:lnTo>
                    <a:pt x="1507" y="12659"/>
                  </a:lnTo>
                  <a:lnTo>
                    <a:pt x="1340" y="12869"/>
                  </a:lnTo>
                  <a:lnTo>
                    <a:pt x="1235" y="12848"/>
                  </a:lnTo>
                  <a:lnTo>
                    <a:pt x="1068" y="12973"/>
                  </a:lnTo>
                  <a:lnTo>
                    <a:pt x="921" y="13015"/>
                  </a:lnTo>
                  <a:lnTo>
                    <a:pt x="921" y="13162"/>
                  </a:lnTo>
                  <a:lnTo>
                    <a:pt x="1110" y="13224"/>
                  </a:lnTo>
                  <a:lnTo>
                    <a:pt x="1068" y="13371"/>
                  </a:lnTo>
                  <a:lnTo>
                    <a:pt x="900" y="13434"/>
                  </a:lnTo>
                  <a:lnTo>
                    <a:pt x="628" y="13496"/>
                  </a:lnTo>
                  <a:lnTo>
                    <a:pt x="691" y="13538"/>
                  </a:lnTo>
                  <a:lnTo>
                    <a:pt x="733" y="13622"/>
                  </a:lnTo>
                  <a:lnTo>
                    <a:pt x="503" y="13706"/>
                  </a:lnTo>
                  <a:lnTo>
                    <a:pt x="503" y="13831"/>
                  </a:lnTo>
                  <a:lnTo>
                    <a:pt x="398" y="13852"/>
                  </a:lnTo>
                  <a:lnTo>
                    <a:pt x="126" y="13831"/>
                  </a:lnTo>
                  <a:lnTo>
                    <a:pt x="1" y="13936"/>
                  </a:lnTo>
                  <a:lnTo>
                    <a:pt x="1" y="14103"/>
                  </a:lnTo>
                  <a:lnTo>
                    <a:pt x="168" y="14333"/>
                  </a:lnTo>
                  <a:lnTo>
                    <a:pt x="273" y="14270"/>
                  </a:lnTo>
                  <a:lnTo>
                    <a:pt x="419" y="14250"/>
                  </a:lnTo>
                  <a:lnTo>
                    <a:pt x="440" y="14375"/>
                  </a:lnTo>
                  <a:lnTo>
                    <a:pt x="398" y="14522"/>
                  </a:lnTo>
                  <a:lnTo>
                    <a:pt x="461" y="14668"/>
                  </a:lnTo>
                  <a:lnTo>
                    <a:pt x="587" y="14731"/>
                  </a:lnTo>
                  <a:lnTo>
                    <a:pt x="607" y="14877"/>
                  </a:lnTo>
                  <a:lnTo>
                    <a:pt x="545" y="14940"/>
                  </a:lnTo>
                  <a:lnTo>
                    <a:pt x="419" y="15212"/>
                  </a:lnTo>
                  <a:lnTo>
                    <a:pt x="377" y="15589"/>
                  </a:lnTo>
                  <a:lnTo>
                    <a:pt x="335" y="15526"/>
                  </a:lnTo>
                  <a:lnTo>
                    <a:pt x="440" y="15693"/>
                  </a:lnTo>
                  <a:lnTo>
                    <a:pt x="545" y="15714"/>
                  </a:lnTo>
                  <a:lnTo>
                    <a:pt x="733" y="15693"/>
                  </a:lnTo>
                  <a:lnTo>
                    <a:pt x="859" y="15610"/>
                  </a:lnTo>
                  <a:lnTo>
                    <a:pt x="921" y="15526"/>
                  </a:lnTo>
                  <a:lnTo>
                    <a:pt x="984" y="15505"/>
                  </a:lnTo>
                  <a:lnTo>
                    <a:pt x="1047" y="15463"/>
                  </a:lnTo>
                  <a:lnTo>
                    <a:pt x="1110" y="15484"/>
                  </a:lnTo>
                  <a:lnTo>
                    <a:pt x="1172" y="15568"/>
                  </a:lnTo>
                  <a:lnTo>
                    <a:pt x="1361" y="15589"/>
                  </a:lnTo>
                  <a:lnTo>
                    <a:pt x="1361" y="15505"/>
                  </a:lnTo>
                  <a:lnTo>
                    <a:pt x="1319" y="15463"/>
                  </a:lnTo>
                  <a:lnTo>
                    <a:pt x="1319" y="15358"/>
                  </a:lnTo>
                  <a:lnTo>
                    <a:pt x="1444" y="15317"/>
                  </a:lnTo>
                  <a:lnTo>
                    <a:pt x="1486" y="15275"/>
                  </a:lnTo>
                  <a:lnTo>
                    <a:pt x="1549" y="15275"/>
                  </a:lnTo>
                  <a:lnTo>
                    <a:pt x="1570" y="15317"/>
                  </a:lnTo>
                  <a:lnTo>
                    <a:pt x="1695" y="15317"/>
                  </a:lnTo>
                  <a:lnTo>
                    <a:pt x="1779" y="15191"/>
                  </a:lnTo>
                  <a:lnTo>
                    <a:pt x="1758" y="15045"/>
                  </a:lnTo>
                  <a:lnTo>
                    <a:pt x="1779" y="14961"/>
                  </a:lnTo>
                  <a:lnTo>
                    <a:pt x="1863" y="14898"/>
                  </a:lnTo>
                  <a:lnTo>
                    <a:pt x="1884" y="14731"/>
                  </a:lnTo>
                  <a:lnTo>
                    <a:pt x="1947" y="14626"/>
                  </a:lnTo>
                  <a:lnTo>
                    <a:pt x="2072" y="14626"/>
                  </a:lnTo>
                  <a:lnTo>
                    <a:pt x="2177" y="14689"/>
                  </a:lnTo>
                  <a:lnTo>
                    <a:pt x="2281" y="14752"/>
                  </a:lnTo>
                  <a:lnTo>
                    <a:pt x="2281" y="14835"/>
                  </a:lnTo>
                  <a:lnTo>
                    <a:pt x="2260" y="14982"/>
                  </a:lnTo>
                  <a:lnTo>
                    <a:pt x="2281" y="15086"/>
                  </a:lnTo>
                  <a:lnTo>
                    <a:pt x="2386" y="15086"/>
                  </a:lnTo>
                  <a:lnTo>
                    <a:pt x="2428" y="15191"/>
                  </a:lnTo>
                  <a:lnTo>
                    <a:pt x="2407" y="15317"/>
                  </a:lnTo>
                  <a:lnTo>
                    <a:pt x="2428" y="15463"/>
                  </a:lnTo>
                  <a:lnTo>
                    <a:pt x="2428" y="15672"/>
                  </a:lnTo>
                  <a:lnTo>
                    <a:pt x="2532" y="15798"/>
                  </a:lnTo>
                  <a:lnTo>
                    <a:pt x="2532" y="15882"/>
                  </a:lnTo>
                  <a:lnTo>
                    <a:pt x="2637" y="15903"/>
                  </a:lnTo>
                  <a:lnTo>
                    <a:pt x="2784" y="15903"/>
                  </a:lnTo>
                  <a:lnTo>
                    <a:pt x="2888" y="15819"/>
                  </a:lnTo>
                  <a:lnTo>
                    <a:pt x="2909" y="15777"/>
                  </a:lnTo>
                  <a:lnTo>
                    <a:pt x="3076" y="15693"/>
                  </a:lnTo>
                  <a:lnTo>
                    <a:pt x="3202" y="15610"/>
                  </a:lnTo>
                  <a:lnTo>
                    <a:pt x="3223" y="15484"/>
                  </a:lnTo>
                  <a:lnTo>
                    <a:pt x="3307" y="15421"/>
                  </a:lnTo>
                  <a:lnTo>
                    <a:pt x="3558" y="15275"/>
                  </a:lnTo>
                  <a:lnTo>
                    <a:pt x="3725" y="15212"/>
                  </a:lnTo>
                  <a:lnTo>
                    <a:pt x="3746" y="15358"/>
                  </a:lnTo>
                  <a:lnTo>
                    <a:pt x="3976" y="15317"/>
                  </a:lnTo>
                  <a:lnTo>
                    <a:pt x="4039" y="15212"/>
                  </a:lnTo>
                  <a:lnTo>
                    <a:pt x="4290" y="15212"/>
                  </a:lnTo>
                  <a:lnTo>
                    <a:pt x="4311" y="15317"/>
                  </a:lnTo>
                  <a:lnTo>
                    <a:pt x="4123" y="15484"/>
                  </a:lnTo>
                  <a:lnTo>
                    <a:pt x="4248" y="15505"/>
                  </a:lnTo>
                  <a:lnTo>
                    <a:pt x="4290" y="15463"/>
                  </a:lnTo>
                  <a:lnTo>
                    <a:pt x="4374" y="15463"/>
                  </a:lnTo>
                  <a:lnTo>
                    <a:pt x="4478" y="15526"/>
                  </a:lnTo>
                  <a:lnTo>
                    <a:pt x="4520" y="15505"/>
                  </a:lnTo>
                  <a:lnTo>
                    <a:pt x="4625" y="15505"/>
                  </a:lnTo>
                  <a:lnTo>
                    <a:pt x="4688" y="15463"/>
                  </a:lnTo>
                  <a:lnTo>
                    <a:pt x="4729" y="15400"/>
                  </a:lnTo>
                  <a:lnTo>
                    <a:pt x="4813" y="15400"/>
                  </a:lnTo>
                  <a:lnTo>
                    <a:pt x="4897" y="15484"/>
                  </a:lnTo>
                  <a:lnTo>
                    <a:pt x="4981" y="15672"/>
                  </a:lnTo>
                  <a:lnTo>
                    <a:pt x="5232" y="16049"/>
                  </a:lnTo>
                  <a:lnTo>
                    <a:pt x="5357" y="16133"/>
                  </a:lnTo>
                  <a:lnTo>
                    <a:pt x="5399" y="16300"/>
                  </a:lnTo>
                  <a:lnTo>
                    <a:pt x="5462" y="16363"/>
                  </a:lnTo>
                  <a:lnTo>
                    <a:pt x="5545" y="16447"/>
                  </a:lnTo>
                  <a:lnTo>
                    <a:pt x="5776" y="16467"/>
                  </a:lnTo>
                  <a:lnTo>
                    <a:pt x="5985" y="16467"/>
                  </a:lnTo>
                  <a:lnTo>
                    <a:pt x="6089" y="16509"/>
                  </a:lnTo>
                  <a:lnTo>
                    <a:pt x="6131" y="16635"/>
                  </a:lnTo>
                  <a:lnTo>
                    <a:pt x="6361" y="16719"/>
                  </a:lnTo>
                  <a:lnTo>
                    <a:pt x="6550" y="16823"/>
                  </a:lnTo>
                  <a:lnTo>
                    <a:pt x="6654" y="17095"/>
                  </a:lnTo>
                  <a:lnTo>
                    <a:pt x="6801" y="17263"/>
                  </a:lnTo>
                  <a:lnTo>
                    <a:pt x="6989" y="17367"/>
                  </a:lnTo>
                  <a:lnTo>
                    <a:pt x="7073" y="17514"/>
                  </a:lnTo>
                  <a:lnTo>
                    <a:pt x="7073" y="17786"/>
                  </a:lnTo>
                  <a:lnTo>
                    <a:pt x="7177" y="18037"/>
                  </a:lnTo>
                  <a:lnTo>
                    <a:pt x="7324" y="18079"/>
                  </a:lnTo>
                  <a:lnTo>
                    <a:pt x="7387" y="18330"/>
                  </a:lnTo>
                  <a:lnTo>
                    <a:pt x="7429" y="18539"/>
                  </a:lnTo>
                  <a:lnTo>
                    <a:pt x="7345" y="18664"/>
                  </a:lnTo>
                  <a:lnTo>
                    <a:pt x="7324" y="18602"/>
                  </a:lnTo>
                  <a:lnTo>
                    <a:pt x="7219" y="18539"/>
                  </a:lnTo>
                  <a:lnTo>
                    <a:pt x="7073" y="18727"/>
                  </a:lnTo>
                  <a:lnTo>
                    <a:pt x="7094" y="18811"/>
                  </a:lnTo>
                  <a:lnTo>
                    <a:pt x="7115" y="18874"/>
                  </a:lnTo>
                  <a:lnTo>
                    <a:pt x="7261" y="18957"/>
                  </a:lnTo>
                  <a:lnTo>
                    <a:pt x="7240" y="19188"/>
                  </a:lnTo>
                  <a:lnTo>
                    <a:pt x="7303" y="19292"/>
                  </a:lnTo>
                  <a:lnTo>
                    <a:pt x="7261" y="19376"/>
                  </a:lnTo>
                  <a:lnTo>
                    <a:pt x="7324" y="19397"/>
                  </a:lnTo>
                  <a:lnTo>
                    <a:pt x="7408" y="19501"/>
                  </a:lnTo>
                  <a:lnTo>
                    <a:pt x="7408" y="19606"/>
                  </a:lnTo>
                  <a:lnTo>
                    <a:pt x="7449" y="19606"/>
                  </a:lnTo>
                  <a:lnTo>
                    <a:pt x="7491" y="19752"/>
                  </a:lnTo>
                  <a:lnTo>
                    <a:pt x="7617" y="19794"/>
                  </a:lnTo>
                  <a:lnTo>
                    <a:pt x="7701" y="19690"/>
                  </a:lnTo>
                  <a:lnTo>
                    <a:pt x="7826" y="19690"/>
                  </a:lnTo>
                  <a:lnTo>
                    <a:pt x="7868" y="19773"/>
                  </a:lnTo>
                  <a:lnTo>
                    <a:pt x="8014" y="19794"/>
                  </a:lnTo>
                  <a:lnTo>
                    <a:pt x="8119" y="19899"/>
                  </a:lnTo>
                  <a:lnTo>
                    <a:pt x="8182" y="19920"/>
                  </a:lnTo>
                  <a:lnTo>
                    <a:pt x="8266" y="20087"/>
                  </a:lnTo>
                  <a:lnTo>
                    <a:pt x="8370" y="20087"/>
                  </a:lnTo>
                  <a:lnTo>
                    <a:pt x="8391" y="20192"/>
                  </a:lnTo>
                  <a:lnTo>
                    <a:pt x="8433" y="20171"/>
                  </a:lnTo>
                  <a:lnTo>
                    <a:pt x="8454" y="20129"/>
                  </a:lnTo>
                  <a:lnTo>
                    <a:pt x="8600" y="20213"/>
                  </a:lnTo>
                  <a:lnTo>
                    <a:pt x="8663" y="20296"/>
                  </a:lnTo>
                  <a:lnTo>
                    <a:pt x="8768" y="20296"/>
                  </a:lnTo>
                  <a:lnTo>
                    <a:pt x="8830" y="20317"/>
                  </a:lnTo>
                  <a:lnTo>
                    <a:pt x="8893" y="20213"/>
                  </a:lnTo>
                  <a:lnTo>
                    <a:pt x="9061" y="20192"/>
                  </a:lnTo>
                  <a:lnTo>
                    <a:pt x="9270" y="20276"/>
                  </a:lnTo>
                  <a:lnTo>
                    <a:pt x="9312" y="20338"/>
                  </a:lnTo>
                  <a:lnTo>
                    <a:pt x="9437" y="20338"/>
                  </a:lnTo>
                  <a:lnTo>
                    <a:pt x="9542" y="20401"/>
                  </a:lnTo>
                  <a:lnTo>
                    <a:pt x="9709" y="20589"/>
                  </a:lnTo>
                  <a:lnTo>
                    <a:pt x="9835" y="20589"/>
                  </a:lnTo>
                  <a:lnTo>
                    <a:pt x="9960" y="20652"/>
                  </a:lnTo>
                  <a:lnTo>
                    <a:pt x="10023" y="20715"/>
                  </a:lnTo>
                  <a:lnTo>
                    <a:pt x="10128" y="20840"/>
                  </a:lnTo>
                  <a:lnTo>
                    <a:pt x="10170" y="20966"/>
                  </a:lnTo>
                  <a:lnTo>
                    <a:pt x="10232" y="20945"/>
                  </a:lnTo>
                  <a:lnTo>
                    <a:pt x="10232" y="20757"/>
                  </a:lnTo>
                  <a:lnTo>
                    <a:pt x="10316" y="20715"/>
                  </a:lnTo>
                  <a:lnTo>
                    <a:pt x="10337" y="20757"/>
                  </a:lnTo>
                  <a:lnTo>
                    <a:pt x="10462" y="20757"/>
                  </a:lnTo>
                  <a:lnTo>
                    <a:pt x="10588" y="20840"/>
                  </a:lnTo>
                  <a:lnTo>
                    <a:pt x="10588" y="21008"/>
                  </a:lnTo>
                  <a:lnTo>
                    <a:pt x="10755" y="21133"/>
                  </a:lnTo>
                  <a:lnTo>
                    <a:pt x="10923" y="21071"/>
                  </a:lnTo>
                  <a:lnTo>
                    <a:pt x="11069" y="21071"/>
                  </a:lnTo>
                  <a:lnTo>
                    <a:pt x="11048" y="21322"/>
                  </a:lnTo>
                  <a:lnTo>
                    <a:pt x="11090" y="21468"/>
                  </a:lnTo>
                  <a:lnTo>
                    <a:pt x="11195" y="21447"/>
                  </a:lnTo>
                  <a:lnTo>
                    <a:pt x="11362" y="21531"/>
                  </a:lnTo>
                  <a:lnTo>
                    <a:pt x="11425" y="21447"/>
                  </a:lnTo>
                  <a:lnTo>
                    <a:pt x="11571" y="21426"/>
                  </a:lnTo>
                  <a:lnTo>
                    <a:pt x="11676" y="21322"/>
                  </a:lnTo>
                  <a:lnTo>
                    <a:pt x="11885" y="21322"/>
                  </a:lnTo>
                  <a:lnTo>
                    <a:pt x="12011" y="21384"/>
                  </a:lnTo>
                  <a:lnTo>
                    <a:pt x="12053" y="21531"/>
                  </a:lnTo>
                  <a:lnTo>
                    <a:pt x="12220" y="21594"/>
                  </a:lnTo>
                  <a:lnTo>
                    <a:pt x="12346" y="21761"/>
                  </a:lnTo>
                  <a:lnTo>
                    <a:pt x="12429" y="21782"/>
                  </a:lnTo>
                  <a:lnTo>
                    <a:pt x="12576" y="21740"/>
                  </a:lnTo>
                  <a:lnTo>
                    <a:pt x="12639" y="21761"/>
                  </a:lnTo>
                  <a:lnTo>
                    <a:pt x="12785" y="21698"/>
                  </a:lnTo>
                  <a:lnTo>
                    <a:pt x="12931" y="21698"/>
                  </a:lnTo>
                  <a:lnTo>
                    <a:pt x="13015" y="21594"/>
                  </a:lnTo>
                  <a:lnTo>
                    <a:pt x="13162" y="21594"/>
                  </a:lnTo>
                  <a:lnTo>
                    <a:pt x="13203" y="21698"/>
                  </a:lnTo>
                  <a:lnTo>
                    <a:pt x="13245" y="21866"/>
                  </a:lnTo>
                  <a:lnTo>
                    <a:pt x="13350" y="21949"/>
                  </a:lnTo>
                  <a:lnTo>
                    <a:pt x="13475" y="21887"/>
                  </a:lnTo>
                  <a:lnTo>
                    <a:pt x="13601" y="21636"/>
                  </a:lnTo>
                  <a:lnTo>
                    <a:pt x="13873" y="21468"/>
                  </a:lnTo>
                  <a:lnTo>
                    <a:pt x="14040" y="21447"/>
                  </a:lnTo>
                  <a:lnTo>
                    <a:pt x="14124" y="21552"/>
                  </a:lnTo>
                  <a:lnTo>
                    <a:pt x="14396" y="21573"/>
                  </a:lnTo>
                  <a:lnTo>
                    <a:pt x="14501" y="21636"/>
                  </a:lnTo>
                  <a:lnTo>
                    <a:pt x="14647" y="21552"/>
                  </a:lnTo>
                  <a:lnTo>
                    <a:pt x="14815" y="21573"/>
                  </a:lnTo>
                  <a:lnTo>
                    <a:pt x="14877" y="21677"/>
                  </a:lnTo>
                  <a:lnTo>
                    <a:pt x="14982" y="21677"/>
                  </a:lnTo>
                  <a:lnTo>
                    <a:pt x="15191" y="21636"/>
                  </a:lnTo>
                  <a:lnTo>
                    <a:pt x="15296" y="21636"/>
                  </a:lnTo>
                  <a:lnTo>
                    <a:pt x="15359" y="21468"/>
                  </a:lnTo>
                  <a:lnTo>
                    <a:pt x="15442" y="21426"/>
                  </a:lnTo>
                  <a:lnTo>
                    <a:pt x="15547" y="21447"/>
                  </a:lnTo>
                  <a:lnTo>
                    <a:pt x="15547" y="21364"/>
                  </a:lnTo>
                  <a:lnTo>
                    <a:pt x="15631" y="21343"/>
                  </a:lnTo>
                  <a:lnTo>
                    <a:pt x="15693" y="21217"/>
                  </a:lnTo>
                  <a:lnTo>
                    <a:pt x="15798" y="21112"/>
                  </a:lnTo>
                  <a:lnTo>
                    <a:pt x="15903" y="21071"/>
                  </a:lnTo>
                  <a:lnTo>
                    <a:pt x="16133" y="21029"/>
                  </a:lnTo>
                  <a:lnTo>
                    <a:pt x="16237" y="20861"/>
                  </a:lnTo>
                  <a:lnTo>
                    <a:pt x="16237" y="20736"/>
                  </a:lnTo>
                  <a:lnTo>
                    <a:pt x="16321" y="20736"/>
                  </a:lnTo>
                  <a:lnTo>
                    <a:pt x="16447" y="20631"/>
                  </a:lnTo>
                  <a:lnTo>
                    <a:pt x="16551" y="20799"/>
                  </a:lnTo>
                  <a:lnTo>
                    <a:pt x="16719" y="20736"/>
                  </a:lnTo>
                  <a:lnTo>
                    <a:pt x="16928" y="20820"/>
                  </a:lnTo>
                  <a:lnTo>
                    <a:pt x="17012" y="20757"/>
                  </a:lnTo>
                  <a:lnTo>
                    <a:pt x="16970" y="20652"/>
                  </a:lnTo>
                  <a:lnTo>
                    <a:pt x="17242" y="20506"/>
                  </a:lnTo>
                  <a:lnTo>
                    <a:pt x="17325" y="20527"/>
                  </a:lnTo>
                  <a:lnTo>
                    <a:pt x="17367" y="20610"/>
                  </a:lnTo>
                  <a:lnTo>
                    <a:pt x="17451" y="20610"/>
                  </a:lnTo>
                  <a:lnTo>
                    <a:pt x="17472" y="20652"/>
                  </a:lnTo>
                  <a:lnTo>
                    <a:pt x="17388" y="20820"/>
                  </a:lnTo>
                  <a:lnTo>
                    <a:pt x="17451" y="20903"/>
                  </a:lnTo>
                  <a:lnTo>
                    <a:pt x="17535" y="20903"/>
                  </a:lnTo>
                  <a:lnTo>
                    <a:pt x="17597" y="20861"/>
                  </a:lnTo>
                  <a:lnTo>
                    <a:pt x="17639" y="20945"/>
                  </a:lnTo>
                  <a:lnTo>
                    <a:pt x="17702" y="21050"/>
                  </a:lnTo>
                  <a:lnTo>
                    <a:pt x="17702" y="21133"/>
                  </a:lnTo>
                  <a:lnTo>
                    <a:pt x="17597" y="21238"/>
                  </a:lnTo>
                  <a:lnTo>
                    <a:pt x="17639" y="21343"/>
                  </a:lnTo>
                  <a:lnTo>
                    <a:pt x="17765" y="21364"/>
                  </a:lnTo>
                  <a:lnTo>
                    <a:pt x="17849" y="21322"/>
                  </a:lnTo>
                  <a:lnTo>
                    <a:pt x="17953" y="21364"/>
                  </a:lnTo>
                  <a:lnTo>
                    <a:pt x="18016" y="21468"/>
                  </a:lnTo>
                  <a:lnTo>
                    <a:pt x="18121" y="21426"/>
                  </a:lnTo>
                  <a:lnTo>
                    <a:pt x="18246" y="21468"/>
                  </a:lnTo>
                  <a:lnTo>
                    <a:pt x="18330" y="21426"/>
                  </a:lnTo>
                  <a:lnTo>
                    <a:pt x="18497" y="21426"/>
                  </a:lnTo>
                  <a:lnTo>
                    <a:pt x="18539" y="21573"/>
                  </a:lnTo>
                  <a:lnTo>
                    <a:pt x="18685" y="21677"/>
                  </a:lnTo>
                  <a:lnTo>
                    <a:pt x="18706" y="21845"/>
                  </a:lnTo>
                  <a:lnTo>
                    <a:pt x="18811" y="21845"/>
                  </a:lnTo>
                  <a:lnTo>
                    <a:pt x="18916" y="21970"/>
                  </a:lnTo>
                  <a:lnTo>
                    <a:pt x="18916" y="22117"/>
                  </a:lnTo>
                  <a:lnTo>
                    <a:pt x="18999" y="22326"/>
                  </a:lnTo>
                  <a:lnTo>
                    <a:pt x="19020" y="22493"/>
                  </a:lnTo>
                  <a:lnTo>
                    <a:pt x="18999" y="22745"/>
                  </a:lnTo>
                  <a:lnTo>
                    <a:pt x="18999" y="22849"/>
                  </a:lnTo>
                  <a:lnTo>
                    <a:pt x="18957" y="22933"/>
                  </a:lnTo>
                  <a:lnTo>
                    <a:pt x="18853" y="22996"/>
                  </a:lnTo>
                  <a:lnTo>
                    <a:pt x="18832" y="23100"/>
                  </a:lnTo>
                  <a:lnTo>
                    <a:pt x="18769" y="23121"/>
                  </a:lnTo>
                  <a:lnTo>
                    <a:pt x="18748" y="23205"/>
                  </a:lnTo>
                  <a:lnTo>
                    <a:pt x="18811" y="23309"/>
                  </a:lnTo>
                  <a:lnTo>
                    <a:pt x="18748" y="23351"/>
                  </a:lnTo>
                  <a:lnTo>
                    <a:pt x="18685" y="23330"/>
                  </a:lnTo>
                  <a:lnTo>
                    <a:pt x="18602" y="23435"/>
                  </a:lnTo>
                  <a:lnTo>
                    <a:pt x="18539" y="23519"/>
                  </a:lnTo>
                  <a:lnTo>
                    <a:pt x="18602" y="23581"/>
                  </a:lnTo>
                  <a:lnTo>
                    <a:pt x="18539" y="23665"/>
                  </a:lnTo>
                  <a:lnTo>
                    <a:pt x="18539" y="23770"/>
                  </a:lnTo>
                  <a:lnTo>
                    <a:pt x="18644" y="23833"/>
                  </a:lnTo>
                  <a:lnTo>
                    <a:pt x="18706" y="23895"/>
                  </a:lnTo>
                  <a:lnTo>
                    <a:pt x="18769" y="23958"/>
                  </a:lnTo>
                  <a:lnTo>
                    <a:pt x="18748" y="24105"/>
                  </a:lnTo>
                  <a:lnTo>
                    <a:pt x="18811" y="24251"/>
                  </a:lnTo>
                  <a:lnTo>
                    <a:pt x="18937" y="24146"/>
                  </a:lnTo>
                  <a:lnTo>
                    <a:pt x="19209" y="24084"/>
                  </a:lnTo>
                  <a:lnTo>
                    <a:pt x="19229" y="24167"/>
                  </a:lnTo>
                  <a:lnTo>
                    <a:pt x="19209" y="24251"/>
                  </a:lnTo>
                  <a:lnTo>
                    <a:pt x="19271" y="24293"/>
                  </a:lnTo>
                  <a:lnTo>
                    <a:pt x="19418" y="24272"/>
                  </a:lnTo>
                  <a:lnTo>
                    <a:pt x="19439" y="24377"/>
                  </a:lnTo>
                  <a:lnTo>
                    <a:pt x="19418" y="24481"/>
                  </a:lnTo>
                  <a:lnTo>
                    <a:pt x="19481" y="24565"/>
                  </a:lnTo>
                  <a:lnTo>
                    <a:pt x="19627" y="24586"/>
                  </a:lnTo>
                  <a:lnTo>
                    <a:pt x="19585" y="24628"/>
                  </a:lnTo>
                  <a:lnTo>
                    <a:pt x="19648" y="24711"/>
                  </a:lnTo>
                  <a:lnTo>
                    <a:pt x="19669" y="24670"/>
                  </a:lnTo>
                  <a:lnTo>
                    <a:pt x="19815" y="24670"/>
                  </a:lnTo>
                  <a:lnTo>
                    <a:pt x="19941" y="24732"/>
                  </a:lnTo>
                  <a:lnTo>
                    <a:pt x="19941" y="24816"/>
                  </a:lnTo>
                  <a:lnTo>
                    <a:pt x="19878" y="24921"/>
                  </a:lnTo>
                  <a:lnTo>
                    <a:pt x="19899" y="25004"/>
                  </a:lnTo>
                  <a:lnTo>
                    <a:pt x="19753" y="25193"/>
                  </a:lnTo>
                  <a:lnTo>
                    <a:pt x="19648" y="25297"/>
                  </a:lnTo>
                  <a:lnTo>
                    <a:pt x="19669" y="25360"/>
                  </a:lnTo>
                  <a:lnTo>
                    <a:pt x="19753" y="25339"/>
                  </a:lnTo>
                  <a:lnTo>
                    <a:pt x="19941" y="25339"/>
                  </a:lnTo>
                  <a:lnTo>
                    <a:pt x="19983" y="25402"/>
                  </a:lnTo>
                  <a:lnTo>
                    <a:pt x="20066" y="25318"/>
                  </a:lnTo>
                  <a:lnTo>
                    <a:pt x="20150" y="25423"/>
                  </a:lnTo>
                  <a:lnTo>
                    <a:pt x="20108" y="25548"/>
                  </a:lnTo>
                  <a:lnTo>
                    <a:pt x="20150" y="25674"/>
                  </a:lnTo>
                  <a:lnTo>
                    <a:pt x="20276" y="25737"/>
                  </a:lnTo>
                  <a:lnTo>
                    <a:pt x="20338" y="25653"/>
                  </a:lnTo>
                  <a:lnTo>
                    <a:pt x="20485" y="25653"/>
                  </a:lnTo>
                  <a:lnTo>
                    <a:pt x="20736" y="25548"/>
                  </a:lnTo>
                  <a:lnTo>
                    <a:pt x="20841" y="25569"/>
                  </a:lnTo>
                  <a:lnTo>
                    <a:pt x="20841" y="25716"/>
                  </a:lnTo>
                  <a:lnTo>
                    <a:pt x="20799" y="25737"/>
                  </a:lnTo>
                  <a:lnTo>
                    <a:pt x="20862" y="25778"/>
                  </a:lnTo>
                  <a:lnTo>
                    <a:pt x="20924" y="25883"/>
                  </a:lnTo>
                  <a:lnTo>
                    <a:pt x="21050" y="25841"/>
                  </a:lnTo>
                  <a:lnTo>
                    <a:pt x="21154" y="25862"/>
                  </a:lnTo>
                  <a:lnTo>
                    <a:pt x="21134" y="25716"/>
                  </a:lnTo>
                  <a:lnTo>
                    <a:pt x="21134" y="25569"/>
                  </a:lnTo>
                  <a:lnTo>
                    <a:pt x="21092" y="25465"/>
                  </a:lnTo>
                  <a:lnTo>
                    <a:pt x="21092" y="25255"/>
                  </a:lnTo>
                  <a:lnTo>
                    <a:pt x="21154" y="25214"/>
                  </a:lnTo>
                  <a:lnTo>
                    <a:pt x="21154" y="25130"/>
                  </a:lnTo>
                  <a:lnTo>
                    <a:pt x="21364" y="25130"/>
                  </a:lnTo>
                  <a:lnTo>
                    <a:pt x="21426" y="25109"/>
                  </a:lnTo>
                  <a:lnTo>
                    <a:pt x="21468" y="25088"/>
                  </a:lnTo>
                  <a:lnTo>
                    <a:pt x="21510" y="25025"/>
                  </a:lnTo>
                  <a:lnTo>
                    <a:pt x="21552" y="24983"/>
                  </a:lnTo>
                  <a:lnTo>
                    <a:pt x="21678" y="24921"/>
                  </a:lnTo>
                  <a:lnTo>
                    <a:pt x="21761" y="24942"/>
                  </a:lnTo>
                  <a:lnTo>
                    <a:pt x="21740" y="25025"/>
                  </a:lnTo>
                  <a:lnTo>
                    <a:pt x="21782" y="25046"/>
                  </a:lnTo>
                  <a:lnTo>
                    <a:pt x="21866" y="25046"/>
                  </a:lnTo>
                  <a:lnTo>
                    <a:pt x="21887" y="24942"/>
                  </a:lnTo>
                  <a:lnTo>
                    <a:pt x="21970" y="24900"/>
                  </a:lnTo>
                  <a:lnTo>
                    <a:pt x="22096" y="25004"/>
                  </a:lnTo>
                  <a:lnTo>
                    <a:pt x="22159" y="24921"/>
                  </a:lnTo>
                  <a:lnTo>
                    <a:pt x="22242" y="24921"/>
                  </a:lnTo>
                  <a:lnTo>
                    <a:pt x="22263" y="25004"/>
                  </a:lnTo>
                  <a:lnTo>
                    <a:pt x="22389" y="24942"/>
                  </a:lnTo>
                  <a:lnTo>
                    <a:pt x="22389" y="24879"/>
                  </a:lnTo>
                  <a:lnTo>
                    <a:pt x="22556" y="24816"/>
                  </a:lnTo>
                  <a:lnTo>
                    <a:pt x="22661" y="24900"/>
                  </a:lnTo>
                  <a:lnTo>
                    <a:pt x="22870" y="24816"/>
                  </a:lnTo>
                  <a:lnTo>
                    <a:pt x="22828" y="24628"/>
                  </a:lnTo>
                  <a:lnTo>
                    <a:pt x="22954" y="24586"/>
                  </a:lnTo>
                  <a:lnTo>
                    <a:pt x="23100" y="24586"/>
                  </a:lnTo>
                  <a:lnTo>
                    <a:pt x="23184" y="24502"/>
                  </a:lnTo>
                  <a:lnTo>
                    <a:pt x="23310" y="24586"/>
                  </a:lnTo>
                  <a:lnTo>
                    <a:pt x="23310" y="24670"/>
                  </a:lnTo>
                  <a:lnTo>
                    <a:pt x="23435" y="24690"/>
                  </a:lnTo>
                  <a:lnTo>
                    <a:pt x="23477" y="24774"/>
                  </a:lnTo>
                  <a:lnTo>
                    <a:pt x="23749" y="24774"/>
                  </a:lnTo>
                  <a:lnTo>
                    <a:pt x="23812" y="24816"/>
                  </a:lnTo>
                  <a:lnTo>
                    <a:pt x="23958" y="24774"/>
                  </a:lnTo>
                  <a:lnTo>
                    <a:pt x="24042" y="24837"/>
                  </a:lnTo>
                  <a:lnTo>
                    <a:pt x="24042" y="24942"/>
                  </a:lnTo>
                  <a:lnTo>
                    <a:pt x="23937" y="24983"/>
                  </a:lnTo>
                  <a:lnTo>
                    <a:pt x="23875" y="25193"/>
                  </a:lnTo>
                  <a:lnTo>
                    <a:pt x="23958" y="25214"/>
                  </a:lnTo>
                  <a:lnTo>
                    <a:pt x="23979" y="25318"/>
                  </a:lnTo>
                  <a:lnTo>
                    <a:pt x="24230" y="25402"/>
                  </a:lnTo>
                  <a:lnTo>
                    <a:pt x="24251" y="25506"/>
                  </a:lnTo>
                  <a:lnTo>
                    <a:pt x="24377" y="25527"/>
                  </a:lnTo>
                  <a:lnTo>
                    <a:pt x="24481" y="25611"/>
                  </a:lnTo>
                  <a:lnTo>
                    <a:pt x="24586" y="25548"/>
                  </a:lnTo>
                  <a:lnTo>
                    <a:pt x="24649" y="25611"/>
                  </a:lnTo>
                  <a:lnTo>
                    <a:pt x="24711" y="25569"/>
                  </a:lnTo>
                  <a:lnTo>
                    <a:pt x="24816" y="25632"/>
                  </a:lnTo>
                  <a:lnTo>
                    <a:pt x="24858" y="25632"/>
                  </a:lnTo>
                  <a:lnTo>
                    <a:pt x="24900" y="25611"/>
                  </a:lnTo>
                  <a:lnTo>
                    <a:pt x="24963" y="25653"/>
                  </a:lnTo>
                  <a:lnTo>
                    <a:pt x="25046" y="25611"/>
                  </a:lnTo>
                  <a:lnTo>
                    <a:pt x="25046" y="25548"/>
                  </a:lnTo>
                  <a:lnTo>
                    <a:pt x="25088" y="25423"/>
                  </a:lnTo>
                  <a:lnTo>
                    <a:pt x="25130" y="25527"/>
                  </a:lnTo>
                  <a:lnTo>
                    <a:pt x="25235" y="25653"/>
                  </a:lnTo>
                  <a:lnTo>
                    <a:pt x="25297" y="25632"/>
                  </a:lnTo>
                  <a:lnTo>
                    <a:pt x="25444" y="25737"/>
                  </a:lnTo>
                  <a:lnTo>
                    <a:pt x="25569" y="25737"/>
                  </a:lnTo>
                  <a:lnTo>
                    <a:pt x="25632" y="25632"/>
                  </a:lnTo>
                  <a:lnTo>
                    <a:pt x="25716" y="25716"/>
                  </a:lnTo>
                  <a:lnTo>
                    <a:pt x="25820" y="25674"/>
                  </a:lnTo>
                  <a:lnTo>
                    <a:pt x="25862" y="25716"/>
                  </a:lnTo>
                  <a:lnTo>
                    <a:pt x="25862" y="25737"/>
                  </a:lnTo>
                  <a:lnTo>
                    <a:pt x="25800" y="25758"/>
                  </a:lnTo>
                  <a:lnTo>
                    <a:pt x="25758" y="25862"/>
                  </a:lnTo>
                  <a:lnTo>
                    <a:pt x="25695" y="25967"/>
                  </a:lnTo>
                  <a:lnTo>
                    <a:pt x="25695" y="26030"/>
                  </a:lnTo>
                  <a:lnTo>
                    <a:pt x="25820" y="26197"/>
                  </a:lnTo>
                  <a:lnTo>
                    <a:pt x="25904" y="26260"/>
                  </a:lnTo>
                  <a:lnTo>
                    <a:pt x="25904" y="26302"/>
                  </a:lnTo>
                  <a:lnTo>
                    <a:pt x="25925" y="26448"/>
                  </a:lnTo>
                  <a:lnTo>
                    <a:pt x="25946" y="26406"/>
                  </a:lnTo>
                  <a:lnTo>
                    <a:pt x="26009" y="26343"/>
                  </a:lnTo>
                  <a:lnTo>
                    <a:pt x="26092" y="26364"/>
                  </a:lnTo>
                  <a:lnTo>
                    <a:pt x="26134" y="26385"/>
                  </a:lnTo>
                  <a:lnTo>
                    <a:pt x="26176" y="26385"/>
                  </a:lnTo>
                  <a:lnTo>
                    <a:pt x="26281" y="26281"/>
                  </a:lnTo>
                  <a:lnTo>
                    <a:pt x="26260" y="26239"/>
                  </a:lnTo>
                  <a:lnTo>
                    <a:pt x="26218" y="26197"/>
                  </a:lnTo>
                  <a:lnTo>
                    <a:pt x="26218" y="26176"/>
                  </a:lnTo>
                  <a:lnTo>
                    <a:pt x="26155" y="26071"/>
                  </a:lnTo>
                  <a:lnTo>
                    <a:pt x="26072" y="26071"/>
                  </a:lnTo>
                  <a:lnTo>
                    <a:pt x="26030" y="25967"/>
                  </a:lnTo>
                  <a:lnTo>
                    <a:pt x="26051" y="25925"/>
                  </a:lnTo>
                  <a:lnTo>
                    <a:pt x="26155" y="25841"/>
                  </a:lnTo>
                  <a:lnTo>
                    <a:pt x="26155" y="25758"/>
                  </a:lnTo>
                  <a:lnTo>
                    <a:pt x="26155" y="25716"/>
                  </a:lnTo>
                  <a:lnTo>
                    <a:pt x="26176" y="25716"/>
                  </a:lnTo>
                  <a:lnTo>
                    <a:pt x="26218" y="25653"/>
                  </a:lnTo>
                  <a:lnTo>
                    <a:pt x="26239" y="25716"/>
                  </a:lnTo>
                  <a:lnTo>
                    <a:pt x="26260" y="25737"/>
                  </a:lnTo>
                  <a:lnTo>
                    <a:pt x="26281" y="25737"/>
                  </a:lnTo>
                  <a:lnTo>
                    <a:pt x="26260" y="25758"/>
                  </a:lnTo>
                  <a:lnTo>
                    <a:pt x="26260" y="25778"/>
                  </a:lnTo>
                  <a:lnTo>
                    <a:pt x="26323" y="25778"/>
                  </a:lnTo>
                  <a:lnTo>
                    <a:pt x="26281" y="25820"/>
                  </a:lnTo>
                  <a:lnTo>
                    <a:pt x="26344" y="25841"/>
                  </a:lnTo>
                  <a:lnTo>
                    <a:pt x="26385" y="25758"/>
                  </a:lnTo>
                  <a:lnTo>
                    <a:pt x="26490" y="25737"/>
                  </a:lnTo>
                  <a:lnTo>
                    <a:pt x="26553" y="25653"/>
                  </a:lnTo>
                  <a:lnTo>
                    <a:pt x="26616" y="25716"/>
                  </a:lnTo>
                  <a:lnTo>
                    <a:pt x="26741" y="25653"/>
                  </a:lnTo>
                  <a:lnTo>
                    <a:pt x="26867" y="25611"/>
                  </a:lnTo>
                  <a:lnTo>
                    <a:pt x="26804" y="25527"/>
                  </a:lnTo>
                  <a:lnTo>
                    <a:pt x="26908" y="25527"/>
                  </a:lnTo>
                  <a:lnTo>
                    <a:pt x="27013" y="25465"/>
                  </a:lnTo>
                  <a:lnTo>
                    <a:pt x="27139" y="25527"/>
                  </a:lnTo>
                  <a:lnTo>
                    <a:pt x="27201" y="25506"/>
                  </a:lnTo>
                  <a:lnTo>
                    <a:pt x="27327" y="25444"/>
                  </a:lnTo>
                  <a:lnTo>
                    <a:pt x="27432" y="25339"/>
                  </a:lnTo>
                  <a:lnTo>
                    <a:pt x="27515" y="25234"/>
                  </a:lnTo>
                  <a:lnTo>
                    <a:pt x="27536" y="25193"/>
                  </a:lnTo>
                  <a:lnTo>
                    <a:pt x="27578" y="25214"/>
                  </a:lnTo>
                  <a:lnTo>
                    <a:pt x="27620" y="25255"/>
                  </a:lnTo>
                  <a:lnTo>
                    <a:pt x="27662" y="25214"/>
                  </a:lnTo>
                  <a:lnTo>
                    <a:pt x="27724" y="25130"/>
                  </a:lnTo>
                  <a:lnTo>
                    <a:pt x="27808" y="25088"/>
                  </a:lnTo>
                  <a:lnTo>
                    <a:pt x="27787" y="24942"/>
                  </a:lnTo>
                  <a:lnTo>
                    <a:pt x="27745" y="24837"/>
                  </a:lnTo>
                  <a:lnTo>
                    <a:pt x="27787" y="24774"/>
                  </a:lnTo>
                  <a:lnTo>
                    <a:pt x="27745" y="24690"/>
                  </a:lnTo>
                  <a:lnTo>
                    <a:pt x="27808" y="24732"/>
                  </a:lnTo>
                  <a:lnTo>
                    <a:pt x="27934" y="24816"/>
                  </a:lnTo>
                  <a:lnTo>
                    <a:pt x="27955" y="24900"/>
                  </a:lnTo>
                  <a:lnTo>
                    <a:pt x="28059" y="25004"/>
                  </a:lnTo>
                  <a:lnTo>
                    <a:pt x="28143" y="24983"/>
                  </a:lnTo>
                  <a:lnTo>
                    <a:pt x="28143" y="24983"/>
                  </a:lnTo>
                  <a:lnTo>
                    <a:pt x="28101" y="25046"/>
                  </a:lnTo>
                  <a:lnTo>
                    <a:pt x="28017" y="25109"/>
                  </a:lnTo>
                  <a:lnTo>
                    <a:pt x="28038" y="25151"/>
                  </a:lnTo>
                  <a:lnTo>
                    <a:pt x="28248" y="25046"/>
                  </a:lnTo>
                  <a:lnTo>
                    <a:pt x="28248" y="24921"/>
                  </a:lnTo>
                  <a:lnTo>
                    <a:pt x="28352" y="24900"/>
                  </a:lnTo>
                  <a:lnTo>
                    <a:pt x="28415" y="24837"/>
                  </a:lnTo>
                  <a:lnTo>
                    <a:pt x="28520" y="24900"/>
                  </a:lnTo>
                  <a:lnTo>
                    <a:pt x="28582" y="24879"/>
                  </a:lnTo>
                  <a:lnTo>
                    <a:pt x="28624" y="24795"/>
                  </a:lnTo>
                  <a:lnTo>
                    <a:pt x="28687" y="24795"/>
                  </a:lnTo>
                  <a:lnTo>
                    <a:pt x="28708" y="24711"/>
                  </a:lnTo>
                  <a:lnTo>
                    <a:pt x="28771" y="24795"/>
                  </a:lnTo>
                  <a:lnTo>
                    <a:pt x="28854" y="24900"/>
                  </a:lnTo>
                  <a:lnTo>
                    <a:pt x="28896" y="24837"/>
                  </a:lnTo>
                  <a:lnTo>
                    <a:pt x="28938" y="24732"/>
                  </a:lnTo>
                  <a:lnTo>
                    <a:pt x="28980" y="24732"/>
                  </a:lnTo>
                  <a:lnTo>
                    <a:pt x="29001" y="24774"/>
                  </a:lnTo>
                  <a:lnTo>
                    <a:pt x="29085" y="24774"/>
                  </a:lnTo>
                  <a:lnTo>
                    <a:pt x="29105" y="24711"/>
                  </a:lnTo>
                  <a:lnTo>
                    <a:pt x="29231" y="24711"/>
                  </a:lnTo>
                  <a:lnTo>
                    <a:pt x="29294" y="24628"/>
                  </a:lnTo>
                  <a:lnTo>
                    <a:pt x="29357" y="24586"/>
                  </a:lnTo>
                  <a:lnTo>
                    <a:pt x="29377" y="24670"/>
                  </a:lnTo>
                  <a:lnTo>
                    <a:pt x="29398" y="24607"/>
                  </a:lnTo>
                  <a:lnTo>
                    <a:pt x="29482" y="24607"/>
                  </a:lnTo>
                  <a:lnTo>
                    <a:pt x="29566" y="24586"/>
                  </a:lnTo>
                  <a:lnTo>
                    <a:pt x="29524" y="24502"/>
                  </a:lnTo>
                  <a:lnTo>
                    <a:pt x="29587" y="24418"/>
                  </a:lnTo>
                  <a:lnTo>
                    <a:pt x="29608" y="24293"/>
                  </a:lnTo>
                  <a:lnTo>
                    <a:pt x="29566" y="24188"/>
                  </a:lnTo>
                  <a:lnTo>
                    <a:pt x="29566" y="24188"/>
                  </a:lnTo>
                  <a:lnTo>
                    <a:pt x="29608" y="24209"/>
                  </a:lnTo>
                  <a:lnTo>
                    <a:pt x="29670" y="24146"/>
                  </a:lnTo>
                  <a:lnTo>
                    <a:pt x="29796" y="24105"/>
                  </a:lnTo>
                  <a:lnTo>
                    <a:pt x="29817" y="24167"/>
                  </a:lnTo>
                  <a:lnTo>
                    <a:pt x="29921" y="24167"/>
                  </a:lnTo>
                  <a:lnTo>
                    <a:pt x="29942" y="24042"/>
                  </a:lnTo>
                  <a:lnTo>
                    <a:pt x="30005" y="24042"/>
                  </a:lnTo>
                  <a:lnTo>
                    <a:pt x="30026" y="23958"/>
                  </a:lnTo>
                  <a:lnTo>
                    <a:pt x="30089" y="23958"/>
                  </a:lnTo>
                  <a:lnTo>
                    <a:pt x="30089" y="23979"/>
                  </a:lnTo>
                  <a:lnTo>
                    <a:pt x="30110" y="23979"/>
                  </a:lnTo>
                  <a:lnTo>
                    <a:pt x="30193" y="23874"/>
                  </a:lnTo>
                  <a:lnTo>
                    <a:pt x="30256" y="23958"/>
                  </a:lnTo>
                  <a:lnTo>
                    <a:pt x="30256" y="23833"/>
                  </a:lnTo>
                  <a:lnTo>
                    <a:pt x="30340" y="23833"/>
                  </a:lnTo>
                  <a:lnTo>
                    <a:pt x="30361" y="23728"/>
                  </a:lnTo>
                  <a:lnTo>
                    <a:pt x="30277" y="23686"/>
                  </a:lnTo>
                  <a:lnTo>
                    <a:pt x="30193" y="23749"/>
                  </a:lnTo>
                  <a:lnTo>
                    <a:pt x="30047" y="23623"/>
                  </a:lnTo>
                  <a:lnTo>
                    <a:pt x="30235" y="23623"/>
                  </a:lnTo>
                  <a:lnTo>
                    <a:pt x="30340" y="23477"/>
                  </a:lnTo>
                  <a:lnTo>
                    <a:pt x="30361" y="23540"/>
                  </a:lnTo>
                  <a:lnTo>
                    <a:pt x="30445" y="23477"/>
                  </a:lnTo>
                  <a:lnTo>
                    <a:pt x="30612" y="23581"/>
                  </a:lnTo>
                  <a:lnTo>
                    <a:pt x="30633" y="23456"/>
                  </a:lnTo>
                  <a:lnTo>
                    <a:pt x="30549" y="23435"/>
                  </a:lnTo>
                  <a:lnTo>
                    <a:pt x="30507" y="23372"/>
                  </a:lnTo>
                  <a:lnTo>
                    <a:pt x="30528" y="23309"/>
                  </a:lnTo>
                  <a:lnTo>
                    <a:pt x="30633" y="23372"/>
                  </a:lnTo>
                  <a:lnTo>
                    <a:pt x="30717" y="23309"/>
                  </a:lnTo>
                  <a:lnTo>
                    <a:pt x="30675" y="23268"/>
                  </a:lnTo>
                  <a:lnTo>
                    <a:pt x="30612" y="23268"/>
                  </a:lnTo>
                  <a:lnTo>
                    <a:pt x="30612" y="23163"/>
                  </a:lnTo>
                  <a:lnTo>
                    <a:pt x="30528" y="23121"/>
                  </a:lnTo>
                  <a:lnTo>
                    <a:pt x="30612" y="23100"/>
                  </a:lnTo>
                  <a:lnTo>
                    <a:pt x="30654" y="23142"/>
                  </a:lnTo>
                  <a:lnTo>
                    <a:pt x="30717" y="23142"/>
                  </a:lnTo>
                  <a:lnTo>
                    <a:pt x="30758" y="23205"/>
                  </a:lnTo>
                  <a:lnTo>
                    <a:pt x="30758" y="23121"/>
                  </a:lnTo>
                  <a:lnTo>
                    <a:pt x="30654" y="23037"/>
                  </a:lnTo>
                  <a:lnTo>
                    <a:pt x="30654" y="22933"/>
                  </a:lnTo>
                  <a:lnTo>
                    <a:pt x="30737" y="22933"/>
                  </a:lnTo>
                  <a:lnTo>
                    <a:pt x="30758" y="22891"/>
                  </a:lnTo>
                  <a:lnTo>
                    <a:pt x="30863" y="22954"/>
                  </a:lnTo>
                  <a:lnTo>
                    <a:pt x="30863" y="23037"/>
                  </a:lnTo>
                  <a:lnTo>
                    <a:pt x="30926" y="23037"/>
                  </a:lnTo>
                  <a:lnTo>
                    <a:pt x="30968" y="23121"/>
                  </a:lnTo>
                  <a:lnTo>
                    <a:pt x="30989" y="22996"/>
                  </a:lnTo>
                  <a:lnTo>
                    <a:pt x="30947" y="22912"/>
                  </a:lnTo>
                  <a:lnTo>
                    <a:pt x="30884" y="22912"/>
                  </a:lnTo>
                  <a:lnTo>
                    <a:pt x="30863" y="22828"/>
                  </a:lnTo>
                  <a:lnTo>
                    <a:pt x="30947" y="22828"/>
                  </a:lnTo>
                  <a:lnTo>
                    <a:pt x="30947" y="22745"/>
                  </a:lnTo>
                  <a:lnTo>
                    <a:pt x="30863" y="22724"/>
                  </a:lnTo>
                  <a:lnTo>
                    <a:pt x="30989" y="22598"/>
                  </a:lnTo>
                  <a:lnTo>
                    <a:pt x="30926" y="22535"/>
                  </a:lnTo>
                  <a:lnTo>
                    <a:pt x="30842" y="22535"/>
                  </a:lnTo>
                  <a:lnTo>
                    <a:pt x="30779" y="22598"/>
                  </a:lnTo>
                  <a:lnTo>
                    <a:pt x="30800" y="22493"/>
                  </a:lnTo>
                  <a:lnTo>
                    <a:pt x="30947" y="22410"/>
                  </a:lnTo>
                  <a:lnTo>
                    <a:pt x="31135" y="22326"/>
                  </a:lnTo>
                  <a:lnTo>
                    <a:pt x="31072" y="22263"/>
                  </a:lnTo>
                  <a:lnTo>
                    <a:pt x="30989" y="22326"/>
                  </a:lnTo>
                  <a:lnTo>
                    <a:pt x="30863" y="22201"/>
                  </a:lnTo>
                  <a:lnTo>
                    <a:pt x="30968" y="22201"/>
                  </a:lnTo>
                  <a:lnTo>
                    <a:pt x="30884" y="22096"/>
                  </a:lnTo>
                  <a:lnTo>
                    <a:pt x="30800" y="22096"/>
                  </a:lnTo>
                  <a:lnTo>
                    <a:pt x="30863" y="22054"/>
                  </a:lnTo>
                  <a:lnTo>
                    <a:pt x="30800" y="21991"/>
                  </a:lnTo>
                  <a:lnTo>
                    <a:pt x="30884" y="21991"/>
                  </a:lnTo>
                  <a:lnTo>
                    <a:pt x="30926" y="21908"/>
                  </a:lnTo>
                  <a:lnTo>
                    <a:pt x="31030" y="21908"/>
                  </a:lnTo>
                  <a:lnTo>
                    <a:pt x="30989" y="22012"/>
                  </a:lnTo>
                  <a:lnTo>
                    <a:pt x="31072" y="22012"/>
                  </a:lnTo>
                  <a:lnTo>
                    <a:pt x="31240" y="21866"/>
                  </a:lnTo>
                  <a:lnTo>
                    <a:pt x="31240" y="21782"/>
                  </a:lnTo>
                  <a:lnTo>
                    <a:pt x="31365" y="21803"/>
                  </a:lnTo>
                  <a:lnTo>
                    <a:pt x="31281" y="21698"/>
                  </a:lnTo>
                  <a:lnTo>
                    <a:pt x="31198" y="21698"/>
                  </a:lnTo>
                  <a:lnTo>
                    <a:pt x="31240" y="21594"/>
                  </a:lnTo>
                  <a:lnTo>
                    <a:pt x="31302" y="21677"/>
                  </a:lnTo>
                  <a:lnTo>
                    <a:pt x="31386" y="21636"/>
                  </a:lnTo>
                  <a:lnTo>
                    <a:pt x="31386" y="21531"/>
                  </a:lnTo>
                  <a:lnTo>
                    <a:pt x="31449" y="21489"/>
                  </a:lnTo>
                  <a:lnTo>
                    <a:pt x="31386" y="21426"/>
                  </a:lnTo>
                  <a:lnTo>
                    <a:pt x="31386" y="21343"/>
                  </a:lnTo>
                  <a:lnTo>
                    <a:pt x="31470" y="21322"/>
                  </a:lnTo>
                  <a:lnTo>
                    <a:pt x="31407" y="21238"/>
                  </a:lnTo>
                  <a:lnTo>
                    <a:pt x="31407" y="21175"/>
                  </a:lnTo>
                  <a:lnTo>
                    <a:pt x="31302" y="21112"/>
                  </a:lnTo>
                  <a:lnTo>
                    <a:pt x="31470" y="21154"/>
                  </a:lnTo>
                  <a:lnTo>
                    <a:pt x="31512" y="21112"/>
                  </a:lnTo>
                  <a:lnTo>
                    <a:pt x="31616" y="20903"/>
                  </a:lnTo>
                  <a:lnTo>
                    <a:pt x="31700" y="20903"/>
                  </a:lnTo>
                  <a:lnTo>
                    <a:pt x="31721" y="20966"/>
                  </a:lnTo>
                  <a:lnTo>
                    <a:pt x="31763" y="21029"/>
                  </a:lnTo>
                  <a:lnTo>
                    <a:pt x="31784" y="20924"/>
                  </a:lnTo>
                  <a:lnTo>
                    <a:pt x="31846" y="20861"/>
                  </a:lnTo>
                  <a:lnTo>
                    <a:pt x="31805" y="20736"/>
                  </a:lnTo>
                  <a:lnTo>
                    <a:pt x="31679" y="20736"/>
                  </a:lnTo>
                  <a:lnTo>
                    <a:pt x="31616" y="20694"/>
                  </a:lnTo>
                  <a:lnTo>
                    <a:pt x="31679" y="20652"/>
                  </a:lnTo>
                  <a:lnTo>
                    <a:pt x="31763" y="20652"/>
                  </a:lnTo>
                  <a:lnTo>
                    <a:pt x="31826" y="20610"/>
                  </a:lnTo>
                  <a:lnTo>
                    <a:pt x="31784" y="20548"/>
                  </a:lnTo>
                  <a:lnTo>
                    <a:pt x="31700" y="20506"/>
                  </a:lnTo>
                  <a:lnTo>
                    <a:pt x="31784" y="20443"/>
                  </a:lnTo>
                  <a:lnTo>
                    <a:pt x="31826" y="20443"/>
                  </a:lnTo>
                  <a:lnTo>
                    <a:pt x="31826" y="20401"/>
                  </a:lnTo>
                  <a:lnTo>
                    <a:pt x="31784" y="20338"/>
                  </a:lnTo>
                  <a:lnTo>
                    <a:pt x="31574" y="20338"/>
                  </a:lnTo>
                  <a:lnTo>
                    <a:pt x="31595" y="20296"/>
                  </a:lnTo>
                  <a:lnTo>
                    <a:pt x="31721" y="20192"/>
                  </a:lnTo>
                  <a:lnTo>
                    <a:pt x="31826" y="20213"/>
                  </a:lnTo>
                  <a:lnTo>
                    <a:pt x="31846" y="20192"/>
                  </a:lnTo>
                  <a:lnTo>
                    <a:pt x="31888" y="20129"/>
                  </a:lnTo>
                  <a:lnTo>
                    <a:pt x="31930" y="20192"/>
                  </a:lnTo>
                  <a:lnTo>
                    <a:pt x="31972" y="20213"/>
                  </a:lnTo>
                  <a:lnTo>
                    <a:pt x="32014" y="20171"/>
                  </a:lnTo>
                  <a:lnTo>
                    <a:pt x="31993" y="20087"/>
                  </a:lnTo>
                  <a:lnTo>
                    <a:pt x="31972" y="19920"/>
                  </a:lnTo>
                  <a:lnTo>
                    <a:pt x="31909" y="19878"/>
                  </a:lnTo>
                  <a:lnTo>
                    <a:pt x="31826" y="19962"/>
                  </a:lnTo>
                  <a:lnTo>
                    <a:pt x="31846" y="19983"/>
                  </a:lnTo>
                  <a:lnTo>
                    <a:pt x="31846" y="20024"/>
                  </a:lnTo>
                  <a:lnTo>
                    <a:pt x="31763" y="20004"/>
                  </a:lnTo>
                  <a:lnTo>
                    <a:pt x="31595" y="20129"/>
                  </a:lnTo>
                  <a:lnTo>
                    <a:pt x="31512" y="20108"/>
                  </a:lnTo>
                  <a:lnTo>
                    <a:pt x="31512" y="20004"/>
                  </a:lnTo>
                  <a:lnTo>
                    <a:pt x="31679" y="19983"/>
                  </a:lnTo>
                  <a:lnTo>
                    <a:pt x="31930" y="19752"/>
                  </a:lnTo>
                  <a:lnTo>
                    <a:pt x="31909" y="19711"/>
                  </a:lnTo>
                  <a:lnTo>
                    <a:pt x="31805" y="19711"/>
                  </a:lnTo>
                  <a:lnTo>
                    <a:pt x="31763" y="19648"/>
                  </a:lnTo>
                  <a:lnTo>
                    <a:pt x="31721" y="19690"/>
                  </a:lnTo>
                  <a:lnTo>
                    <a:pt x="31553" y="19460"/>
                  </a:lnTo>
                  <a:lnTo>
                    <a:pt x="31386" y="19439"/>
                  </a:lnTo>
                  <a:lnTo>
                    <a:pt x="31240" y="19585"/>
                  </a:lnTo>
                  <a:lnTo>
                    <a:pt x="31135" y="19564"/>
                  </a:lnTo>
                  <a:lnTo>
                    <a:pt x="31030" y="19397"/>
                  </a:lnTo>
                  <a:lnTo>
                    <a:pt x="30884" y="19439"/>
                  </a:lnTo>
                  <a:lnTo>
                    <a:pt x="30779" y="19501"/>
                  </a:lnTo>
                  <a:lnTo>
                    <a:pt x="30737" y="19606"/>
                  </a:lnTo>
                  <a:lnTo>
                    <a:pt x="30758" y="19480"/>
                  </a:lnTo>
                  <a:lnTo>
                    <a:pt x="30884" y="19376"/>
                  </a:lnTo>
                  <a:lnTo>
                    <a:pt x="30968" y="19376"/>
                  </a:lnTo>
                  <a:lnTo>
                    <a:pt x="31051" y="19334"/>
                  </a:lnTo>
                  <a:lnTo>
                    <a:pt x="31177" y="19376"/>
                  </a:lnTo>
                  <a:lnTo>
                    <a:pt x="31281" y="19355"/>
                  </a:lnTo>
                  <a:lnTo>
                    <a:pt x="31281" y="19250"/>
                  </a:lnTo>
                  <a:lnTo>
                    <a:pt x="31323" y="19188"/>
                  </a:lnTo>
                  <a:lnTo>
                    <a:pt x="31407" y="19188"/>
                  </a:lnTo>
                  <a:lnTo>
                    <a:pt x="31553" y="19041"/>
                  </a:lnTo>
                  <a:lnTo>
                    <a:pt x="31700" y="19020"/>
                  </a:lnTo>
                  <a:lnTo>
                    <a:pt x="31700" y="18936"/>
                  </a:lnTo>
                  <a:lnTo>
                    <a:pt x="31574" y="18727"/>
                  </a:lnTo>
                  <a:lnTo>
                    <a:pt x="31281" y="18539"/>
                  </a:lnTo>
                  <a:lnTo>
                    <a:pt x="31072" y="18413"/>
                  </a:lnTo>
                  <a:lnTo>
                    <a:pt x="30842" y="18204"/>
                  </a:lnTo>
                  <a:lnTo>
                    <a:pt x="30737" y="18204"/>
                  </a:lnTo>
                  <a:lnTo>
                    <a:pt x="30549" y="18330"/>
                  </a:lnTo>
                  <a:lnTo>
                    <a:pt x="30445" y="18309"/>
                  </a:lnTo>
                  <a:lnTo>
                    <a:pt x="30319" y="18183"/>
                  </a:lnTo>
                  <a:lnTo>
                    <a:pt x="30319" y="18099"/>
                  </a:lnTo>
                  <a:lnTo>
                    <a:pt x="30235" y="18079"/>
                  </a:lnTo>
                  <a:lnTo>
                    <a:pt x="30110" y="18120"/>
                  </a:lnTo>
                  <a:lnTo>
                    <a:pt x="29984" y="18120"/>
                  </a:lnTo>
                  <a:lnTo>
                    <a:pt x="29838" y="18141"/>
                  </a:lnTo>
                  <a:lnTo>
                    <a:pt x="29691" y="18351"/>
                  </a:lnTo>
                  <a:lnTo>
                    <a:pt x="29817" y="18099"/>
                  </a:lnTo>
                  <a:lnTo>
                    <a:pt x="29921" y="18037"/>
                  </a:lnTo>
                  <a:lnTo>
                    <a:pt x="29984" y="18079"/>
                  </a:lnTo>
                  <a:lnTo>
                    <a:pt x="30047" y="18079"/>
                  </a:lnTo>
                  <a:lnTo>
                    <a:pt x="30089" y="18016"/>
                  </a:lnTo>
                  <a:lnTo>
                    <a:pt x="30193" y="18079"/>
                  </a:lnTo>
                  <a:lnTo>
                    <a:pt x="30340" y="17995"/>
                  </a:lnTo>
                  <a:lnTo>
                    <a:pt x="30403" y="18183"/>
                  </a:lnTo>
                  <a:lnTo>
                    <a:pt x="30465" y="18225"/>
                  </a:lnTo>
                  <a:lnTo>
                    <a:pt x="30570" y="18225"/>
                  </a:lnTo>
                  <a:lnTo>
                    <a:pt x="30654" y="18120"/>
                  </a:lnTo>
                  <a:lnTo>
                    <a:pt x="30842" y="18141"/>
                  </a:lnTo>
                  <a:lnTo>
                    <a:pt x="30968" y="18246"/>
                  </a:lnTo>
                  <a:lnTo>
                    <a:pt x="31051" y="18246"/>
                  </a:lnTo>
                  <a:lnTo>
                    <a:pt x="31177" y="18351"/>
                  </a:lnTo>
                  <a:lnTo>
                    <a:pt x="31323" y="18288"/>
                  </a:lnTo>
                  <a:lnTo>
                    <a:pt x="31574" y="18351"/>
                  </a:lnTo>
                  <a:lnTo>
                    <a:pt x="31658" y="18330"/>
                  </a:lnTo>
                  <a:lnTo>
                    <a:pt x="31553" y="18141"/>
                  </a:lnTo>
                  <a:lnTo>
                    <a:pt x="31491" y="18120"/>
                  </a:lnTo>
                  <a:lnTo>
                    <a:pt x="31323" y="17974"/>
                  </a:lnTo>
                  <a:lnTo>
                    <a:pt x="31323" y="17911"/>
                  </a:lnTo>
                  <a:lnTo>
                    <a:pt x="31281" y="17869"/>
                  </a:lnTo>
                  <a:lnTo>
                    <a:pt x="31177" y="17890"/>
                  </a:lnTo>
                  <a:lnTo>
                    <a:pt x="31051" y="17827"/>
                  </a:lnTo>
                  <a:lnTo>
                    <a:pt x="30884" y="17597"/>
                  </a:lnTo>
                  <a:lnTo>
                    <a:pt x="30884" y="17451"/>
                  </a:lnTo>
                  <a:lnTo>
                    <a:pt x="30675" y="17283"/>
                  </a:lnTo>
                  <a:lnTo>
                    <a:pt x="30675" y="17095"/>
                  </a:lnTo>
                  <a:lnTo>
                    <a:pt x="30549" y="17074"/>
                  </a:lnTo>
                  <a:lnTo>
                    <a:pt x="30612" y="16949"/>
                  </a:lnTo>
                  <a:lnTo>
                    <a:pt x="30570" y="16928"/>
                  </a:lnTo>
                  <a:lnTo>
                    <a:pt x="30403" y="16572"/>
                  </a:lnTo>
                  <a:lnTo>
                    <a:pt x="30089" y="16405"/>
                  </a:lnTo>
                  <a:lnTo>
                    <a:pt x="30005" y="16447"/>
                  </a:lnTo>
                  <a:lnTo>
                    <a:pt x="30005" y="16363"/>
                  </a:lnTo>
                  <a:lnTo>
                    <a:pt x="29712" y="16237"/>
                  </a:lnTo>
                  <a:lnTo>
                    <a:pt x="29670" y="16237"/>
                  </a:lnTo>
                  <a:lnTo>
                    <a:pt x="29670" y="15944"/>
                  </a:lnTo>
                  <a:lnTo>
                    <a:pt x="29712" y="15735"/>
                  </a:lnTo>
                  <a:lnTo>
                    <a:pt x="29670" y="15610"/>
                  </a:lnTo>
                  <a:lnTo>
                    <a:pt x="29691" y="15463"/>
                  </a:lnTo>
                  <a:lnTo>
                    <a:pt x="29712" y="15484"/>
                  </a:lnTo>
                  <a:lnTo>
                    <a:pt x="29817" y="15463"/>
                  </a:lnTo>
                  <a:lnTo>
                    <a:pt x="29921" y="15296"/>
                  </a:lnTo>
                  <a:lnTo>
                    <a:pt x="29984" y="15317"/>
                  </a:lnTo>
                  <a:lnTo>
                    <a:pt x="30089" y="15191"/>
                  </a:lnTo>
                  <a:lnTo>
                    <a:pt x="29984" y="15149"/>
                  </a:lnTo>
                  <a:lnTo>
                    <a:pt x="29921" y="15066"/>
                  </a:lnTo>
                  <a:lnTo>
                    <a:pt x="30005" y="14961"/>
                  </a:lnTo>
                  <a:lnTo>
                    <a:pt x="30193" y="14982"/>
                  </a:lnTo>
                  <a:lnTo>
                    <a:pt x="30193" y="14856"/>
                  </a:lnTo>
                  <a:lnTo>
                    <a:pt x="30319" y="14835"/>
                  </a:lnTo>
                  <a:lnTo>
                    <a:pt x="30319" y="14731"/>
                  </a:lnTo>
                  <a:lnTo>
                    <a:pt x="30193" y="14647"/>
                  </a:lnTo>
                  <a:lnTo>
                    <a:pt x="30319" y="14647"/>
                  </a:lnTo>
                  <a:lnTo>
                    <a:pt x="30424" y="14689"/>
                  </a:lnTo>
                  <a:lnTo>
                    <a:pt x="30445" y="14647"/>
                  </a:lnTo>
                  <a:lnTo>
                    <a:pt x="30549" y="14647"/>
                  </a:lnTo>
                  <a:lnTo>
                    <a:pt x="30654" y="14563"/>
                  </a:lnTo>
                  <a:lnTo>
                    <a:pt x="30717" y="14563"/>
                  </a:lnTo>
                  <a:lnTo>
                    <a:pt x="30842" y="14375"/>
                  </a:lnTo>
                  <a:lnTo>
                    <a:pt x="30884" y="14459"/>
                  </a:lnTo>
                  <a:lnTo>
                    <a:pt x="30947" y="14417"/>
                  </a:lnTo>
                  <a:lnTo>
                    <a:pt x="30947" y="14459"/>
                  </a:lnTo>
                  <a:lnTo>
                    <a:pt x="31093" y="14563"/>
                  </a:lnTo>
                  <a:lnTo>
                    <a:pt x="31240" y="14438"/>
                  </a:lnTo>
                  <a:lnTo>
                    <a:pt x="31240" y="14375"/>
                  </a:lnTo>
                  <a:lnTo>
                    <a:pt x="31156" y="14354"/>
                  </a:lnTo>
                  <a:lnTo>
                    <a:pt x="31135" y="14250"/>
                  </a:lnTo>
                  <a:lnTo>
                    <a:pt x="31198" y="14208"/>
                  </a:lnTo>
                  <a:lnTo>
                    <a:pt x="31261" y="14208"/>
                  </a:lnTo>
                  <a:lnTo>
                    <a:pt x="31177" y="14061"/>
                  </a:lnTo>
                  <a:lnTo>
                    <a:pt x="31177" y="13998"/>
                  </a:lnTo>
                  <a:lnTo>
                    <a:pt x="31302" y="13957"/>
                  </a:lnTo>
                  <a:lnTo>
                    <a:pt x="31240" y="13936"/>
                  </a:lnTo>
                  <a:lnTo>
                    <a:pt x="31093" y="13957"/>
                  </a:lnTo>
                  <a:lnTo>
                    <a:pt x="30947" y="13957"/>
                  </a:lnTo>
                  <a:lnTo>
                    <a:pt x="30947" y="13915"/>
                  </a:lnTo>
                  <a:lnTo>
                    <a:pt x="30800" y="13915"/>
                  </a:lnTo>
                  <a:lnTo>
                    <a:pt x="30758" y="13957"/>
                  </a:lnTo>
                  <a:lnTo>
                    <a:pt x="30403" y="13998"/>
                  </a:lnTo>
                  <a:lnTo>
                    <a:pt x="30319" y="13915"/>
                  </a:lnTo>
                  <a:lnTo>
                    <a:pt x="30256" y="13894"/>
                  </a:lnTo>
                  <a:lnTo>
                    <a:pt x="30193" y="13789"/>
                  </a:lnTo>
                  <a:lnTo>
                    <a:pt x="30131" y="13747"/>
                  </a:lnTo>
                  <a:lnTo>
                    <a:pt x="30089" y="13706"/>
                  </a:lnTo>
                  <a:lnTo>
                    <a:pt x="29817" y="13831"/>
                  </a:lnTo>
                  <a:lnTo>
                    <a:pt x="29691" y="13831"/>
                  </a:lnTo>
                  <a:lnTo>
                    <a:pt x="29733" y="13894"/>
                  </a:lnTo>
                  <a:lnTo>
                    <a:pt x="29733" y="13998"/>
                  </a:lnTo>
                  <a:lnTo>
                    <a:pt x="29670" y="14040"/>
                  </a:lnTo>
                  <a:lnTo>
                    <a:pt x="29503" y="14103"/>
                  </a:lnTo>
                  <a:lnTo>
                    <a:pt x="29524" y="14124"/>
                  </a:lnTo>
                  <a:lnTo>
                    <a:pt x="29587" y="14208"/>
                  </a:lnTo>
                  <a:lnTo>
                    <a:pt x="29524" y="14312"/>
                  </a:lnTo>
                  <a:lnTo>
                    <a:pt x="29482" y="14354"/>
                  </a:lnTo>
                  <a:lnTo>
                    <a:pt x="29357" y="14312"/>
                  </a:lnTo>
                  <a:lnTo>
                    <a:pt x="29231" y="14375"/>
                  </a:lnTo>
                  <a:lnTo>
                    <a:pt x="29085" y="14354"/>
                  </a:lnTo>
                  <a:lnTo>
                    <a:pt x="28938" y="14061"/>
                  </a:lnTo>
                  <a:lnTo>
                    <a:pt x="28938" y="13915"/>
                  </a:lnTo>
                  <a:lnTo>
                    <a:pt x="28896" y="13810"/>
                  </a:lnTo>
                  <a:lnTo>
                    <a:pt x="28750" y="13810"/>
                  </a:lnTo>
                  <a:lnTo>
                    <a:pt x="28687" y="13831"/>
                  </a:lnTo>
                  <a:lnTo>
                    <a:pt x="28687" y="13789"/>
                  </a:lnTo>
                  <a:lnTo>
                    <a:pt x="28624" y="13789"/>
                  </a:lnTo>
                  <a:lnTo>
                    <a:pt x="28561" y="13852"/>
                  </a:lnTo>
                  <a:lnTo>
                    <a:pt x="28540" y="13789"/>
                  </a:lnTo>
                  <a:lnTo>
                    <a:pt x="28540" y="13831"/>
                  </a:lnTo>
                  <a:lnTo>
                    <a:pt x="28436" y="13706"/>
                  </a:lnTo>
                  <a:lnTo>
                    <a:pt x="28436" y="13622"/>
                  </a:lnTo>
                  <a:lnTo>
                    <a:pt x="28227" y="13496"/>
                  </a:lnTo>
                  <a:lnTo>
                    <a:pt x="28122" y="13413"/>
                  </a:lnTo>
                  <a:lnTo>
                    <a:pt x="28101" y="13287"/>
                  </a:lnTo>
                  <a:lnTo>
                    <a:pt x="28038" y="13162"/>
                  </a:lnTo>
                  <a:lnTo>
                    <a:pt x="28101" y="13099"/>
                  </a:lnTo>
                  <a:lnTo>
                    <a:pt x="28101" y="13057"/>
                  </a:lnTo>
                  <a:lnTo>
                    <a:pt x="28101" y="12994"/>
                  </a:lnTo>
                  <a:lnTo>
                    <a:pt x="28122" y="12869"/>
                  </a:lnTo>
                  <a:lnTo>
                    <a:pt x="28164" y="12806"/>
                  </a:lnTo>
                  <a:lnTo>
                    <a:pt x="28185" y="12764"/>
                  </a:lnTo>
                  <a:lnTo>
                    <a:pt x="28415" y="12848"/>
                  </a:lnTo>
                  <a:lnTo>
                    <a:pt x="28750" y="12848"/>
                  </a:lnTo>
                  <a:lnTo>
                    <a:pt x="28792" y="12701"/>
                  </a:lnTo>
                  <a:lnTo>
                    <a:pt x="28771" y="12659"/>
                  </a:lnTo>
                  <a:lnTo>
                    <a:pt x="28854" y="12659"/>
                  </a:lnTo>
                  <a:lnTo>
                    <a:pt x="28833" y="12492"/>
                  </a:lnTo>
                  <a:lnTo>
                    <a:pt x="28792" y="12471"/>
                  </a:lnTo>
                  <a:lnTo>
                    <a:pt x="28854" y="12429"/>
                  </a:lnTo>
                  <a:lnTo>
                    <a:pt x="28896" y="12136"/>
                  </a:lnTo>
                  <a:lnTo>
                    <a:pt x="29105" y="12011"/>
                  </a:lnTo>
                  <a:lnTo>
                    <a:pt x="29210" y="12011"/>
                  </a:lnTo>
                  <a:lnTo>
                    <a:pt x="29315" y="11843"/>
                  </a:lnTo>
                  <a:lnTo>
                    <a:pt x="29377" y="11843"/>
                  </a:lnTo>
                  <a:lnTo>
                    <a:pt x="29398" y="11613"/>
                  </a:lnTo>
                  <a:lnTo>
                    <a:pt x="29503" y="11488"/>
                  </a:lnTo>
                  <a:lnTo>
                    <a:pt x="29524" y="11341"/>
                  </a:lnTo>
                  <a:lnTo>
                    <a:pt x="29587" y="11320"/>
                  </a:lnTo>
                  <a:lnTo>
                    <a:pt x="29670" y="11195"/>
                  </a:lnTo>
                  <a:lnTo>
                    <a:pt x="29796" y="11195"/>
                  </a:lnTo>
                  <a:lnTo>
                    <a:pt x="29838" y="11216"/>
                  </a:lnTo>
                  <a:lnTo>
                    <a:pt x="29942" y="11216"/>
                  </a:lnTo>
                  <a:lnTo>
                    <a:pt x="29984" y="11111"/>
                  </a:lnTo>
                  <a:lnTo>
                    <a:pt x="30152" y="11320"/>
                  </a:lnTo>
                  <a:lnTo>
                    <a:pt x="30424" y="11488"/>
                  </a:lnTo>
                  <a:lnTo>
                    <a:pt x="30424" y="11592"/>
                  </a:lnTo>
                  <a:lnTo>
                    <a:pt x="30361" y="11613"/>
                  </a:lnTo>
                  <a:lnTo>
                    <a:pt x="30340" y="11697"/>
                  </a:lnTo>
                  <a:lnTo>
                    <a:pt x="30214" y="11843"/>
                  </a:lnTo>
                  <a:lnTo>
                    <a:pt x="30193" y="12011"/>
                  </a:lnTo>
                  <a:lnTo>
                    <a:pt x="30089" y="12011"/>
                  </a:lnTo>
                  <a:lnTo>
                    <a:pt x="30110" y="12032"/>
                  </a:lnTo>
                  <a:lnTo>
                    <a:pt x="30089" y="12178"/>
                  </a:lnTo>
                  <a:lnTo>
                    <a:pt x="30214" y="12325"/>
                  </a:lnTo>
                  <a:lnTo>
                    <a:pt x="30193" y="12387"/>
                  </a:lnTo>
                  <a:lnTo>
                    <a:pt x="30131" y="12429"/>
                  </a:lnTo>
                  <a:lnTo>
                    <a:pt x="30131" y="12471"/>
                  </a:lnTo>
                  <a:lnTo>
                    <a:pt x="30193" y="12555"/>
                  </a:lnTo>
                  <a:lnTo>
                    <a:pt x="30319" y="12492"/>
                  </a:lnTo>
                  <a:lnTo>
                    <a:pt x="30445" y="12387"/>
                  </a:lnTo>
                  <a:lnTo>
                    <a:pt x="30403" y="12492"/>
                  </a:lnTo>
                  <a:lnTo>
                    <a:pt x="30277" y="12576"/>
                  </a:lnTo>
                  <a:lnTo>
                    <a:pt x="30319" y="12638"/>
                  </a:lnTo>
                  <a:lnTo>
                    <a:pt x="30361" y="12659"/>
                  </a:lnTo>
                  <a:lnTo>
                    <a:pt x="30361" y="12701"/>
                  </a:lnTo>
                  <a:lnTo>
                    <a:pt x="30319" y="12743"/>
                  </a:lnTo>
                  <a:lnTo>
                    <a:pt x="30193" y="12743"/>
                  </a:lnTo>
                  <a:lnTo>
                    <a:pt x="30131" y="12806"/>
                  </a:lnTo>
                  <a:lnTo>
                    <a:pt x="30026" y="12806"/>
                  </a:lnTo>
                  <a:lnTo>
                    <a:pt x="29984" y="12890"/>
                  </a:lnTo>
                  <a:lnTo>
                    <a:pt x="30089" y="12973"/>
                  </a:lnTo>
                  <a:lnTo>
                    <a:pt x="30089" y="13057"/>
                  </a:lnTo>
                  <a:lnTo>
                    <a:pt x="30152" y="13057"/>
                  </a:lnTo>
                  <a:lnTo>
                    <a:pt x="30235" y="12952"/>
                  </a:lnTo>
                  <a:lnTo>
                    <a:pt x="30277" y="12952"/>
                  </a:lnTo>
                  <a:lnTo>
                    <a:pt x="30403" y="12806"/>
                  </a:lnTo>
                  <a:lnTo>
                    <a:pt x="30549" y="12743"/>
                  </a:lnTo>
                  <a:lnTo>
                    <a:pt x="30570" y="12701"/>
                  </a:lnTo>
                  <a:lnTo>
                    <a:pt x="30528" y="12576"/>
                  </a:lnTo>
                  <a:lnTo>
                    <a:pt x="30654" y="12471"/>
                  </a:lnTo>
                  <a:lnTo>
                    <a:pt x="30926" y="12283"/>
                  </a:lnTo>
                  <a:lnTo>
                    <a:pt x="30989" y="12283"/>
                  </a:lnTo>
                  <a:lnTo>
                    <a:pt x="31030" y="12178"/>
                  </a:lnTo>
                  <a:lnTo>
                    <a:pt x="31156" y="12178"/>
                  </a:lnTo>
                  <a:lnTo>
                    <a:pt x="31302" y="12053"/>
                  </a:lnTo>
                  <a:lnTo>
                    <a:pt x="31365" y="12115"/>
                  </a:lnTo>
                  <a:lnTo>
                    <a:pt x="31407" y="12115"/>
                  </a:lnTo>
                  <a:lnTo>
                    <a:pt x="31553" y="12073"/>
                  </a:lnTo>
                  <a:lnTo>
                    <a:pt x="31721" y="11906"/>
                  </a:lnTo>
                  <a:lnTo>
                    <a:pt x="31763" y="12011"/>
                  </a:lnTo>
                  <a:lnTo>
                    <a:pt x="31763" y="11655"/>
                  </a:lnTo>
                  <a:lnTo>
                    <a:pt x="31909" y="11550"/>
                  </a:lnTo>
                  <a:lnTo>
                    <a:pt x="31972" y="11404"/>
                  </a:lnTo>
                  <a:lnTo>
                    <a:pt x="31972" y="11299"/>
                  </a:lnTo>
                  <a:lnTo>
                    <a:pt x="32118" y="11195"/>
                  </a:lnTo>
                  <a:lnTo>
                    <a:pt x="32223" y="11006"/>
                  </a:lnTo>
                  <a:lnTo>
                    <a:pt x="32328" y="10965"/>
                  </a:lnTo>
                  <a:lnTo>
                    <a:pt x="32411" y="10672"/>
                  </a:lnTo>
                  <a:lnTo>
                    <a:pt x="32453" y="10567"/>
                  </a:lnTo>
                  <a:lnTo>
                    <a:pt x="32453" y="10504"/>
                  </a:lnTo>
                  <a:lnTo>
                    <a:pt x="32453" y="10337"/>
                  </a:lnTo>
                  <a:lnTo>
                    <a:pt x="32600" y="10190"/>
                  </a:lnTo>
                  <a:lnTo>
                    <a:pt x="32704" y="10358"/>
                  </a:lnTo>
                  <a:lnTo>
                    <a:pt x="32767" y="10400"/>
                  </a:lnTo>
                  <a:lnTo>
                    <a:pt x="32851" y="10483"/>
                  </a:lnTo>
                  <a:lnTo>
                    <a:pt x="32955" y="10441"/>
                  </a:lnTo>
                  <a:lnTo>
                    <a:pt x="33081" y="10483"/>
                  </a:lnTo>
                  <a:lnTo>
                    <a:pt x="33332" y="10462"/>
                  </a:lnTo>
                  <a:lnTo>
                    <a:pt x="33478" y="10483"/>
                  </a:lnTo>
                  <a:lnTo>
                    <a:pt x="33541" y="10337"/>
                  </a:lnTo>
                  <a:lnTo>
                    <a:pt x="33541" y="10253"/>
                  </a:lnTo>
                  <a:lnTo>
                    <a:pt x="33395" y="10128"/>
                  </a:lnTo>
                  <a:lnTo>
                    <a:pt x="33290" y="10044"/>
                  </a:lnTo>
                  <a:lnTo>
                    <a:pt x="33374" y="9960"/>
                  </a:lnTo>
                  <a:lnTo>
                    <a:pt x="33499" y="9960"/>
                  </a:lnTo>
                  <a:lnTo>
                    <a:pt x="33750" y="9772"/>
                  </a:lnTo>
                  <a:lnTo>
                    <a:pt x="33750" y="9646"/>
                  </a:lnTo>
                  <a:lnTo>
                    <a:pt x="33855" y="9521"/>
                  </a:lnTo>
                  <a:lnTo>
                    <a:pt x="33939" y="9521"/>
                  </a:lnTo>
                  <a:lnTo>
                    <a:pt x="34002" y="9416"/>
                  </a:lnTo>
                  <a:lnTo>
                    <a:pt x="33939" y="9312"/>
                  </a:lnTo>
                  <a:lnTo>
                    <a:pt x="33939" y="9207"/>
                  </a:lnTo>
                  <a:lnTo>
                    <a:pt x="33939" y="9081"/>
                  </a:lnTo>
                  <a:lnTo>
                    <a:pt x="34022" y="9040"/>
                  </a:lnTo>
                  <a:lnTo>
                    <a:pt x="34127" y="9123"/>
                  </a:lnTo>
                  <a:lnTo>
                    <a:pt x="34127" y="9228"/>
                  </a:lnTo>
                  <a:lnTo>
                    <a:pt x="34190" y="9312"/>
                  </a:lnTo>
                  <a:lnTo>
                    <a:pt x="34378" y="9332"/>
                  </a:lnTo>
                  <a:lnTo>
                    <a:pt x="34399" y="9395"/>
                  </a:lnTo>
                  <a:lnTo>
                    <a:pt x="34399" y="9353"/>
                  </a:lnTo>
                  <a:lnTo>
                    <a:pt x="34399" y="9291"/>
                  </a:lnTo>
                  <a:lnTo>
                    <a:pt x="34378" y="9249"/>
                  </a:lnTo>
                  <a:lnTo>
                    <a:pt x="34336" y="9144"/>
                  </a:lnTo>
                  <a:lnTo>
                    <a:pt x="34336" y="9123"/>
                  </a:lnTo>
                  <a:lnTo>
                    <a:pt x="34420" y="9081"/>
                  </a:lnTo>
                  <a:lnTo>
                    <a:pt x="34546" y="9102"/>
                  </a:lnTo>
                  <a:lnTo>
                    <a:pt x="34608" y="9081"/>
                  </a:lnTo>
                  <a:lnTo>
                    <a:pt x="34608" y="8977"/>
                  </a:lnTo>
                  <a:lnTo>
                    <a:pt x="34587" y="8914"/>
                  </a:lnTo>
                  <a:lnTo>
                    <a:pt x="34587" y="8830"/>
                  </a:lnTo>
                  <a:lnTo>
                    <a:pt x="34608" y="8788"/>
                  </a:lnTo>
                  <a:lnTo>
                    <a:pt x="34608" y="8684"/>
                  </a:lnTo>
                  <a:lnTo>
                    <a:pt x="34608" y="8579"/>
                  </a:lnTo>
                  <a:lnTo>
                    <a:pt x="34525" y="8516"/>
                  </a:lnTo>
                  <a:lnTo>
                    <a:pt x="34525" y="8349"/>
                  </a:lnTo>
                  <a:lnTo>
                    <a:pt x="34525" y="8244"/>
                  </a:lnTo>
                  <a:lnTo>
                    <a:pt x="34504" y="8098"/>
                  </a:lnTo>
                  <a:lnTo>
                    <a:pt x="34504" y="7993"/>
                  </a:lnTo>
                  <a:lnTo>
                    <a:pt x="34441" y="7889"/>
                  </a:lnTo>
                  <a:lnTo>
                    <a:pt x="34399" y="7826"/>
                  </a:lnTo>
                  <a:lnTo>
                    <a:pt x="34378" y="7742"/>
                  </a:lnTo>
                  <a:lnTo>
                    <a:pt x="34232" y="7533"/>
                  </a:lnTo>
                  <a:lnTo>
                    <a:pt x="34190" y="7428"/>
                  </a:lnTo>
                  <a:lnTo>
                    <a:pt x="34211" y="7366"/>
                  </a:lnTo>
                  <a:lnTo>
                    <a:pt x="34294" y="7345"/>
                  </a:lnTo>
                  <a:lnTo>
                    <a:pt x="34378" y="7324"/>
                  </a:lnTo>
                  <a:lnTo>
                    <a:pt x="34420" y="7261"/>
                  </a:lnTo>
                  <a:lnTo>
                    <a:pt x="34441" y="7198"/>
                  </a:lnTo>
                  <a:lnTo>
                    <a:pt x="34546" y="7010"/>
                  </a:lnTo>
                  <a:lnTo>
                    <a:pt x="34587" y="7010"/>
                  </a:lnTo>
                  <a:lnTo>
                    <a:pt x="34692" y="7031"/>
                  </a:lnTo>
                  <a:lnTo>
                    <a:pt x="34755" y="7052"/>
                  </a:lnTo>
                  <a:lnTo>
                    <a:pt x="35131" y="7115"/>
                  </a:lnTo>
                  <a:lnTo>
                    <a:pt x="35173" y="7136"/>
                  </a:lnTo>
                  <a:lnTo>
                    <a:pt x="35236" y="7136"/>
                  </a:lnTo>
                  <a:lnTo>
                    <a:pt x="35278" y="7094"/>
                  </a:lnTo>
                  <a:lnTo>
                    <a:pt x="35257" y="7010"/>
                  </a:lnTo>
                  <a:lnTo>
                    <a:pt x="35236" y="6926"/>
                  </a:lnTo>
                  <a:lnTo>
                    <a:pt x="35236" y="6884"/>
                  </a:lnTo>
                  <a:lnTo>
                    <a:pt x="35257" y="6822"/>
                  </a:lnTo>
                  <a:lnTo>
                    <a:pt x="35236" y="6780"/>
                  </a:lnTo>
                  <a:lnTo>
                    <a:pt x="35215" y="6696"/>
                  </a:lnTo>
                  <a:lnTo>
                    <a:pt x="35257" y="6591"/>
                  </a:lnTo>
                  <a:lnTo>
                    <a:pt x="35320" y="6571"/>
                  </a:lnTo>
                  <a:lnTo>
                    <a:pt x="35278" y="6466"/>
                  </a:lnTo>
                  <a:lnTo>
                    <a:pt x="35257" y="6403"/>
                  </a:lnTo>
                  <a:lnTo>
                    <a:pt x="35257" y="6382"/>
                  </a:lnTo>
                  <a:lnTo>
                    <a:pt x="35341" y="6319"/>
                  </a:lnTo>
                  <a:lnTo>
                    <a:pt x="35320" y="6278"/>
                  </a:lnTo>
                  <a:lnTo>
                    <a:pt x="35320" y="6215"/>
                  </a:lnTo>
                  <a:lnTo>
                    <a:pt x="35278" y="6152"/>
                  </a:lnTo>
                  <a:lnTo>
                    <a:pt x="35320" y="6068"/>
                  </a:lnTo>
                  <a:lnTo>
                    <a:pt x="35362" y="6047"/>
                  </a:lnTo>
                  <a:lnTo>
                    <a:pt x="35362" y="5985"/>
                  </a:lnTo>
                  <a:lnTo>
                    <a:pt x="35341" y="5943"/>
                  </a:lnTo>
                  <a:lnTo>
                    <a:pt x="35278" y="5796"/>
                  </a:lnTo>
                  <a:lnTo>
                    <a:pt x="35278" y="5671"/>
                  </a:lnTo>
                  <a:lnTo>
                    <a:pt x="35320" y="5650"/>
                  </a:lnTo>
                  <a:lnTo>
                    <a:pt x="35341" y="5629"/>
                  </a:lnTo>
                  <a:lnTo>
                    <a:pt x="35341" y="5587"/>
                  </a:lnTo>
                  <a:lnTo>
                    <a:pt x="35320" y="5545"/>
                  </a:lnTo>
                  <a:lnTo>
                    <a:pt x="35320" y="5483"/>
                  </a:lnTo>
                  <a:lnTo>
                    <a:pt x="35257" y="5441"/>
                  </a:lnTo>
                  <a:lnTo>
                    <a:pt x="35236" y="5378"/>
                  </a:lnTo>
                  <a:lnTo>
                    <a:pt x="35257" y="5315"/>
                  </a:lnTo>
                  <a:lnTo>
                    <a:pt x="35257" y="5231"/>
                  </a:lnTo>
                  <a:lnTo>
                    <a:pt x="35236" y="5169"/>
                  </a:lnTo>
                  <a:lnTo>
                    <a:pt x="35173" y="5127"/>
                  </a:lnTo>
                  <a:lnTo>
                    <a:pt x="35173" y="5064"/>
                  </a:lnTo>
                  <a:lnTo>
                    <a:pt x="35257" y="4959"/>
                  </a:lnTo>
                  <a:lnTo>
                    <a:pt x="35362" y="4939"/>
                  </a:lnTo>
                  <a:lnTo>
                    <a:pt x="35383" y="4918"/>
                  </a:lnTo>
                  <a:lnTo>
                    <a:pt x="35383" y="4813"/>
                  </a:lnTo>
                  <a:lnTo>
                    <a:pt x="35424" y="4687"/>
                  </a:lnTo>
                  <a:lnTo>
                    <a:pt x="35341" y="4646"/>
                  </a:lnTo>
                  <a:lnTo>
                    <a:pt x="35278" y="4583"/>
                  </a:lnTo>
                  <a:lnTo>
                    <a:pt x="35257" y="4499"/>
                  </a:lnTo>
                  <a:lnTo>
                    <a:pt x="35173" y="4395"/>
                  </a:lnTo>
                  <a:lnTo>
                    <a:pt x="35152" y="4332"/>
                  </a:lnTo>
                  <a:lnTo>
                    <a:pt x="35215" y="4290"/>
                  </a:lnTo>
                  <a:lnTo>
                    <a:pt x="35152" y="4185"/>
                  </a:lnTo>
                  <a:lnTo>
                    <a:pt x="35131" y="4123"/>
                  </a:lnTo>
                  <a:lnTo>
                    <a:pt x="35027" y="4102"/>
                  </a:lnTo>
                  <a:lnTo>
                    <a:pt x="34964" y="4081"/>
                  </a:lnTo>
                  <a:lnTo>
                    <a:pt x="34859" y="4018"/>
                  </a:lnTo>
                  <a:lnTo>
                    <a:pt x="34797" y="4081"/>
                  </a:lnTo>
                  <a:lnTo>
                    <a:pt x="34713" y="4102"/>
                  </a:lnTo>
                  <a:lnTo>
                    <a:pt x="34629" y="4143"/>
                  </a:lnTo>
                  <a:lnTo>
                    <a:pt x="34629" y="4227"/>
                  </a:lnTo>
                  <a:lnTo>
                    <a:pt x="34587" y="4269"/>
                  </a:lnTo>
                  <a:lnTo>
                    <a:pt x="34504" y="4269"/>
                  </a:lnTo>
                  <a:lnTo>
                    <a:pt x="34483" y="4395"/>
                  </a:lnTo>
                  <a:lnTo>
                    <a:pt x="34294" y="4395"/>
                  </a:lnTo>
                  <a:lnTo>
                    <a:pt x="34232" y="4478"/>
                  </a:lnTo>
                  <a:lnTo>
                    <a:pt x="34232" y="4583"/>
                  </a:lnTo>
                  <a:lnTo>
                    <a:pt x="34190" y="4604"/>
                  </a:lnTo>
                  <a:lnTo>
                    <a:pt x="34169" y="4729"/>
                  </a:lnTo>
                  <a:lnTo>
                    <a:pt x="34169" y="4792"/>
                  </a:lnTo>
                  <a:lnTo>
                    <a:pt x="34106" y="4813"/>
                  </a:lnTo>
                  <a:lnTo>
                    <a:pt x="34022" y="4897"/>
                  </a:lnTo>
                  <a:lnTo>
                    <a:pt x="33876" y="4918"/>
                  </a:lnTo>
                  <a:lnTo>
                    <a:pt x="33709" y="4918"/>
                  </a:lnTo>
                  <a:lnTo>
                    <a:pt x="33667" y="4939"/>
                  </a:lnTo>
                  <a:lnTo>
                    <a:pt x="33604" y="5001"/>
                  </a:lnTo>
                  <a:lnTo>
                    <a:pt x="33583" y="4918"/>
                  </a:lnTo>
                  <a:lnTo>
                    <a:pt x="33541" y="4834"/>
                  </a:lnTo>
                  <a:lnTo>
                    <a:pt x="33458" y="4834"/>
                  </a:lnTo>
                  <a:lnTo>
                    <a:pt x="33374" y="4897"/>
                  </a:lnTo>
                  <a:lnTo>
                    <a:pt x="33269" y="4918"/>
                  </a:lnTo>
                  <a:lnTo>
                    <a:pt x="33248" y="4834"/>
                  </a:lnTo>
                  <a:lnTo>
                    <a:pt x="33165" y="4729"/>
                  </a:lnTo>
                  <a:lnTo>
                    <a:pt x="33123" y="4708"/>
                  </a:lnTo>
                  <a:lnTo>
                    <a:pt x="32976" y="4583"/>
                  </a:lnTo>
                  <a:lnTo>
                    <a:pt x="32976" y="4478"/>
                  </a:lnTo>
                  <a:lnTo>
                    <a:pt x="33018" y="4436"/>
                  </a:lnTo>
                  <a:lnTo>
                    <a:pt x="33039" y="4332"/>
                  </a:lnTo>
                  <a:lnTo>
                    <a:pt x="33018" y="4227"/>
                  </a:lnTo>
                  <a:lnTo>
                    <a:pt x="32976" y="4123"/>
                  </a:lnTo>
                  <a:lnTo>
                    <a:pt x="32872" y="4143"/>
                  </a:lnTo>
                  <a:lnTo>
                    <a:pt x="32872" y="4081"/>
                  </a:lnTo>
                  <a:lnTo>
                    <a:pt x="32872" y="3997"/>
                  </a:lnTo>
                  <a:lnTo>
                    <a:pt x="32934" y="3913"/>
                  </a:lnTo>
                  <a:lnTo>
                    <a:pt x="32934" y="3871"/>
                  </a:lnTo>
                  <a:lnTo>
                    <a:pt x="32872" y="3851"/>
                  </a:lnTo>
                  <a:lnTo>
                    <a:pt x="32851" y="3851"/>
                  </a:lnTo>
                  <a:lnTo>
                    <a:pt x="32767" y="3892"/>
                  </a:lnTo>
                  <a:lnTo>
                    <a:pt x="32725" y="3892"/>
                  </a:lnTo>
                  <a:lnTo>
                    <a:pt x="32642" y="3913"/>
                  </a:lnTo>
                  <a:lnTo>
                    <a:pt x="32558" y="3892"/>
                  </a:lnTo>
                  <a:lnTo>
                    <a:pt x="32516" y="3871"/>
                  </a:lnTo>
                  <a:lnTo>
                    <a:pt x="32453" y="3851"/>
                  </a:lnTo>
                  <a:lnTo>
                    <a:pt x="32432" y="3809"/>
                  </a:lnTo>
                  <a:lnTo>
                    <a:pt x="32307" y="3767"/>
                  </a:lnTo>
                  <a:lnTo>
                    <a:pt x="32307" y="3704"/>
                  </a:lnTo>
                  <a:lnTo>
                    <a:pt x="32244" y="3662"/>
                  </a:lnTo>
                  <a:lnTo>
                    <a:pt x="32202" y="3662"/>
                  </a:lnTo>
                  <a:lnTo>
                    <a:pt x="32139" y="3599"/>
                  </a:lnTo>
                  <a:lnTo>
                    <a:pt x="32139" y="3558"/>
                  </a:lnTo>
                  <a:lnTo>
                    <a:pt x="32077" y="3558"/>
                  </a:lnTo>
                  <a:lnTo>
                    <a:pt x="32014" y="3474"/>
                  </a:lnTo>
                  <a:lnTo>
                    <a:pt x="31993" y="3432"/>
                  </a:lnTo>
                  <a:lnTo>
                    <a:pt x="31930" y="3369"/>
                  </a:lnTo>
                  <a:lnTo>
                    <a:pt x="31888" y="3369"/>
                  </a:lnTo>
                  <a:lnTo>
                    <a:pt x="31846" y="3453"/>
                  </a:lnTo>
                  <a:lnTo>
                    <a:pt x="31805" y="3432"/>
                  </a:lnTo>
                  <a:lnTo>
                    <a:pt x="31763" y="3453"/>
                  </a:lnTo>
                  <a:lnTo>
                    <a:pt x="31721" y="3495"/>
                  </a:lnTo>
                  <a:lnTo>
                    <a:pt x="31658" y="3453"/>
                  </a:lnTo>
                  <a:lnTo>
                    <a:pt x="31616" y="3390"/>
                  </a:lnTo>
                  <a:lnTo>
                    <a:pt x="31574" y="3369"/>
                  </a:lnTo>
                  <a:lnTo>
                    <a:pt x="31449" y="3369"/>
                  </a:lnTo>
                  <a:lnTo>
                    <a:pt x="31386" y="3348"/>
                  </a:lnTo>
                  <a:lnTo>
                    <a:pt x="31449" y="3286"/>
                  </a:lnTo>
                  <a:lnTo>
                    <a:pt x="31449" y="3244"/>
                  </a:lnTo>
                  <a:lnTo>
                    <a:pt x="31365" y="3244"/>
                  </a:lnTo>
                  <a:lnTo>
                    <a:pt x="31302" y="3286"/>
                  </a:lnTo>
                  <a:lnTo>
                    <a:pt x="31177" y="3286"/>
                  </a:lnTo>
                  <a:lnTo>
                    <a:pt x="31135" y="3327"/>
                  </a:lnTo>
                  <a:lnTo>
                    <a:pt x="31072" y="3265"/>
                  </a:lnTo>
                  <a:lnTo>
                    <a:pt x="31030" y="3286"/>
                  </a:lnTo>
                  <a:lnTo>
                    <a:pt x="30947" y="3286"/>
                  </a:lnTo>
                  <a:lnTo>
                    <a:pt x="30884" y="3223"/>
                  </a:lnTo>
                  <a:lnTo>
                    <a:pt x="30800" y="3181"/>
                  </a:lnTo>
                  <a:lnTo>
                    <a:pt x="30675" y="3055"/>
                  </a:lnTo>
                  <a:lnTo>
                    <a:pt x="30633" y="2930"/>
                  </a:lnTo>
                  <a:lnTo>
                    <a:pt x="30633" y="2846"/>
                  </a:lnTo>
                  <a:lnTo>
                    <a:pt x="30612" y="2742"/>
                  </a:lnTo>
                  <a:lnTo>
                    <a:pt x="30549" y="2742"/>
                  </a:lnTo>
                  <a:lnTo>
                    <a:pt x="30465" y="2721"/>
                  </a:lnTo>
                  <a:lnTo>
                    <a:pt x="30465" y="2574"/>
                  </a:lnTo>
                  <a:lnTo>
                    <a:pt x="30424" y="2553"/>
                  </a:lnTo>
                  <a:lnTo>
                    <a:pt x="30403" y="2428"/>
                  </a:lnTo>
                  <a:lnTo>
                    <a:pt x="30361" y="2323"/>
                  </a:lnTo>
                  <a:lnTo>
                    <a:pt x="30152" y="2198"/>
                  </a:lnTo>
                  <a:lnTo>
                    <a:pt x="30047" y="2030"/>
                  </a:lnTo>
                  <a:lnTo>
                    <a:pt x="30026" y="1988"/>
                  </a:lnTo>
                  <a:lnTo>
                    <a:pt x="29984" y="1884"/>
                  </a:lnTo>
                  <a:lnTo>
                    <a:pt x="29921" y="1905"/>
                  </a:lnTo>
                  <a:lnTo>
                    <a:pt x="29901" y="1905"/>
                  </a:lnTo>
                  <a:lnTo>
                    <a:pt x="29901" y="1821"/>
                  </a:lnTo>
                  <a:lnTo>
                    <a:pt x="29921" y="1779"/>
                  </a:lnTo>
                  <a:lnTo>
                    <a:pt x="29838" y="1716"/>
                  </a:lnTo>
                  <a:lnTo>
                    <a:pt x="29796" y="1612"/>
                  </a:lnTo>
                  <a:lnTo>
                    <a:pt x="29733" y="1591"/>
                  </a:lnTo>
                  <a:lnTo>
                    <a:pt x="29712" y="1507"/>
                  </a:lnTo>
                  <a:lnTo>
                    <a:pt x="29670" y="1444"/>
                  </a:lnTo>
                  <a:lnTo>
                    <a:pt x="29608" y="1340"/>
                  </a:lnTo>
                  <a:lnTo>
                    <a:pt x="29482" y="1256"/>
                  </a:lnTo>
                  <a:lnTo>
                    <a:pt x="29461" y="1193"/>
                  </a:lnTo>
                  <a:lnTo>
                    <a:pt x="29503" y="1130"/>
                  </a:lnTo>
                  <a:lnTo>
                    <a:pt x="29482" y="1047"/>
                  </a:lnTo>
                  <a:lnTo>
                    <a:pt x="29315" y="1047"/>
                  </a:lnTo>
                  <a:lnTo>
                    <a:pt x="29294" y="984"/>
                  </a:lnTo>
                  <a:lnTo>
                    <a:pt x="29294" y="942"/>
                  </a:lnTo>
                  <a:lnTo>
                    <a:pt x="29273" y="879"/>
                  </a:lnTo>
                  <a:lnTo>
                    <a:pt x="29273" y="817"/>
                  </a:lnTo>
                  <a:lnTo>
                    <a:pt x="29231" y="733"/>
                  </a:lnTo>
                  <a:lnTo>
                    <a:pt x="29168" y="712"/>
                  </a:lnTo>
                  <a:lnTo>
                    <a:pt x="29168" y="649"/>
                  </a:lnTo>
                  <a:lnTo>
                    <a:pt x="29147" y="607"/>
                  </a:lnTo>
                  <a:lnTo>
                    <a:pt x="29085" y="628"/>
                  </a:lnTo>
                  <a:lnTo>
                    <a:pt x="28980" y="607"/>
                  </a:lnTo>
                  <a:lnTo>
                    <a:pt x="28959" y="545"/>
                  </a:lnTo>
                  <a:lnTo>
                    <a:pt x="28980" y="482"/>
                  </a:lnTo>
                  <a:lnTo>
                    <a:pt x="28959" y="440"/>
                  </a:lnTo>
                  <a:lnTo>
                    <a:pt x="28875" y="419"/>
                  </a:lnTo>
                  <a:lnTo>
                    <a:pt x="28833" y="461"/>
                  </a:lnTo>
                  <a:lnTo>
                    <a:pt x="28792" y="419"/>
                  </a:lnTo>
                  <a:lnTo>
                    <a:pt x="28750" y="419"/>
                  </a:lnTo>
                  <a:lnTo>
                    <a:pt x="28708" y="356"/>
                  </a:lnTo>
                  <a:lnTo>
                    <a:pt x="28750" y="293"/>
                  </a:lnTo>
                  <a:lnTo>
                    <a:pt x="28687" y="231"/>
                  </a:lnTo>
                  <a:lnTo>
                    <a:pt x="28624" y="210"/>
                  </a:lnTo>
                  <a:lnTo>
                    <a:pt x="28561" y="231"/>
                  </a:lnTo>
                  <a:lnTo>
                    <a:pt x="28520" y="147"/>
                  </a:lnTo>
                  <a:lnTo>
                    <a:pt x="28457" y="189"/>
                  </a:lnTo>
                  <a:lnTo>
                    <a:pt x="28373" y="189"/>
                  </a:lnTo>
                  <a:lnTo>
                    <a:pt x="28331" y="147"/>
                  </a:lnTo>
                  <a:lnTo>
                    <a:pt x="28268" y="189"/>
                  </a:lnTo>
                  <a:lnTo>
                    <a:pt x="28268" y="252"/>
                  </a:lnTo>
                  <a:lnTo>
                    <a:pt x="28248" y="293"/>
                  </a:lnTo>
                  <a:lnTo>
                    <a:pt x="28143" y="231"/>
                  </a:lnTo>
                  <a:lnTo>
                    <a:pt x="28101" y="189"/>
                  </a:lnTo>
                  <a:lnTo>
                    <a:pt x="28017" y="210"/>
                  </a:lnTo>
                  <a:lnTo>
                    <a:pt x="27892" y="210"/>
                  </a:lnTo>
                  <a:lnTo>
                    <a:pt x="27892" y="189"/>
                  </a:lnTo>
                  <a:lnTo>
                    <a:pt x="27808" y="105"/>
                  </a:lnTo>
                  <a:lnTo>
                    <a:pt x="27620" y="84"/>
                  </a:lnTo>
                  <a:lnTo>
                    <a:pt x="27536" y="21"/>
                  </a:lnTo>
                  <a:lnTo>
                    <a:pt x="27432" y="21"/>
                  </a:lnTo>
                  <a:lnTo>
                    <a:pt x="2739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02" name="Google Shape;1602;p60"/>
            <p:cNvSpPr/>
            <p:nvPr/>
          </p:nvSpPr>
          <p:spPr>
            <a:xfrm>
              <a:off x="4442708" y="2990191"/>
              <a:ext cx="762" cy="967"/>
            </a:xfrm>
            <a:custGeom>
              <a:avLst/>
              <a:gdLst/>
              <a:ahLst/>
              <a:cxnLst/>
              <a:rect l="l" t="t" r="r" b="b"/>
              <a:pathLst>
                <a:path w="64" h="85" extrusionOk="0">
                  <a:moveTo>
                    <a:pt x="63" y="85"/>
                  </a:moveTo>
                  <a:lnTo>
                    <a:pt x="1" y="1"/>
                  </a:lnTo>
                  <a:lnTo>
                    <a:pt x="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03" name="Google Shape;1603;p60"/>
            <p:cNvSpPr/>
            <p:nvPr/>
          </p:nvSpPr>
          <p:spPr>
            <a:xfrm>
              <a:off x="4434742" y="2997094"/>
              <a:ext cx="1250" cy="1205"/>
            </a:xfrm>
            <a:custGeom>
              <a:avLst/>
              <a:gdLst/>
              <a:ahLst/>
              <a:cxnLst/>
              <a:rect l="l" t="t" r="r" b="b"/>
              <a:pathLst>
                <a:path w="105" h="106" extrusionOk="0">
                  <a:moveTo>
                    <a:pt x="0" y="105"/>
                  </a:moveTo>
                  <a:lnTo>
                    <a:pt x="105" y="1"/>
                  </a:lnTo>
                  <a:lnTo>
                    <a:pt x="10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04" name="Google Shape;1604;p60"/>
            <p:cNvSpPr/>
            <p:nvPr/>
          </p:nvSpPr>
          <p:spPr>
            <a:xfrm>
              <a:off x="4184339" y="2879787"/>
              <a:ext cx="2512" cy="728"/>
            </a:xfrm>
            <a:custGeom>
              <a:avLst/>
              <a:gdLst/>
              <a:ahLst/>
              <a:cxnLst/>
              <a:rect l="l" t="t" r="r" b="b"/>
              <a:pathLst>
                <a:path w="211" h="64" extrusionOk="0">
                  <a:moveTo>
                    <a:pt x="210" y="0"/>
                  </a:moveTo>
                  <a:lnTo>
                    <a:pt x="1" y="63"/>
                  </a:lnTo>
                  <a:lnTo>
                    <a:pt x="22" y="63"/>
                  </a:lnTo>
                  <a:lnTo>
                    <a:pt x="21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05" name="Google Shape;1605;p60"/>
            <p:cNvSpPr/>
            <p:nvPr/>
          </p:nvSpPr>
          <p:spPr>
            <a:xfrm>
              <a:off x="4038591" y="2720356"/>
              <a:ext cx="260870" cy="130886"/>
            </a:xfrm>
            <a:custGeom>
              <a:avLst/>
              <a:gdLst/>
              <a:ahLst/>
              <a:cxnLst/>
              <a:rect l="l" t="t" r="r" b="b"/>
              <a:pathLst>
                <a:path w="21908" h="11509" extrusionOk="0">
                  <a:moveTo>
                    <a:pt x="10860" y="0"/>
                  </a:moveTo>
                  <a:lnTo>
                    <a:pt x="10755" y="84"/>
                  </a:lnTo>
                  <a:lnTo>
                    <a:pt x="10713" y="189"/>
                  </a:lnTo>
                  <a:lnTo>
                    <a:pt x="10567" y="189"/>
                  </a:lnTo>
                  <a:lnTo>
                    <a:pt x="10483" y="252"/>
                  </a:lnTo>
                  <a:lnTo>
                    <a:pt x="10546" y="314"/>
                  </a:lnTo>
                  <a:lnTo>
                    <a:pt x="10546" y="398"/>
                  </a:lnTo>
                  <a:lnTo>
                    <a:pt x="10400" y="419"/>
                  </a:lnTo>
                  <a:lnTo>
                    <a:pt x="10337" y="419"/>
                  </a:lnTo>
                  <a:lnTo>
                    <a:pt x="10253" y="524"/>
                  </a:lnTo>
                  <a:lnTo>
                    <a:pt x="10128" y="524"/>
                  </a:lnTo>
                  <a:lnTo>
                    <a:pt x="10044" y="586"/>
                  </a:lnTo>
                  <a:lnTo>
                    <a:pt x="9981" y="586"/>
                  </a:lnTo>
                  <a:lnTo>
                    <a:pt x="9751" y="733"/>
                  </a:lnTo>
                  <a:lnTo>
                    <a:pt x="9625" y="796"/>
                  </a:lnTo>
                  <a:lnTo>
                    <a:pt x="9521" y="837"/>
                  </a:lnTo>
                  <a:lnTo>
                    <a:pt x="9437" y="837"/>
                  </a:lnTo>
                  <a:lnTo>
                    <a:pt x="9353" y="775"/>
                  </a:lnTo>
                  <a:lnTo>
                    <a:pt x="9312" y="837"/>
                  </a:lnTo>
                  <a:lnTo>
                    <a:pt x="9291" y="921"/>
                  </a:lnTo>
                  <a:lnTo>
                    <a:pt x="9144" y="921"/>
                  </a:lnTo>
                  <a:lnTo>
                    <a:pt x="9102" y="984"/>
                  </a:lnTo>
                  <a:lnTo>
                    <a:pt x="9102" y="1088"/>
                  </a:lnTo>
                  <a:lnTo>
                    <a:pt x="9040" y="1130"/>
                  </a:lnTo>
                  <a:lnTo>
                    <a:pt x="8977" y="1109"/>
                  </a:lnTo>
                  <a:lnTo>
                    <a:pt x="8893" y="1109"/>
                  </a:lnTo>
                  <a:lnTo>
                    <a:pt x="8789" y="1151"/>
                  </a:lnTo>
                  <a:lnTo>
                    <a:pt x="8663" y="1172"/>
                  </a:lnTo>
                  <a:lnTo>
                    <a:pt x="8496" y="1256"/>
                  </a:lnTo>
                  <a:lnTo>
                    <a:pt x="8475" y="1319"/>
                  </a:lnTo>
                  <a:lnTo>
                    <a:pt x="8307" y="1340"/>
                  </a:lnTo>
                  <a:lnTo>
                    <a:pt x="8182" y="1402"/>
                  </a:lnTo>
                  <a:lnTo>
                    <a:pt x="8035" y="1423"/>
                  </a:lnTo>
                  <a:lnTo>
                    <a:pt x="7847" y="1465"/>
                  </a:lnTo>
                  <a:lnTo>
                    <a:pt x="7826" y="1549"/>
                  </a:lnTo>
                  <a:lnTo>
                    <a:pt x="7763" y="1632"/>
                  </a:lnTo>
                  <a:lnTo>
                    <a:pt x="7721" y="1528"/>
                  </a:lnTo>
                  <a:lnTo>
                    <a:pt x="7617" y="1528"/>
                  </a:lnTo>
                  <a:lnTo>
                    <a:pt x="7512" y="1570"/>
                  </a:lnTo>
                  <a:lnTo>
                    <a:pt x="7512" y="1653"/>
                  </a:lnTo>
                  <a:lnTo>
                    <a:pt x="7449" y="1695"/>
                  </a:lnTo>
                  <a:lnTo>
                    <a:pt x="7345" y="1653"/>
                  </a:lnTo>
                  <a:lnTo>
                    <a:pt x="7219" y="1653"/>
                  </a:lnTo>
                  <a:lnTo>
                    <a:pt x="7198" y="1612"/>
                  </a:lnTo>
                  <a:lnTo>
                    <a:pt x="7115" y="1612"/>
                  </a:lnTo>
                  <a:lnTo>
                    <a:pt x="7031" y="1653"/>
                  </a:lnTo>
                  <a:lnTo>
                    <a:pt x="6926" y="1674"/>
                  </a:lnTo>
                  <a:lnTo>
                    <a:pt x="6884" y="1695"/>
                  </a:lnTo>
                  <a:lnTo>
                    <a:pt x="6926" y="1842"/>
                  </a:lnTo>
                  <a:lnTo>
                    <a:pt x="6884" y="1925"/>
                  </a:lnTo>
                  <a:lnTo>
                    <a:pt x="6989" y="1946"/>
                  </a:lnTo>
                  <a:lnTo>
                    <a:pt x="7136" y="1925"/>
                  </a:lnTo>
                  <a:lnTo>
                    <a:pt x="7198" y="2051"/>
                  </a:lnTo>
                  <a:lnTo>
                    <a:pt x="7031" y="2051"/>
                  </a:lnTo>
                  <a:lnTo>
                    <a:pt x="6989" y="2093"/>
                  </a:lnTo>
                  <a:lnTo>
                    <a:pt x="6989" y="2156"/>
                  </a:lnTo>
                  <a:lnTo>
                    <a:pt x="7136" y="2176"/>
                  </a:lnTo>
                  <a:lnTo>
                    <a:pt x="7240" y="2197"/>
                  </a:lnTo>
                  <a:lnTo>
                    <a:pt x="7324" y="2156"/>
                  </a:lnTo>
                  <a:lnTo>
                    <a:pt x="7408" y="2156"/>
                  </a:lnTo>
                  <a:lnTo>
                    <a:pt x="7512" y="2260"/>
                  </a:lnTo>
                  <a:lnTo>
                    <a:pt x="7617" y="2281"/>
                  </a:lnTo>
                  <a:lnTo>
                    <a:pt x="7617" y="2386"/>
                  </a:lnTo>
                  <a:lnTo>
                    <a:pt x="7554" y="2449"/>
                  </a:lnTo>
                  <a:lnTo>
                    <a:pt x="7449" y="2407"/>
                  </a:lnTo>
                  <a:lnTo>
                    <a:pt x="7219" y="2449"/>
                  </a:lnTo>
                  <a:lnTo>
                    <a:pt x="7094" y="2553"/>
                  </a:lnTo>
                  <a:lnTo>
                    <a:pt x="6947" y="2741"/>
                  </a:lnTo>
                  <a:lnTo>
                    <a:pt x="6947" y="2867"/>
                  </a:lnTo>
                  <a:lnTo>
                    <a:pt x="7031" y="2888"/>
                  </a:lnTo>
                  <a:lnTo>
                    <a:pt x="7052" y="3013"/>
                  </a:lnTo>
                  <a:lnTo>
                    <a:pt x="6989" y="3118"/>
                  </a:lnTo>
                  <a:lnTo>
                    <a:pt x="6947" y="3244"/>
                  </a:lnTo>
                  <a:lnTo>
                    <a:pt x="6843" y="3244"/>
                  </a:lnTo>
                  <a:lnTo>
                    <a:pt x="6843" y="3306"/>
                  </a:lnTo>
                  <a:lnTo>
                    <a:pt x="6884" y="3390"/>
                  </a:lnTo>
                  <a:lnTo>
                    <a:pt x="6884" y="3453"/>
                  </a:lnTo>
                  <a:lnTo>
                    <a:pt x="7031" y="3453"/>
                  </a:lnTo>
                  <a:lnTo>
                    <a:pt x="7115" y="3537"/>
                  </a:lnTo>
                  <a:lnTo>
                    <a:pt x="7240" y="3557"/>
                  </a:lnTo>
                  <a:lnTo>
                    <a:pt x="7240" y="3620"/>
                  </a:lnTo>
                  <a:lnTo>
                    <a:pt x="7366" y="3704"/>
                  </a:lnTo>
                  <a:lnTo>
                    <a:pt x="7533" y="3725"/>
                  </a:lnTo>
                  <a:lnTo>
                    <a:pt x="7575" y="3746"/>
                  </a:lnTo>
                  <a:lnTo>
                    <a:pt x="7617" y="4227"/>
                  </a:lnTo>
                  <a:lnTo>
                    <a:pt x="7554" y="4290"/>
                  </a:lnTo>
                  <a:lnTo>
                    <a:pt x="7366" y="4373"/>
                  </a:lnTo>
                  <a:lnTo>
                    <a:pt x="7219" y="4353"/>
                  </a:lnTo>
                  <a:lnTo>
                    <a:pt x="7031" y="4248"/>
                  </a:lnTo>
                  <a:lnTo>
                    <a:pt x="6947" y="4290"/>
                  </a:lnTo>
                  <a:lnTo>
                    <a:pt x="6947" y="4394"/>
                  </a:lnTo>
                  <a:lnTo>
                    <a:pt x="6905" y="4541"/>
                  </a:lnTo>
                  <a:lnTo>
                    <a:pt x="6780" y="4562"/>
                  </a:lnTo>
                  <a:lnTo>
                    <a:pt x="6571" y="4457"/>
                  </a:lnTo>
                  <a:lnTo>
                    <a:pt x="6403" y="4457"/>
                  </a:lnTo>
                  <a:lnTo>
                    <a:pt x="6320" y="4394"/>
                  </a:lnTo>
                  <a:lnTo>
                    <a:pt x="6278" y="4436"/>
                  </a:lnTo>
                  <a:lnTo>
                    <a:pt x="6173" y="4394"/>
                  </a:lnTo>
                  <a:lnTo>
                    <a:pt x="6048" y="4269"/>
                  </a:lnTo>
                  <a:lnTo>
                    <a:pt x="6152" y="4227"/>
                  </a:lnTo>
                  <a:lnTo>
                    <a:pt x="6173" y="4143"/>
                  </a:lnTo>
                  <a:lnTo>
                    <a:pt x="6089" y="4122"/>
                  </a:lnTo>
                  <a:lnTo>
                    <a:pt x="5964" y="4039"/>
                  </a:lnTo>
                  <a:lnTo>
                    <a:pt x="5880" y="4122"/>
                  </a:lnTo>
                  <a:lnTo>
                    <a:pt x="5755" y="4081"/>
                  </a:lnTo>
                  <a:lnTo>
                    <a:pt x="5671" y="4122"/>
                  </a:lnTo>
                  <a:lnTo>
                    <a:pt x="5692" y="4269"/>
                  </a:lnTo>
                  <a:lnTo>
                    <a:pt x="5545" y="4290"/>
                  </a:lnTo>
                  <a:lnTo>
                    <a:pt x="5483" y="4227"/>
                  </a:lnTo>
                  <a:lnTo>
                    <a:pt x="5336" y="4060"/>
                  </a:lnTo>
                  <a:lnTo>
                    <a:pt x="5211" y="4081"/>
                  </a:lnTo>
                  <a:lnTo>
                    <a:pt x="5148" y="4185"/>
                  </a:lnTo>
                  <a:lnTo>
                    <a:pt x="5064" y="4081"/>
                  </a:lnTo>
                  <a:lnTo>
                    <a:pt x="5001" y="4122"/>
                  </a:lnTo>
                  <a:lnTo>
                    <a:pt x="5001" y="4248"/>
                  </a:lnTo>
                  <a:lnTo>
                    <a:pt x="4855" y="4248"/>
                  </a:lnTo>
                  <a:lnTo>
                    <a:pt x="4834" y="4457"/>
                  </a:lnTo>
                  <a:lnTo>
                    <a:pt x="4708" y="4562"/>
                  </a:lnTo>
                  <a:lnTo>
                    <a:pt x="4625" y="4541"/>
                  </a:lnTo>
                  <a:lnTo>
                    <a:pt x="4541" y="4436"/>
                  </a:lnTo>
                  <a:lnTo>
                    <a:pt x="4332" y="4394"/>
                  </a:lnTo>
                  <a:lnTo>
                    <a:pt x="4269" y="4269"/>
                  </a:lnTo>
                  <a:lnTo>
                    <a:pt x="4123" y="4353"/>
                  </a:lnTo>
                  <a:lnTo>
                    <a:pt x="4164" y="4478"/>
                  </a:lnTo>
                  <a:lnTo>
                    <a:pt x="4081" y="4604"/>
                  </a:lnTo>
                  <a:lnTo>
                    <a:pt x="3997" y="4583"/>
                  </a:lnTo>
                  <a:lnTo>
                    <a:pt x="3997" y="4457"/>
                  </a:lnTo>
                  <a:lnTo>
                    <a:pt x="3955" y="4373"/>
                  </a:lnTo>
                  <a:lnTo>
                    <a:pt x="3871" y="4373"/>
                  </a:lnTo>
                  <a:lnTo>
                    <a:pt x="3704" y="4248"/>
                  </a:lnTo>
                  <a:lnTo>
                    <a:pt x="3599" y="4122"/>
                  </a:lnTo>
                  <a:lnTo>
                    <a:pt x="3474" y="4122"/>
                  </a:lnTo>
                  <a:lnTo>
                    <a:pt x="3369" y="3976"/>
                  </a:lnTo>
                  <a:lnTo>
                    <a:pt x="3286" y="3955"/>
                  </a:lnTo>
                  <a:lnTo>
                    <a:pt x="3244" y="3871"/>
                  </a:lnTo>
                  <a:lnTo>
                    <a:pt x="3160" y="3871"/>
                  </a:lnTo>
                  <a:lnTo>
                    <a:pt x="2951" y="3955"/>
                  </a:lnTo>
                  <a:lnTo>
                    <a:pt x="2825" y="3850"/>
                  </a:lnTo>
                  <a:lnTo>
                    <a:pt x="2742" y="3704"/>
                  </a:lnTo>
                  <a:lnTo>
                    <a:pt x="2637" y="3704"/>
                  </a:lnTo>
                  <a:lnTo>
                    <a:pt x="2532" y="3809"/>
                  </a:lnTo>
                  <a:lnTo>
                    <a:pt x="2407" y="3809"/>
                  </a:lnTo>
                  <a:lnTo>
                    <a:pt x="2407" y="3871"/>
                  </a:lnTo>
                  <a:lnTo>
                    <a:pt x="2323" y="3955"/>
                  </a:lnTo>
                  <a:lnTo>
                    <a:pt x="2323" y="3850"/>
                  </a:lnTo>
                  <a:lnTo>
                    <a:pt x="2239" y="3913"/>
                  </a:lnTo>
                  <a:lnTo>
                    <a:pt x="2218" y="3976"/>
                  </a:lnTo>
                  <a:lnTo>
                    <a:pt x="2114" y="4060"/>
                  </a:lnTo>
                  <a:lnTo>
                    <a:pt x="2030" y="3976"/>
                  </a:lnTo>
                  <a:lnTo>
                    <a:pt x="2114" y="3913"/>
                  </a:lnTo>
                  <a:lnTo>
                    <a:pt x="2135" y="3829"/>
                  </a:lnTo>
                  <a:lnTo>
                    <a:pt x="2009" y="3767"/>
                  </a:lnTo>
                  <a:lnTo>
                    <a:pt x="1821" y="3662"/>
                  </a:lnTo>
                  <a:lnTo>
                    <a:pt x="1800" y="3746"/>
                  </a:lnTo>
                  <a:lnTo>
                    <a:pt x="1821" y="3850"/>
                  </a:lnTo>
                  <a:lnTo>
                    <a:pt x="1821" y="3955"/>
                  </a:lnTo>
                  <a:lnTo>
                    <a:pt x="1695" y="3913"/>
                  </a:lnTo>
                  <a:lnTo>
                    <a:pt x="1612" y="3976"/>
                  </a:lnTo>
                  <a:lnTo>
                    <a:pt x="1570" y="4143"/>
                  </a:lnTo>
                  <a:lnTo>
                    <a:pt x="1486" y="4143"/>
                  </a:lnTo>
                  <a:lnTo>
                    <a:pt x="1298" y="4248"/>
                  </a:lnTo>
                  <a:lnTo>
                    <a:pt x="1277" y="4373"/>
                  </a:lnTo>
                  <a:lnTo>
                    <a:pt x="1361" y="4478"/>
                  </a:lnTo>
                  <a:lnTo>
                    <a:pt x="1361" y="4604"/>
                  </a:lnTo>
                  <a:lnTo>
                    <a:pt x="1172" y="4604"/>
                  </a:lnTo>
                  <a:lnTo>
                    <a:pt x="984" y="4645"/>
                  </a:lnTo>
                  <a:lnTo>
                    <a:pt x="1130" y="5106"/>
                  </a:lnTo>
                  <a:lnTo>
                    <a:pt x="1047" y="5169"/>
                  </a:lnTo>
                  <a:lnTo>
                    <a:pt x="1068" y="5336"/>
                  </a:lnTo>
                  <a:lnTo>
                    <a:pt x="879" y="5336"/>
                  </a:lnTo>
                  <a:lnTo>
                    <a:pt x="733" y="5231"/>
                  </a:lnTo>
                  <a:lnTo>
                    <a:pt x="670" y="5127"/>
                  </a:lnTo>
                  <a:lnTo>
                    <a:pt x="356" y="4876"/>
                  </a:lnTo>
                  <a:lnTo>
                    <a:pt x="294" y="4980"/>
                  </a:lnTo>
                  <a:lnTo>
                    <a:pt x="294" y="5106"/>
                  </a:lnTo>
                  <a:lnTo>
                    <a:pt x="126" y="5315"/>
                  </a:lnTo>
                  <a:lnTo>
                    <a:pt x="22" y="5378"/>
                  </a:lnTo>
                  <a:lnTo>
                    <a:pt x="42" y="5629"/>
                  </a:lnTo>
                  <a:lnTo>
                    <a:pt x="126" y="5734"/>
                  </a:lnTo>
                  <a:lnTo>
                    <a:pt x="105" y="6068"/>
                  </a:lnTo>
                  <a:lnTo>
                    <a:pt x="1" y="6278"/>
                  </a:lnTo>
                  <a:lnTo>
                    <a:pt x="231" y="6382"/>
                  </a:lnTo>
                  <a:lnTo>
                    <a:pt x="335" y="6550"/>
                  </a:lnTo>
                  <a:lnTo>
                    <a:pt x="314" y="6633"/>
                  </a:lnTo>
                  <a:lnTo>
                    <a:pt x="503" y="6780"/>
                  </a:lnTo>
                  <a:lnTo>
                    <a:pt x="545" y="6696"/>
                  </a:lnTo>
                  <a:lnTo>
                    <a:pt x="921" y="6801"/>
                  </a:lnTo>
                  <a:lnTo>
                    <a:pt x="1172" y="7052"/>
                  </a:lnTo>
                  <a:lnTo>
                    <a:pt x="1402" y="7428"/>
                  </a:lnTo>
                  <a:lnTo>
                    <a:pt x="1172" y="7428"/>
                  </a:lnTo>
                  <a:lnTo>
                    <a:pt x="1172" y="7533"/>
                  </a:lnTo>
                  <a:lnTo>
                    <a:pt x="1382" y="7679"/>
                  </a:lnTo>
                  <a:lnTo>
                    <a:pt x="1549" y="7617"/>
                  </a:lnTo>
                  <a:lnTo>
                    <a:pt x="1674" y="7721"/>
                  </a:lnTo>
                  <a:lnTo>
                    <a:pt x="1716" y="7721"/>
                  </a:lnTo>
                  <a:lnTo>
                    <a:pt x="1758" y="7784"/>
                  </a:lnTo>
                  <a:lnTo>
                    <a:pt x="1821" y="7784"/>
                  </a:lnTo>
                  <a:lnTo>
                    <a:pt x="1863" y="7721"/>
                  </a:lnTo>
                  <a:lnTo>
                    <a:pt x="1905" y="7721"/>
                  </a:lnTo>
                  <a:lnTo>
                    <a:pt x="1967" y="7784"/>
                  </a:lnTo>
                  <a:lnTo>
                    <a:pt x="2009" y="7721"/>
                  </a:lnTo>
                  <a:lnTo>
                    <a:pt x="2009" y="7638"/>
                  </a:lnTo>
                  <a:lnTo>
                    <a:pt x="2072" y="7679"/>
                  </a:lnTo>
                  <a:lnTo>
                    <a:pt x="2177" y="7596"/>
                  </a:lnTo>
                  <a:lnTo>
                    <a:pt x="2218" y="7512"/>
                  </a:lnTo>
                  <a:lnTo>
                    <a:pt x="2281" y="7512"/>
                  </a:lnTo>
                  <a:lnTo>
                    <a:pt x="2344" y="7428"/>
                  </a:lnTo>
                  <a:lnTo>
                    <a:pt x="2407" y="7428"/>
                  </a:lnTo>
                  <a:lnTo>
                    <a:pt x="2428" y="7470"/>
                  </a:lnTo>
                  <a:lnTo>
                    <a:pt x="2491" y="7428"/>
                  </a:lnTo>
                  <a:lnTo>
                    <a:pt x="2511" y="7366"/>
                  </a:lnTo>
                  <a:lnTo>
                    <a:pt x="2595" y="7282"/>
                  </a:lnTo>
                  <a:lnTo>
                    <a:pt x="2721" y="7282"/>
                  </a:lnTo>
                  <a:lnTo>
                    <a:pt x="2763" y="7303"/>
                  </a:lnTo>
                  <a:lnTo>
                    <a:pt x="2846" y="7303"/>
                  </a:lnTo>
                  <a:lnTo>
                    <a:pt x="2909" y="7282"/>
                  </a:lnTo>
                  <a:lnTo>
                    <a:pt x="2930" y="7303"/>
                  </a:lnTo>
                  <a:lnTo>
                    <a:pt x="2930" y="7386"/>
                  </a:lnTo>
                  <a:lnTo>
                    <a:pt x="2972" y="7470"/>
                  </a:lnTo>
                  <a:lnTo>
                    <a:pt x="3014" y="7407"/>
                  </a:lnTo>
                  <a:lnTo>
                    <a:pt x="3076" y="7407"/>
                  </a:lnTo>
                  <a:lnTo>
                    <a:pt x="3076" y="7470"/>
                  </a:lnTo>
                  <a:lnTo>
                    <a:pt x="3160" y="7491"/>
                  </a:lnTo>
                  <a:lnTo>
                    <a:pt x="3223" y="7470"/>
                  </a:lnTo>
                  <a:lnTo>
                    <a:pt x="3244" y="7407"/>
                  </a:lnTo>
                  <a:lnTo>
                    <a:pt x="3286" y="7386"/>
                  </a:lnTo>
                  <a:lnTo>
                    <a:pt x="3286" y="7324"/>
                  </a:lnTo>
                  <a:lnTo>
                    <a:pt x="3369" y="7303"/>
                  </a:lnTo>
                  <a:lnTo>
                    <a:pt x="3453" y="7324"/>
                  </a:lnTo>
                  <a:lnTo>
                    <a:pt x="3662" y="7324"/>
                  </a:lnTo>
                  <a:lnTo>
                    <a:pt x="3662" y="7386"/>
                  </a:lnTo>
                  <a:lnTo>
                    <a:pt x="3704" y="7470"/>
                  </a:lnTo>
                  <a:lnTo>
                    <a:pt x="3788" y="7491"/>
                  </a:lnTo>
                  <a:lnTo>
                    <a:pt x="3788" y="7512"/>
                  </a:lnTo>
                  <a:lnTo>
                    <a:pt x="3746" y="7596"/>
                  </a:lnTo>
                  <a:lnTo>
                    <a:pt x="3767" y="7638"/>
                  </a:lnTo>
                  <a:lnTo>
                    <a:pt x="3871" y="7742"/>
                  </a:lnTo>
                  <a:lnTo>
                    <a:pt x="3851" y="7826"/>
                  </a:lnTo>
                  <a:lnTo>
                    <a:pt x="3788" y="7951"/>
                  </a:lnTo>
                  <a:lnTo>
                    <a:pt x="3809" y="8014"/>
                  </a:lnTo>
                  <a:lnTo>
                    <a:pt x="3851" y="8056"/>
                  </a:lnTo>
                  <a:lnTo>
                    <a:pt x="3871" y="8098"/>
                  </a:lnTo>
                  <a:lnTo>
                    <a:pt x="3851" y="8140"/>
                  </a:lnTo>
                  <a:lnTo>
                    <a:pt x="3767" y="8161"/>
                  </a:lnTo>
                  <a:lnTo>
                    <a:pt x="3746" y="8307"/>
                  </a:lnTo>
                  <a:lnTo>
                    <a:pt x="3809" y="8454"/>
                  </a:lnTo>
                  <a:lnTo>
                    <a:pt x="3913" y="8475"/>
                  </a:lnTo>
                  <a:lnTo>
                    <a:pt x="3997" y="8516"/>
                  </a:lnTo>
                  <a:lnTo>
                    <a:pt x="3997" y="8558"/>
                  </a:lnTo>
                  <a:lnTo>
                    <a:pt x="3871" y="8621"/>
                  </a:lnTo>
                  <a:lnTo>
                    <a:pt x="3788" y="8621"/>
                  </a:lnTo>
                  <a:lnTo>
                    <a:pt x="3683" y="8516"/>
                  </a:lnTo>
                  <a:lnTo>
                    <a:pt x="3599" y="8516"/>
                  </a:lnTo>
                  <a:lnTo>
                    <a:pt x="3558" y="8558"/>
                  </a:lnTo>
                  <a:lnTo>
                    <a:pt x="3495" y="8516"/>
                  </a:lnTo>
                  <a:lnTo>
                    <a:pt x="3432" y="8516"/>
                  </a:lnTo>
                  <a:lnTo>
                    <a:pt x="3286" y="8558"/>
                  </a:lnTo>
                  <a:lnTo>
                    <a:pt x="3223" y="8516"/>
                  </a:lnTo>
                  <a:lnTo>
                    <a:pt x="3118" y="8537"/>
                  </a:lnTo>
                  <a:lnTo>
                    <a:pt x="2972" y="8579"/>
                  </a:lnTo>
                  <a:lnTo>
                    <a:pt x="2930" y="8663"/>
                  </a:lnTo>
                  <a:lnTo>
                    <a:pt x="2930" y="8726"/>
                  </a:lnTo>
                  <a:lnTo>
                    <a:pt x="2930" y="8788"/>
                  </a:lnTo>
                  <a:lnTo>
                    <a:pt x="2867" y="8830"/>
                  </a:lnTo>
                  <a:lnTo>
                    <a:pt x="2867" y="8893"/>
                  </a:lnTo>
                  <a:lnTo>
                    <a:pt x="3014" y="9039"/>
                  </a:lnTo>
                  <a:lnTo>
                    <a:pt x="3014" y="9102"/>
                  </a:lnTo>
                  <a:lnTo>
                    <a:pt x="3035" y="9144"/>
                  </a:lnTo>
                  <a:lnTo>
                    <a:pt x="3139" y="9102"/>
                  </a:lnTo>
                  <a:lnTo>
                    <a:pt x="3160" y="9186"/>
                  </a:lnTo>
                  <a:lnTo>
                    <a:pt x="3139" y="9207"/>
                  </a:lnTo>
                  <a:lnTo>
                    <a:pt x="3055" y="9165"/>
                  </a:lnTo>
                  <a:lnTo>
                    <a:pt x="3014" y="9186"/>
                  </a:lnTo>
                  <a:lnTo>
                    <a:pt x="2930" y="9249"/>
                  </a:lnTo>
                  <a:lnTo>
                    <a:pt x="2867" y="9207"/>
                  </a:lnTo>
                  <a:lnTo>
                    <a:pt x="2825" y="9207"/>
                  </a:lnTo>
                  <a:lnTo>
                    <a:pt x="2763" y="9186"/>
                  </a:lnTo>
                  <a:lnTo>
                    <a:pt x="2616" y="9207"/>
                  </a:lnTo>
                  <a:lnTo>
                    <a:pt x="2532" y="9186"/>
                  </a:lnTo>
                  <a:lnTo>
                    <a:pt x="2491" y="9249"/>
                  </a:lnTo>
                  <a:lnTo>
                    <a:pt x="2491" y="9291"/>
                  </a:lnTo>
                  <a:lnTo>
                    <a:pt x="2553" y="9395"/>
                  </a:lnTo>
                  <a:lnTo>
                    <a:pt x="2637" y="9395"/>
                  </a:lnTo>
                  <a:lnTo>
                    <a:pt x="2742" y="9416"/>
                  </a:lnTo>
                  <a:lnTo>
                    <a:pt x="2804" y="9521"/>
                  </a:lnTo>
                  <a:lnTo>
                    <a:pt x="2846" y="9563"/>
                  </a:lnTo>
                  <a:lnTo>
                    <a:pt x="2909" y="9688"/>
                  </a:lnTo>
                  <a:lnTo>
                    <a:pt x="2951" y="9709"/>
                  </a:lnTo>
                  <a:lnTo>
                    <a:pt x="2972" y="9772"/>
                  </a:lnTo>
                  <a:lnTo>
                    <a:pt x="3139" y="9939"/>
                  </a:lnTo>
                  <a:lnTo>
                    <a:pt x="3139" y="10086"/>
                  </a:lnTo>
                  <a:lnTo>
                    <a:pt x="3139" y="10211"/>
                  </a:lnTo>
                  <a:lnTo>
                    <a:pt x="3181" y="10211"/>
                  </a:lnTo>
                  <a:lnTo>
                    <a:pt x="3286" y="10190"/>
                  </a:lnTo>
                  <a:lnTo>
                    <a:pt x="3327" y="10190"/>
                  </a:lnTo>
                  <a:lnTo>
                    <a:pt x="3369" y="10211"/>
                  </a:lnTo>
                  <a:lnTo>
                    <a:pt x="3432" y="10295"/>
                  </a:lnTo>
                  <a:lnTo>
                    <a:pt x="3474" y="10337"/>
                  </a:lnTo>
                  <a:lnTo>
                    <a:pt x="3537" y="10441"/>
                  </a:lnTo>
                  <a:lnTo>
                    <a:pt x="3579" y="10441"/>
                  </a:lnTo>
                  <a:lnTo>
                    <a:pt x="3662" y="10420"/>
                  </a:lnTo>
                  <a:lnTo>
                    <a:pt x="3767" y="10441"/>
                  </a:lnTo>
                  <a:lnTo>
                    <a:pt x="3871" y="10462"/>
                  </a:lnTo>
                  <a:lnTo>
                    <a:pt x="3976" y="10462"/>
                  </a:lnTo>
                  <a:lnTo>
                    <a:pt x="4018" y="10504"/>
                  </a:lnTo>
                  <a:lnTo>
                    <a:pt x="3997" y="10546"/>
                  </a:lnTo>
                  <a:lnTo>
                    <a:pt x="3997" y="10609"/>
                  </a:lnTo>
                  <a:lnTo>
                    <a:pt x="3997" y="10755"/>
                  </a:lnTo>
                  <a:lnTo>
                    <a:pt x="3913" y="10923"/>
                  </a:lnTo>
                  <a:lnTo>
                    <a:pt x="3955" y="11048"/>
                  </a:lnTo>
                  <a:lnTo>
                    <a:pt x="3976" y="11195"/>
                  </a:lnTo>
                  <a:lnTo>
                    <a:pt x="4311" y="10881"/>
                  </a:lnTo>
                  <a:lnTo>
                    <a:pt x="4604" y="10776"/>
                  </a:lnTo>
                  <a:lnTo>
                    <a:pt x="4959" y="10839"/>
                  </a:lnTo>
                  <a:lnTo>
                    <a:pt x="5378" y="11069"/>
                  </a:lnTo>
                  <a:lnTo>
                    <a:pt x="5755" y="11508"/>
                  </a:lnTo>
                  <a:lnTo>
                    <a:pt x="5985" y="11467"/>
                  </a:lnTo>
                  <a:lnTo>
                    <a:pt x="6068" y="11446"/>
                  </a:lnTo>
                  <a:lnTo>
                    <a:pt x="5629" y="8726"/>
                  </a:lnTo>
                  <a:lnTo>
                    <a:pt x="7136" y="8433"/>
                  </a:lnTo>
                  <a:lnTo>
                    <a:pt x="8056" y="9060"/>
                  </a:lnTo>
                  <a:lnTo>
                    <a:pt x="8391" y="9186"/>
                  </a:lnTo>
                  <a:lnTo>
                    <a:pt x="8893" y="9479"/>
                  </a:lnTo>
                  <a:lnTo>
                    <a:pt x="9751" y="9395"/>
                  </a:lnTo>
                  <a:lnTo>
                    <a:pt x="10693" y="9395"/>
                  </a:lnTo>
                  <a:lnTo>
                    <a:pt x="10985" y="9604"/>
                  </a:lnTo>
                  <a:lnTo>
                    <a:pt x="11132" y="9981"/>
                  </a:lnTo>
                  <a:lnTo>
                    <a:pt x="11320" y="9897"/>
                  </a:lnTo>
                  <a:lnTo>
                    <a:pt x="11341" y="10713"/>
                  </a:lnTo>
                  <a:lnTo>
                    <a:pt x="11760" y="10755"/>
                  </a:lnTo>
                  <a:lnTo>
                    <a:pt x="11990" y="11446"/>
                  </a:lnTo>
                  <a:lnTo>
                    <a:pt x="12115" y="11446"/>
                  </a:lnTo>
                  <a:lnTo>
                    <a:pt x="12366" y="11299"/>
                  </a:lnTo>
                  <a:lnTo>
                    <a:pt x="12555" y="11278"/>
                  </a:lnTo>
                  <a:lnTo>
                    <a:pt x="12743" y="11299"/>
                  </a:lnTo>
                  <a:lnTo>
                    <a:pt x="12994" y="11446"/>
                  </a:lnTo>
                  <a:lnTo>
                    <a:pt x="13078" y="11467"/>
                  </a:lnTo>
                  <a:lnTo>
                    <a:pt x="13287" y="11257"/>
                  </a:lnTo>
                  <a:lnTo>
                    <a:pt x="13413" y="11048"/>
                  </a:lnTo>
                  <a:lnTo>
                    <a:pt x="13475" y="10964"/>
                  </a:lnTo>
                  <a:lnTo>
                    <a:pt x="13538" y="10818"/>
                  </a:lnTo>
                  <a:lnTo>
                    <a:pt x="13789" y="10525"/>
                  </a:lnTo>
                  <a:lnTo>
                    <a:pt x="13894" y="10504"/>
                  </a:lnTo>
                  <a:lnTo>
                    <a:pt x="13998" y="10337"/>
                  </a:lnTo>
                  <a:lnTo>
                    <a:pt x="14040" y="10337"/>
                  </a:lnTo>
                  <a:lnTo>
                    <a:pt x="14040" y="10295"/>
                  </a:lnTo>
                  <a:lnTo>
                    <a:pt x="14166" y="10211"/>
                  </a:lnTo>
                  <a:lnTo>
                    <a:pt x="14145" y="10148"/>
                  </a:lnTo>
                  <a:lnTo>
                    <a:pt x="14250" y="10023"/>
                  </a:lnTo>
                  <a:lnTo>
                    <a:pt x="14438" y="10044"/>
                  </a:lnTo>
                  <a:lnTo>
                    <a:pt x="14543" y="10107"/>
                  </a:lnTo>
                  <a:lnTo>
                    <a:pt x="14961" y="10148"/>
                  </a:lnTo>
                  <a:lnTo>
                    <a:pt x="15317" y="10148"/>
                  </a:lnTo>
                  <a:lnTo>
                    <a:pt x="15505" y="10107"/>
                  </a:lnTo>
                  <a:lnTo>
                    <a:pt x="15484" y="9981"/>
                  </a:lnTo>
                  <a:lnTo>
                    <a:pt x="15463" y="9835"/>
                  </a:lnTo>
                  <a:lnTo>
                    <a:pt x="15463" y="9709"/>
                  </a:lnTo>
                  <a:lnTo>
                    <a:pt x="15505" y="9667"/>
                  </a:lnTo>
                  <a:lnTo>
                    <a:pt x="15610" y="9688"/>
                  </a:lnTo>
                  <a:lnTo>
                    <a:pt x="15777" y="9709"/>
                  </a:lnTo>
                  <a:lnTo>
                    <a:pt x="15819" y="9667"/>
                  </a:lnTo>
                  <a:lnTo>
                    <a:pt x="16007" y="9667"/>
                  </a:lnTo>
                  <a:lnTo>
                    <a:pt x="16133" y="9730"/>
                  </a:lnTo>
                  <a:lnTo>
                    <a:pt x="16342" y="9793"/>
                  </a:lnTo>
                  <a:lnTo>
                    <a:pt x="16677" y="9835"/>
                  </a:lnTo>
                  <a:lnTo>
                    <a:pt x="16781" y="9793"/>
                  </a:lnTo>
                  <a:lnTo>
                    <a:pt x="16886" y="9709"/>
                  </a:lnTo>
                  <a:lnTo>
                    <a:pt x="17032" y="9730"/>
                  </a:lnTo>
                  <a:lnTo>
                    <a:pt x="17158" y="9730"/>
                  </a:lnTo>
                  <a:lnTo>
                    <a:pt x="17451" y="9667"/>
                  </a:lnTo>
                  <a:lnTo>
                    <a:pt x="17723" y="9730"/>
                  </a:lnTo>
                  <a:lnTo>
                    <a:pt x="17911" y="9688"/>
                  </a:lnTo>
                  <a:lnTo>
                    <a:pt x="18246" y="9688"/>
                  </a:lnTo>
                  <a:lnTo>
                    <a:pt x="18497" y="9793"/>
                  </a:lnTo>
                  <a:lnTo>
                    <a:pt x="18602" y="9772"/>
                  </a:lnTo>
                  <a:lnTo>
                    <a:pt x="18853" y="10044"/>
                  </a:lnTo>
                  <a:lnTo>
                    <a:pt x="19083" y="10107"/>
                  </a:lnTo>
                  <a:lnTo>
                    <a:pt x="19229" y="10044"/>
                  </a:lnTo>
                  <a:lnTo>
                    <a:pt x="19188" y="9897"/>
                  </a:lnTo>
                  <a:lnTo>
                    <a:pt x="19313" y="9814"/>
                  </a:lnTo>
                  <a:lnTo>
                    <a:pt x="19313" y="9772"/>
                  </a:lnTo>
                  <a:lnTo>
                    <a:pt x="19376" y="9730"/>
                  </a:lnTo>
                  <a:lnTo>
                    <a:pt x="19271" y="9625"/>
                  </a:lnTo>
                  <a:lnTo>
                    <a:pt x="19313" y="9521"/>
                  </a:lnTo>
                  <a:lnTo>
                    <a:pt x="19397" y="9458"/>
                  </a:lnTo>
                  <a:lnTo>
                    <a:pt x="19355" y="9207"/>
                  </a:lnTo>
                  <a:lnTo>
                    <a:pt x="19229" y="9144"/>
                  </a:lnTo>
                  <a:lnTo>
                    <a:pt x="19188" y="9039"/>
                  </a:lnTo>
                  <a:lnTo>
                    <a:pt x="19083" y="8851"/>
                  </a:lnTo>
                  <a:lnTo>
                    <a:pt x="19062" y="8747"/>
                  </a:lnTo>
                  <a:lnTo>
                    <a:pt x="19020" y="8663"/>
                  </a:lnTo>
                  <a:lnTo>
                    <a:pt x="19020" y="8579"/>
                  </a:lnTo>
                  <a:lnTo>
                    <a:pt x="18957" y="8412"/>
                  </a:lnTo>
                  <a:lnTo>
                    <a:pt x="19041" y="8328"/>
                  </a:lnTo>
                  <a:lnTo>
                    <a:pt x="19041" y="8265"/>
                  </a:lnTo>
                  <a:lnTo>
                    <a:pt x="18916" y="8244"/>
                  </a:lnTo>
                  <a:lnTo>
                    <a:pt x="18748" y="8265"/>
                  </a:lnTo>
                  <a:lnTo>
                    <a:pt x="18644" y="8202"/>
                  </a:lnTo>
                  <a:lnTo>
                    <a:pt x="18644" y="8119"/>
                  </a:lnTo>
                  <a:lnTo>
                    <a:pt x="18748" y="8014"/>
                  </a:lnTo>
                  <a:lnTo>
                    <a:pt x="18853" y="7951"/>
                  </a:lnTo>
                  <a:lnTo>
                    <a:pt x="18916" y="8014"/>
                  </a:lnTo>
                  <a:lnTo>
                    <a:pt x="19020" y="8014"/>
                  </a:lnTo>
                  <a:lnTo>
                    <a:pt x="19167" y="7930"/>
                  </a:lnTo>
                  <a:lnTo>
                    <a:pt x="19439" y="7889"/>
                  </a:lnTo>
                  <a:lnTo>
                    <a:pt x="19564" y="7847"/>
                  </a:lnTo>
                  <a:lnTo>
                    <a:pt x="19648" y="7826"/>
                  </a:lnTo>
                  <a:lnTo>
                    <a:pt x="19711" y="7889"/>
                  </a:lnTo>
                  <a:lnTo>
                    <a:pt x="19794" y="7889"/>
                  </a:lnTo>
                  <a:lnTo>
                    <a:pt x="19878" y="7826"/>
                  </a:lnTo>
                  <a:lnTo>
                    <a:pt x="19962" y="7826"/>
                  </a:lnTo>
                  <a:lnTo>
                    <a:pt x="19962" y="7742"/>
                  </a:lnTo>
                  <a:lnTo>
                    <a:pt x="20004" y="7617"/>
                  </a:lnTo>
                  <a:lnTo>
                    <a:pt x="19878" y="7575"/>
                  </a:lnTo>
                  <a:lnTo>
                    <a:pt x="19815" y="7512"/>
                  </a:lnTo>
                  <a:lnTo>
                    <a:pt x="19836" y="7428"/>
                  </a:lnTo>
                  <a:lnTo>
                    <a:pt x="19836" y="7177"/>
                  </a:lnTo>
                  <a:lnTo>
                    <a:pt x="19899" y="6842"/>
                  </a:lnTo>
                  <a:lnTo>
                    <a:pt x="19899" y="6696"/>
                  </a:lnTo>
                  <a:lnTo>
                    <a:pt x="19962" y="6550"/>
                  </a:lnTo>
                  <a:lnTo>
                    <a:pt x="20004" y="6278"/>
                  </a:lnTo>
                  <a:lnTo>
                    <a:pt x="20213" y="6278"/>
                  </a:lnTo>
                  <a:lnTo>
                    <a:pt x="20422" y="6361"/>
                  </a:lnTo>
                  <a:lnTo>
                    <a:pt x="20589" y="6382"/>
                  </a:lnTo>
                  <a:lnTo>
                    <a:pt x="20820" y="6340"/>
                  </a:lnTo>
                  <a:lnTo>
                    <a:pt x="20882" y="6340"/>
                  </a:lnTo>
                  <a:lnTo>
                    <a:pt x="20924" y="6424"/>
                  </a:lnTo>
                  <a:lnTo>
                    <a:pt x="21008" y="6424"/>
                  </a:lnTo>
                  <a:lnTo>
                    <a:pt x="21071" y="6382"/>
                  </a:lnTo>
                  <a:lnTo>
                    <a:pt x="21154" y="6278"/>
                  </a:lnTo>
                  <a:lnTo>
                    <a:pt x="21280" y="6236"/>
                  </a:lnTo>
                  <a:lnTo>
                    <a:pt x="21447" y="6068"/>
                  </a:lnTo>
                  <a:lnTo>
                    <a:pt x="21447" y="6006"/>
                  </a:lnTo>
                  <a:lnTo>
                    <a:pt x="21343" y="5838"/>
                  </a:lnTo>
                  <a:lnTo>
                    <a:pt x="21238" y="5608"/>
                  </a:lnTo>
                  <a:lnTo>
                    <a:pt x="21238" y="5378"/>
                  </a:lnTo>
                  <a:lnTo>
                    <a:pt x="21259" y="5231"/>
                  </a:lnTo>
                  <a:lnTo>
                    <a:pt x="21343" y="5169"/>
                  </a:lnTo>
                  <a:lnTo>
                    <a:pt x="21531" y="5106"/>
                  </a:lnTo>
                  <a:lnTo>
                    <a:pt x="21594" y="4980"/>
                  </a:lnTo>
                  <a:lnTo>
                    <a:pt x="21552" y="4917"/>
                  </a:lnTo>
                  <a:lnTo>
                    <a:pt x="21573" y="4813"/>
                  </a:lnTo>
                  <a:lnTo>
                    <a:pt x="21698" y="4666"/>
                  </a:lnTo>
                  <a:lnTo>
                    <a:pt x="21803" y="4604"/>
                  </a:lnTo>
                  <a:lnTo>
                    <a:pt x="21908" y="4499"/>
                  </a:lnTo>
                  <a:lnTo>
                    <a:pt x="21887" y="4478"/>
                  </a:lnTo>
                  <a:lnTo>
                    <a:pt x="21866" y="4457"/>
                  </a:lnTo>
                  <a:lnTo>
                    <a:pt x="21698" y="4394"/>
                  </a:lnTo>
                  <a:lnTo>
                    <a:pt x="21573" y="4269"/>
                  </a:lnTo>
                  <a:lnTo>
                    <a:pt x="21489" y="4269"/>
                  </a:lnTo>
                  <a:lnTo>
                    <a:pt x="21447" y="4164"/>
                  </a:lnTo>
                  <a:lnTo>
                    <a:pt x="21489" y="4039"/>
                  </a:lnTo>
                  <a:lnTo>
                    <a:pt x="21447" y="3976"/>
                  </a:lnTo>
                  <a:lnTo>
                    <a:pt x="21343" y="4060"/>
                  </a:lnTo>
                  <a:lnTo>
                    <a:pt x="21259" y="4164"/>
                  </a:lnTo>
                  <a:lnTo>
                    <a:pt x="21154" y="4185"/>
                  </a:lnTo>
                  <a:lnTo>
                    <a:pt x="20861" y="4227"/>
                  </a:lnTo>
                  <a:lnTo>
                    <a:pt x="20799" y="4269"/>
                  </a:lnTo>
                  <a:lnTo>
                    <a:pt x="20757" y="4332"/>
                  </a:lnTo>
                  <a:lnTo>
                    <a:pt x="20652" y="4269"/>
                  </a:lnTo>
                  <a:lnTo>
                    <a:pt x="20548" y="4227"/>
                  </a:lnTo>
                  <a:lnTo>
                    <a:pt x="20506" y="4227"/>
                  </a:lnTo>
                  <a:lnTo>
                    <a:pt x="20485" y="4185"/>
                  </a:lnTo>
                  <a:lnTo>
                    <a:pt x="20422" y="4143"/>
                  </a:lnTo>
                  <a:lnTo>
                    <a:pt x="20401" y="4060"/>
                  </a:lnTo>
                  <a:lnTo>
                    <a:pt x="20359" y="3976"/>
                  </a:lnTo>
                  <a:lnTo>
                    <a:pt x="20401" y="3934"/>
                  </a:lnTo>
                  <a:lnTo>
                    <a:pt x="20401" y="3850"/>
                  </a:lnTo>
                  <a:lnTo>
                    <a:pt x="20317" y="3809"/>
                  </a:lnTo>
                  <a:lnTo>
                    <a:pt x="20276" y="3809"/>
                  </a:lnTo>
                  <a:lnTo>
                    <a:pt x="20129" y="3725"/>
                  </a:lnTo>
                  <a:lnTo>
                    <a:pt x="20004" y="3704"/>
                  </a:lnTo>
                  <a:lnTo>
                    <a:pt x="19962" y="3704"/>
                  </a:lnTo>
                  <a:lnTo>
                    <a:pt x="19899" y="3557"/>
                  </a:lnTo>
                  <a:lnTo>
                    <a:pt x="19794" y="3390"/>
                  </a:lnTo>
                  <a:lnTo>
                    <a:pt x="19648" y="3244"/>
                  </a:lnTo>
                  <a:lnTo>
                    <a:pt x="19460" y="3223"/>
                  </a:lnTo>
                  <a:lnTo>
                    <a:pt x="19250" y="3223"/>
                  </a:lnTo>
                  <a:lnTo>
                    <a:pt x="19062" y="3244"/>
                  </a:lnTo>
                  <a:lnTo>
                    <a:pt x="19041" y="3306"/>
                  </a:lnTo>
                  <a:lnTo>
                    <a:pt x="19083" y="3348"/>
                  </a:lnTo>
                  <a:lnTo>
                    <a:pt x="19062" y="3411"/>
                  </a:lnTo>
                  <a:lnTo>
                    <a:pt x="18936" y="3453"/>
                  </a:lnTo>
                  <a:lnTo>
                    <a:pt x="18853" y="3432"/>
                  </a:lnTo>
                  <a:lnTo>
                    <a:pt x="18727" y="3495"/>
                  </a:lnTo>
                  <a:lnTo>
                    <a:pt x="18560" y="3411"/>
                  </a:lnTo>
                  <a:lnTo>
                    <a:pt x="18497" y="3432"/>
                  </a:lnTo>
                  <a:lnTo>
                    <a:pt x="18413" y="3495"/>
                  </a:lnTo>
                  <a:lnTo>
                    <a:pt x="18309" y="3495"/>
                  </a:lnTo>
                  <a:lnTo>
                    <a:pt x="18204" y="3411"/>
                  </a:lnTo>
                  <a:lnTo>
                    <a:pt x="18079" y="3348"/>
                  </a:lnTo>
                  <a:lnTo>
                    <a:pt x="18079" y="3285"/>
                  </a:lnTo>
                  <a:lnTo>
                    <a:pt x="18100" y="3202"/>
                  </a:lnTo>
                  <a:lnTo>
                    <a:pt x="17911" y="3118"/>
                  </a:lnTo>
                  <a:lnTo>
                    <a:pt x="17828" y="3181"/>
                  </a:lnTo>
                  <a:lnTo>
                    <a:pt x="17828" y="3306"/>
                  </a:lnTo>
                  <a:lnTo>
                    <a:pt x="17869" y="3327"/>
                  </a:lnTo>
                  <a:lnTo>
                    <a:pt x="17828" y="3390"/>
                  </a:lnTo>
                  <a:lnTo>
                    <a:pt x="17744" y="3453"/>
                  </a:lnTo>
                  <a:lnTo>
                    <a:pt x="17597" y="3453"/>
                  </a:lnTo>
                  <a:lnTo>
                    <a:pt x="16175" y="1695"/>
                  </a:lnTo>
                  <a:lnTo>
                    <a:pt x="15170" y="921"/>
                  </a:lnTo>
                  <a:lnTo>
                    <a:pt x="15107" y="837"/>
                  </a:lnTo>
                  <a:lnTo>
                    <a:pt x="15191" y="816"/>
                  </a:lnTo>
                  <a:lnTo>
                    <a:pt x="15296" y="712"/>
                  </a:lnTo>
                  <a:lnTo>
                    <a:pt x="15296" y="607"/>
                  </a:lnTo>
                  <a:lnTo>
                    <a:pt x="15254" y="565"/>
                  </a:lnTo>
                  <a:lnTo>
                    <a:pt x="15087" y="607"/>
                  </a:lnTo>
                  <a:lnTo>
                    <a:pt x="14961" y="628"/>
                  </a:lnTo>
                  <a:lnTo>
                    <a:pt x="14877" y="733"/>
                  </a:lnTo>
                  <a:lnTo>
                    <a:pt x="14773" y="775"/>
                  </a:lnTo>
                  <a:lnTo>
                    <a:pt x="14647" y="900"/>
                  </a:lnTo>
                  <a:lnTo>
                    <a:pt x="14647" y="984"/>
                  </a:lnTo>
                  <a:lnTo>
                    <a:pt x="14563" y="1047"/>
                  </a:lnTo>
                  <a:lnTo>
                    <a:pt x="14522" y="1151"/>
                  </a:lnTo>
                  <a:lnTo>
                    <a:pt x="14417" y="1235"/>
                  </a:lnTo>
                  <a:lnTo>
                    <a:pt x="14229" y="1235"/>
                  </a:lnTo>
                  <a:lnTo>
                    <a:pt x="14124" y="1298"/>
                  </a:lnTo>
                  <a:lnTo>
                    <a:pt x="14145" y="1423"/>
                  </a:lnTo>
                  <a:lnTo>
                    <a:pt x="14061" y="1465"/>
                  </a:lnTo>
                  <a:lnTo>
                    <a:pt x="14019" y="1423"/>
                  </a:lnTo>
                  <a:lnTo>
                    <a:pt x="13789" y="1360"/>
                  </a:lnTo>
                  <a:lnTo>
                    <a:pt x="13643" y="1423"/>
                  </a:lnTo>
                  <a:lnTo>
                    <a:pt x="13601" y="1507"/>
                  </a:lnTo>
                  <a:lnTo>
                    <a:pt x="13517" y="1507"/>
                  </a:lnTo>
                  <a:lnTo>
                    <a:pt x="13434" y="1402"/>
                  </a:lnTo>
                  <a:lnTo>
                    <a:pt x="13434" y="1235"/>
                  </a:lnTo>
                  <a:lnTo>
                    <a:pt x="13517" y="1172"/>
                  </a:lnTo>
                  <a:lnTo>
                    <a:pt x="13538" y="1088"/>
                  </a:lnTo>
                  <a:lnTo>
                    <a:pt x="13496" y="1026"/>
                  </a:lnTo>
                  <a:lnTo>
                    <a:pt x="13413" y="1109"/>
                  </a:lnTo>
                  <a:lnTo>
                    <a:pt x="13329" y="1109"/>
                  </a:lnTo>
                  <a:lnTo>
                    <a:pt x="13120" y="1005"/>
                  </a:lnTo>
                  <a:lnTo>
                    <a:pt x="12994" y="1026"/>
                  </a:lnTo>
                  <a:lnTo>
                    <a:pt x="13015" y="1109"/>
                  </a:lnTo>
                  <a:lnTo>
                    <a:pt x="13078" y="1130"/>
                  </a:lnTo>
                  <a:lnTo>
                    <a:pt x="12994" y="1214"/>
                  </a:lnTo>
                  <a:lnTo>
                    <a:pt x="12952" y="1214"/>
                  </a:lnTo>
                  <a:lnTo>
                    <a:pt x="12869" y="1088"/>
                  </a:lnTo>
                  <a:lnTo>
                    <a:pt x="12848" y="900"/>
                  </a:lnTo>
                  <a:lnTo>
                    <a:pt x="12638" y="733"/>
                  </a:lnTo>
                  <a:lnTo>
                    <a:pt x="12597" y="775"/>
                  </a:lnTo>
                  <a:lnTo>
                    <a:pt x="12638" y="900"/>
                  </a:lnTo>
                  <a:lnTo>
                    <a:pt x="12638" y="984"/>
                  </a:lnTo>
                  <a:lnTo>
                    <a:pt x="12555" y="984"/>
                  </a:lnTo>
                  <a:lnTo>
                    <a:pt x="12513" y="879"/>
                  </a:lnTo>
                  <a:lnTo>
                    <a:pt x="12450" y="900"/>
                  </a:lnTo>
                  <a:lnTo>
                    <a:pt x="12429" y="1005"/>
                  </a:lnTo>
                  <a:lnTo>
                    <a:pt x="12366" y="1026"/>
                  </a:lnTo>
                  <a:lnTo>
                    <a:pt x="12262" y="942"/>
                  </a:lnTo>
                  <a:lnTo>
                    <a:pt x="12136" y="1026"/>
                  </a:lnTo>
                  <a:lnTo>
                    <a:pt x="12074" y="984"/>
                  </a:lnTo>
                  <a:lnTo>
                    <a:pt x="12032" y="879"/>
                  </a:lnTo>
                  <a:lnTo>
                    <a:pt x="12115" y="837"/>
                  </a:lnTo>
                  <a:lnTo>
                    <a:pt x="12136" y="796"/>
                  </a:lnTo>
                  <a:lnTo>
                    <a:pt x="12115" y="691"/>
                  </a:lnTo>
                  <a:lnTo>
                    <a:pt x="12136" y="586"/>
                  </a:lnTo>
                  <a:lnTo>
                    <a:pt x="12115" y="524"/>
                  </a:lnTo>
                  <a:lnTo>
                    <a:pt x="12032" y="482"/>
                  </a:lnTo>
                  <a:lnTo>
                    <a:pt x="11948" y="398"/>
                  </a:lnTo>
                  <a:lnTo>
                    <a:pt x="11927" y="272"/>
                  </a:lnTo>
                  <a:lnTo>
                    <a:pt x="11864" y="252"/>
                  </a:lnTo>
                  <a:lnTo>
                    <a:pt x="11822" y="84"/>
                  </a:lnTo>
                  <a:lnTo>
                    <a:pt x="11718" y="84"/>
                  </a:lnTo>
                  <a:lnTo>
                    <a:pt x="11592" y="126"/>
                  </a:lnTo>
                  <a:lnTo>
                    <a:pt x="11446" y="126"/>
                  </a:lnTo>
                  <a:lnTo>
                    <a:pt x="11299" y="42"/>
                  </a:lnTo>
                  <a:lnTo>
                    <a:pt x="11132" y="63"/>
                  </a:lnTo>
                  <a:lnTo>
                    <a:pt x="11006" y="0"/>
                  </a:lnTo>
                  <a:lnTo>
                    <a:pt x="10902" y="42"/>
                  </a:lnTo>
                  <a:lnTo>
                    <a:pt x="1086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06" name="Google Shape;1606;p60"/>
            <p:cNvSpPr/>
            <p:nvPr/>
          </p:nvSpPr>
          <p:spPr>
            <a:xfrm>
              <a:off x="4105619" y="2816249"/>
              <a:ext cx="110383" cy="65688"/>
            </a:xfrm>
            <a:custGeom>
              <a:avLst/>
              <a:gdLst/>
              <a:ahLst/>
              <a:cxnLst/>
              <a:rect l="l" t="t" r="r" b="b"/>
              <a:pathLst>
                <a:path w="9270" h="5776" extrusionOk="0">
                  <a:moveTo>
                    <a:pt x="1507" y="1"/>
                  </a:moveTo>
                  <a:lnTo>
                    <a:pt x="0" y="294"/>
                  </a:lnTo>
                  <a:lnTo>
                    <a:pt x="439" y="3014"/>
                  </a:lnTo>
                  <a:lnTo>
                    <a:pt x="732" y="3014"/>
                  </a:lnTo>
                  <a:lnTo>
                    <a:pt x="963" y="3035"/>
                  </a:lnTo>
                  <a:lnTo>
                    <a:pt x="1004" y="2909"/>
                  </a:lnTo>
                  <a:lnTo>
                    <a:pt x="900" y="2804"/>
                  </a:lnTo>
                  <a:lnTo>
                    <a:pt x="879" y="2595"/>
                  </a:lnTo>
                  <a:lnTo>
                    <a:pt x="983" y="2344"/>
                  </a:lnTo>
                  <a:lnTo>
                    <a:pt x="1172" y="2323"/>
                  </a:lnTo>
                  <a:lnTo>
                    <a:pt x="1276" y="2198"/>
                  </a:lnTo>
                  <a:lnTo>
                    <a:pt x="1402" y="2114"/>
                  </a:lnTo>
                  <a:lnTo>
                    <a:pt x="1527" y="2198"/>
                  </a:lnTo>
                  <a:lnTo>
                    <a:pt x="1611" y="2135"/>
                  </a:lnTo>
                  <a:lnTo>
                    <a:pt x="1507" y="2009"/>
                  </a:lnTo>
                  <a:lnTo>
                    <a:pt x="1779" y="2030"/>
                  </a:lnTo>
                  <a:lnTo>
                    <a:pt x="2155" y="2219"/>
                  </a:lnTo>
                  <a:lnTo>
                    <a:pt x="2511" y="2428"/>
                  </a:lnTo>
                  <a:lnTo>
                    <a:pt x="2532" y="2553"/>
                  </a:lnTo>
                  <a:lnTo>
                    <a:pt x="2971" y="2804"/>
                  </a:lnTo>
                  <a:lnTo>
                    <a:pt x="3306" y="2951"/>
                  </a:lnTo>
                  <a:lnTo>
                    <a:pt x="3390" y="2909"/>
                  </a:lnTo>
                  <a:lnTo>
                    <a:pt x="3515" y="2930"/>
                  </a:lnTo>
                  <a:lnTo>
                    <a:pt x="3766" y="3076"/>
                  </a:lnTo>
                  <a:lnTo>
                    <a:pt x="3871" y="3432"/>
                  </a:lnTo>
                  <a:lnTo>
                    <a:pt x="3976" y="3537"/>
                  </a:lnTo>
                  <a:lnTo>
                    <a:pt x="4017" y="3662"/>
                  </a:lnTo>
                  <a:lnTo>
                    <a:pt x="4143" y="3913"/>
                  </a:lnTo>
                  <a:lnTo>
                    <a:pt x="4352" y="3997"/>
                  </a:lnTo>
                  <a:lnTo>
                    <a:pt x="4729" y="4227"/>
                  </a:lnTo>
                  <a:lnTo>
                    <a:pt x="5126" y="4520"/>
                  </a:lnTo>
                  <a:lnTo>
                    <a:pt x="5545" y="4708"/>
                  </a:lnTo>
                  <a:lnTo>
                    <a:pt x="5921" y="5001"/>
                  </a:lnTo>
                  <a:lnTo>
                    <a:pt x="6235" y="5022"/>
                  </a:lnTo>
                  <a:lnTo>
                    <a:pt x="6319" y="5106"/>
                  </a:lnTo>
                  <a:lnTo>
                    <a:pt x="6403" y="5106"/>
                  </a:lnTo>
                  <a:lnTo>
                    <a:pt x="6612" y="5232"/>
                  </a:lnTo>
                  <a:lnTo>
                    <a:pt x="6612" y="5378"/>
                  </a:lnTo>
                  <a:lnTo>
                    <a:pt x="6633" y="5650"/>
                  </a:lnTo>
                  <a:lnTo>
                    <a:pt x="6821" y="5587"/>
                  </a:lnTo>
                  <a:lnTo>
                    <a:pt x="6926" y="5671"/>
                  </a:lnTo>
                  <a:lnTo>
                    <a:pt x="7009" y="5776"/>
                  </a:lnTo>
                  <a:lnTo>
                    <a:pt x="7072" y="5776"/>
                  </a:lnTo>
                  <a:lnTo>
                    <a:pt x="7177" y="5671"/>
                  </a:lnTo>
                  <a:lnTo>
                    <a:pt x="7281" y="5692"/>
                  </a:lnTo>
                  <a:lnTo>
                    <a:pt x="7323" y="5755"/>
                  </a:lnTo>
                  <a:lnTo>
                    <a:pt x="7365" y="5378"/>
                  </a:lnTo>
                  <a:lnTo>
                    <a:pt x="7491" y="5106"/>
                  </a:lnTo>
                  <a:lnTo>
                    <a:pt x="7553" y="5043"/>
                  </a:lnTo>
                  <a:lnTo>
                    <a:pt x="7533" y="4897"/>
                  </a:lnTo>
                  <a:lnTo>
                    <a:pt x="7407" y="4834"/>
                  </a:lnTo>
                  <a:lnTo>
                    <a:pt x="7344" y="4688"/>
                  </a:lnTo>
                  <a:lnTo>
                    <a:pt x="7386" y="4541"/>
                  </a:lnTo>
                  <a:lnTo>
                    <a:pt x="7365" y="4416"/>
                  </a:lnTo>
                  <a:lnTo>
                    <a:pt x="7219" y="4436"/>
                  </a:lnTo>
                  <a:lnTo>
                    <a:pt x="7114" y="4499"/>
                  </a:lnTo>
                  <a:lnTo>
                    <a:pt x="6947" y="4269"/>
                  </a:lnTo>
                  <a:lnTo>
                    <a:pt x="6947" y="4102"/>
                  </a:lnTo>
                  <a:lnTo>
                    <a:pt x="7072" y="3997"/>
                  </a:lnTo>
                  <a:lnTo>
                    <a:pt x="7344" y="4018"/>
                  </a:lnTo>
                  <a:lnTo>
                    <a:pt x="7449" y="3997"/>
                  </a:lnTo>
                  <a:lnTo>
                    <a:pt x="7449" y="3872"/>
                  </a:lnTo>
                  <a:lnTo>
                    <a:pt x="7679" y="3788"/>
                  </a:lnTo>
                  <a:lnTo>
                    <a:pt x="7637" y="3704"/>
                  </a:lnTo>
                  <a:lnTo>
                    <a:pt x="7574" y="3662"/>
                  </a:lnTo>
                  <a:lnTo>
                    <a:pt x="7846" y="3600"/>
                  </a:lnTo>
                  <a:lnTo>
                    <a:pt x="8014" y="3537"/>
                  </a:lnTo>
                  <a:lnTo>
                    <a:pt x="8056" y="3390"/>
                  </a:lnTo>
                  <a:lnTo>
                    <a:pt x="7867" y="3328"/>
                  </a:lnTo>
                  <a:lnTo>
                    <a:pt x="7867" y="3181"/>
                  </a:lnTo>
                  <a:lnTo>
                    <a:pt x="8014" y="3139"/>
                  </a:lnTo>
                  <a:lnTo>
                    <a:pt x="8181" y="3014"/>
                  </a:lnTo>
                  <a:lnTo>
                    <a:pt x="8286" y="3035"/>
                  </a:lnTo>
                  <a:lnTo>
                    <a:pt x="8453" y="2825"/>
                  </a:lnTo>
                  <a:lnTo>
                    <a:pt x="8600" y="2951"/>
                  </a:lnTo>
                  <a:lnTo>
                    <a:pt x="8621" y="3056"/>
                  </a:lnTo>
                  <a:lnTo>
                    <a:pt x="8914" y="3014"/>
                  </a:lnTo>
                  <a:lnTo>
                    <a:pt x="9123" y="3014"/>
                  </a:lnTo>
                  <a:lnTo>
                    <a:pt x="9269" y="2825"/>
                  </a:lnTo>
                  <a:lnTo>
                    <a:pt x="9248" y="2721"/>
                  </a:lnTo>
                  <a:lnTo>
                    <a:pt x="8955" y="2491"/>
                  </a:lnTo>
                  <a:lnTo>
                    <a:pt x="8893" y="2491"/>
                  </a:lnTo>
                  <a:lnTo>
                    <a:pt x="8893" y="2637"/>
                  </a:lnTo>
                  <a:lnTo>
                    <a:pt x="8788" y="2742"/>
                  </a:lnTo>
                  <a:lnTo>
                    <a:pt x="8683" y="2721"/>
                  </a:lnTo>
                  <a:lnTo>
                    <a:pt x="8579" y="2616"/>
                  </a:lnTo>
                  <a:lnTo>
                    <a:pt x="8307" y="2532"/>
                  </a:lnTo>
                  <a:lnTo>
                    <a:pt x="8202" y="2449"/>
                  </a:lnTo>
                  <a:lnTo>
                    <a:pt x="8286" y="2323"/>
                  </a:lnTo>
                  <a:lnTo>
                    <a:pt x="8453" y="2030"/>
                  </a:lnTo>
                  <a:lnTo>
                    <a:pt x="8453" y="1905"/>
                  </a:lnTo>
                  <a:lnTo>
                    <a:pt x="8369" y="1905"/>
                  </a:lnTo>
                  <a:lnTo>
                    <a:pt x="8265" y="2072"/>
                  </a:lnTo>
                  <a:lnTo>
                    <a:pt x="8160" y="2093"/>
                  </a:lnTo>
                  <a:lnTo>
                    <a:pt x="7909" y="2386"/>
                  </a:lnTo>
                  <a:lnTo>
                    <a:pt x="7846" y="2532"/>
                  </a:lnTo>
                  <a:lnTo>
                    <a:pt x="7784" y="2616"/>
                  </a:lnTo>
                  <a:lnTo>
                    <a:pt x="7658" y="2825"/>
                  </a:lnTo>
                  <a:lnTo>
                    <a:pt x="7449" y="3035"/>
                  </a:lnTo>
                  <a:lnTo>
                    <a:pt x="7365" y="3014"/>
                  </a:lnTo>
                  <a:lnTo>
                    <a:pt x="7114" y="2867"/>
                  </a:lnTo>
                  <a:lnTo>
                    <a:pt x="6926" y="2846"/>
                  </a:lnTo>
                  <a:lnTo>
                    <a:pt x="6737" y="2867"/>
                  </a:lnTo>
                  <a:lnTo>
                    <a:pt x="6486" y="3014"/>
                  </a:lnTo>
                  <a:lnTo>
                    <a:pt x="6361" y="3014"/>
                  </a:lnTo>
                  <a:lnTo>
                    <a:pt x="6131" y="2323"/>
                  </a:lnTo>
                  <a:lnTo>
                    <a:pt x="5712" y="2281"/>
                  </a:lnTo>
                  <a:lnTo>
                    <a:pt x="5691" y="1465"/>
                  </a:lnTo>
                  <a:lnTo>
                    <a:pt x="5503" y="1549"/>
                  </a:lnTo>
                  <a:lnTo>
                    <a:pt x="5356" y="1172"/>
                  </a:lnTo>
                  <a:lnTo>
                    <a:pt x="5064" y="963"/>
                  </a:lnTo>
                  <a:lnTo>
                    <a:pt x="4122" y="963"/>
                  </a:lnTo>
                  <a:lnTo>
                    <a:pt x="3264" y="1047"/>
                  </a:lnTo>
                  <a:lnTo>
                    <a:pt x="2762" y="754"/>
                  </a:lnTo>
                  <a:lnTo>
                    <a:pt x="2427" y="628"/>
                  </a:lnTo>
                  <a:lnTo>
                    <a:pt x="150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07" name="Google Shape;1607;p60"/>
            <p:cNvSpPr/>
            <p:nvPr/>
          </p:nvSpPr>
          <p:spPr>
            <a:xfrm>
              <a:off x="4085936" y="2839096"/>
              <a:ext cx="98666" cy="59262"/>
            </a:xfrm>
            <a:custGeom>
              <a:avLst/>
              <a:gdLst/>
              <a:ahLst/>
              <a:cxnLst/>
              <a:rect l="l" t="t" r="r" b="b"/>
              <a:pathLst>
                <a:path w="8286" h="5211" extrusionOk="0">
                  <a:moveTo>
                    <a:pt x="3160" y="0"/>
                  </a:moveTo>
                  <a:lnTo>
                    <a:pt x="3264" y="126"/>
                  </a:lnTo>
                  <a:lnTo>
                    <a:pt x="3180" y="189"/>
                  </a:lnTo>
                  <a:lnTo>
                    <a:pt x="3055" y="105"/>
                  </a:lnTo>
                  <a:lnTo>
                    <a:pt x="2929" y="189"/>
                  </a:lnTo>
                  <a:lnTo>
                    <a:pt x="2825" y="314"/>
                  </a:lnTo>
                  <a:lnTo>
                    <a:pt x="2636" y="335"/>
                  </a:lnTo>
                  <a:lnTo>
                    <a:pt x="2532" y="586"/>
                  </a:lnTo>
                  <a:lnTo>
                    <a:pt x="2553" y="795"/>
                  </a:lnTo>
                  <a:lnTo>
                    <a:pt x="2657" y="900"/>
                  </a:lnTo>
                  <a:lnTo>
                    <a:pt x="2616" y="1026"/>
                  </a:lnTo>
                  <a:lnTo>
                    <a:pt x="2385" y="1005"/>
                  </a:lnTo>
                  <a:lnTo>
                    <a:pt x="2092" y="1005"/>
                  </a:lnTo>
                  <a:lnTo>
                    <a:pt x="2009" y="1026"/>
                  </a:lnTo>
                  <a:lnTo>
                    <a:pt x="1779" y="1067"/>
                  </a:lnTo>
                  <a:lnTo>
                    <a:pt x="1402" y="628"/>
                  </a:lnTo>
                  <a:lnTo>
                    <a:pt x="983" y="398"/>
                  </a:lnTo>
                  <a:lnTo>
                    <a:pt x="628" y="335"/>
                  </a:lnTo>
                  <a:lnTo>
                    <a:pt x="335" y="440"/>
                  </a:lnTo>
                  <a:lnTo>
                    <a:pt x="0" y="754"/>
                  </a:lnTo>
                  <a:lnTo>
                    <a:pt x="0" y="816"/>
                  </a:lnTo>
                  <a:lnTo>
                    <a:pt x="84" y="900"/>
                  </a:lnTo>
                  <a:lnTo>
                    <a:pt x="126" y="963"/>
                  </a:lnTo>
                  <a:lnTo>
                    <a:pt x="209" y="1047"/>
                  </a:lnTo>
                  <a:lnTo>
                    <a:pt x="251" y="1151"/>
                  </a:lnTo>
                  <a:lnTo>
                    <a:pt x="356" y="1360"/>
                  </a:lnTo>
                  <a:lnTo>
                    <a:pt x="335" y="1528"/>
                  </a:lnTo>
                  <a:lnTo>
                    <a:pt x="293" y="1653"/>
                  </a:lnTo>
                  <a:lnTo>
                    <a:pt x="314" y="1946"/>
                  </a:lnTo>
                  <a:lnTo>
                    <a:pt x="356" y="2009"/>
                  </a:lnTo>
                  <a:lnTo>
                    <a:pt x="398" y="2093"/>
                  </a:lnTo>
                  <a:lnTo>
                    <a:pt x="607" y="2302"/>
                  </a:lnTo>
                  <a:lnTo>
                    <a:pt x="565" y="2218"/>
                  </a:lnTo>
                  <a:lnTo>
                    <a:pt x="523" y="2155"/>
                  </a:lnTo>
                  <a:lnTo>
                    <a:pt x="544" y="2114"/>
                  </a:lnTo>
                  <a:lnTo>
                    <a:pt x="732" y="2155"/>
                  </a:lnTo>
                  <a:lnTo>
                    <a:pt x="816" y="2093"/>
                  </a:lnTo>
                  <a:lnTo>
                    <a:pt x="858" y="2114"/>
                  </a:lnTo>
                  <a:lnTo>
                    <a:pt x="837" y="2260"/>
                  </a:lnTo>
                  <a:lnTo>
                    <a:pt x="858" y="2365"/>
                  </a:lnTo>
                  <a:lnTo>
                    <a:pt x="942" y="2323"/>
                  </a:lnTo>
                  <a:lnTo>
                    <a:pt x="983" y="2427"/>
                  </a:lnTo>
                  <a:lnTo>
                    <a:pt x="963" y="2490"/>
                  </a:lnTo>
                  <a:lnTo>
                    <a:pt x="858" y="2469"/>
                  </a:lnTo>
                  <a:lnTo>
                    <a:pt x="816" y="2469"/>
                  </a:lnTo>
                  <a:lnTo>
                    <a:pt x="753" y="2427"/>
                  </a:lnTo>
                  <a:lnTo>
                    <a:pt x="649" y="2511"/>
                  </a:lnTo>
                  <a:lnTo>
                    <a:pt x="649" y="2616"/>
                  </a:lnTo>
                  <a:lnTo>
                    <a:pt x="732" y="2699"/>
                  </a:lnTo>
                  <a:lnTo>
                    <a:pt x="711" y="2574"/>
                  </a:lnTo>
                  <a:lnTo>
                    <a:pt x="774" y="2574"/>
                  </a:lnTo>
                  <a:lnTo>
                    <a:pt x="837" y="2595"/>
                  </a:lnTo>
                  <a:lnTo>
                    <a:pt x="921" y="2616"/>
                  </a:lnTo>
                  <a:lnTo>
                    <a:pt x="963" y="2720"/>
                  </a:lnTo>
                  <a:lnTo>
                    <a:pt x="1130" y="2804"/>
                  </a:lnTo>
                  <a:lnTo>
                    <a:pt x="1172" y="2909"/>
                  </a:lnTo>
                  <a:lnTo>
                    <a:pt x="1151" y="3097"/>
                  </a:lnTo>
                  <a:lnTo>
                    <a:pt x="1172" y="3160"/>
                  </a:lnTo>
                  <a:lnTo>
                    <a:pt x="1172" y="3453"/>
                  </a:lnTo>
                  <a:lnTo>
                    <a:pt x="1235" y="3662"/>
                  </a:lnTo>
                  <a:lnTo>
                    <a:pt x="1339" y="3955"/>
                  </a:lnTo>
                  <a:lnTo>
                    <a:pt x="1444" y="3871"/>
                  </a:lnTo>
                  <a:lnTo>
                    <a:pt x="1716" y="3871"/>
                  </a:lnTo>
                  <a:lnTo>
                    <a:pt x="1779" y="3725"/>
                  </a:lnTo>
                  <a:lnTo>
                    <a:pt x="1862" y="3620"/>
                  </a:lnTo>
                  <a:lnTo>
                    <a:pt x="1967" y="3620"/>
                  </a:lnTo>
                  <a:lnTo>
                    <a:pt x="2197" y="3411"/>
                  </a:lnTo>
                  <a:lnTo>
                    <a:pt x="2427" y="3348"/>
                  </a:lnTo>
                  <a:lnTo>
                    <a:pt x="2636" y="3411"/>
                  </a:lnTo>
                  <a:lnTo>
                    <a:pt x="2699" y="3264"/>
                  </a:lnTo>
                  <a:lnTo>
                    <a:pt x="2804" y="3243"/>
                  </a:lnTo>
                  <a:lnTo>
                    <a:pt x="2929" y="3306"/>
                  </a:lnTo>
                  <a:lnTo>
                    <a:pt x="3055" y="3264"/>
                  </a:lnTo>
                  <a:lnTo>
                    <a:pt x="3264" y="3453"/>
                  </a:lnTo>
                  <a:lnTo>
                    <a:pt x="3432" y="3515"/>
                  </a:lnTo>
                  <a:lnTo>
                    <a:pt x="3766" y="3725"/>
                  </a:lnTo>
                  <a:lnTo>
                    <a:pt x="3871" y="3725"/>
                  </a:lnTo>
                  <a:lnTo>
                    <a:pt x="3955" y="3641"/>
                  </a:lnTo>
                  <a:lnTo>
                    <a:pt x="4185" y="3746"/>
                  </a:lnTo>
                  <a:lnTo>
                    <a:pt x="4310" y="3767"/>
                  </a:lnTo>
                  <a:lnTo>
                    <a:pt x="4331" y="3934"/>
                  </a:lnTo>
                  <a:lnTo>
                    <a:pt x="4394" y="3976"/>
                  </a:lnTo>
                  <a:lnTo>
                    <a:pt x="4520" y="3955"/>
                  </a:lnTo>
                  <a:lnTo>
                    <a:pt x="4729" y="3997"/>
                  </a:lnTo>
                  <a:lnTo>
                    <a:pt x="4959" y="4311"/>
                  </a:lnTo>
                  <a:lnTo>
                    <a:pt x="5231" y="4352"/>
                  </a:lnTo>
                  <a:lnTo>
                    <a:pt x="5357" y="4394"/>
                  </a:lnTo>
                  <a:lnTo>
                    <a:pt x="5461" y="4562"/>
                  </a:lnTo>
                  <a:lnTo>
                    <a:pt x="5419" y="4666"/>
                  </a:lnTo>
                  <a:lnTo>
                    <a:pt x="5461" y="4792"/>
                  </a:lnTo>
                  <a:lnTo>
                    <a:pt x="5461" y="4876"/>
                  </a:lnTo>
                  <a:lnTo>
                    <a:pt x="5524" y="4980"/>
                  </a:lnTo>
                  <a:lnTo>
                    <a:pt x="5566" y="4938"/>
                  </a:lnTo>
                  <a:lnTo>
                    <a:pt x="5691" y="4980"/>
                  </a:lnTo>
                  <a:lnTo>
                    <a:pt x="5775" y="5043"/>
                  </a:lnTo>
                  <a:lnTo>
                    <a:pt x="5880" y="5043"/>
                  </a:lnTo>
                  <a:lnTo>
                    <a:pt x="5963" y="4980"/>
                  </a:lnTo>
                  <a:lnTo>
                    <a:pt x="6047" y="4980"/>
                  </a:lnTo>
                  <a:lnTo>
                    <a:pt x="6173" y="5085"/>
                  </a:lnTo>
                  <a:lnTo>
                    <a:pt x="6214" y="5148"/>
                  </a:lnTo>
                  <a:lnTo>
                    <a:pt x="6277" y="5210"/>
                  </a:lnTo>
                  <a:lnTo>
                    <a:pt x="6319" y="5148"/>
                  </a:lnTo>
                  <a:lnTo>
                    <a:pt x="6486" y="5127"/>
                  </a:lnTo>
                  <a:lnTo>
                    <a:pt x="6570" y="5022"/>
                  </a:lnTo>
                  <a:lnTo>
                    <a:pt x="6591" y="4938"/>
                  </a:lnTo>
                  <a:lnTo>
                    <a:pt x="6675" y="4896"/>
                  </a:lnTo>
                  <a:lnTo>
                    <a:pt x="6633" y="4813"/>
                  </a:lnTo>
                  <a:lnTo>
                    <a:pt x="6821" y="4708"/>
                  </a:lnTo>
                  <a:lnTo>
                    <a:pt x="7030" y="4666"/>
                  </a:lnTo>
                  <a:lnTo>
                    <a:pt x="7051" y="4604"/>
                  </a:lnTo>
                  <a:lnTo>
                    <a:pt x="7135" y="4520"/>
                  </a:lnTo>
                  <a:lnTo>
                    <a:pt x="7240" y="4499"/>
                  </a:lnTo>
                  <a:lnTo>
                    <a:pt x="7261" y="4373"/>
                  </a:lnTo>
                  <a:lnTo>
                    <a:pt x="7261" y="4206"/>
                  </a:lnTo>
                  <a:lnTo>
                    <a:pt x="7407" y="4080"/>
                  </a:lnTo>
                  <a:lnTo>
                    <a:pt x="7407" y="3955"/>
                  </a:lnTo>
                  <a:lnTo>
                    <a:pt x="7344" y="3892"/>
                  </a:lnTo>
                  <a:lnTo>
                    <a:pt x="7365" y="3850"/>
                  </a:lnTo>
                  <a:lnTo>
                    <a:pt x="7428" y="3829"/>
                  </a:lnTo>
                  <a:lnTo>
                    <a:pt x="7470" y="3767"/>
                  </a:lnTo>
                  <a:lnTo>
                    <a:pt x="7637" y="3725"/>
                  </a:lnTo>
                  <a:lnTo>
                    <a:pt x="7679" y="3725"/>
                  </a:lnTo>
                  <a:lnTo>
                    <a:pt x="7846" y="3620"/>
                  </a:lnTo>
                  <a:lnTo>
                    <a:pt x="7993" y="3557"/>
                  </a:lnTo>
                  <a:lnTo>
                    <a:pt x="8098" y="3641"/>
                  </a:lnTo>
                  <a:lnTo>
                    <a:pt x="8244" y="3620"/>
                  </a:lnTo>
                  <a:lnTo>
                    <a:pt x="8265" y="3641"/>
                  </a:lnTo>
                  <a:lnTo>
                    <a:pt x="8286" y="3641"/>
                  </a:lnTo>
                  <a:lnTo>
                    <a:pt x="8265" y="3369"/>
                  </a:lnTo>
                  <a:lnTo>
                    <a:pt x="8265" y="3223"/>
                  </a:lnTo>
                  <a:lnTo>
                    <a:pt x="8056" y="3097"/>
                  </a:lnTo>
                  <a:lnTo>
                    <a:pt x="7972" y="3097"/>
                  </a:lnTo>
                  <a:lnTo>
                    <a:pt x="7888" y="3013"/>
                  </a:lnTo>
                  <a:lnTo>
                    <a:pt x="7574" y="2992"/>
                  </a:lnTo>
                  <a:lnTo>
                    <a:pt x="7198" y="2699"/>
                  </a:lnTo>
                  <a:lnTo>
                    <a:pt x="6779" y="2511"/>
                  </a:lnTo>
                  <a:lnTo>
                    <a:pt x="6382" y="2218"/>
                  </a:lnTo>
                  <a:lnTo>
                    <a:pt x="6005" y="1988"/>
                  </a:lnTo>
                  <a:lnTo>
                    <a:pt x="5796" y="1904"/>
                  </a:lnTo>
                  <a:lnTo>
                    <a:pt x="5670" y="1653"/>
                  </a:lnTo>
                  <a:lnTo>
                    <a:pt x="5629" y="1528"/>
                  </a:lnTo>
                  <a:lnTo>
                    <a:pt x="5524" y="1423"/>
                  </a:lnTo>
                  <a:lnTo>
                    <a:pt x="5419" y="1067"/>
                  </a:lnTo>
                  <a:lnTo>
                    <a:pt x="5168" y="921"/>
                  </a:lnTo>
                  <a:lnTo>
                    <a:pt x="5043" y="900"/>
                  </a:lnTo>
                  <a:lnTo>
                    <a:pt x="4959" y="942"/>
                  </a:lnTo>
                  <a:lnTo>
                    <a:pt x="4624" y="795"/>
                  </a:lnTo>
                  <a:lnTo>
                    <a:pt x="4185" y="544"/>
                  </a:lnTo>
                  <a:lnTo>
                    <a:pt x="4164" y="419"/>
                  </a:lnTo>
                  <a:lnTo>
                    <a:pt x="3808" y="210"/>
                  </a:lnTo>
                  <a:lnTo>
                    <a:pt x="3432" y="21"/>
                  </a:lnTo>
                  <a:lnTo>
                    <a:pt x="316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1608" name="Google Shape;1608;p60"/>
            <p:cNvGrpSpPr/>
            <p:nvPr/>
          </p:nvGrpSpPr>
          <p:grpSpPr>
            <a:xfrm>
              <a:off x="4295710" y="3079670"/>
              <a:ext cx="14968" cy="27135"/>
              <a:chOff x="4842300" y="3099950"/>
              <a:chExt cx="31425" cy="59650"/>
            </a:xfrm>
          </p:grpSpPr>
          <p:sp>
            <p:nvSpPr>
              <p:cNvPr id="1609" name="Google Shape;1609;p60"/>
              <p:cNvSpPr/>
              <p:nvPr/>
            </p:nvSpPr>
            <p:spPr>
              <a:xfrm>
                <a:off x="4842300" y="3122950"/>
                <a:ext cx="2125" cy="6825"/>
              </a:xfrm>
              <a:custGeom>
                <a:avLst/>
                <a:gdLst/>
                <a:ahLst/>
                <a:cxnLst/>
                <a:rect l="l" t="t" r="r" b="b"/>
                <a:pathLst>
                  <a:path w="85" h="273" extrusionOk="0">
                    <a:moveTo>
                      <a:pt x="84" y="1"/>
                    </a:moveTo>
                    <a:lnTo>
                      <a:pt x="1" y="22"/>
                    </a:lnTo>
                    <a:lnTo>
                      <a:pt x="43" y="126"/>
                    </a:lnTo>
                    <a:lnTo>
                      <a:pt x="1" y="273"/>
                    </a:lnTo>
                    <a:lnTo>
                      <a:pt x="64" y="126"/>
                    </a:lnTo>
                    <a:lnTo>
                      <a:pt x="43" y="22"/>
                    </a:lnTo>
                    <a:lnTo>
                      <a:pt x="84" y="22"/>
                    </a:lnTo>
                    <a:lnTo>
                      <a:pt x="8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10" name="Google Shape;1610;p60"/>
              <p:cNvSpPr/>
              <p:nvPr/>
            </p:nvSpPr>
            <p:spPr>
              <a:xfrm>
                <a:off x="4842300" y="3106225"/>
                <a:ext cx="31425" cy="53375"/>
              </a:xfrm>
              <a:custGeom>
                <a:avLst/>
                <a:gdLst/>
                <a:ahLst/>
                <a:cxnLst/>
                <a:rect l="l" t="t" r="r" b="b"/>
                <a:pathLst>
                  <a:path w="1257" h="2135" extrusionOk="0">
                    <a:moveTo>
                      <a:pt x="273" y="0"/>
                    </a:moveTo>
                    <a:lnTo>
                      <a:pt x="273" y="21"/>
                    </a:lnTo>
                    <a:lnTo>
                      <a:pt x="294" y="42"/>
                    </a:lnTo>
                    <a:lnTo>
                      <a:pt x="273" y="63"/>
                    </a:lnTo>
                    <a:lnTo>
                      <a:pt x="252" y="105"/>
                    </a:lnTo>
                    <a:lnTo>
                      <a:pt x="252" y="126"/>
                    </a:lnTo>
                    <a:lnTo>
                      <a:pt x="252" y="209"/>
                    </a:lnTo>
                    <a:lnTo>
                      <a:pt x="189" y="314"/>
                    </a:lnTo>
                    <a:lnTo>
                      <a:pt x="147" y="272"/>
                    </a:lnTo>
                    <a:lnTo>
                      <a:pt x="84" y="230"/>
                    </a:lnTo>
                    <a:lnTo>
                      <a:pt x="1" y="230"/>
                    </a:lnTo>
                    <a:lnTo>
                      <a:pt x="1" y="251"/>
                    </a:lnTo>
                    <a:lnTo>
                      <a:pt x="84" y="272"/>
                    </a:lnTo>
                    <a:lnTo>
                      <a:pt x="105" y="335"/>
                    </a:lnTo>
                    <a:lnTo>
                      <a:pt x="84" y="356"/>
                    </a:lnTo>
                    <a:lnTo>
                      <a:pt x="147" y="461"/>
                    </a:lnTo>
                    <a:lnTo>
                      <a:pt x="147" y="628"/>
                    </a:lnTo>
                    <a:lnTo>
                      <a:pt x="84" y="691"/>
                    </a:lnTo>
                    <a:lnTo>
                      <a:pt x="64" y="942"/>
                    </a:lnTo>
                    <a:lnTo>
                      <a:pt x="84" y="1005"/>
                    </a:lnTo>
                    <a:lnTo>
                      <a:pt x="43" y="1046"/>
                    </a:lnTo>
                    <a:lnTo>
                      <a:pt x="84" y="1277"/>
                    </a:lnTo>
                    <a:lnTo>
                      <a:pt x="84" y="1360"/>
                    </a:lnTo>
                    <a:lnTo>
                      <a:pt x="168" y="1611"/>
                    </a:lnTo>
                    <a:lnTo>
                      <a:pt x="252" y="1925"/>
                    </a:lnTo>
                    <a:lnTo>
                      <a:pt x="315" y="2051"/>
                    </a:lnTo>
                    <a:lnTo>
                      <a:pt x="461" y="2134"/>
                    </a:lnTo>
                    <a:lnTo>
                      <a:pt x="587" y="2113"/>
                    </a:lnTo>
                    <a:lnTo>
                      <a:pt x="775" y="2093"/>
                    </a:lnTo>
                    <a:lnTo>
                      <a:pt x="942" y="2030"/>
                    </a:lnTo>
                    <a:lnTo>
                      <a:pt x="1131" y="1821"/>
                    </a:lnTo>
                    <a:lnTo>
                      <a:pt x="1214" y="1674"/>
                    </a:lnTo>
                    <a:lnTo>
                      <a:pt x="1256" y="1569"/>
                    </a:lnTo>
                    <a:lnTo>
                      <a:pt x="1235" y="1486"/>
                    </a:lnTo>
                    <a:lnTo>
                      <a:pt x="1256" y="1423"/>
                    </a:lnTo>
                    <a:lnTo>
                      <a:pt x="1256" y="1277"/>
                    </a:lnTo>
                    <a:lnTo>
                      <a:pt x="1235" y="1214"/>
                    </a:lnTo>
                    <a:lnTo>
                      <a:pt x="1256" y="1109"/>
                    </a:lnTo>
                    <a:lnTo>
                      <a:pt x="1152" y="1046"/>
                    </a:lnTo>
                    <a:lnTo>
                      <a:pt x="1089" y="795"/>
                    </a:lnTo>
                    <a:lnTo>
                      <a:pt x="1005" y="628"/>
                    </a:lnTo>
                    <a:lnTo>
                      <a:pt x="900" y="628"/>
                    </a:lnTo>
                    <a:lnTo>
                      <a:pt x="900" y="586"/>
                    </a:lnTo>
                    <a:lnTo>
                      <a:pt x="796" y="586"/>
                    </a:lnTo>
                    <a:lnTo>
                      <a:pt x="921" y="544"/>
                    </a:lnTo>
                    <a:lnTo>
                      <a:pt x="900" y="481"/>
                    </a:lnTo>
                    <a:lnTo>
                      <a:pt x="838" y="461"/>
                    </a:lnTo>
                    <a:lnTo>
                      <a:pt x="775" y="335"/>
                    </a:lnTo>
                    <a:lnTo>
                      <a:pt x="712" y="335"/>
                    </a:lnTo>
                    <a:lnTo>
                      <a:pt x="691" y="230"/>
                    </a:lnTo>
                    <a:lnTo>
                      <a:pt x="670" y="168"/>
                    </a:lnTo>
                    <a:lnTo>
                      <a:pt x="670" y="126"/>
                    </a:lnTo>
                    <a:lnTo>
                      <a:pt x="482" y="42"/>
                    </a:lnTo>
                    <a:lnTo>
                      <a:pt x="461" y="105"/>
                    </a:lnTo>
                    <a:lnTo>
                      <a:pt x="377" y="63"/>
                    </a:lnTo>
                    <a:lnTo>
                      <a:pt x="398" y="21"/>
                    </a:lnTo>
                    <a:lnTo>
                      <a:pt x="27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11" name="Google Shape;1611;p60"/>
              <p:cNvSpPr/>
              <p:nvPr/>
            </p:nvSpPr>
            <p:spPr>
              <a:xfrm>
                <a:off x="4844400" y="3099950"/>
                <a:ext cx="5250" cy="4725"/>
              </a:xfrm>
              <a:custGeom>
                <a:avLst/>
                <a:gdLst/>
                <a:ahLst/>
                <a:cxnLst/>
                <a:rect l="l" t="t" r="r" b="b"/>
                <a:pathLst>
                  <a:path w="210" h="189" extrusionOk="0">
                    <a:moveTo>
                      <a:pt x="189" y="0"/>
                    </a:moveTo>
                    <a:lnTo>
                      <a:pt x="0" y="42"/>
                    </a:lnTo>
                    <a:lnTo>
                      <a:pt x="0" y="105"/>
                    </a:lnTo>
                    <a:lnTo>
                      <a:pt x="126" y="188"/>
                    </a:lnTo>
                    <a:lnTo>
                      <a:pt x="126" y="147"/>
                    </a:lnTo>
                    <a:lnTo>
                      <a:pt x="168" y="147"/>
                    </a:lnTo>
                    <a:lnTo>
                      <a:pt x="210" y="42"/>
                    </a:lnTo>
                    <a:lnTo>
                      <a:pt x="18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12" name="Google Shape;1612;p60"/>
              <p:cNvSpPr/>
              <p:nvPr/>
            </p:nvSpPr>
            <p:spPr>
              <a:xfrm>
                <a:off x="4849625" y="3101500"/>
                <a:ext cx="7875" cy="6300"/>
              </a:xfrm>
              <a:custGeom>
                <a:avLst/>
                <a:gdLst/>
                <a:ahLst/>
                <a:cxnLst/>
                <a:rect l="l" t="t" r="r" b="b"/>
                <a:pathLst>
                  <a:path w="315" h="252" extrusionOk="0">
                    <a:moveTo>
                      <a:pt x="43" y="1"/>
                    </a:moveTo>
                    <a:lnTo>
                      <a:pt x="43" y="43"/>
                    </a:lnTo>
                    <a:lnTo>
                      <a:pt x="84" y="85"/>
                    </a:lnTo>
                    <a:lnTo>
                      <a:pt x="1" y="85"/>
                    </a:lnTo>
                    <a:lnTo>
                      <a:pt x="1" y="105"/>
                    </a:lnTo>
                    <a:lnTo>
                      <a:pt x="126" y="147"/>
                    </a:lnTo>
                    <a:lnTo>
                      <a:pt x="189" y="210"/>
                    </a:lnTo>
                    <a:lnTo>
                      <a:pt x="273" y="210"/>
                    </a:lnTo>
                    <a:lnTo>
                      <a:pt x="315" y="252"/>
                    </a:lnTo>
                    <a:lnTo>
                      <a:pt x="294" y="210"/>
                    </a:lnTo>
                    <a:lnTo>
                      <a:pt x="168" y="105"/>
                    </a:lnTo>
                    <a:lnTo>
                      <a:pt x="168" y="22"/>
                    </a:lnTo>
                    <a:lnTo>
                      <a:pt x="4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1613" name="Google Shape;1613;p60"/>
            <p:cNvSpPr/>
            <p:nvPr/>
          </p:nvSpPr>
          <p:spPr>
            <a:xfrm>
              <a:off x="4210500" y="2911903"/>
              <a:ext cx="193104" cy="180152"/>
            </a:xfrm>
            <a:custGeom>
              <a:avLst/>
              <a:gdLst/>
              <a:ahLst/>
              <a:cxnLst/>
              <a:rect l="l" t="t" r="r" b="b"/>
              <a:pathLst>
                <a:path w="16217" h="15841" extrusionOk="0">
                  <a:moveTo>
                    <a:pt x="6906" y="15150"/>
                  </a:moveTo>
                  <a:lnTo>
                    <a:pt x="6927" y="15212"/>
                  </a:lnTo>
                  <a:lnTo>
                    <a:pt x="6927" y="15171"/>
                  </a:lnTo>
                  <a:lnTo>
                    <a:pt x="6906" y="15150"/>
                  </a:lnTo>
                  <a:close/>
                  <a:moveTo>
                    <a:pt x="3997" y="1"/>
                  </a:moveTo>
                  <a:lnTo>
                    <a:pt x="3914" y="147"/>
                  </a:lnTo>
                  <a:lnTo>
                    <a:pt x="3788" y="147"/>
                  </a:lnTo>
                  <a:lnTo>
                    <a:pt x="3600" y="294"/>
                  </a:lnTo>
                  <a:lnTo>
                    <a:pt x="3453" y="587"/>
                  </a:lnTo>
                  <a:lnTo>
                    <a:pt x="3391" y="629"/>
                  </a:lnTo>
                  <a:lnTo>
                    <a:pt x="3286" y="733"/>
                  </a:lnTo>
                  <a:lnTo>
                    <a:pt x="3223" y="733"/>
                  </a:lnTo>
                  <a:lnTo>
                    <a:pt x="3119" y="817"/>
                  </a:lnTo>
                  <a:lnTo>
                    <a:pt x="3014" y="838"/>
                  </a:lnTo>
                  <a:lnTo>
                    <a:pt x="2826" y="1026"/>
                  </a:lnTo>
                  <a:lnTo>
                    <a:pt x="2846" y="1089"/>
                  </a:lnTo>
                  <a:lnTo>
                    <a:pt x="2930" y="1298"/>
                  </a:lnTo>
                  <a:lnTo>
                    <a:pt x="2867" y="1570"/>
                  </a:lnTo>
                  <a:lnTo>
                    <a:pt x="2867" y="1717"/>
                  </a:lnTo>
                  <a:lnTo>
                    <a:pt x="2763" y="1779"/>
                  </a:lnTo>
                  <a:lnTo>
                    <a:pt x="2616" y="1968"/>
                  </a:lnTo>
                  <a:lnTo>
                    <a:pt x="2700" y="2031"/>
                  </a:lnTo>
                  <a:lnTo>
                    <a:pt x="2700" y="2135"/>
                  </a:lnTo>
                  <a:lnTo>
                    <a:pt x="2637" y="2261"/>
                  </a:lnTo>
                  <a:lnTo>
                    <a:pt x="2428" y="2365"/>
                  </a:lnTo>
                  <a:lnTo>
                    <a:pt x="2323" y="2554"/>
                  </a:lnTo>
                  <a:lnTo>
                    <a:pt x="2302" y="2721"/>
                  </a:lnTo>
                  <a:lnTo>
                    <a:pt x="2219" y="2867"/>
                  </a:lnTo>
                  <a:lnTo>
                    <a:pt x="1968" y="3035"/>
                  </a:lnTo>
                  <a:lnTo>
                    <a:pt x="1863" y="3391"/>
                  </a:lnTo>
                  <a:lnTo>
                    <a:pt x="1675" y="3600"/>
                  </a:lnTo>
                  <a:lnTo>
                    <a:pt x="1361" y="3600"/>
                  </a:lnTo>
                  <a:lnTo>
                    <a:pt x="1152" y="3725"/>
                  </a:lnTo>
                  <a:lnTo>
                    <a:pt x="1068" y="3704"/>
                  </a:lnTo>
                  <a:lnTo>
                    <a:pt x="1047" y="3600"/>
                  </a:lnTo>
                  <a:lnTo>
                    <a:pt x="922" y="3537"/>
                  </a:lnTo>
                  <a:lnTo>
                    <a:pt x="838" y="3600"/>
                  </a:lnTo>
                  <a:lnTo>
                    <a:pt x="733" y="3642"/>
                  </a:lnTo>
                  <a:lnTo>
                    <a:pt x="691" y="3746"/>
                  </a:lnTo>
                  <a:lnTo>
                    <a:pt x="545" y="3956"/>
                  </a:lnTo>
                  <a:lnTo>
                    <a:pt x="461" y="3976"/>
                  </a:lnTo>
                  <a:lnTo>
                    <a:pt x="357" y="4228"/>
                  </a:lnTo>
                  <a:lnTo>
                    <a:pt x="357" y="4374"/>
                  </a:lnTo>
                  <a:lnTo>
                    <a:pt x="461" y="4353"/>
                  </a:lnTo>
                  <a:lnTo>
                    <a:pt x="608" y="4395"/>
                  </a:lnTo>
                  <a:lnTo>
                    <a:pt x="670" y="4374"/>
                  </a:lnTo>
                  <a:lnTo>
                    <a:pt x="775" y="4374"/>
                  </a:lnTo>
                  <a:lnTo>
                    <a:pt x="859" y="4562"/>
                  </a:lnTo>
                  <a:lnTo>
                    <a:pt x="838" y="4688"/>
                  </a:lnTo>
                  <a:lnTo>
                    <a:pt x="859" y="4897"/>
                  </a:lnTo>
                  <a:lnTo>
                    <a:pt x="1068" y="5023"/>
                  </a:lnTo>
                  <a:lnTo>
                    <a:pt x="1173" y="5023"/>
                  </a:lnTo>
                  <a:lnTo>
                    <a:pt x="1256" y="5085"/>
                  </a:lnTo>
                  <a:lnTo>
                    <a:pt x="1214" y="5169"/>
                  </a:lnTo>
                  <a:lnTo>
                    <a:pt x="1340" y="5316"/>
                  </a:lnTo>
                  <a:lnTo>
                    <a:pt x="1466" y="5692"/>
                  </a:lnTo>
                  <a:lnTo>
                    <a:pt x="1445" y="5755"/>
                  </a:lnTo>
                  <a:lnTo>
                    <a:pt x="1486" y="5818"/>
                  </a:lnTo>
                  <a:lnTo>
                    <a:pt x="1382" y="5860"/>
                  </a:lnTo>
                  <a:lnTo>
                    <a:pt x="1256" y="5943"/>
                  </a:lnTo>
                  <a:lnTo>
                    <a:pt x="1194" y="5860"/>
                  </a:lnTo>
                  <a:lnTo>
                    <a:pt x="1256" y="5797"/>
                  </a:lnTo>
                  <a:lnTo>
                    <a:pt x="1256" y="5797"/>
                  </a:lnTo>
                  <a:lnTo>
                    <a:pt x="1131" y="5818"/>
                  </a:lnTo>
                  <a:lnTo>
                    <a:pt x="1068" y="5860"/>
                  </a:lnTo>
                  <a:lnTo>
                    <a:pt x="838" y="5964"/>
                  </a:lnTo>
                  <a:lnTo>
                    <a:pt x="440" y="5943"/>
                  </a:lnTo>
                  <a:lnTo>
                    <a:pt x="336" y="6006"/>
                  </a:lnTo>
                  <a:lnTo>
                    <a:pt x="252" y="5964"/>
                  </a:lnTo>
                  <a:lnTo>
                    <a:pt x="210" y="6111"/>
                  </a:lnTo>
                  <a:lnTo>
                    <a:pt x="126" y="6132"/>
                  </a:lnTo>
                  <a:lnTo>
                    <a:pt x="22" y="6215"/>
                  </a:lnTo>
                  <a:lnTo>
                    <a:pt x="1" y="6362"/>
                  </a:lnTo>
                  <a:lnTo>
                    <a:pt x="168" y="6257"/>
                  </a:lnTo>
                  <a:lnTo>
                    <a:pt x="336" y="6236"/>
                  </a:lnTo>
                  <a:lnTo>
                    <a:pt x="210" y="6320"/>
                  </a:lnTo>
                  <a:lnTo>
                    <a:pt x="106" y="6445"/>
                  </a:lnTo>
                  <a:lnTo>
                    <a:pt x="85" y="6571"/>
                  </a:lnTo>
                  <a:lnTo>
                    <a:pt x="147" y="6592"/>
                  </a:lnTo>
                  <a:lnTo>
                    <a:pt x="336" y="6780"/>
                  </a:lnTo>
                  <a:lnTo>
                    <a:pt x="691" y="6906"/>
                  </a:lnTo>
                  <a:lnTo>
                    <a:pt x="817" y="6885"/>
                  </a:lnTo>
                  <a:lnTo>
                    <a:pt x="963" y="6885"/>
                  </a:lnTo>
                  <a:lnTo>
                    <a:pt x="1194" y="6780"/>
                  </a:lnTo>
                  <a:lnTo>
                    <a:pt x="1194" y="6738"/>
                  </a:lnTo>
                  <a:lnTo>
                    <a:pt x="1194" y="6697"/>
                  </a:lnTo>
                  <a:lnTo>
                    <a:pt x="1214" y="6697"/>
                  </a:lnTo>
                  <a:lnTo>
                    <a:pt x="1340" y="6738"/>
                  </a:lnTo>
                  <a:lnTo>
                    <a:pt x="1298" y="6843"/>
                  </a:lnTo>
                  <a:lnTo>
                    <a:pt x="1256" y="6843"/>
                  </a:lnTo>
                  <a:lnTo>
                    <a:pt x="1152" y="6989"/>
                  </a:lnTo>
                  <a:lnTo>
                    <a:pt x="1068" y="6989"/>
                  </a:lnTo>
                  <a:lnTo>
                    <a:pt x="838" y="7178"/>
                  </a:lnTo>
                  <a:lnTo>
                    <a:pt x="838" y="7220"/>
                  </a:lnTo>
                  <a:lnTo>
                    <a:pt x="754" y="7199"/>
                  </a:lnTo>
                  <a:lnTo>
                    <a:pt x="733" y="7199"/>
                  </a:lnTo>
                  <a:lnTo>
                    <a:pt x="650" y="7261"/>
                  </a:lnTo>
                  <a:lnTo>
                    <a:pt x="566" y="7220"/>
                  </a:lnTo>
                  <a:lnTo>
                    <a:pt x="566" y="7115"/>
                  </a:lnTo>
                  <a:lnTo>
                    <a:pt x="503" y="7115"/>
                  </a:lnTo>
                  <a:lnTo>
                    <a:pt x="461" y="7094"/>
                  </a:lnTo>
                  <a:lnTo>
                    <a:pt x="419" y="7094"/>
                  </a:lnTo>
                  <a:lnTo>
                    <a:pt x="398" y="7178"/>
                  </a:lnTo>
                  <a:lnTo>
                    <a:pt x="419" y="7261"/>
                  </a:lnTo>
                  <a:lnTo>
                    <a:pt x="650" y="7492"/>
                  </a:lnTo>
                  <a:lnTo>
                    <a:pt x="733" y="7533"/>
                  </a:lnTo>
                  <a:lnTo>
                    <a:pt x="775" y="7533"/>
                  </a:lnTo>
                  <a:lnTo>
                    <a:pt x="817" y="7575"/>
                  </a:lnTo>
                  <a:lnTo>
                    <a:pt x="984" y="7826"/>
                  </a:lnTo>
                  <a:lnTo>
                    <a:pt x="1403" y="8161"/>
                  </a:lnTo>
                  <a:lnTo>
                    <a:pt x="1612" y="8224"/>
                  </a:lnTo>
                  <a:lnTo>
                    <a:pt x="1779" y="8161"/>
                  </a:lnTo>
                  <a:lnTo>
                    <a:pt x="2072" y="7994"/>
                  </a:lnTo>
                  <a:lnTo>
                    <a:pt x="2261" y="7889"/>
                  </a:lnTo>
                  <a:lnTo>
                    <a:pt x="2261" y="7826"/>
                  </a:lnTo>
                  <a:lnTo>
                    <a:pt x="2344" y="7722"/>
                  </a:lnTo>
                  <a:lnTo>
                    <a:pt x="2386" y="7513"/>
                  </a:lnTo>
                  <a:lnTo>
                    <a:pt x="2302" y="7408"/>
                  </a:lnTo>
                  <a:lnTo>
                    <a:pt x="2386" y="7199"/>
                  </a:lnTo>
                  <a:lnTo>
                    <a:pt x="2386" y="7094"/>
                  </a:lnTo>
                  <a:lnTo>
                    <a:pt x="2407" y="7010"/>
                  </a:lnTo>
                  <a:lnTo>
                    <a:pt x="2428" y="7094"/>
                  </a:lnTo>
                  <a:lnTo>
                    <a:pt x="2595" y="7094"/>
                  </a:lnTo>
                  <a:lnTo>
                    <a:pt x="2637" y="7115"/>
                  </a:lnTo>
                  <a:lnTo>
                    <a:pt x="2742" y="7073"/>
                  </a:lnTo>
                  <a:lnTo>
                    <a:pt x="2721" y="7115"/>
                  </a:lnTo>
                  <a:lnTo>
                    <a:pt x="2616" y="7220"/>
                  </a:lnTo>
                  <a:lnTo>
                    <a:pt x="2533" y="7199"/>
                  </a:lnTo>
                  <a:lnTo>
                    <a:pt x="2512" y="7220"/>
                  </a:lnTo>
                  <a:lnTo>
                    <a:pt x="2491" y="7366"/>
                  </a:lnTo>
                  <a:lnTo>
                    <a:pt x="2533" y="7429"/>
                  </a:lnTo>
                  <a:lnTo>
                    <a:pt x="2533" y="7533"/>
                  </a:lnTo>
                  <a:lnTo>
                    <a:pt x="2595" y="7575"/>
                  </a:lnTo>
                  <a:lnTo>
                    <a:pt x="2742" y="7533"/>
                  </a:lnTo>
                  <a:lnTo>
                    <a:pt x="2826" y="7575"/>
                  </a:lnTo>
                  <a:lnTo>
                    <a:pt x="2742" y="7575"/>
                  </a:lnTo>
                  <a:lnTo>
                    <a:pt x="2700" y="7617"/>
                  </a:lnTo>
                  <a:lnTo>
                    <a:pt x="2554" y="7701"/>
                  </a:lnTo>
                  <a:lnTo>
                    <a:pt x="2616" y="7952"/>
                  </a:lnTo>
                  <a:lnTo>
                    <a:pt x="2700" y="8015"/>
                  </a:lnTo>
                  <a:lnTo>
                    <a:pt x="2742" y="8203"/>
                  </a:lnTo>
                  <a:lnTo>
                    <a:pt x="2742" y="8349"/>
                  </a:lnTo>
                  <a:lnTo>
                    <a:pt x="2700" y="8475"/>
                  </a:lnTo>
                  <a:lnTo>
                    <a:pt x="2700" y="8580"/>
                  </a:lnTo>
                  <a:lnTo>
                    <a:pt x="2784" y="8642"/>
                  </a:lnTo>
                  <a:lnTo>
                    <a:pt x="2700" y="8684"/>
                  </a:lnTo>
                  <a:lnTo>
                    <a:pt x="2721" y="8873"/>
                  </a:lnTo>
                  <a:lnTo>
                    <a:pt x="2867" y="9186"/>
                  </a:lnTo>
                  <a:lnTo>
                    <a:pt x="2909" y="9291"/>
                  </a:lnTo>
                  <a:lnTo>
                    <a:pt x="2951" y="9375"/>
                  </a:lnTo>
                  <a:lnTo>
                    <a:pt x="2867" y="9396"/>
                  </a:lnTo>
                  <a:lnTo>
                    <a:pt x="2867" y="9521"/>
                  </a:lnTo>
                  <a:lnTo>
                    <a:pt x="3035" y="9730"/>
                  </a:lnTo>
                  <a:lnTo>
                    <a:pt x="2909" y="9730"/>
                  </a:lnTo>
                  <a:lnTo>
                    <a:pt x="3035" y="9919"/>
                  </a:lnTo>
                  <a:lnTo>
                    <a:pt x="3035" y="10086"/>
                  </a:lnTo>
                  <a:lnTo>
                    <a:pt x="3265" y="10546"/>
                  </a:lnTo>
                  <a:lnTo>
                    <a:pt x="3265" y="10860"/>
                  </a:lnTo>
                  <a:lnTo>
                    <a:pt x="3370" y="11132"/>
                  </a:lnTo>
                  <a:lnTo>
                    <a:pt x="3453" y="11174"/>
                  </a:lnTo>
                  <a:lnTo>
                    <a:pt x="3495" y="11342"/>
                  </a:lnTo>
                  <a:lnTo>
                    <a:pt x="3579" y="11383"/>
                  </a:lnTo>
                  <a:lnTo>
                    <a:pt x="3579" y="11467"/>
                  </a:lnTo>
                  <a:lnTo>
                    <a:pt x="3704" y="11697"/>
                  </a:lnTo>
                  <a:lnTo>
                    <a:pt x="3767" y="11718"/>
                  </a:lnTo>
                  <a:lnTo>
                    <a:pt x="3767" y="11781"/>
                  </a:lnTo>
                  <a:lnTo>
                    <a:pt x="3893" y="11969"/>
                  </a:lnTo>
                  <a:lnTo>
                    <a:pt x="3955" y="11969"/>
                  </a:lnTo>
                  <a:lnTo>
                    <a:pt x="3955" y="12178"/>
                  </a:lnTo>
                  <a:lnTo>
                    <a:pt x="3997" y="12241"/>
                  </a:lnTo>
                  <a:lnTo>
                    <a:pt x="4081" y="12388"/>
                  </a:lnTo>
                  <a:lnTo>
                    <a:pt x="4102" y="12555"/>
                  </a:lnTo>
                  <a:lnTo>
                    <a:pt x="4207" y="12827"/>
                  </a:lnTo>
                  <a:lnTo>
                    <a:pt x="4269" y="12932"/>
                  </a:lnTo>
                  <a:lnTo>
                    <a:pt x="4290" y="13162"/>
                  </a:lnTo>
                  <a:lnTo>
                    <a:pt x="4332" y="13225"/>
                  </a:lnTo>
                  <a:lnTo>
                    <a:pt x="4416" y="13371"/>
                  </a:lnTo>
                  <a:lnTo>
                    <a:pt x="4583" y="13539"/>
                  </a:lnTo>
                  <a:lnTo>
                    <a:pt x="4604" y="13539"/>
                  </a:lnTo>
                  <a:lnTo>
                    <a:pt x="4709" y="13685"/>
                  </a:lnTo>
                  <a:lnTo>
                    <a:pt x="4876" y="13894"/>
                  </a:lnTo>
                  <a:lnTo>
                    <a:pt x="4939" y="14083"/>
                  </a:lnTo>
                  <a:lnTo>
                    <a:pt x="5002" y="14229"/>
                  </a:lnTo>
                  <a:lnTo>
                    <a:pt x="5043" y="14271"/>
                  </a:lnTo>
                  <a:lnTo>
                    <a:pt x="5043" y="14375"/>
                  </a:lnTo>
                  <a:lnTo>
                    <a:pt x="5169" y="14606"/>
                  </a:lnTo>
                  <a:lnTo>
                    <a:pt x="5232" y="14815"/>
                  </a:lnTo>
                  <a:lnTo>
                    <a:pt x="5232" y="15045"/>
                  </a:lnTo>
                  <a:lnTo>
                    <a:pt x="5441" y="15484"/>
                  </a:lnTo>
                  <a:lnTo>
                    <a:pt x="5629" y="15673"/>
                  </a:lnTo>
                  <a:lnTo>
                    <a:pt x="5776" y="15798"/>
                  </a:lnTo>
                  <a:lnTo>
                    <a:pt x="5985" y="15840"/>
                  </a:lnTo>
                  <a:lnTo>
                    <a:pt x="6194" y="15673"/>
                  </a:lnTo>
                  <a:lnTo>
                    <a:pt x="6257" y="15547"/>
                  </a:lnTo>
                  <a:lnTo>
                    <a:pt x="6215" y="15484"/>
                  </a:lnTo>
                  <a:lnTo>
                    <a:pt x="6257" y="15464"/>
                  </a:lnTo>
                  <a:lnTo>
                    <a:pt x="6278" y="15422"/>
                  </a:lnTo>
                  <a:lnTo>
                    <a:pt x="6320" y="15317"/>
                  </a:lnTo>
                  <a:lnTo>
                    <a:pt x="6529" y="15212"/>
                  </a:lnTo>
                  <a:lnTo>
                    <a:pt x="6571" y="15212"/>
                  </a:lnTo>
                  <a:lnTo>
                    <a:pt x="6822" y="15129"/>
                  </a:lnTo>
                  <a:lnTo>
                    <a:pt x="6906" y="15150"/>
                  </a:lnTo>
                  <a:lnTo>
                    <a:pt x="6717" y="15045"/>
                  </a:lnTo>
                  <a:lnTo>
                    <a:pt x="6696" y="14961"/>
                  </a:lnTo>
                  <a:lnTo>
                    <a:pt x="6738" y="14919"/>
                  </a:lnTo>
                  <a:lnTo>
                    <a:pt x="6906" y="14710"/>
                  </a:lnTo>
                  <a:lnTo>
                    <a:pt x="6885" y="14647"/>
                  </a:lnTo>
                  <a:lnTo>
                    <a:pt x="6927" y="14543"/>
                  </a:lnTo>
                  <a:lnTo>
                    <a:pt x="7094" y="14522"/>
                  </a:lnTo>
                  <a:lnTo>
                    <a:pt x="7136" y="14543"/>
                  </a:lnTo>
                  <a:lnTo>
                    <a:pt x="7261" y="14522"/>
                  </a:lnTo>
                  <a:lnTo>
                    <a:pt x="7261" y="14375"/>
                  </a:lnTo>
                  <a:lnTo>
                    <a:pt x="7220" y="13894"/>
                  </a:lnTo>
                  <a:lnTo>
                    <a:pt x="7157" y="13811"/>
                  </a:lnTo>
                  <a:lnTo>
                    <a:pt x="7157" y="13580"/>
                  </a:lnTo>
                  <a:lnTo>
                    <a:pt x="7303" y="13329"/>
                  </a:lnTo>
                  <a:lnTo>
                    <a:pt x="7429" y="12953"/>
                  </a:lnTo>
                  <a:lnTo>
                    <a:pt x="7429" y="12660"/>
                  </a:lnTo>
                  <a:lnTo>
                    <a:pt x="7261" y="12618"/>
                  </a:lnTo>
                  <a:lnTo>
                    <a:pt x="7261" y="12178"/>
                  </a:lnTo>
                  <a:lnTo>
                    <a:pt x="7240" y="12011"/>
                  </a:lnTo>
                  <a:lnTo>
                    <a:pt x="7345" y="11906"/>
                  </a:lnTo>
                  <a:lnTo>
                    <a:pt x="7240" y="11614"/>
                  </a:lnTo>
                  <a:lnTo>
                    <a:pt x="7240" y="11404"/>
                  </a:lnTo>
                  <a:lnTo>
                    <a:pt x="7303" y="11300"/>
                  </a:lnTo>
                  <a:lnTo>
                    <a:pt x="7492" y="11132"/>
                  </a:lnTo>
                  <a:lnTo>
                    <a:pt x="7533" y="11132"/>
                  </a:lnTo>
                  <a:lnTo>
                    <a:pt x="7617" y="11195"/>
                  </a:lnTo>
                  <a:lnTo>
                    <a:pt x="7680" y="11237"/>
                  </a:lnTo>
                  <a:lnTo>
                    <a:pt x="7847" y="11028"/>
                  </a:lnTo>
                  <a:lnTo>
                    <a:pt x="7847" y="10881"/>
                  </a:lnTo>
                  <a:lnTo>
                    <a:pt x="7952" y="10818"/>
                  </a:lnTo>
                  <a:lnTo>
                    <a:pt x="8203" y="10839"/>
                  </a:lnTo>
                  <a:lnTo>
                    <a:pt x="8349" y="10756"/>
                  </a:lnTo>
                  <a:lnTo>
                    <a:pt x="8454" y="10609"/>
                  </a:lnTo>
                  <a:lnTo>
                    <a:pt x="8412" y="10463"/>
                  </a:lnTo>
                  <a:lnTo>
                    <a:pt x="8454" y="10358"/>
                  </a:lnTo>
                  <a:lnTo>
                    <a:pt x="8600" y="10212"/>
                  </a:lnTo>
                  <a:lnTo>
                    <a:pt x="8810" y="10149"/>
                  </a:lnTo>
                  <a:lnTo>
                    <a:pt x="8935" y="10023"/>
                  </a:lnTo>
                  <a:lnTo>
                    <a:pt x="9019" y="9877"/>
                  </a:lnTo>
                  <a:lnTo>
                    <a:pt x="9542" y="9479"/>
                  </a:lnTo>
                  <a:lnTo>
                    <a:pt x="9626" y="9186"/>
                  </a:lnTo>
                  <a:lnTo>
                    <a:pt x="10023" y="8852"/>
                  </a:lnTo>
                  <a:lnTo>
                    <a:pt x="9961" y="8831"/>
                  </a:lnTo>
                  <a:lnTo>
                    <a:pt x="9940" y="8852"/>
                  </a:lnTo>
                  <a:lnTo>
                    <a:pt x="9856" y="8893"/>
                  </a:lnTo>
                  <a:lnTo>
                    <a:pt x="9877" y="8747"/>
                  </a:lnTo>
                  <a:lnTo>
                    <a:pt x="9940" y="8747"/>
                  </a:lnTo>
                  <a:lnTo>
                    <a:pt x="10044" y="8663"/>
                  </a:lnTo>
                  <a:lnTo>
                    <a:pt x="10065" y="8663"/>
                  </a:lnTo>
                  <a:lnTo>
                    <a:pt x="10086" y="8684"/>
                  </a:lnTo>
                  <a:lnTo>
                    <a:pt x="10086" y="8747"/>
                  </a:lnTo>
                  <a:lnTo>
                    <a:pt x="10149" y="8789"/>
                  </a:lnTo>
                  <a:lnTo>
                    <a:pt x="10463" y="8621"/>
                  </a:lnTo>
                  <a:lnTo>
                    <a:pt x="10463" y="8559"/>
                  </a:lnTo>
                  <a:lnTo>
                    <a:pt x="10672" y="8412"/>
                  </a:lnTo>
                  <a:lnTo>
                    <a:pt x="10630" y="8329"/>
                  </a:lnTo>
                  <a:lnTo>
                    <a:pt x="10714" y="8329"/>
                  </a:lnTo>
                  <a:lnTo>
                    <a:pt x="10756" y="8224"/>
                  </a:lnTo>
                  <a:lnTo>
                    <a:pt x="10881" y="8119"/>
                  </a:lnTo>
                  <a:lnTo>
                    <a:pt x="10818" y="8098"/>
                  </a:lnTo>
                  <a:lnTo>
                    <a:pt x="10860" y="8057"/>
                  </a:lnTo>
                  <a:lnTo>
                    <a:pt x="10777" y="7931"/>
                  </a:lnTo>
                  <a:lnTo>
                    <a:pt x="10777" y="7847"/>
                  </a:lnTo>
                  <a:lnTo>
                    <a:pt x="10818" y="7743"/>
                  </a:lnTo>
                  <a:lnTo>
                    <a:pt x="10860" y="7680"/>
                  </a:lnTo>
                  <a:lnTo>
                    <a:pt x="10902" y="7617"/>
                  </a:lnTo>
                  <a:lnTo>
                    <a:pt x="11279" y="7492"/>
                  </a:lnTo>
                  <a:lnTo>
                    <a:pt x="11341" y="7387"/>
                  </a:lnTo>
                  <a:lnTo>
                    <a:pt x="11341" y="7303"/>
                  </a:lnTo>
                  <a:lnTo>
                    <a:pt x="11404" y="7220"/>
                  </a:lnTo>
                  <a:lnTo>
                    <a:pt x="11425" y="7178"/>
                  </a:lnTo>
                  <a:lnTo>
                    <a:pt x="11383" y="7115"/>
                  </a:lnTo>
                  <a:lnTo>
                    <a:pt x="11321" y="7115"/>
                  </a:lnTo>
                  <a:lnTo>
                    <a:pt x="11300" y="7073"/>
                  </a:lnTo>
                  <a:lnTo>
                    <a:pt x="11404" y="7073"/>
                  </a:lnTo>
                  <a:lnTo>
                    <a:pt x="11488" y="7157"/>
                  </a:lnTo>
                  <a:lnTo>
                    <a:pt x="11488" y="7261"/>
                  </a:lnTo>
                  <a:lnTo>
                    <a:pt x="11509" y="7387"/>
                  </a:lnTo>
                  <a:lnTo>
                    <a:pt x="11593" y="7408"/>
                  </a:lnTo>
                  <a:lnTo>
                    <a:pt x="11676" y="7408"/>
                  </a:lnTo>
                  <a:lnTo>
                    <a:pt x="11718" y="7366"/>
                  </a:lnTo>
                  <a:lnTo>
                    <a:pt x="11739" y="7387"/>
                  </a:lnTo>
                  <a:lnTo>
                    <a:pt x="11739" y="7324"/>
                  </a:lnTo>
                  <a:lnTo>
                    <a:pt x="11760" y="7282"/>
                  </a:lnTo>
                  <a:lnTo>
                    <a:pt x="11802" y="7324"/>
                  </a:lnTo>
                  <a:lnTo>
                    <a:pt x="11823" y="7492"/>
                  </a:lnTo>
                  <a:lnTo>
                    <a:pt x="11906" y="7513"/>
                  </a:lnTo>
                  <a:lnTo>
                    <a:pt x="11906" y="7429"/>
                  </a:lnTo>
                  <a:lnTo>
                    <a:pt x="11969" y="7533"/>
                  </a:lnTo>
                  <a:lnTo>
                    <a:pt x="12032" y="7429"/>
                  </a:lnTo>
                  <a:lnTo>
                    <a:pt x="11969" y="7303"/>
                  </a:lnTo>
                  <a:lnTo>
                    <a:pt x="12011" y="7303"/>
                  </a:lnTo>
                  <a:lnTo>
                    <a:pt x="11969" y="7115"/>
                  </a:lnTo>
                  <a:lnTo>
                    <a:pt x="11948" y="7010"/>
                  </a:lnTo>
                  <a:lnTo>
                    <a:pt x="11948" y="6864"/>
                  </a:lnTo>
                  <a:lnTo>
                    <a:pt x="11760" y="6634"/>
                  </a:lnTo>
                  <a:lnTo>
                    <a:pt x="11739" y="6445"/>
                  </a:lnTo>
                  <a:lnTo>
                    <a:pt x="11760" y="6341"/>
                  </a:lnTo>
                  <a:lnTo>
                    <a:pt x="11718" y="6215"/>
                  </a:lnTo>
                  <a:lnTo>
                    <a:pt x="11718" y="6027"/>
                  </a:lnTo>
                  <a:lnTo>
                    <a:pt x="11551" y="5839"/>
                  </a:lnTo>
                  <a:lnTo>
                    <a:pt x="11425" y="5797"/>
                  </a:lnTo>
                  <a:lnTo>
                    <a:pt x="11300" y="5629"/>
                  </a:lnTo>
                  <a:lnTo>
                    <a:pt x="11300" y="5399"/>
                  </a:lnTo>
                  <a:lnTo>
                    <a:pt x="11404" y="5378"/>
                  </a:lnTo>
                  <a:lnTo>
                    <a:pt x="11446" y="5211"/>
                  </a:lnTo>
                  <a:lnTo>
                    <a:pt x="11530" y="5169"/>
                  </a:lnTo>
                  <a:lnTo>
                    <a:pt x="11613" y="5190"/>
                  </a:lnTo>
                  <a:lnTo>
                    <a:pt x="11676" y="5127"/>
                  </a:lnTo>
                  <a:lnTo>
                    <a:pt x="11634" y="4981"/>
                  </a:lnTo>
                  <a:lnTo>
                    <a:pt x="11655" y="4918"/>
                  </a:lnTo>
                  <a:lnTo>
                    <a:pt x="11530" y="4897"/>
                  </a:lnTo>
                  <a:lnTo>
                    <a:pt x="11425" y="4960"/>
                  </a:lnTo>
                  <a:lnTo>
                    <a:pt x="11132" y="4855"/>
                  </a:lnTo>
                  <a:lnTo>
                    <a:pt x="11153" y="4709"/>
                  </a:lnTo>
                  <a:lnTo>
                    <a:pt x="11279" y="4583"/>
                  </a:lnTo>
                  <a:lnTo>
                    <a:pt x="11321" y="4437"/>
                  </a:lnTo>
                  <a:lnTo>
                    <a:pt x="11279" y="4374"/>
                  </a:lnTo>
                  <a:lnTo>
                    <a:pt x="11279" y="4290"/>
                  </a:lnTo>
                  <a:lnTo>
                    <a:pt x="11321" y="4290"/>
                  </a:lnTo>
                  <a:lnTo>
                    <a:pt x="11341" y="4228"/>
                  </a:lnTo>
                  <a:lnTo>
                    <a:pt x="11404" y="4269"/>
                  </a:lnTo>
                  <a:lnTo>
                    <a:pt x="11488" y="4374"/>
                  </a:lnTo>
                  <a:lnTo>
                    <a:pt x="11488" y="4437"/>
                  </a:lnTo>
                  <a:lnTo>
                    <a:pt x="11551" y="4541"/>
                  </a:lnTo>
                  <a:lnTo>
                    <a:pt x="11676" y="4562"/>
                  </a:lnTo>
                  <a:lnTo>
                    <a:pt x="11739" y="4541"/>
                  </a:lnTo>
                  <a:lnTo>
                    <a:pt x="11655" y="4479"/>
                  </a:lnTo>
                  <a:lnTo>
                    <a:pt x="11676" y="4395"/>
                  </a:lnTo>
                  <a:lnTo>
                    <a:pt x="11739" y="4395"/>
                  </a:lnTo>
                  <a:lnTo>
                    <a:pt x="11823" y="4479"/>
                  </a:lnTo>
                  <a:lnTo>
                    <a:pt x="11865" y="4541"/>
                  </a:lnTo>
                  <a:lnTo>
                    <a:pt x="11969" y="4583"/>
                  </a:lnTo>
                  <a:lnTo>
                    <a:pt x="12011" y="4541"/>
                  </a:lnTo>
                  <a:lnTo>
                    <a:pt x="12053" y="4541"/>
                  </a:lnTo>
                  <a:lnTo>
                    <a:pt x="12137" y="4667"/>
                  </a:lnTo>
                  <a:lnTo>
                    <a:pt x="12158" y="4792"/>
                  </a:lnTo>
                  <a:lnTo>
                    <a:pt x="12158" y="4876"/>
                  </a:lnTo>
                  <a:lnTo>
                    <a:pt x="12199" y="5002"/>
                  </a:lnTo>
                  <a:lnTo>
                    <a:pt x="12199" y="5085"/>
                  </a:lnTo>
                  <a:lnTo>
                    <a:pt x="12325" y="5127"/>
                  </a:lnTo>
                  <a:lnTo>
                    <a:pt x="12430" y="5106"/>
                  </a:lnTo>
                  <a:lnTo>
                    <a:pt x="12555" y="5169"/>
                  </a:lnTo>
                  <a:lnTo>
                    <a:pt x="12911" y="5169"/>
                  </a:lnTo>
                  <a:lnTo>
                    <a:pt x="13099" y="5190"/>
                  </a:lnTo>
                  <a:lnTo>
                    <a:pt x="13308" y="5169"/>
                  </a:lnTo>
                  <a:lnTo>
                    <a:pt x="13392" y="5169"/>
                  </a:lnTo>
                  <a:lnTo>
                    <a:pt x="13434" y="5190"/>
                  </a:lnTo>
                  <a:lnTo>
                    <a:pt x="13497" y="5169"/>
                  </a:lnTo>
                  <a:lnTo>
                    <a:pt x="13601" y="5274"/>
                  </a:lnTo>
                  <a:lnTo>
                    <a:pt x="13643" y="5295"/>
                  </a:lnTo>
                  <a:lnTo>
                    <a:pt x="13601" y="5420"/>
                  </a:lnTo>
                  <a:lnTo>
                    <a:pt x="13580" y="5546"/>
                  </a:lnTo>
                  <a:lnTo>
                    <a:pt x="13497" y="5755"/>
                  </a:lnTo>
                  <a:lnTo>
                    <a:pt x="13434" y="5797"/>
                  </a:lnTo>
                  <a:lnTo>
                    <a:pt x="13434" y="5860"/>
                  </a:lnTo>
                  <a:lnTo>
                    <a:pt x="13392" y="5922"/>
                  </a:lnTo>
                  <a:lnTo>
                    <a:pt x="13308" y="5922"/>
                  </a:lnTo>
                  <a:lnTo>
                    <a:pt x="13287" y="5860"/>
                  </a:lnTo>
                  <a:lnTo>
                    <a:pt x="13183" y="5943"/>
                  </a:lnTo>
                  <a:lnTo>
                    <a:pt x="13162" y="6027"/>
                  </a:lnTo>
                  <a:lnTo>
                    <a:pt x="13099" y="6048"/>
                  </a:lnTo>
                  <a:lnTo>
                    <a:pt x="13099" y="6132"/>
                  </a:lnTo>
                  <a:lnTo>
                    <a:pt x="13162" y="6278"/>
                  </a:lnTo>
                  <a:lnTo>
                    <a:pt x="13225" y="6341"/>
                  </a:lnTo>
                  <a:lnTo>
                    <a:pt x="13225" y="6383"/>
                  </a:lnTo>
                  <a:lnTo>
                    <a:pt x="13329" y="6487"/>
                  </a:lnTo>
                  <a:lnTo>
                    <a:pt x="13413" y="6592"/>
                  </a:lnTo>
                  <a:lnTo>
                    <a:pt x="13497" y="6592"/>
                  </a:lnTo>
                  <a:lnTo>
                    <a:pt x="13497" y="6529"/>
                  </a:lnTo>
                  <a:lnTo>
                    <a:pt x="13476" y="6466"/>
                  </a:lnTo>
                  <a:lnTo>
                    <a:pt x="13518" y="6383"/>
                  </a:lnTo>
                  <a:lnTo>
                    <a:pt x="13518" y="6341"/>
                  </a:lnTo>
                  <a:lnTo>
                    <a:pt x="13538" y="6278"/>
                  </a:lnTo>
                  <a:lnTo>
                    <a:pt x="13518" y="6236"/>
                  </a:lnTo>
                  <a:lnTo>
                    <a:pt x="13580" y="6173"/>
                  </a:lnTo>
                  <a:lnTo>
                    <a:pt x="13643" y="6236"/>
                  </a:lnTo>
                  <a:lnTo>
                    <a:pt x="13727" y="6236"/>
                  </a:lnTo>
                  <a:lnTo>
                    <a:pt x="13769" y="6278"/>
                  </a:lnTo>
                  <a:lnTo>
                    <a:pt x="13831" y="6362"/>
                  </a:lnTo>
                  <a:lnTo>
                    <a:pt x="13852" y="6529"/>
                  </a:lnTo>
                  <a:lnTo>
                    <a:pt x="13852" y="6655"/>
                  </a:lnTo>
                  <a:lnTo>
                    <a:pt x="13915" y="6738"/>
                  </a:lnTo>
                  <a:lnTo>
                    <a:pt x="13936" y="6969"/>
                  </a:lnTo>
                  <a:lnTo>
                    <a:pt x="13999" y="7115"/>
                  </a:lnTo>
                  <a:lnTo>
                    <a:pt x="14020" y="7199"/>
                  </a:lnTo>
                  <a:lnTo>
                    <a:pt x="14041" y="7261"/>
                  </a:lnTo>
                  <a:lnTo>
                    <a:pt x="14041" y="7303"/>
                  </a:lnTo>
                  <a:lnTo>
                    <a:pt x="14062" y="7366"/>
                  </a:lnTo>
                  <a:lnTo>
                    <a:pt x="14103" y="7387"/>
                  </a:lnTo>
                  <a:lnTo>
                    <a:pt x="14103" y="7303"/>
                  </a:lnTo>
                  <a:lnTo>
                    <a:pt x="14124" y="7199"/>
                  </a:lnTo>
                  <a:lnTo>
                    <a:pt x="14166" y="7220"/>
                  </a:lnTo>
                  <a:lnTo>
                    <a:pt x="14250" y="7199"/>
                  </a:lnTo>
                  <a:lnTo>
                    <a:pt x="14292" y="6989"/>
                  </a:lnTo>
                  <a:lnTo>
                    <a:pt x="14271" y="6885"/>
                  </a:lnTo>
                  <a:lnTo>
                    <a:pt x="14292" y="6759"/>
                  </a:lnTo>
                  <a:lnTo>
                    <a:pt x="14271" y="6592"/>
                  </a:lnTo>
                  <a:lnTo>
                    <a:pt x="14417" y="6592"/>
                  </a:lnTo>
                  <a:lnTo>
                    <a:pt x="14417" y="6383"/>
                  </a:lnTo>
                  <a:lnTo>
                    <a:pt x="14417" y="6257"/>
                  </a:lnTo>
                  <a:lnTo>
                    <a:pt x="14354" y="5964"/>
                  </a:lnTo>
                  <a:lnTo>
                    <a:pt x="14459" y="5964"/>
                  </a:lnTo>
                  <a:lnTo>
                    <a:pt x="14564" y="6006"/>
                  </a:lnTo>
                  <a:lnTo>
                    <a:pt x="14731" y="6006"/>
                  </a:lnTo>
                  <a:lnTo>
                    <a:pt x="14794" y="5797"/>
                  </a:lnTo>
                  <a:lnTo>
                    <a:pt x="14857" y="5546"/>
                  </a:lnTo>
                  <a:lnTo>
                    <a:pt x="14982" y="5232"/>
                  </a:lnTo>
                  <a:lnTo>
                    <a:pt x="14857" y="5190"/>
                  </a:lnTo>
                  <a:lnTo>
                    <a:pt x="14857" y="5085"/>
                  </a:lnTo>
                  <a:lnTo>
                    <a:pt x="15003" y="4813"/>
                  </a:lnTo>
                  <a:lnTo>
                    <a:pt x="15087" y="4583"/>
                  </a:lnTo>
                  <a:lnTo>
                    <a:pt x="15045" y="4541"/>
                  </a:lnTo>
                  <a:lnTo>
                    <a:pt x="15066" y="4374"/>
                  </a:lnTo>
                  <a:lnTo>
                    <a:pt x="15254" y="4081"/>
                  </a:lnTo>
                  <a:lnTo>
                    <a:pt x="15380" y="4039"/>
                  </a:lnTo>
                  <a:lnTo>
                    <a:pt x="15505" y="3872"/>
                  </a:lnTo>
                  <a:lnTo>
                    <a:pt x="15568" y="3725"/>
                  </a:lnTo>
                  <a:lnTo>
                    <a:pt x="15777" y="3663"/>
                  </a:lnTo>
                  <a:lnTo>
                    <a:pt x="15924" y="3558"/>
                  </a:lnTo>
                  <a:lnTo>
                    <a:pt x="16007" y="3642"/>
                  </a:lnTo>
                  <a:lnTo>
                    <a:pt x="16133" y="3704"/>
                  </a:lnTo>
                  <a:lnTo>
                    <a:pt x="16112" y="3600"/>
                  </a:lnTo>
                  <a:lnTo>
                    <a:pt x="16112" y="3432"/>
                  </a:lnTo>
                  <a:lnTo>
                    <a:pt x="16217" y="3328"/>
                  </a:lnTo>
                  <a:lnTo>
                    <a:pt x="16196" y="3244"/>
                  </a:lnTo>
                  <a:lnTo>
                    <a:pt x="16154" y="3223"/>
                  </a:lnTo>
                  <a:lnTo>
                    <a:pt x="16091" y="3119"/>
                  </a:lnTo>
                  <a:lnTo>
                    <a:pt x="15987" y="3077"/>
                  </a:lnTo>
                  <a:lnTo>
                    <a:pt x="15903" y="3119"/>
                  </a:lnTo>
                  <a:lnTo>
                    <a:pt x="15777" y="3098"/>
                  </a:lnTo>
                  <a:lnTo>
                    <a:pt x="15735" y="2993"/>
                  </a:lnTo>
                  <a:lnTo>
                    <a:pt x="15840" y="2888"/>
                  </a:lnTo>
                  <a:lnTo>
                    <a:pt x="15840" y="2805"/>
                  </a:lnTo>
                  <a:lnTo>
                    <a:pt x="15777" y="2700"/>
                  </a:lnTo>
                  <a:lnTo>
                    <a:pt x="15735" y="2616"/>
                  </a:lnTo>
                  <a:lnTo>
                    <a:pt x="15673" y="2658"/>
                  </a:lnTo>
                  <a:lnTo>
                    <a:pt x="15589" y="2658"/>
                  </a:lnTo>
                  <a:lnTo>
                    <a:pt x="15526" y="2575"/>
                  </a:lnTo>
                  <a:lnTo>
                    <a:pt x="15610" y="2407"/>
                  </a:lnTo>
                  <a:lnTo>
                    <a:pt x="15589" y="2365"/>
                  </a:lnTo>
                  <a:lnTo>
                    <a:pt x="15505" y="2365"/>
                  </a:lnTo>
                  <a:lnTo>
                    <a:pt x="15463" y="2282"/>
                  </a:lnTo>
                  <a:lnTo>
                    <a:pt x="15380" y="2261"/>
                  </a:lnTo>
                  <a:lnTo>
                    <a:pt x="15108" y="2407"/>
                  </a:lnTo>
                  <a:lnTo>
                    <a:pt x="15150" y="2512"/>
                  </a:lnTo>
                  <a:lnTo>
                    <a:pt x="15066" y="2575"/>
                  </a:lnTo>
                  <a:lnTo>
                    <a:pt x="14857" y="2491"/>
                  </a:lnTo>
                  <a:lnTo>
                    <a:pt x="14689" y="2554"/>
                  </a:lnTo>
                  <a:lnTo>
                    <a:pt x="14585" y="2386"/>
                  </a:lnTo>
                  <a:lnTo>
                    <a:pt x="14459" y="2491"/>
                  </a:lnTo>
                  <a:lnTo>
                    <a:pt x="14375" y="2491"/>
                  </a:lnTo>
                  <a:lnTo>
                    <a:pt x="14375" y="2616"/>
                  </a:lnTo>
                  <a:lnTo>
                    <a:pt x="14271" y="2784"/>
                  </a:lnTo>
                  <a:lnTo>
                    <a:pt x="14041" y="2826"/>
                  </a:lnTo>
                  <a:lnTo>
                    <a:pt x="13936" y="2867"/>
                  </a:lnTo>
                  <a:lnTo>
                    <a:pt x="13831" y="2972"/>
                  </a:lnTo>
                  <a:lnTo>
                    <a:pt x="13769" y="3098"/>
                  </a:lnTo>
                  <a:lnTo>
                    <a:pt x="13685" y="3119"/>
                  </a:lnTo>
                  <a:lnTo>
                    <a:pt x="13685" y="3202"/>
                  </a:lnTo>
                  <a:lnTo>
                    <a:pt x="13580" y="3181"/>
                  </a:lnTo>
                  <a:lnTo>
                    <a:pt x="13497" y="3223"/>
                  </a:lnTo>
                  <a:lnTo>
                    <a:pt x="13434" y="3391"/>
                  </a:lnTo>
                  <a:lnTo>
                    <a:pt x="13329" y="3391"/>
                  </a:lnTo>
                  <a:lnTo>
                    <a:pt x="13120" y="3432"/>
                  </a:lnTo>
                  <a:lnTo>
                    <a:pt x="13057" y="3432"/>
                  </a:lnTo>
                  <a:lnTo>
                    <a:pt x="13015" y="3600"/>
                  </a:lnTo>
                  <a:lnTo>
                    <a:pt x="13015" y="3704"/>
                  </a:lnTo>
                  <a:lnTo>
                    <a:pt x="13204" y="3767"/>
                  </a:lnTo>
                  <a:lnTo>
                    <a:pt x="13204" y="3935"/>
                  </a:lnTo>
                  <a:lnTo>
                    <a:pt x="13204" y="4039"/>
                  </a:lnTo>
                  <a:lnTo>
                    <a:pt x="12974" y="4123"/>
                  </a:lnTo>
                  <a:lnTo>
                    <a:pt x="12806" y="4081"/>
                  </a:lnTo>
                  <a:lnTo>
                    <a:pt x="12597" y="4144"/>
                  </a:lnTo>
                  <a:lnTo>
                    <a:pt x="12492" y="4081"/>
                  </a:lnTo>
                  <a:lnTo>
                    <a:pt x="12367" y="4123"/>
                  </a:lnTo>
                  <a:lnTo>
                    <a:pt x="12262" y="4248"/>
                  </a:lnTo>
                  <a:lnTo>
                    <a:pt x="12116" y="4248"/>
                  </a:lnTo>
                  <a:lnTo>
                    <a:pt x="11823" y="4081"/>
                  </a:lnTo>
                  <a:lnTo>
                    <a:pt x="11739" y="4144"/>
                  </a:lnTo>
                  <a:lnTo>
                    <a:pt x="11530" y="4123"/>
                  </a:lnTo>
                  <a:lnTo>
                    <a:pt x="11425" y="3935"/>
                  </a:lnTo>
                  <a:lnTo>
                    <a:pt x="11488" y="3830"/>
                  </a:lnTo>
                  <a:lnTo>
                    <a:pt x="11488" y="3704"/>
                  </a:lnTo>
                  <a:lnTo>
                    <a:pt x="11383" y="3621"/>
                  </a:lnTo>
                  <a:lnTo>
                    <a:pt x="11341" y="3453"/>
                  </a:lnTo>
                  <a:lnTo>
                    <a:pt x="11300" y="3349"/>
                  </a:lnTo>
                  <a:lnTo>
                    <a:pt x="11153" y="3349"/>
                  </a:lnTo>
                  <a:lnTo>
                    <a:pt x="11069" y="3453"/>
                  </a:lnTo>
                  <a:lnTo>
                    <a:pt x="11028" y="3453"/>
                  </a:lnTo>
                  <a:lnTo>
                    <a:pt x="11090" y="3600"/>
                  </a:lnTo>
                  <a:lnTo>
                    <a:pt x="11028" y="3851"/>
                  </a:lnTo>
                  <a:lnTo>
                    <a:pt x="11132" y="4081"/>
                  </a:lnTo>
                  <a:lnTo>
                    <a:pt x="11090" y="4353"/>
                  </a:lnTo>
                  <a:lnTo>
                    <a:pt x="10756" y="4437"/>
                  </a:lnTo>
                  <a:lnTo>
                    <a:pt x="10505" y="4290"/>
                  </a:lnTo>
                  <a:lnTo>
                    <a:pt x="10400" y="4374"/>
                  </a:lnTo>
                  <a:lnTo>
                    <a:pt x="9919" y="4186"/>
                  </a:lnTo>
                  <a:lnTo>
                    <a:pt x="9709" y="4186"/>
                  </a:lnTo>
                  <a:lnTo>
                    <a:pt x="9584" y="4248"/>
                  </a:lnTo>
                  <a:lnTo>
                    <a:pt x="9291" y="4165"/>
                  </a:lnTo>
                  <a:lnTo>
                    <a:pt x="9124" y="4039"/>
                  </a:lnTo>
                  <a:lnTo>
                    <a:pt x="9103" y="3872"/>
                  </a:lnTo>
                  <a:lnTo>
                    <a:pt x="8810" y="3830"/>
                  </a:lnTo>
                  <a:lnTo>
                    <a:pt x="8517" y="3914"/>
                  </a:lnTo>
                  <a:lnTo>
                    <a:pt x="8412" y="3830"/>
                  </a:lnTo>
                  <a:lnTo>
                    <a:pt x="8140" y="3830"/>
                  </a:lnTo>
                  <a:lnTo>
                    <a:pt x="7952" y="3725"/>
                  </a:lnTo>
                  <a:lnTo>
                    <a:pt x="7784" y="3725"/>
                  </a:lnTo>
                  <a:lnTo>
                    <a:pt x="7680" y="3642"/>
                  </a:lnTo>
                  <a:lnTo>
                    <a:pt x="7450" y="3600"/>
                  </a:lnTo>
                  <a:lnTo>
                    <a:pt x="7261" y="3391"/>
                  </a:lnTo>
                  <a:lnTo>
                    <a:pt x="7010" y="3202"/>
                  </a:lnTo>
                  <a:lnTo>
                    <a:pt x="6801" y="3139"/>
                  </a:lnTo>
                  <a:lnTo>
                    <a:pt x="6717" y="3077"/>
                  </a:lnTo>
                  <a:lnTo>
                    <a:pt x="6613" y="3077"/>
                  </a:lnTo>
                  <a:lnTo>
                    <a:pt x="6508" y="2993"/>
                  </a:lnTo>
                  <a:lnTo>
                    <a:pt x="6383" y="2972"/>
                  </a:lnTo>
                  <a:lnTo>
                    <a:pt x="6362" y="2826"/>
                  </a:lnTo>
                  <a:lnTo>
                    <a:pt x="6487" y="2616"/>
                  </a:lnTo>
                  <a:lnTo>
                    <a:pt x="6487" y="2449"/>
                  </a:lnTo>
                  <a:lnTo>
                    <a:pt x="6571" y="2135"/>
                  </a:lnTo>
                  <a:lnTo>
                    <a:pt x="6571" y="1926"/>
                  </a:lnTo>
                  <a:lnTo>
                    <a:pt x="6529" y="1947"/>
                  </a:lnTo>
                  <a:lnTo>
                    <a:pt x="6508" y="1842"/>
                  </a:lnTo>
                  <a:lnTo>
                    <a:pt x="6404" y="1842"/>
                  </a:lnTo>
                  <a:lnTo>
                    <a:pt x="6320" y="1675"/>
                  </a:lnTo>
                  <a:lnTo>
                    <a:pt x="6257" y="1654"/>
                  </a:lnTo>
                  <a:lnTo>
                    <a:pt x="6152" y="1549"/>
                  </a:lnTo>
                  <a:lnTo>
                    <a:pt x="6006" y="1528"/>
                  </a:lnTo>
                  <a:lnTo>
                    <a:pt x="5964" y="1445"/>
                  </a:lnTo>
                  <a:lnTo>
                    <a:pt x="5839" y="1445"/>
                  </a:lnTo>
                  <a:lnTo>
                    <a:pt x="5755" y="1549"/>
                  </a:lnTo>
                  <a:lnTo>
                    <a:pt x="5629" y="1507"/>
                  </a:lnTo>
                  <a:lnTo>
                    <a:pt x="5587" y="1361"/>
                  </a:lnTo>
                  <a:lnTo>
                    <a:pt x="5546" y="1361"/>
                  </a:lnTo>
                  <a:lnTo>
                    <a:pt x="5546" y="1256"/>
                  </a:lnTo>
                  <a:lnTo>
                    <a:pt x="5462" y="1152"/>
                  </a:lnTo>
                  <a:lnTo>
                    <a:pt x="5399" y="1131"/>
                  </a:lnTo>
                  <a:lnTo>
                    <a:pt x="5441" y="1047"/>
                  </a:lnTo>
                  <a:lnTo>
                    <a:pt x="5378" y="943"/>
                  </a:lnTo>
                  <a:lnTo>
                    <a:pt x="5399" y="712"/>
                  </a:lnTo>
                  <a:lnTo>
                    <a:pt x="5253" y="629"/>
                  </a:lnTo>
                  <a:lnTo>
                    <a:pt x="5232" y="566"/>
                  </a:lnTo>
                  <a:lnTo>
                    <a:pt x="5211" y="482"/>
                  </a:lnTo>
                  <a:lnTo>
                    <a:pt x="4960" y="357"/>
                  </a:lnTo>
                  <a:lnTo>
                    <a:pt x="4813" y="357"/>
                  </a:lnTo>
                  <a:lnTo>
                    <a:pt x="4751" y="189"/>
                  </a:lnTo>
                  <a:lnTo>
                    <a:pt x="4604" y="106"/>
                  </a:lnTo>
                  <a:lnTo>
                    <a:pt x="4437" y="210"/>
                  </a:lnTo>
                  <a:lnTo>
                    <a:pt x="412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14" name="Google Shape;1614;p60"/>
            <p:cNvSpPr/>
            <p:nvPr/>
          </p:nvSpPr>
          <p:spPr>
            <a:xfrm>
              <a:off x="4286244" y="2933329"/>
              <a:ext cx="56823" cy="29034"/>
            </a:xfrm>
            <a:custGeom>
              <a:avLst/>
              <a:gdLst/>
              <a:ahLst/>
              <a:cxnLst/>
              <a:rect l="l" t="t" r="r" b="b"/>
              <a:pathLst>
                <a:path w="4772" h="2553" extrusionOk="0">
                  <a:moveTo>
                    <a:pt x="231" y="0"/>
                  </a:moveTo>
                  <a:lnTo>
                    <a:pt x="210" y="42"/>
                  </a:lnTo>
                  <a:lnTo>
                    <a:pt x="210" y="251"/>
                  </a:lnTo>
                  <a:lnTo>
                    <a:pt x="126" y="565"/>
                  </a:lnTo>
                  <a:lnTo>
                    <a:pt x="126" y="732"/>
                  </a:lnTo>
                  <a:lnTo>
                    <a:pt x="1" y="942"/>
                  </a:lnTo>
                  <a:lnTo>
                    <a:pt x="22" y="1088"/>
                  </a:lnTo>
                  <a:lnTo>
                    <a:pt x="147" y="1109"/>
                  </a:lnTo>
                  <a:lnTo>
                    <a:pt x="252" y="1193"/>
                  </a:lnTo>
                  <a:lnTo>
                    <a:pt x="356" y="1193"/>
                  </a:lnTo>
                  <a:lnTo>
                    <a:pt x="440" y="1255"/>
                  </a:lnTo>
                  <a:lnTo>
                    <a:pt x="649" y="1318"/>
                  </a:lnTo>
                  <a:lnTo>
                    <a:pt x="900" y="1507"/>
                  </a:lnTo>
                  <a:lnTo>
                    <a:pt x="1089" y="1716"/>
                  </a:lnTo>
                  <a:lnTo>
                    <a:pt x="1319" y="1758"/>
                  </a:lnTo>
                  <a:lnTo>
                    <a:pt x="1423" y="1841"/>
                  </a:lnTo>
                  <a:lnTo>
                    <a:pt x="1591" y="1841"/>
                  </a:lnTo>
                  <a:lnTo>
                    <a:pt x="1779" y="1946"/>
                  </a:lnTo>
                  <a:lnTo>
                    <a:pt x="2051" y="1946"/>
                  </a:lnTo>
                  <a:lnTo>
                    <a:pt x="2156" y="2030"/>
                  </a:lnTo>
                  <a:lnTo>
                    <a:pt x="2449" y="1946"/>
                  </a:lnTo>
                  <a:lnTo>
                    <a:pt x="2742" y="1988"/>
                  </a:lnTo>
                  <a:lnTo>
                    <a:pt x="2763" y="2155"/>
                  </a:lnTo>
                  <a:lnTo>
                    <a:pt x="2930" y="2281"/>
                  </a:lnTo>
                  <a:lnTo>
                    <a:pt x="3223" y="2364"/>
                  </a:lnTo>
                  <a:lnTo>
                    <a:pt x="3348" y="2302"/>
                  </a:lnTo>
                  <a:lnTo>
                    <a:pt x="3558" y="2302"/>
                  </a:lnTo>
                  <a:lnTo>
                    <a:pt x="4039" y="2490"/>
                  </a:lnTo>
                  <a:lnTo>
                    <a:pt x="4144" y="2406"/>
                  </a:lnTo>
                  <a:lnTo>
                    <a:pt x="4395" y="2553"/>
                  </a:lnTo>
                  <a:lnTo>
                    <a:pt x="4729" y="2469"/>
                  </a:lnTo>
                  <a:lnTo>
                    <a:pt x="4771" y="2197"/>
                  </a:lnTo>
                  <a:lnTo>
                    <a:pt x="4667" y="1967"/>
                  </a:lnTo>
                  <a:lnTo>
                    <a:pt x="4729" y="1716"/>
                  </a:lnTo>
                  <a:lnTo>
                    <a:pt x="4667" y="1569"/>
                  </a:lnTo>
                  <a:lnTo>
                    <a:pt x="4562" y="1569"/>
                  </a:lnTo>
                  <a:lnTo>
                    <a:pt x="4416" y="1632"/>
                  </a:lnTo>
                  <a:lnTo>
                    <a:pt x="4353" y="1611"/>
                  </a:lnTo>
                  <a:lnTo>
                    <a:pt x="4206" y="1653"/>
                  </a:lnTo>
                  <a:lnTo>
                    <a:pt x="4123" y="1632"/>
                  </a:lnTo>
                  <a:lnTo>
                    <a:pt x="3997" y="1465"/>
                  </a:lnTo>
                  <a:lnTo>
                    <a:pt x="3830" y="1402"/>
                  </a:lnTo>
                  <a:lnTo>
                    <a:pt x="3788" y="1255"/>
                  </a:lnTo>
                  <a:lnTo>
                    <a:pt x="3662" y="1193"/>
                  </a:lnTo>
                  <a:lnTo>
                    <a:pt x="3453" y="1193"/>
                  </a:lnTo>
                  <a:lnTo>
                    <a:pt x="3348" y="1297"/>
                  </a:lnTo>
                  <a:lnTo>
                    <a:pt x="3202" y="1318"/>
                  </a:lnTo>
                  <a:lnTo>
                    <a:pt x="3139" y="1402"/>
                  </a:lnTo>
                  <a:lnTo>
                    <a:pt x="2972" y="1318"/>
                  </a:lnTo>
                  <a:lnTo>
                    <a:pt x="2867" y="1339"/>
                  </a:lnTo>
                  <a:lnTo>
                    <a:pt x="2825" y="1193"/>
                  </a:lnTo>
                  <a:lnTo>
                    <a:pt x="2846" y="942"/>
                  </a:lnTo>
                  <a:lnTo>
                    <a:pt x="2700" y="942"/>
                  </a:lnTo>
                  <a:lnTo>
                    <a:pt x="2532" y="1004"/>
                  </a:lnTo>
                  <a:lnTo>
                    <a:pt x="2365" y="879"/>
                  </a:lnTo>
                  <a:lnTo>
                    <a:pt x="2365" y="711"/>
                  </a:lnTo>
                  <a:lnTo>
                    <a:pt x="2239" y="628"/>
                  </a:lnTo>
                  <a:lnTo>
                    <a:pt x="2114" y="628"/>
                  </a:lnTo>
                  <a:lnTo>
                    <a:pt x="2093" y="586"/>
                  </a:lnTo>
                  <a:lnTo>
                    <a:pt x="2009" y="628"/>
                  </a:lnTo>
                  <a:lnTo>
                    <a:pt x="2009" y="816"/>
                  </a:lnTo>
                  <a:lnTo>
                    <a:pt x="1947" y="837"/>
                  </a:lnTo>
                  <a:lnTo>
                    <a:pt x="1905" y="711"/>
                  </a:lnTo>
                  <a:lnTo>
                    <a:pt x="1800" y="586"/>
                  </a:lnTo>
                  <a:lnTo>
                    <a:pt x="1737" y="523"/>
                  </a:lnTo>
                  <a:lnTo>
                    <a:pt x="1612" y="460"/>
                  </a:lnTo>
                  <a:lnTo>
                    <a:pt x="1486" y="460"/>
                  </a:lnTo>
                  <a:lnTo>
                    <a:pt x="1319" y="272"/>
                  </a:lnTo>
                  <a:lnTo>
                    <a:pt x="1214" y="209"/>
                  </a:lnTo>
                  <a:lnTo>
                    <a:pt x="1089" y="209"/>
                  </a:lnTo>
                  <a:lnTo>
                    <a:pt x="1047" y="147"/>
                  </a:lnTo>
                  <a:lnTo>
                    <a:pt x="838" y="63"/>
                  </a:lnTo>
                  <a:lnTo>
                    <a:pt x="670" y="84"/>
                  </a:lnTo>
                  <a:lnTo>
                    <a:pt x="607" y="188"/>
                  </a:lnTo>
                  <a:lnTo>
                    <a:pt x="545" y="167"/>
                  </a:lnTo>
                  <a:lnTo>
                    <a:pt x="440" y="167"/>
                  </a:lnTo>
                  <a:lnTo>
                    <a:pt x="377" y="84"/>
                  </a:lnTo>
                  <a:lnTo>
                    <a:pt x="23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15" name="Google Shape;1615;p60"/>
            <p:cNvSpPr/>
            <p:nvPr/>
          </p:nvSpPr>
          <p:spPr>
            <a:xfrm>
              <a:off x="4155440" y="2884541"/>
              <a:ext cx="95439" cy="100431"/>
            </a:xfrm>
            <a:custGeom>
              <a:avLst/>
              <a:gdLst/>
              <a:ahLst/>
              <a:cxnLst/>
              <a:rect l="l" t="t" r="r" b="b"/>
              <a:pathLst>
                <a:path w="8015" h="8831" extrusionOk="0">
                  <a:moveTo>
                    <a:pt x="5901" y="1"/>
                  </a:moveTo>
                  <a:lnTo>
                    <a:pt x="5713" y="105"/>
                  </a:lnTo>
                  <a:lnTo>
                    <a:pt x="5587" y="252"/>
                  </a:lnTo>
                  <a:lnTo>
                    <a:pt x="5441" y="252"/>
                  </a:lnTo>
                  <a:lnTo>
                    <a:pt x="5315" y="377"/>
                  </a:lnTo>
                  <a:lnTo>
                    <a:pt x="5232" y="482"/>
                  </a:lnTo>
                  <a:lnTo>
                    <a:pt x="5462" y="838"/>
                  </a:lnTo>
                  <a:lnTo>
                    <a:pt x="5483" y="1110"/>
                  </a:lnTo>
                  <a:lnTo>
                    <a:pt x="5232" y="1444"/>
                  </a:lnTo>
                  <a:lnTo>
                    <a:pt x="5357" y="1570"/>
                  </a:lnTo>
                  <a:lnTo>
                    <a:pt x="5357" y="1737"/>
                  </a:lnTo>
                  <a:lnTo>
                    <a:pt x="5190" y="1968"/>
                  </a:lnTo>
                  <a:lnTo>
                    <a:pt x="4981" y="1968"/>
                  </a:lnTo>
                  <a:lnTo>
                    <a:pt x="4771" y="1884"/>
                  </a:lnTo>
                  <a:lnTo>
                    <a:pt x="4646" y="1968"/>
                  </a:lnTo>
                  <a:lnTo>
                    <a:pt x="4709" y="2135"/>
                  </a:lnTo>
                  <a:lnTo>
                    <a:pt x="4834" y="2198"/>
                  </a:lnTo>
                  <a:lnTo>
                    <a:pt x="4876" y="2365"/>
                  </a:lnTo>
                  <a:lnTo>
                    <a:pt x="4855" y="2449"/>
                  </a:lnTo>
                  <a:lnTo>
                    <a:pt x="4730" y="2512"/>
                  </a:lnTo>
                  <a:lnTo>
                    <a:pt x="4604" y="2553"/>
                  </a:lnTo>
                  <a:lnTo>
                    <a:pt x="4562" y="2616"/>
                  </a:lnTo>
                  <a:lnTo>
                    <a:pt x="4541" y="2825"/>
                  </a:lnTo>
                  <a:lnTo>
                    <a:pt x="4499" y="2972"/>
                  </a:lnTo>
                  <a:lnTo>
                    <a:pt x="4499" y="3035"/>
                  </a:lnTo>
                  <a:lnTo>
                    <a:pt x="4457" y="3097"/>
                  </a:lnTo>
                  <a:lnTo>
                    <a:pt x="4499" y="3328"/>
                  </a:lnTo>
                  <a:lnTo>
                    <a:pt x="4395" y="3537"/>
                  </a:lnTo>
                  <a:lnTo>
                    <a:pt x="4248" y="3390"/>
                  </a:lnTo>
                  <a:lnTo>
                    <a:pt x="4206" y="3390"/>
                  </a:lnTo>
                  <a:lnTo>
                    <a:pt x="4185" y="3453"/>
                  </a:lnTo>
                  <a:lnTo>
                    <a:pt x="4039" y="3453"/>
                  </a:lnTo>
                  <a:lnTo>
                    <a:pt x="3997" y="3411"/>
                  </a:lnTo>
                  <a:lnTo>
                    <a:pt x="3830" y="3432"/>
                  </a:lnTo>
                  <a:lnTo>
                    <a:pt x="3809" y="3495"/>
                  </a:lnTo>
                  <a:lnTo>
                    <a:pt x="3600" y="3662"/>
                  </a:lnTo>
                  <a:lnTo>
                    <a:pt x="3683" y="3704"/>
                  </a:lnTo>
                  <a:lnTo>
                    <a:pt x="3621" y="3767"/>
                  </a:lnTo>
                  <a:lnTo>
                    <a:pt x="3411" y="3872"/>
                  </a:lnTo>
                  <a:lnTo>
                    <a:pt x="3349" y="3830"/>
                  </a:lnTo>
                  <a:lnTo>
                    <a:pt x="3202" y="3851"/>
                  </a:lnTo>
                  <a:lnTo>
                    <a:pt x="3160" y="3934"/>
                  </a:lnTo>
                  <a:lnTo>
                    <a:pt x="3139" y="4039"/>
                  </a:lnTo>
                  <a:lnTo>
                    <a:pt x="3035" y="4060"/>
                  </a:lnTo>
                  <a:lnTo>
                    <a:pt x="2951" y="4165"/>
                  </a:lnTo>
                  <a:lnTo>
                    <a:pt x="2951" y="4332"/>
                  </a:lnTo>
                  <a:lnTo>
                    <a:pt x="2993" y="4499"/>
                  </a:lnTo>
                  <a:lnTo>
                    <a:pt x="2993" y="4646"/>
                  </a:lnTo>
                  <a:lnTo>
                    <a:pt x="3035" y="4750"/>
                  </a:lnTo>
                  <a:lnTo>
                    <a:pt x="3035" y="4855"/>
                  </a:lnTo>
                  <a:lnTo>
                    <a:pt x="2784" y="4960"/>
                  </a:lnTo>
                  <a:lnTo>
                    <a:pt x="2574" y="4960"/>
                  </a:lnTo>
                  <a:lnTo>
                    <a:pt x="2407" y="4981"/>
                  </a:lnTo>
                  <a:lnTo>
                    <a:pt x="2093" y="4981"/>
                  </a:lnTo>
                  <a:lnTo>
                    <a:pt x="1905" y="5022"/>
                  </a:lnTo>
                  <a:lnTo>
                    <a:pt x="1821" y="5106"/>
                  </a:lnTo>
                  <a:lnTo>
                    <a:pt x="1633" y="5085"/>
                  </a:lnTo>
                  <a:lnTo>
                    <a:pt x="1465" y="5127"/>
                  </a:lnTo>
                  <a:lnTo>
                    <a:pt x="775" y="5169"/>
                  </a:lnTo>
                  <a:lnTo>
                    <a:pt x="1" y="4918"/>
                  </a:lnTo>
                  <a:lnTo>
                    <a:pt x="273" y="5336"/>
                  </a:lnTo>
                  <a:lnTo>
                    <a:pt x="356" y="5483"/>
                  </a:lnTo>
                  <a:lnTo>
                    <a:pt x="524" y="5629"/>
                  </a:lnTo>
                  <a:lnTo>
                    <a:pt x="649" y="5713"/>
                  </a:lnTo>
                  <a:lnTo>
                    <a:pt x="691" y="5755"/>
                  </a:lnTo>
                  <a:lnTo>
                    <a:pt x="880" y="5797"/>
                  </a:lnTo>
                  <a:lnTo>
                    <a:pt x="984" y="5818"/>
                  </a:lnTo>
                  <a:lnTo>
                    <a:pt x="1005" y="5901"/>
                  </a:lnTo>
                  <a:lnTo>
                    <a:pt x="1172" y="5901"/>
                  </a:lnTo>
                  <a:lnTo>
                    <a:pt x="1172" y="6110"/>
                  </a:lnTo>
                  <a:lnTo>
                    <a:pt x="1214" y="6236"/>
                  </a:lnTo>
                  <a:lnTo>
                    <a:pt x="1214" y="6382"/>
                  </a:lnTo>
                  <a:lnTo>
                    <a:pt x="1256" y="6487"/>
                  </a:lnTo>
                  <a:lnTo>
                    <a:pt x="1403" y="6466"/>
                  </a:lnTo>
                  <a:lnTo>
                    <a:pt x="1528" y="6571"/>
                  </a:lnTo>
                  <a:lnTo>
                    <a:pt x="1570" y="6801"/>
                  </a:lnTo>
                  <a:lnTo>
                    <a:pt x="1486" y="6885"/>
                  </a:lnTo>
                  <a:lnTo>
                    <a:pt x="1319" y="6843"/>
                  </a:lnTo>
                  <a:lnTo>
                    <a:pt x="1068" y="6906"/>
                  </a:lnTo>
                  <a:lnTo>
                    <a:pt x="984" y="6968"/>
                  </a:lnTo>
                  <a:lnTo>
                    <a:pt x="838" y="7052"/>
                  </a:lnTo>
                  <a:lnTo>
                    <a:pt x="754" y="7157"/>
                  </a:lnTo>
                  <a:lnTo>
                    <a:pt x="796" y="7261"/>
                  </a:lnTo>
                  <a:lnTo>
                    <a:pt x="691" y="7387"/>
                  </a:lnTo>
                  <a:lnTo>
                    <a:pt x="754" y="7512"/>
                  </a:lnTo>
                  <a:lnTo>
                    <a:pt x="733" y="7722"/>
                  </a:lnTo>
                  <a:lnTo>
                    <a:pt x="733" y="7805"/>
                  </a:lnTo>
                  <a:lnTo>
                    <a:pt x="796" y="7805"/>
                  </a:lnTo>
                  <a:lnTo>
                    <a:pt x="796" y="7889"/>
                  </a:lnTo>
                  <a:lnTo>
                    <a:pt x="859" y="7910"/>
                  </a:lnTo>
                  <a:lnTo>
                    <a:pt x="1005" y="7805"/>
                  </a:lnTo>
                  <a:lnTo>
                    <a:pt x="1131" y="7805"/>
                  </a:lnTo>
                  <a:lnTo>
                    <a:pt x="1172" y="7847"/>
                  </a:lnTo>
                  <a:lnTo>
                    <a:pt x="1193" y="7826"/>
                  </a:lnTo>
                  <a:lnTo>
                    <a:pt x="1298" y="7784"/>
                  </a:lnTo>
                  <a:lnTo>
                    <a:pt x="1403" y="7784"/>
                  </a:lnTo>
                  <a:lnTo>
                    <a:pt x="1465" y="7805"/>
                  </a:lnTo>
                  <a:lnTo>
                    <a:pt x="1570" y="7784"/>
                  </a:lnTo>
                  <a:lnTo>
                    <a:pt x="1696" y="7784"/>
                  </a:lnTo>
                  <a:lnTo>
                    <a:pt x="1717" y="7722"/>
                  </a:lnTo>
                  <a:lnTo>
                    <a:pt x="1779" y="7638"/>
                  </a:lnTo>
                  <a:lnTo>
                    <a:pt x="1884" y="7722"/>
                  </a:lnTo>
                  <a:lnTo>
                    <a:pt x="1947" y="7722"/>
                  </a:lnTo>
                  <a:lnTo>
                    <a:pt x="1989" y="7701"/>
                  </a:lnTo>
                  <a:lnTo>
                    <a:pt x="2030" y="7701"/>
                  </a:lnTo>
                  <a:lnTo>
                    <a:pt x="2051" y="7784"/>
                  </a:lnTo>
                  <a:lnTo>
                    <a:pt x="2156" y="7784"/>
                  </a:lnTo>
                  <a:lnTo>
                    <a:pt x="2240" y="7826"/>
                  </a:lnTo>
                  <a:lnTo>
                    <a:pt x="2323" y="7826"/>
                  </a:lnTo>
                  <a:lnTo>
                    <a:pt x="2449" y="7701"/>
                  </a:lnTo>
                  <a:lnTo>
                    <a:pt x="2616" y="7701"/>
                  </a:lnTo>
                  <a:lnTo>
                    <a:pt x="2700" y="7722"/>
                  </a:lnTo>
                  <a:lnTo>
                    <a:pt x="2784" y="7680"/>
                  </a:lnTo>
                  <a:lnTo>
                    <a:pt x="2867" y="7680"/>
                  </a:lnTo>
                  <a:lnTo>
                    <a:pt x="2888" y="7617"/>
                  </a:lnTo>
                  <a:lnTo>
                    <a:pt x="2951" y="7638"/>
                  </a:lnTo>
                  <a:lnTo>
                    <a:pt x="3097" y="7680"/>
                  </a:lnTo>
                  <a:lnTo>
                    <a:pt x="3223" y="7617"/>
                  </a:lnTo>
                  <a:lnTo>
                    <a:pt x="3411" y="7617"/>
                  </a:lnTo>
                  <a:lnTo>
                    <a:pt x="3558" y="7722"/>
                  </a:lnTo>
                  <a:lnTo>
                    <a:pt x="3579" y="7847"/>
                  </a:lnTo>
                  <a:lnTo>
                    <a:pt x="3579" y="7931"/>
                  </a:lnTo>
                  <a:lnTo>
                    <a:pt x="3579" y="7952"/>
                  </a:lnTo>
                  <a:lnTo>
                    <a:pt x="3558" y="7952"/>
                  </a:lnTo>
                  <a:lnTo>
                    <a:pt x="3558" y="8014"/>
                  </a:lnTo>
                  <a:lnTo>
                    <a:pt x="3662" y="8014"/>
                  </a:lnTo>
                  <a:lnTo>
                    <a:pt x="3809" y="7931"/>
                  </a:lnTo>
                  <a:lnTo>
                    <a:pt x="3809" y="8056"/>
                  </a:lnTo>
                  <a:lnTo>
                    <a:pt x="3934" y="8203"/>
                  </a:lnTo>
                  <a:lnTo>
                    <a:pt x="3997" y="8412"/>
                  </a:lnTo>
                  <a:lnTo>
                    <a:pt x="3997" y="8433"/>
                  </a:lnTo>
                  <a:lnTo>
                    <a:pt x="3997" y="8517"/>
                  </a:lnTo>
                  <a:lnTo>
                    <a:pt x="3934" y="8538"/>
                  </a:lnTo>
                  <a:lnTo>
                    <a:pt x="4039" y="8538"/>
                  </a:lnTo>
                  <a:lnTo>
                    <a:pt x="4081" y="8663"/>
                  </a:lnTo>
                  <a:lnTo>
                    <a:pt x="4353" y="8663"/>
                  </a:lnTo>
                  <a:lnTo>
                    <a:pt x="4541" y="8747"/>
                  </a:lnTo>
                  <a:lnTo>
                    <a:pt x="4541" y="8831"/>
                  </a:lnTo>
                  <a:lnTo>
                    <a:pt x="4625" y="8768"/>
                  </a:lnTo>
                  <a:lnTo>
                    <a:pt x="4646" y="8621"/>
                  </a:lnTo>
                  <a:lnTo>
                    <a:pt x="4750" y="8538"/>
                  </a:lnTo>
                  <a:lnTo>
                    <a:pt x="4834" y="8517"/>
                  </a:lnTo>
                  <a:lnTo>
                    <a:pt x="4876" y="8370"/>
                  </a:lnTo>
                  <a:lnTo>
                    <a:pt x="4960" y="8412"/>
                  </a:lnTo>
                  <a:lnTo>
                    <a:pt x="5064" y="8349"/>
                  </a:lnTo>
                  <a:lnTo>
                    <a:pt x="5462" y="8370"/>
                  </a:lnTo>
                  <a:lnTo>
                    <a:pt x="5692" y="8266"/>
                  </a:lnTo>
                  <a:lnTo>
                    <a:pt x="5755" y="8224"/>
                  </a:lnTo>
                  <a:lnTo>
                    <a:pt x="5880" y="8203"/>
                  </a:lnTo>
                  <a:lnTo>
                    <a:pt x="5880" y="8203"/>
                  </a:lnTo>
                  <a:lnTo>
                    <a:pt x="5818" y="8266"/>
                  </a:lnTo>
                  <a:lnTo>
                    <a:pt x="5880" y="8349"/>
                  </a:lnTo>
                  <a:lnTo>
                    <a:pt x="6006" y="8266"/>
                  </a:lnTo>
                  <a:lnTo>
                    <a:pt x="6110" y="8224"/>
                  </a:lnTo>
                  <a:lnTo>
                    <a:pt x="6069" y="8161"/>
                  </a:lnTo>
                  <a:lnTo>
                    <a:pt x="6090" y="8098"/>
                  </a:lnTo>
                  <a:lnTo>
                    <a:pt x="5964" y="7722"/>
                  </a:lnTo>
                  <a:lnTo>
                    <a:pt x="5838" y="7575"/>
                  </a:lnTo>
                  <a:lnTo>
                    <a:pt x="5880" y="7491"/>
                  </a:lnTo>
                  <a:lnTo>
                    <a:pt x="5797" y="7429"/>
                  </a:lnTo>
                  <a:lnTo>
                    <a:pt x="5692" y="7429"/>
                  </a:lnTo>
                  <a:lnTo>
                    <a:pt x="5483" y="7303"/>
                  </a:lnTo>
                  <a:lnTo>
                    <a:pt x="5462" y="7094"/>
                  </a:lnTo>
                  <a:lnTo>
                    <a:pt x="5483" y="6968"/>
                  </a:lnTo>
                  <a:lnTo>
                    <a:pt x="5399" y="6780"/>
                  </a:lnTo>
                  <a:lnTo>
                    <a:pt x="5294" y="6780"/>
                  </a:lnTo>
                  <a:lnTo>
                    <a:pt x="5232" y="6801"/>
                  </a:lnTo>
                  <a:lnTo>
                    <a:pt x="5085" y="6759"/>
                  </a:lnTo>
                  <a:lnTo>
                    <a:pt x="4981" y="6780"/>
                  </a:lnTo>
                  <a:lnTo>
                    <a:pt x="4981" y="6634"/>
                  </a:lnTo>
                  <a:lnTo>
                    <a:pt x="5085" y="6382"/>
                  </a:lnTo>
                  <a:lnTo>
                    <a:pt x="5169" y="6362"/>
                  </a:lnTo>
                  <a:lnTo>
                    <a:pt x="5315" y="6152"/>
                  </a:lnTo>
                  <a:lnTo>
                    <a:pt x="5357" y="6048"/>
                  </a:lnTo>
                  <a:lnTo>
                    <a:pt x="5462" y="6006"/>
                  </a:lnTo>
                  <a:lnTo>
                    <a:pt x="5546" y="5943"/>
                  </a:lnTo>
                  <a:lnTo>
                    <a:pt x="5671" y="6006"/>
                  </a:lnTo>
                  <a:lnTo>
                    <a:pt x="5692" y="6110"/>
                  </a:lnTo>
                  <a:lnTo>
                    <a:pt x="5776" y="6131"/>
                  </a:lnTo>
                  <a:lnTo>
                    <a:pt x="5985" y="6006"/>
                  </a:lnTo>
                  <a:lnTo>
                    <a:pt x="6299" y="6006"/>
                  </a:lnTo>
                  <a:lnTo>
                    <a:pt x="6487" y="5797"/>
                  </a:lnTo>
                  <a:lnTo>
                    <a:pt x="6592" y="5441"/>
                  </a:lnTo>
                  <a:lnTo>
                    <a:pt x="6843" y="5273"/>
                  </a:lnTo>
                  <a:lnTo>
                    <a:pt x="6926" y="5127"/>
                  </a:lnTo>
                  <a:lnTo>
                    <a:pt x="6947" y="4960"/>
                  </a:lnTo>
                  <a:lnTo>
                    <a:pt x="7052" y="4771"/>
                  </a:lnTo>
                  <a:lnTo>
                    <a:pt x="7261" y="4667"/>
                  </a:lnTo>
                  <a:lnTo>
                    <a:pt x="7324" y="4541"/>
                  </a:lnTo>
                  <a:lnTo>
                    <a:pt x="7324" y="4437"/>
                  </a:lnTo>
                  <a:lnTo>
                    <a:pt x="7240" y="4374"/>
                  </a:lnTo>
                  <a:lnTo>
                    <a:pt x="7387" y="4185"/>
                  </a:lnTo>
                  <a:lnTo>
                    <a:pt x="7491" y="4123"/>
                  </a:lnTo>
                  <a:lnTo>
                    <a:pt x="7491" y="3976"/>
                  </a:lnTo>
                  <a:lnTo>
                    <a:pt x="7554" y="3704"/>
                  </a:lnTo>
                  <a:lnTo>
                    <a:pt x="7470" y="3495"/>
                  </a:lnTo>
                  <a:lnTo>
                    <a:pt x="7450" y="3432"/>
                  </a:lnTo>
                  <a:lnTo>
                    <a:pt x="7638" y="3244"/>
                  </a:lnTo>
                  <a:lnTo>
                    <a:pt x="7743" y="3223"/>
                  </a:lnTo>
                  <a:lnTo>
                    <a:pt x="7847" y="3139"/>
                  </a:lnTo>
                  <a:lnTo>
                    <a:pt x="7910" y="3139"/>
                  </a:lnTo>
                  <a:lnTo>
                    <a:pt x="8015" y="3035"/>
                  </a:lnTo>
                  <a:lnTo>
                    <a:pt x="8015" y="2909"/>
                  </a:lnTo>
                  <a:lnTo>
                    <a:pt x="7868" y="2867"/>
                  </a:lnTo>
                  <a:lnTo>
                    <a:pt x="7743" y="2909"/>
                  </a:lnTo>
                  <a:lnTo>
                    <a:pt x="7554" y="2888"/>
                  </a:lnTo>
                  <a:lnTo>
                    <a:pt x="7491" y="2721"/>
                  </a:lnTo>
                  <a:lnTo>
                    <a:pt x="7282" y="2658"/>
                  </a:lnTo>
                  <a:lnTo>
                    <a:pt x="7073" y="2595"/>
                  </a:lnTo>
                  <a:lnTo>
                    <a:pt x="6864" y="2407"/>
                  </a:lnTo>
                  <a:lnTo>
                    <a:pt x="6843" y="2240"/>
                  </a:lnTo>
                  <a:lnTo>
                    <a:pt x="6738" y="1863"/>
                  </a:lnTo>
                  <a:lnTo>
                    <a:pt x="6634" y="1675"/>
                  </a:lnTo>
                  <a:lnTo>
                    <a:pt x="6634" y="1507"/>
                  </a:lnTo>
                  <a:lnTo>
                    <a:pt x="6738" y="1465"/>
                  </a:lnTo>
                  <a:lnTo>
                    <a:pt x="6738" y="1340"/>
                  </a:lnTo>
                  <a:lnTo>
                    <a:pt x="6885" y="1235"/>
                  </a:lnTo>
                  <a:lnTo>
                    <a:pt x="6885" y="1110"/>
                  </a:lnTo>
                  <a:lnTo>
                    <a:pt x="6738" y="1047"/>
                  </a:lnTo>
                  <a:lnTo>
                    <a:pt x="6717" y="921"/>
                  </a:lnTo>
                  <a:lnTo>
                    <a:pt x="6550" y="838"/>
                  </a:lnTo>
                  <a:lnTo>
                    <a:pt x="6403" y="712"/>
                  </a:lnTo>
                  <a:lnTo>
                    <a:pt x="6278" y="566"/>
                  </a:lnTo>
                  <a:lnTo>
                    <a:pt x="6173" y="608"/>
                  </a:lnTo>
                  <a:lnTo>
                    <a:pt x="6090" y="628"/>
                  </a:lnTo>
                  <a:lnTo>
                    <a:pt x="6006" y="566"/>
                  </a:lnTo>
                  <a:lnTo>
                    <a:pt x="5985" y="315"/>
                  </a:lnTo>
                  <a:lnTo>
                    <a:pt x="6236" y="147"/>
                  </a:lnTo>
                  <a:lnTo>
                    <a:pt x="6215" y="64"/>
                  </a:lnTo>
                  <a:lnTo>
                    <a:pt x="6027" y="84"/>
                  </a:lnTo>
                  <a:lnTo>
                    <a:pt x="590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16" name="Google Shape;1616;p60"/>
            <p:cNvSpPr/>
            <p:nvPr/>
          </p:nvSpPr>
          <p:spPr>
            <a:xfrm>
              <a:off x="4148462" y="2870746"/>
              <a:ext cx="91200" cy="72579"/>
            </a:xfrm>
            <a:custGeom>
              <a:avLst/>
              <a:gdLst/>
              <a:ahLst/>
              <a:cxnLst/>
              <a:rect l="l" t="t" r="r" b="b"/>
              <a:pathLst>
                <a:path w="7659" h="6382" extrusionOk="0">
                  <a:moveTo>
                    <a:pt x="5295" y="0"/>
                  </a:moveTo>
                  <a:lnTo>
                    <a:pt x="5232" y="105"/>
                  </a:lnTo>
                  <a:lnTo>
                    <a:pt x="5211" y="272"/>
                  </a:lnTo>
                  <a:lnTo>
                    <a:pt x="5127" y="335"/>
                  </a:lnTo>
                  <a:lnTo>
                    <a:pt x="5106" y="419"/>
                  </a:lnTo>
                  <a:lnTo>
                    <a:pt x="5127" y="565"/>
                  </a:lnTo>
                  <a:lnTo>
                    <a:pt x="5043" y="691"/>
                  </a:lnTo>
                  <a:lnTo>
                    <a:pt x="4918" y="691"/>
                  </a:lnTo>
                  <a:lnTo>
                    <a:pt x="4897" y="649"/>
                  </a:lnTo>
                  <a:lnTo>
                    <a:pt x="4834" y="649"/>
                  </a:lnTo>
                  <a:lnTo>
                    <a:pt x="4792" y="691"/>
                  </a:lnTo>
                  <a:lnTo>
                    <a:pt x="4667" y="732"/>
                  </a:lnTo>
                  <a:lnTo>
                    <a:pt x="4667" y="837"/>
                  </a:lnTo>
                  <a:lnTo>
                    <a:pt x="4709" y="879"/>
                  </a:lnTo>
                  <a:lnTo>
                    <a:pt x="4709" y="963"/>
                  </a:lnTo>
                  <a:lnTo>
                    <a:pt x="4520" y="942"/>
                  </a:lnTo>
                  <a:lnTo>
                    <a:pt x="4458" y="858"/>
                  </a:lnTo>
                  <a:lnTo>
                    <a:pt x="4395" y="837"/>
                  </a:lnTo>
                  <a:lnTo>
                    <a:pt x="4332" y="879"/>
                  </a:lnTo>
                  <a:lnTo>
                    <a:pt x="4269" y="900"/>
                  </a:lnTo>
                  <a:lnTo>
                    <a:pt x="4207" y="984"/>
                  </a:lnTo>
                  <a:lnTo>
                    <a:pt x="4081" y="1067"/>
                  </a:lnTo>
                  <a:lnTo>
                    <a:pt x="3893" y="1088"/>
                  </a:lnTo>
                  <a:lnTo>
                    <a:pt x="3788" y="1067"/>
                  </a:lnTo>
                  <a:lnTo>
                    <a:pt x="3683" y="900"/>
                  </a:lnTo>
                  <a:lnTo>
                    <a:pt x="3579" y="879"/>
                  </a:lnTo>
                  <a:lnTo>
                    <a:pt x="3474" y="984"/>
                  </a:lnTo>
                  <a:lnTo>
                    <a:pt x="3411" y="984"/>
                  </a:lnTo>
                  <a:lnTo>
                    <a:pt x="3328" y="879"/>
                  </a:lnTo>
                  <a:lnTo>
                    <a:pt x="3223" y="795"/>
                  </a:lnTo>
                  <a:lnTo>
                    <a:pt x="3014" y="858"/>
                  </a:lnTo>
                  <a:lnTo>
                    <a:pt x="2993" y="837"/>
                  </a:lnTo>
                  <a:lnTo>
                    <a:pt x="2847" y="858"/>
                  </a:lnTo>
                  <a:lnTo>
                    <a:pt x="2742" y="774"/>
                  </a:lnTo>
                  <a:lnTo>
                    <a:pt x="2595" y="837"/>
                  </a:lnTo>
                  <a:lnTo>
                    <a:pt x="2428" y="942"/>
                  </a:lnTo>
                  <a:lnTo>
                    <a:pt x="2386" y="942"/>
                  </a:lnTo>
                  <a:lnTo>
                    <a:pt x="2219" y="984"/>
                  </a:lnTo>
                  <a:lnTo>
                    <a:pt x="2177" y="1046"/>
                  </a:lnTo>
                  <a:lnTo>
                    <a:pt x="2114" y="1067"/>
                  </a:lnTo>
                  <a:lnTo>
                    <a:pt x="2093" y="1109"/>
                  </a:lnTo>
                  <a:lnTo>
                    <a:pt x="2156" y="1172"/>
                  </a:lnTo>
                  <a:lnTo>
                    <a:pt x="2156" y="1297"/>
                  </a:lnTo>
                  <a:lnTo>
                    <a:pt x="2010" y="1423"/>
                  </a:lnTo>
                  <a:lnTo>
                    <a:pt x="2010" y="1590"/>
                  </a:lnTo>
                  <a:lnTo>
                    <a:pt x="1989" y="1716"/>
                  </a:lnTo>
                  <a:lnTo>
                    <a:pt x="1884" y="1737"/>
                  </a:lnTo>
                  <a:lnTo>
                    <a:pt x="1800" y="1821"/>
                  </a:lnTo>
                  <a:lnTo>
                    <a:pt x="1779" y="1883"/>
                  </a:lnTo>
                  <a:lnTo>
                    <a:pt x="1570" y="1925"/>
                  </a:lnTo>
                  <a:lnTo>
                    <a:pt x="1382" y="2030"/>
                  </a:lnTo>
                  <a:lnTo>
                    <a:pt x="1424" y="2113"/>
                  </a:lnTo>
                  <a:lnTo>
                    <a:pt x="1340" y="2155"/>
                  </a:lnTo>
                  <a:lnTo>
                    <a:pt x="1319" y="2239"/>
                  </a:lnTo>
                  <a:lnTo>
                    <a:pt x="1235" y="2344"/>
                  </a:lnTo>
                  <a:lnTo>
                    <a:pt x="1068" y="2365"/>
                  </a:lnTo>
                  <a:lnTo>
                    <a:pt x="1026" y="2427"/>
                  </a:lnTo>
                  <a:lnTo>
                    <a:pt x="963" y="2365"/>
                  </a:lnTo>
                  <a:lnTo>
                    <a:pt x="922" y="2302"/>
                  </a:lnTo>
                  <a:lnTo>
                    <a:pt x="796" y="2197"/>
                  </a:lnTo>
                  <a:lnTo>
                    <a:pt x="712" y="2197"/>
                  </a:lnTo>
                  <a:lnTo>
                    <a:pt x="629" y="2260"/>
                  </a:lnTo>
                  <a:lnTo>
                    <a:pt x="524" y="2260"/>
                  </a:lnTo>
                  <a:lnTo>
                    <a:pt x="440" y="2197"/>
                  </a:lnTo>
                  <a:lnTo>
                    <a:pt x="315" y="2155"/>
                  </a:lnTo>
                  <a:lnTo>
                    <a:pt x="273" y="2197"/>
                  </a:lnTo>
                  <a:lnTo>
                    <a:pt x="273" y="2365"/>
                  </a:lnTo>
                  <a:lnTo>
                    <a:pt x="273" y="2448"/>
                  </a:lnTo>
                  <a:lnTo>
                    <a:pt x="210" y="2532"/>
                  </a:lnTo>
                  <a:lnTo>
                    <a:pt x="294" y="2637"/>
                  </a:lnTo>
                  <a:lnTo>
                    <a:pt x="273" y="2657"/>
                  </a:lnTo>
                  <a:lnTo>
                    <a:pt x="273" y="2741"/>
                  </a:lnTo>
                  <a:lnTo>
                    <a:pt x="126" y="2846"/>
                  </a:lnTo>
                  <a:lnTo>
                    <a:pt x="1" y="2867"/>
                  </a:lnTo>
                  <a:lnTo>
                    <a:pt x="64" y="2950"/>
                  </a:lnTo>
                  <a:lnTo>
                    <a:pt x="168" y="3034"/>
                  </a:lnTo>
                  <a:lnTo>
                    <a:pt x="22" y="3181"/>
                  </a:lnTo>
                  <a:lnTo>
                    <a:pt x="85" y="3181"/>
                  </a:lnTo>
                  <a:lnTo>
                    <a:pt x="106" y="3390"/>
                  </a:lnTo>
                  <a:lnTo>
                    <a:pt x="106" y="3515"/>
                  </a:lnTo>
                  <a:lnTo>
                    <a:pt x="294" y="3557"/>
                  </a:lnTo>
                  <a:lnTo>
                    <a:pt x="336" y="3557"/>
                  </a:lnTo>
                  <a:lnTo>
                    <a:pt x="189" y="3787"/>
                  </a:lnTo>
                  <a:lnTo>
                    <a:pt x="126" y="3934"/>
                  </a:lnTo>
                  <a:lnTo>
                    <a:pt x="294" y="4227"/>
                  </a:lnTo>
                  <a:lnTo>
                    <a:pt x="378" y="4499"/>
                  </a:lnTo>
                  <a:lnTo>
                    <a:pt x="336" y="4562"/>
                  </a:lnTo>
                  <a:lnTo>
                    <a:pt x="398" y="4666"/>
                  </a:lnTo>
                  <a:lnTo>
                    <a:pt x="419" y="4875"/>
                  </a:lnTo>
                  <a:lnTo>
                    <a:pt x="922" y="4917"/>
                  </a:lnTo>
                  <a:lnTo>
                    <a:pt x="1005" y="5085"/>
                  </a:lnTo>
                  <a:lnTo>
                    <a:pt x="1005" y="5252"/>
                  </a:lnTo>
                  <a:lnTo>
                    <a:pt x="1047" y="5482"/>
                  </a:lnTo>
                  <a:lnTo>
                    <a:pt x="1005" y="5566"/>
                  </a:lnTo>
                  <a:lnTo>
                    <a:pt x="587" y="6131"/>
                  </a:lnTo>
                  <a:lnTo>
                    <a:pt x="1361" y="6382"/>
                  </a:lnTo>
                  <a:lnTo>
                    <a:pt x="2051" y="6340"/>
                  </a:lnTo>
                  <a:lnTo>
                    <a:pt x="2219" y="6298"/>
                  </a:lnTo>
                  <a:lnTo>
                    <a:pt x="2407" y="6319"/>
                  </a:lnTo>
                  <a:lnTo>
                    <a:pt x="2491" y="6235"/>
                  </a:lnTo>
                  <a:lnTo>
                    <a:pt x="2679" y="6194"/>
                  </a:lnTo>
                  <a:lnTo>
                    <a:pt x="2993" y="6194"/>
                  </a:lnTo>
                  <a:lnTo>
                    <a:pt x="3160" y="6173"/>
                  </a:lnTo>
                  <a:lnTo>
                    <a:pt x="3370" y="6173"/>
                  </a:lnTo>
                  <a:lnTo>
                    <a:pt x="3621" y="6068"/>
                  </a:lnTo>
                  <a:lnTo>
                    <a:pt x="3621" y="5963"/>
                  </a:lnTo>
                  <a:lnTo>
                    <a:pt x="3579" y="5859"/>
                  </a:lnTo>
                  <a:lnTo>
                    <a:pt x="3579" y="5712"/>
                  </a:lnTo>
                  <a:lnTo>
                    <a:pt x="3537" y="5545"/>
                  </a:lnTo>
                  <a:lnTo>
                    <a:pt x="3537" y="5378"/>
                  </a:lnTo>
                  <a:lnTo>
                    <a:pt x="3621" y="5273"/>
                  </a:lnTo>
                  <a:lnTo>
                    <a:pt x="3725" y="5252"/>
                  </a:lnTo>
                  <a:lnTo>
                    <a:pt x="3746" y="5147"/>
                  </a:lnTo>
                  <a:lnTo>
                    <a:pt x="3788" y="5064"/>
                  </a:lnTo>
                  <a:lnTo>
                    <a:pt x="3935" y="5043"/>
                  </a:lnTo>
                  <a:lnTo>
                    <a:pt x="3997" y="5085"/>
                  </a:lnTo>
                  <a:lnTo>
                    <a:pt x="4207" y="4980"/>
                  </a:lnTo>
                  <a:lnTo>
                    <a:pt x="4269" y="4917"/>
                  </a:lnTo>
                  <a:lnTo>
                    <a:pt x="4186" y="4875"/>
                  </a:lnTo>
                  <a:lnTo>
                    <a:pt x="4395" y="4708"/>
                  </a:lnTo>
                  <a:lnTo>
                    <a:pt x="4416" y="4645"/>
                  </a:lnTo>
                  <a:lnTo>
                    <a:pt x="4583" y="4624"/>
                  </a:lnTo>
                  <a:lnTo>
                    <a:pt x="4625" y="4666"/>
                  </a:lnTo>
                  <a:lnTo>
                    <a:pt x="4771" y="4666"/>
                  </a:lnTo>
                  <a:lnTo>
                    <a:pt x="4792" y="4603"/>
                  </a:lnTo>
                  <a:lnTo>
                    <a:pt x="4834" y="4603"/>
                  </a:lnTo>
                  <a:lnTo>
                    <a:pt x="4981" y="4750"/>
                  </a:lnTo>
                  <a:lnTo>
                    <a:pt x="5085" y="4541"/>
                  </a:lnTo>
                  <a:lnTo>
                    <a:pt x="5043" y="4310"/>
                  </a:lnTo>
                  <a:lnTo>
                    <a:pt x="5085" y="4248"/>
                  </a:lnTo>
                  <a:lnTo>
                    <a:pt x="5085" y="4185"/>
                  </a:lnTo>
                  <a:lnTo>
                    <a:pt x="5127" y="4038"/>
                  </a:lnTo>
                  <a:lnTo>
                    <a:pt x="5148" y="3829"/>
                  </a:lnTo>
                  <a:lnTo>
                    <a:pt x="5190" y="3766"/>
                  </a:lnTo>
                  <a:lnTo>
                    <a:pt x="5316" y="3725"/>
                  </a:lnTo>
                  <a:lnTo>
                    <a:pt x="5441" y="3662"/>
                  </a:lnTo>
                  <a:lnTo>
                    <a:pt x="5462" y="3578"/>
                  </a:lnTo>
                  <a:lnTo>
                    <a:pt x="5420" y="3411"/>
                  </a:lnTo>
                  <a:lnTo>
                    <a:pt x="5295" y="3348"/>
                  </a:lnTo>
                  <a:lnTo>
                    <a:pt x="5232" y="3181"/>
                  </a:lnTo>
                  <a:lnTo>
                    <a:pt x="5357" y="3097"/>
                  </a:lnTo>
                  <a:lnTo>
                    <a:pt x="5567" y="3181"/>
                  </a:lnTo>
                  <a:lnTo>
                    <a:pt x="5776" y="3181"/>
                  </a:lnTo>
                  <a:lnTo>
                    <a:pt x="5943" y="2950"/>
                  </a:lnTo>
                  <a:lnTo>
                    <a:pt x="5943" y="2783"/>
                  </a:lnTo>
                  <a:lnTo>
                    <a:pt x="5818" y="2657"/>
                  </a:lnTo>
                  <a:lnTo>
                    <a:pt x="6069" y="2323"/>
                  </a:lnTo>
                  <a:lnTo>
                    <a:pt x="6048" y="2051"/>
                  </a:lnTo>
                  <a:lnTo>
                    <a:pt x="5818" y="1695"/>
                  </a:lnTo>
                  <a:lnTo>
                    <a:pt x="5901" y="1590"/>
                  </a:lnTo>
                  <a:lnTo>
                    <a:pt x="6027" y="1465"/>
                  </a:lnTo>
                  <a:lnTo>
                    <a:pt x="6173" y="1465"/>
                  </a:lnTo>
                  <a:lnTo>
                    <a:pt x="6299" y="1318"/>
                  </a:lnTo>
                  <a:lnTo>
                    <a:pt x="6487" y="1214"/>
                  </a:lnTo>
                  <a:lnTo>
                    <a:pt x="6613" y="1297"/>
                  </a:lnTo>
                  <a:lnTo>
                    <a:pt x="6801" y="1277"/>
                  </a:lnTo>
                  <a:lnTo>
                    <a:pt x="7199" y="1172"/>
                  </a:lnTo>
                  <a:lnTo>
                    <a:pt x="7450" y="1067"/>
                  </a:lnTo>
                  <a:lnTo>
                    <a:pt x="7596" y="879"/>
                  </a:lnTo>
                  <a:lnTo>
                    <a:pt x="7471" y="858"/>
                  </a:lnTo>
                  <a:lnTo>
                    <a:pt x="7659" y="691"/>
                  </a:lnTo>
                  <a:lnTo>
                    <a:pt x="7638" y="586"/>
                  </a:lnTo>
                  <a:lnTo>
                    <a:pt x="7387" y="586"/>
                  </a:lnTo>
                  <a:lnTo>
                    <a:pt x="7324" y="691"/>
                  </a:lnTo>
                  <a:lnTo>
                    <a:pt x="7094" y="732"/>
                  </a:lnTo>
                  <a:lnTo>
                    <a:pt x="7073" y="586"/>
                  </a:lnTo>
                  <a:lnTo>
                    <a:pt x="6906" y="649"/>
                  </a:lnTo>
                  <a:lnTo>
                    <a:pt x="6655" y="795"/>
                  </a:lnTo>
                  <a:lnTo>
                    <a:pt x="6571" y="858"/>
                  </a:lnTo>
                  <a:lnTo>
                    <a:pt x="6550" y="984"/>
                  </a:lnTo>
                  <a:lnTo>
                    <a:pt x="6424" y="1067"/>
                  </a:lnTo>
                  <a:lnTo>
                    <a:pt x="6257" y="1151"/>
                  </a:lnTo>
                  <a:lnTo>
                    <a:pt x="6236" y="1193"/>
                  </a:lnTo>
                  <a:lnTo>
                    <a:pt x="6132" y="1277"/>
                  </a:lnTo>
                  <a:lnTo>
                    <a:pt x="5985" y="1277"/>
                  </a:lnTo>
                  <a:lnTo>
                    <a:pt x="5880" y="1256"/>
                  </a:lnTo>
                  <a:lnTo>
                    <a:pt x="5880" y="1172"/>
                  </a:lnTo>
                  <a:lnTo>
                    <a:pt x="5776" y="1046"/>
                  </a:lnTo>
                  <a:lnTo>
                    <a:pt x="5776" y="837"/>
                  </a:lnTo>
                  <a:lnTo>
                    <a:pt x="5755" y="691"/>
                  </a:lnTo>
                  <a:lnTo>
                    <a:pt x="5776" y="565"/>
                  </a:lnTo>
                  <a:lnTo>
                    <a:pt x="5734" y="460"/>
                  </a:lnTo>
                  <a:lnTo>
                    <a:pt x="5629" y="460"/>
                  </a:lnTo>
                  <a:lnTo>
                    <a:pt x="5608" y="356"/>
                  </a:lnTo>
                  <a:lnTo>
                    <a:pt x="5629" y="209"/>
                  </a:lnTo>
                  <a:lnTo>
                    <a:pt x="5629" y="126"/>
                  </a:lnTo>
                  <a:lnTo>
                    <a:pt x="5525" y="63"/>
                  </a:lnTo>
                  <a:lnTo>
                    <a:pt x="542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17" name="Google Shape;1617;p60"/>
            <p:cNvSpPr/>
            <p:nvPr/>
          </p:nvSpPr>
          <p:spPr>
            <a:xfrm>
              <a:off x="3884115" y="2761763"/>
              <a:ext cx="113133" cy="67348"/>
            </a:xfrm>
            <a:custGeom>
              <a:avLst/>
              <a:gdLst/>
              <a:ahLst/>
              <a:cxnLst/>
              <a:rect l="l" t="t" r="r" b="b"/>
              <a:pathLst>
                <a:path w="9501" h="5922" extrusionOk="0">
                  <a:moveTo>
                    <a:pt x="5064" y="0"/>
                  </a:moveTo>
                  <a:lnTo>
                    <a:pt x="4960" y="84"/>
                  </a:lnTo>
                  <a:lnTo>
                    <a:pt x="5002" y="209"/>
                  </a:lnTo>
                  <a:lnTo>
                    <a:pt x="4855" y="230"/>
                  </a:lnTo>
                  <a:lnTo>
                    <a:pt x="4751" y="209"/>
                  </a:lnTo>
                  <a:lnTo>
                    <a:pt x="4730" y="209"/>
                  </a:lnTo>
                  <a:lnTo>
                    <a:pt x="4500" y="272"/>
                  </a:lnTo>
                  <a:lnTo>
                    <a:pt x="4332" y="293"/>
                  </a:lnTo>
                  <a:lnTo>
                    <a:pt x="4228" y="502"/>
                  </a:lnTo>
                  <a:lnTo>
                    <a:pt x="4228" y="712"/>
                  </a:lnTo>
                  <a:lnTo>
                    <a:pt x="4102" y="712"/>
                  </a:lnTo>
                  <a:lnTo>
                    <a:pt x="3997" y="628"/>
                  </a:lnTo>
                  <a:lnTo>
                    <a:pt x="3851" y="691"/>
                  </a:lnTo>
                  <a:lnTo>
                    <a:pt x="3746" y="607"/>
                  </a:lnTo>
                  <a:lnTo>
                    <a:pt x="3642" y="628"/>
                  </a:lnTo>
                  <a:lnTo>
                    <a:pt x="3537" y="753"/>
                  </a:lnTo>
                  <a:lnTo>
                    <a:pt x="3432" y="732"/>
                  </a:lnTo>
                  <a:lnTo>
                    <a:pt x="3391" y="607"/>
                  </a:lnTo>
                  <a:lnTo>
                    <a:pt x="3244" y="607"/>
                  </a:lnTo>
                  <a:lnTo>
                    <a:pt x="3056" y="712"/>
                  </a:lnTo>
                  <a:lnTo>
                    <a:pt x="2972" y="649"/>
                  </a:lnTo>
                  <a:lnTo>
                    <a:pt x="2805" y="628"/>
                  </a:lnTo>
                  <a:lnTo>
                    <a:pt x="2763" y="691"/>
                  </a:lnTo>
                  <a:lnTo>
                    <a:pt x="2700" y="691"/>
                  </a:lnTo>
                  <a:lnTo>
                    <a:pt x="2595" y="607"/>
                  </a:lnTo>
                  <a:lnTo>
                    <a:pt x="2386" y="691"/>
                  </a:lnTo>
                  <a:lnTo>
                    <a:pt x="2344" y="628"/>
                  </a:lnTo>
                  <a:lnTo>
                    <a:pt x="2219" y="544"/>
                  </a:lnTo>
                  <a:lnTo>
                    <a:pt x="1884" y="502"/>
                  </a:lnTo>
                  <a:lnTo>
                    <a:pt x="1759" y="419"/>
                  </a:lnTo>
                  <a:lnTo>
                    <a:pt x="1675" y="419"/>
                  </a:lnTo>
                  <a:lnTo>
                    <a:pt x="1570" y="523"/>
                  </a:lnTo>
                  <a:lnTo>
                    <a:pt x="1382" y="523"/>
                  </a:lnTo>
                  <a:lnTo>
                    <a:pt x="963" y="586"/>
                  </a:lnTo>
                  <a:lnTo>
                    <a:pt x="859" y="628"/>
                  </a:lnTo>
                  <a:lnTo>
                    <a:pt x="671" y="544"/>
                  </a:lnTo>
                  <a:lnTo>
                    <a:pt x="608" y="544"/>
                  </a:lnTo>
                  <a:lnTo>
                    <a:pt x="566" y="649"/>
                  </a:lnTo>
                  <a:lnTo>
                    <a:pt x="608" y="921"/>
                  </a:lnTo>
                  <a:lnTo>
                    <a:pt x="650" y="1004"/>
                  </a:lnTo>
                  <a:lnTo>
                    <a:pt x="733" y="1151"/>
                  </a:lnTo>
                  <a:lnTo>
                    <a:pt x="859" y="1235"/>
                  </a:lnTo>
                  <a:lnTo>
                    <a:pt x="817" y="1318"/>
                  </a:lnTo>
                  <a:lnTo>
                    <a:pt x="838" y="1381"/>
                  </a:lnTo>
                  <a:lnTo>
                    <a:pt x="880" y="1465"/>
                  </a:lnTo>
                  <a:lnTo>
                    <a:pt x="838" y="1653"/>
                  </a:lnTo>
                  <a:lnTo>
                    <a:pt x="754" y="1653"/>
                  </a:lnTo>
                  <a:lnTo>
                    <a:pt x="650" y="1737"/>
                  </a:lnTo>
                  <a:lnTo>
                    <a:pt x="629" y="1904"/>
                  </a:lnTo>
                  <a:lnTo>
                    <a:pt x="252" y="2302"/>
                  </a:lnTo>
                  <a:lnTo>
                    <a:pt x="294" y="2469"/>
                  </a:lnTo>
                  <a:lnTo>
                    <a:pt x="294" y="2637"/>
                  </a:lnTo>
                  <a:lnTo>
                    <a:pt x="147" y="2616"/>
                  </a:lnTo>
                  <a:lnTo>
                    <a:pt x="43" y="2888"/>
                  </a:lnTo>
                  <a:lnTo>
                    <a:pt x="22" y="3097"/>
                  </a:lnTo>
                  <a:lnTo>
                    <a:pt x="1" y="3097"/>
                  </a:lnTo>
                  <a:lnTo>
                    <a:pt x="126" y="3222"/>
                  </a:lnTo>
                  <a:lnTo>
                    <a:pt x="294" y="3327"/>
                  </a:lnTo>
                  <a:lnTo>
                    <a:pt x="315" y="3432"/>
                  </a:lnTo>
                  <a:lnTo>
                    <a:pt x="440" y="3432"/>
                  </a:lnTo>
                  <a:lnTo>
                    <a:pt x="524" y="3348"/>
                  </a:lnTo>
                  <a:lnTo>
                    <a:pt x="629" y="3348"/>
                  </a:lnTo>
                  <a:lnTo>
                    <a:pt x="838" y="3453"/>
                  </a:lnTo>
                  <a:lnTo>
                    <a:pt x="984" y="3473"/>
                  </a:lnTo>
                  <a:lnTo>
                    <a:pt x="1152" y="3536"/>
                  </a:lnTo>
                  <a:lnTo>
                    <a:pt x="1194" y="3641"/>
                  </a:lnTo>
                  <a:lnTo>
                    <a:pt x="1340" y="3683"/>
                  </a:lnTo>
                  <a:lnTo>
                    <a:pt x="1487" y="3641"/>
                  </a:lnTo>
                  <a:lnTo>
                    <a:pt x="1612" y="3641"/>
                  </a:lnTo>
                  <a:lnTo>
                    <a:pt x="1717" y="3515"/>
                  </a:lnTo>
                  <a:lnTo>
                    <a:pt x="2114" y="3453"/>
                  </a:lnTo>
                  <a:lnTo>
                    <a:pt x="2240" y="3369"/>
                  </a:lnTo>
                  <a:lnTo>
                    <a:pt x="2386" y="3348"/>
                  </a:lnTo>
                  <a:lnTo>
                    <a:pt x="2344" y="3201"/>
                  </a:lnTo>
                  <a:lnTo>
                    <a:pt x="2386" y="3139"/>
                  </a:lnTo>
                  <a:lnTo>
                    <a:pt x="2344" y="2992"/>
                  </a:lnTo>
                  <a:lnTo>
                    <a:pt x="2428" y="3013"/>
                  </a:lnTo>
                  <a:lnTo>
                    <a:pt x="2449" y="2992"/>
                  </a:lnTo>
                  <a:lnTo>
                    <a:pt x="2554" y="3034"/>
                  </a:lnTo>
                  <a:lnTo>
                    <a:pt x="2616" y="2992"/>
                  </a:lnTo>
                  <a:lnTo>
                    <a:pt x="2742" y="2992"/>
                  </a:lnTo>
                  <a:lnTo>
                    <a:pt x="2763" y="2929"/>
                  </a:lnTo>
                  <a:lnTo>
                    <a:pt x="2867" y="3055"/>
                  </a:lnTo>
                  <a:lnTo>
                    <a:pt x="3014" y="3055"/>
                  </a:lnTo>
                  <a:lnTo>
                    <a:pt x="3181" y="3243"/>
                  </a:lnTo>
                  <a:lnTo>
                    <a:pt x="3370" y="3243"/>
                  </a:lnTo>
                  <a:lnTo>
                    <a:pt x="3391" y="3201"/>
                  </a:lnTo>
                  <a:lnTo>
                    <a:pt x="3453" y="3201"/>
                  </a:lnTo>
                  <a:lnTo>
                    <a:pt x="3642" y="3369"/>
                  </a:lnTo>
                  <a:lnTo>
                    <a:pt x="3788" y="3453"/>
                  </a:lnTo>
                  <a:lnTo>
                    <a:pt x="3809" y="3641"/>
                  </a:lnTo>
                  <a:lnTo>
                    <a:pt x="3809" y="3787"/>
                  </a:lnTo>
                  <a:lnTo>
                    <a:pt x="3956" y="3850"/>
                  </a:lnTo>
                  <a:lnTo>
                    <a:pt x="3956" y="3892"/>
                  </a:lnTo>
                  <a:lnTo>
                    <a:pt x="4102" y="4038"/>
                  </a:lnTo>
                  <a:lnTo>
                    <a:pt x="4269" y="4143"/>
                  </a:lnTo>
                  <a:lnTo>
                    <a:pt x="4290" y="4248"/>
                  </a:lnTo>
                  <a:lnTo>
                    <a:pt x="4269" y="4352"/>
                  </a:lnTo>
                  <a:lnTo>
                    <a:pt x="4332" y="4457"/>
                  </a:lnTo>
                  <a:lnTo>
                    <a:pt x="4311" y="4499"/>
                  </a:lnTo>
                  <a:lnTo>
                    <a:pt x="4123" y="4499"/>
                  </a:lnTo>
                  <a:lnTo>
                    <a:pt x="4060" y="4415"/>
                  </a:lnTo>
                  <a:lnTo>
                    <a:pt x="3893" y="4478"/>
                  </a:lnTo>
                  <a:lnTo>
                    <a:pt x="3788" y="4478"/>
                  </a:lnTo>
                  <a:lnTo>
                    <a:pt x="3767" y="4687"/>
                  </a:lnTo>
                  <a:lnTo>
                    <a:pt x="3767" y="4834"/>
                  </a:lnTo>
                  <a:lnTo>
                    <a:pt x="3704" y="4813"/>
                  </a:lnTo>
                  <a:lnTo>
                    <a:pt x="3600" y="5022"/>
                  </a:lnTo>
                  <a:lnTo>
                    <a:pt x="3600" y="5126"/>
                  </a:lnTo>
                  <a:lnTo>
                    <a:pt x="3495" y="5106"/>
                  </a:lnTo>
                  <a:lnTo>
                    <a:pt x="3432" y="5147"/>
                  </a:lnTo>
                  <a:lnTo>
                    <a:pt x="3537" y="5315"/>
                  </a:lnTo>
                  <a:lnTo>
                    <a:pt x="3684" y="5357"/>
                  </a:lnTo>
                  <a:lnTo>
                    <a:pt x="3893" y="5357"/>
                  </a:lnTo>
                  <a:lnTo>
                    <a:pt x="3976" y="5294"/>
                  </a:lnTo>
                  <a:lnTo>
                    <a:pt x="4165" y="5294"/>
                  </a:lnTo>
                  <a:lnTo>
                    <a:pt x="4269" y="5357"/>
                  </a:lnTo>
                  <a:lnTo>
                    <a:pt x="4290" y="5252"/>
                  </a:lnTo>
                  <a:lnTo>
                    <a:pt x="4228" y="5189"/>
                  </a:lnTo>
                  <a:lnTo>
                    <a:pt x="4228" y="5106"/>
                  </a:lnTo>
                  <a:lnTo>
                    <a:pt x="4228" y="5022"/>
                  </a:lnTo>
                  <a:lnTo>
                    <a:pt x="4290" y="5106"/>
                  </a:lnTo>
                  <a:lnTo>
                    <a:pt x="4374" y="5106"/>
                  </a:lnTo>
                  <a:lnTo>
                    <a:pt x="4583" y="4834"/>
                  </a:lnTo>
                  <a:lnTo>
                    <a:pt x="4541" y="4771"/>
                  </a:lnTo>
                  <a:lnTo>
                    <a:pt x="4604" y="4771"/>
                  </a:lnTo>
                  <a:lnTo>
                    <a:pt x="4730" y="4603"/>
                  </a:lnTo>
                  <a:lnTo>
                    <a:pt x="4730" y="4478"/>
                  </a:lnTo>
                  <a:lnTo>
                    <a:pt x="4813" y="4394"/>
                  </a:lnTo>
                  <a:lnTo>
                    <a:pt x="4939" y="4394"/>
                  </a:lnTo>
                  <a:lnTo>
                    <a:pt x="5064" y="4269"/>
                  </a:lnTo>
                  <a:lnTo>
                    <a:pt x="5127" y="4310"/>
                  </a:lnTo>
                  <a:lnTo>
                    <a:pt x="5127" y="4352"/>
                  </a:lnTo>
                  <a:lnTo>
                    <a:pt x="5232" y="4352"/>
                  </a:lnTo>
                  <a:lnTo>
                    <a:pt x="5274" y="4289"/>
                  </a:lnTo>
                  <a:lnTo>
                    <a:pt x="5336" y="4206"/>
                  </a:lnTo>
                  <a:lnTo>
                    <a:pt x="5357" y="4269"/>
                  </a:lnTo>
                  <a:lnTo>
                    <a:pt x="5441" y="4310"/>
                  </a:lnTo>
                  <a:lnTo>
                    <a:pt x="5525" y="4352"/>
                  </a:lnTo>
                  <a:lnTo>
                    <a:pt x="5692" y="4310"/>
                  </a:lnTo>
                  <a:lnTo>
                    <a:pt x="5567" y="4373"/>
                  </a:lnTo>
                  <a:lnTo>
                    <a:pt x="5483" y="4415"/>
                  </a:lnTo>
                  <a:lnTo>
                    <a:pt x="5378" y="4394"/>
                  </a:lnTo>
                  <a:lnTo>
                    <a:pt x="5211" y="4415"/>
                  </a:lnTo>
                  <a:lnTo>
                    <a:pt x="5064" y="4415"/>
                  </a:lnTo>
                  <a:lnTo>
                    <a:pt x="5127" y="4478"/>
                  </a:lnTo>
                  <a:lnTo>
                    <a:pt x="5336" y="4478"/>
                  </a:lnTo>
                  <a:lnTo>
                    <a:pt x="5483" y="4561"/>
                  </a:lnTo>
                  <a:lnTo>
                    <a:pt x="5462" y="4582"/>
                  </a:lnTo>
                  <a:lnTo>
                    <a:pt x="5420" y="4624"/>
                  </a:lnTo>
                  <a:lnTo>
                    <a:pt x="5483" y="4708"/>
                  </a:lnTo>
                  <a:lnTo>
                    <a:pt x="5567" y="4708"/>
                  </a:lnTo>
                  <a:lnTo>
                    <a:pt x="5671" y="4771"/>
                  </a:lnTo>
                  <a:lnTo>
                    <a:pt x="5797" y="4708"/>
                  </a:lnTo>
                  <a:lnTo>
                    <a:pt x="5943" y="4687"/>
                  </a:lnTo>
                  <a:lnTo>
                    <a:pt x="6069" y="4729"/>
                  </a:lnTo>
                  <a:lnTo>
                    <a:pt x="6173" y="4792"/>
                  </a:lnTo>
                  <a:lnTo>
                    <a:pt x="6194" y="4708"/>
                  </a:lnTo>
                  <a:lnTo>
                    <a:pt x="6257" y="4729"/>
                  </a:lnTo>
                  <a:lnTo>
                    <a:pt x="6278" y="4875"/>
                  </a:lnTo>
                  <a:lnTo>
                    <a:pt x="6362" y="4938"/>
                  </a:lnTo>
                  <a:lnTo>
                    <a:pt x="6299" y="4980"/>
                  </a:lnTo>
                  <a:lnTo>
                    <a:pt x="6111" y="5022"/>
                  </a:lnTo>
                  <a:lnTo>
                    <a:pt x="5943" y="5126"/>
                  </a:lnTo>
                  <a:lnTo>
                    <a:pt x="5797" y="5315"/>
                  </a:lnTo>
                  <a:lnTo>
                    <a:pt x="5901" y="5357"/>
                  </a:lnTo>
                  <a:lnTo>
                    <a:pt x="5985" y="5294"/>
                  </a:lnTo>
                  <a:lnTo>
                    <a:pt x="6111" y="5357"/>
                  </a:lnTo>
                  <a:lnTo>
                    <a:pt x="6173" y="5336"/>
                  </a:lnTo>
                  <a:lnTo>
                    <a:pt x="6362" y="5503"/>
                  </a:lnTo>
                  <a:lnTo>
                    <a:pt x="6383" y="5566"/>
                  </a:lnTo>
                  <a:lnTo>
                    <a:pt x="6299" y="5775"/>
                  </a:lnTo>
                  <a:lnTo>
                    <a:pt x="6278" y="5838"/>
                  </a:lnTo>
                  <a:lnTo>
                    <a:pt x="6383" y="5922"/>
                  </a:lnTo>
                  <a:lnTo>
                    <a:pt x="6592" y="5922"/>
                  </a:lnTo>
                  <a:lnTo>
                    <a:pt x="6780" y="5817"/>
                  </a:lnTo>
                  <a:lnTo>
                    <a:pt x="7031" y="5629"/>
                  </a:lnTo>
                  <a:lnTo>
                    <a:pt x="7220" y="5629"/>
                  </a:lnTo>
                  <a:lnTo>
                    <a:pt x="7324" y="5503"/>
                  </a:lnTo>
                  <a:lnTo>
                    <a:pt x="7450" y="5419"/>
                  </a:lnTo>
                  <a:lnTo>
                    <a:pt x="7680" y="5440"/>
                  </a:lnTo>
                  <a:lnTo>
                    <a:pt x="7889" y="5440"/>
                  </a:lnTo>
                  <a:lnTo>
                    <a:pt x="7952" y="5336"/>
                  </a:lnTo>
                  <a:lnTo>
                    <a:pt x="7889" y="5231"/>
                  </a:lnTo>
                  <a:lnTo>
                    <a:pt x="7952" y="5210"/>
                  </a:lnTo>
                  <a:lnTo>
                    <a:pt x="7994" y="5126"/>
                  </a:lnTo>
                  <a:lnTo>
                    <a:pt x="7847" y="5106"/>
                  </a:lnTo>
                  <a:lnTo>
                    <a:pt x="7659" y="5126"/>
                  </a:lnTo>
                  <a:lnTo>
                    <a:pt x="7638" y="5252"/>
                  </a:lnTo>
                  <a:lnTo>
                    <a:pt x="7513" y="5189"/>
                  </a:lnTo>
                  <a:lnTo>
                    <a:pt x="7450" y="5189"/>
                  </a:lnTo>
                  <a:lnTo>
                    <a:pt x="7345" y="5294"/>
                  </a:lnTo>
                  <a:lnTo>
                    <a:pt x="7303" y="5252"/>
                  </a:lnTo>
                  <a:lnTo>
                    <a:pt x="7010" y="4938"/>
                  </a:lnTo>
                  <a:lnTo>
                    <a:pt x="6948" y="4813"/>
                  </a:lnTo>
                  <a:lnTo>
                    <a:pt x="6885" y="4687"/>
                  </a:lnTo>
                  <a:lnTo>
                    <a:pt x="6822" y="4708"/>
                  </a:lnTo>
                  <a:lnTo>
                    <a:pt x="6885" y="4875"/>
                  </a:lnTo>
                  <a:lnTo>
                    <a:pt x="7094" y="5106"/>
                  </a:lnTo>
                  <a:lnTo>
                    <a:pt x="7261" y="5294"/>
                  </a:lnTo>
                  <a:lnTo>
                    <a:pt x="7220" y="5315"/>
                  </a:lnTo>
                  <a:lnTo>
                    <a:pt x="7094" y="5294"/>
                  </a:lnTo>
                  <a:lnTo>
                    <a:pt x="7031" y="5210"/>
                  </a:lnTo>
                  <a:lnTo>
                    <a:pt x="7010" y="5085"/>
                  </a:lnTo>
                  <a:lnTo>
                    <a:pt x="6927" y="5043"/>
                  </a:lnTo>
                  <a:lnTo>
                    <a:pt x="6885" y="5106"/>
                  </a:lnTo>
                  <a:lnTo>
                    <a:pt x="6885" y="5022"/>
                  </a:lnTo>
                  <a:lnTo>
                    <a:pt x="6822" y="5022"/>
                  </a:lnTo>
                  <a:lnTo>
                    <a:pt x="6780" y="5043"/>
                  </a:lnTo>
                  <a:lnTo>
                    <a:pt x="6780" y="5001"/>
                  </a:lnTo>
                  <a:lnTo>
                    <a:pt x="6822" y="4917"/>
                  </a:lnTo>
                  <a:lnTo>
                    <a:pt x="6801" y="4875"/>
                  </a:lnTo>
                  <a:lnTo>
                    <a:pt x="6717" y="4896"/>
                  </a:lnTo>
                  <a:lnTo>
                    <a:pt x="6676" y="4834"/>
                  </a:lnTo>
                  <a:lnTo>
                    <a:pt x="6592" y="4771"/>
                  </a:lnTo>
                  <a:lnTo>
                    <a:pt x="6404" y="4792"/>
                  </a:lnTo>
                  <a:lnTo>
                    <a:pt x="6320" y="4729"/>
                  </a:lnTo>
                  <a:lnTo>
                    <a:pt x="6362" y="4687"/>
                  </a:lnTo>
                  <a:lnTo>
                    <a:pt x="6487" y="4708"/>
                  </a:lnTo>
                  <a:lnTo>
                    <a:pt x="6529" y="4624"/>
                  </a:lnTo>
                  <a:lnTo>
                    <a:pt x="6634" y="4708"/>
                  </a:lnTo>
                  <a:lnTo>
                    <a:pt x="6738" y="4708"/>
                  </a:lnTo>
                  <a:lnTo>
                    <a:pt x="6780" y="4624"/>
                  </a:lnTo>
                  <a:lnTo>
                    <a:pt x="6885" y="4603"/>
                  </a:lnTo>
                  <a:lnTo>
                    <a:pt x="7052" y="4415"/>
                  </a:lnTo>
                  <a:lnTo>
                    <a:pt x="7052" y="4373"/>
                  </a:lnTo>
                  <a:lnTo>
                    <a:pt x="7136" y="4394"/>
                  </a:lnTo>
                  <a:lnTo>
                    <a:pt x="7136" y="4457"/>
                  </a:lnTo>
                  <a:lnTo>
                    <a:pt x="7031" y="4582"/>
                  </a:lnTo>
                  <a:lnTo>
                    <a:pt x="6989" y="4603"/>
                  </a:lnTo>
                  <a:lnTo>
                    <a:pt x="7010" y="4666"/>
                  </a:lnTo>
                  <a:lnTo>
                    <a:pt x="7094" y="4624"/>
                  </a:lnTo>
                  <a:lnTo>
                    <a:pt x="7220" y="4457"/>
                  </a:lnTo>
                  <a:lnTo>
                    <a:pt x="7241" y="4373"/>
                  </a:lnTo>
                  <a:lnTo>
                    <a:pt x="7157" y="4289"/>
                  </a:lnTo>
                  <a:lnTo>
                    <a:pt x="7136" y="4248"/>
                  </a:lnTo>
                  <a:lnTo>
                    <a:pt x="7199" y="4206"/>
                  </a:lnTo>
                  <a:lnTo>
                    <a:pt x="7261" y="4352"/>
                  </a:lnTo>
                  <a:lnTo>
                    <a:pt x="7345" y="4373"/>
                  </a:lnTo>
                  <a:lnTo>
                    <a:pt x="7450" y="4289"/>
                  </a:lnTo>
                  <a:lnTo>
                    <a:pt x="7617" y="4310"/>
                  </a:lnTo>
                  <a:lnTo>
                    <a:pt x="7722" y="4248"/>
                  </a:lnTo>
                  <a:lnTo>
                    <a:pt x="7868" y="4248"/>
                  </a:lnTo>
                  <a:lnTo>
                    <a:pt x="7973" y="4101"/>
                  </a:lnTo>
                  <a:lnTo>
                    <a:pt x="8057" y="4038"/>
                  </a:lnTo>
                  <a:lnTo>
                    <a:pt x="8182" y="4038"/>
                  </a:lnTo>
                  <a:lnTo>
                    <a:pt x="8203" y="3934"/>
                  </a:lnTo>
                  <a:lnTo>
                    <a:pt x="8287" y="3871"/>
                  </a:lnTo>
                  <a:lnTo>
                    <a:pt x="8454" y="3871"/>
                  </a:lnTo>
                  <a:lnTo>
                    <a:pt x="8580" y="3829"/>
                  </a:lnTo>
                  <a:lnTo>
                    <a:pt x="8663" y="3829"/>
                  </a:lnTo>
                  <a:lnTo>
                    <a:pt x="8663" y="3892"/>
                  </a:lnTo>
                  <a:lnTo>
                    <a:pt x="8768" y="3850"/>
                  </a:lnTo>
                  <a:lnTo>
                    <a:pt x="8789" y="3578"/>
                  </a:lnTo>
                  <a:lnTo>
                    <a:pt x="8873" y="3557"/>
                  </a:lnTo>
                  <a:lnTo>
                    <a:pt x="8998" y="3348"/>
                  </a:lnTo>
                  <a:lnTo>
                    <a:pt x="9291" y="3327"/>
                  </a:lnTo>
                  <a:lnTo>
                    <a:pt x="9396" y="3243"/>
                  </a:lnTo>
                  <a:lnTo>
                    <a:pt x="9354" y="3118"/>
                  </a:lnTo>
                  <a:lnTo>
                    <a:pt x="9438" y="2909"/>
                  </a:lnTo>
                  <a:lnTo>
                    <a:pt x="9417" y="2720"/>
                  </a:lnTo>
                  <a:lnTo>
                    <a:pt x="9228" y="2616"/>
                  </a:lnTo>
                  <a:lnTo>
                    <a:pt x="9291" y="2365"/>
                  </a:lnTo>
                  <a:lnTo>
                    <a:pt x="9396" y="2323"/>
                  </a:lnTo>
                  <a:lnTo>
                    <a:pt x="9500" y="2197"/>
                  </a:lnTo>
                  <a:lnTo>
                    <a:pt x="9500" y="2072"/>
                  </a:lnTo>
                  <a:lnTo>
                    <a:pt x="9417" y="2009"/>
                  </a:lnTo>
                  <a:lnTo>
                    <a:pt x="9354" y="1883"/>
                  </a:lnTo>
                  <a:lnTo>
                    <a:pt x="9291" y="1967"/>
                  </a:lnTo>
                  <a:lnTo>
                    <a:pt x="9103" y="1946"/>
                  </a:lnTo>
                  <a:lnTo>
                    <a:pt x="8935" y="1841"/>
                  </a:lnTo>
                  <a:lnTo>
                    <a:pt x="8810" y="1862"/>
                  </a:lnTo>
                  <a:lnTo>
                    <a:pt x="8705" y="1800"/>
                  </a:lnTo>
                  <a:lnTo>
                    <a:pt x="8559" y="1779"/>
                  </a:lnTo>
                  <a:lnTo>
                    <a:pt x="8349" y="1758"/>
                  </a:lnTo>
                  <a:lnTo>
                    <a:pt x="8266" y="1841"/>
                  </a:lnTo>
                  <a:lnTo>
                    <a:pt x="8203" y="1695"/>
                  </a:lnTo>
                  <a:lnTo>
                    <a:pt x="8057" y="1590"/>
                  </a:lnTo>
                  <a:lnTo>
                    <a:pt x="7931" y="1318"/>
                  </a:lnTo>
                  <a:lnTo>
                    <a:pt x="7826" y="1339"/>
                  </a:lnTo>
                  <a:lnTo>
                    <a:pt x="7638" y="1465"/>
                  </a:lnTo>
                  <a:lnTo>
                    <a:pt x="7513" y="1444"/>
                  </a:lnTo>
                  <a:lnTo>
                    <a:pt x="7366" y="1486"/>
                  </a:lnTo>
                  <a:lnTo>
                    <a:pt x="7220" y="1423"/>
                  </a:lnTo>
                  <a:lnTo>
                    <a:pt x="7115" y="1528"/>
                  </a:lnTo>
                  <a:lnTo>
                    <a:pt x="6843" y="1256"/>
                  </a:lnTo>
                  <a:lnTo>
                    <a:pt x="6780" y="1067"/>
                  </a:lnTo>
                  <a:lnTo>
                    <a:pt x="6780" y="921"/>
                  </a:lnTo>
                  <a:lnTo>
                    <a:pt x="6676" y="921"/>
                  </a:lnTo>
                  <a:lnTo>
                    <a:pt x="6676" y="795"/>
                  </a:lnTo>
                  <a:lnTo>
                    <a:pt x="6529" y="691"/>
                  </a:lnTo>
                  <a:lnTo>
                    <a:pt x="6215" y="732"/>
                  </a:lnTo>
                  <a:lnTo>
                    <a:pt x="6069" y="523"/>
                  </a:lnTo>
                  <a:lnTo>
                    <a:pt x="6111" y="398"/>
                  </a:lnTo>
                  <a:lnTo>
                    <a:pt x="6006" y="293"/>
                  </a:lnTo>
                  <a:lnTo>
                    <a:pt x="5901" y="21"/>
                  </a:lnTo>
                  <a:lnTo>
                    <a:pt x="5776" y="21"/>
                  </a:lnTo>
                  <a:lnTo>
                    <a:pt x="5650" y="105"/>
                  </a:lnTo>
                  <a:lnTo>
                    <a:pt x="5357" y="105"/>
                  </a:lnTo>
                  <a:lnTo>
                    <a:pt x="506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18" name="Google Shape;1618;p60"/>
            <p:cNvSpPr/>
            <p:nvPr/>
          </p:nvSpPr>
          <p:spPr>
            <a:xfrm>
              <a:off x="3912027" y="2795073"/>
              <a:ext cx="23684" cy="25236"/>
            </a:xfrm>
            <a:custGeom>
              <a:avLst/>
              <a:gdLst/>
              <a:ahLst/>
              <a:cxnLst/>
              <a:rect l="l" t="t" r="r" b="b"/>
              <a:pathLst>
                <a:path w="1989" h="2219" extrusionOk="0">
                  <a:moveTo>
                    <a:pt x="419" y="0"/>
                  </a:moveTo>
                  <a:lnTo>
                    <a:pt x="398" y="63"/>
                  </a:lnTo>
                  <a:lnTo>
                    <a:pt x="272" y="63"/>
                  </a:lnTo>
                  <a:lnTo>
                    <a:pt x="210" y="105"/>
                  </a:lnTo>
                  <a:lnTo>
                    <a:pt x="105" y="63"/>
                  </a:lnTo>
                  <a:lnTo>
                    <a:pt x="84" y="84"/>
                  </a:lnTo>
                  <a:lnTo>
                    <a:pt x="0" y="63"/>
                  </a:lnTo>
                  <a:lnTo>
                    <a:pt x="42" y="210"/>
                  </a:lnTo>
                  <a:lnTo>
                    <a:pt x="0" y="272"/>
                  </a:lnTo>
                  <a:lnTo>
                    <a:pt x="42" y="419"/>
                  </a:lnTo>
                  <a:lnTo>
                    <a:pt x="251" y="377"/>
                  </a:lnTo>
                  <a:lnTo>
                    <a:pt x="314" y="628"/>
                  </a:lnTo>
                  <a:lnTo>
                    <a:pt x="565" y="837"/>
                  </a:lnTo>
                  <a:lnTo>
                    <a:pt x="586" y="942"/>
                  </a:lnTo>
                  <a:lnTo>
                    <a:pt x="900" y="1214"/>
                  </a:lnTo>
                  <a:lnTo>
                    <a:pt x="921" y="1360"/>
                  </a:lnTo>
                  <a:lnTo>
                    <a:pt x="1026" y="1528"/>
                  </a:lnTo>
                  <a:lnTo>
                    <a:pt x="1005" y="2072"/>
                  </a:lnTo>
                  <a:lnTo>
                    <a:pt x="1088" y="2218"/>
                  </a:lnTo>
                  <a:lnTo>
                    <a:pt x="1151" y="2177"/>
                  </a:lnTo>
                  <a:lnTo>
                    <a:pt x="1256" y="2197"/>
                  </a:lnTo>
                  <a:lnTo>
                    <a:pt x="1256" y="2093"/>
                  </a:lnTo>
                  <a:lnTo>
                    <a:pt x="1360" y="1884"/>
                  </a:lnTo>
                  <a:lnTo>
                    <a:pt x="1423" y="1905"/>
                  </a:lnTo>
                  <a:lnTo>
                    <a:pt x="1423" y="1758"/>
                  </a:lnTo>
                  <a:lnTo>
                    <a:pt x="1444" y="1549"/>
                  </a:lnTo>
                  <a:lnTo>
                    <a:pt x="1549" y="1549"/>
                  </a:lnTo>
                  <a:lnTo>
                    <a:pt x="1716" y="1486"/>
                  </a:lnTo>
                  <a:lnTo>
                    <a:pt x="1779" y="1570"/>
                  </a:lnTo>
                  <a:lnTo>
                    <a:pt x="1967" y="1570"/>
                  </a:lnTo>
                  <a:lnTo>
                    <a:pt x="1988" y="1528"/>
                  </a:lnTo>
                  <a:lnTo>
                    <a:pt x="1925" y="1423"/>
                  </a:lnTo>
                  <a:lnTo>
                    <a:pt x="1946" y="1319"/>
                  </a:lnTo>
                  <a:lnTo>
                    <a:pt x="1925" y="1214"/>
                  </a:lnTo>
                  <a:lnTo>
                    <a:pt x="1758" y="1109"/>
                  </a:lnTo>
                  <a:lnTo>
                    <a:pt x="1612" y="963"/>
                  </a:lnTo>
                  <a:lnTo>
                    <a:pt x="1612" y="921"/>
                  </a:lnTo>
                  <a:lnTo>
                    <a:pt x="1465" y="858"/>
                  </a:lnTo>
                  <a:lnTo>
                    <a:pt x="1465" y="712"/>
                  </a:lnTo>
                  <a:lnTo>
                    <a:pt x="1444" y="524"/>
                  </a:lnTo>
                  <a:lnTo>
                    <a:pt x="1298" y="440"/>
                  </a:lnTo>
                  <a:lnTo>
                    <a:pt x="1109" y="272"/>
                  </a:lnTo>
                  <a:lnTo>
                    <a:pt x="1047" y="272"/>
                  </a:lnTo>
                  <a:lnTo>
                    <a:pt x="1026" y="314"/>
                  </a:lnTo>
                  <a:lnTo>
                    <a:pt x="837" y="314"/>
                  </a:lnTo>
                  <a:lnTo>
                    <a:pt x="670" y="126"/>
                  </a:lnTo>
                  <a:lnTo>
                    <a:pt x="523" y="126"/>
                  </a:lnTo>
                  <a:lnTo>
                    <a:pt x="41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19" name="Google Shape;1619;p60"/>
            <p:cNvSpPr/>
            <p:nvPr/>
          </p:nvSpPr>
          <p:spPr>
            <a:xfrm>
              <a:off x="3874161" y="2799361"/>
              <a:ext cx="60800" cy="37131"/>
            </a:xfrm>
            <a:custGeom>
              <a:avLst/>
              <a:gdLst/>
              <a:ahLst/>
              <a:cxnLst/>
              <a:rect l="l" t="t" r="r" b="b"/>
              <a:pathLst>
                <a:path w="5106" h="3265" extrusionOk="0">
                  <a:moveTo>
                    <a:pt x="3431" y="0"/>
                  </a:moveTo>
                  <a:lnTo>
                    <a:pt x="3076" y="63"/>
                  </a:lnTo>
                  <a:lnTo>
                    <a:pt x="2950" y="147"/>
                  </a:lnTo>
                  <a:lnTo>
                    <a:pt x="2553" y="209"/>
                  </a:lnTo>
                  <a:lnTo>
                    <a:pt x="2448" y="335"/>
                  </a:lnTo>
                  <a:lnTo>
                    <a:pt x="2323" y="335"/>
                  </a:lnTo>
                  <a:lnTo>
                    <a:pt x="2176" y="377"/>
                  </a:lnTo>
                  <a:lnTo>
                    <a:pt x="2030" y="335"/>
                  </a:lnTo>
                  <a:lnTo>
                    <a:pt x="1988" y="230"/>
                  </a:lnTo>
                  <a:lnTo>
                    <a:pt x="1820" y="167"/>
                  </a:lnTo>
                  <a:lnTo>
                    <a:pt x="1674" y="147"/>
                  </a:lnTo>
                  <a:lnTo>
                    <a:pt x="1465" y="42"/>
                  </a:lnTo>
                  <a:lnTo>
                    <a:pt x="1360" y="42"/>
                  </a:lnTo>
                  <a:lnTo>
                    <a:pt x="1276" y="126"/>
                  </a:lnTo>
                  <a:lnTo>
                    <a:pt x="1151" y="126"/>
                  </a:lnTo>
                  <a:lnTo>
                    <a:pt x="1172" y="147"/>
                  </a:lnTo>
                  <a:lnTo>
                    <a:pt x="1130" y="272"/>
                  </a:lnTo>
                  <a:lnTo>
                    <a:pt x="962" y="314"/>
                  </a:lnTo>
                  <a:lnTo>
                    <a:pt x="858" y="544"/>
                  </a:lnTo>
                  <a:lnTo>
                    <a:pt x="732" y="879"/>
                  </a:lnTo>
                  <a:lnTo>
                    <a:pt x="523" y="1193"/>
                  </a:lnTo>
                  <a:lnTo>
                    <a:pt x="544" y="1297"/>
                  </a:lnTo>
                  <a:lnTo>
                    <a:pt x="439" y="1402"/>
                  </a:lnTo>
                  <a:lnTo>
                    <a:pt x="293" y="1381"/>
                  </a:lnTo>
                  <a:lnTo>
                    <a:pt x="230" y="1486"/>
                  </a:lnTo>
                  <a:lnTo>
                    <a:pt x="126" y="1507"/>
                  </a:lnTo>
                  <a:lnTo>
                    <a:pt x="0" y="1632"/>
                  </a:lnTo>
                  <a:lnTo>
                    <a:pt x="126" y="1674"/>
                  </a:lnTo>
                  <a:lnTo>
                    <a:pt x="146" y="1737"/>
                  </a:lnTo>
                  <a:lnTo>
                    <a:pt x="335" y="1946"/>
                  </a:lnTo>
                  <a:lnTo>
                    <a:pt x="356" y="2051"/>
                  </a:lnTo>
                  <a:lnTo>
                    <a:pt x="523" y="2134"/>
                  </a:lnTo>
                  <a:lnTo>
                    <a:pt x="670" y="2260"/>
                  </a:lnTo>
                  <a:lnTo>
                    <a:pt x="607" y="2406"/>
                  </a:lnTo>
                  <a:lnTo>
                    <a:pt x="628" y="2448"/>
                  </a:lnTo>
                  <a:lnTo>
                    <a:pt x="837" y="2532"/>
                  </a:lnTo>
                  <a:lnTo>
                    <a:pt x="879" y="2616"/>
                  </a:lnTo>
                  <a:lnTo>
                    <a:pt x="983" y="2574"/>
                  </a:lnTo>
                  <a:lnTo>
                    <a:pt x="1088" y="2657"/>
                  </a:lnTo>
                  <a:lnTo>
                    <a:pt x="1172" y="2532"/>
                  </a:lnTo>
                  <a:lnTo>
                    <a:pt x="1381" y="2553"/>
                  </a:lnTo>
                  <a:lnTo>
                    <a:pt x="1276" y="2678"/>
                  </a:lnTo>
                  <a:lnTo>
                    <a:pt x="1297" y="2762"/>
                  </a:lnTo>
                  <a:lnTo>
                    <a:pt x="1339" y="2888"/>
                  </a:lnTo>
                  <a:lnTo>
                    <a:pt x="1486" y="2888"/>
                  </a:lnTo>
                  <a:lnTo>
                    <a:pt x="1569" y="2971"/>
                  </a:lnTo>
                  <a:lnTo>
                    <a:pt x="1569" y="3055"/>
                  </a:lnTo>
                  <a:lnTo>
                    <a:pt x="1507" y="3097"/>
                  </a:lnTo>
                  <a:lnTo>
                    <a:pt x="1590" y="3201"/>
                  </a:lnTo>
                  <a:lnTo>
                    <a:pt x="1716" y="3139"/>
                  </a:lnTo>
                  <a:lnTo>
                    <a:pt x="1883" y="3139"/>
                  </a:lnTo>
                  <a:lnTo>
                    <a:pt x="1925" y="3201"/>
                  </a:lnTo>
                  <a:lnTo>
                    <a:pt x="1988" y="3180"/>
                  </a:lnTo>
                  <a:lnTo>
                    <a:pt x="2197" y="3264"/>
                  </a:lnTo>
                  <a:lnTo>
                    <a:pt x="2343" y="3180"/>
                  </a:lnTo>
                  <a:lnTo>
                    <a:pt x="2490" y="3201"/>
                  </a:lnTo>
                  <a:lnTo>
                    <a:pt x="2553" y="3160"/>
                  </a:lnTo>
                  <a:lnTo>
                    <a:pt x="2699" y="3201"/>
                  </a:lnTo>
                  <a:lnTo>
                    <a:pt x="2804" y="3201"/>
                  </a:lnTo>
                  <a:lnTo>
                    <a:pt x="3013" y="3243"/>
                  </a:lnTo>
                  <a:lnTo>
                    <a:pt x="3076" y="3180"/>
                  </a:lnTo>
                  <a:lnTo>
                    <a:pt x="3222" y="3139"/>
                  </a:lnTo>
                  <a:lnTo>
                    <a:pt x="3264" y="3055"/>
                  </a:lnTo>
                  <a:lnTo>
                    <a:pt x="3599" y="2888"/>
                  </a:lnTo>
                  <a:lnTo>
                    <a:pt x="3766" y="2867"/>
                  </a:lnTo>
                  <a:lnTo>
                    <a:pt x="3955" y="2888"/>
                  </a:lnTo>
                  <a:lnTo>
                    <a:pt x="4122" y="2971"/>
                  </a:lnTo>
                  <a:lnTo>
                    <a:pt x="4185" y="3034"/>
                  </a:lnTo>
                  <a:lnTo>
                    <a:pt x="4289" y="2992"/>
                  </a:lnTo>
                  <a:lnTo>
                    <a:pt x="4436" y="3055"/>
                  </a:lnTo>
                  <a:lnTo>
                    <a:pt x="4478" y="3139"/>
                  </a:lnTo>
                  <a:lnTo>
                    <a:pt x="4603" y="3139"/>
                  </a:lnTo>
                  <a:lnTo>
                    <a:pt x="4582" y="2992"/>
                  </a:lnTo>
                  <a:lnTo>
                    <a:pt x="4624" y="2888"/>
                  </a:lnTo>
                  <a:lnTo>
                    <a:pt x="4624" y="2720"/>
                  </a:lnTo>
                  <a:lnTo>
                    <a:pt x="4603" y="2636"/>
                  </a:lnTo>
                  <a:lnTo>
                    <a:pt x="4645" y="2553"/>
                  </a:lnTo>
                  <a:lnTo>
                    <a:pt x="4708" y="2427"/>
                  </a:lnTo>
                  <a:lnTo>
                    <a:pt x="4896" y="2427"/>
                  </a:lnTo>
                  <a:lnTo>
                    <a:pt x="5022" y="2406"/>
                  </a:lnTo>
                  <a:lnTo>
                    <a:pt x="5105" y="2239"/>
                  </a:lnTo>
                  <a:lnTo>
                    <a:pt x="5105" y="2155"/>
                  </a:lnTo>
                  <a:lnTo>
                    <a:pt x="5043" y="2113"/>
                  </a:lnTo>
                  <a:lnTo>
                    <a:pt x="5105" y="2051"/>
                  </a:lnTo>
                  <a:lnTo>
                    <a:pt x="5001" y="1988"/>
                  </a:lnTo>
                  <a:lnTo>
                    <a:pt x="4812" y="1988"/>
                  </a:lnTo>
                  <a:lnTo>
                    <a:pt x="4729" y="2051"/>
                  </a:lnTo>
                  <a:lnTo>
                    <a:pt x="4520" y="2051"/>
                  </a:lnTo>
                  <a:lnTo>
                    <a:pt x="4373" y="2009"/>
                  </a:lnTo>
                  <a:lnTo>
                    <a:pt x="4268" y="1841"/>
                  </a:lnTo>
                  <a:lnTo>
                    <a:pt x="4185" y="1695"/>
                  </a:lnTo>
                  <a:lnTo>
                    <a:pt x="4206" y="1151"/>
                  </a:lnTo>
                  <a:lnTo>
                    <a:pt x="4101" y="983"/>
                  </a:lnTo>
                  <a:lnTo>
                    <a:pt x="4080" y="837"/>
                  </a:lnTo>
                  <a:lnTo>
                    <a:pt x="3766" y="565"/>
                  </a:lnTo>
                  <a:lnTo>
                    <a:pt x="3745" y="460"/>
                  </a:lnTo>
                  <a:lnTo>
                    <a:pt x="3494" y="251"/>
                  </a:lnTo>
                  <a:lnTo>
                    <a:pt x="343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20" name="Google Shape;1620;p60"/>
            <p:cNvSpPr/>
            <p:nvPr/>
          </p:nvSpPr>
          <p:spPr>
            <a:xfrm>
              <a:off x="3889355" y="2831954"/>
              <a:ext cx="39878" cy="24041"/>
            </a:xfrm>
            <a:custGeom>
              <a:avLst/>
              <a:gdLst/>
              <a:ahLst/>
              <a:cxnLst/>
              <a:rect l="l" t="t" r="r" b="b"/>
              <a:pathLst>
                <a:path w="3349" h="2114" extrusionOk="0">
                  <a:moveTo>
                    <a:pt x="2490" y="1"/>
                  </a:moveTo>
                  <a:lnTo>
                    <a:pt x="2323" y="22"/>
                  </a:lnTo>
                  <a:lnTo>
                    <a:pt x="1988" y="189"/>
                  </a:lnTo>
                  <a:lnTo>
                    <a:pt x="1946" y="273"/>
                  </a:lnTo>
                  <a:lnTo>
                    <a:pt x="1800" y="314"/>
                  </a:lnTo>
                  <a:lnTo>
                    <a:pt x="1737" y="377"/>
                  </a:lnTo>
                  <a:lnTo>
                    <a:pt x="1528" y="335"/>
                  </a:lnTo>
                  <a:lnTo>
                    <a:pt x="1423" y="335"/>
                  </a:lnTo>
                  <a:lnTo>
                    <a:pt x="1277" y="294"/>
                  </a:lnTo>
                  <a:lnTo>
                    <a:pt x="1214" y="335"/>
                  </a:lnTo>
                  <a:lnTo>
                    <a:pt x="1067" y="314"/>
                  </a:lnTo>
                  <a:lnTo>
                    <a:pt x="921" y="398"/>
                  </a:lnTo>
                  <a:lnTo>
                    <a:pt x="712" y="314"/>
                  </a:lnTo>
                  <a:lnTo>
                    <a:pt x="649" y="335"/>
                  </a:lnTo>
                  <a:lnTo>
                    <a:pt x="607" y="273"/>
                  </a:lnTo>
                  <a:lnTo>
                    <a:pt x="440" y="273"/>
                  </a:lnTo>
                  <a:lnTo>
                    <a:pt x="314" y="335"/>
                  </a:lnTo>
                  <a:lnTo>
                    <a:pt x="231" y="231"/>
                  </a:lnTo>
                  <a:lnTo>
                    <a:pt x="293" y="189"/>
                  </a:lnTo>
                  <a:lnTo>
                    <a:pt x="293" y="105"/>
                  </a:lnTo>
                  <a:lnTo>
                    <a:pt x="210" y="22"/>
                  </a:lnTo>
                  <a:lnTo>
                    <a:pt x="63" y="22"/>
                  </a:lnTo>
                  <a:lnTo>
                    <a:pt x="84" y="126"/>
                  </a:lnTo>
                  <a:lnTo>
                    <a:pt x="0" y="210"/>
                  </a:lnTo>
                  <a:lnTo>
                    <a:pt x="63" y="440"/>
                  </a:lnTo>
                  <a:lnTo>
                    <a:pt x="231" y="628"/>
                  </a:lnTo>
                  <a:lnTo>
                    <a:pt x="314" y="754"/>
                  </a:lnTo>
                  <a:lnTo>
                    <a:pt x="272" y="900"/>
                  </a:lnTo>
                  <a:lnTo>
                    <a:pt x="63" y="1068"/>
                  </a:lnTo>
                  <a:lnTo>
                    <a:pt x="84" y="1172"/>
                  </a:lnTo>
                  <a:lnTo>
                    <a:pt x="168" y="1277"/>
                  </a:lnTo>
                  <a:lnTo>
                    <a:pt x="105" y="1382"/>
                  </a:lnTo>
                  <a:lnTo>
                    <a:pt x="335" y="1570"/>
                  </a:lnTo>
                  <a:lnTo>
                    <a:pt x="503" y="1842"/>
                  </a:lnTo>
                  <a:lnTo>
                    <a:pt x="523" y="1988"/>
                  </a:lnTo>
                  <a:lnTo>
                    <a:pt x="523" y="2093"/>
                  </a:lnTo>
                  <a:lnTo>
                    <a:pt x="607" y="2114"/>
                  </a:lnTo>
                  <a:lnTo>
                    <a:pt x="795" y="2114"/>
                  </a:lnTo>
                  <a:lnTo>
                    <a:pt x="942" y="2093"/>
                  </a:lnTo>
                  <a:lnTo>
                    <a:pt x="1026" y="1988"/>
                  </a:lnTo>
                  <a:lnTo>
                    <a:pt x="1172" y="2009"/>
                  </a:lnTo>
                  <a:lnTo>
                    <a:pt x="1319" y="2009"/>
                  </a:lnTo>
                  <a:lnTo>
                    <a:pt x="1339" y="2114"/>
                  </a:lnTo>
                  <a:lnTo>
                    <a:pt x="1444" y="2114"/>
                  </a:lnTo>
                  <a:lnTo>
                    <a:pt x="1528" y="2051"/>
                  </a:lnTo>
                  <a:lnTo>
                    <a:pt x="1653" y="2051"/>
                  </a:lnTo>
                  <a:lnTo>
                    <a:pt x="1737" y="2114"/>
                  </a:lnTo>
                  <a:lnTo>
                    <a:pt x="1863" y="2072"/>
                  </a:lnTo>
                  <a:lnTo>
                    <a:pt x="2093" y="2072"/>
                  </a:lnTo>
                  <a:lnTo>
                    <a:pt x="2176" y="2009"/>
                  </a:lnTo>
                  <a:lnTo>
                    <a:pt x="2114" y="1905"/>
                  </a:lnTo>
                  <a:lnTo>
                    <a:pt x="2114" y="1779"/>
                  </a:lnTo>
                  <a:lnTo>
                    <a:pt x="2281" y="1675"/>
                  </a:lnTo>
                  <a:lnTo>
                    <a:pt x="2323" y="1675"/>
                  </a:lnTo>
                  <a:lnTo>
                    <a:pt x="2427" y="1570"/>
                  </a:lnTo>
                  <a:lnTo>
                    <a:pt x="2511" y="1570"/>
                  </a:lnTo>
                  <a:lnTo>
                    <a:pt x="2595" y="1486"/>
                  </a:lnTo>
                  <a:lnTo>
                    <a:pt x="2741" y="1486"/>
                  </a:lnTo>
                  <a:lnTo>
                    <a:pt x="2909" y="1633"/>
                  </a:lnTo>
                  <a:lnTo>
                    <a:pt x="3013" y="1549"/>
                  </a:lnTo>
                  <a:lnTo>
                    <a:pt x="3118" y="1570"/>
                  </a:lnTo>
                  <a:lnTo>
                    <a:pt x="3034" y="1444"/>
                  </a:lnTo>
                  <a:lnTo>
                    <a:pt x="2930" y="1256"/>
                  </a:lnTo>
                  <a:lnTo>
                    <a:pt x="2825" y="1256"/>
                  </a:lnTo>
                  <a:lnTo>
                    <a:pt x="2804" y="1172"/>
                  </a:lnTo>
                  <a:lnTo>
                    <a:pt x="2951" y="1068"/>
                  </a:lnTo>
                  <a:lnTo>
                    <a:pt x="3013" y="942"/>
                  </a:lnTo>
                  <a:lnTo>
                    <a:pt x="2992" y="712"/>
                  </a:lnTo>
                  <a:lnTo>
                    <a:pt x="3139" y="545"/>
                  </a:lnTo>
                  <a:lnTo>
                    <a:pt x="3244" y="586"/>
                  </a:lnTo>
                  <a:lnTo>
                    <a:pt x="3327" y="503"/>
                  </a:lnTo>
                  <a:lnTo>
                    <a:pt x="3348" y="294"/>
                  </a:lnTo>
                  <a:lnTo>
                    <a:pt x="3327" y="273"/>
                  </a:lnTo>
                  <a:lnTo>
                    <a:pt x="3202" y="273"/>
                  </a:lnTo>
                  <a:lnTo>
                    <a:pt x="3160" y="189"/>
                  </a:lnTo>
                  <a:lnTo>
                    <a:pt x="3013" y="126"/>
                  </a:lnTo>
                  <a:lnTo>
                    <a:pt x="2909" y="168"/>
                  </a:lnTo>
                  <a:lnTo>
                    <a:pt x="2846" y="105"/>
                  </a:lnTo>
                  <a:lnTo>
                    <a:pt x="2679" y="22"/>
                  </a:lnTo>
                  <a:lnTo>
                    <a:pt x="249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1621" name="Google Shape;1621;p60"/>
            <p:cNvGrpSpPr/>
            <p:nvPr/>
          </p:nvGrpSpPr>
          <p:grpSpPr>
            <a:xfrm>
              <a:off x="3831056" y="2816010"/>
              <a:ext cx="37378" cy="27612"/>
              <a:chOff x="3866750" y="2520350"/>
              <a:chExt cx="78475" cy="60700"/>
            </a:xfrm>
          </p:grpSpPr>
          <p:sp>
            <p:nvSpPr>
              <p:cNvPr id="1622" name="Google Shape;1622;p60"/>
              <p:cNvSpPr/>
              <p:nvPr/>
            </p:nvSpPr>
            <p:spPr>
              <a:xfrm>
                <a:off x="3877200" y="2546500"/>
                <a:ext cx="4725" cy="6300"/>
              </a:xfrm>
              <a:custGeom>
                <a:avLst/>
                <a:gdLst/>
                <a:ahLst/>
                <a:cxnLst/>
                <a:rect l="l" t="t" r="r" b="b"/>
                <a:pathLst>
                  <a:path w="189" h="252" extrusionOk="0">
                    <a:moveTo>
                      <a:pt x="1" y="1"/>
                    </a:moveTo>
                    <a:lnTo>
                      <a:pt x="84" y="126"/>
                    </a:lnTo>
                    <a:lnTo>
                      <a:pt x="63" y="147"/>
                    </a:lnTo>
                    <a:lnTo>
                      <a:pt x="168" y="252"/>
                    </a:lnTo>
                    <a:lnTo>
                      <a:pt x="189" y="252"/>
                    </a:lnTo>
                    <a:lnTo>
                      <a:pt x="168" y="106"/>
                    </a:lnTo>
                    <a:lnTo>
                      <a:pt x="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23" name="Google Shape;1623;p60"/>
              <p:cNvSpPr/>
              <p:nvPr/>
            </p:nvSpPr>
            <p:spPr>
              <a:xfrm>
                <a:off x="3882425" y="2554350"/>
                <a:ext cx="2650" cy="3175"/>
              </a:xfrm>
              <a:custGeom>
                <a:avLst/>
                <a:gdLst/>
                <a:ahLst/>
                <a:cxnLst/>
                <a:rect l="l" t="t" r="r" b="b"/>
                <a:pathLst>
                  <a:path w="106" h="127" extrusionOk="0">
                    <a:moveTo>
                      <a:pt x="1" y="1"/>
                    </a:moveTo>
                    <a:lnTo>
                      <a:pt x="106" y="126"/>
                    </a:lnTo>
                    <a:lnTo>
                      <a:pt x="85" y="43"/>
                    </a:lnTo>
                    <a:lnTo>
                      <a:pt x="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24" name="Google Shape;1624;p60"/>
              <p:cNvSpPr/>
              <p:nvPr/>
            </p:nvSpPr>
            <p:spPr>
              <a:xfrm>
                <a:off x="3866750" y="2520350"/>
                <a:ext cx="78475" cy="60700"/>
              </a:xfrm>
              <a:custGeom>
                <a:avLst/>
                <a:gdLst/>
                <a:ahLst/>
                <a:cxnLst/>
                <a:rect l="l" t="t" r="r" b="b"/>
                <a:pathLst>
                  <a:path w="3139" h="2428" extrusionOk="0">
                    <a:moveTo>
                      <a:pt x="1653" y="1"/>
                    </a:moveTo>
                    <a:lnTo>
                      <a:pt x="1653" y="22"/>
                    </a:lnTo>
                    <a:lnTo>
                      <a:pt x="1402" y="22"/>
                    </a:lnTo>
                    <a:lnTo>
                      <a:pt x="1046" y="210"/>
                    </a:lnTo>
                    <a:lnTo>
                      <a:pt x="1025" y="356"/>
                    </a:lnTo>
                    <a:lnTo>
                      <a:pt x="837" y="440"/>
                    </a:lnTo>
                    <a:lnTo>
                      <a:pt x="816" y="649"/>
                    </a:lnTo>
                    <a:lnTo>
                      <a:pt x="691" y="649"/>
                    </a:lnTo>
                    <a:lnTo>
                      <a:pt x="481" y="545"/>
                    </a:lnTo>
                    <a:lnTo>
                      <a:pt x="356" y="587"/>
                    </a:lnTo>
                    <a:lnTo>
                      <a:pt x="209" y="691"/>
                    </a:lnTo>
                    <a:lnTo>
                      <a:pt x="0" y="691"/>
                    </a:lnTo>
                    <a:lnTo>
                      <a:pt x="0" y="733"/>
                    </a:lnTo>
                    <a:lnTo>
                      <a:pt x="42" y="942"/>
                    </a:lnTo>
                    <a:lnTo>
                      <a:pt x="168" y="1068"/>
                    </a:lnTo>
                    <a:lnTo>
                      <a:pt x="168" y="1110"/>
                    </a:lnTo>
                    <a:lnTo>
                      <a:pt x="209" y="1152"/>
                    </a:lnTo>
                    <a:lnTo>
                      <a:pt x="356" y="942"/>
                    </a:lnTo>
                    <a:lnTo>
                      <a:pt x="377" y="796"/>
                    </a:lnTo>
                    <a:lnTo>
                      <a:pt x="461" y="691"/>
                    </a:lnTo>
                    <a:lnTo>
                      <a:pt x="607" y="691"/>
                    </a:lnTo>
                    <a:lnTo>
                      <a:pt x="628" y="796"/>
                    </a:lnTo>
                    <a:lnTo>
                      <a:pt x="733" y="900"/>
                    </a:lnTo>
                    <a:lnTo>
                      <a:pt x="774" y="1068"/>
                    </a:lnTo>
                    <a:lnTo>
                      <a:pt x="879" y="1256"/>
                    </a:lnTo>
                    <a:lnTo>
                      <a:pt x="1025" y="1403"/>
                    </a:lnTo>
                    <a:lnTo>
                      <a:pt x="1088" y="1403"/>
                    </a:lnTo>
                    <a:lnTo>
                      <a:pt x="1193" y="1507"/>
                    </a:lnTo>
                    <a:lnTo>
                      <a:pt x="1088" y="1486"/>
                    </a:lnTo>
                    <a:lnTo>
                      <a:pt x="1005" y="1507"/>
                    </a:lnTo>
                    <a:lnTo>
                      <a:pt x="942" y="1591"/>
                    </a:lnTo>
                    <a:lnTo>
                      <a:pt x="1005" y="1696"/>
                    </a:lnTo>
                    <a:lnTo>
                      <a:pt x="1130" y="1696"/>
                    </a:lnTo>
                    <a:lnTo>
                      <a:pt x="1256" y="1821"/>
                    </a:lnTo>
                    <a:lnTo>
                      <a:pt x="1360" y="1842"/>
                    </a:lnTo>
                    <a:lnTo>
                      <a:pt x="1423" y="1947"/>
                    </a:lnTo>
                    <a:lnTo>
                      <a:pt x="1465" y="2030"/>
                    </a:lnTo>
                    <a:lnTo>
                      <a:pt x="1611" y="2009"/>
                    </a:lnTo>
                    <a:lnTo>
                      <a:pt x="1862" y="2030"/>
                    </a:lnTo>
                    <a:lnTo>
                      <a:pt x="1988" y="2093"/>
                    </a:lnTo>
                    <a:lnTo>
                      <a:pt x="2281" y="2365"/>
                    </a:lnTo>
                    <a:lnTo>
                      <a:pt x="2197" y="2407"/>
                    </a:lnTo>
                    <a:lnTo>
                      <a:pt x="2072" y="2323"/>
                    </a:lnTo>
                    <a:lnTo>
                      <a:pt x="2155" y="2407"/>
                    </a:lnTo>
                    <a:lnTo>
                      <a:pt x="2260" y="2428"/>
                    </a:lnTo>
                    <a:lnTo>
                      <a:pt x="2302" y="2344"/>
                    </a:lnTo>
                    <a:lnTo>
                      <a:pt x="1925" y="1884"/>
                    </a:lnTo>
                    <a:lnTo>
                      <a:pt x="1444" y="1486"/>
                    </a:lnTo>
                    <a:lnTo>
                      <a:pt x="1423" y="1403"/>
                    </a:lnTo>
                    <a:lnTo>
                      <a:pt x="1465" y="1382"/>
                    </a:lnTo>
                    <a:lnTo>
                      <a:pt x="1402" y="1277"/>
                    </a:lnTo>
                    <a:lnTo>
                      <a:pt x="1360" y="1172"/>
                    </a:lnTo>
                    <a:lnTo>
                      <a:pt x="1235" y="1047"/>
                    </a:lnTo>
                    <a:lnTo>
                      <a:pt x="1193" y="1047"/>
                    </a:lnTo>
                    <a:lnTo>
                      <a:pt x="1151" y="963"/>
                    </a:lnTo>
                    <a:lnTo>
                      <a:pt x="1214" y="900"/>
                    </a:lnTo>
                    <a:lnTo>
                      <a:pt x="1214" y="775"/>
                    </a:lnTo>
                    <a:lnTo>
                      <a:pt x="1256" y="733"/>
                    </a:lnTo>
                    <a:lnTo>
                      <a:pt x="1402" y="838"/>
                    </a:lnTo>
                    <a:lnTo>
                      <a:pt x="1444" y="900"/>
                    </a:lnTo>
                    <a:lnTo>
                      <a:pt x="1528" y="880"/>
                    </a:lnTo>
                    <a:lnTo>
                      <a:pt x="1528" y="796"/>
                    </a:lnTo>
                    <a:lnTo>
                      <a:pt x="1632" y="775"/>
                    </a:lnTo>
                    <a:lnTo>
                      <a:pt x="1716" y="796"/>
                    </a:lnTo>
                    <a:lnTo>
                      <a:pt x="1758" y="733"/>
                    </a:lnTo>
                    <a:lnTo>
                      <a:pt x="1841" y="775"/>
                    </a:lnTo>
                    <a:lnTo>
                      <a:pt x="1883" y="733"/>
                    </a:lnTo>
                    <a:lnTo>
                      <a:pt x="1988" y="754"/>
                    </a:lnTo>
                    <a:lnTo>
                      <a:pt x="2051" y="859"/>
                    </a:lnTo>
                    <a:lnTo>
                      <a:pt x="2093" y="796"/>
                    </a:lnTo>
                    <a:lnTo>
                      <a:pt x="2239" y="859"/>
                    </a:lnTo>
                    <a:lnTo>
                      <a:pt x="2344" y="796"/>
                    </a:lnTo>
                    <a:lnTo>
                      <a:pt x="2365" y="859"/>
                    </a:lnTo>
                    <a:lnTo>
                      <a:pt x="2490" y="838"/>
                    </a:lnTo>
                    <a:lnTo>
                      <a:pt x="2616" y="880"/>
                    </a:lnTo>
                    <a:lnTo>
                      <a:pt x="2699" y="859"/>
                    </a:lnTo>
                    <a:lnTo>
                      <a:pt x="2804" y="963"/>
                    </a:lnTo>
                    <a:lnTo>
                      <a:pt x="2971" y="963"/>
                    </a:lnTo>
                    <a:lnTo>
                      <a:pt x="2992" y="984"/>
                    </a:lnTo>
                    <a:lnTo>
                      <a:pt x="2971" y="880"/>
                    </a:lnTo>
                    <a:lnTo>
                      <a:pt x="3097" y="859"/>
                    </a:lnTo>
                    <a:lnTo>
                      <a:pt x="3139" y="859"/>
                    </a:lnTo>
                    <a:lnTo>
                      <a:pt x="3139" y="796"/>
                    </a:lnTo>
                    <a:lnTo>
                      <a:pt x="3034" y="775"/>
                    </a:lnTo>
                    <a:lnTo>
                      <a:pt x="2971" y="733"/>
                    </a:lnTo>
                    <a:lnTo>
                      <a:pt x="2930" y="566"/>
                    </a:lnTo>
                    <a:lnTo>
                      <a:pt x="2888" y="419"/>
                    </a:lnTo>
                    <a:lnTo>
                      <a:pt x="2804" y="356"/>
                    </a:lnTo>
                    <a:lnTo>
                      <a:pt x="2699" y="482"/>
                    </a:lnTo>
                    <a:lnTo>
                      <a:pt x="2490" y="419"/>
                    </a:lnTo>
                    <a:lnTo>
                      <a:pt x="2197" y="356"/>
                    </a:lnTo>
                    <a:lnTo>
                      <a:pt x="2093" y="273"/>
                    </a:lnTo>
                    <a:lnTo>
                      <a:pt x="1988" y="231"/>
                    </a:lnTo>
                    <a:lnTo>
                      <a:pt x="1737" y="22"/>
                    </a:lnTo>
                    <a:lnTo>
                      <a:pt x="165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25" name="Google Shape;1625;p60"/>
              <p:cNvSpPr/>
              <p:nvPr/>
            </p:nvSpPr>
            <p:spPr>
              <a:xfrm>
                <a:off x="3886100" y="2558550"/>
                <a:ext cx="3675" cy="5250"/>
              </a:xfrm>
              <a:custGeom>
                <a:avLst/>
                <a:gdLst/>
                <a:ahLst/>
                <a:cxnLst/>
                <a:rect l="l" t="t" r="r" b="b"/>
                <a:pathLst>
                  <a:path w="147" h="210" extrusionOk="0">
                    <a:moveTo>
                      <a:pt x="0" y="0"/>
                    </a:moveTo>
                    <a:lnTo>
                      <a:pt x="147" y="209"/>
                    </a:lnTo>
                    <a:lnTo>
                      <a:pt x="126" y="105"/>
                    </a:lnTo>
                    <a:lnTo>
                      <a:pt x="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1626" name="Google Shape;1626;p60"/>
            <p:cNvSpPr/>
            <p:nvPr/>
          </p:nvSpPr>
          <p:spPr>
            <a:xfrm>
              <a:off x="3799155" y="2842190"/>
              <a:ext cx="6990" cy="13340"/>
            </a:xfrm>
            <a:custGeom>
              <a:avLst/>
              <a:gdLst/>
              <a:ahLst/>
              <a:cxnLst/>
              <a:rect l="l" t="t" r="r" b="b"/>
              <a:pathLst>
                <a:path w="587" h="1173" extrusionOk="0">
                  <a:moveTo>
                    <a:pt x="461" y="0"/>
                  </a:moveTo>
                  <a:lnTo>
                    <a:pt x="440" y="105"/>
                  </a:lnTo>
                  <a:lnTo>
                    <a:pt x="482" y="147"/>
                  </a:lnTo>
                  <a:lnTo>
                    <a:pt x="461" y="251"/>
                  </a:lnTo>
                  <a:lnTo>
                    <a:pt x="419" y="251"/>
                  </a:lnTo>
                  <a:lnTo>
                    <a:pt x="357" y="210"/>
                  </a:lnTo>
                  <a:lnTo>
                    <a:pt x="273" y="251"/>
                  </a:lnTo>
                  <a:lnTo>
                    <a:pt x="106" y="335"/>
                  </a:lnTo>
                  <a:lnTo>
                    <a:pt x="22" y="461"/>
                  </a:lnTo>
                  <a:lnTo>
                    <a:pt x="106" y="523"/>
                  </a:lnTo>
                  <a:lnTo>
                    <a:pt x="64" y="565"/>
                  </a:lnTo>
                  <a:lnTo>
                    <a:pt x="1" y="565"/>
                  </a:lnTo>
                  <a:lnTo>
                    <a:pt x="22" y="649"/>
                  </a:lnTo>
                  <a:lnTo>
                    <a:pt x="106" y="691"/>
                  </a:lnTo>
                  <a:lnTo>
                    <a:pt x="106" y="754"/>
                  </a:lnTo>
                  <a:lnTo>
                    <a:pt x="64" y="775"/>
                  </a:lnTo>
                  <a:lnTo>
                    <a:pt x="106" y="837"/>
                  </a:lnTo>
                  <a:lnTo>
                    <a:pt x="168" y="879"/>
                  </a:lnTo>
                  <a:lnTo>
                    <a:pt x="168" y="963"/>
                  </a:lnTo>
                  <a:lnTo>
                    <a:pt x="210" y="963"/>
                  </a:lnTo>
                  <a:lnTo>
                    <a:pt x="252" y="1005"/>
                  </a:lnTo>
                  <a:lnTo>
                    <a:pt x="210" y="984"/>
                  </a:lnTo>
                  <a:lnTo>
                    <a:pt x="147" y="1067"/>
                  </a:lnTo>
                  <a:lnTo>
                    <a:pt x="210" y="1109"/>
                  </a:lnTo>
                  <a:lnTo>
                    <a:pt x="357" y="1172"/>
                  </a:lnTo>
                  <a:lnTo>
                    <a:pt x="461" y="1109"/>
                  </a:lnTo>
                  <a:lnTo>
                    <a:pt x="545" y="942"/>
                  </a:lnTo>
                  <a:lnTo>
                    <a:pt x="545" y="795"/>
                  </a:lnTo>
                  <a:lnTo>
                    <a:pt x="587" y="544"/>
                  </a:lnTo>
                  <a:lnTo>
                    <a:pt x="545" y="314"/>
                  </a:lnTo>
                  <a:lnTo>
                    <a:pt x="545" y="147"/>
                  </a:lnTo>
                  <a:lnTo>
                    <a:pt x="52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27" name="Google Shape;1627;p60"/>
            <p:cNvSpPr/>
            <p:nvPr/>
          </p:nvSpPr>
          <p:spPr>
            <a:xfrm>
              <a:off x="3688535" y="2836242"/>
              <a:ext cx="76506" cy="61161"/>
            </a:xfrm>
            <a:custGeom>
              <a:avLst/>
              <a:gdLst/>
              <a:ahLst/>
              <a:cxnLst/>
              <a:rect l="l" t="t" r="r" b="b"/>
              <a:pathLst>
                <a:path w="6425" h="5378" extrusionOk="0">
                  <a:moveTo>
                    <a:pt x="817" y="0"/>
                  </a:moveTo>
                  <a:lnTo>
                    <a:pt x="733" y="42"/>
                  </a:lnTo>
                  <a:lnTo>
                    <a:pt x="712" y="21"/>
                  </a:lnTo>
                  <a:lnTo>
                    <a:pt x="503" y="126"/>
                  </a:lnTo>
                  <a:lnTo>
                    <a:pt x="524" y="209"/>
                  </a:lnTo>
                  <a:lnTo>
                    <a:pt x="608" y="251"/>
                  </a:lnTo>
                  <a:lnTo>
                    <a:pt x="524" y="335"/>
                  </a:lnTo>
                  <a:lnTo>
                    <a:pt x="336" y="356"/>
                  </a:lnTo>
                  <a:lnTo>
                    <a:pt x="252" y="335"/>
                  </a:lnTo>
                  <a:lnTo>
                    <a:pt x="43" y="419"/>
                  </a:lnTo>
                  <a:lnTo>
                    <a:pt x="1" y="544"/>
                  </a:lnTo>
                  <a:lnTo>
                    <a:pt x="43" y="670"/>
                  </a:lnTo>
                  <a:lnTo>
                    <a:pt x="126" y="649"/>
                  </a:lnTo>
                  <a:lnTo>
                    <a:pt x="126" y="691"/>
                  </a:lnTo>
                  <a:lnTo>
                    <a:pt x="189" y="733"/>
                  </a:lnTo>
                  <a:lnTo>
                    <a:pt x="147" y="879"/>
                  </a:lnTo>
                  <a:lnTo>
                    <a:pt x="210" y="900"/>
                  </a:lnTo>
                  <a:lnTo>
                    <a:pt x="294" y="837"/>
                  </a:lnTo>
                  <a:lnTo>
                    <a:pt x="252" y="963"/>
                  </a:lnTo>
                  <a:lnTo>
                    <a:pt x="315" y="1005"/>
                  </a:lnTo>
                  <a:lnTo>
                    <a:pt x="252" y="1088"/>
                  </a:lnTo>
                  <a:lnTo>
                    <a:pt x="357" y="1109"/>
                  </a:lnTo>
                  <a:lnTo>
                    <a:pt x="231" y="1256"/>
                  </a:lnTo>
                  <a:lnTo>
                    <a:pt x="231" y="1277"/>
                  </a:lnTo>
                  <a:lnTo>
                    <a:pt x="482" y="1214"/>
                  </a:lnTo>
                  <a:lnTo>
                    <a:pt x="587" y="1256"/>
                  </a:lnTo>
                  <a:lnTo>
                    <a:pt x="566" y="1381"/>
                  </a:lnTo>
                  <a:lnTo>
                    <a:pt x="629" y="1465"/>
                  </a:lnTo>
                  <a:lnTo>
                    <a:pt x="796" y="1360"/>
                  </a:lnTo>
                  <a:lnTo>
                    <a:pt x="1110" y="1423"/>
                  </a:lnTo>
                  <a:lnTo>
                    <a:pt x="1214" y="1318"/>
                  </a:lnTo>
                  <a:lnTo>
                    <a:pt x="1486" y="1360"/>
                  </a:lnTo>
                  <a:lnTo>
                    <a:pt x="1507" y="1486"/>
                  </a:lnTo>
                  <a:lnTo>
                    <a:pt x="1612" y="1632"/>
                  </a:lnTo>
                  <a:lnTo>
                    <a:pt x="1591" y="1737"/>
                  </a:lnTo>
                  <a:lnTo>
                    <a:pt x="1445" y="1737"/>
                  </a:lnTo>
                  <a:lnTo>
                    <a:pt x="1235" y="1946"/>
                  </a:lnTo>
                  <a:lnTo>
                    <a:pt x="1256" y="2114"/>
                  </a:lnTo>
                  <a:lnTo>
                    <a:pt x="1235" y="2469"/>
                  </a:lnTo>
                  <a:lnTo>
                    <a:pt x="1089" y="2616"/>
                  </a:lnTo>
                  <a:lnTo>
                    <a:pt x="1194" y="2720"/>
                  </a:lnTo>
                  <a:lnTo>
                    <a:pt x="1047" y="2930"/>
                  </a:lnTo>
                  <a:lnTo>
                    <a:pt x="942" y="2888"/>
                  </a:lnTo>
                  <a:lnTo>
                    <a:pt x="817" y="2930"/>
                  </a:lnTo>
                  <a:lnTo>
                    <a:pt x="963" y="3202"/>
                  </a:lnTo>
                  <a:lnTo>
                    <a:pt x="1089" y="3285"/>
                  </a:lnTo>
                  <a:lnTo>
                    <a:pt x="1089" y="3515"/>
                  </a:lnTo>
                  <a:lnTo>
                    <a:pt x="922" y="3704"/>
                  </a:lnTo>
                  <a:lnTo>
                    <a:pt x="984" y="3871"/>
                  </a:lnTo>
                  <a:lnTo>
                    <a:pt x="1131" y="3871"/>
                  </a:lnTo>
                  <a:lnTo>
                    <a:pt x="1089" y="3976"/>
                  </a:lnTo>
                  <a:lnTo>
                    <a:pt x="963" y="4080"/>
                  </a:lnTo>
                  <a:lnTo>
                    <a:pt x="838" y="4331"/>
                  </a:lnTo>
                  <a:lnTo>
                    <a:pt x="922" y="4457"/>
                  </a:lnTo>
                  <a:lnTo>
                    <a:pt x="922" y="4603"/>
                  </a:lnTo>
                  <a:lnTo>
                    <a:pt x="1026" y="4624"/>
                  </a:lnTo>
                  <a:lnTo>
                    <a:pt x="1173" y="4645"/>
                  </a:lnTo>
                  <a:lnTo>
                    <a:pt x="1403" y="4875"/>
                  </a:lnTo>
                  <a:lnTo>
                    <a:pt x="1382" y="4917"/>
                  </a:lnTo>
                  <a:lnTo>
                    <a:pt x="1486" y="5168"/>
                  </a:lnTo>
                  <a:lnTo>
                    <a:pt x="1675" y="5357"/>
                  </a:lnTo>
                  <a:lnTo>
                    <a:pt x="1842" y="5378"/>
                  </a:lnTo>
                  <a:lnTo>
                    <a:pt x="2010" y="5273"/>
                  </a:lnTo>
                  <a:lnTo>
                    <a:pt x="2010" y="5168"/>
                  </a:lnTo>
                  <a:lnTo>
                    <a:pt x="2093" y="5085"/>
                  </a:lnTo>
                  <a:lnTo>
                    <a:pt x="2303" y="5064"/>
                  </a:lnTo>
                  <a:lnTo>
                    <a:pt x="2470" y="4875"/>
                  </a:lnTo>
                  <a:lnTo>
                    <a:pt x="2679" y="4855"/>
                  </a:lnTo>
                  <a:lnTo>
                    <a:pt x="2784" y="4813"/>
                  </a:lnTo>
                  <a:lnTo>
                    <a:pt x="3035" y="4875"/>
                  </a:lnTo>
                  <a:lnTo>
                    <a:pt x="3181" y="4917"/>
                  </a:lnTo>
                  <a:lnTo>
                    <a:pt x="3202" y="4855"/>
                  </a:lnTo>
                  <a:lnTo>
                    <a:pt x="3307" y="4855"/>
                  </a:lnTo>
                  <a:lnTo>
                    <a:pt x="3411" y="4938"/>
                  </a:lnTo>
                  <a:lnTo>
                    <a:pt x="3495" y="4855"/>
                  </a:lnTo>
                  <a:lnTo>
                    <a:pt x="3558" y="4750"/>
                  </a:lnTo>
                  <a:lnTo>
                    <a:pt x="3663" y="4855"/>
                  </a:lnTo>
                  <a:lnTo>
                    <a:pt x="3788" y="4917"/>
                  </a:lnTo>
                  <a:lnTo>
                    <a:pt x="3914" y="4708"/>
                  </a:lnTo>
                  <a:lnTo>
                    <a:pt x="3914" y="4603"/>
                  </a:lnTo>
                  <a:lnTo>
                    <a:pt x="4248" y="4436"/>
                  </a:lnTo>
                  <a:lnTo>
                    <a:pt x="4458" y="4436"/>
                  </a:lnTo>
                  <a:lnTo>
                    <a:pt x="4520" y="4352"/>
                  </a:lnTo>
                  <a:lnTo>
                    <a:pt x="4458" y="4311"/>
                  </a:lnTo>
                  <a:lnTo>
                    <a:pt x="4499" y="4143"/>
                  </a:lnTo>
                  <a:lnTo>
                    <a:pt x="4667" y="3892"/>
                  </a:lnTo>
                  <a:lnTo>
                    <a:pt x="4667" y="3766"/>
                  </a:lnTo>
                  <a:lnTo>
                    <a:pt x="4855" y="3704"/>
                  </a:lnTo>
                  <a:lnTo>
                    <a:pt x="4981" y="3578"/>
                  </a:lnTo>
                  <a:lnTo>
                    <a:pt x="4855" y="3390"/>
                  </a:lnTo>
                  <a:lnTo>
                    <a:pt x="4771" y="3348"/>
                  </a:lnTo>
                  <a:lnTo>
                    <a:pt x="4751" y="3243"/>
                  </a:lnTo>
                  <a:lnTo>
                    <a:pt x="4646" y="3076"/>
                  </a:lnTo>
                  <a:lnTo>
                    <a:pt x="4730" y="2992"/>
                  </a:lnTo>
                  <a:lnTo>
                    <a:pt x="4960" y="2637"/>
                  </a:lnTo>
                  <a:lnTo>
                    <a:pt x="5064" y="2574"/>
                  </a:lnTo>
                  <a:lnTo>
                    <a:pt x="5232" y="2302"/>
                  </a:lnTo>
                  <a:lnTo>
                    <a:pt x="5274" y="2323"/>
                  </a:lnTo>
                  <a:lnTo>
                    <a:pt x="5253" y="2344"/>
                  </a:lnTo>
                  <a:lnTo>
                    <a:pt x="5253" y="2365"/>
                  </a:lnTo>
                  <a:lnTo>
                    <a:pt x="5336" y="2323"/>
                  </a:lnTo>
                  <a:lnTo>
                    <a:pt x="5357" y="2197"/>
                  </a:lnTo>
                  <a:lnTo>
                    <a:pt x="5295" y="2134"/>
                  </a:lnTo>
                  <a:lnTo>
                    <a:pt x="5441" y="2051"/>
                  </a:lnTo>
                  <a:lnTo>
                    <a:pt x="5567" y="1946"/>
                  </a:lnTo>
                  <a:lnTo>
                    <a:pt x="5776" y="1946"/>
                  </a:lnTo>
                  <a:lnTo>
                    <a:pt x="5964" y="1883"/>
                  </a:lnTo>
                  <a:lnTo>
                    <a:pt x="6069" y="1737"/>
                  </a:lnTo>
                  <a:lnTo>
                    <a:pt x="6278" y="1611"/>
                  </a:lnTo>
                  <a:lnTo>
                    <a:pt x="6320" y="1507"/>
                  </a:lnTo>
                  <a:lnTo>
                    <a:pt x="6341" y="1381"/>
                  </a:lnTo>
                  <a:lnTo>
                    <a:pt x="6320" y="1193"/>
                  </a:lnTo>
                  <a:lnTo>
                    <a:pt x="6424" y="1151"/>
                  </a:lnTo>
                  <a:lnTo>
                    <a:pt x="6424" y="1088"/>
                  </a:lnTo>
                  <a:lnTo>
                    <a:pt x="6341" y="1067"/>
                  </a:lnTo>
                  <a:lnTo>
                    <a:pt x="6215" y="879"/>
                  </a:lnTo>
                  <a:lnTo>
                    <a:pt x="5964" y="900"/>
                  </a:lnTo>
                  <a:lnTo>
                    <a:pt x="5797" y="837"/>
                  </a:lnTo>
                  <a:lnTo>
                    <a:pt x="5629" y="837"/>
                  </a:lnTo>
                  <a:lnTo>
                    <a:pt x="5525" y="774"/>
                  </a:lnTo>
                  <a:lnTo>
                    <a:pt x="5253" y="774"/>
                  </a:lnTo>
                  <a:lnTo>
                    <a:pt x="5148" y="879"/>
                  </a:lnTo>
                  <a:lnTo>
                    <a:pt x="5064" y="837"/>
                  </a:lnTo>
                  <a:lnTo>
                    <a:pt x="4918" y="837"/>
                  </a:lnTo>
                  <a:lnTo>
                    <a:pt x="4792" y="691"/>
                  </a:lnTo>
                  <a:lnTo>
                    <a:pt x="4688" y="753"/>
                  </a:lnTo>
                  <a:lnTo>
                    <a:pt x="4583" y="649"/>
                  </a:lnTo>
                  <a:lnTo>
                    <a:pt x="4332" y="565"/>
                  </a:lnTo>
                  <a:lnTo>
                    <a:pt x="4186" y="586"/>
                  </a:lnTo>
                  <a:lnTo>
                    <a:pt x="4207" y="523"/>
                  </a:lnTo>
                  <a:lnTo>
                    <a:pt x="4186" y="377"/>
                  </a:lnTo>
                  <a:lnTo>
                    <a:pt x="4102" y="377"/>
                  </a:lnTo>
                  <a:lnTo>
                    <a:pt x="4102" y="356"/>
                  </a:lnTo>
                  <a:lnTo>
                    <a:pt x="3997" y="314"/>
                  </a:lnTo>
                  <a:lnTo>
                    <a:pt x="3955" y="335"/>
                  </a:lnTo>
                  <a:lnTo>
                    <a:pt x="3872" y="335"/>
                  </a:lnTo>
                  <a:lnTo>
                    <a:pt x="3809" y="419"/>
                  </a:lnTo>
                  <a:lnTo>
                    <a:pt x="3495" y="230"/>
                  </a:lnTo>
                  <a:lnTo>
                    <a:pt x="3391" y="230"/>
                  </a:lnTo>
                  <a:lnTo>
                    <a:pt x="3286" y="335"/>
                  </a:lnTo>
                  <a:lnTo>
                    <a:pt x="3077" y="272"/>
                  </a:lnTo>
                  <a:lnTo>
                    <a:pt x="3035" y="168"/>
                  </a:lnTo>
                  <a:lnTo>
                    <a:pt x="2826" y="147"/>
                  </a:lnTo>
                  <a:lnTo>
                    <a:pt x="2533" y="272"/>
                  </a:lnTo>
                  <a:lnTo>
                    <a:pt x="2344" y="230"/>
                  </a:lnTo>
                  <a:lnTo>
                    <a:pt x="1926" y="168"/>
                  </a:lnTo>
                  <a:lnTo>
                    <a:pt x="1779" y="105"/>
                  </a:lnTo>
                  <a:lnTo>
                    <a:pt x="1758" y="42"/>
                  </a:lnTo>
                  <a:lnTo>
                    <a:pt x="1570" y="105"/>
                  </a:lnTo>
                  <a:lnTo>
                    <a:pt x="1403" y="147"/>
                  </a:lnTo>
                  <a:lnTo>
                    <a:pt x="1277" y="105"/>
                  </a:lnTo>
                  <a:lnTo>
                    <a:pt x="1173" y="105"/>
                  </a:lnTo>
                  <a:lnTo>
                    <a:pt x="1068" y="168"/>
                  </a:lnTo>
                  <a:lnTo>
                    <a:pt x="942" y="21"/>
                  </a:lnTo>
                  <a:lnTo>
                    <a:pt x="81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28" name="Google Shape;1628;p60"/>
            <p:cNvSpPr/>
            <p:nvPr/>
          </p:nvSpPr>
          <p:spPr>
            <a:xfrm>
              <a:off x="4036603" y="2865264"/>
              <a:ext cx="11967" cy="9064"/>
            </a:xfrm>
            <a:custGeom>
              <a:avLst/>
              <a:gdLst/>
              <a:ahLst/>
              <a:cxnLst/>
              <a:rect l="l" t="t" r="r" b="b"/>
              <a:pathLst>
                <a:path w="1005" h="797" extrusionOk="0">
                  <a:moveTo>
                    <a:pt x="189" y="1"/>
                  </a:moveTo>
                  <a:lnTo>
                    <a:pt x="84" y="64"/>
                  </a:lnTo>
                  <a:lnTo>
                    <a:pt x="0" y="64"/>
                  </a:lnTo>
                  <a:lnTo>
                    <a:pt x="0" y="106"/>
                  </a:lnTo>
                  <a:lnTo>
                    <a:pt x="42" y="106"/>
                  </a:lnTo>
                  <a:lnTo>
                    <a:pt x="105" y="189"/>
                  </a:lnTo>
                  <a:lnTo>
                    <a:pt x="189" y="189"/>
                  </a:lnTo>
                  <a:lnTo>
                    <a:pt x="251" y="294"/>
                  </a:lnTo>
                  <a:lnTo>
                    <a:pt x="209" y="378"/>
                  </a:lnTo>
                  <a:lnTo>
                    <a:pt x="481" y="503"/>
                  </a:lnTo>
                  <a:lnTo>
                    <a:pt x="502" y="629"/>
                  </a:lnTo>
                  <a:lnTo>
                    <a:pt x="670" y="712"/>
                  </a:lnTo>
                  <a:lnTo>
                    <a:pt x="795" y="712"/>
                  </a:lnTo>
                  <a:lnTo>
                    <a:pt x="984" y="796"/>
                  </a:lnTo>
                  <a:lnTo>
                    <a:pt x="1005" y="712"/>
                  </a:lnTo>
                  <a:lnTo>
                    <a:pt x="733" y="315"/>
                  </a:lnTo>
                  <a:lnTo>
                    <a:pt x="586" y="273"/>
                  </a:lnTo>
                  <a:lnTo>
                    <a:pt x="502" y="85"/>
                  </a:lnTo>
                  <a:lnTo>
                    <a:pt x="398" y="85"/>
                  </a:lnTo>
                  <a:lnTo>
                    <a:pt x="356" y="126"/>
                  </a:lnTo>
                  <a:lnTo>
                    <a:pt x="18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29" name="Google Shape;1629;p60"/>
            <p:cNvSpPr/>
            <p:nvPr/>
          </p:nvSpPr>
          <p:spPr>
            <a:xfrm>
              <a:off x="4033614" y="2866458"/>
              <a:ext cx="140532" cy="108039"/>
            </a:xfrm>
            <a:custGeom>
              <a:avLst/>
              <a:gdLst/>
              <a:ahLst/>
              <a:cxnLst/>
              <a:rect l="l" t="t" r="r" b="b"/>
              <a:pathLst>
                <a:path w="11802" h="9500" extrusionOk="0">
                  <a:moveTo>
                    <a:pt x="502" y="1863"/>
                  </a:moveTo>
                  <a:lnTo>
                    <a:pt x="502" y="1884"/>
                  </a:lnTo>
                  <a:lnTo>
                    <a:pt x="506" y="1864"/>
                  </a:lnTo>
                  <a:lnTo>
                    <a:pt x="506" y="1864"/>
                  </a:lnTo>
                  <a:lnTo>
                    <a:pt x="502" y="1863"/>
                  </a:lnTo>
                  <a:close/>
                  <a:moveTo>
                    <a:pt x="251" y="1"/>
                  </a:moveTo>
                  <a:lnTo>
                    <a:pt x="209" y="63"/>
                  </a:lnTo>
                  <a:lnTo>
                    <a:pt x="147" y="210"/>
                  </a:lnTo>
                  <a:lnTo>
                    <a:pt x="0" y="210"/>
                  </a:lnTo>
                  <a:lnTo>
                    <a:pt x="0" y="273"/>
                  </a:lnTo>
                  <a:lnTo>
                    <a:pt x="42" y="398"/>
                  </a:lnTo>
                  <a:lnTo>
                    <a:pt x="105" y="607"/>
                  </a:lnTo>
                  <a:lnTo>
                    <a:pt x="105" y="712"/>
                  </a:lnTo>
                  <a:lnTo>
                    <a:pt x="105" y="858"/>
                  </a:lnTo>
                  <a:lnTo>
                    <a:pt x="230" y="900"/>
                  </a:lnTo>
                  <a:lnTo>
                    <a:pt x="251" y="942"/>
                  </a:lnTo>
                  <a:lnTo>
                    <a:pt x="188" y="1130"/>
                  </a:lnTo>
                  <a:lnTo>
                    <a:pt x="209" y="1277"/>
                  </a:lnTo>
                  <a:lnTo>
                    <a:pt x="188" y="1361"/>
                  </a:lnTo>
                  <a:lnTo>
                    <a:pt x="335" y="1423"/>
                  </a:lnTo>
                  <a:lnTo>
                    <a:pt x="460" y="1654"/>
                  </a:lnTo>
                  <a:lnTo>
                    <a:pt x="523" y="1779"/>
                  </a:lnTo>
                  <a:lnTo>
                    <a:pt x="506" y="1864"/>
                  </a:lnTo>
                  <a:lnTo>
                    <a:pt x="506" y="1864"/>
                  </a:lnTo>
                  <a:lnTo>
                    <a:pt x="607" y="1884"/>
                  </a:lnTo>
                  <a:lnTo>
                    <a:pt x="670" y="2009"/>
                  </a:lnTo>
                  <a:lnTo>
                    <a:pt x="649" y="2114"/>
                  </a:lnTo>
                  <a:lnTo>
                    <a:pt x="712" y="2260"/>
                  </a:lnTo>
                  <a:lnTo>
                    <a:pt x="816" y="2260"/>
                  </a:lnTo>
                  <a:lnTo>
                    <a:pt x="858" y="2365"/>
                  </a:lnTo>
                  <a:lnTo>
                    <a:pt x="921" y="2490"/>
                  </a:lnTo>
                  <a:lnTo>
                    <a:pt x="1025" y="2532"/>
                  </a:lnTo>
                  <a:lnTo>
                    <a:pt x="1088" y="2574"/>
                  </a:lnTo>
                  <a:lnTo>
                    <a:pt x="1297" y="2679"/>
                  </a:lnTo>
                  <a:lnTo>
                    <a:pt x="1381" y="2700"/>
                  </a:lnTo>
                  <a:lnTo>
                    <a:pt x="1507" y="2679"/>
                  </a:lnTo>
                  <a:lnTo>
                    <a:pt x="1590" y="2721"/>
                  </a:lnTo>
                  <a:lnTo>
                    <a:pt x="1653" y="2742"/>
                  </a:lnTo>
                  <a:lnTo>
                    <a:pt x="1590" y="2783"/>
                  </a:lnTo>
                  <a:lnTo>
                    <a:pt x="1486" y="2825"/>
                  </a:lnTo>
                  <a:lnTo>
                    <a:pt x="1402" y="2825"/>
                  </a:lnTo>
                  <a:lnTo>
                    <a:pt x="1444" y="2993"/>
                  </a:lnTo>
                  <a:lnTo>
                    <a:pt x="1486" y="3014"/>
                  </a:lnTo>
                  <a:lnTo>
                    <a:pt x="1486" y="3223"/>
                  </a:lnTo>
                  <a:lnTo>
                    <a:pt x="1402" y="3244"/>
                  </a:lnTo>
                  <a:lnTo>
                    <a:pt x="1339" y="3244"/>
                  </a:lnTo>
                  <a:lnTo>
                    <a:pt x="1297" y="3432"/>
                  </a:lnTo>
                  <a:lnTo>
                    <a:pt x="1256" y="3474"/>
                  </a:lnTo>
                  <a:lnTo>
                    <a:pt x="1256" y="3683"/>
                  </a:lnTo>
                  <a:lnTo>
                    <a:pt x="1235" y="3767"/>
                  </a:lnTo>
                  <a:lnTo>
                    <a:pt x="1256" y="3830"/>
                  </a:lnTo>
                  <a:lnTo>
                    <a:pt x="1193" y="3871"/>
                  </a:lnTo>
                  <a:lnTo>
                    <a:pt x="1193" y="3955"/>
                  </a:lnTo>
                  <a:lnTo>
                    <a:pt x="1276" y="3976"/>
                  </a:lnTo>
                  <a:lnTo>
                    <a:pt x="1360" y="4060"/>
                  </a:lnTo>
                  <a:lnTo>
                    <a:pt x="1465" y="4081"/>
                  </a:lnTo>
                  <a:lnTo>
                    <a:pt x="1486" y="4164"/>
                  </a:lnTo>
                  <a:lnTo>
                    <a:pt x="1611" y="4269"/>
                  </a:lnTo>
                  <a:lnTo>
                    <a:pt x="1569" y="4394"/>
                  </a:lnTo>
                  <a:lnTo>
                    <a:pt x="1590" y="4415"/>
                  </a:lnTo>
                  <a:lnTo>
                    <a:pt x="1590" y="4499"/>
                  </a:lnTo>
                  <a:lnTo>
                    <a:pt x="1695" y="4583"/>
                  </a:lnTo>
                  <a:lnTo>
                    <a:pt x="1758" y="4562"/>
                  </a:lnTo>
                  <a:lnTo>
                    <a:pt x="1862" y="4520"/>
                  </a:lnTo>
                  <a:lnTo>
                    <a:pt x="2302" y="4813"/>
                  </a:lnTo>
                  <a:lnTo>
                    <a:pt x="2344" y="4792"/>
                  </a:lnTo>
                  <a:lnTo>
                    <a:pt x="2427" y="4834"/>
                  </a:lnTo>
                  <a:lnTo>
                    <a:pt x="2532" y="5043"/>
                  </a:lnTo>
                  <a:lnTo>
                    <a:pt x="2636" y="5106"/>
                  </a:lnTo>
                  <a:lnTo>
                    <a:pt x="2762" y="5357"/>
                  </a:lnTo>
                  <a:lnTo>
                    <a:pt x="2636" y="5462"/>
                  </a:lnTo>
                  <a:lnTo>
                    <a:pt x="2636" y="5650"/>
                  </a:lnTo>
                  <a:lnTo>
                    <a:pt x="2657" y="5817"/>
                  </a:lnTo>
                  <a:lnTo>
                    <a:pt x="2846" y="5817"/>
                  </a:lnTo>
                  <a:lnTo>
                    <a:pt x="2909" y="6152"/>
                  </a:lnTo>
                  <a:lnTo>
                    <a:pt x="3013" y="6236"/>
                  </a:lnTo>
                  <a:lnTo>
                    <a:pt x="3118" y="6278"/>
                  </a:lnTo>
                  <a:lnTo>
                    <a:pt x="3160" y="6299"/>
                  </a:lnTo>
                  <a:lnTo>
                    <a:pt x="3222" y="6278"/>
                  </a:lnTo>
                  <a:lnTo>
                    <a:pt x="3222" y="6340"/>
                  </a:lnTo>
                  <a:lnTo>
                    <a:pt x="3285" y="6445"/>
                  </a:lnTo>
                  <a:lnTo>
                    <a:pt x="3369" y="6445"/>
                  </a:lnTo>
                  <a:lnTo>
                    <a:pt x="3432" y="6382"/>
                  </a:lnTo>
                  <a:lnTo>
                    <a:pt x="3453" y="6257"/>
                  </a:lnTo>
                  <a:lnTo>
                    <a:pt x="3348" y="6194"/>
                  </a:lnTo>
                  <a:lnTo>
                    <a:pt x="3494" y="6194"/>
                  </a:lnTo>
                  <a:lnTo>
                    <a:pt x="3536" y="6173"/>
                  </a:lnTo>
                  <a:lnTo>
                    <a:pt x="3494" y="6236"/>
                  </a:lnTo>
                  <a:lnTo>
                    <a:pt x="3494" y="6299"/>
                  </a:lnTo>
                  <a:lnTo>
                    <a:pt x="3641" y="6361"/>
                  </a:lnTo>
                  <a:lnTo>
                    <a:pt x="3683" y="6340"/>
                  </a:lnTo>
                  <a:lnTo>
                    <a:pt x="3745" y="6445"/>
                  </a:lnTo>
                  <a:lnTo>
                    <a:pt x="3787" y="6445"/>
                  </a:lnTo>
                  <a:lnTo>
                    <a:pt x="3976" y="6299"/>
                  </a:lnTo>
                  <a:lnTo>
                    <a:pt x="4017" y="6340"/>
                  </a:lnTo>
                  <a:lnTo>
                    <a:pt x="4164" y="6487"/>
                  </a:lnTo>
                  <a:lnTo>
                    <a:pt x="4164" y="6591"/>
                  </a:lnTo>
                  <a:lnTo>
                    <a:pt x="4373" y="6863"/>
                  </a:lnTo>
                  <a:lnTo>
                    <a:pt x="4394" y="7031"/>
                  </a:lnTo>
                  <a:lnTo>
                    <a:pt x="4436" y="7073"/>
                  </a:lnTo>
                  <a:lnTo>
                    <a:pt x="4541" y="7073"/>
                  </a:lnTo>
                  <a:lnTo>
                    <a:pt x="4603" y="7177"/>
                  </a:lnTo>
                  <a:lnTo>
                    <a:pt x="4541" y="7177"/>
                  </a:lnTo>
                  <a:lnTo>
                    <a:pt x="4520" y="7135"/>
                  </a:lnTo>
                  <a:lnTo>
                    <a:pt x="4499" y="7177"/>
                  </a:lnTo>
                  <a:lnTo>
                    <a:pt x="4603" y="7240"/>
                  </a:lnTo>
                  <a:lnTo>
                    <a:pt x="4645" y="7219"/>
                  </a:lnTo>
                  <a:lnTo>
                    <a:pt x="4687" y="7324"/>
                  </a:lnTo>
                  <a:lnTo>
                    <a:pt x="4833" y="7721"/>
                  </a:lnTo>
                  <a:lnTo>
                    <a:pt x="4959" y="7763"/>
                  </a:lnTo>
                  <a:lnTo>
                    <a:pt x="5168" y="7763"/>
                  </a:lnTo>
                  <a:lnTo>
                    <a:pt x="5315" y="7805"/>
                  </a:lnTo>
                  <a:lnTo>
                    <a:pt x="5377" y="7868"/>
                  </a:lnTo>
                  <a:lnTo>
                    <a:pt x="5566" y="7868"/>
                  </a:lnTo>
                  <a:lnTo>
                    <a:pt x="5587" y="7931"/>
                  </a:lnTo>
                  <a:lnTo>
                    <a:pt x="5691" y="7931"/>
                  </a:lnTo>
                  <a:lnTo>
                    <a:pt x="5733" y="7972"/>
                  </a:lnTo>
                  <a:lnTo>
                    <a:pt x="5649" y="8035"/>
                  </a:lnTo>
                  <a:lnTo>
                    <a:pt x="5796" y="8224"/>
                  </a:lnTo>
                  <a:lnTo>
                    <a:pt x="5963" y="8244"/>
                  </a:lnTo>
                  <a:lnTo>
                    <a:pt x="6047" y="8328"/>
                  </a:lnTo>
                  <a:lnTo>
                    <a:pt x="6152" y="8328"/>
                  </a:lnTo>
                  <a:lnTo>
                    <a:pt x="6319" y="8496"/>
                  </a:lnTo>
                  <a:lnTo>
                    <a:pt x="6403" y="8475"/>
                  </a:lnTo>
                  <a:lnTo>
                    <a:pt x="6528" y="8454"/>
                  </a:lnTo>
                  <a:lnTo>
                    <a:pt x="6717" y="8496"/>
                  </a:lnTo>
                  <a:lnTo>
                    <a:pt x="6947" y="8663"/>
                  </a:lnTo>
                  <a:lnTo>
                    <a:pt x="7135" y="8475"/>
                  </a:lnTo>
                  <a:lnTo>
                    <a:pt x="7407" y="8349"/>
                  </a:lnTo>
                  <a:lnTo>
                    <a:pt x="7407" y="8328"/>
                  </a:lnTo>
                  <a:lnTo>
                    <a:pt x="7533" y="8328"/>
                  </a:lnTo>
                  <a:lnTo>
                    <a:pt x="7679" y="8224"/>
                  </a:lnTo>
                  <a:lnTo>
                    <a:pt x="7784" y="8161"/>
                  </a:lnTo>
                  <a:lnTo>
                    <a:pt x="7993" y="8182"/>
                  </a:lnTo>
                  <a:lnTo>
                    <a:pt x="7993" y="8244"/>
                  </a:lnTo>
                  <a:lnTo>
                    <a:pt x="8056" y="8244"/>
                  </a:lnTo>
                  <a:lnTo>
                    <a:pt x="8056" y="8286"/>
                  </a:lnTo>
                  <a:lnTo>
                    <a:pt x="8160" y="8454"/>
                  </a:lnTo>
                  <a:lnTo>
                    <a:pt x="8244" y="8663"/>
                  </a:lnTo>
                  <a:lnTo>
                    <a:pt x="8349" y="8872"/>
                  </a:lnTo>
                  <a:lnTo>
                    <a:pt x="8349" y="9019"/>
                  </a:lnTo>
                  <a:lnTo>
                    <a:pt x="8411" y="9081"/>
                  </a:lnTo>
                  <a:lnTo>
                    <a:pt x="8453" y="9123"/>
                  </a:lnTo>
                  <a:lnTo>
                    <a:pt x="8872" y="9123"/>
                  </a:lnTo>
                  <a:lnTo>
                    <a:pt x="8976" y="9207"/>
                  </a:lnTo>
                  <a:lnTo>
                    <a:pt x="9102" y="9081"/>
                  </a:lnTo>
                  <a:lnTo>
                    <a:pt x="9144" y="9102"/>
                  </a:lnTo>
                  <a:lnTo>
                    <a:pt x="9311" y="9228"/>
                  </a:lnTo>
                  <a:lnTo>
                    <a:pt x="9625" y="9207"/>
                  </a:lnTo>
                  <a:lnTo>
                    <a:pt x="9813" y="9291"/>
                  </a:lnTo>
                  <a:lnTo>
                    <a:pt x="10064" y="9312"/>
                  </a:lnTo>
                  <a:lnTo>
                    <a:pt x="10169" y="9332"/>
                  </a:lnTo>
                  <a:lnTo>
                    <a:pt x="10232" y="9312"/>
                  </a:lnTo>
                  <a:lnTo>
                    <a:pt x="10295" y="9395"/>
                  </a:lnTo>
                  <a:lnTo>
                    <a:pt x="10315" y="9395"/>
                  </a:lnTo>
                  <a:lnTo>
                    <a:pt x="10357" y="9291"/>
                  </a:lnTo>
                  <a:lnTo>
                    <a:pt x="10441" y="9291"/>
                  </a:lnTo>
                  <a:lnTo>
                    <a:pt x="10483" y="9374"/>
                  </a:lnTo>
                  <a:lnTo>
                    <a:pt x="10608" y="9416"/>
                  </a:lnTo>
                  <a:lnTo>
                    <a:pt x="10818" y="9500"/>
                  </a:lnTo>
                  <a:lnTo>
                    <a:pt x="10901" y="9437"/>
                  </a:lnTo>
                  <a:lnTo>
                    <a:pt x="10922" y="9395"/>
                  </a:lnTo>
                  <a:lnTo>
                    <a:pt x="10964" y="9395"/>
                  </a:lnTo>
                  <a:lnTo>
                    <a:pt x="10964" y="9312"/>
                  </a:lnTo>
                  <a:lnTo>
                    <a:pt x="10985" y="9102"/>
                  </a:lnTo>
                  <a:lnTo>
                    <a:pt x="10922" y="8977"/>
                  </a:lnTo>
                  <a:lnTo>
                    <a:pt x="11027" y="8851"/>
                  </a:lnTo>
                  <a:lnTo>
                    <a:pt x="10985" y="8747"/>
                  </a:lnTo>
                  <a:lnTo>
                    <a:pt x="11069" y="8642"/>
                  </a:lnTo>
                  <a:lnTo>
                    <a:pt x="11215" y="8558"/>
                  </a:lnTo>
                  <a:lnTo>
                    <a:pt x="11299" y="8496"/>
                  </a:lnTo>
                  <a:lnTo>
                    <a:pt x="11550" y="8433"/>
                  </a:lnTo>
                  <a:lnTo>
                    <a:pt x="11717" y="8475"/>
                  </a:lnTo>
                  <a:lnTo>
                    <a:pt x="11801" y="8391"/>
                  </a:lnTo>
                  <a:lnTo>
                    <a:pt x="11759" y="8161"/>
                  </a:lnTo>
                  <a:lnTo>
                    <a:pt x="11634" y="8056"/>
                  </a:lnTo>
                  <a:lnTo>
                    <a:pt x="11487" y="8077"/>
                  </a:lnTo>
                  <a:lnTo>
                    <a:pt x="11445" y="7972"/>
                  </a:lnTo>
                  <a:lnTo>
                    <a:pt x="11445" y="7826"/>
                  </a:lnTo>
                  <a:lnTo>
                    <a:pt x="11403" y="7700"/>
                  </a:lnTo>
                  <a:lnTo>
                    <a:pt x="11403" y="7491"/>
                  </a:lnTo>
                  <a:lnTo>
                    <a:pt x="11236" y="7491"/>
                  </a:lnTo>
                  <a:lnTo>
                    <a:pt x="11215" y="7408"/>
                  </a:lnTo>
                  <a:lnTo>
                    <a:pt x="11111" y="7387"/>
                  </a:lnTo>
                  <a:lnTo>
                    <a:pt x="10922" y="7345"/>
                  </a:lnTo>
                  <a:lnTo>
                    <a:pt x="10880" y="7303"/>
                  </a:lnTo>
                  <a:lnTo>
                    <a:pt x="10755" y="7219"/>
                  </a:lnTo>
                  <a:lnTo>
                    <a:pt x="10587" y="7073"/>
                  </a:lnTo>
                  <a:lnTo>
                    <a:pt x="10504" y="6926"/>
                  </a:lnTo>
                  <a:lnTo>
                    <a:pt x="10232" y="6508"/>
                  </a:lnTo>
                  <a:lnTo>
                    <a:pt x="10650" y="5943"/>
                  </a:lnTo>
                  <a:lnTo>
                    <a:pt x="10692" y="5859"/>
                  </a:lnTo>
                  <a:lnTo>
                    <a:pt x="10650" y="5629"/>
                  </a:lnTo>
                  <a:lnTo>
                    <a:pt x="10650" y="5462"/>
                  </a:lnTo>
                  <a:lnTo>
                    <a:pt x="10567" y="5294"/>
                  </a:lnTo>
                  <a:lnTo>
                    <a:pt x="10064" y="5252"/>
                  </a:lnTo>
                  <a:lnTo>
                    <a:pt x="10043" y="5043"/>
                  </a:lnTo>
                  <a:lnTo>
                    <a:pt x="9981" y="4939"/>
                  </a:lnTo>
                  <a:lnTo>
                    <a:pt x="10023" y="4876"/>
                  </a:lnTo>
                  <a:lnTo>
                    <a:pt x="9939" y="4604"/>
                  </a:lnTo>
                  <a:lnTo>
                    <a:pt x="9771" y="4311"/>
                  </a:lnTo>
                  <a:lnTo>
                    <a:pt x="9834" y="4164"/>
                  </a:lnTo>
                  <a:lnTo>
                    <a:pt x="9981" y="3934"/>
                  </a:lnTo>
                  <a:lnTo>
                    <a:pt x="9939" y="3934"/>
                  </a:lnTo>
                  <a:lnTo>
                    <a:pt x="9751" y="3892"/>
                  </a:lnTo>
                  <a:lnTo>
                    <a:pt x="9751" y="3767"/>
                  </a:lnTo>
                  <a:lnTo>
                    <a:pt x="9730" y="3558"/>
                  </a:lnTo>
                  <a:lnTo>
                    <a:pt x="9667" y="3558"/>
                  </a:lnTo>
                  <a:lnTo>
                    <a:pt x="9813" y="3411"/>
                  </a:lnTo>
                  <a:lnTo>
                    <a:pt x="9709" y="3327"/>
                  </a:lnTo>
                  <a:lnTo>
                    <a:pt x="9646" y="3244"/>
                  </a:lnTo>
                  <a:lnTo>
                    <a:pt x="9771" y="3223"/>
                  </a:lnTo>
                  <a:lnTo>
                    <a:pt x="9918" y="3118"/>
                  </a:lnTo>
                  <a:lnTo>
                    <a:pt x="9918" y="3034"/>
                  </a:lnTo>
                  <a:lnTo>
                    <a:pt x="9939" y="3014"/>
                  </a:lnTo>
                  <a:lnTo>
                    <a:pt x="9855" y="2909"/>
                  </a:lnTo>
                  <a:lnTo>
                    <a:pt x="9918" y="2825"/>
                  </a:lnTo>
                  <a:lnTo>
                    <a:pt x="9918" y="2742"/>
                  </a:lnTo>
                  <a:lnTo>
                    <a:pt x="9918" y="2574"/>
                  </a:lnTo>
                  <a:lnTo>
                    <a:pt x="9855" y="2470"/>
                  </a:lnTo>
                  <a:lnTo>
                    <a:pt x="9855" y="2386"/>
                  </a:lnTo>
                  <a:lnTo>
                    <a:pt x="9813" y="2260"/>
                  </a:lnTo>
                  <a:lnTo>
                    <a:pt x="9855" y="2156"/>
                  </a:lnTo>
                  <a:lnTo>
                    <a:pt x="9751" y="1988"/>
                  </a:lnTo>
                  <a:lnTo>
                    <a:pt x="9625" y="1946"/>
                  </a:lnTo>
                  <a:lnTo>
                    <a:pt x="9353" y="1905"/>
                  </a:lnTo>
                  <a:lnTo>
                    <a:pt x="9123" y="1591"/>
                  </a:lnTo>
                  <a:lnTo>
                    <a:pt x="8914" y="1549"/>
                  </a:lnTo>
                  <a:lnTo>
                    <a:pt x="8788" y="1570"/>
                  </a:lnTo>
                  <a:lnTo>
                    <a:pt x="8725" y="1528"/>
                  </a:lnTo>
                  <a:lnTo>
                    <a:pt x="8704" y="1361"/>
                  </a:lnTo>
                  <a:lnTo>
                    <a:pt x="8579" y="1340"/>
                  </a:lnTo>
                  <a:lnTo>
                    <a:pt x="8349" y="1235"/>
                  </a:lnTo>
                  <a:lnTo>
                    <a:pt x="8265" y="1319"/>
                  </a:lnTo>
                  <a:lnTo>
                    <a:pt x="8160" y="1319"/>
                  </a:lnTo>
                  <a:lnTo>
                    <a:pt x="7826" y="1109"/>
                  </a:lnTo>
                  <a:lnTo>
                    <a:pt x="7658" y="1047"/>
                  </a:lnTo>
                  <a:lnTo>
                    <a:pt x="7449" y="858"/>
                  </a:lnTo>
                  <a:lnTo>
                    <a:pt x="7323" y="900"/>
                  </a:lnTo>
                  <a:lnTo>
                    <a:pt x="7198" y="837"/>
                  </a:lnTo>
                  <a:lnTo>
                    <a:pt x="7093" y="858"/>
                  </a:lnTo>
                  <a:lnTo>
                    <a:pt x="7030" y="1005"/>
                  </a:lnTo>
                  <a:lnTo>
                    <a:pt x="6821" y="942"/>
                  </a:lnTo>
                  <a:lnTo>
                    <a:pt x="6591" y="1005"/>
                  </a:lnTo>
                  <a:lnTo>
                    <a:pt x="6361" y="1214"/>
                  </a:lnTo>
                  <a:lnTo>
                    <a:pt x="6256" y="1214"/>
                  </a:lnTo>
                  <a:lnTo>
                    <a:pt x="6173" y="1319"/>
                  </a:lnTo>
                  <a:lnTo>
                    <a:pt x="6110" y="1465"/>
                  </a:lnTo>
                  <a:lnTo>
                    <a:pt x="5838" y="1465"/>
                  </a:lnTo>
                  <a:lnTo>
                    <a:pt x="5733" y="1549"/>
                  </a:lnTo>
                  <a:lnTo>
                    <a:pt x="5775" y="1695"/>
                  </a:lnTo>
                  <a:lnTo>
                    <a:pt x="5859" y="1842"/>
                  </a:lnTo>
                  <a:lnTo>
                    <a:pt x="5838" y="1967"/>
                  </a:lnTo>
                  <a:lnTo>
                    <a:pt x="5691" y="1967"/>
                  </a:lnTo>
                  <a:lnTo>
                    <a:pt x="5357" y="1905"/>
                  </a:lnTo>
                  <a:lnTo>
                    <a:pt x="5064" y="1967"/>
                  </a:lnTo>
                  <a:lnTo>
                    <a:pt x="4708" y="2072"/>
                  </a:lnTo>
                  <a:lnTo>
                    <a:pt x="4520" y="2072"/>
                  </a:lnTo>
                  <a:lnTo>
                    <a:pt x="4185" y="1967"/>
                  </a:lnTo>
                  <a:lnTo>
                    <a:pt x="4059" y="1967"/>
                  </a:lnTo>
                  <a:lnTo>
                    <a:pt x="3766" y="1842"/>
                  </a:lnTo>
                  <a:lnTo>
                    <a:pt x="3662" y="1737"/>
                  </a:lnTo>
                  <a:lnTo>
                    <a:pt x="3641" y="1591"/>
                  </a:lnTo>
                  <a:lnTo>
                    <a:pt x="3557" y="1591"/>
                  </a:lnTo>
                  <a:lnTo>
                    <a:pt x="3432" y="1528"/>
                  </a:lnTo>
                  <a:lnTo>
                    <a:pt x="3264" y="1570"/>
                  </a:lnTo>
                  <a:lnTo>
                    <a:pt x="3181" y="1528"/>
                  </a:lnTo>
                  <a:lnTo>
                    <a:pt x="3055" y="1528"/>
                  </a:lnTo>
                  <a:lnTo>
                    <a:pt x="2929" y="1423"/>
                  </a:lnTo>
                  <a:lnTo>
                    <a:pt x="2846" y="1381"/>
                  </a:lnTo>
                  <a:lnTo>
                    <a:pt x="2804" y="1340"/>
                  </a:lnTo>
                  <a:lnTo>
                    <a:pt x="2825" y="1214"/>
                  </a:lnTo>
                  <a:lnTo>
                    <a:pt x="2825" y="1068"/>
                  </a:lnTo>
                  <a:lnTo>
                    <a:pt x="2741" y="942"/>
                  </a:lnTo>
                  <a:lnTo>
                    <a:pt x="2741" y="921"/>
                  </a:lnTo>
                  <a:lnTo>
                    <a:pt x="2699" y="942"/>
                  </a:lnTo>
                  <a:lnTo>
                    <a:pt x="2595" y="921"/>
                  </a:lnTo>
                  <a:lnTo>
                    <a:pt x="2553" y="858"/>
                  </a:lnTo>
                  <a:lnTo>
                    <a:pt x="2448" y="817"/>
                  </a:lnTo>
                  <a:lnTo>
                    <a:pt x="2281" y="607"/>
                  </a:lnTo>
                  <a:lnTo>
                    <a:pt x="2448" y="482"/>
                  </a:lnTo>
                  <a:lnTo>
                    <a:pt x="2323" y="398"/>
                  </a:lnTo>
                  <a:lnTo>
                    <a:pt x="2302" y="335"/>
                  </a:lnTo>
                  <a:lnTo>
                    <a:pt x="2344" y="293"/>
                  </a:lnTo>
                  <a:lnTo>
                    <a:pt x="2281" y="210"/>
                  </a:lnTo>
                  <a:lnTo>
                    <a:pt x="2218" y="105"/>
                  </a:lnTo>
                  <a:lnTo>
                    <a:pt x="2176" y="105"/>
                  </a:lnTo>
                  <a:lnTo>
                    <a:pt x="2176" y="84"/>
                  </a:lnTo>
                  <a:lnTo>
                    <a:pt x="2113" y="84"/>
                  </a:lnTo>
                  <a:lnTo>
                    <a:pt x="1988" y="168"/>
                  </a:lnTo>
                  <a:lnTo>
                    <a:pt x="1904" y="168"/>
                  </a:lnTo>
                  <a:lnTo>
                    <a:pt x="1862" y="273"/>
                  </a:lnTo>
                  <a:lnTo>
                    <a:pt x="1779" y="293"/>
                  </a:lnTo>
                  <a:lnTo>
                    <a:pt x="1674" y="419"/>
                  </a:lnTo>
                  <a:lnTo>
                    <a:pt x="1611" y="440"/>
                  </a:lnTo>
                  <a:lnTo>
                    <a:pt x="1569" y="503"/>
                  </a:lnTo>
                  <a:lnTo>
                    <a:pt x="1569" y="545"/>
                  </a:lnTo>
                  <a:lnTo>
                    <a:pt x="1465" y="607"/>
                  </a:lnTo>
                  <a:lnTo>
                    <a:pt x="1381" y="586"/>
                  </a:lnTo>
                  <a:lnTo>
                    <a:pt x="1256" y="607"/>
                  </a:lnTo>
                  <a:lnTo>
                    <a:pt x="1235" y="691"/>
                  </a:lnTo>
                  <a:lnTo>
                    <a:pt x="1046" y="607"/>
                  </a:lnTo>
                  <a:lnTo>
                    <a:pt x="921" y="607"/>
                  </a:lnTo>
                  <a:lnTo>
                    <a:pt x="753" y="524"/>
                  </a:lnTo>
                  <a:lnTo>
                    <a:pt x="732" y="398"/>
                  </a:lnTo>
                  <a:lnTo>
                    <a:pt x="460" y="273"/>
                  </a:lnTo>
                  <a:lnTo>
                    <a:pt x="502" y="189"/>
                  </a:lnTo>
                  <a:lnTo>
                    <a:pt x="440" y="84"/>
                  </a:lnTo>
                  <a:lnTo>
                    <a:pt x="356" y="84"/>
                  </a:lnTo>
                  <a:lnTo>
                    <a:pt x="29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30" name="Google Shape;1630;p60"/>
            <p:cNvSpPr/>
            <p:nvPr/>
          </p:nvSpPr>
          <p:spPr>
            <a:xfrm>
              <a:off x="4026636" y="2853369"/>
              <a:ext cx="24672" cy="20004"/>
            </a:xfrm>
            <a:custGeom>
              <a:avLst/>
              <a:gdLst/>
              <a:ahLst/>
              <a:cxnLst/>
              <a:rect l="l" t="t" r="r" b="b"/>
              <a:pathLst>
                <a:path w="2072" h="1759" extrusionOk="0">
                  <a:moveTo>
                    <a:pt x="419" y="1"/>
                  </a:moveTo>
                  <a:lnTo>
                    <a:pt x="168" y="64"/>
                  </a:lnTo>
                  <a:lnTo>
                    <a:pt x="0" y="105"/>
                  </a:lnTo>
                  <a:lnTo>
                    <a:pt x="84" y="210"/>
                  </a:lnTo>
                  <a:lnTo>
                    <a:pt x="84" y="294"/>
                  </a:lnTo>
                  <a:lnTo>
                    <a:pt x="189" y="315"/>
                  </a:lnTo>
                  <a:lnTo>
                    <a:pt x="272" y="419"/>
                  </a:lnTo>
                  <a:lnTo>
                    <a:pt x="209" y="608"/>
                  </a:lnTo>
                  <a:lnTo>
                    <a:pt x="251" y="838"/>
                  </a:lnTo>
                  <a:lnTo>
                    <a:pt x="398" y="942"/>
                  </a:lnTo>
                  <a:lnTo>
                    <a:pt x="691" y="942"/>
                  </a:lnTo>
                  <a:lnTo>
                    <a:pt x="795" y="1026"/>
                  </a:lnTo>
                  <a:lnTo>
                    <a:pt x="837" y="1110"/>
                  </a:lnTo>
                  <a:lnTo>
                    <a:pt x="921" y="1110"/>
                  </a:lnTo>
                  <a:lnTo>
                    <a:pt x="1026" y="1047"/>
                  </a:lnTo>
                  <a:lnTo>
                    <a:pt x="1193" y="1172"/>
                  </a:lnTo>
                  <a:lnTo>
                    <a:pt x="1235" y="1131"/>
                  </a:lnTo>
                  <a:lnTo>
                    <a:pt x="1339" y="1131"/>
                  </a:lnTo>
                  <a:lnTo>
                    <a:pt x="1423" y="1319"/>
                  </a:lnTo>
                  <a:lnTo>
                    <a:pt x="1570" y="1361"/>
                  </a:lnTo>
                  <a:lnTo>
                    <a:pt x="1842" y="1758"/>
                  </a:lnTo>
                  <a:lnTo>
                    <a:pt x="1967" y="1737"/>
                  </a:lnTo>
                  <a:lnTo>
                    <a:pt x="1967" y="1591"/>
                  </a:lnTo>
                  <a:lnTo>
                    <a:pt x="1988" y="1549"/>
                  </a:lnTo>
                  <a:lnTo>
                    <a:pt x="1925" y="1382"/>
                  </a:lnTo>
                  <a:lnTo>
                    <a:pt x="2072" y="1361"/>
                  </a:lnTo>
                  <a:lnTo>
                    <a:pt x="1946" y="1235"/>
                  </a:lnTo>
                  <a:lnTo>
                    <a:pt x="1758" y="1235"/>
                  </a:lnTo>
                  <a:lnTo>
                    <a:pt x="1507" y="1110"/>
                  </a:lnTo>
                  <a:lnTo>
                    <a:pt x="1423" y="921"/>
                  </a:lnTo>
                  <a:lnTo>
                    <a:pt x="1507" y="838"/>
                  </a:lnTo>
                  <a:lnTo>
                    <a:pt x="1507" y="712"/>
                  </a:lnTo>
                  <a:lnTo>
                    <a:pt x="1256" y="524"/>
                  </a:lnTo>
                  <a:lnTo>
                    <a:pt x="1256" y="419"/>
                  </a:lnTo>
                  <a:lnTo>
                    <a:pt x="1298" y="294"/>
                  </a:lnTo>
                  <a:lnTo>
                    <a:pt x="1193" y="168"/>
                  </a:lnTo>
                  <a:lnTo>
                    <a:pt x="984" y="126"/>
                  </a:lnTo>
                  <a:lnTo>
                    <a:pt x="83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31" name="Google Shape;1631;p60"/>
            <p:cNvSpPr/>
            <p:nvPr/>
          </p:nvSpPr>
          <p:spPr>
            <a:xfrm>
              <a:off x="3915766" y="2848615"/>
              <a:ext cx="124088" cy="48788"/>
            </a:xfrm>
            <a:custGeom>
              <a:avLst/>
              <a:gdLst/>
              <a:ahLst/>
              <a:cxnLst/>
              <a:rect l="l" t="t" r="r" b="b"/>
              <a:pathLst>
                <a:path w="10421" h="4290" extrusionOk="0">
                  <a:moveTo>
                    <a:pt x="4708" y="0"/>
                  </a:moveTo>
                  <a:lnTo>
                    <a:pt x="4562" y="63"/>
                  </a:lnTo>
                  <a:lnTo>
                    <a:pt x="4373" y="63"/>
                  </a:lnTo>
                  <a:lnTo>
                    <a:pt x="4290" y="21"/>
                  </a:lnTo>
                  <a:lnTo>
                    <a:pt x="4185" y="63"/>
                  </a:lnTo>
                  <a:lnTo>
                    <a:pt x="3913" y="63"/>
                  </a:lnTo>
                  <a:lnTo>
                    <a:pt x="3766" y="84"/>
                  </a:lnTo>
                  <a:lnTo>
                    <a:pt x="3494" y="189"/>
                  </a:lnTo>
                  <a:lnTo>
                    <a:pt x="3390" y="210"/>
                  </a:lnTo>
                  <a:lnTo>
                    <a:pt x="3181" y="230"/>
                  </a:lnTo>
                  <a:lnTo>
                    <a:pt x="3097" y="335"/>
                  </a:lnTo>
                  <a:lnTo>
                    <a:pt x="2992" y="377"/>
                  </a:lnTo>
                  <a:lnTo>
                    <a:pt x="2909" y="440"/>
                  </a:lnTo>
                  <a:lnTo>
                    <a:pt x="2867" y="502"/>
                  </a:lnTo>
                  <a:lnTo>
                    <a:pt x="2804" y="628"/>
                  </a:lnTo>
                  <a:lnTo>
                    <a:pt x="2762" y="649"/>
                  </a:lnTo>
                  <a:lnTo>
                    <a:pt x="2762" y="733"/>
                  </a:lnTo>
                  <a:lnTo>
                    <a:pt x="2553" y="733"/>
                  </a:lnTo>
                  <a:lnTo>
                    <a:pt x="2239" y="628"/>
                  </a:lnTo>
                  <a:lnTo>
                    <a:pt x="2155" y="628"/>
                  </a:lnTo>
                  <a:lnTo>
                    <a:pt x="2072" y="691"/>
                  </a:lnTo>
                  <a:lnTo>
                    <a:pt x="1946" y="649"/>
                  </a:lnTo>
                  <a:lnTo>
                    <a:pt x="1779" y="691"/>
                  </a:lnTo>
                  <a:lnTo>
                    <a:pt x="1674" y="649"/>
                  </a:lnTo>
                  <a:lnTo>
                    <a:pt x="1549" y="712"/>
                  </a:lnTo>
                  <a:lnTo>
                    <a:pt x="1528" y="795"/>
                  </a:lnTo>
                  <a:lnTo>
                    <a:pt x="1632" y="942"/>
                  </a:lnTo>
                  <a:lnTo>
                    <a:pt x="1779" y="963"/>
                  </a:lnTo>
                  <a:lnTo>
                    <a:pt x="1925" y="963"/>
                  </a:lnTo>
                  <a:lnTo>
                    <a:pt x="1883" y="1046"/>
                  </a:lnTo>
                  <a:lnTo>
                    <a:pt x="1653" y="1046"/>
                  </a:lnTo>
                  <a:lnTo>
                    <a:pt x="1444" y="1109"/>
                  </a:lnTo>
                  <a:lnTo>
                    <a:pt x="1402" y="1214"/>
                  </a:lnTo>
                  <a:lnTo>
                    <a:pt x="1423" y="1256"/>
                  </a:lnTo>
                  <a:lnTo>
                    <a:pt x="1528" y="1235"/>
                  </a:lnTo>
                  <a:lnTo>
                    <a:pt x="1570" y="1277"/>
                  </a:lnTo>
                  <a:lnTo>
                    <a:pt x="1507" y="1318"/>
                  </a:lnTo>
                  <a:lnTo>
                    <a:pt x="1214" y="1339"/>
                  </a:lnTo>
                  <a:lnTo>
                    <a:pt x="1109" y="1256"/>
                  </a:lnTo>
                  <a:lnTo>
                    <a:pt x="984" y="1339"/>
                  </a:lnTo>
                  <a:lnTo>
                    <a:pt x="900" y="1235"/>
                  </a:lnTo>
                  <a:lnTo>
                    <a:pt x="837" y="1235"/>
                  </a:lnTo>
                  <a:lnTo>
                    <a:pt x="733" y="1339"/>
                  </a:lnTo>
                  <a:lnTo>
                    <a:pt x="628" y="1339"/>
                  </a:lnTo>
                  <a:lnTo>
                    <a:pt x="502" y="1235"/>
                  </a:lnTo>
                  <a:lnTo>
                    <a:pt x="377" y="1235"/>
                  </a:lnTo>
                  <a:lnTo>
                    <a:pt x="105" y="1444"/>
                  </a:lnTo>
                  <a:lnTo>
                    <a:pt x="63" y="1549"/>
                  </a:lnTo>
                  <a:lnTo>
                    <a:pt x="0" y="1653"/>
                  </a:lnTo>
                  <a:lnTo>
                    <a:pt x="63" y="1695"/>
                  </a:lnTo>
                  <a:lnTo>
                    <a:pt x="63" y="1842"/>
                  </a:lnTo>
                  <a:lnTo>
                    <a:pt x="0" y="1883"/>
                  </a:lnTo>
                  <a:lnTo>
                    <a:pt x="63" y="1946"/>
                  </a:lnTo>
                  <a:lnTo>
                    <a:pt x="209" y="1883"/>
                  </a:lnTo>
                  <a:lnTo>
                    <a:pt x="251" y="1904"/>
                  </a:lnTo>
                  <a:lnTo>
                    <a:pt x="377" y="1883"/>
                  </a:lnTo>
                  <a:lnTo>
                    <a:pt x="502" y="1883"/>
                  </a:lnTo>
                  <a:lnTo>
                    <a:pt x="377" y="2009"/>
                  </a:lnTo>
                  <a:lnTo>
                    <a:pt x="398" y="2093"/>
                  </a:lnTo>
                  <a:lnTo>
                    <a:pt x="461" y="2197"/>
                  </a:lnTo>
                  <a:lnTo>
                    <a:pt x="461" y="2281"/>
                  </a:lnTo>
                  <a:lnTo>
                    <a:pt x="419" y="2302"/>
                  </a:lnTo>
                  <a:lnTo>
                    <a:pt x="481" y="2323"/>
                  </a:lnTo>
                  <a:lnTo>
                    <a:pt x="586" y="2281"/>
                  </a:lnTo>
                  <a:lnTo>
                    <a:pt x="586" y="2323"/>
                  </a:lnTo>
                  <a:lnTo>
                    <a:pt x="502" y="2406"/>
                  </a:lnTo>
                  <a:lnTo>
                    <a:pt x="377" y="2490"/>
                  </a:lnTo>
                  <a:lnTo>
                    <a:pt x="419" y="2532"/>
                  </a:lnTo>
                  <a:lnTo>
                    <a:pt x="502" y="2532"/>
                  </a:lnTo>
                  <a:lnTo>
                    <a:pt x="419" y="2595"/>
                  </a:lnTo>
                  <a:lnTo>
                    <a:pt x="377" y="2699"/>
                  </a:lnTo>
                  <a:lnTo>
                    <a:pt x="293" y="2699"/>
                  </a:lnTo>
                  <a:lnTo>
                    <a:pt x="251" y="2532"/>
                  </a:lnTo>
                  <a:lnTo>
                    <a:pt x="189" y="2511"/>
                  </a:lnTo>
                  <a:lnTo>
                    <a:pt x="189" y="2616"/>
                  </a:lnTo>
                  <a:lnTo>
                    <a:pt x="209" y="2720"/>
                  </a:lnTo>
                  <a:lnTo>
                    <a:pt x="168" y="2783"/>
                  </a:lnTo>
                  <a:lnTo>
                    <a:pt x="189" y="2846"/>
                  </a:lnTo>
                  <a:lnTo>
                    <a:pt x="293" y="2930"/>
                  </a:lnTo>
                  <a:lnTo>
                    <a:pt x="293" y="2888"/>
                  </a:lnTo>
                  <a:lnTo>
                    <a:pt x="419" y="2950"/>
                  </a:lnTo>
                  <a:lnTo>
                    <a:pt x="502" y="2950"/>
                  </a:lnTo>
                  <a:lnTo>
                    <a:pt x="628" y="3034"/>
                  </a:lnTo>
                  <a:lnTo>
                    <a:pt x="670" y="3160"/>
                  </a:lnTo>
                  <a:lnTo>
                    <a:pt x="586" y="3243"/>
                  </a:lnTo>
                  <a:lnTo>
                    <a:pt x="670" y="3327"/>
                  </a:lnTo>
                  <a:lnTo>
                    <a:pt x="670" y="3411"/>
                  </a:lnTo>
                  <a:lnTo>
                    <a:pt x="733" y="3411"/>
                  </a:lnTo>
                  <a:lnTo>
                    <a:pt x="879" y="3536"/>
                  </a:lnTo>
                  <a:lnTo>
                    <a:pt x="816" y="3641"/>
                  </a:lnTo>
                  <a:lnTo>
                    <a:pt x="733" y="3620"/>
                  </a:lnTo>
                  <a:lnTo>
                    <a:pt x="712" y="3662"/>
                  </a:lnTo>
                  <a:lnTo>
                    <a:pt x="795" y="3683"/>
                  </a:lnTo>
                  <a:lnTo>
                    <a:pt x="942" y="3662"/>
                  </a:lnTo>
                  <a:lnTo>
                    <a:pt x="1214" y="3662"/>
                  </a:lnTo>
                  <a:lnTo>
                    <a:pt x="1193" y="3725"/>
                  </a:lnTo>
                  <a:lnTo>
                    <a:pt x="1130" y="3767"/>
                  </a:lnTo>
                  <a:lnTo>
                    <a:pt x="1005" y="3829"/>
                  </a:lnTo>
                  <a:lnTo>
                    <a:pt x="816" y="3829"/>
                  </a:lnTo>
                  <a:lnTo>
                    <a:pt x="774" y="3871"/>
                  </a:lnTo>
                  <a:lnTo>
                    <a:pt x="837" y="3892"/>
                  </a:lnTo>
                  <a:lnTo>
                    <a:pt x="942" y="3871"/>
                  </a:lnTo>
                  <a:lnTo>
                    <a:pt x="1088" y="3871"/>
                  </a:lnTo>
                  <a:lnTo>
                    <a:pt x="1130" y="3829"/>
                  </a:lnTo>
                  <a:lnTo>
                    <a:pt x="1130" y="3934"/>
                  </a:lnTo>
                  <a:lnTo>
                    <a:pt x="1151" y="3955"/>
                  </a:lnTo>
                  <a:lnTo>
                    <a:pt x="1235" y="3871"/>
                  </a:lnTo>
                  <a:lnTo>
                    <a:pt x="1318" y="3767"/>
                  </a:lnTo>
                  <a:lnTo>
                    <a:pt x="1402" y="3767"/>
                  </a:lnTo>
                  <a:lnTo>
                    <a:pt x="1444" y="3829"/>
                  </a:lnTo>
                  <a:lnTo>
                    <a:pt x="1528" y="3829"/>
                  </a:lnTo>
                  <a:lnTo>
                    <a:pt x="1632" y="3892"/>
                  </a:lnTo>
                  <a:lnTo>
                    <a:pt x="1674" y="3829"/>
                  </a:lnTo>
                  <a:lnTo>
                    <a:pt x="1758" y="3850"/>
                  </a:lnTo>
                  <a:lnTo>
                    <a:pt x="1758" y="3892"/>
                  </a:lnTo>
                  <a:lnTo>
                    <a:pt x="1716" y="3934"/>
                  </a:lnTo>
                  <a:lnTo>
                    <a:pt x="1758" y="3997"/>
                  </a:lnTo>
                  <a:lnTo>
                    <a:pt x="1779" y="4080"/>
                  </a:lnTo>
                  <a:lnTo>
                    <a:pt x="1883" y="4185"/>
                  </a:lnTo>
                  <a:lnTo>
                    <a:pt x="1946" y="4164"/>
                  </a:lnTo>
                  <a:lnTo>
                    <a:pt x="2072" y="4206"/>
                  </a:lnTo>
                  <a:lnTo>
                    <a:pt x="2197" y="4185"/>
                  </a:lnTo>
                  <a:lnTo>
                    <a:pt x="2281" y="4143"/>
                  </a:lnTo>
                  <a:lnTo>
                    <a:pt x="2386" y="4143"/>
                  </a:lnTo>
                  <a:lnTo>
                    <a:pt x="2469" y="4080"/>
                  </a:lnTo>
                  <a:lnTo>
                    <a:pt x="2574" y="4143"/>
                  </a:lnTo>
                  <a:lnTo>
                    <a:pt x="2616" y="4080"/>
                  </a:lnTo>
                  <a:lnTo>
                    <a:pt x="2616" y="3955"/>
                  </a:lnTo>
                  <a:lnTo>
                    <a:pt x="2658" y="3871"/>
                  </a:lnTo>
                  <a:lnTo>
                    <a:pt x="2616" y="3767"/>
                  </a:lnTo>
                  <a:lnTo>
                    <a:pt x="2867" y="3746"/>
                  </a:lnTo>
                  <a:lnTo>
                    <a:pt x="3076" y="3746"/>
                  </a:lnTo>
                  <a:lnTo>
                    <a:pt x="3348" y="3892"/>
                  </a:lnTo>
                  <a:lnTo>
                    <a:pt x="3453" y="3892"/>
                  </a:lnTo>
                  <a:lnTo>
                    <a:pt x="3641" y="4143"/>
                  </a:lnTo>
                  <a:lnTo>
                    <a:pt x="3808" y="4248"/>
                  </a:lnTo>
                  <a:lnTo>
                    <a:pt x="4331" y="4185"/>
                  </a:lnTo>
                  <a:lnTo>
                    <a:pt x="4478" y="4101"/>
                  </a:lnTo>
                  <a:lnTo>
                    <a:pt x="4541" y="4101"/>
                  </a:lnTo>
                  <a:lnTo>
                    <a:pt x="4562" y="4143"/>
                  </a:lnTo>
                  <a:lnTo>
                    <a:pt x="4603" y="4080"/>
                  </a:lnTo>
                  <a:lnTo>
                    <a:pt x="4645" y="3976"/>
                  </a:lnTo>
                  <a:lnTo>
                    <a:pt x="4896" y="3725"/>
                  </a:lnTo>
                  <a:lnTo>
                    <a:pt x="4959" y="3683"/>
                  </a:lnTo>
                  <a:lnTo>
                    <a:pt x="5189" y="3767"/>
                  </a:lnTo>
                  <a:lnTo>
                    <a:pt x="5336" y="3850"/>
                  </a:lnTo>
                  <a:lnTo>
                    <a:pt x="5524" y="3787"/>
                  </a:lnTo>
                  <a:lnTo>
                    <a:pt x="5524" y="3746"/>
                  </a:lnTo>
                  <a:lnTo>
                    <a:pt x="5650" y="3662"/>
                  </a:lnTo>
                  <a:lnTo>
                    <a:pt x="5754" y="3683"/>
                  </a:lnTo>
                  <a:lnTo>
                    <a:pt x="5754" y="3767"/>
                  </a:lnTo>
                  <a:lnTo>
                    <a:pt x="5691" y="3934"/>
                  </a:lnTo>
                  <a:lnTo>
                    <a:pt x="5545" y="3997"/>
                  </a:lnTo>
                  <a:lnTo>
                    <a:pt x="5587" y="4059"/>
                  </a:lnTo>
                  <a:lnTo>
                    <a:pt x="5691" y="4185"/>
                  </a:lnTo>
                  <a:lnTo>
                    <a:pt x="5650" y="4269"/>
                  </a:lnTo>
                  <a:lnTo>
                    <a:pt x="5754" y="4290"/>
                  </a:lnTo>
                  <a:lnTo>
                    <a:pt x="5901" y="4269"/>
                  </a:lnTo>
                  <a:lnTo>
                    <a:pt x="6005" y="4206"/>
                  </a:lnTo>
                  <a:lnTo>
                    <a:pt x="5963" y="4080"/>
                  </a:lnTo>
                  <a:lnTo>
                    <a:pt x="6047" y="4059"/>
                  </a:lnTo>
                  <a:lnTo>
                    <a:pt x="6047" y="3829"/>
                  </a:lnTo>
                  <a:lnTo>
                    <a:pt x="6110" y="3746"/>
                  </a:lnTo>
                  <a:lnTo>
                    <a:pt x="6256" y="3787"/>
                  </a:lnTo>
                  <a:lnTo>
                    <a:pt x="6361" y="3829"/>
                  </a:lnTo>
                  <a:lnTo>
                    <a:pt x="6654" y="3683"/>
                  </a:lnTo>
                  <a:lnTo>
                    <a:pt x="6696" y="3683"/>
                  </a:lnTo>
                  <a:lnTo>
                    <a:pt x="6780" y="3641"/>
                  </a:lnTo>
                  <a:lnTo>
                    <a:pt x="7093" y="3620"/>
                  </a:lnTo>
                  <a:lnTo>
                    <a:pt x="7198" y="3641"/>
                  </a:lnTo>
                  <a:lnTo>
                    <a:pt x="7261" y="3683"/>
                  </a:lnTo>
                  <a:lnTo>
                    <a:pt x="7428" y="3746"/>
                  </a:lnTo>
                  <a:lnTo>
                    <a:pt x="7700" y="3746"/>
                  </a:lnTo>
                  <a:lnTo>
                    <a:pt x="7721" y="3683"/>
                  </a:lnTo>
                  <a:lnTo>
                    <a:pt x="7888" y="3641"/>
                  </a:lnTo>
                  <a:lnTo>
                    <a:pt x="7951" y="3557"/>
                  </a:lnTo>
                  <a:lnTo>
                    <a:pt x="8160" y="3474"/>
                  </a:lnTo>
                  <a:lnTo>
                    <a:pt x="8307" y="3474"/>
                  </a:lnTo>
                  <a:lnTo>
                    <a:pt x="8432" y="3453"/>
                  </a:lnTo>
                  <a:lnTo>
                    <a:pt x="8725" y="3474"/>
                  </a:lnTo>
                  <a:lnTo>
                    <a:pt x="8956" y="3411"/>
                  </a:lnTo>
                  <a:lnTo>
                    <a:pt x="9102" y="3411"/>
                  </a:lnTo>
                  <a:lnTo>
                    <a:pt x="9165" y="3432"/>
                  </a:lnTo>
                  <a:lnTo>
                    <a:pt x="9311" y="3306"/>
                  </a:lnTo>
                  <a:lnTo>
                    <a:pt x="9458" y="3306"/>
                  </a:lnTo>
                  <a:lnTo>
                    <a:pt x="9500" y="3264"/>
                  </a:lnTo>
                  <a:lnTo>
                    <a:pt x="9730" y="3264"/>
                  </a:lnTo>
                  <a:lnTo>
                    <a:pt x="9939" y="3327"/>
                  </a:lnTo>
                  <a:lnTo>
                    <a:pt x="10085" y="3264"/>
                  </a:lnTo>
                  <a:lnTo>
                    <a:pt x="10148" y="3327"/>
                  </a:lnTo>
                  <a:lnTo>
                    <a:pt x="10148" y="3432"/>
                  </a:lnTo>
                  <a:lnTo>
                    <a:pt x="10253" y="3474"/>
                  </a:lnTo>
                  <a:lnTo>
                    <a:pt x="10399" y="3453"/>
                  </a:lnTo>
                  <a:lnTo>
                    <a:pt x="10420" y="3348"/>
                  </a:lnTo>
                  <a:lnTo>
                    <a:pt x="10357" y="3223"/>
                  </a:lnTo>
                  <a:lnTo>
                    <a:pt x="10232" y="2992"/>
                  </a:lnTo>
                  <a:lnTo>
                    <a:pt x="10085" y="2930"/>
                  </a:lnTo>
                  <a:lnTo>
                    <a:pt x="10106" y="2846"/>
                  </a:lnTo>
                  <a:lnTo>
                    <a:pt x="10085" y="2699"/>
                  </a:lnTo>
                  <a:lnTo>
                    <a:pt x="10148" y="2511"/>
                  </a:lnTo>
                  <a:lnTo>
                    <a:pt x="10127" y="2469"/>
                  </a:lnTo>
                  <a:lnTo>
                    <a:pt x="10002" y="2427"/>
                  </a:lnTo>
                  <a:lnTo>
                    <a:pt x="10002" y="2281"/>
                  </a:lnTo>
                  <a:lnTo>
                    <a:pt x="10002" y="2176"/>
                  </a:lnTo>
                  <a:lnTo>
                    <a:pt x="9939" y="1967"/>
                  </a:lnTo>
                  <a:lnTo>
                    <a:pt x="9897" y="1842"/>
                  </a:lnTo>
                  <a:lnTo>
                    <a:pt x="9897" y="1779"/>
                  </a:lnTo>
                  <a:lnTo>
                    <a:pt x="10044" y="1779"/>
                  </a:lnTo>
                  <a:lnTo>
                    <a:pt x="10106" y="1632"/>
                  </a:lnTo>
                  <a:lnTo>
                    <a:pt x="10148" y="1570"/>
                  </a:lnTo>
                  <a:lnTo>
                    <a:pt x="10148" y="1528"/>
                  </a:lnTo>
                  <a:lnTo>
                    <a:pt x="10106" y="1444"/>
                  </a:lnTo>
                  <a:lnTo>
                    <a:pt x="10002" y="1360"/>
                  </a:lnTo>
                  <a:lnTo>
                    <a:pt x="9709" y="1360"/>
                  </a:lnTo>
                  <a:lnTo>
                    <a:pt x="9562" y="1256"/>
                  </a:lnTo>
                  <a:lnTo>
                    <a:pt x="9520" y="1026"/>
                  </a:lnTo>
                  <a:lnTo>
                    <a:pt x="9583" y="837"/>
                  </a:lnTo>
                  <a:lnTo>
                    <a:pt x="9500" y="733"/>
                  </a:lnTo>
                  <a:lnTo>
                    <a:pt x="9395" y="712"/>
                  </a:lnTo>
                  <a:lnTo>
                    <a:pt x="9395" y="628"/>
                  </a:lnTo>
                  <a:lnTo>
                    <a:pt x="9290" y="523"/>
                  </a:lnTo>
                  <a:lnTo>
                    <a:pt x="9186" y="502"/>
                  </a:lnTo>
                  <a:lnTo>
                    <a:pt x="8956" y="293"/>
                  </a:lnTo>
                  <a:lnTo>
                    <a:pt x="8851" y="272"/>
                  </a:lnTo>
                  <a:lnTo>
                    <a:pt x="8767" y="335"/>
                  </a:lnTo>
                  <a:lnTo>
                    <a:pt x="8725" y="335"/>
                  </a:lnTo>
                  <a:lnTo>
                    <a:pt x="8558" y="293"/>
                  </a:lnTo>
                  <a:lnTo>
                    <a:pt x="8516" y="377"/>
                  </a:lnTo>
                  <a:lnTo>
                    <a:pt x="8432" y="335"/>
                  </a:lnTo>
                  <a:lnTo>
                    <a:pt x="8412" y="230"/>
                  </a:lnTo>
                  <a:lnTo>
                    <a:pt x="8349" y="230"/>
                  </a:lnTo>
                  <a:lnTo>
                    <a:pt x="8328" y="272"/>
                  </a:lnTo>
                  <a:lnTo>
                    <a:pt x="8244" y="419"/>
                  </a:lnTo>
                  <a:lnTo>
                    <a:pt x="8098" y="502"/>
                  </a:lnTo>
                  <a:lnTo>
                    <a:pt x="7909" y="607"/>
                  </a:lnTo>
                  <a:lnTo>
                    <a:pt x="7888" y="691"/>
                  </a:lnTo>
                  <a:lnTo>
                    <a:pt x="7700" y="712"/>
                  </a:lnTo>
                  <a:lnTo>
                    <a:pt x="7616" y="754"/>
                  </a:lnTo>
                  <a:lnTo>
                    <a:pt x="7386" y="712"/>
                  </a:lnTo>
                  <a:lnTo>
                    <a:pt x="7324" y="649"/>
                  </a:lnTo>
                  <a:lnTo>
                    <a:pt x="7219" y="649"/>
                  </a:lnTo>
                  <a:lnTo>
                    <a:pt x="7198" y="628"/>
                  </a:lnTo>
                  <a:lnTo>
                    <a:pt x="7093" y="691"/>
                  </a:lnTo>
                  <a:lnTo>
                    <a:pt x="6884" y="691"/>
                  </a:lnTo>
                  <a:lnTo>
                    <a:pt x="6633" y="795"/>
                  </a:lnTo>
                  <a:lnTo>
                    <a:pt x="6445" y="754"/>
                  </a:lnTo>
                  <a:lnTo>
                    <a:pt x="6319" y="649"/>
                  </a:lnTo>
                  <a:lnTo>
                    <a:pt x="6235" y="712"/>
                  </a:lnTo>
                  <a:lnTo>
                    <a:pt x="6026" y="607"/>
                  </a:lnTo>
                  <a:lnTo>
                    <a:pt x="5901" y="586"/>
                  </a:lnTo>
                  <a:lnTo>
                    <a:pt x="5712" y="440"/>
                  </a:lnTo>
                  <a:lnTo>
                    <a:pt x="5629" y="440"/>
                  </a:lnTo>
                  <a:lnTo>
                    <a:pt x="5587" y="523"/>
                  </a:lnTo>
                  <a:lnTo>
                    <a:pt x="5503" y="502"/>
                  </a:lnTo>
                  <a:lnTo>
                    <a:pt x="5399" y="377"/>
                  </a:lnTo>
                  <a:lnTo>
                    <a:pt x="5378" y="210"/>
                  </a:lnTo>
                  <a:lnTo>
                    <a:pt x="5273" y="126"/>
                  </a:lnTo>
                  <a:lnTo>
                    <a:pt x="5210" y="168"/>
                  </a:lnTo>
                  <a:lnTo>
                    <a:pt x="5085" y="293"/>
                  </a:lnTo>
                  <a:lnTo>
                    <a:pt x="5022" y="272"/>
                  </a:lnTo>
                  <a:lnTo>
                    <a:pt x="4980" y="314"/>
                  </a:lnTo>
                  <a:lnTo>
                    <a:pt x="4771" y="105"/>
                  </a:lnTo>
                  <a:lnTo>
                    <a:pt x="475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32" name="Google Shape;1632;p60"/>
            <p:cNvSpPr/>
            <p:nvPr/>
          </p:nvSpPr>
          <p:spPr>
            <a:xfrm>
              <a:off x="3914265" y="2848854"/>
              <a:ext cx="18945" cy="15956"/>
            </a:xfrm>
            <a:custGeom>
              <a:avLst/>
              <a:gdLst/>
              <a:ahLst/>
              <a:cxnLst/>
              <a:rect l="l" t="t" r="r" b="b"/>
              <a:pathLst>
                <a:path w="1591" h="1403" extrusionOk="0">
                  <a:moveTo>
                    <a:pt x="503" y="0"/>
                  </a:moveTo>
                  <a:lnTo>
                    <a:pt x="419" y="84"/>
                  </a:lnTo>
                  <a:lnTo>
                    <a:pt x="335" y="84"/>
                  </a:lnTo>
                  <a:lnTo>
                    <a:pt x="231" y="189"/>
                  </a:lnTo>
                  <a:lnTo>
                    <a:pt x="210" y="356"/>
                  </a:lnTo>
                  <a:lnTo>
                    <a:pt x="335" y="398"/>
                  </a:lnTo>
                  <a:lnTo>
                    <a:pt x="335" y="523"/>
                  </a:lnTo>
                  <a:lnTo>
                    <a:pt x="189" y="628"/>
                  </a:lnTo>
                  <a:lnTo>
                    <a:pt x="210" y="733"/>
                  </a:lnTo>
                  <a:lnTo>
                    <a:pt x="126" y="879"/>
                  </a:lnTo>
                  <a:lnTo>
                    <a:pt x="1" y="921"/>
                  </a:lnTo>
                  <a:lnTo>
                    <a:pt x="22" y="921"/>
                  </a:lnTo>
                  <a:lnTo>
                    <a:pt x="84" y="1025"/>
                  </a:lnTo>
                  <a:lnTo>
                    <a:pt x="168" y="1088"/>
                  </a:lnTo>
                  <a:lnTo>
                    <a:pt x="231" y="1046"/>
                  </a:lnTo>
                  <a:lnTo>
                    <a:pt x="294" y="1088"/>
                  </a:lnTo>
                  <a:lnTo>
                    <a:pt x="398" y="1046"/>
                  </a:lnTo>
                  <a:lnTo>
                    <a:pt x="294" y="1130"/>
                  </a:lnTo>
                  <a:lnTo>
                    <a:pt x="231" y="1130"/>
                  </a:lnTo>
                  <a:lnTo>
                    <a:pt x="168" y="1318"/>
                  </a:lnTo>
                  <a:lnTo>
                    <a:pt x="189" y="1402"/>
                  </a:lnTo>
                  <a:lnTo>
                    <a:pt x="419" y="1193"/>
                  </a:lnTo>
                  <a:lnTo>
                    <a:pt x="712" y="1025"/>
                  </a:lnTo>
                  <a:lnTo>
                    <a:pt x="796" y="879"/>
                  </a:lnTo>
                  <a:lnTo>
                    <a:pt x="900" y="816"/>
                  </a:lnTo>
                  <a:lnTo>
                    <a:pt x="1110" y="837"/>
                  </a:lnTo>
                  <a:lnTo>
                    <a:pt x="1152" y="795"/>
                  </a:lnTo>
                  <a:lnTo>
                    <a:pt x="1277" y="795"/>
                  </a:lnTo>
                  <a:lnTo>
                    <a:pt x="1361" y="816"/>
                  </a:lnTo>
                  <a:lnTo>
                    <a:pt x="1486" y="837"/>
                  </a:lnTo>
                  <a:lnTo>
                    <a:pt x="1591" y="733"/>
                  </a:lnTo>
                  <a:lnTo>
                    <a:pt x="1591" y="670"/>
                  </a:lnTo>
                  <a:lnTo>
                    <a:pt x="1486" y="607"/>
                  </a:lnTo>
                  <a:lnTo>
                    <a:pt x="1361" y="481"/>
                  </a:lnTo>
                  <a:lnTo>
                    <a:pt x="1235" y="461"/>
                  </a:lnTo>
                  <a:lnTo>
                    <a:pt x="1047" y="293"/>
                  </a:lnTo>
                  <a:lnTo>
                    <a:pt x="1026" y="84"/>
                  </a:lnTo>
                  <a:lnTo>
                    <a:pt x="921" y="63"/>
                  </a:lnTo>
                  <a:lnTo>
                    <a:pt x="817" y="147"/>
                  </a:lnTo>
                  <a:lnTo>
                    <a:pt x="64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33" name="Google Shape;1633;p60"/>
            <p:cNvSpPr/>
            <p:nvPr/>
          </p:nvSpPr>
          <p:spPr>
            <a:xfrm>
              <a:off x="4004703" y="2885735"/>
              <a:ext cx="66539" cy="61161"/>
            </a:xfrm>
            <a:custGeom>
              <a:avLst/>
              <a:gdLst/>
              <a:ahLst/>
              <a:cxnLst/>
              <a:rect l="l" t="t" r="r" b="b"/>
              <a:pathLst>
                <a:path w="5588" h="5378" extrusionOk="0">
                  <a:moveTo>
                    <a:pt x="2031" y="0"/>
                  </a:moveTo>
                  <a:lnTo>
                    <a:pt x="1989" y="42"/>
                  </a:lnTo>
                  <a:lnTo>
                    <a:pt x="1842" y="42"/>
                  </a:lnTo>
                  <a:lnTo>
                    <a:pt x="1696" y="168"/>
                  </a:lnTo>
                  <a:lnTo>
                    <a:pt x="1717" y="189"/>
                  </a:lnTo>
                  <a:lnTo>
                    <a:pt x="1633" y="314"/>
                  </a:lnTo>
                  <a:lnTo>
                    <a:pt x="1591" y="314"/>
                  </a:lnTo>
                  <a:lnTo>
                    <a:pt x="1466" y="419"/>
                  </a:lnTo>
                  <a:lnTo>
                    <a:pt x="1215" y="482"/>
                  </a:lnTo>
                  <a:lnTo>
                    <a:pt x="1110" y="670"/>
                  </a:lnTo>
                  <a:lnTo>
                    <a:pt x="1110" y="837"/>
                  </a:lnTo>
                  <a:lnTo>
                    <a:pt x="1215" y="1047"/>
                  </a:lnTo>
                  <a:lnTo>
                    <a:pt x="1215" y="1235"/>
                  </a:lnTo>
                  <a:lnTo>
                    <a:pt x="1110" y="1444"/>
                  </a:lnTo>
                  <a:lnTo>
                    <a:pt x="1173" y="1549"/>
                  </a:lnTo>
                  <a:lnTo>
                    <a:pt x="1152" y="1716"/>
                  </a:lnTo>
                  <a:lnTo>
                    <a:pt x="1068" y="1842"/>
                  </a:lnTo>
                  <a:lnTo>
                    <a:pt x="1005" y="1925"/>
                  </a:lnTo>
                  <a:lnTo>
                    <a:pt x="1" y="2658"/>
                  </a:lnTo>
                  <a:lnTo>
                    <a:pt x="273" y="3411"/>
                  </a:lnTo>
                  <a:lnTo>
                    <a:pt x="775" y="3453"/>
                  </a:lnTo>
                  <a:lnTo>
                    <a:pt x="3474" y="5336"/>
                  </a:lnTo>
                  <a:lnTo>
                    <a:pt x="4562" y="5378"/>
                  </a:lnTo>
                  <a:lnTo>
                    <a:pt x="4709" y="5106"/>
                  </a:lnTo>
                  <a:lnTo>
                    <a:pt x="4834" y="4855"/>
                  </a:lnTo>
                  <a:lnTo>
                    <a:pt x="5085" y="4708"/>
                  </a:lnTo>
                  <a:lnTo>
                    <a:pt x="5274" y="4792"/>
                  </a:lnTo>
                  <a:lnTo>
                    <a:pt x="5399" y="4750"/>
                  </a:lnTo>
                  <a:lnTo>
                    <a:pt x="5462" y="4771"/>
                  </a:lnTo>
                  <a:lnTo>
                    <a:pt x="5546" y="4645"/>
                  </a:lnTo>
                  <a:lnTo>
                    <a:pt x="5588" y="4604"/>
                  </a:lnTo>
                  <a:lnTo>
                    <a:pt x="5546" y="4583"/>
                  </a:lnTo>
                  <a:lnTo>
                    <a:pt x="5441" y="4541"/>
                  </a:lnTo>
                  <a:lnTo>
                    <a:pt x="5337" y="4457"/>
                  </a:lnTo>
                  <a:lnTo>
                    <a:pt x="5274" y="4122"/>
                  </a:lnTo>
                  <a:lnTo>
                    <a:pt x="5085" y="4122"/>
                  </a:lnTo>
                  <a:lnTo>
                    <a:pt x="5064" y="3955"/>
                  </a:lnTo>
                  <a:lnTo>
                    <a:pt x="5064" y="3767"/>
                  </a:lnTo>
                  <a:lnTo>
                    <a:pt x="5190" y="3662"/>
                  </a:lnTo>
                  <a:lnTo>
                    <a:pt x="5064" y="3411"/>
                  </a:lnTo>
                  <a:lnTo>
                    <a:pt x="4960" y="3348"/>
                  </a:lnTo>
                  <a:lnTo>
                    <a:pt x="4855" y="3139"/>
                  </a:lnTo>
                  <a:lnTo>
                    <a:pt x="4772" y="3097"/>
                  </a:lnTo>
                  <a:lnTo>
                    <a:pt x="4730" y="3118"/>
                  </a:lnTo>
                  <a:lnTo>
                    <a:pt x="4290" y="2825"/>
                  </a:lnTo>
                  <a:lnTo>
                    <a:pt x="4186" y="2867"/>
                  </a:lnTo>
                  <a:lnTo>
                    <a:pt x="4123" y="2888"/>
                  </a:lnTo>
                  <a:lnTo>
                    <a:pt x="4018" y="2804"/>
                  </a:lnTo>
                  <a:lnTo>
                    <a:pt x="4018" y="2720"/>
                  </a:lnTo>
                  <a:lnTo>
                    <a:pt x="3997" y="2699"/>
                  </a:lnTo>
                  <a:lnTo>
                    <a:pt x="4039" y="2574"/>
                  </a:lnTo>
                  <a:lnTo>
                    <a:pt x="3914" y="2469"/>
                  </a:lnTo>
                  <a:lnTo>
                    <a:pt x="3893" y="2386"/>
                  </a:lnTo>
                  <a:lnTo>
                    <a:pt x="3788" y="2365"/>
                  </a:lnTo>
                  <a:lnTo>
                    <a:pt x="3704" y="2281"/>
                  </a:lnTo>
                  <a:lnTo>
                    <a:pt x="3621" y="2260"/>
                  </a:lnTo>
                  <a:lnTo>
                    <a:pt x="3621" y="2176"/>
                  </a:lnTo>
                  <a:lnTo>
                    <a:pt x="3684" y="2135"/>
                  </a:lnTo>
                  <a:lnTo>
                    <a:pt x="3663" y="2072"/>
                  </a:lnTo>
                  <a:lnTo>
                    <a:pt x="3684" y="1988"/>
                  </a:lnTo>
                  <a:lnTo>
                    <a:pt x="3684" y="1779"/>
                  </a:lnTo>
                  <a:lnTo>
                    <a:pt x="3725" y="1737"/>
                  </a:lnTo>
                  <a:lnTo>
                    <a:pt x="3767" y="1549"/>
                  </a:lnTo>
                  <a:lnTo>
                    <a:pt x="3830" y="1549"/>
                  </a:lnTo>
                  <a:lnTo>
                    <a:pt x="3914" y="1528"/>
                  </a:lnTo>
                  <a:lnTo>
                    <a:pt x="3914" y="1319"/>
                  </a:lnTo>
                  <a:lnTo>
                    <a:pt x="3872" y="1298"/>
                  </a:lnTo>
                  <a:lnTo>
                    <a:pt x="3830" y="1130"/>
                  </a:lnTo>
                  <a:lnTo>
                    <a:pt x="3914" y="1130"/>
                  </a:lnTo>
                  <a:lnTo>
                    <a:pt x="4018" y="1088"/>
                  </a:lnTo>
                  <a:lnTo>
                    <a:pt x="4081" y="1047"/>
                  </a:lnTo>
                  <a:lnTo>
                    <a:pt x="4018" y="1026"/>
                  </a:lnTo>
                  <a:lnTo>
                    <a:pt x="3935" y="984"/>
                  </a:lnTo>
                  <a:lnTo>
                    <a:pt x="3809" y="1005"/>
                  </a:lnTo>
                  <a:lnTo>
                    <a:pt x="3725" y="984"/>
                  </a:lnTo>
                  <a:lnTo>
                    <a:pt x="3516" y="879"/>
                  </a:lnTo>
                  <a:lnTo>
                    <a:pt x="3453" y="837"/>
                  </a:lnTo>
                  <a:lnTo>
                    <a:pt x="3349" y="795"/>
                  </a:lnTo>
                  <a:lnTo>
                    <a:pt x="3286" y="670"/>
                  </a:lnTo>
                  <a:lnTo>
                    <a:pt x="3244" y="565"/>
                  </a:lnTo>
                  <a:lnTo>
                    <a:pt x="3140" y="565"/>
                  </a:lnTo>
                  <a:lnTo>
                    <a:pt x="3077" y="419"/>
                  </a:lnTo>
                  <a:lnTo>
                    <a:pt x="3098" y="314"/>
                  </a:lnTo>
                  <a:lnTo>
                    <a:pt x="3035" y="189"/>
                  </a:lnTo>
                  <a:lnTo>
                    <a:pt x="2930" y="168"/>
                  </a:lnTo>
                  <a:lnTo>
                    <a:pt x="2784" y="210"/>
                  </a:lnTo>
                  <a:lnTo>
                    <a:pt x="2679" y="168"/>
                  </a:lnTo>
                  <a:lnTo>
                    <a:pt x="2679" y="63"/>
                  </a:lnTo>
                  <a:lnTo>
                    <a:pt x="2616" y="0"/>
                  </a:lnTo>
                  <a:lnTo>
                    <a:pt x="2470" y="63"/>
                  </a:lnTo>
                  <a:lnTo>
                    <a:pt x="226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34" name="Google Shape;1634;p60"/>
            <p:cNvSpPr/>
            <p:nvPr/>
          </p:nvSpPr>
          <p:spPr>
            <a:xfrm>
              <a:off x="4059025" y="2939277"/>
              <a:ext cx="11967" cy="11668"/>
            </a:xfrm>
            <a:custGeom>
              <a:avLst/>
              <a:gdLst/>
              <a:ahLst/>
              <a:cxnLst/>
              <a:rect l="l" t="t" r="r" b="b"/>
              <a:pathLst>
                <a:path w="1005" h="1026" extrusionOk="0">
                  <a:moveTo>
                    <a:pt x="523" y="0"/>
                  </a:moveTo>
                  <a:lnTo>
                    <a:pt x="272" y="147"/>
                  </a:lnTo>
                  <a:lnTo>
                    <a:pt x="147" y="398"/>
                  </a:lnTo>
                  <a:lnTo>
                    <a:pt x="0" y="670"/>
                  </a:lnTo>
                  <a:lnTo>
                    <a:pt x="84" y="670"/>
                  </a:lnTo>
                  <a:lnTo>
                    <a:pt x="607" y="816"/>
                  </a:lnTo>
                  <a:lnTo>
                    <a:pt x="628" y="1025"/>
                  </a:lnTo>
                  <a:lnTo>
                    <a:pt x="1005" y="879"/>
                  </a:lnTo>
                  <a:lnTo>
                    <a:pt x="942" y="795"/>
                  </a:lnTo>
                  <a:lnTo>
                    <a:pt x="942" y="774"/>
                  </a:lnTo>
                  <a:lnTo>
                    <a:pt x="984" y="774"/>
                  </a:lnTo>
                  <a:lnTo>
                    <a:pt x="921" y="691"/>
                  </a:lnTo>
                  <a:lnTo>
                    <a:pt x="921" y="607"/>
                  </a:lnTo>
                  <a:lnTo>
                    <a:pt x="879" y="502"/>
                  </a:lnTo>
                  <a:lnTo>
                    <a:pt x="837" y="565"/>
                  </a:lnTo>
                  <a:lnTo>
                    <a:pt x="607" y="419"/>
                  </a:lnTo>
                  <a:lnTo>
                    <a:pt x="942" y="356"/>
                  </a:lnTo>
                  <a:lnTo>
                    <a:pt x="900" y="84"/>
                  </a:lnTo>
                  <a:lnTo>
                    <a:pt x="900" y="63"/>
                  </a:lnTo>
                  <a:lnTo>
                    <a:pt x="837" y="42"/>
                  </a:lnTo>
                  <a:lnTo>
                    <a:pt x="712" y="84"/>
                  </a:lnTo>
                  <a:lnTo>
                    <a:pt x="52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35" name="Google Shape;1635;p60"/>
            <p:cNvSpPr/>
            <p:nvPr/>
          </p:nvSpPr>
          <p:spPr>
            <a:xfrm>
              <a:off x="3959359" y="2899768"/>
              <a:ext cx="15468" cy="8347"/>
            </a:xfrm>
            <a:custGeom>
              <a:avLst/>
              <a:gdLst/>
              <a:ahLst/>
              <a:cxnLst/>
              <a:rect l="l" t="t" r="r" b="b"/>
              <a:pathLst>
                <a:path w="1299" h="734" extrusionOk="0">
                  <a:moveTo>
                    <a:pt x="1194" y="1"/>
                  </a:moveTo>
                  <a:lnTo>
                    <a:pt x="1005" y="105"/>
                  </a:lnTo>
                  <a:lnTo>
                    <a:pt x="775" y="210"/>
                  </a:lnTo>
                  <a:lnTo>
                    <a:pt x="608" y="210"/>
                  </a:lnTo>
                  <a:lnTo>
                    <a:pt x="482" y="168"/>
                  </a:lnTo>
                  <a:lnTo>
                    <a:pt x="378" y="168"/>
                  </a:lnTo>
                  <a:lnTo>
                    <a:pt x="378" y="231"/>
                  </a:lnTo>
                  <a:lnTo>
                    <a:pt x="357" y="315"/>
                  </a:lnTo>
                  <a:lnTo>
                    <a:pt x="273" y="336"/>
                  </a:lnTo>
                  <a:lnTo>
                    <a:pt x="147" y="294"/>
                  </a:lnTo>
                  <a:lnTo>
                    <a:pt x="85" y="377"/>
                  </a:lnTo>
                  <a:lnTo>
                    <a:pt x="1" y="398"/>
                  </a:lnTo>
                  <a:lnTo>
                    <a:pt x="1" y="524"/>
                  </a:lnTo>
                  <a:lnTo>
                    <a:pt x="85" y="629"/>
                  </a:lnTo>
                  <a:lnTo>
                    <a:pt x="210" y="712"/>
                  </a:lnTo>
                  <a:lnTo>
                    <a:pt x="378" y="691"/>
                  </a:lnTo>
                  <a:lnTo>
                    <a:pt x="461" y="733"/>
                  </a:lnTo>
                  <a:lnTo>
                    <a:pt x="503" y="691"/>
                  </a:lnTo>
                  <a:lnTo>
                    <a:pt x="629" y="649"/>
                  </a:lnTo>
                  <a:lnTo>
                    <a:pt x="775" y="545"/>
                  </a:lnTo>
                  <a:lnTo>
                    <a:pt x="838" y="503"/>
                  </a:lnTo>
                  <a:lnTo>
                    <a:pt x="1005" y="524"/>
                  </a:lnTo>
                  <a:lnTo>
                    <a:pt x="1005" y="419"/>
                  </a:lnTo>
                  <a:lnTo>
                    <a:pt x="984" y="315"/>
                  </a:lnTo>
                  <a:lnTo>
                    <a:pt x="1110" y="168"/>
                  </a:lnTo>
                  <a:lnTo>
                    <a:pt x="1235" y="85"/>
                  </a:lnTo>
                  <a:lnTo>
                    <a:pt x="1298" y="22"/>
                  </a:lnTo>
                  <a:lnTo>
                    <a:pt x="125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36" name="Google Shape;1636;p60"/>
            <p:cNvSpPr/>
            <p:nvPr/>
          </p:nvSpPr>
          <p:spPr>
            <a:xfrm>
              <a:off x="3982281" y="2887395"/>
              <a:ext cx="42867" cy="36426"/>
            </a:xfrm>
            <a:custGeom>
              <a:avLst/>
              <a:gdLst/>
              <a:ahLst/>
              <a:cxnLst/>
              <a:rect l="l" t="t" r="r" b="b"/>
              <a:pathLst>
                <a:path w="3600" h="3203" extrusionOk="0">
                  <a:moveTo>
                    <a:pt x="3370" y="1"/>
                  </a:moveTo>
                  <a:lnTo>
                    <a:pt x="3139" y="64"/>
                  </a:lnTo>
                  <a:lnTo>
                    <a:pt x="2846" y="43"/>
                  </a:lnTo>
                  <a:lnTo>
                    <a:pt x="2721" y="64"/>
                  </a:lnTo>
                  <a:lnTo>
                    <a:pt x="2574" y="64"/>
                  </a:lnTo>
                  <a:lnTo>
                    <a:pt x="2365" y="147"/>
                  </a:lnTo>
                  <a:lnTo>
                    <a:pt x="2302" y="231"/>
                  </a:lnTo>
                  <a:lnTo>
                    <a:pt x="2135" y="273"/>
                  </a:lnTo>
                  <a:lnTo>
                    <a:pt x="2114" y="336"/>
                  </a:lnTo>
                  <a:lnTo>
                    <a:pt x="1842" y="336"/>
                  </a:lnTo>
                  <a:lnTo>
                    <a:pt x="1675" y="273"/>
                  </a:lnTo>
                  <a:lnTo>
                    <a:pt x="1612" y="231"/>
                  </a:lnTo>
                  <a:lnTo>
                    <a:pt x="1507" y="210"/>
                  </a:lnTo>
                  <a:lnTo>
                    <a:pt x="1194" y="231"/>
                  </a:lnTo>
                  <a:lnTo>
                    <a:pt x="1110" y="273"/>
                  </a:lnTo>
                  <a:lnTo>
                    <a:pt x="1068" y="273"/>
                  </a:lnTo>
                  <a:lnTo>
                    <a:pt x="775" y="419"/>
                  </a:lnTo>
                  <a:lnTo>
                    <a:pt x="670" y="377"/>
                  </a:lnTo>
                  <a:lnTo>
                    <a:pt x="524" y="336"/>
                  </a:lnTo>
                  <a:lnTo>
                    <a:pt x="461" y="419"/>
                  </a:lnTo>
                  <a:lnTo>
                    <a:pt x="461" y="649"/>
                  </a:lnTo>
                  <a:lnTo>
                    <a:pt x="377" y="670"/>
                  </a:lnTo>
                  <a:lnTo>
                    <a:pt x="419" y="796"/>
                  </a:lnTo>
                  <a:lnTo>
                    <a:pt x="315" y="859"/>
                  </a:lnTo>
                  <a:lnTo>
                    <a:pt x="168" y="880"/>
                  </a:lnTo>
                  <a:lnTo>
                    <a:pt x="64" y="859"/>
                  </a:lnTo>
                  <a:lnTo>
                    <a:pt x="1" y="901"/>
                  </a:lnTo>
                  <a:lnTo>
                    <a:pt x="22" y="1068"/>
                  </a:lnTo>
                  <a:lnTo>
                    <a:pt x="105" y="1277"/>
                  </a:lnTo>
                  <a:lnTo>
                    <a:pt x="147" y="1403"/>
                  </a:lnTo>
                  <a:lnTo>
                    <a:pt x="126" y="1528"/>
                  </a:lnTo>
                  <a:lnTo>
                    <a:pt x="105" y="1779"/>
                  </a:lnTo>
                  <a:lnTo>
                    <a:pt x="336" y="1779"/>
                  </a:lnTo>
                  <a:lnTo>
                    <a:pt x="377" y="1905"/>
                  </a:lnTo>
                  <a:lnTo>
                    <a:pt x="482" y="1947"/>
                  </a:lnTo>
                  <a:lnTo>
                    <a:pt x="482" y="2114"/>
                  </a:lnTo>
                  <a:lnTo>
                    <a:pt x="545" y="2198"/>
                  </a:lnTo>
                  <a:lnTo>
                    <a:pt x="461" y="2219"/>
                  </a:lnTo>
                  <a:lnTo>
                    <a:pt x="419" y="2219"/>
                  </a:lnTo>
                  <a:lnTo>
                    <a:pt x="315" y="2302"/>
                  </a:lnTo>
                  <a:lnTo>
                    <a:pt x="252" y="2449"/>
                  </a:lnTo>
                  <a:lnTo>
                    <a:pt x="168" y="2574"/>
                  </a:lnTo>
                  <a:lnTo>
                    <a:pt x="147" y="2574"/>
                  </a:lnTo>
                  <a:lnTo>
                    <a:pt x="168" y="2616"/>
                  </a:lnTo>
                  <a:lnTo>
                    <a:pt x="252" y="2679"/>
                  </a:lnTo>
                  <a:lnTo>
                    <a:pt x="273" y="2888"/>
                  </a:lnTo>
                  <a:lnTo>
                    <a:pt x="252" y="2993"/>
                  </a:lnTo>
                  <a:lnTo>
                    <a:pt x="315" y="2993"/>
                  </a:lnTo>
                  <a:lnTo>
                    <a:pt x="482" y="3077"/>
                  </a:lnTo>
                  <a:lnTo>
                    <a:pt x="629" y="3181"/>
                  </a:lnTo>
                  <a:lnTo>
                    <a:pt x="649" y="3181"/>
                  </a:lnTo>
                  <a:lnTo>
                    <a:pt x="733" y="3202"/>
                  </a:lnTo>
                  <a:lnTo>
                    <a:pt x="1884" y="2512"/>
                  </a:lnTo>
                  <a:lnTo>
                    <a:pt x="2888" y="1779"/>
                  </a:lnTo>
                  <a:lnTo>
                    <a:pt x="2951" y="1696"/>
                  </a:lnTo>
                  <a:lnTo>
                    <a:pt x="3035" y="1570"/>
                  </a:lnTo>
                  <a:lnTo>
                    <a:pt x="3056" y="1403"/>
                  </a:lnTo>
                  <a:lnTo>
                    <a:pt x="2993" y="1298"/>
                  </a:lnTo>
                  <a:lnTo>
                    <a:pt x="3098" y="1089"/>
                  </a:lnTo>
                  <a:lnTo>
                    <a:pt x="3098" y="901"/>
                  </a:lnTo>
                  <a:lnTo>
                    <a:pt x="2993" y="691"/>
                  </a:lnTo>
                  <a:lnTo>
                    <a:pt x="2993" y="524"/>
                  </a:lnTo>
                  <a:lnTo>
                    <a:pt x="3098" y="336"/>
                  </a:lnTo>
                  <a:lnTo>
                    <a:pt x="3349" y="273"/>
                  </a:lnTo>
                  <a:lnTo>
                    <a:pt x="3474" y="168"/>
                  </a:lnTo>
                  <a:lnTo>
                    <a:pt x="3516" y="168"/>
                  </a:lnTo>
                  <a:lnTo>
                    <a:pt x="3600" y="43"/>
                  </a:lnTo>
                  <a:lnTo>
                    <a:pt x="3579" y="22"/>
                  </a:lnTo>
                  <a:lnTo>
                    <a:pt x="351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37" name="Google Shape;1637;p60"/>
            <p:cNvSpPr/>
            <p:nvPr/>
          </p:nvSpPr>
          <p:spPr>
            <a:xfrm>
              <a:off x="3973565" y="2916668"/>
              <a:ext cx="10479" cy="29045"/>
            </a:xfrm>
            <a:custGeom>
              <a:avLst/>
              <a:gdLst/>
              <a:ahLst/>
              <a:cxnLst/>
              <a:rect l="l" t="t" r="r" b="b"/>
              <a:pathLst>
                <a:path w="880" h="2554" extrusionOk="0">
                  <a:moveTo>
                    <a:pt x="837" y="0"/>
                  </a:moveTo>
                  <a:lnTo>
                    <a:pt x="754" y="105"/>
                  </a:lnTo>
                  <a:lnTo>
                    <a:pt x="565" y="147"/>
                  </a:lnTo>
                  <a:lnTo>
                    <a:pt x="524" y="105"/>
                  </a:lnTo>
                  <a:lnTo>
                    <a:pt x="377" y="252"/>
                  </a:lnTo>
                  <a:lnTo>
                    <a:pt x="335" y="670"/>
                  </a:lnTo>
                  <a:lnTo>
                    <a:pt x="168" y="1005"/>
                  </a:lnTo>
                  <a:lnTo>
                    <a:pt x="1" y="1235"/>
                  </a:lnTo>
                  <a:lnTo>
                    <a:pt x="63" y="1256"/>
                  </a:lnTo>
                  <a:lnTo>
                    <a:pt x="168" y="1444"/>
                  </a:lnTo>
                  <a:lnTo>
                    <a:pt x="231" y="1653"/>
                  </a:lnTo>
                  <a:lnTo>
                    <a:pt x="377" y="1884"/>
                  </a:lnTo>
                  <a:lnTo>
                    <a:pt x="524" y="2197"/>
                  </a:lnTo>
                  <a:lnTo>
                    <a:pt x="461" y="2344"/>
                  </a:lnTo>
                  <a:lnTo>
                    <a:pt x="545" y="2553"/>
                  </a:lnTo>
                  <a:lnTo>
                    <a:pt x="628" y="2448"/>
                  </a:lnTo>
                  <a:lnTo>
                    <a:pt x="628" y="2407"/>
                  </a:lnTo>
                  <a:lnTo>
                    <a:pt x="628" y="2344"/>
                  </a:lnTo>
                  <a:lnTo>
                    <a:pt x="670" y="2281"/>
                  </a:lnTo>
                  <a:lnTo>
                    <a:pt x="670" y="2156"/>
                  </a:lnTo>
                  <a:lnTo>
                    <a:pt x="733" y="1988"/>
                  </a:lnTo>
                  <a:lnTo>
                    <a:pt x="691" y="1842"/>
                  </a:lnTo>
                  <a:lnTo>
                    <a:pt x="754" y="1821"/>
                  </a:lnTo>
                  <a:lnTo>
                    <a:pt x="754" y="1674"/>
                  </a:lnTo>
                  <a:lnTo>
                    <a:pt x="775" y="1549"/>
                  </a:lnTo>
                  <a:lnTo>
                    <a:pt x="775" y="1465"/>
                  </a:lnTo>
                  <a:lnTo>
                    <a:pt x="775" y="1214"/>
                  </a:lnTo>
                  <a:lnTo>
                    <a:pt x="754" y="1235"/>
                  </a:lnTo>
                  <a:lnTo>
                    <a:pt x="670" y="1235"/>
                  </a:lnTo>
                  <a:lnTo>
                    <a:pt x="565" y="1298"/>
                  </a:lnTo>
                  <a:lnTo>
                    <a:pt x="524" y="1235"/>
                  </a:lnTo>
                  <a:lnTo>
                    <a:pt x="545" y="1047"/>
                  </a:lnTo>
                  <a:lnTo>
                    <a:pt x="545" y="796"/>
                  </a:lnTo>
                  <a:lnTo>
                    <a:pt x="524" y="712"/>
                  </a:lnTo>
                  <a:lnTo>
                    <a:pt x="545" y="565"/>
                  </a:lnTo>
                  <a:lnTo>
                    <a:pt x="670" y="565"/>
                  </a:lnTo>
                  <a:lnTo>
                    <a:pt x="691" y="670"/>
                  </a:lnTo>
                  <a:lnTo>
                    <a:pt x="754" y="670"/>
                  </a:lnTo>
                  <a:lnTo>
                    <a:pt x="837" y="607"/>
                  </a:lnTo>
                  <a:lnTo>
                    <a:pt x="837" y="524"/>
                  </a:lnTo>
                  <a:lnTo>
                    <a:pt x="796" y="482"/>
                  </a:lnTo>
                  <a:lnTo>
                    <a:pt x="775" y="377"/>
                  </a:lnTo>
                  <a:lnTo>
                    <a:pt x="837" y="210"/>
                  </a:lnTo>
                  <a:lnTo>
                    <a:pt x="858" y="63"/>
                  </a:lnTo>
                  <a:lnTo>
                    <a:pt x="87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38" name="Google Shape;1638;p60"/>
            <p:cNvSpPr/>
            <p:nvPr/>
          </p:nvSpPr>
          <p:spPr>
            <a:xfrm>
              <a:off x="3982781" y="2916668"/>
              <a:ext cx="2751" cy="5959"/>
            </a:xfrm>
            <a:custGeom>
              <a:avLst/>
              <a:gdLst/>
              <a:ahLst/>
              <a:cxnLst/>
              <a:rect l="l" t="t" r="r" b="b"/>
              <a:pathLst>
                <a:path w="231" h="524" extrusionOk="0">
                  <a:moveTo>
                    <a:pt x="105" y="0"/>
                  </a:moveTo>
                  <a:lnTo>
                    <a:pt x="84" y="63"/>
                  </a:lnTo>
                  <a:lnTo>
                    <a:pt x="63" y="210"/>
                  </a:lnTo>
                  <a:lnTo>
                    <a:pt x="1" y="377"/>
                  </a:lnTo>
                  <a:lnTo>
                    <a:pt x="22" y="482"/>
                  </a:lnTo>
                  <a:lnTo>
                    <a:pt x="63" y="524"/>
                  </a:lnTo>
                  <a:lnTo>
                    <a:pt x="84" y="524"/>
                  </a:lnTo>
                  <a:lnTo>
                    <a:pt x="126" y="482"/>
                  </a:lnTo>
                  <a:lnTo>
                    <a:pt x="210" y="419"/>
                  </a:lnTo>
                  <a:lnTo>
                    <a:pt x="231" y="314"/>
                  </a:lnTo>
                  <a:lnTo>
                    <a:pt x="210" y="105"/>
                  </a:lnTo>
                  <a:lnTo>
                    <a:pt x="126" y="42"/>
                  </a:lnTo>
                  <a:lnTo>
                    <a:pt x="10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39" name="Google Shape;1639;p60"/>
            <p:cNvSpPr/>
            <p:nvPr/>
          </p:nvSpPr>
          <p:spPr>
            <a:xfrm>
              <a:off x="3979792" y="2923093"/>
              <a:ext cx="3751" cy="8336"/>
            </a:xfrm>
            <a:custGeom>
              <a:avLst/>
              <a:gdLst/>
              <a:ahLst/>
              <a:cxnLst/>
              <a:rect l="l" t="t" r="r" b="b"/>
              <a:pathLst>
                <a:path w="315" h="733" extrusionOk="0">
                  <a:moveTo>
                    <a:pt x="22" y="0"/>
                  </a:moveTo>
                  <a:lnTo>
                    <a:pt x="1" y="147"/>
                  </a:lnTo>
                  <a:lnTo>
                    <a:pt x="22" y="231"/>
                  </a:lnTo>
                  <a:lnTo>
                    <a:pt x="22" y="482"/>
                  </a:lnTo>
                  <a:lnTo>
                    <a:pt x="1" y="670"/>
                  </a:lnTo>
                  <a:lnTo>
                    <a:pt x="42" y="733"/>
                  </a:lnTo>
                  <a:lnTo>
                    <a:pt x="147" y="670"/>
                  </a:lnTo>
                  <a:lnTo>
                    <a:pt x="231" y="670"/>
                  </a:lnTo>
                  <a:lnTo>
                    <a:pt x="252" y="649"/>
                  </a:lnTo>
                  <a:lnTo>
                    <a:pt x="273" y="440"/>
                  </a:lnTo>
                  <a:lnTo>
                    <a:pt x="273" y="356"/>
                  </a:lnTo>
                  <a:lnTo>
                    <a:pt x="314" y="210"/>
                  </a:lnTo>
                  <a:lnTo>
                    <a:pt x="314" y="147"/>
                  </a:lnTo>
                  <a:lnTo>
                    <a:pt x="314" y="63"/>
                  </a:lnTo>
                  <a:lnTo>
                    <a:pt x="314" y="42"/>
                  </a:lnTo>
                  <a:lnTo>
                    <a:pt x="231" y="105"/>
                  </a:lnTo>
                  <a:lnTo>
                    <a:pt x="168" y="105"/>
                  </a:lnTo>
                  <a:lnTo>
                    <a:pt x="14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40" name="Google Shape;1640;p60"/>
            <p:cNvSpPr/>
            <p:nvPr/>
          </p:nvSpPr>
          <p:spPr>
            <a:xfrm>
              <a:off x="3979792" y="2907627"/>
              <a:ext cx="8978" cy="10713"/>
            </a:xfrm>
            <a:custGeom>
              <a:avLst/>
              <a:gdLst/>
              <a:ahLst/>
              <a:cxnLst/>
              <a:rect l="l" t="t" r="r" b="b"/>
              <a:pathLst>
                <a:path w="754" h="942" extrusionOk="0">
                  <a:moveTo>
                    <a:pt x="314" y="0"/>
                  </a:moveTo>
                  <a:lnTo>
                    <a:pt x="314" y="21"/>
                  </a:lnTo>
                  <a:lnTo>
                    <a:pt x="231" y="21"/>
                  </a:lnTo>
                  <a:lnTo>
                    <a:pt x="210" y="440"/>
                  </a:lnTo>
                  <a:lnTo>
                    <a:pt x="105" y="586"/>
                  </a:lnTo>
                  <a:lnTo>
                    <a:pt x="1" y="733"/>
                  </a:lnTo>
                  <a:lnTo>
                    <a:pt x="1" y="879"/>
                  </a:lnTo>
                  <a:lnTo>
                    <a:pt x="1" y="900"/>
                  </a:lnTo>
                  <a:lnTo>
                    <a:pt x="42" y="942"/>
                  </a:lnTo>
                  <a:lnTo>
                    <a:pt x="231" y="900"/>
                  </a:lnTo>
                  <a:lnTo>
                    <a:pt x="314" y="795"/>
                  </a:lnTo>
                  <a:lnTo>
                    <a:pt x="377" y="795"/>
                  </a:lnTo>
                  <a:lnTo>
                    <a:pt x="461" y="670"/>
                  </a:lnTo>
                  <a:lnTo>
                    <a:pt x="524" y="523"/>
                  </a:lnTo>
                  <a:lnTo>
                    <a:pt x="628" y="440"/>
                  </a:lnTo>
                  <a:lnTo>
                    <a:pt x="670" y="440"/>
                  </a:lnTo>
                  <a:lnTo>
                    <a:pt x="754" y="419"/>
                  </a:lnTo>
                  <a:lnTo>
                    <a:pt x="691" y="335"/>
                  </a:lnTo>
                  <a:lnTo>
                    <a:pt x="691" y="168"/>
                  </a:lnTo>
                  <a:lnTo>
                    <a:pt x="586" y="126"/>
                  </a:lnTo>
                  <a:lnTo>
                    <a:pt x="54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41" name="Google Shape;1641;p60"/>
            <p:cNvSpPr/>
            <p:nvPr/>
          </p:nvSpPr>
          <p:spPr>
            <a:xfrm>
              <a:off x="3980292" y="2915952"/>
              <a:ext cx="27661" cy="32616"/>
            </a:xfrm>
            <a:custGeom>
              <a:avLst/>
              <a:gdLst/>
              <a:ahLst/>
              <a:cxnLst/>
              <a:rect l="l" t="t" r="r" b="b"/>
              <a:pathLst>
                <a:path w="2323" h="2868" extrusionOk="0">
                  <a:moveTo>
                    <a:pt x="2051" y="1"/>
                  </a:moveTo>
                  <a:lnTo>
                    <a:pt x="900" y="691"/>
                  </a:lnTo>
                  <a:lnTo>
                    <a:pt x="816" y="670"/>
                  </a:lnTo>
                  <a:lnTo>
                    <a:pt x="796" y="670"/>
                  </a:lnTo>
                  <a:lnTo>
                    <a:pt x="649" y="566"/>
                  </a:lnTo>
                  <a:lnTo>
                    <a:pt x="482" y="482"/>
                  </a:lnTo>
                  <a:lnTo>
                    <a:pt x="419" y="482"/>
                  </a:lnTo>
                  <a:lnTo>
                    <a:pt x="335" y="545"/>
                  </a:lnTo>
                  <a:lnTo>
                    <a:pt x="293" y="587"/>
                  </a:lnTo>
                  <a:lnTo>
                    <a:pt x="272" y="587"/>
                  </a:lnTo>
                  <a:lnTo>
                    <a:pt x="272" y="670"/>
                  </a:lnTo>
                  <a:lnTo>
                    <a:pt x="272" y="691"/>
                  </a:lnTo>
                  <a:lnTo>
                    <a:pt x="272" y="775"/>
                  </a:lnTo>
                  <a:lnTo>
                    <a:pt x="272" y="838"/>
                  </a:lnTo>
                  <a:lnTo>
                    <a:pt x="231" y="984"/>
                  </a:lnTo>
                  <a:lnTo>
                    <a:pt x="231" y="1068"/>
                  </a:lnTo>
                  <a:lnTo>
                    <a:pt x="210" y="1528"/>
                  </a:lnTo>
                  <a:lnTo>
                    <a:pt x="210" y="1612"/>
                  </a:lnTo>
                  <a:lnTo>
                    <a:pt x="189" y="1737"/>
                  </a:lnTo>
                  <a:lnTo>
                    <a:pt x="189" y="1884"/>
                  </a:lnTo>
                  <a:lnTo>
                    <a:pt x="126" y="1905"/>
                  </a:lnTo>
                  <a:lnTo>
                    <a:pt x="168" y="2051"/>
                  </a:lnTo>
                  <a:lnTo>
                    <a:pt x="105" y="2219"/>
                  </a:lnTo>
                  <a:lnTo>
                    <a:pt x="105" y="2344"/>
                  </a:lnTo>
                  <a:lnTo>
                    <a:pt x="63" y="2407"/>
                  </a:lnTo>
                  <a:lnTo>
                    <a:pt x="63" y="2470"/>
                  </a:lnTo>
                  <a:lnTo>
                    <a:pt x="63" y="2553"/>
                  </a:lnTo>
                  <a:lnTo>
                    <a:pt x="0" y="2679"/>
                  </a:lnTo>
                  <a:lnTo>
                    <a:pt x="0" y="2721"/>
                  </a:lnTo>
                  <a:lnTo>
                    <a:pt x="189" y="2721"/>
                  </a:lnTo>
                  <a:lnTo>
                    <a:pt x="754" y="2867"/>
                  </a:lnTo>
                  <a:lnTo>
                    <a:pt x="1172" y="2449"/>
                  </a:lnTo>
                  <a:lnTo>
                    <a:pt x="1633" y="2407"/>
                  </a:lnTo>
                  <a:lnTo>
                    <a:pt x="1653" y="2219"/>
                  </a:lnTo>
                  <a:lnTo>
                    <a:pt x="1884" y="1926"/>
                  </a:lnTo>
                  <a:lnTo>
                    <a:pt x="1235" y="1214"/>
                  </a:lnTo>
                  <a:lnTo>
                    <a:pt x="2093" y="963"/>
                  </a:lnTo>
                  <a:lnTo>
                    <a:pt x="2302" y="754"/>
                  </a:lnTo>
                  <a:lnTo>
                    <a:pt x="2323" y="754"/>
                  </a:lnTo>
                  <a:lnTo>
                    <a:pt x="205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42" name="Google Shape;1642;p60"/>
            <p:cNvSpPr/>
            <p:nvPr/>
          </p:nvSpPr>
          <p:spPr>
            <a:xfrm>
              <a:off x="3979792" y="2924515"/>
              <a:ext cx="142521" cy="114714"/>
            </a:xfrm>
            <a:custGeom>
              <a:avLst/>
              <a:gdLst/>
              <a:ahLst/>
              <a:cxnLst/>
              <a:rect l="l" t="t" r="r" b="b"/>
              <a:pathLst>
                <a:path w="11969" h="10087" extrusionOk="0">
                  <a:moveTo>
                    <a:pt x="2344" y="1"/>
                  </a:moveTo>
                  <a:lnTo>
                    <a:pt x="2135" y="210"/>
                  </a:lnTo>
                  <a:lnTo>
                    <a:pt x="1277" y="461"/>
                  </a:lnTo>
                  <a:lnTo>
                    <a:pt x="1926" y="1173"/>
                  </a:lnTo>
                  <a:lnTo>
                    <a:pt x="1695" y="1466"/>
                  </a:lnTo>
                  <a:lnTo>
                    <a:pt x="1675" y="1654"/>
                  </a:lnTo>
                  <a:lnTo>
                    <a:pt x="1214" y="1696"/>
                  </a:lnTo>
                  <a:lnTo>
                    <a:pt x="796" y="2114"/>
                  </a:lnTo>
                  <a:lnTo>
                    <a:pt x="231" y="1968"/>
                  </a:lnTo>
                  <a:lnTo>
                    <a:pt x="42" y="1968"/>
                  </a:lnTo>
                  <a:lnTo>
                    <a:pt x="42" y="2177"/>
                  </a:lnTo>
                  <a:lnTo>
                    <a:pt x="42" y="2407"/>
                  </a:lnTo>
                  <a:lnTo>
                    <a:pt x="1" y="2595"/>
                  </a:lnTo>
                  <a:lnTo>
                    <a:pt x="1" y="2637"/>
                  </a:lnTo>
                  <a:lnTo>
                    <a:pt x="63" y="2616"/>
                  </a:lnTo>
                  <a:lnTo>
                    <a:pt x="105" y="2637"/>
                  </a:lnTo>
                  <a:lnTo>
                    <a:pt x="168" y="2595"/>
                  </a:lnTo>
                  <a:lnTo>
                    <a:pt x="314" y="2658"/>
                  </a:lnTo>
                  <a:lnTo>
                    <a:pt x="273" y="2700"/>
                  </a:lnTo>
                  <a:lnTo>
                    <a:pt x="524" y="2972"/>
                  </a:lnTo>
                  <a:lnTo>
                    <a:pt x="545" y="3119"/>
                  </a:lnTo>
                  <a:lnTo>
                    <a:pt x="628" y="3139"/>
                  </a:lnTo>
                  <a:lnTo>
                    <a:pt x="628" y="3244"/>
                  </a:lnTo>
                  <a:lnTo>
                    <a:pt x="754" y="3349"/>
                  </a:lnTo>
                  <a:lnTo>
                    <a:pt x="838" y="3370"/>
                  </a:lnTo>
                  <a:lnTo>
                    <a:pt x="984" y="3663"/>
                  </a:lnTo>
                  <a:lnTo>
                    <a:pt x="984" y="3746"/>
                  </a:lnTo>
                  <a:lnTo>
                    <a:pt x="1047" y="3851"/>
                  </a:lnTo>
                  <a:lnTo>
                    <a:pt x="1110" y="3851"/>
                  </a:lnTo>
                  <a:lnTo>
                    <a:pt x="1151" y="3997"/>
                  </a:lnTo>
                  <a:lnTo>
                    <a:pt x="1193" y="4081"/>
                  </a:lnTo>
                  <a:lnTo>
                    <a:pt x="1319" y="4123"/>
                  </a:lnTo>
                  <a:lnTo>
                    <a:pt x="1423" y="4416"/>
                  </a:lnTo>
                  <a:lnTo>
                    <a:pt x="1528" y="4479"/>
                  </a:lnTo>
                  <a:lnTo>
                    <a:pt x="1570" y="4625"/>
                  </a:lnTo>
                  <a:lnTo>
                    <a:pt x="1528" y="4709"/>
                  </a:lnTo>
                  <a:lnTo>
                    <a:pt x="1528" y="4792"/>
                  </a:lnTo>
                  <a:lnTo>
                    <a:pt x="1633" y="4897"/>
                  </a:lnTo>
                  <a:lnTo>
                    <a:pt x="1633" y="4960"/>
                  </a:lnTo>
                  <a:lnTo>
                    <a:pt x="1716" y="5023"/>
                  </a:lnTo>
                  <a:lnTo>
                    <a:pt x="1821" y="4939"/>
                  </a:lnTo>
                  <a:lnTo>
                    <a:pt x="1926" y="5043"/>
                  </a:lnTo>
                  <a:lnTo>
                    <a:pt x="2114" y="5127"/>
                  </a:lnTo>
                  <a:lnTo>
                    <a:pt x="2260" y="5274"/>
                  </a:lnTo>
                  <a:lnTo>
                    <a:pt x="2323" y="5378"/>
                  </a:lnTo>
                  <a:lnTo>
                    <a:pt x="2344" y="5420"/>
                  </a:lnTo>
                  <a:lnTo>
                    <a:pt x="2365" y="5546"/>
                  </a:lnTo>
                  <a:lnTo>
                    <a:pt x="2428" y="5588"/>
                  </a:lnTo>
                  <a:lnTo>
                    <a:pt x="2470" y="5797"/>
                  </a:lnTo>
                  <a:lnTo>
                    <a:pt x="2574" y="5880"/>
                  </a:lnTo>
                  <a:lnTo>
                    <a:pt x="2637" y="6090"/>
                  </a:lnTo>
                  <a:lnTo>
                    <a:pt x="2658" y="6173"/>
                  </a:lnTo>
                  <a:lnTo>
                    <a:pt x="2616" y="6362"/>
                  </a:lnTo>
                  <a:lnTo>
                    <a:pt x="2574" y="6383"/>
                  </a:lnTo>
                  <a:lnTo>
                    <a:pt x="2616" y="6487"/>
                  </a:lnTo>
                  <a:lnTo>
                    <a:pt x="2658" y="6696"/>
                  </a:lnTo>
                  <a:lnTo>
                    <a:pt x="2679" y="6906"/>
                  </a:lnTo>
                  <a:lnTo>
                    <a:pt x="2783" y="7010"/>
                  </a:lnTo>
                  <a:lnTo>
                    <a:pt x="2825" y="7094"/>
                  </a:lnTo>
                  <a:lnTo>
                    <a:pt x="3097" y="7408"/>
                  </a:lnTo>
                  <a:lnTo>
                    <a:pt x="3202" y="7429"/>
                  </a:lnTo>
                  <a:lnTo>
                    <a:pt x="3307" y="7450"/>
                  </a:lnTo>
                  <a:lnTo>
                    <a:pt x="3390" y="7554"/>
                  </a:lnTo>
                  <a:lnTo>
                    <a:pt x="3474" y="7554"/>
                  </a:lnTo>
                  <a:lnTo>
                    <a:pt x="3620" y="7680"/>
                  </a:lnTo>
                  <a:lnTo>
                    <a:pt x="3620" y="7784"/>
                  </a:lnTo>
                  <a:lnTo>
                    <a:pt x="3788" y="7826"/>
                  </a:lnTo>
                  <a:lnTo>
                    <a:pt x="3767" y="7889"/>
                  </a:lnTo>
                  <a:lnTo>
                    <a:pt x="3830" y="7931"/>
                  </a:lnTo>
                  <a:lnTo>
                    <a:pt x="3976" y="8412"/>
                  </a:lnTo>
                  <a:lnTo>
                    <a:pt x="4102" y="8496"/>
                  </a:lnTo>
                  <a:lnTo>
                    <a:pt x="4102" y="8663"/>
                  </a:lnTo>
                  <a:lnTo>
                    <a:pt x="4541" y="9082"/>
                  </a:lnTo>
                  <a:lnTo>
                    <a:pt x="4604" y="9082"/>
                  </a:lnTo>
                  <a:lnTo>
                    <a:pt x="4646" y="9333"/>
                  </a:lnTo>
                  <a:lnTo>
                    <a:pt x="4834" y="9396"/>
                  </a:lnTo>
                  <a:lnTo>
                    <a:pt x="4939" y="9668"/>
                  </a:lnTo>
                  <a:lnTo>
                    <a:pt x="5043" y="9709"/>
                  </a:lnTo>
                  <a:lnTo>
                    <a:pt x="5127" y="9730"/>
                  </a:lnTo>
                  <a:lnTo>
                    <a:pt x="5169" y="9626"/>
                  </a:lnTo>
                  <a:lnTo>
                    <a:pt x="5336" y="9521"/>
                  </a:lnTo>
                  <a:lnTo>
                    <a:pt x="5232" y="9312"/>
                  </a:lnTo>
                  <a:lnTo>
                    <a:pt x="5294" y="9040"/>
                  </a:lnTo>
                  <a:lnTo>
                    <a:pt x="5462" y="8977"/>
                  </a:lnTo>
                  <a:lnTo>
                    <a:pt x="5650" y="9124"/>
                  </a:lnTo>
                  <a:lnTo>
                    <a:pt x="5985" y="9124"/>
                  </a:lnTo>
                  <a:lnTo>
                    <a:pt x="6487" y="9333"/>
                  </a:lnTo>
                  <a:lnTo>
                    <a:pt x="7010" y="9563"/>
                  </a:lnTo>
                  <a:lnTo>
                    <a:pt x="7031" y="10086"/>
                  </a:lnTo>
                  <a:lnTo>
                    <a:pt x="8077" y="8684"/>
                  </a:lnTo>
                  <a:lnTo>
                    <a:pt x="10253" y="8036"/>
                  </a:lnTo>
                  <a:lnTo>
                    <a:pt x="11885" y="7554"/>
                  </a:lnTo>
                  <a:lnTo>
                    <a:pt x="11969" y="6299"/>
                  </a:lnTo>
                  <a:lnTo>
                    <a:pt x="11843" y="5839"/>
                  </a:lnTo>
                  <a:lnTo>
                    <a:pt x="11655" y="5985"/>
                  </a:lnTo>
                  <a:lnTo>
                    <a:pt x="9960" y="5755"/>
                  </a:lnTo>
                  <a:lnTo>
                    <a:pt x="9835" y="5274"/>
                  </a:lnTo>
                  <a:lnTo>
                    <a:pt x="9688" y="5127"/>
                  </a:lnTo>
                  <a:lnTo>
                    <a:pt x="9688" y="4939"/>
                  </a:lnTo>
                  <a:lnTo>
                    <a:pt x="9688" y="4918"/>
                  </a:lnTo>
                  <a:lnTo>
                    <a:pt x="9667" y="4939"/>
                  </a:lnTo>
                  <a:lnTo>
                    <a:pt x="9625" y="4855"/>
                  </a:lnTo>
                  <a:lnTo>
                    <a:pt x="9625" y="4792"/>
                  </a:lnTo>
                  <a:lnTo>
                    <a:pt x="9667" y="4730"/>
                  </a:lnTo>
                  <a:lnTo>
                    <a:pt x="9563" y="4730"/>
                  </a:lnTo>
                  <a:lnTo>
                    <a:pt x="9563" y="4709"/>
                  </a:lnTo>
                  <a:lnTo>
                    <a:pt x="9458" y="4709"/>
                  </a:lnTo>
                  <a:lnTo>
                    <a:pt x="9270" y="4604"/>
                  </a:lnTo>
                  <a:lnTo>
                    <a:pt x="9249" y="4541"/>
                  </a:lnTo>
                  <a:lnTo>
                    <a:pt x="9228" y="4583"/>
                  </a:lnTo>
                  <a:lnTo>
                    <a:pt x="9123" y="4437"/>
                  </a:lnTo>
                  <a:lnTo>
                    <a:pt x="9102" y="4290"/>
                  </a:lnTo>
                  <a:lnTo>
                    <a:pt x="8809" y="3914"/>
                  </a:lnTo>
                  <a:lnTo>
                    <a:pt x="8726" y="3788"/>
                  </a:lnTo>
                  <a:lnTo>
                    <a:pt x="8809" y="3788"/>
                  </a:lnTo>
                  <a:lnTo>
                    <a:pt x="8809" y="3746"/>
                  </a:lnTo>
                  <a:lnTo>
                    <a:pt x="8705" y="3453"/>
                  </a:lnTo>
                  <a:lnTo>
                    <a:pt x="8705" y="3391"/>
                  </a:lnTo>
                  <a:lnTo>
                    <a:pt x="8621" y="3265"/>
                  </a:lnTo>
                  <a:lnTo>
                    <a:pt x="8579" y="3265"/>
                  </a:lnTo>
                  <a:lnTo>
                    <a:pt x="8391" y="3014"/>
                  </a:lnTo>
                  <a:lnTo>
                    <a:pt x="8307" y="3014"/>
                  </a:lnTo>
                  <a:lnTo>
                    <a:pt x="8224" y="2909"/>
                  </a:lnTo>
                  <a:lnTo>
                    <a:pt x="8224" y="2867"/>
                  </a:lnTo>
                  <a:lnTo>
                    <a:pt x="8286" y="2867"/>
                  </a:lnTo>
                  <a:lnTo>
                    <a:pt x="8307" y="2909"/>
                  </a:lnTo>
                  <a:lnTo>
                    <a:pt x="8286" y="2826"/>
                  </a:lnTo>
                  <a:lnTo>
                    <a:pt x="8182" y="2805"/>
                  </a:lnTo>
                  <a:lnTo>
                    <a:pt x="7973" y="2763"/>
                  </a:lnTo>
                  <a:lnTo>
                    <a:pt x="7868" y="2449"/>
                  </a:lnTo>
                  <a:lnTo>
                    <a:pt x="7805" y="2323"/>
                  </a:lnTo>
                  <a:lnTo>
                    <a:pt x="7742" y="2303"/>
                  </a:lnTo>
                  <a:lnTo>
                    <a:pt x="7742" y="2198"/>
                  </a:lnTo>
                  <a:lnTo>
                    <a:pt x="7701" y="2219"/>
                  </a:lnTo>
                  <a:lnTo>
                    <a:pt x="7659" y="2177"/>
                  </a:lnTo>
                  <a:lnTo>
                    <a:pt x="7282" y="2323"/>
                  </a:lnTo>
                  <a:lnTo>
                    <a:pt x="7261" y="2114"/>
                  </a:lnTo>
                  <a:lnTo>
                    <a:pt x="6738" y="1968"/>
                  </a:lnTo>
                  <a:lnTo>
                    <a:pt x="6654" y="1968"/>
                  </a:lnTo>
                  <a:lnTo>
                    <a:pt x="5566" y="1926"/>
                  </a:lnTo>
                  <a:lnTo>
                    <a:pt x="2867" y="43"/>
                  </a:lnTo>
                  <a:lnTo>
                    <a:pt x="2344"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FF6B65"/>
                </a:solidFill>
              </a:endParaRPr>
            </a:p>
          </p:txBody>
        </p:sp>
        <p:sp>
          <p:nvSpPr>
            <p:cNvPr id="1643" name="Google Shape;1643;p60"/>
            <p:cNvSpPr/>
            <p:nvPr/>
          </p:nvSpPr>
          <p:spPr>
            <a:xfrm>
              <a:off x="4089663" y="2967116"/>
              <a:ext cx="5251" cy="10952"/>
            </a:xfrm>
            <a:custGeom>
              <a:avLst/>
              <a:gdLst/>
              <a:ahLst/>
              <a:cxnLst/>
              <a:rect l="l" t="t" r="r" b="b"/>
              <a:pathLst>
                <a:path w="441" h="963" extrusionOk="0">
                  <a:moveTo>
                    <a:pt x="147" y="0"/>
                  </a:moveTo>
                  <a:lnTo>
                    <a:pt x="147" y="42"/>
                  </a:lnTo>
                  <a:lnTo>
                    <a:pt x="106" y="42"/>
                  </a:lnTo>
                  <a:lnTo>
                    <a:pt x="106" y="105"/>
                  </a:lnTo>
                  <a:lnTo>
                    <a:pt x="43" y="126"/>
                  </a:lnTo>
                  <a:lnTo>
                    <a:pt x="85" y="209"/>
                  </a:lnTo>
                  <a:lnTo>
                    <a:pt x="43" y="209"/>
                  </a:lnTo>
                  <a:lnTo>
                    <a:pt x="85" y="377"/>
                  </a:lnTo>
                  <a:lnTo>
                    <a:pt x="43" y="356"/>
                  </a:lnTo>
                  <a:lnTo>
                    <a:pt x="1" y="356"/>
                  </a:lnTo>
                  <a:lnTo>
                    <a:pt x="1" y="544"/>
                  </a:lnTo>
                  <a:lnTo>
                    <a:pt x="22" y="628"/>
                  </a:lnTo>
                  <a:lnTo>
                    <a:pt x="43" y="670"/>
                  </a:lnTo>
                  <a:lnTo>
                    <a:pt x="43" y="795"/>
                  </a:lnTo>
                  <a:lnTo>
                    <a:pt x="22" y="795"/>
                  </a:lnTo>
                  <a:lnTo>
                    <a:pt x="43" y="858"/>
                  </a:lnTo>
                  <a:lnTo>
                    <a:pt x="231" y="963"/>
                  </a:lnTo>
                  <a:lnTo>
                    <a:pt x="336" y="963"/>
                  </a:lnTo>
                  <a:lnTo>
                    <a:pt x="398" y="942"/>
                  </a:lnTo>
                  <a:lnTo>
                    <a:pt x="440" y="670"/>
                  </a:lnTo>
                  <a:lnTo>
                    <a:pt x="398" y="544"/>
                  </a:lnTo>
                  <a:lnTo>
                    <a:pt x="336" y="544"/>
                  </a:lnTo>
                  <a:lnTo>
                    <a:pt x="315" y="356"/>
                  </a:lnTo>
                  <a:lnTo>
                    <a:pt x="336" y="356"/>
                  </a:lnTo>
                  <a:lnTo>
                    <a:pt x="398" y="168"/>
                  </a:lnTo>
                  <a:lnTo>
                    <a:pt x="357" y="126"/>
                  </a:lnTo>
                  <a:lnTo>
                    <a:pt x="315" y="126"/>
                  </a:lnTo>
                  <a:lnTo>
                    <a:pt x="315" y="63"/>
                  </a:lnTo>
                  <a:lnTo>
                    <a:pt x="21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44" name="Google Shape;1644;p60"/>
            <p:cNvSpPr/>
            <p:nvPr/>
          </p:nvSpPr>
          <p:spPr>
            <a:xfrm>
              <a:off x="4095152" y="2967833"/>
              <a:ext cx="32900" cy="24758"/>
            </a:xfrm>
            <a:custGeom>
              <a:avLst/>
              <a:gdLst/>
              <a:ahLst/>
              <a:cxnLst/>
              <a:rect l="l" t="t" r="r" b="b"/>
              <a:pathLst>
                <a:path w="2763" h="2177" extrusionOk="0">
                  <a:moveTo>
                    <a:pt x="2490" y="0"/>
                  </a:moveTo>
                  <a:lnTo>
                    <a:pt x="2490" y="84"/>
                  </a:lnTo>
                  <a:lnTo>
                    <a:pt x="2469" y="146"/>
                  </a:lnTo>
                  <a:lnTo>
                    <a:pt x="2093" y="356"/>
                  </a:lnTo>
                  <a:lnTo>
                    <a:pt x="2093" y="502"/>
                  </a:lnTo>
                  <a:lnTo>
                    <a:pt x="1779" y="795"/>
                  </a:lnTo>
                  <a:lnTo>
                    <a:pt x="1737" y="879"/>
                  </a:lnTo>
                  <a:lnTo>
                    <a:pt x="1779" y="900"/>
                  </a:lnTo>
                  <a:lnTo>
                    <a:pt x="1821" y="983"/>
                  </a:lnTo>
                  <a:lnTo>
                    <a:pt x="1653" y="1130"/>
                  </a:lnTo>
                  <a:lnTo>
                    <a:pt x="1611" y="1046"/>
                  </a:lnTo>
                  <a:lnTo>
                    <a:pt x="1549" y="1088"/>
                  </a:lnTo>
                  <a:lnTo>
                    <a:pt x="1465" y="1088"/>
                  </a:lnTo>
                  <a:lnTo>
                    <a:pt x="1507" y="1193"/>
                  </a:lnTo>
                  <a:lnTo>
                    <a:pt x="1444" y="1193"/>
                  </a:lnTo>
                  <a:lnTo>
                    <a:pt x="1423" y="1234"/>
                  </a:lnTo>
                  <a:lnTo>
                    <a:pt x="1256" y="1255"/>
                  </a:lnTo>
                  <a:lnTo>
                    <a:pt x="1130" y="1297"/>
                  </a:lnTo>
                  <a:lnTo>
                    <a:pt x="1088" y="1214"/>
                  </a:lnTo>
                  <a:lnTo>
                    <a:pt x="837" y="1214"/>
                  </a:lnTo>
                  <a:lnTo>
                    <a:pt x="628" y="1151"/>
                  </a:lnTo>
                  <a:lnTo>
                    <a:pt x="398" y="1339"/>
                  </a:lnTo>
                  <a:lnTo>
                    <a:pt x="314" y="1318"/>
                  </a:lnTo>
                  <a:lnTo>
                    <a:pt x="251" y="1318"/>
                  </a:lnTo>
                  <a:lnTo>
                    <a:pt x="147" y="1360"/>
                  </a:lnTo>
                  <a:lnTo>
                    <a:pt x="105" y="1109"/>
                  </a:lnTo>
                  <a:lnTo>
                    <a:pt x="63" y="1151"/>
                  </a:lnTo>
                  <a:lnTo>
                    <a:pt x="0" y="1130"/>
                  </a:lnTo>
                  <a:lnTo>
                    <a:pt x="0" y="1318"/>
                  </a:lnTo>
                  <a:lnTo>
                    <a:pt x="147" y="1465"/>
                  </a:lnTo>
                  <a:lnTo>
                    <a:pt x="272" y="1946"/>
                  </a:lnTo>
                  <a:lnTo>
                    <a:pt x="1967" y="2176"/>
                  </a:lnTo>
                  <a:lnTo>
                    <a:pt x="2155" y="2030"/>
                  </a:lnTo>
                  <a:lnTo>
                    <a:pt x="2658" y="502"/>
                  </a:lnTo>
                  <a:lnTo>
                    <a:pt x="2762" y="481"/>
                  </a:lnTo>
                  <a:lnTo>
                    <a:pt x="2762" y="314"/>
                  </a:lnTo>
                  <a:lnTo>
                    <a:pt x="2720" y="251"/>
                  </a:lnTo>
                  <a:lnTo>
                    <a:pt x="2678" y="272"/>
                  </a:lnTo>
                  <a:lnTo>
                    <a:pt x="2658" y="251"/>
                  </a:lnTo>
                  <a:lnTo>
                    <a:pt x="2595" y="209"/>
                  </a:lnTo>
                  <a:lnTo>
                    <a:pt x="2574" y="42"/>
                  </a:lnTo>
                  <a:lnTo>
                    <a:pt x="249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45" name="Google Shape;1645;p60"/>
            <p:cNvSpPr/>
            <p:nvPr/>
          </p:nvSpPr>
          <p:spPr>
            <a:xfrm>
              <a:off x="4101380" y="2973303"/>
              <a:ext cx="51583" cy="60684"/>
            </a:xfrm>
            <a:custGeom>
              <a:avLst/>
              <a:gdLst/>
              <a:ahLst/>
              <a:cxnLst/>
              <a:rect l="l" t="t" r="r" b="b"/>
              <a:pathLst>
                <a:path w="4332" h="5336" extrusionOk="0">
                  <a:moveTo>
                    <a:pt x="2239" y="0"/>
                  </a:moveTo>
                  <a:lnTo>
                    <a:pt x="2135" y="21"/>
                  </a:lnTo>
                  <a:lnTo>
                    <a:pt x="1632" y="1549"/>
                  </a:lnTo>
                  <a:lnTo>
                    <a:pt x="1758" y="2009"/>
                  </a:lnTo>
                  <a:lnTo>
                    <a:pt x="1674" y="3264"/>
                  </a:lnTo>
                  <a:lnTo>
                    <a:pt x="42" y="3746"/>
                  </a:lnTo>
                  <a:lnTo>
                    <a:pt x="0" y="4018"/>
                  </a:lnTo>
                  <a:lnTo>
                    <a:pt x="523" y="4708"/>
                  </a:lnTo>
                  <a:lnTo>
                    <a:pt x="461" y="4938"/>
                  </a:lnTo>
                  <a:lnTo>
                    <a:pt x="795" y="5336"/>
                  </a:lnTo>
                  <a:lnTo>
                    <a:pt x="879" y="5315"/>
                  </a:lnTo>
                  <a:lnTo>
                    <a:pt x="900" y="5336"/>
                  </a:lnTo>
                  <a:lnTo>
                    <a:pt x="1005" y="5336"/>
                  </a:lnTo>
                  <a:lnTo>
                    <a:pt x="1088" y="5231"/>
                  </a:lnTo>
                  <a:lnTo>
                    <a:pt x="1214" y="5231"/>
                  </a:lnTo>
                  <a:lnTo>
                    <a:pt x="1423" y="5127"/>
                  </a:lnTo>
                  <a:lnTo>
                    <a:pt x="1528" y="5127"/>
                  </a:lnTo>
                  <a:lnTo>
                    <a:pt x="1632" y="5106"/>
                  </a:lnTo>
                  <a:lnTo>
                    <a:pt x="1716" y="5147"/>
                  </a:lnTo>
                  <a:lnTo>
                    <a:pt x="1779" y="5147"/>
                  </a:lnTo>
                  <a:lnTo>
                    <a:pt x="1925" y="4938"/>
                  </a:lnTo>
                  <a:lnTo>
                    <a:pt x="1925" y="4917"/>
                  </a:lnTo>
                  <a:lnTo>
                    <a:pt x="1946" y="4917"/>
                  </a:lnTo>
                  <a:lnTo>
                    <a:pt x="1946" y="4834"/>
                  </a:lnTo>
                  <a:lnTo>
                    <a:pt x="1883" y="4813"/>
                  </a:lnTo>
                  <a:lnTo>
                    <a:pt x="1925" y="4750"/>
                  </a:lnTo>
                  <a:lnTo>
                    <a:pt x="1883" y="4687"/>
                  </a:lnTo>
                  <a:lnTo>
                    <a:pt x="1967" y="4603"/>
                  </a:lnTo>
                  <a:lnTo>
                    <a:pt x="2030" y="4541"/>
                  </a:lnTo>
                  <a:lnTo>
                    <a:pt x="2239" y="4541"/>
                  </a:lnTo>
                  <a:lnTo>
                    <a:pt x="2365" y="4520"/>
                  </a:lnTo>
                  <a:lnTo>
                    <a:pt x="2448" y="4583"/>
                  </a:lnTo>
                  <a:lnTo>
                    <a:pt x="2553" y="4436"/>
                  </a:lnTo>
                  <a:lnTo>
                    <a:pt x="2595" y="4415"/>
                  </a:lnTo>
                  <a:lnTo>
                    <a:pt x="2595" y="4227"/>
                  </a:lnTo>
                  <a:lnTo>
                    <a:pt x="2804" y="3976"/>
                  </a:lnTo>
                  <a:lnTo>
                    <a:pt x="2930" y="3955"/>
                  </a:lnTo>
                  <a:lnTo>
                    <a:pt x="3013" y="3976"/>
                  </a:lnTo>
                  <a:lnTo>
                    <a:pt x="3076" y="3913"/>
                  </a:lnTo>
                  <a:lnTo>
                    <a:pt x="3348" y="3913"/>
                  </a:lnTo>
                  <a:lnTo>
                    <a:pt x="3390" y="3850"/>
                  </a:lnTo>
                  <a:lnTo>
                    <a:pt x="3327" y="3808"/>
                  </a:lnTo>
                  <a:lnTo>
                    <a:pt x="3285" y="3599"/>
                  </a:lnTo>
                  <a:lnTo>
                    <a:pt x="3306" y="3599"/>
                  </a:lnTo>
                  <a:lnTo>
                    <a:pt x="3244" y="3494"/>
                  </a:lnTo>
                  <a:lnTo>
                    <a:pt x="3223" y="3474"/>
                  </a:lnTo>
                  <a:lnTo>
                    <a:pt x="3244" y="3390"/>
                  </a:lnTo>
                  <a:lnTo>
                    <a:pt x="3244" y="3285"/>
                  </a:lnTo>
                  <a:lnTo>
                    <a:pt x="3348" y="3118"/>
                  </a:lnTo>
                  <a:lnTo>
                    <a:pt x="3432" y="3076"/>
                  </a:lnTo>
                  <a:lnTo>
                    <a:pt x="3390" y="3013"/>
                  </a:lnTo>
                  <a:lnTo>
                    <a:pt x="3411" y="3013"/>
                  </a:lnTo>
                  <a:lnTo>
                    <a:pt x="3495" y="2867"/>
                  </a:lnTo>
                  <a:lnTo>
                    <a:pt x="3536" y="2846"/>
                  </a:lnTo>
                  <a:lnTo>
                    <a:pt x="3599" y="2846"/>
                  </a:lnTo>
                  <a:lnTo>
                    <a:pt x="3557" y="2909"/>
                  </a:lnTo>
                  <a:lnTo>
                    <a:pt x="3536" y="2971"/>
                  </a:lnTo>
                  <a:lnTo>
                    <a:pt x="3620" y="3013"/>
                  </a:lnTo>
                  <a:lnTo>
                    <a:pt x="3662" y="3013"/>
                  </a:lnTo>
                  <a:lnTo>
                    <a:pt x="3746" y="2804"/>
                  </a:lnTo>
                  <a:lnTo>
                    <a:pt x="3808" y="2741"/>
                  </a:lnTo>
                  <a:lnTo>
                    <a:pt x="3871" y="2616"/>
                  </a:lnTo>
                  <a:lnTo>
                    <a:pt x="4018" y="2490"/>
                  </a:lnTo>
                  <a:lnTo>
                    <a:pt x="4227" y="2134"/>
                  </a:lnTo>
                  <a:lnTo>
                    <a:pt x="4248" y="2072"/>
                  </a:lnTo>
                  <a:lnTo>
                    <a:pt x="4248" y="1988"/>
                  </a:lnTo>
                  <a:lnTo>
                    <a:pt x="4290" y="1862"/>
                  </a:lnTo>
                  <a:lnTo>
                    <a:pt x="4332" y="1758"/>
                  </a:lnTo>
                  <a:lnTo>
                    <a:pt x="4269" y="1695"/>
                  </a:lnTo>
                  <a:lnTo>
                    <a:pt x="4164" y="1674"/>
                  </a:lnTo>
                  <a:lnTo>
                    <a:pt x="3955" y="1507"/>
                  </a:lnTo>
                  <a:lnTo>
                    <a:pt x="3913" y="1402"/>
                  </a:lnTo>
                  <a:lnTo>
                    <a:pt x="3808" y="1298"/>
                  </a:lnTo>
                  <a:lnTo>
                    <a:pt x="3767" y="1151"/>
                  </a:lnTo>
                  <a:lnTo>
                    <a:pt x="3599" y="942"/>
                  </a:lnTo>
                  <a:lnTo>
                    <a:pt x="3516" y="942"/>
                  </a:lnTo>
                  <a:lnTo>
                    <a:pt x="3390" y="963"/>
                  </a:lnTo>
                  <a:lnTo>
                    <a:pt x="3118" y="921"/>
                  </a:lnTo>
                  <a:lnTo>
                    <a:pt x="3013" y="942"/>
                  </a:lnTo>
                  <a:lnTo>
                    <a:pt x="2930" y="963"/>
                  </a:lnTo>
                  <a:lnTo>
                    <a:pt x="2804" y="921"/>
                  </a:lnTo>
                  <a:lnTo>
                    <a:pt x="2469" y="649"/>
                  </a:lnTo>
                  <a:lnTo>
                    <a:pt x="2469" y="565"/>
                  </a:lnTo>
                  <a:lnTo>
                    <a:pt x="2260" y="335"/>
                  </a:lnTo>
                  <a:lnTo>
                    <a:pt x="223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46" name="Google Shape;1646;p60"/>
            <p:cNvSpPr/>
            <p:nvPr/>
          </p:nvSpPr>
          <p:spPr>
            <a:xfrm>
              <a:off x="4124802" y="2964728"/>
              <a:ext cx="2751" cy="5971"/>
            </a:xfrm>
            <a:custGeom>
              <a:avLst/>
              <a:gdLst/>
              <a:ahLst/>
              <a:cxnLst/>
              <a:rect l="l" t="t" r="r" b="b"/>
              <a:pathLst>
                <a:path w="231" h="525" extrusionOk="0">
                  <a:moveTo>
                    <a:pt x="209" y="1"/>
                  </a:moveTo>
                  <a:lnTo>
                    <a:pt x="168" y="22"/>
                  </a:lnTo>
                  <a:lnTo>
                    <a:pt x="105" y="22"/>
                  </a:lnTo>
                  <a:lnTo>
                    <a:pt x="84" y="168"/>
                  </a:lnTo>
                  <a:lnTo>
                    <a:pt x="63" y="210"/>
                  </a:lnTo>
                  <a:lnTo>
                    <a:pt x="21" y="168"/>
                  </a:lnTo>
                  <a:lnTo>
                    <a:pt x="0" y="231"/>
                  </a:lnTo>
                  <a:lnTo>
                    <a:pt x="0" y="273"/>
                  </a:lnTo>
                  <a:lnTo>
                    <a:pt x="84" y="315"/>
                  </a:lnTo>
                  <a:lnTo>
                    <a:pt x="105" y="482"/>
                  </a:lnTo>
                  <a:lnTo>
                    <a:pt x="168" y="524"/>
                  </a:lnTo>
                  <a:lnTo>
                    <a:pt x="168" y="440"/>
                  </a:lnTo>
                  <a:lnTo>
                    <a:pt x="209" y="336"/>
                  </a:lnTo>
                  <a:lnTo>
                    <a:pt x="209" y="168"/>
                  </a:lnTo>
                  <a:lnTo>
                    <a:pt x="188" y="168"/>
                  </a:lnTo>
                  <a:lnTo>
                    <a:pt x="209" y="106"/>
                  </a:lnTo>
                  <a:lnTo>
                    <a:pt x="188" y="64"/>
                  </a:lnTo>
                  <a:lnTo>
                    <a:pt x="209" y="43"/>
                  </a:lnTo>
                  <a:lnTo>
                    <a:pt x="230" y="43"/>
                  </a:lnTo>
                  <a:lnTo>
                    <a:pt x="20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47" name="Google Shape;1647;p60"/>
            <p:cNvSpPr/>
            <p:nvPr/>
          </p:nvSpPr>
          <p:spPr>
            <a:xfrm>
              <a:off x="4037591" y="3015893"/>
              <a:ext cx="73267" cy="45456"/>
            </a:xfrm>
            <a:custGeom>
              <a:avLst/>
              <a:gdLst/>
              <a:ahLst/>
              <a:cxnLst/>
              <a:rect l="l" t="t" r="r" b="b"/>
              <a:pathLst>
                <a:path w="6153" h="3997" extrusionOk="0">
                  <a:moveTo>
                    <a:pt x="5399" y="1"/>
                  </a:moveTo>
                  <a:lnTo>
                    <a:pt x="3223" y="649"/>
                  </a:lnTo>
                  <a:lnTo>
                    <a:pt x="2177" y="2051"/>
                  </a:lnTo>
                  <a:lnTo>
                    <a:pt x="2156" y="1528"/>
                  </a:lnTo>
                  <a:lnTo>
                    <a:pt x="1633" y="1298"/>
                  </a:lnTo>
                  <a:lnTo>
                    <a:pt x="1131" y="1089"/>
                  </a:lnTo>
                  <a:lnTo>
                    <a:pt x="796" y="1089"/>
                  </a:lnTo>
                  <a:lnTo>
                    <a:pt x="608" y="942"/>
                  </a:lnTo>
                  <a:lnTo>
                    <a:pt x="440" y="1005"/>
                  </a:lnTo>
                  <a:lnTo>
                    <a:pt x="378" y="1277"/>
                  </a:lnTo>
                  <a:lnTo>
                    <a:pt x="482" y="1486"/>
                  </a:lnTo>
                  <a:lnTo>
                    <a:pt x="315" y="1591"/>
                  </a:lnTo>
                  <a:lnTo>
                    <a:pt x="273" y="1695"/>
                  </a:lnTo>
                  <a:lnTo>
                    <a:pt x="189" y="1674"/>
                  </a:lnTo>
                  <a:lnTo>
                    <a:pt x="85" y="1633"/>
                  </a:lnTo>
                  <a:lnTo>
                    <a:pt x="106" y="1737"/>
                  </a:lnTo>
                  <a:lnTo>
                    <a:pt x="168" y="2030"/>
                  </a:lnTo>
                  <a:lnTo>
                    <a:pt x="168" y="2218"/>
                  </a:lnTo>
                  <a:lnTo>
                    <a:pt x="85" y="2218"/>
                  </a:lnTo>
                  <a:lnTo>
                    <a:pt x="85" y="2260"/>
                  </a:lnTo>
                  <a:lnTo>
                    <a:pt x="1" y="2239"/>
                  </a:lnTo>
                  <a:lnTo>
                    <a:pt x="1" y="2239"/>
                  </a:lnTo>
                  <a:lnTo>
                    <a:pt x="22" y="2344"/>
                  </a:lnTo>
                  <a:lnTo>
                    <a:pt x="106" y="2344"/>
                  </a:lnTo>
                  <a:lnTo>
                    <a:pt x="106" y="2428"/>
                  </a:lnTo>
                  <a:lnTo>
                    <a:pt x="231" y="2616"/>
                  </a:lnTo>
                  <a:lnTo>
                    <a:pt x="315" y="3139"/>
                  </a:lnTo>
                  <a:lnTo>
                    <a:pt x="482" y="3265"/>
                  </a:lnTo>
                  <a:lnTo>
                    <a:pt x="482" y="3453"/>
                  </a:lnTo>
                  <a:lnTo>
                    <a:pt x="419" y="3474"/>
                  </a:lnTo>
                  <a:lnTo>
                    <a:pt x="482" y="3620"/>
                  </a:lnTo>
                  <a:lnTo>
                    <a:pt x="608" y="3767"/>
                  </a:lnTo>
                  <a:lnTo>
                    <a:pt x="608" y="3913"/>
                  </a:lnTo>
                  <a:lnTo>
                    <a:pt x="650" y="3997"/>
                  </a:lnTo>
                  <a:lnTo>
                    <a:pt x="796" y="3997"/>
                  </a:lnTo>
                  <a:lnTo>
                    <a:pt x="817" y="3934"/>
                  </a:lnTo>
                  <a:lnTo>
                    <a:pt x="963" y="3997"/>
                  </a:lnTo>
                  <a:lnTo>
                    <a:pt x="1068" y="3976"/>
                  </a:lnTo>
                  <a:lnTo>
                    <a:pt x="1173" y="3871"/>
                  </a:lnTo>
                  <a:lnTo>
                    <a:pt x="1319" y="3871"/>
                  </a:lnTo>
                  <a:lnTo>
                    <a:pt x="1361" y="3934"/>
                  </a:lnTo>
                  <a:lnTo>
                    <a:pt x="1466" y="3892"/>
                  </a:lnTo>
                  <a:lnTo>
                    <a:pt x="1570" y="3725"/>
                  </a:lnTo>
                  <a:lnTo>
                    <a:pt x="1633" y="3725"/>
                  </a:lnTo>
                  <a:lnTo>
                    <a:pt x="1696" y="3579"/>
                  </a:lnTo>
                  <a:lnTo>
                    <a:pt x="1842" y="3495"/>
                  </a:lnTo>
                  <a:lnTo>
                    <a:pt x="1905" y="3474"/>
                  </a:lnTo>
                  <a:lnTo>
                    <a:pt x="2010" y="3474"/>
                  </a:lnTo>
                  <a:lnTo>
                    <a:pt x="2051" y="3495"/>
                  </a:lnTo>
                  <a:lnTo>
                    <a:pt x="2198" y="3495"/>
                  </a:lnTo>
                  <a:lnTo>
                    <a:pt x="2219" y="3558"/>
                  </a:lnTo>
                  <a:lnTo>
                    <a:pt x="2365" y="3579"/>
                  </a:lnTo>
                  <a:lnTo>
                    <a:pt x="2616" y="3474"/>
                  </a:lnTo>
                  <a:lnTo>
                    <a:pt x="2826" y="3453"/>
                  </a:lnTo>
                  <a:lnTo>
                    <a:pt x="2909" y="3369"/>
                  </a:lnTo>
                  <a:lnTo>
                    <a:pt x="2930" y="3307"/>
                  </a:lnTo>
                  <a:lnTo>
                    <a:pt x="3119" y="3160"/>
                  </a:lnTo>
                  <a:lnTo>
                    <a:pt x="3223" y="3160"/>
                  </a:lnTo>
                  <a:lnTo>
                    <a:pt x="3307" y="3202"/>
                  </a:lnTo>
                  <a:lnTo>
                    <a:pt x="3370" y="3181"/>
                  </a:lnTo>
                  <a:lnTo>
                    <a:pt x="3432" y="3139"/>
                  </a:lnTo>
                  <a:lnTo>
                    <a:pt x="3453" y="3181"/>
                  </a:lnTo>
                  <a:lnTo>
                    <a:pt x="3537" y="3181"/>
                  </a:lnTo>
                  <a:lnTo>
                    <a:pt x="3725" y="3034"/>
                  </a:lnTo>
                  <a:lnTo>
                    <a:pt x="3830" y="2846"/>
                  </a:lnTo>
                  <a:lnTo>
                    <a:pt x="3935" y="2783"/>
                  </a:lnTo>
                  <a:lnTo>
                    <a:pt x="3997" y="2783"/>
                  </a:lnTo>
                  <a:lnTo>
                    <a:pt x="4625" y="2616"/>
                  </a:lnTo>
                  <a:lnTo>
                    <a:pt x="4688" y="2532"/>
                  </a:lnTo>
                  <a:lnTo>
                    <a:pt x="5043" y="2470"/>
                  </a:lnTo>
                  <a:lnTo>
                    <a:pt x="5253" y="2365"/>
                  </a:lnTo>
                  <a:lnTo>
                    <a:pt x="5399" y="2260"/>
                  </a:lnTo>
                  <a:lnTo>
                    <a:pt x="5629" y="2218"/>
                  </a:lnTo>
                  <a:lnTo>
                    <a:pt x="5608" y="2135"/>
                  </a:lnTo>
                  <a:lnTo>
                    <a:pt x="5629" y="2114"/>
                  </a:lnTo>
                  <a:lnTo>
                    <a:pt x="5567" y="2051"/>
                  </a:lnTo>
                  <a:lnTo>
                    <a:pt x="5608" y="1905"/>
                  </a:lnTo>
                  <a:lnTo>
                    <a:pt x="5776" y="1674"/>
                  </a:lnTo>
                  <a:lnTo>
                    <a:pt x="6027" y="1612"/>
                  </a:lnTo>
                  <a:lnTo>
                    <a:pt x="6152" y="1591"/>
                  </a:lnTo>
                  <a:lnTo>
                    <a:pt x="5818" y="1193"/>
                  </a:lnTo>
                  <a:lnTo>
                    <a:pt x="5880" y="963"/>
                  </a:lnTo>
                  <a:lnTo>
                    <a:pt x="5357" y="273"/>
                  </a:lnTo>
                  <a:lnTo>
                    <a:pt x="539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48" name="Google Shape;1648;p60"/>
            <p:cNvSpPr/>
            <p:nvPr/>
          </p:nvSpPr>
          <p:spPr>
            <a:xfrm>
              <a:off x="3911526" y="2929280"/>
              <a:ext cx="85972" cy="69020"/>
            </a:xfrm>
            <a:custGeom>
              <a:avLst/>
              <a:gdLst/>
              <a:ahLst/>
              <a:cxnLst/>
              <a:rect l="l" t="t" r="r" b="b"/>
              <a:pathLst>
                <a:path w="7220" h="6069" extrusionOk="0">
                  <a:moveTo>
                    <a:pt x="503" y="0"/>
                  </a:moveTo>
                  <a:lnTo>
                    <a:pt x="210" y="21"/>
                  </a:lnTo>
                  <a:lnTo>
                    <a:pt x="147" y="21"/>
                  </a:lnTo>
                  <a:lnTo>
                    <a:pt x="126" y="126"/>
                  </a:lnTo>
                  <a:lnTo>
                    <a:pt x="84" y="356"/>
                  </a:lnTo>
                  <a:lnTo>
                    <a:pt x="126" y="523"/>
                  </a:lnTo>
                  <a:lnTo>
                    <a:pt x="126" y="649"/>
                  </a:lnTo>
                  <a:lnTo>
                    <a:pt x="42" y="858"/>
                  </a:lnTo>
                  <a:lnTo>
                    <a:pt x="1" y="1047"/>
                  </a:lnTo>
                  <a:lnTo>
                    <a:pt x="42" y="1193"/>
                  </a:lnTo>
                  <a:lnTo>
                    <a:pt x="126" y="1486"/>
                  </a:lnTo>
                  <a:lnTo>
                    <a:pt x="314" y="6068"/>
                  </a:lnTo>
                  <a:lnTo>
                    <a:pt x="7219" y="6005"/>
                  </a:lnTo>
                  <a:lnTo>
                    <a:pt x="7219" y="5985"/>
                  </a:lnTo>
                  <a:lnTo>
                    <a:pt x="7115" y="5964"/>
                  </a:lnTo>
                  <a:lnTo>
                    <a:pt x="6989" y="5796"/>
                  </a:lnTo>
                  <a:lnTo>
                    <a:pt x="6947" y="5754"/>
                  </a:lnTo>
                  <a:lnTo>
                    <a:pt x="6822" y="5692"/>
                  </a:lnTo>
                  <a:lnTo>
                    <a:pt x="6738" y="5566"/>
                  </a:lnTo>
                  <a:lnTo>
                    <a:pt x="6675" y="5587"/>
                  </a:lnTo>
                  <a:lnTo>
                    <a:pt x="6571" y="5587"/>
                  </a:lnTo>
                  <a:lnTo>
                    <a:pt x="6403" y="5461"/>
                  </a:lnTo>
                  <a:lnTo>
                    <a:pt x="6299" y="5169"/>
                  </a:lnTo>
                  <a:lnTo>
                    <a:pt x="6319" y="5106"/>
                  </a:lnTo>
                  <a:lnTo>
                    <a:pt x="6319" y="4938"/>
                  </a:lnTo>
                  <a:lnTo>
                    <a:pt x="6278" y="4855"/>
                  </a:lnTo>
                  <a:lnTo>
                    <a:pt x="6299" y="4813"/>
                  </a:lnTo>
                  <a:lnTo>
                    <a:pt x="6319" y="4855"/>
                  </a:lnTo>
                  <a:lnTo>
                    <a:pt x="6508" y="4855"/>
                  </a:lnTo>
                  <a:lnTo>
                    <a:pt x="6424" y="4792"/>
                  </a:lnTo>
                  <a:lnTo>
                    <a:pt x="6382" y="4792"/>
                  </a:lnTo>
                  <a:lnTo>
                    <a:pt x="6299" y="4624"/>
                  </a:lnTo>
                  <a:lnTo>
                    <a:pt x="6257" y="4604"/>
                  </a:lnTo>
                  <a:lnTo>
                    <a:pt x="6257" y="4645"/>
                  </a:lnTo>
                  <a:lnTo>
                    <a:pt x="6173" y="4583"/>
                  </a:lnTo>
                  <a:lnTo>
                    <a:pt x="6110" y="4415"/>
                  </a:lnTo>
                  <a:lnTo>
                    <a:pt x="5901" y="4080"/>
                  </a:lnTo>
                  <a:lnTo>
                    <a:pt x="5796" y="4018"/>
                  </a:lnTo>
                  <a:lnTo>
                    <a:pt x="5775" y="3871"/>
                  </a:lnTo>
                  <a:lnTo>
                    <a:pt x="5420" y="3327"/>
                  </a:lnTo>
                  <a:lnTo>
                    <a:pt x="5420" y="3223"/>
                  </a:lnTo>
                  <a:lnTo>
                    <a:pt x="5357" y="3118"/>
                  </a:lnTo>
                  <a:lnTo>
                    <a:pt x="5336" y="2867"/>
                  </a:lnTo>
                  <a:lnTo>
                    <a:pt x="5273" y="2825"/>
                  </a:lnTo>
                  <a:lnTo>
                    <a:pt x="5273" y="2741"/>
                  </a:lnTo>
                  <a:lnTo>
                    <a:pt x="5064" y="2532"/>
                  </a:lnTo>
                  <a:lnTo>
                    <a:pt x="5064" y="2448"/>
                  </a:lnTo>
                  <a:lnTo>
                    <a:pt x="5106" y="2344"/>
                  </a:lnTo>
                  <a:lnTo>
                    <a:pt x="5043" y="2281"/>
                  </a:lnTo>
                  <a:lnTo>
                    <a:pt x="4708" y="1988"/>
                  </a:lnTo>
                  <a:lnTo>
                    <a:pt x="4687" y="1884"/>
                  </a:lnTo>
                  <a:lnTo>
                    <a:pt x="4478" y="1653"/>
                  </a:lnTo>
                  <a:lnTo>
                    <a:pt x="4478" y="1507"/>
                  </a:lnTo>
                  <a:lnTo>
                    <a:pt x="4332" y="1360"/>
                  </a:lnTo>
                  <a:lnTo>
                    <a:pt x="4374" y="1277"/>
                  </a:lnTo>
                  <a:lnTo>
                    <a:pt x="4374" y="1193"/>
                  </a:lnTo>
                  <a:lnTo>
                    <a:pt x="4395" y="1151"/>
                  </a:lnTo>
                  <a:lnTo>
                    <a:pt x="4395" y="1193"/>
                  </a:lnTo>
                  <a:lnTo>
                    <a:pt x="4478" y="1193"/>
                  </a:lnTo>
                  <a:lnTo>
                    <a:pt x="4499" y="1339"/>
                  </a:lnTo>
                  <a:lnTo>
                    <a:pt x="4541" y="1402"/>
                  </a:lnTo>
                  <a:lnTo>
                    <a:pt x="4583" y="1465"/>
                  </a:lnTo>
                  <a:lnTo>
                    <a:pt x="4792" y="1674"/>
                  </a:lnTo>
                  <a:lnTo>
                    <a:pt x="4792" y="1779"/>
                  </a:lnTo>
                  <a:lnTo>
                    <a:pt x="4834" y="1884"/>
                  </a:lnTo>
                  <a:lnTo>
                    <a:pt x="5001" y="1967"/>
                  </a:lnTo>
                  <a:lnTo>
                    <a:pt x="5022" y="2072"/>
                  </a:lnTo>
                  <a:lnTo>
                    <a:pt x="5315" y="2344"/>
                  </a:lnTo>
                  <a:lnTo>
                    <a:pt x="5462" y="2428"/>
                  </a:lnTo>
                  <a:lnTo>
                    <a:pt x="5462" y="2490"/>
                  </a:lnTo>
                  <a:lnTo>
                    <a:pt x="5483" y="2407"/>
                  </a:lnTo>
                  <a:lnTo>
                    <a:pt x="5566" y="2323"/>
                  </a:lnTo>
                  <a:lnTo>
                    <a:pt x="5629" y="2114"/>
                  </a:lnTo>
                  <a:lnTo>
                    <a:pt x="5566" y="2072"/>
                  </a:lnTo>
                  <a:lnTo>
                    <a:pt x="5650" y="1904"/>
                  </a:lnTo>
                  <a:lnTo>
                    <a:pt x="5650" y="1779"/>
                  </a:lnTo>
                  <a:lnTo>
                    <a:pt x="5734" y="1465"/>
                  </a:lnTo>
                  <a:lnTo>
                    <a:pt x="5755" y="1444"/>
                  </a:lnTo>
                  <a:lnTo>
                    <a:pt x="5671" y="1235"/>
                  </a:lnTo>
                  <a:lnTo>
                    <a:pt x="5734" y="1088"/>
                  </a:lnTo>
                  <a:lnTo>
                    <a:pt x="5587" y="775"/>
                  </a:lnTo>
                  <a:lnTo>
                    <a:pt x="5441" y="544"/>
                  </a:lnTo>
                  <a:lnTo>
                    <a:pt x="5378" y="335"/>
                  </a:lnTo>
                  <a:lnTo>
                    <a:pt x="5273" y="147"/>
                  </a:lnTo>
                  <a:lnTo>
                    <a:pt x="5211" y="126"/>
                  </a:lnTo>
                  <a:lnTo>
                    <a:pt x="5127" y="231"/>
                  </a:lnTo>
                  <a:lnTo>
                    <a:pt x="4959" y="293"/>
                  </a:lnTo>
                  <a:lnTo>
                    <a:pt x="4604" y="231"/>
                  </a:lnTo>
                  <a:lnTo>
                    <a:pt x="4311" y="314"/>
                  </a:lnTo>
                  <a:lnTo>
                    <a:pt x="4102" y="147"/>
                  </a:lnTo>
                  <a:lnTo>
                    <a:pt x="4081" y="251"/>
                  </a:lnTo>
                  <a:lnTo>
                    <a:pt x="4164" y="398"/>
                  </a:lnTo>
                  <a:lnTo>
                    <a:pt x="4164" y="461"/>
                  </a:lnTo>
                  <a:lnTo>
                    <a:pt x="4081" y="335"/>
                  </a:lnTo>
                  <a:lnTo>
                    <a:pt x="3976" y="293"/>
                  </a:lnTo>
                  <a:lnTo>
                    <a:pt x="3955" y="189"/>
                  </a:lnTo>
                  <a:lnTo>
                    <a:pt x="3997" y="147"/>
                  </a:lnTo>
                  <a:lnTo>
                    <a:pt x="3955" y="105"/>
                  </a:lnTo>
                  <a:lnTo>
                    <a:pt x="3850" y="105"/>
                  </a:lnTo>
                  <a:lnTo>
                    <a:pt x="3746" y="84"/>
                  </a:lnTo>
                  <a:lnTo>
                    <a:pt x="3537" y="21"/>
                  </a:lnTo>
                  <a:lnTo>
                    <a:pt x="3495" y="42"/>
                  </a:lnTo>
                  <a:lnTo>
                    <a:pt x="3578" y="84"/>
                  </a:lnTo>
                  <a:lnTo>
                    <a:pt x="3599" y="105"/>
                  </a:lnTo>
                  <a:lnTo>
                    <a:pt x="3495" y="126"/>
                  </a:lnTo>
                  <a:lnTo>
                    <a:pt x="3390" y="105"/>
                  </a:lnTo>
                  <a:lnTo>
                    <a:pt x="3265" y="147"/>
                  </a:lnTo>
                  <a:lnTo>
                    <a:pt x="3223" y="126"/>
                  </a:lnTo>
                  <a:lnTo>
                    <a:pt x="3223" y="105"/>
                  </a:lnTo>
                  <a:lnTo>
                    <a:pt x="3348" y="84"/>
                  </a:lnTo>
                  <a:lnTo>
                    <a:pt x="3432" y="42"/>
                  </a:lnTo>
                  <a:lnTo>
                    <a:pt x="3327" y="42"/>
                  </a:lnTo>
                  <a:lnTo>
                    <a:pt x="3139" y="84"/>
                  </a:lnTo>
                  <a:lnTo>
                    <a:pt x="3076" y="126"/>
                  </a:lnTo>
                  <a:lnTo>
                    <a:pt x="2930" y="210"/>
                  </a:lnTo>
                  <a:lnTo>
                    <a:pt x="2846" y="231"/>
                  </a:lnTo>
                  <a:lnTo>
                    <a:pt x="2700" y="293"/>
                  </a:lnTo>
                  <a:lnTo>
                    <a:pt x="2595" y="419"/>
                  </a:lnTo>
                  <a:lnTo>
                    <a:pt x="2553" y="461"/>
                  </a:lnTo>
                  <a:lnTo>
                    <a:pt x="2386" y="461"/>
                  </a:lnTo>
                  <a:lnTo>
                    <a:pt x="2177" y="335"/>
                  </a:lnTo>
                  <a:lnTo>
                    <a:pt x="2009" y="314"/>
                  </a:lnTo>
                  <a:lnTo>
                    <a:pt x="1821" y="335"/>
                  </a:lnTo>
                  <a:lnTo>
                    <a:pt x="1674" y="231"/>
                  </a:lnTo>
                  <a:lnTo>
                    <a:pt x="1591" y="231"/>
                  </a:lnTo>
                  <a:lnTo>
                    <a:pt x="1507" y="251"/>
                  </a:lnTo>
                  <a:lnTo>
                    <a:pt x="1361" y="147"/>
                  </a:lnTo>
                  <a:lnTo>
                    <a:pt x="1172" y="105"/>
                  </a:lnTo>
                  <a:lnTo>
                    <a:pt x="733" y="84"/>
                  </a:lnTo>
                  <a:lnTo>
                    <a:pt x="50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49" name="Google Shape;1649;p60"/>
            <p:cNvSpPr/>
            <p:nvPr/>
          </p:nvSpPr>
          <p:spPr>
            <a:xfrm>
              <a:off x="3896332" y="2997572"/>
              <a:ext cx="113621" cy="124461"/>
            </a:xfrm>
            <a:custGeom>
              <a:avLst/>
              <a:gdLst/>
              <a:ahLst/>
              <a:cxnLst/>
              <a:rect l="l" t="t" r="r" b="b"/>
              <a:pathLst>
                <a:path w="9542" h="10944" extrusionOk="0">
                  <a:moveTo>
                    <a:pt x="8495" y="0"/>
                  </a:moveTo>
                  <a:lnTo>
                    <a:pt x="1590" y="63"/>
                  </a:lnTo>
                  <a:lnTo>
                    <a:pt x="1632" y="1193"/>
                  </a:lnTo>
                  <a:lnTo>
                    <a:pt x="1088" y="1235"/>
                  </a:lnTo>
                  <a:lnTo>
                    <a:pt x="1088" y="1444"/>
                  </a:lnTo>
                  <a:lnTo>
                    <a:pt x="1151" y="3725"/>
                  </a:lnTo>
                  <a:lnTo>
                    <a:pt x="1046" y="3746"/>
                  </a:lnTo>
                  <a:lnTo>
                    <a:pt x="942" y="3829"/>
                  </a:lnTo>
                  <a:lnTo>
                    <a:pt x="837" y="3767"/>
                  </a:lnTo>
                  <a:lnTo>
                    <a:pt x="691" y="3767"/>
                  </a:lnTo>
                  <a:lnTo>
                    <a:pt x="586" y="3850"/>
                  </a:lnTo>
                  <a:lnTo>
                    <a:pt x="586" y="3976"/>
                  </a:lnTo>
                  <a:lnTo>
                    <a:pt x="649" y="4060"/>
                  </a:lnTo>
                  <a:lnTo>
                    <a:pt x="586" y="4185"/>
                  </a:lnTo>
                  <a:lnTo>
                    <a:pt x="377" y="4457"/>
                  </a:lnTo>
                  <a:lnTo>
                    <a:pt x="335" y="4457"/>
                  </a:lnTo>
                  <a:lnTo>
                    <a:pt x="230" y="4541"/>
                  </a:lnTo>
                  <a:lnTo>
                    <a:pt x="251" y="4645"/>
                  </a:lnTo>
                  <a:lnTo>
                    <a:pt x="314" y="4687"/>
                  </a:lnTo>
                  <a:lnTo>
                    <a:pt x="251" y="4813"/>
                  </a:lnTo>
                  <a:lnTo>
                    <a:pt x="126" y="4897"/>
                  </a:lnTo>
                  <a:lnTo>
                    <a:pt x="105" y="4980"/>
                  </a:lnTo>
                  <a:lnTo>
                    <a:pt x="209" y="5022"/>
                  </a:lnTo>
                  <a:lnTo>
                    <a:pt x="230" y="5127"/>
                  </a:lnTo>
                  <a:lnTo>
                    <a:pt x="168" y="5231"/>
                  </a:lnTo>
                  <a:lnTo>
                    <a:pt x="0" y="5420"/>
                  </a:lnTo>
                  <a:lnTo>
                    <a:pt x="0" y="5545"/>
                  </a:lnTo>
                  <a:lnTo>
                    <a:pt x="63" y="5629"/>
                  </a:lnTo>
                  <a:lnTo>
                    <a:pt x="209" y="5524"/>
                  </a:lnTo>
                  <a:lnTo>
                    <a:pt x="251" y="5545"/>
                  </a:lnTo>
                  <a:lnTo>
                    <a:pt x="251" y="5629"/>
                  </a:lnTo>
                  <a:lnTo>
                    <a:pt x="209" y="5692"/>
                  </a:lnTo>
                  <a:lnTo>
                    <a:pt x="272" y="5734"/>
                  </a:lnTo>
                  <a:lnTo>
                    <a:pt x="230" y="5817"/>
                  </a:lnTo>
                  <a:lnTo>
                    <a:pt x="272" y="5922"/>
                  </a:lnTo>
                  <a:lnTo>
                    <a:pt x="272" y="6047"/>
                  </a:lnTo>
                  <a:lnTo>
                    <a:pt x="314" y="6152"/>
                  </a:lnTo>
                  <a:lnTo>
                    <a:pt x="544" y="6236"/>
                  </a:lnTo>
                  <a:lnTo>
                    <a:pt x="586" y="6319"/>
                  </a:lnTo>
                  <a:lnTo>
                    <a:pt x="544" y="6382"/>
                  </a:lnTo>
                  <a:lnTo>
                    <a:pt x="544" y="6466"/>
                  </a:lnTo>
                  <a:lnTo>
                    <a:pt x="523" y="6487"/>
                  </a:lnTo>
                  <a:lnTo>
                    <a:pt x="586" y="6570"/>
                  </a:lnTo>
                  <a:lnTo>
                    <a:pt x="586" y="6654"/>
                  </a:lnTo>
                  <a:lnTo>
                    <a:pt x="544" y="6675"/>
                  </a:lnTo>
                  <a:lnTo>
                    <a:pt x="670" y="6780"/>
                  </a:lnTo>
                  <a:lnTo>
                    <a:pt x="691" y="6863"/>
                  </a:lnTo>
                  <a:lnTo>
                    <a:pt x="858" y="7052"/>
                  </a:lnTo>
                  <a:lnTo>
                    <a:pt x="963" y="7282"/>
                  </a:lnTo>
                  <a:lnTo>
                    <a:pt x="984" y="7366"/>
                  </a:lnTo>
                  <a:lnTo>
                    <a:pt x="963" y="7491"/>
                  </a:lnTo>
                  <a:lnTo>
                    <a:pt x="942" y="7533"/>
                  </a:lnTo>
                  <a:lnTo>
                    <a:pt x="879" y="7638"/>
                  </a:lnTo>
                  <a:lnTo>
                    <a:pt x="879" y="7826"/>
                  </a:lnTo>
                  <a:lnTo>
                    <a:pt x="984" y="7910"/>
                  </a:lnTo>
                  <a:lnTo>
                    <a:pt x="1109" y="7910"/>
                  </a:lnTo>
                  <a:lnTo>
                    <a:pt x="1172" y="7847"/>
                  </a:lnTo>
                  <a:lnTo>
                    <a:pt x="1318" y="7847"/>
                  </a:lnTo>
                  <a:lnTo>
                    <a:pt x="1402" y="7889"/>
                  </a:lnTo>
                  <a:lnTo>
                    <a:pt x="1360" y="7951"/>
                  </a:lnTo>
                  <a:lnTo>
                    <a:pt x="1381" y="8098"/>
                  </a:lnTo>
                  <a:lnTo>
                    <a:pt x="1465" y="8140"/>
                  </a:lnTo>
                  <a:lnTo>
                    <a:pt x="1590" y="8223"/>
                  </a:lnTo>
                  <a:lnTo>
                    <a:pt x="1695" y="8223"/>
                  </a:lnTo>
                  <a:lnTo>
                    <a:pt x="1779" y="8265"/>
                  </a:lnTo>
                  <a:lnTo>
                    <a:pt x="1821" y="8349"/>
                  </a:lnTo>
                  <a:lnTo>
                    <a:pt x="1925" y="8412"/>
                  </a:lnTo>
                  <a:lnTo>
                    <a:pt x="2030" y="8412"/>
                  </a:lnTo>
                  <a:lnTo>
                    <a:pt x="2093" y="8475"/>
                  </a:lnTo>
                  <a:lnTo>
                    <a:pt x="2051" y="8558"/>
                  </a:lnTo>
                  <a:lnTo>
                    <a:pt x="1988" y="8621"/>
                  </a:lnTo>
                  <a:lnTo>
                    <a:pt x="1946" y="8663"/>
                  </a:lnTo>
                  <a:lnTo>
                    <a:pt x="1904" y="8726"/>
                  </a:lnTo>
                  <a:lnTo>
                    <a:pt x="2030" y="8830"/>
                  </a:lnTo>
                  <a:lnTo>
                    <a:pt x="2134" y="8851"/>
                  </a:lnTo>
                  <a:lnTo>
                    <a:pt x="2155" y="8830"/>
                  </a:lnTo>
                  <a:lnTo>
                    <a:pt x="2260" y="8872"/>
                  </a:lnTo>
                  <a:lnTo>
                    <a:pt x="2323" y="8851"/>
                  </a:lnTo>
                  <a:lnTo>
                    <a:pt x="2511" y="8977"/>
                  </a:lnTo>
                  <a:lnTo>
                    <a:pt x="2532" y="9039"/>
                  </a:lnTo>
                  <a:lnTo>
                    <a:pt x="2553" y="9207"/>
                  </a:lnTo>
                  <a:lnTo>
                    <a:pt x="2616" y="9270"/>
                  </a:lnTo>
                  <a:lnTo>
                    <a:pt x="2720" y="9291"/>
                  </a:lnTo>
                  <a:lnTo>
                    <a:pt x="2762" y="9353"/>
                  </a:lnTo>
                  <a:lnTo>
                    <a:pt x="2741" y="9458"/>
                  </a:lnTo>
                  <a:lnTo>
                    <a:pt x="2783" y="9521"/>
                  </a:lnTo>
                  <a:lnTo>
                    <a:pt x="2992" y="9563"/>
                  </a:lnTo>
                  <a:lnTo>
                    <a:pt x="3076" y="9625"/>
                  </a:lnTo>
                  <a:lnTo>
                    <a:pt x="3076" y="9688"/>
                  </a:lnTo>
                  <a:lnTo>
                    <a:pt x="3076" y="9876"/>
                  </a:lnTo>
                  <a:lnTo>
                    <a:pt x="3160" y="9918"/>
                  </a:lnTo>
                  <a:lnTo>
                    <a:pt x="3264" y="9981"/>
                  </a:lnTo>
                  <a:lnTo>
                    <a:pt x="3306" y="10044"/>
                  </a:lnTo>
                  <a:lnTo>
                    <a:pt x="3306" y="10086"/>
                  </a:lnTo>
                  <a:lnTo>
                    <a:pt x="3348" y="10190"/>
                  </a:lnTo>
                  <a:lnTo>
                    <a:pt x="3390" y="10232"/>
                  </a:lnTo>
                  <a:lnTo>
                    <a:pt x="3474" y="10253"/>
                  </a:lnTo>
                  <a:lnTo>
                    <a:pt x="3515" y="10337"/>
                  </a:lnTo>
                  <a:lnTo>
                    <a:pt x="3662" y="10420"/>
                  </a:lnTo>
                  <a:lnTo>
                    <a:pt x="3766" y="10462"/>
                  </a:lnTo>
                  <a:lnTo>
                    <a:pt x="3829" y="10441"/>
                  </a:lnTo>
                  <a:lnTo>
                    <a:pt x="3871" y="10399"/>
                  </a:lnTo>
                  <a:lnTo>
                    <a:pt x="3934" y="10337"/>
                  </a:lnTo>
                  <a:lnTo>
                    <a:pt x="4143" y="10337"/>
                  </a:lnTo>
                  <a:lnTo>
                    <a:pt x="4185" y="10399"/>
                  </a:lnTo>
                  <a:lnTo>
                    <a:pt x="4227" y="10399"/>
                  </a:lnTo>
                  <a:lnTo>
                    <a:pt x="4331" y="10337"/>
                  </a:lnTo>
                  <a:lnTo>
                    <a:pt x="4394" y="10295"/>
                  </a:lnTo>
                  <a:lnTo>
                    <a:pt x="4436" y="10211"/>
                  </a:lnTo>
                  <a:lnTo>
                    <a:pt x="4562" y="10211"/>
                  </a:lnTo>
                  <a:lnTo>
                    <a:pt x="4624" y="10232"/>
                  </a:lnTo>
                  <a:lnTo>
                    <a:pt x="4708" y="10399"/>
                  </a:lnTo>
                  <a:lnTo>
                    <a:pt x="4750" y="10462"/>
                  </a:lnTo>
                  <a:lnTo>
                    <a:pt x="4813" y="10525"/>
                  </a:lnTo>
                  <a:lnTo>
                    <a:pt x="4938" y="10567"/>
                  </a:lnTo>
                  <a:lnTo>
                    <a:pt x="5022" y="10630"/>
                  </a:lnTo>
                  <a:lnTo>
                    <a:pt x="5043" y="10734"/>
                  </a:lnTo>
                  <a:lnTo>
                    <a:pt x="5085" y="10755"/>
                  </a:lnTo>
                  <a:lnTo>
                    <a:pt x="5126" y="10839"/>
                  </a:lnTo>
                  <a:lnTo>
                    <a:pt x="5126" y="10923"/>
                  </a:lnTo>
                  <a:lnTo>
                    <a:pt x="5294" y="10923"/>
                  </a:lnTo>
                  <a:lnTo>
                    <a:pt x="5336" y="10944"/>
                  </a:lnTo>
                  <a:lnTo>
                    <a:pt x="5357" y="10923"/>
                  </a:lnTo>
                  <a:lnTo>
                    <a:pt x="5336" y="10860"/>
                  </a:lnTo>
                  <a:lnTo>
                    <a:pt x="5336" y="10776"/>
                  </a:lnTo>
                  <a:lnTo>
                    <a:pt x="5398" y="10713"/>
                  </a:lnTo>
                  <a:lnTo>
                    <a:pt x="5503" y="10755"/>
                  </a:lnTo>
                  <a:lnTo>
                    <a:pt x="5671" y="10818"/>
                  </a:lnTo>
                  <a:lnTo>
                    <a:pt x="5754" y="10776"/>
                  </a:lnTo>
                  <a:lnTo>
                    <a:pt x="5859" y="10818"/>
                  </a:lnTo>
                  <a:lnTo>
                    <a:pt x="5859" y="10923"/>
                  </a:lnTo>
                  <a:lnTo>
                    <a:pt x="6005" y="10944"/>
                  </a:lnTo>
                  <a:lnTo>
                    <a:pt x="6068" y="10944"/>
                  </a:lnTo>
                  <a:lnTo>
                    <a:pt x="6068" y="10860"/>
                  </a:lnTo>
                  <a:lnTo>
                    <a:pt x="6131" y="10776"/>
                  </a:lnTo>
                  <a:lnTo>
                    <a:pt x="6215" y="10818"/>
                  </a:lnTo>
                  <a:lnTo>
                    <a:pt x="6235" y="10776"/>
                  </a:lnTo>
                  <a:lnTo>
                    <a:pt x="6340" y="10776"/>
                  </a:lnTo>
                  <a:lnTo>
                    <a:pt x="6487" y="10734"/>
                  </a:lnTo>
                  <a:lnTo>
                    <a:pt x="6696" y="10713"/>
                  </a:lnTo>
                  <a:lnTo>
                    <a:pt x="6821" y="10755"/>
                  </a:lnTo>
                  <a:lnTo>
                    <a:pt x="6947" y="10713"/>
                  </a:lnTo>
                  <a:lnTo>
                    <a:pt x="7010" y="10609"/>
                  </a:lnTo>
                  <a:lnTo>
                    <a:pt x="7135" y="10525"/>
                  </a:lnTo>
                  <a:lnTo>
                    <a:pt x="7219" y="10420"/>
                  </a:lnTo>
                  <a:lnTo>
                    <a:pt x="7261" y="10399"/>
                  </a:lnTo>
                  <a:lnTo>
                    <a:pt x="7323" y="10337"/>
                  </a:lnTo>
                  <a:lnTo>
                    <a:pt x="7428" y="10232"/>
                  </a:lnTo>
                  <a:lnTo>
                    <a:pt x="7470" y="10232"/>
                  </a:lnTo>
                  <a:lnTo>
                    <a:pt x="7595" y="10023"/>
                  </a:lnTo>
                  <a:lnTo>
                    <a:pt x="7805" y="9814"/>
                  </a:lnTo>
                  <a:lnTo>
                    <a:pt x="7763" y="9604"/>
                  </a:lnTo>
                  <a:lnTo>
                    <a:pt x="7700" y="9563"/>
                  </a:lnTo>
                  <a:lnTo>
                    <a:pt x="7679" y="9353"/>
                  </a:lnTo>
                  <a:lnTo>
                    <a:pt x="7595" y="9249"/>
                  </a:lnTo>
                  <a:lnTo>
                    <a:pt x="7554" y="9144"/>
                  </a:lnTo>
                  <a:lnTo>
                    <a:pt x="7470" y="9060"/>
                  </a:lnTo>
                  <a:lnTo>
                    <a:pt x="7365" y="9060"/>
                  </a:lnTo>
                  <a:lnTo>
                    <a:pt x="7323" y="8998"/>
                  </a:lnTo>
                  <a:lnTo>
                    <a:pt x="7323" y="8956"/>
                  </a:lnTo>
                  <a:lnTo>
                    <a:pt x="7219" y="8893"/>
                  </a:lnTo>
                  <a:lnTo>
                    <a:pt x="7114" y="8726"/>
                  </a:lnTo>
                  <a:lnTo>
                    <a:pt x="7072" y="8684"/>
                  </a:lnTo>
                  <a:lnTo>
                    <a:pt x="7051" y="8621"/>
                  </a:lnTo>
                  <a:lnTo>
                    <a:pt x="6947" y="8516"/>
                  </a:lnTo>
                  <a:lnTo>
                    <a:pt x="6905" y="8433"/>
                  </a:lnTo>
                  <a:lnTo>
                    <a:pt x="6633" y="8433"/>
                  </a:lnTo>
                  <a:lnTo>
                    <a:pt x="6549" y="8412"/>
                  </a:lnTo>
                  <a:lnTo>
                    <a:pt x="6507" y="8328"/>
                  </a:lnTo>
                  <a:lnTo>
                    <a:pt x="6591" y="8203"/>
                  </a:lnTo>
                  <a:lnTo>
                    <a:pt x="6654" y="8161"/>
                  </a:lnTo>
                  <a:lnTo>
                    <a:pt x="6654" y="8035"/>
                  </a:lnTo>
                  <a:lnTo>
                    <a:pt x="6800" y="8056"/>
                  </a:lnTo>
                  <a:lnTo>
                    <a:pt x="6905" y="8035"/>
                  </a:lnTo>
                  <a:lnTo>
                    <a:pt x="6947" y="8098"/>
                  </a:lnTo>
                  <a:lnTo>
                    <a:pt x="7031" y="8098"/>
                  </a:lnTo>
                  <a:lnTo>
                    <a:pt x="7051" y="8035"/>
                  </a:lnTo>
                  <a:lnTo>
                    <a:pt x="7135" y="7951"/>
                  </a:lnTo>
                  <a:lnTo>
                    <a:pt x="7156" y="7700"/>
                  </a:lnTo>
                  <a:lnTo>
                    <a:pt x="7135" y="7470"/>
                  </a:lnTo>
                  <a:lnTo>
                    <a:pt x="7177" y="7303"/>
                  </a:lnTo>
                  <a:lnTo>
                    <a:pt x="7282" y="7177"/>
                  </a:lnTo>
                  <a:lnTo>
                    <a:pt x="7282" y="7052"/>
                  </a:lnTo>
                  <a:lnTo>
                    <a:pt x="7240" y="6968"/>
                  </a:lnTo>
                  <a:lnTo>
                    <a:pt x="7282" y="6863"/>
                  </a:lnTo>
                  <a:lnTo>
                    <a:pt x="7386" y="6696"/>
                  </a:lnTo>
                  <a:lnTo>
                    <a:pt x="7428" y="6633"/>
                  </a:lnTo>
                  <a:lnTo>
                    <a:pt x="7470" y="6633"/>
                  </a:lnTo>
                  <a:lnTo>
                    <a:pt x="7533" y="6654"/>
                  </a:lnTo>
                  <a:lnTo>
                    <a:pt x="7658" y="6215"/>
                  </a:lnTo>
                  <a:lnTo>
                    <a:pt x="7700" y="6026"/>
                  </a:lnTo>
                  <a:lnTo>
                    <a:pt x="7888" y="5922"/>
                  </a:lnTo>
                  <a:lnTo>
                    <a:pt x="7888" y="5817"/>
                  </a:lnTo>
                  <a:lnTo>
                    <a:pt x="8014" y="5608"/>
                  </a:lnTo>
                  <a:lnTo>
                    <a:pt x="8056" y="5503"/>
                  </a:lnTo>
                  <a:lnTo>
                    <a:pt x="8160" y="5482"/>
                  </a:lnTo>
                  <a:lnTo>
                    <a:pt x="8202" y="5482"/>
                  </a:lnTo>
                  <a:lnTo>
                    <a:pt x="8265" y="5294"/>
                  </a:lnTo>
                  <a:lnTo>
                    <a:pt x="8412" y="5022"/>
                  </a:lnTo>
                  <a:lnTo>
                    <a:pt x="8412" y="4813"/>
                  </a:lnTo>
                  <a:lnTo>
                    <a:pt x="8495" y="4666"/>
                  </a:lnTo>
                  <a:lnTo>
                    <a:pt x="8516" y="4604"/>
                  </a:lnTo>
                  <a:lnTo>
                    <a:pt x="8495" y="4604"/>
                  </a:lnTo>
                  <a:lnTo>
                    <a:pt x="8474" y="4478"/>
                  </a:lnTo>
                  <a:lnTo>
                    <a:pt x="8391" y="4248"/>
                  </a:lnTo>
                  <a:lnTo>
                    <a:pt x="8412" y="4122"/>
                  </a:lnTo>
                  <a:lnTo>
                    <a:pt x="8474" y="4039"/>
                  </a:lnTo>
                  <a:lnTo>
                    <a:pt x="8474" y="3934"/>
                  </a:lnTo>
                  <a:lnTo>
                    <a:pt x="8579" y="3809"/>
                  </a:lnTo>
                  <a:lnTo>
                    <a:pt x="8621" y="3516"/>
                  </a:lnTo>
                  <a:lnTo>
                    <a:pt x="8684" y="3327"/>
                  </a:lnTo>
                  <a:lnTo>
                    <a:pt x="8725" y="3285"/>
                  </a:lnTo>
                  <a:lnTo>
                    <a:pt x="8684" y="3223"/>
                  </a:lnTo>
                  <a:lnTo>
                    <a:pt x="8621" y="3202"/>
                  </a:lnTo>
                  <a:lnTo>
                    <a:pt x="8704" y="3076"/>
                  </a:lnTo>
                  <a:lnTo>
                    <a:pt x="8704" y="2930"/>
                  </a:lnTo>
                  <a:lnTo>
                    <a:pt x="8746" y="2909"/>
                  </a:lnTo>
                  <a:lnTo>
                    <a:pt x="8914" y="2909"/>
                  </a:lnTo>
                  <a:lnTo>
                    <a:pt x="8914" y="2825"/>
                  </a:lnTo>
                  <a:lnTo>
                    <a:pt x="8914" y="2783"/>
                  </a:lnTo>
                  <a:lnTo>
                    <a:pt x="8914" y="2721"/>
                  </a:lnTo>
                  <a:lnTo>
                    <a:pt x="9018" y="2700"/>
                  </a:lnTo>
                  <a:lnTo>
                    <a:pt x="9102" y="2658"/>
                  </a:lnTo>
                  <a:lnTo>
                    <a:pt x="9228" y="2658"/>
                  </a:lnTo>
                  <a:lnTo>
                    <a:pt x="9248" y="2574"/>
                  </a:lnTo>
                  <a:lnTo>
                    <a:pt x="9353" y="2553"/>
                  </a:lnTo>
                  <a:lnTo>
                    <a:pt x="9458" y="2490"/>
                  </a:lnTo>
                  <a:lnTo>
                    <a:pt x="9541" y="2386"/>
                  </a:lnTo>
                  <a:lnTo>
                    <a:pt x="9479" y="2386"/>
                  </a:lnTo>
                  <a:lnTo>
                    <a:pt x="9479" y="2302"/>
                  </a:lnTo>
                  <a:lnTo>
                    <a:pt x="9353" y="2239"/>
                  </a:lnTo>
                  <a:lnTo>
                    <a:pt x="9248" y="2239"/>
                  </a:lnTo>
                  <a:lnTo>
                    <a:pt x="9248" y="2135"/>
                  </a:lnTo>
                  <a:lnTo>
                    <a:pt x="8997" y="1946"/>
                  </a:lnTo>
                  <a:lnTo>
                    <a:pt x="8914" y="1946"/>
                  </a:lnTo>
                  <a:lnTo>
                    <a:pt x="8809" y="1737"/>
                  </a:lnTo>
                  <a:lnTo>
                    <a:pt x="8725" y="1507"/>
                  </a:lnTo>
                  <a:lnTo>
                    <a:pt x="8746" y="1256"/>
                  </a:lnTo>
                  <a:lnTo>
                    <a:pt x="8725" y="1047"/>
                  </a:lnTo>
                  <a:lnTo>
                    <a:pt x="8579" y="628"/>
                  </a:lnTo>
                  <a:lnTo>
                    <a:pt x="8579" y="524"/>
                  </a:lnTo>
                  <a:lnTo>
                    <a:pt x="8600" y="503"/>
                  </a:lnTo>
                  <a:lnTo>
                    <a:pt x="8621" y="565"/>
                  </a:lnTo>
                  <a:lnTo>
                    <a:pt x="8642" y="607"/>
                  </a:lnTo>
                  <a:lnTo>
                    <a:pt x="8684" y="607"/>
                  </a:lnTo>
                  <a:lnTo>
                    <a:pt x="8684" y="565"/>
                  </a:lnTo>
                  <a:lnTo>
                    <a:pt x="8579" y="419"/>
                  </a:lnTo>
                  <a:lnTo>
                    <a:pt x="8516" y="252"/>
                  </a:lnTo>
                  <a:lnTo>
                    <a:pt x="8495" y="210"/>
                  </a:lnTo>
                  <a:lnTo>
                    <a:pt x="8495" y="189"/>
                  </a:lnTo>
                  <a:lnTo>
                    <a:pt x="8495" y="168"/>
                  </a:lnTo>
                  <a:lnTo>
                    <a:pt x="8495" y="147"/>
                  </a:lnTo>
                  <a:lnTo>
                    <a:pt x="8474" y="84"/>
                  </a:lnTo>
                  <a:lnTo>
                    <a:pt x="8495" y="42"/>
                  </a:lnTo>
                  <a:lnTo>
                    <a:pt x="849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50" name="Google Shape;1650;p60"/>
            <p:cNvSpPr/>
            <p:nvPr/>
          </p:nvSpPr>
          <p:spPr>
            <a:xfrm>
              <a:off x="3973815" y="3045871"/>
              <a:ext cx="104655" cy="75923"/>
            </a:xfrm>
            <a:custGeom>
              <a:avLst/>
              <a:gdLst/>
              <a:ahLst/>
              <a:cxnLst/>
              <a:rect l="l" t="t" r="r" b="b"/>
              <a:pathLst>
                <a:path w="8789" h="6676" extrusionOk="0">
                  <a:moveTo>
                    <a:pt x="2511" y="1"/>
                  </a:moveTo>
                  <a:lnTo>
                    <a:pt x="2344" y="336"/>
                  </a:lnTo>
                  <a:lnTo>
                    <a:pt x="2239" y="336"/>
                  </a:lnTo>
                  <a:lnTo>
                    <a:pt x="2218" y="419"/>
                  </a:lnTo>
                  <a:lnTo>
                    <a:pt x="2093" y="398"/>
                  </a:lnTo>
                  <a:lnTo>
                    <a:pt x="2009" y="357"/>
                  </a:lnTo>
                  <a:lnTo>
                    <a:pt x="1988" y="419"/>
                  </a:lnTo>
                  <a:lnTo>
                    <a:pt x="1905" y="566"/>
                  </a:lnTo>
                  <a:lnTo>
                    <a:pt x="1905" y="775"/>
                  </a:lnTo>
                  <a:lnTo>
                    <a:pt x="1758" y="1047"/>
                  </a:lnTo>
                  <a:lnTo>
                    <a:pt x="1695" y="1235"/>
                  </a:lnTo>
                  <a:lnTo>
                    <a:pt x="1653" y="1235"/>
                  </a:lnTo>
                  <a:lnTo>
                    <a:pt x="1549" y="1256"/>
                  </a:lnTo>
                  <a:lnTo>
                    <a:pt x="1507" y="1361"/>
                  </a:lnTo>
                  <a:lnTo>
                    <a:pt x="1381" y="1570"/>
                  </a:lnTo>
                  <a:lnTo>
                    <a:pt x="1381" y="1675"/>
                  </a:lnTo>
                  <a:lnTo>
                    <a:pt x="1193" y="1779"/>
                  </a:lnTo>
                  <a:lnTo>
                    <a:pt x="1151" y="1968"/>
                  </a:lnTo>
                  <a:lnTo>
                    <a:pt x="1026" y="2407"/>
                  </a:lnTo>
                  <a:lnTo>
                    <a:pt x="963" y="2386"/>
                  </a:lnTo>
                  <a:lnTo>
                    <a:pt x="921" y="2386"/>
                  </a:lnTo>
                  <a:lnTo>
                    <a:pt x="879" y="2449"/>
                  </a:lnTo>
                  <a:lnTo>
                    <a:pt x="775" y="2616"/>
                  </a:lnTo>
                  <a:lnTo>
                    <a:pt x="733" y="2721"/>
                  </a:lnTo>
                  <a:lnTo>
                    <a:pt x="775" y="2805"/>
                  </a:lnTo>
                  <a:lnTo>
                    <a:pt x="775" y="2930"/>
                  </a:lnTo>
                  <a:lnTo>
                    <a:pt x="670" y="3056"/>
                  </a:lnTo>
                  <a:lnTo>
                    <a:pt x="628" y="3223"/>
                  </a:lnTo>
                  <a:lnTo>
                    <a:pt x="649" y="3453"/>
                  </a:lnTo>
                  <a:lnTo>
                    <a:pt x="628" y="3704"/>
                  </a:lnTo>
                  <a:lnTo>
                    <a:pt x="544" y="3788"/>
                  </a:lnTo>
                  <a:lnTo>
                    <a:pt x="524" y="3851"/>
                  </a:lnTo>
                  <a:lnTo>
                    <a:pt x="440" y="3851"/>
                  </a:lnTo>
                  <a:lnTo>
                    <a:pt x="398" y="3788"/>
                  </a:lnTo>
                  <a:lnTo>
                    <a:pt x="293" y="3809"/>
                  </a:lnTo>
                  <a:lnTo>
                    <a:pt x="147" y="3788"/>
                  </a:lnTo>
                  <a:lnTo>
                    <a:pt x="147" y="3914"/>
                  </a:lnTo>
                  <a:lnTo>
                    <a:pt x="84" y="3956"/>
                  </a:lnTo>
                  <a:lnTo>
                    <a:pt x="0" y="4081"/>
                  </a:lnTo>
                  <a:lnTo>
                    <a:pt x="42" y="4165"/>
                  </a:lnTo>
                  <a:lnTo>
                    <a:pt x="126" y="4186"/>
                  </a:lnTo>
                  <a:lnTo>
                    <a:pt x="398" y="4186"/>
                  </a:lnTo>
                  <a:lnTo>
                    <a:pt x="440" y="4269"/>
                  </a:lnTo>
                  <a:lnTo>
                    <a:pt x="544" y="4374"/>
                  </a:lnTo>
                  <a:lnTo>
                    <a:pt x="565" y="4437"/>
                  </a:lnTo>
                  <a:lnTo>
                    <a:pt x="607" y="4479"/>
                  </a:lnTo>
                  <a:lnTo>
                    <a:pt x="712" y="4646"/>
                  </a:lnTo>
                  <a:lnTo>
                    <a:pt x="816" y="4709"/>
                  </a:lnTo>
                  <a:lnTo>
                    <a:pt x="816" y="4751"/>
                  </a:lnTo>
                  <a:lnTo>
                    <a:pt x="858" y="4813"/>
                  </a:lnTo>
                  <a:lnTo>
                    <a:pt x="963" y="4813"/>
                  </a:lnTo>
                  <a:lnTo>
                    <a:pt x="1047" y="4897"/>
                  </a:lnTo>
                  <a:lnTo>
                    <a:pt x="1088" y="5002"/>
                  </a:lnTo>
                  <a:lnTo>
                    <a:pt x="1172" y="5106"/>
                  </a:lnTo>
                  <a:lnTo>
                    <a:pt x="1193" y="5316"/>
                  </a:lnTo>
                  <a:lnTo>
                    <a:pt x="1256" y="5357"/>
                  </a:lnTo>
                  <a:lnTo>
                    <a:pt x="1298" y="5567"/>
                  </a:lnTo>
                  <a:lnTo>
                    <a:pt x="1340" y="5525"/>
                  </a:lnTo>
                  <a:lnTo>
                    <a:pt x="1402" y="5629"/>
                  </a:lnTo>
                  <a:lnTo>
                    <a:pt x="1507" y="5588"/>
                  </a:lnTo>
                  <a:lnTo>
                    <a:pt x="1612" y="5629"/>
                  </a:lnTo>
                  <a:lnTo>
                    <a:pt x="1612" y="5964"/>
                  </a:lnTo>
                  <a:lnTo>
                    <a:pt x="1695" y="6069"/>
                  </a:lnTo>
                  <a:lnTo>
                    <a:pt x="1821" y="6090"/>
                  </a:lnTo>
                  <a:lnTo>
                    <a:pt x="1967" y="6048"/>
                  </a:lnTo>
                  <a:lnTo>
                    <a:pt x="2093" y="6090"/>
                  </a:lnTo>
                  <a:lnTo>
                    <a:pt x="2386" y="6069"/>
                  </a:lnTo>
                  <a:lnTo>
                    <a:pt x="2490" y="6152"/>
                  </a:lnTo>
                  <a:lnTo>
                    <a:pt x="2721" y="6383"/>
                  </a:lnTo>
                  <a:lnTo>
                    <a:pt x="2867" y="6466"/>
                  </a:lnTo>
                  <a:lnTo>
                    <a:pt x="2951" y="6571"/>
                  </a:lnTo>
                  <a:lnTo>
                    <a:pt x="3055" y="6613"/>
                  </a:lnTo>
                  <a:lnTo>
                    <a:pt x="3244" y="6613"/>
                  </a:lnTo>
                  <a:lnTo>
                    <a:pt x="3369" y="6676"/>
                  </a:lnTo>
                  <a:lnTo>
                    <a:pt x="3537" y="6634"/>
                  </a:lnTo>
                  <a:lnTo>
                    <a:pt x="3641" y="6676"/>
                  </a:lnTo>
                  <a:lnTo>
                    <a:pt x="3850" y="6676"/>
                  </a:lnTo>
                  <a:lnTo>
                    <a:pt x="3997" y="6424"/>
                  </a:lnTo>
                  <a:lnTo>
                    <a:pt x="4060" y="6362"/>
                  </a:lnTo>
                  <a:lnTo>
                    <a:pt x="4164" y="6299"/>
                  </a:lnTo>
                  <a:lnTo>
                    <a:pt x="4269" y="6299"/>
                  </a:lnTo>
                  <a:lnTo>
                    <a:pt x="4311" y="6278"/>
                  </a:lnTo>
                  <a:lnTo>
                    <a:pt x="4583" y="6257"/>
                  </a:lnTo>
                  <a:lnTo>
                    <a:pt x="4645" y="6278"/>
                  </a:lnTo>
                  <a:lnTo>
                    <a:pt x="4729" y="6404"/>
                  </a:lnTo>
                  <a:lnTo>
                    <a:pt x="4834" y="6466"/>
                  </a:lnTo>
                  <a:lnTo>
                    <a:pt x="5043" y="6424"/>
                  </a:lnTo>
                  <a:lnTo>
                    <a:pt x="5210" y="6424"/>
                  </a:lnTo>
                  <a:lnTo>
                    <a:pt x="5252" y="6320"/>
                  </a:lnTo>
                  <a:lnTo>
                    <a:pt x="5441" y="6257"/>
                  </a:lnTo>
                  <a:lnTo>
                    <a:pt x="5629" y="6215"/>
                  </a:lnTo>
                  <a:lnTo>
                    <a:pt x="5775" y="6152"/>
                  </a:lnTo>
                  <a:lnTo>
                    <a:pt x="5880" y="6069"/>
                  </a:lnTo>
                  <a:lnTo>
                    <a:pt x="5943" y="5964"/>
                  </a:lnTo>
                  <a:lnTo>
                    <a:pt x="6068" y="5880"/>
                  </a:lnTo>
                  <a:lnTo>
                    <a:pt x="6173" y="5880"/>
                  </a:lnTo>
                  <a:lnTo>
                    <a:pt x="6278" y="5797"/>
                  </a:lnTo>
                  <a:lnTo>
                    <a:pt x="7010" y="5797"/>
                  </a:lnTo>
                  <a:lnTo>
                    <a:pt x="8788" y="4018"/>
                  </a:lnTo>
                  <a:lnTo>
                    <a:pt x="8056" y="4018"/>
                  </a:lnTo>
                  <a:lnTo>
                    <a:pt x="6361" y="3495"/>
                  </a:lnTo>
                  <a:lnTo>
                    <a:pt x="6215" y="3370"/>
                  </a:lnTo>
                  <a:lnTo>
                    <a:pt x="6006" y="3349"/>
                  </a:lnTo>
                  <a:lnTo>
                    <a:pt x="5943" y="3160"/>
                  </a:lnTo>
                  <a:lnTo>
                    <a:pt x="5964" y="3014"/>
                  </a:lnTo>
                  <a:lnTo>
                    <a:pt x="5796" y="2930"/>
                  </a:lnTo>
                  <a:lnTo>
                    <a:pt x="5692" y="2616"/>
                  </a:lnTo>
                  <a:lnTo>
                    <a:pt x="5650" y="2386"/>
                  </a:lnTo>
                  <a:lnTo>
                    <a:pt x="5692" y="2323"/>
                  </a:lnTo>
                  <a:lnTo>
                    <a:pt x="5587" y="2282"/>
                  </a:lnTo>
                  <a:lnTo>
                    <a:pt x="5441" y="2303"/>
                  </a:lnTo>
                  <a:lnTo>
                    <a:pt x="5315" y="2386"/>
                  </a:lnTo>
                  <a:lnTo>
                    <a:pt x="5106" y="2386"/>
                  </a:lnTo>
                  <a:lnTo>
                    <a:pt x="5022" y="2323"/>
                  </a:lnTo>
                  <a:lnTo>
                    <a:pt x="5127" y="2198"/>
                  </a:lnTo>
                  <a:lnTo>
                    <a:pt x="5127" y="2093"/>
                  </a:lnTo>
                  <a:lnTo>
                    <a:pt x="5169" y="1989"/>
                  </a:lnTo>
                  <a:lnTo>
                    <a:pt x="5169" y="1821"/>
                  </a:lnTo>
                  <a:lnTo>
                    <a:pt x="5210" y="1717"/>
                  </a:lnTo>
                  <a:lnTo>
                    <a:pt x="5252" y="1591"/>
                  </a:lnTo>
                  <a:lnTo>
                    <a:pt x="5357" y="1570"/>
                  </a:lnTo>
                  <a:lnTo>
                    <a:pt x="5210" y="1361"/>
                  </a:lnTo>
                  <a:lnTo>
                    <a:pt x="5127" y="1361"/>
                  </a:lnTo>
                  <a:lnTo>
                    <a:pt x="5106" y="1277"/>
                  </a:lnTo>
                  <a:lnTo>
                    <a:pt x="5064" y="1173"/>
                  </a:lnTo>
                  <a:lnTo>
                    <a:pt x="4959" y="1026"/>
                  </a:lnTo>
                  <a:lnTo>
                    <a:pt x="4855" y="984"/>
                  </a:lnTo>
                  <a:lnTo>
                    <a:pt x="4687" y="838"/>
                  </a:lnTo>
                  <a:lnTo>
                    <a:pt x="4541" y="733"/>
                  </a:lnTo>
                  <a:lnTo>
                    <a:pt x="4520" y="671"/>
                  </a:lnTo>
                  <a:lnTo>
                    <a:pt x="4415" y="671"/>
                  </a:lnTo>
                  <a:lnTo>
                    <a:pt x="4394" y="629"/>
                  </a:lnTo>
                  <a:lnTo>
                    <a:pt x="4227" y="629"/>
                  </a:lnTo>
                  <a:lnTo>
                    <a:pt x="4185" y="524"/>
                  </a:lnTo>
                  <a:lnTo>
                    <a:pt x="3976" y="336"/>
                  </a:lnTo>
                  <a:lnTo>
                    <a:pt x="3871" y="315"/>
                  </a:lnTo>
                  <a:lnTo>
                    <a:pt x="3788" y="231"/>
                  </a:lnTo>
                  <a:lnTo>
                    <a:pt x="3662" y="210"/>
                  </a:lnTo>
                  <a:lnTo>
                    <a:pt x="3578" y="231"/>
                  </a:lnTo>
                  <a:lnTo>
                    <a:pt x="3557" y="252"/>
                  </a:lnTo>
                  <a:lnTo>
                    <a:pt x="3369" y="106"/>
                  </a:lnTo>
                  <a:lnTo>
                    <a:pt x="3265" y="106"/>
                  </a:lnTo>
                  <a:lnTo>
                    <a:pt x="3223" y="147"/>
                  </a:lnTo>
                  <a:lnTo>
                    <a:pt x="3139" y="85"/>
                  </a:lnTo>
                  <a:lnTo>
                    <a:pt x="3034" y="106"/>
                  </a:lnTo>
                  <a:lnTo>
                    <a:pt x="2930" y="189"/>
                  </a:lnTo>
                  <a:lnTo>
                    <a:pt x="2825" y="189"/>
                  </a:lnTo>
                  <a:lnTo>
                    <a:pt x="2595" y="106"/>
                  </a:lnTo>
                  <a:lnTo>
                    <a:pt x="2553" y="43"/>
                  </a:lnTo>
                  <a:lnTo>
                    <a:pt x="251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51" name="Google Shape;1651;p60"/>
            <p:cNvSpPr/>
            <p:nvPr/>
          </p:nvSpPr>
          <p:spPr>
            <a:xfrm>
              <a:off x="3996236" y="3024695"/>
              <a:ext cx="46106" cy="39042"/>
            </a:xfrm>
            <a:custGeom>
              <a:avLst/>
              <a:gdLst/>
              <a:ahLst/>
              <a:cxnLst/>
              <a:rect l="l" t="t" r="r" b="b"/>
              <a:pathLst>
                <a:path w="3872" h="3433" extrusionOk="0">
                  <a:moveTo>
                    <a:pt x="1151" y="1"/>
                  </a:moveTo>
                  <a:lnTo>
                    <a:pt x="1068" y="105"/>
                  </a:lnTo>
                  <a:lnTo>
                    <a:pt x="963" y="168"/>
                  </a:lnTo>
                  <a:lnTo>
                    <a:pt x="858" y="189"/>
                  </a:lnTo>
                  <a:lnTo>
                    <a:pt x="838" y="273"/>
                  </a:lnTo>
                  <a:lnTo>
                    <a:pt x="712" y="273"/>
                  </a:lnTo>
                  <a:lnTo>
                    <a:pt x="628" y="315"/>
                  </a:lnTo>
                  <a:lnTo>
                    <a:pt x="524" y="336"/>
                  </a:lnTo>
                  <a:lnTo>
                    <a:pt x="524" y="398"/>
                  </a:lnTo>
                  <a:lnTo>
                    <a:pt x="524" y="440"/>
                  </a:lnTo>
                  <a:lnTo>
                    <a:pt x="524" y="524"/>
                  </a:lnTo>
                  <a:lnTo>
                    <a:pt x="356" y="524"/>
                  </a:lnTo>
                  <a:lnTo>
                    <a:pt x="314" y="545"/>
                  </a:lnTo>
                  <a:lnTo>
                    <a:pt x="314" y="691"/>
                  </a:lnTo>
                  <a:lnTo>
                    <a:pt x="231" y="817"/>
                  </a:lnTo>
                  <a:lnTo>
                    <a:pt x="294" y="838"/>
                  </a:lnTo>
                  <a:lnTo>
                    <a:pt x="335" y="900"/>
                  </a:lnTo>
                  <a:lnTo>
                    <a:pt x="294" y="942"/>
                  </a:lnTo>
                  <a:lnTo>
                    <a:pt x="231" y="1131"/>
                  </a:lnTo>
                  <a:lnTo>
                    <a:pt x="189" y="1424"/>
                  </a:lnTo>
                  <a:lnTo>
                    <a:pt x="84" y="1549"/>
                  </a:lnTo>
                  <a:lnTo>
                    <a:pt x="84" y="1654"/>
                  </a:lnTo>
                  <a:lnTo>
                    <a:pt x="22" y="1737"/>
                  </a:lnTo>
                  <a:lnTo>
                    <a:pt x="1" y="1863"/>
                  </a:lnTo>
                  <a:lnTo>
                    <a:pt x="84" y="2093"/>
                  </a:lnTo>
                  <a:lnTo>
                    <a:pt x="105" y="2219"/>
                  </a:lnTo>
                  <a:lnTo>
                    <a:pt x="126" y="2219"/>
                  </a:lnTo>
                  <a:lnTo>
                    <a:pt x="210" y="2260"/>
                  </a:lnTo>
                  <a:lnTo>
                    <a:pt x="335" y="2281"/>
                  </a:lnTo>
                  <a:lnTo>
                    <a:pt x="356" y="2198"/>
                  </a:lnTo>
                  <a:lnTo>
                    <a:pt x="461" y="2198"/>
                  </a:lnTo>
                  <a:lnTo>
                    <a:pt x="628" y="1863"/>
                  </a:lnTo>
                  <a:lnTo>
                    <a:pt x="670" y="1905"/>
                  </a:lnTo>
                  <a:lnTo>
                    <a:pt x="712" y="1968"/>
                  </a:lnTo>
                  <a:lnTo>
                    <a:pt x="942" y="2051"/>
                  </a:lnTo>
                  <a:lnTo>
                    <a:pt x="1047" y="2051"/>
                  </a:lnTo>
                  <a:lnTo>
                    <a:pt x="1151" y="1968"/>
                  </a:lnTo>
                  <a:lnTo>
                    <a:pt x="1256" y="1947"/>
                  </a:lnTo>
                  <a:lnTo>
                    <a:pt x="1340" y="2009"/>
                  </a:lnTo>
                  <a:lnTo>
                    <a:pt x="1382" y="1968"/>
                  </a:lnTo>
                  <a:lnTo>
                    <a:pt x="1486" y="1968"/>
                  </a:lnTo>
                  <a:lnTo>
                    <a:pt x="1674" y="2114"/>
                  </a:lnTo>
                  <a:lnTo>
                    <a:pt x="1695" y="2093"/>
                  </a:lnTo>
                  <a:lnTo>
                    <a:pt x="1779" y="2072"/>
                  </a:lnTo>
                  <a:lnTo>
                    <a:pt x="1905" y="2093"/>
                  </a:lnTo>
                  <a:lnTo>
                    <a:pt x="1988" y="2177"/>
                  </a:lnTo>
                  <a:lnTo>
                    <a:pt x="2093" y="2198"/>
                  </a:lnTo>
                  <a:lnTo>
                    <a:pt x="2302" y="2386"/>
                  </a:lnTo>
                  <a:lnTo>
                    <a:pt x="2344" y="2491"/>
                  </a:lnTo>
                  <a:lnTo>
                    <a:pt x="2511" y="2491"/>
                  </a:lnTo>
                  <a:lnTo>
                    <a:pt x="2532" y="2533"/>
                  </a:lnTo>
                  <a:lnTo>
                    <a:pt x="2637" y="2533"/>
                  </a:lnTo>
                  <a:lnTo>
                    <a:pt x="2658" y="2595"/>
                  </a:lnTo>
                  <a:lnTo>
                    <a:pt x="2804" y="2700"/>
                  </a:lnTo>
                  <a:lnTo>
                    <a:pt x="2972" y="2846"/>
                  </a:lnTo>
                  <a:lnTo>
                    <a:pt x="3076" y="2888"/>
                  </a:lnTo>
                  <a:lnTo>
                    <a:pt x="3181" y="3035"/>
                  </a:lnTo>
                  <a:lnTo>
                    <a:pt x="3223" y="3139"/>
                  </a:lnTo>
                  <a:lnTo>
                    <a:pt x="3244" y="3223"/>
                  </a:lnTo>
                  <a:lnTo>
                    <a:pt x="3327" y="3223"/>
                  </a:lnTo>
                  <a:lnTo>
                    <a:pt x="3474" y="3432"/>
                  </a:lnTo>
                  <a:lnTo>
                    <a:pt x="3599" y="3369"/>
                  </a:lnTo>
                  <a:lnTo>
                    <a:pt x="3662" y="3328"/>
                  </a:lnTo>
                  <a:lnTo>
                    <a:pt x="3746" y="3307"/>
                  </a:lnTo>
                  <a:lnTo>
                    <a:pt x="3871" y="3202"/>
                  </a:lnTo>
                  <a:lnTo>
                    <a:pt x="3809" y="3160"/>
                  </a:lnTo>
                  <a:lnTo>
                    <a:pt x="3809" y="3139"/>
                  </a:lnTo>
                  <a:lnTo>
                    <a:pt x="3767" y="3202"/>
                  </a:lnTo>
                  <a:lnTo>
                    <a:pt x="3683" y="3139"/>
                  </a:lnTo>
                  <a:lnTo>
                    <a:pt x="3641" y="3139"/>
                  </a:lnTo>
                  <a:lnTo>
                    <a:pt x="3579" y="3035"/>
                  </a:lnTo>
                  <a:lnTo>
                    <a:pt x="3599" y="3014"/>
                  </a:lnTo>
                  <a:lnTo>
                    <a:pt x="3537" y="2909"/>
                  </a:lnTo>
                  <a:lnTo>
                    <a:pt x="3453" y="2888"/>
                  </a:lnTo>
                  <a:lnTo>
                    <a:pt x="3348" y="2637"/>
                  </a:lnTo>
                  <a:lnTo>
                    <a:pt x="3327" y="2595"/>
                  </a:lnTo>
                  <a:lnTo>
                    <a:pt x="3327" y="2616"/>
                  </a:lnTo>
                  <a:lnTo>
                    <a:pt x="3265" y="2616"/>
                  </a:lnTo>
                  <a:lnTo>
                    <a:pt x="3181" y="2512"/>
                  </a:lnTo>
                  <a:lnTo>
                    <a:pt x="3055" y="2470"/>
                  </a:lnTo>
                  <a:lnTo>
                    <a:pt x="2972" y="2323"/>
                  </a:lnTo>
                  <a:lnTo>
                    <a:pt x="2804" y="2093"/>
                  </a:lnTo>
                  <a:lnTo>
                    <a:pt x="2742" y="2051"/>
                  </a:lnTo>
                  <a:lnTo>
                    <a:pt x="2595" y="2009"/>
                  </a:lnTo>
                  <a:lnTo>
                    <a:pt x="2532" y="1947"/>
                  </a:lnTo>
                  <a:lnTo>
                    <a:pt x="2428" y="1800"/>
                  </a:lnTo>
                  <a:lnTo>
                    <a:pt x="2344" y="1842"/>
                  </a:lnTo>
                  <a:lnTo>
                    <a:pt x="2218" y="1842"/>
                  </a:lnTo>
                  <a:lnTo>
                    <a:pt x="2177" y="1863"/>
                  </a:lnTo>
                  <a:lnTo>
                    <a:pt x="2114" y="1800"/>
                  </a:lnTo>
                  <a:lnTo>
                    <a:pt x="2009" y="1654"/>
                  </a:lnTo>
                  <a:lnTo>
                    <a:pt x="2072" y="1633"/>
                  </a:lnTo>
                  <a:lnTo>
                    <a:pt x="1967" y="1465"/>
                  </a:lnTo>
                  <a:lnTo>
                    <a:pt x="1905" y="1486"/>
                  </a:lnTo>
                  <a:lnTo>
                    <a:pt x="1905" y="1591"/>
                  </a:lnTo>
                  <a:lnTo>
                    <a:pt x="1926" y="1591"/>
                  </a:lnTo>
                  <a:lnTo>
                    <a:pt x="1926" y="1758"/>
                  </a:lnTo>
                  <a:lnTo>
                    <a:pt x="1821" y="1737"/>
                  </a:lnTo>
                  <a:lnTo>
                    <a:pt x="1800" y="1549"/>
                  </a:lnTo>
                  <a:lnTo>
                    <a:pt x="1758" y="1444"/>
                  </a:lnTo>
                  <a:lnTo>
                    <a:pt x="1674" y="1424"/>
                  </a:lnTo>
                  <a:lnTo>
                    <a:pt x="1674" y="1361"/>
                  </a:lnTo>
                  <a:lnTo>
                    <a:pt x="1654" y="1214"/>
                  </a:lnTo>
                  <a:lnTo>
                    <a:pt x="1591" y="1172"/>
                  </a:lnTo>
                  <a:lnTo>
                    <a:pt x="1507" y="754"/>
                  </a:lnTo>
                  <a:lnTo>
                    <a:pt x="1277" y="126"/>
                  </a:lnTo>
                  <a:lnTo>
                    <a:pt x="115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52" name="Google Shape;1652;p60"/>
            <p:cNvSpPr/>
            <p:nvPr/>
          </p:nvSpPr>
          <p:spPr>
            <a:xfrm>
              <a:off x="4033614" y="3061110"/>
              <a:ext cx="10467" cy="11907"/>
            </a:xfrm>
            <a:custGeom>
              <a:avLst/>
              <a:gdLst/>
              <a:ahLst/>
              <a:cxnLst/>
              <a:rect l="l" t="t" r="r" b="b"/>
              <a:pathLst>
                <a:path w="879" h="1047" extrusionOk="0">
                  <a:moveTo>
                    <a:pt x="732" y="0"/>
                  </a:moveTo>
                  <a:lnTo>
                    <a:pt x="607" y="105"/>
                  </a:lnTo>
                  <a:lnTo>
                    <a:pt x="523" y="126"/>
                  </a:lnTo>
                  <a:lnTo>
                    <a:pt x="460" y="167"/>
                  </a:lnTo>
                  <a:lnTo>
                    <a:pt x="230" y="251"/>
                  </a:lnTo>
                  <a:lnTo>
                    <a:pt x="188" y="377"/>
                  </a:lnTo>
                  <a:lnTo>
                    <a:pt x="147" y="481"/>
                  </a:lnTo>
                  <a:lnTo>
                    <a:pt x="147" y="649"/>
                  </a:lnTo>
                  <a:lnTo>
                    <a:pt x="105" y="753"/>
                  </a:lnTo>
                  <a:lnTo>
                    <a:pt x="105" y="858"/>
                  </a:lnTo>
                  <a:lnTo>
                    <a:pt x="0" y="983"/>
                  </a:lnTo>
                  <a:lnTo>
                    <a:pt x="84" y="1046"/>
                  </a:lnTo>
                  <a:lnTo>
                    <a:pt x="293" y="1046"/>
                  </a:lnTo>
                  <a:lnTo>
                    <a:pt x="419" y="963"/>
                  </a:lnTo>
                  <a:lnTo>
                    <a:pt x="565" y="942"/>
                  </a:lnTo>
                  <a:lnTo>
                    <a:pt x="670" y="983"/>
                  </a:lnTo>
                  <a:lnTo>
                    <a:pt x="670" y="963"/>
                  </a:lnTo>
                  <a:lnTo>
                    <a:pt x="837" y="732"/>
                  </a:lnTo>
                  <a:lnTo>
                    <a:pt x="816" y="670"/>
                  </a:lnTo>
                  <a:lnTo>
                    <a:pt x="649" y="670"/>
                  </a:lnTo>
                  <a:lnTo>
                    <a:pt x="565" y="732"/>
                  </a:lnTo>
                  <a:lnTo>
                    <a:pt x="523" y="691"/>
                  </a:lnTo>
                  <a:lnTo>
                    <a:pt x="460" y="628"/>
                  </a:lnTo>
                  <a:lnTo>
                    <a:pt x="565" y="628"/>
                  </a:lnTo>
                  <a:lnTo>
                    <a:pt x="649" y="544"/>
                  </a:lnTo>
                  <a:lnTo>
                    <a:pt x="732" y="544"/>
                  </a:lnTo>
                  <a:lnTo>
                    <a:pt x="837" y="419"/>
                  </a:lnTo>
                  <a:lnTo>
                    <a:pt x="879" y="377"/>
                  </a:lnTo>
                  <a:lnTo>
                    <a:pt x="858" y="230"/>
                  </a:lnTo>
                  <a:lnTo>
                    <a:pt x="879" y="147"/>
                  </a:lnTo>
                  <a:lnTo>
                    <a:pt x="858" y="147"/>
                  </a:lnTo>
                  <a:lnTo>
                    <a:pt x="732" y="21"/>
                  </a:lnTo>
                  <a:lnTo>
                    <a:pt x="73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53" name="Google Shape;1653;p60"/>
            <p:cNvSpPr/>
            <p:nvPr/>
          </p:nvSpPr>
          <p:spPr>
            <a:xfrm>
              <a:off x="4029125" y="3065864"/>
              <a:ext cx="70516" cy="89240"/>
            </a:xfrm>
            <a:custGeom>
              <a:avLst/>
              <a:gdLst/>
              <a:ahLst/>
              <a:cxnLst/>
              <a:rect l="l" t="t" r="r" b="b"/>
              <a:pathLst>
                <a:path w="5922" h="7847" extrusionOk="0">
                  <a:moveTo>
                    <a:pt x="5587" y="1"/>
                  </a:moveTo>
                  <a:lnTo>
                    <a:pt x="5587" y="21"/>
                  </a:lnTo>
                  <a:lnTo>
                    <a:pt x="5545" y="21"/>
                  </a:lnTo>
                  <a:lnTo>
                    <a:pt x="5482" y="105"/>
                  </a:lnTo>
                  <a:lnTo>
                    <a:pt x="5441" y="210"/>
                  </a:lnTo>
                  <a:lnTo>
                    <a:pt x="5420" y="168"/>
                  </a:lnTo>
                  <a:lnTo>
                    <a:pt x="5315" y="273"/>
                  </a:lnTo>
                  <a:lnTo>
                    <a:pt x="5127" y="314"/>
                  </a:lnTo>
                  <a:lnTo>
                    <a:pt x="5127" y="335"/>
                  </a:lnTo>
                  <a:lnTo>
                    <a:pt x="5085" y="314"/>
                  </a:lnTo>
                  <a:lnTo>
                    <a:pt x="4897" y="335"/>
                  </a:lnTo>
                  <a:lnTo>
                    <a:pt x="4792" y="419"/>
                  </a:lnTo>
                  <a:lnTo>
                    <a:pt x="4499" y="461"/>
                  </a:lnTo>
                  <a:lnTo>
                    <a:pt x="4457" y="461"/>
                  </a:lnTo>
                  <a:lnTo>
                    <a:pt x="4394" y="440"/>
                  </a:lnTo>
                  <a:lnTo>
                    <a:pt x="4227" y="440"/>
                  </a:lnTo>
                  <a:lnTo>
                    <a:pt x="4060" y="524"/>
                  </a:lnTo>
                  <a:lnTo>
                    <a:pt x="3913" y="524"/>
                  </a:lnTo>
                  <a:lnTo>
                    <a:pt x="3830" y="545"/>
                  </a:lnTo>
                  <a:lnTo>
                    <a:pt x="3704" y="482"/>
                  </a:lnTo>
                  <a:lnTo>
                    <a:pt x="3599" y="524"/>
                  </a:lnTo>
                  <a:lnTo>
                    <a:pt x="3244" y="733"/>
                  </a:lnTo>
                  <a:lnTo>
                    <a:pt x="3076" y="754"/>
                  </a:lnTo>
                  <a:lnTo>
                    <a:pt x="2972" y="691"/>
                  </a:lnTo>
                  <a:lnTo>
                    <a:pt x="2909" y="733"/>
                  </a:lnTo>
                  <a:lnTo>
                    <a:pt x="2762" y="733"/>
                  </a:lnTo>
                  <a:lnTo>
                    <a:pt x="2700" y="691"/>
                  </a:lnTo>
                  <a:lnTo>
                    <a:pt x="2658" y="691"/>
                  </a:lnTo>
                  <a:lnTo>
                    <a:pt x="2469" y="858"/>
                  </a:lnTo>
                  <a:lnTo>
                    <a:pt x="2365" y="858"/>
                  </a:lnTo>
                  <a:lnTo>
                    <a:pt x="2239" y="942"/>
                  </a:lnTo>
                  <a:lnTo>
                    <a:pt x="2177" y="1005"/>
                  </a:lnTo>
                  <a:lnTo>
                    <a:pt x="1988" y="1047"/>
                  </a:lnTo>
                  <a:lnTo>
                    <a:pt x="1863" y="984"/>
                  </a:lnTo>
                  <a:lnTo>
                    <a:pt x="1716" y="858"/>
                  </a:lnTo>
                  <a:lnTo>
                    <a:pt x="1653" y="858"/>
                  </a:lnTo>
                  <a:lnTo>
                    <a:pt x="1633" y="754"/>
                  </a:lnTo>
                  <a:lnTo>
                    <a:pt x="1256" y="377"/>
                  </a:lnTo>
                  <a:lnTo>
                    <a:pt x="1235" y="356"/>
                  </a:lnTo>
                  <a:lnTo>
                    <a:pt x="1214" y="314"/>
                  </a:lnTo>
                  <a:lnTo>
                    <a:pt x="1047" y="545"/>
                  </a:lnTo>
                  <a:lnTo>
                    <a:pt x="1005" y="628"/>
                  </a:lnTo>
                  <a:lnTo>
                    <a:pt x="1047" y="858"/>
                  </a:lnTo>
                  <a:lnTo>
                    <a:pt x="1151" y="1172"/>
                  </a:lnTo>
                  <a:lnTo>
                    <a:pt x="1319" y="1256"/>
                  </a:lnTo>
                  <a:lnTo>
                    <a:pt x="1298" y="1402"/>
                  </a:lnTo>
                  <a:lnTo>
                    <a:pt x="1361" y="1591"/>
                  </a:lnTo>
                  <a:lnTo>
                    <a:pt x="1570" y="1612"/>
                  </a:lnTo>
                  <a:lnTo>
                    <a:pt x="1716" y="1737"/>
                  </a:lnTo>
                  <a:lnTo>
                    <a:pt x="3411" y="2260"/>
                  </a:lnTo>
                  <a:lnTo>
                    <a:pt x="4143" y="2260"/>
                  </a:lnTo>
                  <a:lnTo>
                    <a:pt x="2365" y="4039"/>
                  </a:lnTo>
                  <a:lnTo>
                    <a:pt x="1633" y="4039"/>
                  </a:lnTo>
                  <a:lnTo>
                    <a:pt x="1528" y="4122"/>
                  </a:lnTo>
                  <a:lnTo>
                    <a:pt x="1423" y="4122"/>
                  </a:lnTo>
                  <a:lnTo>
                    <a:pt x="1298" y="4206"/>
                  </a:lnTo>
                  <a:lnTo>
                    <a:pt x="1235" y="4311"/>
                  </a:lnTo>
                  <a:lnTo>
                    <a:pt x="1130" y="4394"/>
                  </a:lnTo>
                  <a:lnTo>
                    <a:pt x="984" y="4457"/>
                  </a:lnTo>
                  <a:lnTo>
                    <a:pt x="796" y="4499"/>
                  </a:lnTo>
                  <a:lnTo>
                    <a:pt x="607" y="4562"/>
                  </a:lnTo>
                  <a:lnTo>
                    <a:pt x="565" y="4666"/>
                  </a:lnTo>
                  <a:lnTo>
                    <a:pt x="0" y="5169"/>
                  </a:lnTo>
                  <a:lnTo>
                    <a:pt x="0" y="7449"/>
                  </a:lnTo>
                  <a:lnTo>
                    <a:pt x="419" y="7847"/>
                  </a:lnTo>
                  <a:lnTo>
                    <a:pt x="419" y="7805"/>
                  </a:lnTo>
                  <a:lnTo>
                    <a:pt x="900" y="7261"/>
                  </a:lnTo>
                  <a:lnTo>
                    <a:pt x="942" y="7156"/>
                  </a:lnTo>
                  <a:lnTo>
                    <a:pt x="1089" y="7031"/>
                  </a:lnTo>
                  <a:lnTo>
                    <a:pt x="1193" y="7010"/>
                  </a:lnTo>
                  <a:lnTo>
                    <a:pt x="1235" y="6926"/>
                  </a:lnTo>
                  <a:lnTo>
                    <a:pt x="1298" y="6905"/>
                  </a:lnTo>
                  <a:lnTo>
                    <a:pt x="1633" y="6529"/>
                  </a:lnTo>
                  <a:lnTo>
                    <a:pt x="1716" y="6508"/>
                  </a:lnTo>
                  <a:lnTo>
                    <a:pt x="2093" y="6089"/>
                  </a:lnTo>
                  <a:lnTo>
                    <a:pt x="2302" y="5922"/>
                  </a:lnTo>
                  <a:lnTo>
                    <a:pt x="2469" y="5817"/>
                  </a:lnTo>
                  <a:lnTo>
                    <a:pt x="2658" y="5796"/>
                  </a:lnTo>
                  <a:lnTo>
                    <a:pt x="2930" y="5566"/>
                  </a:lnTo>
                  <a:lnTo>
                    <a:pt x="3558" y="4980"/>
                  </a:lnTo>
                  <a:lnTo>
                    <a:pt x="3871" y="4625"/>
                  </a:lnTo>
                  <a:lnTo>
                    <a:pt x="4060" y="4436"/>
                  </a:lnTo>
                  <a:lnTo>
                    <a:pt x="4081" y="4311"/>
                  </a:lnTo>
                  <a:lnTo>
                    <a:pt x="4478" y="3788"/>
                  </a:lnTo>
                  <a:lnTo>
                    <a:pt x="4478" y="3683"/>
                  </a:lnTo>
                  <a:lnTo>
                    <a:pt x="4687" y="3390"/>
                  </a:lnTo>
                  <a:lnTo>
                    <a:pt x="4708" y="3202"/>
                  </a:lnTo>
                  <a:lnTo>
                    <a:pt x="5022" y="2574"/>
                  </a:lnTo>
                  <a:lnTo>
                    <a:pt x="5106" y="2532"/>
                  </a:lnTo>
                  <a:lnTo>
                    <a:pt x="5064" y="2449"/>
                  </a:lnTo>
                  <a:lnTo>
                    <a:pt x="5064" y="2365"/>
                  </a:lnTo>
                  <a:lnTo>
                    <a:pt x="5190" y="2239"/>
                  </a:lnTo>
                  <a:lnTo>
                    <a:pt x="5231" y="2239"/>
                  </a:lnTo>
                  <a:lnTo>
                    <a:pt x="5315" y="2135"/>
                  </a:lnTo>
                  <a:lnTo>
                    <a:pt x="5441" y="1842"/>
                  </a:lnTo>
                  <a:lnTo>
                    <a:pt x="5650" y="1591"/>
                  </a:lnTo>
                  <a:lnTo>
                    <a:pt x="5650" y="1423"/>
                  </a:lnTo>
                  <a:lnTo>
                    <a:pt x="5692" y="1381"/>
                  </a:lnTo>
                  <a:lnTo>
                    <a:pt x="5713" y="1214"/>
                  </a:lnTo>
                  <a:lnTo>
                    <a:pt x="5650" y="1151"/>
                  </a:lnTo>
                  <a:lnTo>
                    <a:pt x="5734" y="1005"/>
                  </a:lnTo>
                  <a:lnTo>
                    <a:pt x="5796" y="984"/>
                  </a:lnTo>
                  <a:lnTo>
                    <a:pt x="5859" y="984"/>
                  </a:lnTo>
                  <a:lnTo>
                    <a:pt x="5901" y="1005"/>
                  </a:lnTo>
                  <a:lnTo>
                    <a:pt x="5922" y="1005"/>
                  </a:lnTo>
                  <a:lnTo>
                    <a:pt x="5901" y="942"/>
                  </a:lnTo>
                  <a:lnTo>
                    <a:pt x="5838" y="942"/>
                  </a:lnTo>
                  <a:lnTo>
                    <a:pt x="5859" y="963"/>
                  </a:lnTo>
                  <a:lnTo>
                    <a:pt x="5796" y="963"/>
                  </a:lnTo>
                  <a:lnTo>
                    <a:pt x="5817" y="879"/>
                  </a:lnTo>
                  <a:lnTo>
                    <a:pt x="5817" y="775"/>
                  </a:lnTo>
                  <a:lnTo>
                    <a:pt x="5754" y="691"/>
                  </a:lnTo>
                  <a:lnTo>
                    <a:pt x="5817" y="586"/>
                  </a:lnTo>
                  <a:lnTo>
                    <a:pt x="5859" y="545"/>
                  </a:lnTo>
                  <a:lnTo>
                    <a:pt x="5859" y="482"/>
                  </a:lnTo>
                  <a:lnTo>
                    <a:pt x="5796" y="482"/>
                  </a:lnTo>
                  <a:lnTo>
                    <a:pt x="5754" y="440"/>
                  </a:lnTo>
                  <a:lnTo>
                    <a:pt x="5796" y="377"/>
                  </a:lnTo>
                  <a:lnTo>
                    <a:pt x="5796" y="314"/>
                  </a:lnTo>
                  <a:lnTo>
                    <a:pt x="5838" y="210"/>
                  </a:lnTo>
                  <a:lnTo>
                    <a:pt x="5901" y="126"/>
                  </a:lnTo>
                  <a:lnTo>
                    <a:pt x="5859" y="105"/>
                  </a:lnTo>
                  <a:lnTo>
                    <a:pt x="5796" y="105"/>
                  </a:lnTo>
                  <a:lnTo>
                    <a:pt x="5650" y="42"/>
                  </a:lnTo>
                  <a:lnTo>
                    <a:pt x="558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54" name="Google Shape;1654;p60"/>
            <p:cNvSpPr/>
            <p:nvPr/>
          </p:nvSpPr>
          <p:spPr>
            <a:xfrm>
              <a:off x="3978054" y="3108693"/>
              <a:ext cx="57811" cy="66882"/>
            </a:xfrm>
            <a:custGeom>
              <a:avLst/>
              <a:gdLst/>
              <a:ahLst/>
              <a:cxnLst/>
              <a:rect l="l" t="t" r="r" b="b"/>
              <a:pathLst>
                <a:path w="4855" h="5881" extrusionOk="0">
                  <a:moveTo>
                    <a:pt x="984" y="1"/>
                  </a:moveTo>
                  <a:lnTo>
                    <a:pt x="942" y="43"/>
                  </a:lnTo>
                  <a:lnTo>
                    <a:pt x="732" y="252"/>
                  </a:lnTo>
                  <a:lnTo>
                    <a:pt x="607" y="461"/>
                  </a:lnTo>
                  <a:lnTo>
                    <a:pt x="565" y="461"/>
                  </a:lnTo>
                  <a:lnTo>
                    <a:pt x="460" y="566"/>
                  </a:lnTo>
                  <a:lnTo>
                    <a:pt x="398" y="628"/>
                  </a:lnTo>
                  <a:lnTo>
                    <a:pt x="356" y="649"/>
                  </a:lnTo>
                  <a:lnTo>
                    <a:pt x="272" y="754"/>
                  </a:lnTo>
                  <a:lnTo>
                    <a:pt x="293" y="733"/>
                  </a:lnTo>
                  <a:lnTo>
                    <a:pt x="356" y="796"/>
                  </a:lnTo>
                  <a:lnTo>
                    <a:pt x="377" y="963"/>
                  </a:lnTo>
                  <a:lnTo>
                    <a:pt x="419" y="984"/>
                  </a:lnTo>
                  <a:lnTo>
                    <a:pt x="419" y="1089"/>
                  </a:lnTo>
                  <a:lnTo>
                    <a:pt x="502" y="1089"/>
                  </a:lnTo>
                  <a:lnTo>
                    <a:pt x="523" y="1214"/>
                  </a:lnTo>
                  <a:lnTo>
                    <a:pt x="523" y="1361"/>
                  </a:lnTo>
                  <a:lnTo>
                    <a:pt x="670" y="1486"/>
                  </a:lnTo>
                  <a:lnTo>
                    <a:pt x="732" y="1633"/>
                  </a:lnTo>
                  <a:lnTo>
                    <a:pt x="816" y="1696"/>
                  </a:lnTo>
                  <a:lnTo>
                    <a:pt x="900" y="1737"/>
                  </a:lnTo>
                  <a:lnTo>
                    <a:pt x="837" y="1800"/>
                  </a:lnTo>
                  <a:lnTo>
                    <a:pt x="921" y="1884"/>
                  </a:lnTo>
                  <a:lnTo>
                    <a:pt x="942" y="2009"/>
                  </a:lnTo>
                  <a:lnTo>
                    <a:pt x="942" y="2114"/>
                  </a:lnTo>
                  <a:lnTo>
                    <a:pt x="816" y="2261"/>
                  </a:lnTo>
                  <a:lnTo>
                    <a:pt x="816" y="2365"/>
                  </a:lnTo>
                  <a:lnTo>
                    <a:pt x="774" y="2512"/>
                  </a:lnTo>
                  <a:lnTo>
                    <a:pt x="565" y="2512"/>
                  </a:lnTo>
                  <a:lnTo>
                    <a:pt x="565" y="2553"/>
                  </a:lnTo>
                  <a:lnTo>
                    <a:pt x="502" y="2616"/>
                  </a:lnTo>
                  <a:lnTo>
                    <a:pt x="460" y="2721"/>
                  </a:lnTo>
                  <a:lnTo>
                    <a:pt x="377" y="2784"/>
                  </a:lnTo>
                  <a:lnTo>
                    <a:pt x="293" y="2930"/>
                  </a:lnTo>
                  <a:lnTo>
                    <a:pt x="188" y="3056"/>
                  </a:lnTo>
                  <a:lnTo>
                    <a:pt x="168" y="3202"/>
                  </a:lnTo>
                  <a:lnTo>
                    <a:pt x="0" y="3767"/>
                  </a:lnTo>
                  <a:lnTo>
                    <a:pt x="188" y="3767"/>
                  </a:lnTo>
                  <a:lnTo>
                    <a:pt x="2281" y="4981"/>
                  </a:lnTo>
                  <a:lnTo>
                    <a:pt x="2406" y="5169"/>
                  </a:lnTo>
                  <a:lnTo>
                    <a:pt x="2385" y="5253"/>
                  </a:lnTo>
                  <a:lnTo>
                    <a:pt x="2406" y="5294"/>
                  </a:lnTo>
                  <a:lnTo>
                    <a:pt x="2469" y="5378"/>
                  </a:lnTo>
                  <a:lnTo>
                    <a:pt x="3181" y="5880"/>
                  </a:lnTo>
                  <a:lnTo>
                    <a:pt x="3222" y="5880"/>
                  </a:lnTo>
                  <a:lnTo>
                    <a:pt x="3327" y="5818"/>
                  </a:lnTo>
                  <a:lnTo>
                    <a:pt x="3536" y="5546"/>
                  </a:lnTo>
                  <a:lnTo>
                    <a:pt x="3641" y="5357"/>
                  </a:lnTo>
                  <a:lnTo>
                    <a:pt x="3641" y="5232"/>
                  </a:lnTo>
                  <a:lnTo>
                    <a:pt x="3725" y="5085"/>
                  </a:lnTo>
                  <a:lnTo>
                    <a:pt x="3829" y="4939"/>
                  </a:lnTo>
                  <a:lnTo>
                    <a:pt x="3808" y="4918"/>
                  </a:lnTo>
                  <a:lnTo>
                    <a:pt x="3808" y="4855"/>
                  </a:lnTo>
                  <a:lnTo>
                    <a:pt x="3871" y="4750"/>
                  </a:lnTo>
                  <a:lnTo>
                    <a:pt x="3871" y="4730"/>
                  </a:lnTo>
                  <a:lnTo>
                    <a:pt x="3955" y="4709"/>
                  </a:lnTo>
                  <a:lnTo>
                    <a:pt x="4122" y="4709"/>
                  </a:lnTo>
                  <a:lnTo>
                    <a:pt x="4227" y="4541"/>
                  </a:lnTo>
                  <a:lnTo>
                    <a:pt x="4436" y="4458"/>
                  </a:lnTo>
                  <a:lnTo>
                    <a:pt x="4394" y="4416"/>
                  </a:lnTo>
                  <a:lnTo>
                    <a:pt x="4457" y="4332"/>
                  </a:lnTo>
                  <a:lnTo>
                    <a:pt x="4499" y="4332"/>
                  </a:lnTo>
                  <a:lnTo>
                    <a:pt x="4687" y="4102"/>
                  </a:lnTo>
                  <a:lnTo>
                    <a:pt x="4708" y="4081"/>
                  </a:lnTo>
                  <a:lnTo>
                    <a:pt x="4289" y="3683"/>
                  </a:lnTo>
                  <a:lnTo>
                    <a:pt x="4289" y="1403"/>
                  </a:lnTo>
                  <a:lnTo>
                    <a:pt x="4854" y="900"/>
                  </a:lnTo>
                  <a:lnTo>
                    <a:pt x="4687" y="900"/>
                  </a:lnTo>
                  <a:lnTo>
                    <a:pt x="4478" y="942"/>
                  </a:lnTo>
                  <a:lnTo>
                    <a:pt x="4373" y="880"/>
                  </a:lnTo>
                  <a:lnTo>
                    <a:pt x="4289" y="754"/>
                  </a:lnTo>
                  <a:lnTo>
                    <a:pt x="4227" y="733"/>
                  </a:lnTo>
                  <a:lnTo>
                    <a:pt x="3955" y="754"/>
                  </a:lnTo>
                  <a:lnTo>
                    <a:pt x="3913" y="775"/>
                  </a:lnTo>
                  <a:lnTo>
                    <a:pt x="3808" y="775"/>
                  </a:lnTo>
                  <a:lnTo>
                    <a:pt x="3704" y="838"/>
                  </a:lnTo>
                  <a:lnTo>
                    <a:pt x="3641" y="900"/>
                  </a:lnTo>
                  <a:lnTo>
                    <a:pt x="3494" y="1152"/>
                  </a:lnTo>
                  <a:lnTo>
                    <a:pt x="3285" y="1152"/>
                  </a:lnTo>
                  <a:lnTo>
                    <a:pt x="3181" y="1110"/>
                  </a:lnTo>
                  <a:lnTo>
                    <a:pt x="3013" y="1152"/>
                  </a:lnTo>
                  <a:lnTo>
                    <a:pt x="2888" y="1089"/>
                  </a:lnTo>
                  <a:lnTo>
                    <a:pt x="2699" y="1089"/>
                  </a:lnTo>
                  <a:lnTo>
                    <a:pt x="2595" y="1047"/>
                  </a:lnTo>
                  <a:lnTo>
                    <a:pt x="2511" y="942"/>
                  </a:lnTo>
                  <a:lnTo>
                    <a:pt x="2365" y="859"/>
                  </a:lnTo>
                  <a:lnTo>
                    <a:pt x="2134" y="628"/>
                  </a:lnTo>
                  <a:lnTo>
                    <a:pt x="2030" y="545"/>
                  </a:lnTo>
                  <a:lnTo>
                    <a:pt x="1737" y="566"/>
                  </a:lnTo>
                  <a:lnTo>
                    <a:pt x="1611" y="524"/>
                  </a:lnTo>
                  <a:lnTo>
                    <a:pt x="1465" y="566"/>
                  </a:lnTo>
                  <a:lnTo>
                    <a:pt x="1339" y="545"/>
                  </a:lnTo>
                  <a:lnTo>
                    <a:pt x="1256" y="440"/>
                  </a:lnTo>
                  <a:lnTo>
                    <a:pt x="1256" y="105"/>
                  </a:lnTo>
                  <a:lnTo>
                    <a:pt x="1151" y="64"/>
                  </a:lnTo>
                  <a:lnTo>
                    <a:pt x="1046" y="105"/>
                  </a:lnTo>
                  <a:lnTo>
                    <a:pt x="984"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FF6B65"/>
                </a:solidFill>
              </a:endParaRPr>
            </a:p>
          </p:txBody>
        </p:sp>
        <p:sp>
          <p:nvSpPr>
            <p:cNvPr id="1655" name="Google Shape;1655;p60"/>
            <p:cNvSpPr/>
            <p:nvPr/>
          </p:nvSpPr>
          <p:spPr>
            <a:xfrm>
              <a:off x="3963598" y="3151999"/>
              <a:ext cx="5239" cy="11"/>
            </a:xfrm>
            <a:custGeom>
              <a:avLst/>
              <a:gdLst/>
              <a:ahLst/>
              <a:cxnLst/>
              <a:rect l="l" t="t" r="r" b="b"/>
              <a:pathLst>
                <a:path w="440" h="1" extrusionOk="0">
                  <a:moveTo>
                    <a:pt x="1" y="1"/>
                  </a:moveTo>
                  <a:lnTo>
                    <a:pt x="210" y="1"/>
                  </a:lnTo>
                  <a:lnTo>
                    <a:pt x="440" y="1"/>
                  </a:lnTo>
                  <a:lnTo>
                    <a:pt x="2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56" name="Google Shape;1656;p60"/>
            <p:cNvSpPr/>
            <p:nvPr/>
          </p:nvSpPr>
          <p:spPr>
            <a:xfrm>
              <a:off x="3949392" y="3117029"/>
              <a:ext cx="39878" cy="37609"/>
            </a:xfrm>
            <a:custGeom>
              <a:avLst/>
              <a:gdLst/>
              <a:ahLst/>
              <a:cxnLst/>
              <a:rect l="l" t="t" r="r" b="b"/>
              <a:pathLst>
                <a:path w="3349" h="3307" extrusionOk="0">
                  <a:moveTo>
                    <a:pt x="2700" y="0"/>
                  </a:moveTo>
                  <a:lnTo>
                    <a:pt x="2679" y="21"/>
                  </a:lnTo>
                  <a:lnTo>
                    <a:pt x="2554" y="105"/>
                  </a:lnTo>
                  <a:lnTo>
                    <a:pt x="2491" y="209"/>
                  </a:lnTo>
                  <a:lnTo>
                    <a:pt x="2365" y="251"/>
                  </a:lnTo>
                  <a:lnTo>
                    <a:pt x="2240" y="209"/>
                  </a:lnTo>
                  <a:lnTo>
                    <a:pt x="2031" y="230"/>
                  </a:lnTo>
                  <a:lnTo>
                    <a:pt x="1884" y="272"/>
                  </a:lnTo>
                  <a:lnTo>
                    <a:pt x="1779" y="272"/>
                  </a:lnTo>
                  <a:lnTo>
                    <a:pt x="1759" y="314"/>
                  </a:lnTo>
                  <a:lnTo>
                    <a:pt x="1675" y="272"/>
                  </a:lnTo>
                  <a:lnTo>
                    <a:pt x="1612" y="356"/>
                  </a:lnTo>
                  <a:lnTo>
                    <a:pt x="1612" y="440"/>
                  </a:lnTo>
                  <a:lnTo>
                    <a:pt x="1549" y="440"/>
                  </a:lnTo>
                  <a:lnTo>
                    <a:pt x="1403" y="419"/>
                  </a:lnTo>
                  <a:lnTo>
                    <a:pt x="1403" y="314"/>
                  </a:lnTo>
                  <a:lnTo>
                    <a:pt x="1298" y="272"/>
                  </a:lnTo>
                  <a:lnTo>
                    <a:pt x="1215" y="314"/>
                  </a:lnTo>
                  <a:lnTo>
                    <a:pt x="1047" y="251"/>
                  </a:lnTo>
                  <a:lnTo>
                    <a:pt x="942" y="209"/>
                  </a:lnTo>
                  <a:lnTo>
                    <a:pt x="880" y="272"/>
                  </a:lnTo>
                  <a:lnTo>
                    <a:pt x="880" y="356"/>
                  </a:lnTo>
                  <a:lnTo>
                    <a:pt x="901" y="419"/>
                  </a:lnTo>
                  <a:lnTo>
                    <a:pt x="880" y="440"/>
                  </a:lnTo>
                  <a:lnTo>
                    <a:pt x="838" y="544"/>
                  </a:lnTo>
                  <a:lnTo>
                    <a:pt x="796" y="628"/>
                  </a:lnTo>
                  <a:lnTo>
                    <a:pt x="796" y="774"/>
                  </a:lnTo>
                  <a:lnTo>
                    <a:pt x="775" y="984"/>
                  </a:lnTo>
                  <a:lnTo>
                    <a:pt x="733" y="1109"/>
                  </a:lnTo>
                  <a:lnTo>
                    <a:pt x="817" y="1172"/>
                  </a:lnTo>
                  <a:lnTo>
                    <a:pt x="880" y="1256"/>
                  </a:lnTo>
                  <a:lnTo>
                    <a:pt x="922" y="1318"/>
                  </a:lnTo>
                  <a:lnTo>
                    <a:pt x="901" y="1402"/>
                  </a:lnTo>
                  <a:lnTo>
                    <a:pt x="608" y="1800"/>
                  </a:lnTo>
                  <a:lnTo>
                    <a:pt x="419" y="2009"/>
                  </a:lnTo>
                  <a:lnTo>
                    <a:pt x="378" y="2092"/>
                  </a:lnTo>
                  <a:lnTo>
                    <a:pt x="147" y="2511"/>
                  </a:lnTo>
                  <a:lnTo>
                    <a:pt x="106" y="2553"/>
                  </a:lnTo>
                  <a:lnTo>
                    <a:pt x="106" y="2720"/>
                  </a:lnTo>
                  <a:lnTo>
                    <a:pt x="85" y="2929"/>
                  </a:lnTo>
                  <a:lnTo>
                    <a:pt x="1" y="3139"/>
                  </a:lnTo>
                  <a:lnTo>
                    <a:pt x="43" y="3264"/>
                  </a:lnTo>
                  <a:lnTo>
                    <a:pt x="1" y="3285"/>
                  </a:lnTo>
                  <a:lnTo>
                    <a:pt x="43" y="3306"/>
                  </a:lnTo>
                  <a:lnTo>
                    <a:pt x="106" y="3285"/>
                  </a:lnTo>
                  <a:lnTo>
                    <a:pt x="210" y="3201"/>
                  </a:lnTo>
                  <a:lnTo>
                    <a:pt x="273" y="3243"/>
                  </a:lnTo>
                  <a:lnTo>
                    <a:pt x="315" y="3285"/>
                  </a:lnTo>
                  <a:lnTo>
                    <a:pt x="398" y="3285"/>
                  </a:lnTo>
                  <a:lnTo>
                    <a:pt x="461" y="3243"/>
                  </a:lnTo>
                  <a:lnTo>
                    <a:pt x="461" y="3160"/>
                  </a:lnTo>
                  <a:lnTo>
                    <a:pt x="566" y="3160"/>
                  </a:lnTo>
                  <a:lnTo>
                    <a:pt x="566" y="3180"/>
                  </a:lnTo>
                  <a:lnTo>
                    <a:pt x="608" y="3139"/>
                  </a:lnTo>
                  <a:lnTo>
                    <a:pt x="670" y="3139"/>
                  </a:lnTo>
                  <a:lnTo>
                    <a:pt x="712" y="3076"/>
                  </a:lnTo>
                  <a:lnTo>
                    <a:pt x="1633" y="3076"/>
                  </a:lnTo>
                  <a:lnTo>
                    <a:pt x="2407" y="3034"/>
                  </a:lnTo>
                  <a:lnTo>
                    <a:pt x="2575" y="2469"/>
                  </a:lnTo>
                  <a:lnTo>
                    <a:pt x="2595" y="2323"/>
                  </a:lnTo>
                  <a:lnTo>
                    <a:pt x="2700" y="2197"/>
                  </a:lnTo>
                  <a:lnTo>
                    <a:pt x="2784" y="2051"/>
                  </a:lnTo>
                  <a:lnTo>
                    <a:pt x="2867" y="1988"/>
                  </a:lnTo>
                  <a:lnTo>
                    <a:pt x="2909" y="1883"/>
                  </a:lnTo>
                  <a:lnTo>
                    <a:pt x="2972" y="1820"/>
                  </a:lnTo>
                  <a:lnTo>
                    <a:pt x="2972" y="1779"/>
                  </a:lnTo>
                  <a:lnTo>
                    <a:pt x="3181" y="1779"/>
                  </a:lnTo>
                  <a:lnTo>
                    <a:pt x="3223" y="1632"/>
                  </a:lnTo>
                  <a:lnTo>
                    <a:pt x="3223" y="1528"/>
                  </a:lnTo>
                  <a:lnTo>
                    <a:pt x="3349" y="1381"/>
                  </a:lnTo>
                  <a:lnTo>
                    <a:pt x="3349" y="1276"/>
                  </a:lnTo>
                  <a:lnTo>
                    <a:pt x="3328" y="1151"/>
                  </a:lnTo>
                  <a:lnTo>
                    <a:pt x="3244" y="1067"/>
                  </a:lnTo>
                  <a:lnTo>
                    <a:pt x="3307" y="1004"/>
                  </a:lnTo>
                  <a:lnTo>
                    <a:pt x="3223" y="963"/>
                  </a:lnTo>
                  <a:lnTo>
                    <a:pt x="3139" y="900"/>
                  </a:lnTo>
                  <a:lnTo>
                    <a:pt x="3077" y="753"/>
                  </a:lnTo>
                  <a:lnTo>
                    <a:pt x="2930" y="628"/>
                  </a:lnTo>
                  <a:lnTo>
                    <a:pt x="2930" y="481"/>
                  </a:lnTo>
                  <a:lnTo>
                    <a:pt x="2909" y="356"/>
                  </a:lnTo>
                  <a:lnTo>
                    <a:pt x="2826" y="356"/>
                  </a:lnTo>
                  <a:lnTo>
                    <a:pt x="2826" y="251"/>
                  </a:lnTo>
                  <a:lnTo>
                    <a:pt x="2784" y="230"/>
                  </a:lnTo>
                  <a:lnTo>
                    <a:pt x="2763" y="63"/>
                  </a:lnTo>
                  <a:lnTo>
                    <a:pt x="270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57" name="Google Shape;1657;p60"/>
            <p:cNvSpPr/>
            <p:nvPr/>
          </p:nvSpPr>
          <p:spPr>
            <a:xfrm>
              <a:off x="3845999" y="3071334"/>
              <a:ext cx="89711" cy="57841"/>
            </a:xfrm>
            <a:custGeom>
              <a:avLst/>
              <a:gdLst/>
              <a:ahLst/>
              <a:cxnLst/>
              <a:rect l="l" t="t" r="r" b="b"/>
              <a:pathLst>
                <a:path w="7534" h="5086" extrusionOk="0">
                  <a:moveTo>
                    <a:pt x="4750" y="1"/>
                  </a:moveTo>
                  <a:lnTo>
                    <a:pt x="4708" y="64"/>
                  </a:lnTo>
                  <a:lnTo>
                    <a:pt x="4583" y="147"/>
                  </a:lnTo>
                  <a:lnTo>
                    <a:pt x="4499" y="84"/>
                  </a:lnTo>
                  <a:lnTo>
                    <a:pt x="4374" y="84"/>
                  </a:lnTo>
                  <a:lnTo>
                    <a:pt x="4269" y="168"/>
                  </a:lnTo>
                  <a:lnTo>
                    <a:pt x="4123" y="252"/>
                  </a:lnTo>
                  <a:lnTo>
                    <a:pt x="4081" y="315"/>
                  </a:lnTo>
                  <a:lnTo>
                    <a:pt x="4123" y="398"/>
                  </a:lnTo>
                  <a:lnTo>
                    <a:pt x="4039" y="419"/>
                  </a:lnTo>
                  <a:lnTo>
                    <a:pt x="3934" y="587"/>
                  </a:lnTo>
                  <a:lnTo>
                    <a:pt x="3872" y="587"/>
                  </a:lnTo>
                  <a:lnTo>
                    <a:pt x="3830" y="566"/>
                  </a:lnTo>
                  <a:lnTo>
                    <a:pt x="3746" y="670"/>
                  </a:lnTo>
                  <a:lnTo>
                    <a:pt x="3746" y="733"/>
                  </a:lnTo>
                  <a:lnTo>
                    <a:pt x="3662" y="796"/>
                  </a:lnTo>
                  <a:lnTo>
                    <a:pt x="3641" y="900"/>
                  </a:lnTo>
                  <a:lnTo>
                    <a:pt x="3662" y="984"/>
                  </a:lnTo>
                  <a:lnTo>
                    <a:pt x="3641" y="1089"/>
                  </a:lnTo>
                  <a:lnTo>
                    <a:pt x="3537" y="1131"/>
                  </a:lnTo>
                  <a:lnTo>
                    <a:pt x="3432" y="1214"/>
                  </a:lnTo>
                  <a:lnTo>
                    <a:pt x="3202" y="1235"/>
                  </a:lnTo>
                  <a:lnTo>
                    <a:pt x="3035" y="1256"/>
                  </a:lnTo>
                  <a:lnTo>
                    <a:pt x="2909" y="1235"/>
                  </a:lnTo>
                  <a:lnTo>
                    <a:pt x="2804" y="1193"/>
                  </a:lnTo>
                  <a:lnTo>
                    <a:pt x="2679" y="1214"/>
                  </a:lnTo>
                  <a:lnTo>
                    <a:pt x="2595" y="1193"/>
                  </a:lnTo>
                  <a:lnTo>
                    <a:pt x="2511" y="1235"/>
                  </a:lnTo>
                  <a:lnTo>
                    <a:pt x="2491" y="1340"/>
                  </a:lnTo>
                  <a:lnTo>
                    <a:pt x="2595" y="1445"/>
                  </a:lnTo>
                  <a:lnTo>
                    <a:pt x="2658" y="1445"/>
                  </a:lnTo>
                  <a:lnTo>
                    <a:pt x="2679" y="1528"/>
                  </a:lnTo>
                  <a:lnTo>
                    <a:pt x="2511" y="1633"/>
                  </a:lnTo>
                  <a:lnTo>
                    <a:pt x="2449" y="1737"/>
                  </a:lnTo>
                  <a:lnTo>
                    <a:pt x="2281" y="1737"/>
                  </a:lnTo>
                  <a:lnTo>
                    <a:pt x="1947" y="1821"/>
                  </a:lnTo>
                  <a:lnTo>
                    <a:pt x="1821" y="1926"/>
                  </a:lnTo>
                  <a:lnTo>
                    <a:pt x="1633" y="1968"/>
                  </a:lnTo>
                  <a:lnTo>
                    <a:pt x="1507" y="2072"/>
                  </a:lnTo>
                  <a:lnTo>
                    <a:pt x="1403" y="2093"/>
                  </a:lnTo>
                  <a:lnTo>
                    <a:pt x="1340" y="2051"/>
                  </a:lnTo>
                  <a:lnTo>
                    <a:pt x="1298" y="1926"/>
                  </a:lnTo>
                  <a:lnTo>
                    <a:pt x="1235" y="1863"/>
                  </a:lnTo>
                  <a:lnTo>
                    <a:pt x="1151" y="1926"/>
                  </a:lnTo>
                  <a:lnTo>
                    <a:pt x="1151" y="2051"/>
                  </a:lnTo>
                  <a:lnTo>
                    <a:pt x="1110" y="2177"/>
                  </a:lnTo>
                  <a:lnTo>
                    <a:pt x="942" y="2177"/>
                  </a:lnTo>
                  <a:lnTo>
                    <a:pt x="838" y="2198"/>
                  </a:lnTo>
                  <a:lnTo>
                    <a:pt x="733" y="2198"/>
                  </a:lnTo>
                  <a:lnTo>
                    <a:pt x="712" y="2072"/>
                  </a:lnTo>
                  <a:lnTo>
                    <a:pt x="670" y="2030"/>
                  </a:lnTo>
                  <a:lnTo>
                    <a:pt x="670" y="2051"/>
                  </a:lnTo>
                  <a:lnTo>
                    <a:pt x="566" y="2198"/>
                  </a:lnTo>
                  <a:lnTo>
                    <a:pt x="461" y="2240"/>
                  </a:lnTo>
                  <a:lnTo>
                    <a:pt x="398" y="2365"/>
                  </a:lnTo>
                  <a:lnTo>
                    <a:pt x="294" y="2553"/>
                  </a:lnTo>
                  <a:lnTo>
                    <a:pt x="252" y="2679"/>
                  </a:lnTo>
                  <a:lnTo>
                    <a:pt x="147" y="2867"/>
                  </a:lnTo>
                  <a:lnTo>
                    <a:pt x="63" y="2867"/>
                  </a:lnTo>
                  <a:lnTo>
                    <a:pt x="1" y="2930"/>
                  </a:lnTo>
                  <a:lnTo>
                    <a:pt x="42" y="3077"/>
                  </a:lnTo>
                  <a:lnTo>
                    <a:pt x="84" y="3223"/>
                  </a:lnTo>
                  <a:lnTo>
                    <a:pt x="63" y="3349"/>
                  </a:lnTo>
                  <a:lnTo>
                    <a:pt x="84" y="3516"/>
                  </a:lnTo>
                  <a:lnTo>
                    <a:pt x="105" y="3641"/>
                  </a:lnTo>
                  <a:lnTo>
                    <a:pt x="105" y="3872"/>
                  </a:lnTo>
                  <a:lnTo>
                    <a:pt x="168" y="3934"/>
                  </a:lnTo>
                  <a:lnTo>
                    <a:pt x="314" y="4018"/>
                  </a:lnTo>
                  <a:lnTo>
                    <a:pt x="419" y="4123"/>
                  </a:lnTo>
                  <a:lnTo>
                    <a:pt x="461" y="4248"/>
                  </a:lnTo>
                  <a:lnTo>
                    <a:pt x="607" y="4458"/>
                  </a:lnTo>
                  <a:lnTo>
                    <a:pt x="691" y="4604"/>
                  </a:lnTo>
                  <a:lnTo>
                    <a:pt x="775" y="4688"/>
                  </a:lnTo>
                  <a:lnTo>
                    <a:pt x="942" y="4813"/>
                  </a:lnTo>
                  <a:lnTo>
                    <a:pt x="942" y="4960"/>
                  </a:lnTo>
                  <a:lnTo>
                    <a:pt x="942" y="5022"/>
                  </a:lnTo>
                  <a:lnTo>
                    <a:pt x="984" y="5085"/>
                  </a:lnTo>
                  <a:lnTo>
                    <a:pt x="1005" y="5085"/>
                  </a:lnTo>
                  <a:lnTo>
                    <a:pt x="1256" y="4667"/>
                  </a:lnTo>
                  <a:lnTo>
                    <a:pt x="1403" y="4499"/>
                  </a:lnTo>
                  <a:lnTo>
                    <a:pt x="1507" y="4478"/>
                  </a:lnTo>
                  <a:lnTo>
                    <a:pt x="1549" y="4437"/>
                  </a:lnTo>
                  <a:lnTo>
                    <a:pt x="1779" y="4332"/>
                  </a:lnTo>
                  <a:lnTo>
                    <a:pt x="1884" y="4353"/>
                  </a:lnTo>
                  <a:lnTo>
                    <a:pt x="1947" y="4290"/>
                  </a:lnTo>
                  <a:lnTo>
                    <a:pt x="2135" y="4290"/>
                  </a:lnTo>
                  <a:lnTo>
                    <a:pt x="2156" y="4353"/>
                  </a:lnTo>
                  <a:lnTo>
                    <a:pt x="2260" y="4395"/>
                  </a:lnTo>
                  <a:lnTo>
                    <a:pt x="2302" y="4374"/>
                  </a:lnTo>
                  <a:lnTo>
                    <a:pt x="2386" y="4353"/>
                  </a:lnTo>
                  <a:lnTo>
                    <a:pt x="2386" y="4269"/>
                  </a:lnTo>
                  <a:lnTo>
                    <a:pt x="2407" y="4185"/>
                  </a:lnTo>
                  <a:lnTo>
                    <a:pt x="2470" y="4144"/>
                  </a:lnTo>
                  <a:lnTo>
                    <a:pt x="2365" y="4018"/>
                  </a:lnTo>
                  <a:lnTo>
                    <a:pt x="2365" y="3955"/>
                  </a:lnTo>
                  <a:lnTo>
                    <a:pt x="2449" y="3955"/>
                  </a:lnTo>
                  <a:lnTo>
                    <a:pt x="2491" y="3913"/>
                  </a:lnTo>
                  <a:lnTo>
                    <a:pt x="2491" y="3851"/>
                  </a:lnTo>
                  <a:lnTo>
                    <a:pt x="2553" y="3767"/>
                  </a:lnTo>
                  <a:lnTo>
                    <a:pt x="2553" y="3704"/>
                  </a:lnTo>
                  <a:lnTo>
                    <a:pt x="2595" y="3662"/>
                  </a:lnTo>
                  <a:lnTo>
                    <a:pt x="2679" y="3662"/>
                  </a:lnTo>
                  <a:lnTo>
                    <a:pt x="2763" y="3558"/>
                  </a:lnTo>
                  <a:lnTo>
                    <a:pt x="2867" y="3600"/>
                  </a:lnTo>
                  <a:lnTo>
                    <a:pt x="2867" y="3537"/>
                  </a:lnTo>
                  <a:lnTo>
                    <a:pt x="2930" y="3537"/>
                  </a:lnTo>
                  <a:lnTo>
                    <a:pt x="3014" y="3600"/>
                  </a:lnTo>
                  <a:lnTo>
                    <a:pt x="3076" y="3621"/>
                  </a:lnTo>
                  <a:lnTo>
                    <a:pt x="3244" y="3746"/>
                  </a:lnTo>
                  <a:lnTo>
                    <a:pt x="3327" y="3767"/>
                  </a:lnTo>
                  <a:lnTo>
                    <a:pt x="3495" y="3913"/>
                  </a:lnTo>
                  <a:lnTo>
                    <a:pt x="3516" y="3955"/>
                  </a:lnTo>
                  <a:lnTo>
                    <a:pt x="3641" y="3934"/>
                  </a:lnTo>
                  <a:lnTo>
                    <a:pt x="3767" y="4018"/>
                  </a:lnTo>
                  <a:lnTo>
                    <a:pt x="3913" y="4018"/>
                  </a:lnTo>
                  <a:lnTo>
                    <a:pt x="3976" y="4039"/>
                  </a:lnTo>
                  <a:lnTo>
                    <a:pt x="4060" y="3976"/>
                  </a:lnTo>
                  <a:lnTo>
                    <a:pt x="4144" y="3976"/>
                  </a:lnTo>
                  <a:lnTo>
                    <a:pt x="4248" y="4039"/>
                  </a:lnTo>
                  <a:lnTo>
                    <a:pt x="4374" y="4060"/>
                  </a:lnTo>
                  <a:lnTo>
                    <a:pt x="4436" y="4081"/>
                  </a:lnTo>
                  <a:lnTo>
                    <a:pt x="4562" y="4060"/>
                  </a:lnTo>
                  <a:lnTo>
                    <a:pt x="4583" y="4018"/>
                  </a:lnTo>
                  <a:lnTo>
                    <a:pt x="4541" y="3955"/>
                  </a:lnTo>
                  <a:lnTo>
                    <a:pt x="4499" y="3913"/>
                  </a:lnTo>
                  <a:lnTo>
                    <a:pt x="4604" y="3809"/>
                  </a:lnTo>
                  <a:lnTo>
                    <a:pt x="4688" y="3704"/>
                  </a:lnTo>
                  <a:lnTo>
                    <a:pt x="4792" y="3704"/>
                  </a:lnTo>
                  <a:lnTo>
                    <a:pt x="4897" y="3725"/>
                  </a:lnTo>
                  <a:lnTo>
                    <a:pt x="4980" y="3809"/>
                  </a:lnTo>
                  <a:lnTo>
                    <a:pt x="5064" y="3767"/>
                  </a:lnTo>
                  <a:lnTo>
                    <a:pt x="5294" y="3746"/>
                  </a:lnTo>
                  <a:lnTo>
                    <a:pt x="5336" y="3704"/>
                  </a:lnTo>
                  <a:lnTo>
                    <a:pt x="5420" y="3641"/>
                  </a:lnTo>
                  <a:lnTo>
                    <a:pt x="5650" y="3537"/>
                  </a:lnTo>
                  <a:lnTo>
                    <a:pt x="5734" y="3558"/>
                  </a:lnTo>
                  <a:lnTo>
                    <a:pt x="5755" y="3600"/>
                  </a:lnTo>
                  <a:lnTo>
                    <a:pt x="5796" y="3600"/>
                  </a:lnTo>
                  <a:lnTo>
                    <a:pt x="5817" y="3662"/>
                  </a:lnTo>
                  <a:lnTo>
                    <a:pt x="5859" y="3662"/>
                  </a:lnTo>
                  <a:lnTo>
                    <a:pt x="5943" y="3621"/>
                  </a:lnTo>
                  <a:lnTo>
                    <a:pt x="6068" y="3621"/>
                  </a:lnTo>
                  <a:lnTo>
                    <a:pt x="6152" y="3600"/>
                  </a:lnTo>
                  <a:lnTo>
                    <a:pt x="6236" y="3600"/>
                  </a:lnTo>
                  <a:lnTo>
                    <a:pt x="6320" y="3495"/>
                  </a:lnTo>
                  <a:lnTo>
                    <a:pt x="6278" y="3453"/>
                  </a:lnTo>
                  <a:lnTo>
                    <a:pt x="6278" y="3411"/>
                  </a:lnTo>
                  <a:lnTo>
                    <a:pt x="6361" y="3411"/>
                  </a:lnTo>
                  <a:lnTo>
                    <a:pt x="6445" y="3453"/>
                  </a:lnTo>
                  <a:lnTo>
                    <a:pt x="6633" y="3453"/>
                  </a:lnTo>
                  <a:lnTo>
                    <a:pt x="6675" y="3495"/>
                  </a:lnTo>
                  <a:lnTo>
                    <a:pt x="6759" y="3516"/>
                  </a:lnTo>
                  <a:lnTo>
                    <a:pt x="6843" y="3558"/>
                  </a:lnTo>
                  <a:lnTo>
                    <a:pt x="7073" y="3558"/>
                  </a:lnTo>
                  <a:lnTo>
                    <a:pt x="7094" y="3600"/>
                  </a:lnTo>
                  <a:lnTo>
                    <a:pt x="7282" y="3516"/>
                  </a:lnTo>
                  <a:lnTo>
                    <a:pt x="7408" y="3516"/>
                  </a:lnTo>
                  <a:lnTo>
                    <a:pt x="7512" y="3558"/>
                  </a:lnTo>
                  <a:lnTo>
                    <a:pt x="7533" y="3600"/>
                  </a:lnTo>
                  <a:lnTo>
                    <a:pt x="7533" y="3558"/>
                  </a:lnTo>
                  <a:lnTo>
                    <a:pt x="7491" y="3495"/>
                  </a:lnTo>
                  <a:lnTo>
                    <a:pt x="7387" y="3432"/>
                  </a:lnTo>
                  <a:lnTo>
                    <a:pt x="7303" y="3390"/>
                  </a:lnTo>
                  <a:lnTo>
                    <a:pt x="7303" y="3202"/>
                  </a:lnTo>
                  <a:lnTo>
                    <a:pt x="7303" y="3139"/>
                  </a:lnTo>
                  <a:lnTo>
                    <a:pt x="7219" y="3077"/>
                  </a:lnTo>
                  <a:lnTo>
                    <a:pt x="7010" y="3035"/>
                  </a:lnTo>
                  <a:lnTo>
                    <a:pt x="6968" y="2972"/>
                  </a:lnTo>
                  <a:lnTo>
                    <a:pt x="6989" y="2867"/>
                  </a:lnTo>
                  <a:lnTo>
                    <a:pt x="6947" y="2805"/>
                  </a:lnTo>
                  <a:lnTo>
                    <a:pt x="6843" y="2784"/>
                  </a:lnTo>
                  <a:lnTo>
                    <a:pt x="6780" y="2721"/>
                  </a:lnTo>
                  <a:lnTo>
                    <a:pt x="6759" y="2553"/>
                  </a:lnTo>
                  <a:lnTo>
                    <a:pt x="6738" y="2491"/>
                  </a:lnTo>
                  <a:lnTo>
                    <a:pt x="6550" y="2365"/>
                  </a:lnTo>
                  <a:lnTo>
                    <a:pt x="6487" y="2386"/>
                  </a:lnTo>
                  <a:lnTo>
                    <a:pt x="6382" y="2344"/>
                  </a:lnTo>
                  <a:lnTo>
                    <a:pt x="6361" y="2365"/>
                  </a:lnTo>
                  <a:lnTo>
                    <a:pt x="6257" y="2344"/>
                  </a:lnTo>
                  <a:lnTo>
                    <a:pt x="6131" y="2240"/>
                  </a:lnTo>
                  <a:lnTo>
                    <a:pt x="6173" y="2177"/>
                  </a:lnTo>
                  <a:lnTo>
                    <a:pt x="6215" y="2135"/>
                  </a:lnTo>
                  <a:lnTo>
                    <a:pt x="6278" y="2072"/>
                  </a:lnTo>
                  <a:lnTo>
                    <a:pt x="6320" y="1989"/>
                  </a:lnTo>
                  <a:lnTo>
                    <a:pt x="6257" y="1926"/>
                  </a:lnTo>
                  <a:lnTo>
                    <a:pt x="6152" y="1926"/>
                  </a:lnTo>
                  <a:lnTo>
                    <a:pt x="6048" y="1863"/>
                  </a:lnTo>
                  <a:lnTo>
                    <a:pt x="6006" y="1779"/>
                  </a:lnTo>
                  <a:lnTo>
                    <a:pt x="5922" y="1737"/>
                  </a:lnTo>
                  <a:lnTo>
                    <a:pt x="5817" y="1737"/>
                  </a:lnTo>
                  <a:lnTo>
                    <a:pt x="5692" y="1654"/>
                  </a:lnTo>
                  <a:lnTo>
                    <a:pt x="5608" y="1612"/>
                  </a:lnTo>
                  <a:lnTo>
                    <a:pt x="5587" y="1465"/>
                  </a:lnTo>
                  <a:lnTo>
                    <a:pt x="5629" y="1403"/>
                  </a:lnTo>
                  <a:lnTo>
                    <a:pt x="5545" y="1361"/>
                  </a:lnTo>
                  <a:lnTo>
                    <a:pt x="5399" y="1361"/>
                  </a:lnTo>
                  <a:lnTo>
                    <a:pt x="5336" y="1424"/>
                  </a:lnTo>
                  <a:lnTo>
                    <a:pt x="5211" y="1424"/>
                  </a:lnTo>
                  <a:lnTo>
                    <a:pt x="5106" y="1340"/>
                  </a:lnTo>
                  <a:lnTo>
                    <a:pt x="5106" y="1152"/>
                  </a:lnTo>
                  <a:lnTo>
                    <a:pt x="5169" y="1047"/>
                  </a:lnTo>
                  <a:lnTo>
                    <a:pt x="5190" y="1005"/>
                  </a:lnTo>
                  <a:lnTo>
                    <a:pt x="5211" y="880"/>
                  </a:lnTo>
                  <a:lnTo>
                    <a:pt x="5190" y="796"/>
                  </a:lnTo>
                  <a:lnTo>
                    <a:pt x="5085" y="566"/>
                  </a:lnTo>
                  <a:lnTo>
                    <a:pt x="4918" y="377"/>
                  </a:lnTo>
                  <a:lnTo>
                    <a:pt x="4897" y="294"/>
                  </a:lnTo>
                  <a:lnTo>
                    <a:pt x="4771" y="189"/>
                  </a:lnTo>
                  <a:lnTo>
                    <a:pt x="4813" y="168"/>
                  </a:lnTo>
                  <a:lnTo>
                    <a:pt x="4813" y="84"/>
                  </a:lnTo>
                  <a:lnTo>
                    <a:pt x="475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58" name="Google Shape;1658;p60"/>
            <p:cNvSpPr/>
            <p:nvPr/>
          </p:nvSpPr>
          <p:spPr>
            <a:xfrm>
              <a:off x="3809372" y="2919523"/>
              <a:ext cx="106405" cy="94483"/>
            </a:xfrm>
            <a:custGeom>
              <a:avLst/>
              <a:gdLst/>
              <a:ahLst/>
              <a:cxnLst/>
              <a:rect l="l" t="t" r="r" b="b"/>
              <a:pathLst>
                <a:path w="8936" h="8308" extrusionOk="0">
                  <a:moveTo>
                    <a:pt x="1068" y="1"/>
                  </a:moveTo>
                  <a:lnTo>
                    <a:pt x="1047" y="42"/>
                  </a:lnTo>
                  <a:lnTo>
                    <a:pt x="1089" y="252"/>
                  </a:lnTo>
                  <a:lnTo>
                    <a:pt x="1152" y="314"/>
                  </a:lnTo>
                  <a:lnTo>
                    <a:pt x="1026" y="482"/>
                  </a:lnTo>
                  <a:lnTo>
                    <a:pt x="670" y="691"/>
                  </a:lnTo>
                  <a:lnTo>
                    <a:pt x="670" y="775"/>
                  </a:lnTo>
                  <a:lnTo>
                    <a:pt x="566" y="900"/>
                  </a:lnTo>
                  <a:lnTo>
                    <a:pt x="440" y="900"/>
                  </a:lnTo>
                  <a:lnTo>
                    <a:pt x="357" y="963"/>
                  </a:lnTo>
                  <a:lnTo>
                    <a:pt x="357" y="1047"/>
                  </a:lnTo>
                  <a:lnTo>
                    <a:pt x="336" y="1109"/>
                  </a:lnTo>
                  <a:lnTo>
                    <a:pt x="398" y="1298"/>
                  </a:lnTo>
                  <a:lnTo>
                    <a:pt x="398" y="1423"/>
                  </a:lnTo>
                  <a:lnTo>
                    <a:pt x="357" y="1465"/>
                  </a:lnTo>
                  <a:lnTo>
                    <a:pt x="357" y="1507"/>
                  </a:lnTo>
                  <a:lnTo>
                    <a:pt x="336" y="1570"/>
                  </a:lnTo>
                  <a:lnTo>
                    <a:pt x="294" y="1674"/>
                  </a:lnTo>
                  <a:lnTo>
                    <a:pt x="189" y="1716"/>
                  </a:lnTo>
                  <a:lnTo>
                    <a:pt x="147" y="1737"/>
                  </a:lnTo>
                  <a:lnTo>
                    <a:pt x="85" y="1737"/>
                  </a:lnTo>
                  <a:lnTo>
                    <a:pt x="22" y="1800"/>
                  </a:lnTo>
                  <a:lnTo>
                    <a:pt x="22" y="2009"/>
                  </a:lnTo>
                  <a:lnTo>
                    <a:pt x="85" y="2030"/>
                  </a:lnTo>
                  <a:lnTo>
                    <a:pt x="147" y="2156"/>
                  </a:lnTo>
                  <a:lnTo>
                    <a:pt x="147" y="2553"/>
                  </a:lnTo>
                  <a:lnTo>
                    <a:pt x="189" y="2762"/>
                  </a:lnTo>
                  <a:lnTo>
                    <a:pt x="189" y="2825"/>
                  </a:lnTo>
                  <a:lnTo>
                    <a:pt x="189" y="3139"/>
                  </a:lnTo>
                  <a:lnTo>
                    <a:pt x="252" y="3286"/>
                  </a:lnTo>
                  <a:lnTo>
                    <a:pt x="210" y="3599"/>
                  </a:lnTo>
                  <a:lnTo>
                    <a:pt x="189" y="3662"/>
                  </a:lnTo>
                  <a:lnTo>
                    <a:pt x="231" y="3788"/>
                  </a:lnTo>
                  <a:lnTo>
                    <a:pt x="252" y="3997"/>
                  </a:lnTo>
                  <a:lnTo>
                    <a:pt x="210" y="4081"/>
                  </a:lnTo>
                  <a:lnTo>
                    <a:pt x="85" y="4185"/>
                  </a:lnTo>
                  <a:lnTo>
                    <a:pt x="43" y="4227"/>
                  </a:lnTo>
                  <a:lnTo>
                    <a:pt x="1" y="4290"/>
                  </a:lnTo>
                  <a:lnTo>
                    <a:pt x="85" y="4353"/>
                  </a:lnTo>
                  <a:lnTo>
                    <a:pt x="210" y="4541"/>
                  </a:lnTo>
                  <a:lnTo>
                    <a:pt x="315" y="4771"/>
                  </a:lnTo>
                  <a:lnTo>
                    <a:pt x="357" y="4813"/>
                  </a:lnTo>
                  <a:lnTo>
                    <a:pt x="398" y="4938"/>
                  </a:lnTo>
                  <a:lnTo>
                    <a:pt x="357" y="5022"/>
                  </a:lnTo>
                  <a:lnTo>
                    <a:pt x="398" y="5169"/>
                  </a:lnTo>
                  <a:lnTo>
                    <a:pt x="440" y="5252"/>
                  </a:lnTo>
                  <a:lnTo>
                    <a:pt x="461" y="5357"/>
                  </a:lnTo>
                  <a:lnTo>
                    <a:pt x="545" y="5441"/>
                  </a:lnTo>
                  <a:lnTo>
                    <a:pt x="984" y="5441"/>
                  </a:lnTo>
                  <a:lnTo>
                    <a:pt x="1089" y="5503"/>
                  </a:lnTo>
                  <a:lnTo>
                    <a:pt x="1173" y="5650"/>
                  </a:lnTo>
                  <a:lnTo>
                    <a:pt x="1277" y="5880"/>
                  </a:lnTo>
                  <a:lnTo>
                    <a:pt x="1340" y="5922"/>
                  </a:lnTo>
                  <a:lnTo>
                    <a:pt x="1403" y="6006"/>
                  </a:lnTo>
                  <a:lnTo>
                    <a:pt x="1486" y="6089"/>
                  </a:lnTo>
                  <a:lnTo>
                    <a:pt x="2491" y="6319"/>
                  </a:lnTo>
                  <a:lnTo>
                    <a:pt x="2595" y="6424"/>
                  </a:lnTo>
                  <a:lnTo>
                    <a:pt x="3118" y="6215"/>
                  </a:lnTo>
                  <a:lnTo>
                    <a:pt x="3746" y="5964"/>
                  </a:lnTo>
                  <a:lnTo>
                    <a:pt x="8391" y="8307"/>
                  </a:lnTo>
                  <a:lnTo>
                    <a:pt x="8391" y="8098"/>
                  </a:lnTo>
                  <a:lnTo>
                    <a:pt x="8935" y="8056"/>
                  </a:lnTo>
                  <a:lnTo>
                    <a:pt x="8705" y="2344"/>
                  </a:lnTo>
                  <a:lnTo>
                    <a:pt x="8621" y="2051"/>
                  </a:lnTo>
                  <a:lnTo>
                    <a:pt x="8580" y="1905"/>
                  </a:lnTo>
                  <a:lnTo>
                    <a:pt x="8621" y="1716"/>
                  </a:lnTo>
                  <a:lnTo>
                    <a:pt x="8705" y="1507"/>
                  </a:lnTo>
                  <a:lnTo>
                    <a:pt x="8705" y="1381"/>
                  </a:lnTo>
                  <a:lnTo>
                    <a:pt x="8663" y="1214"/>
                  </a:lnTo>
                  <a:lnTo>
                    <a:pt x="8705" y="984"/>
                  </a:lnTo>
                  <a:lnTo>
                    <a:pt x="8726" y="879"/>
                  </a:lnTo>
                  <a:lnTo>
                    <a:pt x="8684" y="733"/>
                  </a:lnTo>
                  <a:lnTo>
                    <a:pt x="8600" y="649"/>
                  </a:lnTo>
                  <a:lnTo>
                    <a:pt x="8496" y="628"/>
                  </a:lnTo>
                  <a:lnTo>
                    <a:pt x="8391" y="649"/>
                  </a:lnTo>
                  <a:lnTo>
                    <a:pt x="7994" y="586"/>
                  </a:lnTo>
                  <a:lnTo>
                    <a:pt x="7931" y="524"/>
                  </a:lnTo>
                  <a:lnTo>
                    <a:pt x="7764" y="524"/>
                  </a:lnTo>
                  <a:lnTo>
                    <a:pt x="7575" y="461"/>
                  </a:lnTo>
                  <a:lnTo>
                    <a:pt x="7533" y="377"/>
                  </a:lnTo>
                  <a:lnTo>
                    <a:pt x="7575" y="356"/>
                  </a:lnTo>
                  <a:lnTo>
                    <a:pt x="7554" y="314"/>
                  </a:lnTo>
                  <a:lnTo>
                    <a:pt x="7324" y="168"/>
                  </a:lnTo>
                  <a:lnTo>
                    <a:pt x="7199" y="168"/>
                  </a:lnTo>
                  <a:lnTo>
                    <a:pt x="7010" y="126"/>
                  </a:lnTo>
                  <a:lnTo>
                    <a:pt x="6948" y="105"/>
                  </a:lnTo>
                  <a:lnTo>
                    <a:pt x="6885" y="147"/>
                  </a:lnTo>
                  <a:lnTo>
                    <a:pt x="6780" y="63"/>
                  </a:lnTo>
                  <a:lnTo>
                    <a:pt x="6717" y="63"/>
                  </a:lnTo>
                  <a:lnTo>
                    <a:pt x="6529" y="168"/>
                  </a:lnTo>
                  <a:lnTo>
                    <a:pt x="6257" y="210"/>
                  </a:lnTo>
                  <a:lnTo>
                    <a:pt x="6006" y="314"/>
                  </a:lnTo>
                  <a:lnTo>
                    <a:pt x="5880" y="440"/>
                  </a:lnTo>
                  <a:lnTo>
                    <a:pt x="5839" y="586"/>
                  </a:lnTo>
                  <a:lnTo>
                    <a:pt x="5776" y="670"/>
                  </a:lnTo>
                  <a:lnTo>
                    <a:pt x="5755" y="963"/>
                  </a:lnTo>
                  <a:lnTo>
                    <a:pt x="5859" y="1109"/>
                  </a:lnTo>
                  <a:lnTo>
                    <a:pt x="5943" y="1361"/>
                  </a:lnTo>
                  <a:lnTo>
                    <a:pt x="5880" y="1486"/>
                  </a:lnTo>
                  <a:lnTo>
                    <a:pt x="5734" y="1633"/>
                  </a:lnTo>
                  <a:lnTo>
                    <a:pt x="5692" y="1695"/>
                  </a:lnTo>
                  <a:lnTo>
                    <a:pt x="5525" y="1842"/>
                  </a:lnTo>
                  <a:lnTo>
                    <a:pt x="5378" y="1905"/>
                  </a:lnTo>
                  <a:lnTo>
                    <a:pt x="5148" y="1800"/>
                  </a:lnTo>
                  <a:lnTo>
                    <a:pt x="4918" y="1612"/>
                  </a:lnTo>
                  <a:lnTo>
                    <a:pt x="4730" y="1486"/>
                  </a:lnTo>
                  <a:lnTo>
                    <a:pt x="4479" y="1319"/>
                  </a:lnTo>
                  <a:lnTo>
                    <a:pt x="4060" y="1172"/>
                  </a:lnTo>
                  <a:lnTo>
                    <a:pt x="3872" y="1151"/>
                  </a:lnTo>
                  <a:lnTo>
                    <a:pt x="3788" y="1172"/>
                  </a:lnTo>
                  <a:lnTo>
                    <a:pt x="3579" y="1172"/>
                  </a:lnTo>
                  <a:lnTo>
                    <a:pt x="3390" y="1068"/>
                  </a:lnTo>
                  <a:lnTo>
                    <a:pt x="3223" y="733"/>
                  </a:lnTo>
                  <a:lnTo>
                    <a:pt x="3223" y="545"/>
                  </a:lnTo>
                  <a:lnTo>
                    <a:pt x="3056" y="356"/>
                  </a:lnTo>
                  <a:lnTo>
                    <a:pt x="2700" y="314"/>
                  </a:lnTo>
                  <a:lnTo>
                    <a:pt x="2512" y="168"/>
                  </a:lnTo>
                  <a:lnTo>
                    <a:pt x="2198" y="168"/>
                  </a:lnTo>
                  <a:lnTo>
                    <a:pt x="2010" y="105"/>
                  </a:lnTo>
                  <a:lnTo>
                    <a:pt x="1591" y="168"/>
                  </a:lnTo>
                  <a:lnTo>
                    <a:pt x="1298" y="126"/>
                  </a:lnTo>
                  <a:lnTo>
                    <a:pt x="1194" y="21"/>
                  </a:lnTo>
                  <a:lnTo>
                    <a:pt x="106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59" name="Google Shape;1659;p60"/>
            <p:cNvSpPr/>
            <p:nvPr/>
          </p:nvSpPr>
          <p:spPr>
            <a:xfrm>
              <a:off x="3795917" y="2888589"/>
              <a:ext cx="27173" cy="50699"/>
            </a:xfrm>
            <a:custGeom>
              <a:avLst/>
              <a:gdLst/>
              <a:ahLst/>
              <a:cxnLst/>
              <a:rect l="l" t="t" r="r" b="b"/>
              <a:pathLst>
                <a:path w="2282" h="4458" extrusionOk="0">
                  <a:moveTo>
                    <a:pt x="1235" y="0"/>
                  </a:moveTo>
                  <a:lnTo>
                    <a:pt x="1110" y="21"/>
                  </a:lnTo>
                  <a:lnTo>
                    <a:pt x="1110" y="105"/>
                  </a:lnTo>
                  <a:lnTo>
                    <a:pt x="1026" y="21"/>
                  </a:lnTo>
                  <a:lnTo>
                    <a:pt x="859" y="42"/>
                  </a:lnTo>
                  <a:lnTo>
                    <a:pt x="650" y="147"/>
                  </a:lnTo>
                  <a:lnTo>
                    <a:pt x="524" y="272"/>
                  </a:lnTo>
                  <a:lnTo>
                    <a:pt x="503" y="356"/>
                  </a:lnTo>
                  <a:lnTo>
                    <a:pt x="524" y="440"/>
                  </a:lnTo>
                  <a:lnTo>
                    <a:pt x="503" y="586"/>
                  </a:lnTo>
                  <a:lnTo>
                    <a:pt x="503" y="775"/>
                  </a:lnTo>
                  <a:lnTo>
                    <a:pt x="399" y="1047"/>
                  </a:lnTo>
                  <a:lnTo>
                    <a:pt x="440" y="1193"/>
                  </a:lnTo>
                  <a:lnTo>
                    <a:pt x="503" y="1298"/>
                  </a:lnTo>
                  <a:lnTo>
                    <a:pt x="524" y="1319"/>
                  </a:lnTo>
                  <a:lnTo>
                    <a:pt x="482" y="1381"/>
                  </a:lnTo>
                  <a:lnTo>
                    <a:pt x="419" y="1465"/>
                  </a:lnTo>
                  <a:lnTo>
                    <a:pt x="503" y="1528"/>
                  </a:lnTo>
                  <a:lnTo>
                    <a:pt x="440" y="1591"/>
                  </a:lnTo>
                  <a:lnTo>
                    <a:pt x="419" y="1800"/>
                  </a:lnTo>
                  <a:lnTo>
                    <a:pt x="336" y="1842"/>
                  </a:lnTo>
                  <a:lnTo>
                    <a:pt x="294" y="1925"/>
                  </a:lnTo>
                  <a:lnTo>
                    <a:pt x="210" y="1946"/>
                  </a:lnTo>
                  <a:lnTo>
                    <a:pt x="85" y="2114"/>
                  </a:lnTo>
                  <a:lnTo>
                    <a:pt x="1" y="2365"/>
                  </a:lnTo>
                  <a:lnTo>
                    <a:pt x="64" y="2407"/>
                  </a:lnTo>
                  <a:lnTo>
                    <a:pt x="106" y="2553"/>
                  </a:lnTo>
                  <a:lnTo>
                    <a:pt x="85" y="2616"/>
                  </a:lnTo>
                  <a:lnTo>
                    <a:pt x="168" y="2741"/>
                  </a:lnTo>
                  <a:lnTo>
                    <a:pt x="210" y="2741"/>
                  </a:lnTo>
                  <a:lnTo>
                    <a:pt x="399" y="2888"/>
                  </a:lnTo>
                  <a:lnTo>
                    <a:pt x="419" y="3034"/>
                  </a:lnTo>
                  <a:lnTo>
                    <a:pt x="545" y="3076"/>
                  </a:lnTo>
                  <a:lnTo>
                    <a:pt x="608" y="3139"/>
                  </a:lnTo>
                  <a:lnTo>
                    <a:pt x="712" y="3160"/>
                  </a:lnTo>
                  <a:lnTo>
                    <a:pt x="838" y="3306"/>
                  </a:lnTo>
                  <a:lnTo>
                    <a:pt x="1215" y="4457"/>
                  </a:lnTo>
                  <a:lnTo>
                    <a:pt x="1277" y="4457"/>
                  </a:lnTo>
                  <a:lnTo>
                    <a:pt x="1319" y="4436"/>
                  </a:lnTo>
                  <a:lnTo>
                    <a:pt x="1424" y="4394"/>
                  </a:lnTo>
                  <a:lnTo>
                    <a:pt x="1466" y="4290"/>
                  </a:lnTo>
                  <a:lnTo>
                    <a:pt x="1487" y="4227"/>
                  </a:lnTo>
                  <a:lnTo>
                    <a:pt x="1487" y="4185"/>
                  </a:lnTo>
                  <a:lnTo>
                    <a:pt x="1528" y="4143"/>
                  </a:lnTo>
                  <a:lnTo>
                    <a:pt x="1528" y="4018"/>
                  </a:lnTo>
                  <a:lnTo>
                    <a:pt x="1466" y="3829"/>
                  </a:lnTo>
                  <a:lnTo>
                    <a:pt x="1487" y="3767"/>
                  </a:lnTo>
                  <a:lnTo>
                    <a:pt x="1487" y="3683"/>
                  </a:lnTo>
                  <a:lnTo>
                    <a:pt x="1570" y="3620"/>
                  </a:lnTo>
                  <a:lnTo>
                    <a:pt x="1696" y="3620"/>
                  </a:lnTo>
                  <a:lnTo>
                    <a:pt x="1800" y="3495"/>
                  </a:lnTo>
                  <a:lnTo>
                    <a:pt x="1800" y="3411"/>
                  </a:lnTo>
                  <a:lnTo>
                    <a:pt x="2156" y="3202"/>
                  </a:lnTo>
                  <a:lnTo>
                    <a:pt x="2282" y="3034"/>
                  </a:lnTo>
                  <a:lnTo>
                    <a:pt x="2219" y="2972"/>
                  </a:lnTo>
                  <a:lnTo>
                    <a:pt x="2177" y="2762"/>
                  </a:lnTo>
                  <a:lnTo>
                    <a:pt x="2198" y="2721"/>
                  </a:lnTo>
                  <a:lnTo>
                    <a:pt x="2156" y="2679"/>
                  </a:lnTo>
                  <a:lnTo>
                    <a:pt x="1968" y="2574"/>
                  </a:lnTo>
                  <a:lnTo>
                    <a:pt x="1947" y="2532"/>
                  </a:lnTo>
                  <a:lnTo>
                    <a:pt x="1947" y="2448"/>
                  </a:lnTo>
                  <a:lnTo>
                    <a:pt x="1863" y="2407"/>
                  </a:lnTo>
                  <a:lnTo>
                    <a:pt x="1842" y="2428"/>
                  </a:lnTo>
                  <a:lnTo>
                    <a:pt x="1842" y="2469"/>
                  </a:lnTo>
                  <a:lnTo>
                    <a:pt x="1779" y="2511"/>
                  </a:lnTo>
                  <a:lnTo>
                    <a:pt x="1696" y="2469"/>
                  </a:lnTo>
                  <a:lnTo>
                    <a:pt x="1675" y="2365"/>
                  </a:lnTo>
                  <a:lnTo>
                    <a:pt x="1591" y="2407"/>
                  </a:lnTo>
                  <a:lnTo>
                    <a:pt x="1424" y="2260"/>
                  </a:lnTo>
                  <a:lnTo>
                    <a:pt x="1340" y="2114"/>
                  </a:lnTo>
                  <a:lnTo>
                    <a:pt x="1382" y="1925"/>
                  </a:lnTo>
                  <a:lnTo>
                    <a:pt x="1675" y="1737"/>
                  </a:lnTo>
                  <a:lnTo>
                    <a:pt x="1842" y="1570"/>
                  </a:lnTo>
                  <a:lnTo>
                    <a:pt x="1884" y="1507"/>
                  </a:lnTo>
                  <a:lnTo>
                    <a:pt x="1842" y="1465"/>
                  </a:lnTo>
                  <a:lnTo>
                    <a:pt x="1884" y="1381"/>
                  </a:lnTo>
                  <a:lnTo>
                    <a:pt x="1863" y="1298"/>
                  </a:lnTo>
                  <a:lnTo>
                    <a:pt x="1842" y="1277"/>
                  </a:lnTo>
                  <a:lnTo>
                    <a:pt x="1842" y="1088"/>
                  </a:lnTo>
                  <a:lnTo>
                    <a:pt x="1654" y="1005"/>
                  </a:lnTo>
                  <a:lnTo>
                    <a:pt x="1528" y="837"/>
                  </a:lnTo>
                  <a:lnTo>
                    <a:pt x="1549" y="670"/>
                  </a:lnTo>
                  <a:lnTo>
                    <a:pt x="1675" y="586"/>
                  </a:lnTo>
                  <a:lnTo>
                    <a:pt x="1696" y="482"/>
                  </a:lnTo>
                  <a:lnTo>
                    <a:pt x="1800" y="314"/>
                  </a:lnTo>
                  <a:lnTo>
                    <a:pt x="1800" y="210"/>
                  </a:lnTo>
                  <a:lnTo>
                    <a:pt x="1759" y="147"/>
                  </a:lnTo>
                  <a:lnTo>
                    <a:pt x="1549" y="335"/>
                  </a:lnTo>
                  <a:lnTo>
                    <a:pt x="1487" y="419"/>
                  </a:lnTo>
                  <a:lnTo>
                    <a:pt x="1424" y="377"/>
                  </a:lnTo>
                  <a:lnTo>
                    <a:pt x="1340" y="168"/>
                  </a:lnTo>
                  <a:lnTo>
                    <a:pt x="1277" y="168"/>
                  </a:lnTo>
                  <a:lnTo>
                    <a:pt x="1277" y="63"/>
                  </a:lnTo>
                  <a:lnTo>
                    <a:pt x="123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60" name="Google Shape;1660;p60"/>
            <p:cNvSpPr/>
            <p:nvPr/>
          </p:nvSpPr>
          <p:spPr>
            <a:xfrm>
              <a:off x="3689035" y="2890250"/>
              <a:ext cx="138044" cy="127554"/>
            </a:xfrm>
            <a:custGeom>
              <a:avLst/>
              <a:gdLst/>
              <a:ahLst/>
              <a:cxnLst/>
              <a:rect l="l" t="t" r="r" b="b"/>
              <a:pathLst>
                <a:path w="11593" h="11216" extrusionOk="0">
                  <a:moveTo>
                    <a:pt x="8307" y="1"/>
                  </a:moveTo>
                  <a:lnTo>
                    <a:pt x="8161" y="22"/>
                  </a:lnTo>
                  <a:lnTo>
                    <a:pt x="8140" y="106"/>
                  </a:lnTo>
                  <a:lnTo>
                    <a:pt x="8035" y="126"/>
                  </a:lnTo>
                  <a:lnTo>
                    <a:pt x="7994" y="210"/>
                  </a:lnTo>
                  <a:lnTo>
                    <a:pt x="7910" y="189"/>
                  </a:lnTo>
                  <a:lnTo>
                    <a:pt x="7805" y="189"/>
                  </a:lnTo>
                  <a:lnTo>
                    <a:pt x="7701" y="294"/>
                  </a:lnTo>
                  <a:lnTo>
                    <a:pt x="7575" y="294"/>
                  </a:lnTo>
                  <a:lnTo>
                    <a:pt x="7491" y="168"/>
                  </a:lnTo>
                  <a:lnTo>
                    <a:pt x="7324" y="168"/>
                  </a:lnTo>
                  <a:lnTo>
                    <a:pt x="7261" y="126"/>
                  </a:lnTo>
                  <a:lnTo>
                    <a:pt x="7115" y="168"/>
                  </a:lnTo>
                  <a:lnTo>
                    <a:pt x="6989" y="126"/>
                  </a:lnTo>
                  <a:lnTo>
                    <a:pt x="6947" y="168"/>
                  </a:lnTo>
                  <a:lnTo>
                    <a:pt x="6843" y="106"/>
                  </a:lnTo>
                  <a:lnTo>
                    <a:pt x="6759" y="126"/>
                  </a:lnTo>
                  <a:lnTo>
                    <a:pt x="6696" y="273"/>
                  </a:lnTo>
                  <a:lnTo>
                    <a:pt x="6571" y="273"/>
                  </a:lnTo>
                  <a:lnTo>
                    <a:pt x="6466" y="210"/>
                  </a:lnTo>
                  <a:lnTo>
                    <a:pt x="6320" y="336"/>
                  </a:lnTo>
                  <a:lnTo>
                    <a:pt x="6236" y="336"/>
                  </a:lnTo>
                  <a:lnTo>
                    <a:pt x="6110" y="273"/>
                  </a:lnTo>
                  <a:lnTo>
                    <a:pt x="5964" y="315"/>
                  </a:lnTo>
                  <a:lnTo>
                    <a:pt x="5629" y="315"/>
                  </a:lnTo>
                  <a:lnTo>
                    <a:pt x="5336" y="524"/>
                  </a:lnTo>
                  <a:lnTo>
                    <a:pt x="5190" y="545"/>
                  </a:lnTo>
                  <a:lnTo>
                    <a:pt x="5106" y="545"/>
                  </a:lnTo>
                  <a:lnTo>
                    <a:pt x="4981" y="629"/>
                  </a:lnTo>
                  <a:lnTo>
                    <a:pt x="4960" y="712"/>
                  </a:lnTo>
                  <a:lnTo>
                    <a:pt x="4897" y="817"/>
                  </a:lnTo>
                  <a:lnTo>
                    <a:pt x="4813" y="817"/>
                  </a:lnTo>
                  <a:lnTo>
                    <a:pt x="4792" y="796"/>
                  </a:lnTo>
                  <a:lnTo>
                    <a:pt x="4709" y="796"/>
                  </a:lnTo>
                  <a:lnTo>
                    <a:pt x="4646" y="817"/>
                  </a:lnTo>
                  <a:lnTo>
                    <a:pt x="4604" y="859"/>
                  </a:lnTo>
                  <a:lnTo>
                    <a:pt x="4457" y="901"/>
                  </a:lnTo>
                  <a:lnTo>
                    <a:pt x="4332" y="942"/>
                  </a:lnTo>
                  <a:lnTo>
                    <a:pt x="4248" y="1026"/>
                  </a:lnTo>
                  <a:lnTo>
                    <a:pt x="4227" y="1068"/>
                  </a:lnTo>
                  <a:lnTo>
                    <a:pt x="4123" y="1214"/>
                  </a:lnTo>
                  <a:lnTo>
                    <a:pt x="3934" y="1256"/>
                  </a:lnTo>
                  <a:lnTo>
                    <a:pt x="3767" y="1256"/>
                  </a:lnTo>
                  <a:lnTo>
                    <a:pt x="3830" y="1340"/>
                  </a:lnTo>
                  <a:lnTo>
                    <a:pt x="3851" y="1382"/>
                  </a:lnTo>
                  <a:lnTo>
                    <a:pt x="3913" y="1486"/>
                  </a:lnTo>
                  <a:lnTo>
                    <a:pt x="3934" y="1591"/>
                  </a:lnTo>
                  <a:lnTo>
                    <a:pt x="3955" y="1633"/>
                  </a:lnTo>
                  <a:lnTo>
                    <a:pt x="3955" y="1800"/>
                  </a:lnTo>
                  <a:lnTo>
                    <a:pt x="3955" y="2051"/>
                  </a:lnTo>
                  <a:lnTo>
                    <a:pt x="3976" y="2114"/>
                  </a:lnTo>
                  <a:lnTo>
                    <a:pt x="4039" y="2575"/>
                  </a:lnTo>
                  <a:lnTo>
                    <a:pt x="4123" y="2721"/>
                  </a:lnTo>
                  <a:lnTo>
                    <a:pt x="4144" y="2847"/>
                  </a:lnTo>
                  <a:lnTo>
                    <a:pt x="4227" y="2847"/>
                  </a:lnTo>
                  <a:lnTo>
                    <a:pt x="4269" y="2909"/>
                  </a:lnTo>
                  <a:lnTo>
                    <a:pt x="4353" y="2930"/>
                  </a:lnTo>
                  <a:lnTo>
                    <a:pt x="4395" y="2951"/>
                  </a:lnTo>
                  <a:lnTo>
                    <a:pt x="4332" y="3119"/>
                  </a:lnTo>
                  <a:lnTo>
                    <a:pt x="4353" y="3160"/>
                  </a:lnTo>
                  <a:lnTo>
                    <a:pt x="4269" y="3265"/>
                  </a:lnTo>
                  <a:lnTo>
                    <a:pt x="3600" y="3265"/>
                  </a:lnTo>
                  <a:lnTo>
                    <a:pt x="3453" y="3307"/>
                  </a:lnTo>
                  <a:lnTo>
                    <a:pt x="3307" y="3516"/>
                  </a:lnTo>
                  <a:lnTo>
                    <a:pt x="3202" y="3621"/>
                  </a:lnTo>
                  <a:lnTo>
                    <a:pt x="3118" y="3746"/>
                  </a:lnTo>
                  <a:lnTo>
                    <a:pt x="3139" y="3935"/>
                  </a:lnTo>
                  <a:lnTo>
                    <a:pt x="3097" y="4060"/>
                  </a:lnTo>
                  <a:lnTo>
                    <a:pt x="2700" y="4311"/>
                  </a:lnTo>
                  <a:lnTo>
                    <a:pt x="2072" y="4688"/>
                  </a:lnTo>
                  <a:lnTo>
                    <a:pt x="1612" y="4939"/>
                  </a:lnTo>
                  <a:lnTo>
                    <a:pt x="1361" y="5002"/>
                  </a:lnTo>
                  <a:lnTo>
                    <a:pt x="1152" y="5002"/>
                  </a:lnTo>
                  <a:lnTo>
                    <a:pt x="1047" y="5043"/>
                  </a:lnTo>
                  <a:lnTo>
                    <a:pt x="880" y="5043"/>
                  </a:lnTo>
                  <a:lnTo>
                    <a:pt x="587" y="5106"/>
                  </a:lnTo>
                  <a:lnTo>
                    <a:pt x="398" y="5211"/>
                  </a:lnTo>
                  <a:lnTo>
                    <a:pt x="294" y="5357"/>
                  </a:lnTo>
                  <a:lnTo>
                    <a:pt x="43" y="5546"/>
                  </a:lnTo>
                  <a:lnTo>
                    <a:pt x="43" y="6048"/>
                  </a:lnTo>
                  <a:lnTo>
                    <a:pt x="1" y="6194"/>
                  </a:lnTo>
                  <a:lnTo>
                    <a:pt x="2093" y="7617"/>
                  </a:lnTo>
                  <a:lnTo>
                    <a:pt x="5901" y="10128"/>
                  </a:lnTo>
                  <a:lnTo>
                    <a:pt x="5943" y="10379"/>
                  </a:lnTo>
                  <a:lnTo>
                    <a:pt x="6069" y="10484"/>
                  </a:lnTo>
                  <a:lnTo>
                    <a:pt x="6278" y="10484"/>
                  </a:lnTo>
                  <a:lnTo>
                    <a:pt x="6445" y="10546"/>
                  </a:lnTo>
                  <a:lnTo>
                    <a:pt x="6550" y="10672"/>
                  </a:lnTo>
                  <a:lnTo>
                    <a:pt x="6696" y="10735"/>
                  </a:lnTo>
                  <a:lnTo>
                    <a:pt x="6801" y="10797"/>
                  </a:lnTo>
                  <a:lnTo>
                    <a:pt x="6801" y="10902"/>
                  </a:lnTo>
                  <a:lnTo>
                    <a:pt x="6738" y="11090"/>
                  </a:lnTo>
                  <a:lnTo>
                    <a:pt x="6780" y="11174"/>
                  </a:lnTo>
                  <a:lnTo>
                    <a:pt x="6906" y="11216"/>
                  </a:lnTo>
                  <a:lnTo>
                    <a:pt x="7178" y="11195"/>
                  </a:lnTo>
                  <a:lnTo>
                    <a:pt x="7408" y="11111"/>
                  </a:lnTo>
                  <a:lnTo>
                    <a:pt x="8266" y="10902"/>
                  </a:lnTo>
                  <a:lnTo>
                    <a:pt x="8998" y="10253"/>
                  </a:lnTo>
                  <a:lnTo>
                    <a:pt x="11592" y="8663"/>
                  </a:lnTo>
                  <a:lnTo>
                    <a:pt x="11509" y="8580"/>
                  </a:lnTo>
                  <a:lnTo>
                    <a:pt x="11446" y="8496"/>
                  </a:lnTo>
                  <a:lnTo>
                    <a:pt x="11383" y="8454"/>
                  </a:lnTo>
                  <a:lnTo>
                    <a:pt x="11279" y="8224"/>
                  </a:lnTo>
                  <a:lnTo>
                    <a:pt x="11195" y="8077"/>
                  </a:lnTo>
                  <a:lnTo>
                    <a:pt x="11090" y="8015"/>
                  </a:lnTo>
                  <a:lnTo>
                    <a:pt x="10651" y="8015"/>
                  </a:lnTo>
                  <a:lnTo>
                    <a:pt x="10567" y="7931"/>
                  </a:lnTo>
                  <a:lnTo>
                    <a:pt x="10546" y="7826"/>
                  </a:lnTo>
                  <a:lnTo>
                    <a:pt x="10504" y="7743"/>
                  </a:lnTo>
                  <a:lnTo>
                    <a:pt x="10463" y="7596"/>
                  </a:lnTo>
                  <a:lnTo>
                    <a:pt x="10504" y="7512"/>
                  </a:lnTo>
                  <a:lnTo>
                    <a:pt x="10463" y="7387"/>
                  </a:lnTo>
                  <a:lnTo>
                    <a:pt x="10421" y="7345"/>
                  </a:lnTo>
                  <a:lnTo>
                    <a:pt x="10316" y="7115"/>
                  </a:lnTo>
                  <a:lnTo>
                    <a:pt x="10191" y="6927"/>
                  </a:lnTo>
                  <a:lnTo>
                    <a:pt x="10107" y="6864"/>
                  </a:lnTo>
                  <a:lnTo>
                    <a:pt x="10149" y="6801"/>
                  </a:lnTo>
                  <a:lnTo>
                    <a:pt x="10191" y="6759"/>
                  </a:lnTo>
                  <a:lnTo>
                    <a:pt x="10316" y="6655"/>
                  </a:lnTo>
                  <a:lnTo>
                    <a:pt x="10358" y="6571"/>
                  </a:lnTo>
                  <a:lnTo>
                    <a:pt x="10337" y="6362"/>
                  </a:lnTo>
                  <a:lnTo>
                    <a:pt x="10295" y="6236"/>
                  </a:lnTo>
                  <a:lnTo>
                    <a:pt x="10316" y="6173"/>
                  </a:lnTo>
                  <a:lnTo>
                    <a:pt x="10358" y="5860"/>
                  </a:lnTo>
                  <a:lnTo>
                    <a:pt x="10295" y="5713"/>
                  </a:lnTo>
                  <a:lnTo>
                    <a:pt x="10295" y="5399"/>
                  </a:lnTo>
                  <a:lnTo>
                    <a:pt x="10295" y="5336"/>
                  </a:lnTo>
                  <a:lnTo>
                    <a:pt x="10253" y="5127"/>
                  </a:lnTo>
                  <a:lnTo>
                    <a:pt x="10253" y="4730"/>
                  </a:lnTo>
                  <a:lnTo>
                    <a:pt x="10191" y="4604"/>
                  </a:lnTo>
                  <a:lnTo>
                    <a:pt x="10128" y="4583"/>
                  </a:lnTo>
                  <a:lnTo>
                    <a:pt x="10128" y="4374"/>
                  </a:lnTo>
                  <a:lnTo>
                    <a:pt x="10191" y="4311"/>
                  </a:lnTo>
                  <a:lnTo>
                    <a:pt x="9814" y="3160"/>
                  </a:lnTo>
                  <a:lnTo>
                    <a:pt x="9688" y="3014"/>
                  </a:lnTo>
                  <a:lnTo>
                    <a:pt x="9584" y="2993"/>
                  </a:lnTo>
                  <a:lnTo>
                    <a:pt x="9521" y="2930"/>
                  </a:lnTo>
                  <a:lnTo>
                    <a:pt x="9395" y="2888"/>
                  </a:lnTo>
                  <a:lnTo>
                    <a:pt x="9375" y="2742"/>
                  </a:lnTo>
                  <a:lnTo>
                    <a:pt x="9186" y="2595"/>
                  </a:lnTo>
                  <a:lnTo>
                    <a:pt x="9144" y="2595"/>
                  </a:lnTo>
                  <a:lnTo>
                    <a:pt x="9061" y="2470"/>
                  </a:lnTo>
                  <a:lnTo>
                    <a:pt x="9082" y="2407"/>
                  </a:lnTo>
                  <a:lnTo>
                    <a:pt x="9040" y="2261"/>
                  </a:lnTo>
                  <a:lnTo>
                    <a:pt x="8977" y="2219"/>
                  </a:lnTo>
                  <a:lnTo>
                    <a:pt x="9061" y="1968"/>
                  </a:lnTo>
                  <a:lnTo>
                    <a:pt x="9186" y="1800"/>
                  </a:lnTo>
                  <a:lnTo>
                    <a:pt x="9270" y="1779"/>
                  </a:lnTo>
                  <a:lnTo>
                    <a:pt x="9312" y="1696"/>
                  </a:lnTo>
                  <a:lnTo>
                    <a:pt x="9395" y="1654"/>
                  </a:lnTo>
                  <a:lnTo>
                    <a:pt x="9416" y="1445"/>
                  </a:lnTo>
                  <a:lnTo>
                    <a:pt x="9479" y="1382"/>
                  </a:lnTo>
                  <a:lnTo>
                    <a:pt x="9395" y="1319"/>
                  </a:lnTo>
                  <a:lnTo>
                    <a:pt x="9458" y="1235"/>
                  </a:lnTo>
                  <a:lnTo>
                    <a:pt x="9500" y="1173"/>
                  </a:lnTo>
                  <a:lnTo>
                    <a:pt x="9479" y="1152"/>
                  </a:lnTo>
                  <a:lnTo>
                    <a:pt x="9416" y="1047"/>
                  </a:lnTo>
                  <a:lnTo>
                    <a:pt x="9375" y="901"/>
                  </a:lnTo>
                  <a:lnTo>
                    <a:pt x="9479" y="629"/>
                  </a:lnTo>
                  <a:lnTo>
                    <a:pt x="9479" y="440"/>
                  </a:lnTo>
                  <a:lnTo>
                    <a:pt x="9500" y="294"/>
                  </a:lnTo>
                  <a:lnTo>
                    <a:pt x="9479" y="210"/>
                  </a:lnTo>
                  <a:lnTo>
                    <a:pt x="9500" y="126"/>
                  </a:lnTo>
                  <a:lnTo>
                    <a:pt x="9479" y="106"/>
                  </a:lnTo>
                  <a:lnTo>
                    <a:pt x="9291" y="126"/>
                  </a:lnTo>
                  <a:lnTo>
                    <a:pt x="9207" y="106"/>
                  </a:lnTo>
                  <a:lnTo>
                    <a:pt x="8977" y="189"/>
                  </a:lnTo>
                  <a:lnTo>
                    <a:pt x="8851" y="85"/>
                  </a:lnTo>
                  <a:lnTo>
                    <a:pt x="8684" y="22"/>
                  </a:lnTo>
                  <a:lnTo>
                    <a:pt x="8684" y="85"/>
                  </a:lnTo>
                  <a:lnTo>
                    <a:pt x="8579" y="189"/>
                  </a:lnTo>
                  <a:lnTo>
                    <a:pt x="8370" y="168"/>
                  </a:lnTo>
                  <a:lnTo>
                    <a:pt x="8370" y="64"/>
                  </a:lnTo>
                  <a:lnTo>
                    <a:pt x="830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61" name="Google Shape;1661;p60"/>
            <p:cNvSpPr/>
            <p:nvPr/>
          </p:nvSpPr>
          <p:spPr>
            <a:xfrm>
              <a:off x="3661636" y="2898825"/>
              <a:ext cx="79733" cy="60206"/>
            </a:xfrm>
            <a:custGeom>
              <a:avLst/>
              <a:gdLst/>
              <a:ahLst/>
              <a:cxnLst/>
              <a:rect l="l" t="t" r="r" b="b"/>
              <a:pathLst>
                <a:path w="6696" h="5294" extrusionOk="0">
                  <a:moveTo>
                    <a:pt x="4269" y="0"/>
                  </a:moveTo>
                  <a:lnTo>
                    <a:pt x="4164" y="42"/>
                  </a:lnTo>
                  <a:lnTo>
                    <a:pt x="4122" y="84"/>
                  </a:lnTo>
                  <a:lnTo>
                    <a:pt x="4038" y="84"/>
                  </a:lnTo>
                  <a:lnTo>
                    <a:pt x="3913" y="188"/>
                  </a:lnTo>
                  <a:lnTo>
                    <a:pt x="3871" y="502"/>
                  </a:lnTo>
                  <a:lnTo>
                    <a:pt x="3766" y="691"/>
                  </a:lnTo>
                  <a:lnTo>
                    <a:pt x="3745" y="921"/>
                  </a:lnTo>
                  <a:lnTo>
                    <a:pt x="3662" y="1046"/>
                  </a:lnTo>
                  <a:lnTo>
                    <a:pt x="3411" y="1318"/>
                  </a:lnTo>
                  <a:lnTo>
                    <a:pt x="3327" y="1318"/>
                  </a:lnTo>
                  <a:lnTo>
                    <a:pt x="3222" y="1402"/>
                  </a:lnTo>
                  <a:lnTo>
                    <a:pt x="2992" y="1465"/>
                  </a:lnTo>
                  <a:lnTo>
                    <a:pt x="2825" y="1632"/>
                  </a:lnTo>
                  <a:lnTo>
                    <a:pt x="2783" y="1632"/>
                  </a:lnTo>
                  <a:lnTo>
                    <a:pt x="2553" y="1779"/>
                  </a:lnTo>
                  <a:lnTo>
                    <a:pt x="2406" y="1841"/>
                  </a:lnTo>
                  <a:lnTo>
                    <a:pt x="2344" y="1967"/>
                  </a:lnTo>
                  <a:lnTo>
                    <a:pt x="2072" y="2155"/>
                  </a:lnTo>
                  <a:lnTo>
                    <a:pt x="2155" y="2365"/>
                  </a:lnTo>
                  <a:lnTo>
                    <a:pt x="2155" y="2490"/>
                  </a:lnTo>
                  <a:lnTo>
                    <a:pt x="1925" y="2699"/>
                  </a:lnTo>
                  <a:lnTo>
                    <a:pt x="1758" y="3013"/>
                  </a:lnTo>
                  <a:lnTo>
                    <a:pt x="1758" y="3118"/>
                  </a:lnTo>
                  <a:lnTo>
                    <a:pt x="1862" y="3327"/>
                  </a:lnTo>
                  <a:lnTo>
                    <a:pt x="1779" y="3536"/>
                  </a:lnTo>
                  <a:lnTo>
                    <a:pt x="1841" y="3599"/>
                  </a:lnTo>
                  <a:lnTo>
                    <a:pt x="1883" y="3662"/>
                  </a:lnTo>
                  <a:lnTo>
                    <a:pt x="1862" y="3829"/>
                  </a:lnTo>
                  <a:lnTo>
                    <a:pt x="1507" y="4248"/>
                  </a:lnTo>
                  <a:lnTo>
                    <a:pt x="1444" y="4394"/>
                  </a:lnTo>
                  <a:lnTo>
                    <a:pt x="1297" y="4582"/>
                  </a:lnTo>
                  <a:lnTo>
                    <a:pt x="1109" y="4603"/>
                  </a:lnTo>
                  <a:lnTo>
                    <a:pt x="712" y="4959"/>
                  </a:lnTo>
                  <a:lnTo>
                    <a:pt x="147" y="5064"/>
                  </a:lnTo>
                  <a:lnTo>
                    <a:pt x="0" y="5273"/>
                  </a:lnTo>
                  <a:lnTo>
                    <a:pt x="2344" y="5294"/>
                  </a:lnTo>
                  <a:lnTo>
                    <a:pt x="2344" y="4792"/>
                  </a:lnTo>
                  <a:lnTo>
                    <a:pt x="2595" y="4603"/>
                  </a:lnTo>
                  <a:lnTo>
                    <a:pt x="2699" y="4457"/>
                  </a:lnTo>
                  <a:lnTo>
                    <a:pt x="2888" y="4352"/>
                  </a:lnTo>
                  <a:lnTo>
                    <a:pt x="3181" y="4289"/>
                  </a:lnTo>
                  <a:lnTo>
                    <a:pt x="3348" y="4289"/>
                  </a:lnTo>
                  <a:lnTo>
                    <a:pt x="3453" y="4248"/>
                  </a:lnTo>
                  <a:lnTo>
                    <a:pt x="3662" y="4248"/>
                  </a:lnTo>
                  <a:lnTo>
                    <a:pt x="3913" y="4185"/>
                  </a:lnTo>
                  <a:lnTo>
                    <a:pt x="4373" y="3934"/>
                  </a:lnTo>
                  <a:lnTo>
                    <a:pt x="5001" y="3557"/>
                  </a:lnTo>
                  <a:lnTo>
                    <a:pt x="5398" y="3306"/>
                  </a:lnTo>
                  <a:lnTo>
                    <a:pt x="5440" y="3181"/>
                  </a:lnTo>
                  <a:lnTo>
                    <a:pt x="5419" y="2992"/>
                  </a:lnTo>
                  <a:lnTo>
                    <a:pt x="5503" y="2867"/>
                  </a:lnTo>
                  <a:lnTo>
                    <a:pt x="5608" y="2762"/>
                  </a:lnTo>
                  <a:lnTo>
                    <a:pt x="5754" y="2553"/>
                  </a:lnTo>
                  <a:lnTo>
                    <a:pt x="5901" y="2511"/>
                  </a:lnTo>
                  <a:lnTo>
                    <a:pt x="6570" y="2511"/>
                  </a:lnTo>
                  <a:lnTo>
                    <a:pt x="6654" y="2406"/>
                  </a:lnTo>
                  <a:lnTo>
                    <a:pt x="6633" y="2365"/>
                  </a:lnTo>
                  <a:lnTo>
                    <a:pt x="6696" y="2197"/>
                  </a:lnTo>
                  <a:lnTo>
                    <a:pt x="6654" y="2176"/>
                  </a:lnTo>
                  <a:lnTo>
                    <a:pt x="6570" y="2155"/>
                  </a:lnTo>
                  <a:lnTo>
                    <a:pt x="6528" y="2093"/>
                  </a:lnTo>
                  <a:lnTo>
                    <a:pt x="6445" y="2093"/>
                  </a:lnTo>
                  <a:lnTo>
                    <a:pt x="6424" y="1967"/>
                  </a:lnTo>
                  <a:lnTo>
                    <a:pt x="6340" y="1821"/>
                  </a:lnTo>
                  <a:lnTo>
                    <a:pt x="6277" y="1360"/>
                  </a:lnTo>
                  <a:lnTo>
                    <a:pt x="6256" y="1297"/>
                  </a:lnTo>
                  <a:lnTo>
                    <a:pt x="6256" y="1046"/>
                  </a:lnTo>
                  <a:lnTo>
                    <a:pt x="6256" y="879"/>
                  </a:lnTo>
                  <a:lnTo>
                    <a:pt x="6235" y="837"/>
                  </a:lnTo>
                  <a:lnTo>
                    <a:pt x="6214" y="732"/>
                  </a:lnTo>
                  <a:lnTo>
                    <a:pt x="6152" y="628"/>
                  </a:lnTo>
                  <a:lnTo>
                    <a:pt x="6131" y="586"/>
                  </a:lnTo>
                  <a:lnTo>
                    <a:pt x="6068" y="502"/>
                  </a:lnTo>
                  <a:lnTo>
                    <a:pt x="6005" y="523"/>
                  </a:lnTo>
                  <a:lnTo>
                    <a:pt x="5691" y="502"/>
                  </a:lnTo>
                  <a:lnTo>
                    <a:pt x="5608" y="419"/>
                  </a:lnTo>
                  <a:lnTo>
                    <a:pt x="5587" y="314"/>
                  </a:lnTo>
                  <a:lnTo>
                    <a:pt x="5524" y="293"/>
                  </a:lnTo>
                  <a:lnTo>
                    <a:pt x="5419" y="398"/>
                  </a:lnTo>
                  <a:lnTo>
                    <a:pt x="5231" y="460"/>
                  </a:lnTo>
                  <a:lnTo>
                    <a:pt x="5064" y="398"/>
                  </a:lnTo>
                  <a:lnTo>
                    <a:pt x="4959" y="398"/>
                  </a:lnTo>
                  <a:lnTo>
                    <a:pt x="4854" y="460"/>
                  </a:lnTo>
                  <a:lnTo>
                    <a:pt x="4666" y="481"/>
                  </a:lnTo>
                  <a:lnTo>
                    <a:pt x="4541" y="460"/>
                  </a:lnTo>
                  <a:lnTo>
                    <a:pt x="4373" y="293"/>
                  </a:lnTo>
                  <a:lnTo>
                    <a:pt x="4331" y="251"/>
                  </a:lnTo>
                  <a:lnTo>
                    <a:pt x="4290" y="147"/>
                  </a:lnTo>
                  <a:lnTo>
                    <a:pt x="4290" y="84"/>
                  </a:lnTo>
                  <a:lnTo>
                    <a:pt x="4290" y="42"/>
                  </a:lnTo>
                  <a:lnTo>
                    <a:pt x="426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62" name="Google Shape;1662;p60"/>
            <p:cNvSpPr/>
            <p:nvPr/>
          </p:nvSpPr>
          <p:spPr>
            <a:xfrm>
              <a:off x="3632974" y="2958780"/>
              <a:ext cx="56573" cy="43318"/>
            </a:xfrm>
            <a:custGeom>
              <a:avLst/>
              <a:gdLst/>
              <a:ahLst/>
              <a:cxnLst/>
              <a:rect l="l" t="t" r="r" b="b"/>
              <a:pathLst>
                <a:path w="4751" h="3809" extrusionOk="0">
                  <a:moveTo>
                    <a:pt x="2407" y="1"/>
                  </a:moveTo>
                  <a:lnTo>
                    <a:pt x="2177" y="315"/>
                  </a:lnTo>
                  <a:lnTo>
                    <a:pt x="2177" y="524"/>
                  </a:lnTo>
                  <a:lnTo>
                    <a:pt x="2072" y="545"/>
                  </a:lnTo>
                  <a:lnTo>
                    <a:pt x="1675" y="754"/>
                  </a:lnTo>
                  <a:lnTo>
                    <a:pt x="1633" y="859"/>
                  </a:lnTo>
                  <a:lnTo>
                    <a:pt x="1466" y="942"/>
                  </a:lnTo>
                  <a:lnTo>
                    <a:pt x="1528" y="1089"/>
                  </a:lnTo>
                  <a:lnTo>
                    <a:pt x="1194" y="1612"/>
                  </a:lnTo>
                  <a:lnTo>
                    <a:pt x="1152" y="1779"/>
                  </a:lnTo>
                  <a:lnTo>
                    <a:pt x="901" y="2030"/>
                  </a:lnTo>
                  <a:lnTo>
                    <a:pt x="796" y="2093"/>
                  </a:lnTo>
                  <a:lnTo>
                    <a:pt x="671" y="2365"/>
                  </a:lnTo>
                  <a:lnTo>
                    <a:pt x="671" y="2470"/>
                  </a:lnTo>
                  <a:lnTo>
                    <a:pt x="461" y="2763"/>
                  </a:lnTo>
                  <a:lnTo>
                    <a:pt x="419" y="2847"/>
                  </a:lnTo>
                  <a:lnTo>
                    <a:pt x="503" y="2888"/>
                  </a:lnTo>
                  <a:lnTo>
                    <a:pt x="398" y="2930"/>
                  </a:lnTo>
                  <a:lnTo>
                    <a:pt x="210" y="3265"/>
                  </a:lnTo>
                  <a:lnTo>
                    <a:pt x="147" y="3286"/>
                  </a:lnTo>
                  <a:lnTo>
                    <a:pt x="64" y="3370"/>
                  </a:lnTo>
                  <a:lnTo>
                    <a:pt x="85" y="3495"/>
                  </a:lnTo>
                  <a:lnTo>
                    <a:pt x="1" y="3621"/>
                  </a:lnTo>
                  <a:lnTo>
                    <a:pt x="43" y="3809"/>
                  </a:lnTo>
                  <a:lnTo>
                    <a:pt x="2344" y="3809"/>
                  </a:lnTo>
                  <a:lnTo>
                    <a:pt x="2303" y="2742"/>
                  </a:lnTo>
                  <a:lnTo>
                    <a:pt x="2386" y="2575"/>
                  </a:lnTo>
                  <a:lnTo>
                    <a:pt x="2512" y="2512"/>
                  </a:lnTo>
                  <a:lnTo>
                    <a:pt x="2658" y="2470"/>
                  </a:lnTo>
                  <a:lnTo>
                    <a:pt x="2867" y="2470"/>
                  </a:lnTo>
                  <a:lnTo>
                    <a:pt x="2888" y="963"/>
                  </a:lnTo>
                  <a:lnTo>
                    <a:pt x="4709" y="984"/>
                  </a:lnTo>
                  <a:lnTo>
                    <a:pt x="4709" y="168"/>
                  </a:lnTo>
                  <a:lnTo>
                    <a:pt x="4751" y="22"/>
                  </a:lnTo>
                  <a:lnTo>
                    <a:pt x="240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63" name="Google Shape;1663;p60"/>
            <p:cNvSpPr/>
            <p:nvPr/>
          </p:nvSpPr>
          <p:spPr>
            <a:xfrm>
              <a:off x="3632736" y="2960691"/>
              <a:ext cx="81233" cy="85430"/>
            </a:xfrm>
            <a:custGeom>
              <a:avLst/>
              <a:gdLst/>
              <a:ahLst/>
              <a:cxnLst/>
              <a:rect l="l" t="t" r="r" b="b"/>
              <a:pathLst>
                <a:path w="6822" h="7512" extrusionOk="0">
                  <a:moveTo>
                    <a:pt x="4729" y="0"/>
                  </a:moveTo>
                  <a:lnTo>
                    <a:pt x="4729" y="816"/>
                  </a:lnTo>
                  <a:lnTo>
                    <a:pt x="2908" y="795"/>
                  </a:lnTo>
                  <a:lnTo>
                    <a:pt x="2887" y="2302"/>
                  </a:lnTo>
                  <a:lnTo>
                    <a:pt x="2678" y="2302"/>
                  </a:lnTo>
                  <a:lnTo>
                    <a:pt x="2532" y="2344"/>
                  </a:lnTo>
                  <a:lnTo>
                    <a:pt x="2406" y="2407"/>
                  </a:lnTo>
                  <a:lnTo>
                    <a:pt x="2323" y="2574"/>
                  </a:lnTo>
                  <a:lnTo>
                    <a:pt x="2364" y="3641"/>
                  </a:lnTo>
                  <a:lnTo>
                    <a:pt x="63" y="3641"/>
                  </a:lnTo>
                  <a:lnTo>
                    <a:pt x="63" y="3662"/>
                  </a:lnTo>
                  <a:lnTo>
                    <a:pt x="0" y="3808"/>
                  </a:lnTo>
                  <a:lnTo>
                    <a:pt x="0" y="4039"/>
                  </a:lnTo>
                  <a:lnTo>
                    <a:pt x="126" y="3871"/>
                  </a:lnTo>
                  <a:lnTo>
                    <a:pt x="188" y="4018"/>
                  </a:lnTo>
                  <a:lnTo>
                    <a:pt x="209" y="4039"/>
                  </a:lnTo>
                  <a:lnTo>
                    <a:pt x="293" y="3976"/>
                  </a:lnTo>
                  <a:lnTo>
                    <a:pt x="439" y="4248"/>
                  </a:lnTo>
                  <a:lnTo>
                    <a:pt x="398" y="4331"/>
                  </a:lnTo>
                  <a:lnTo>
                    <a:pt x="418" y="4436"/>
                  </a:lnTo>
                  <a:lnTo>
                    <a:pt x="398" y="4645"/>
                  </a:lnTo>
                  <a:lnTo>
                    <a:pt x="314" y="4645"/>
                  </a:lnTo>
                  <a:lnTo>
                    <a:pt x="230" y="4687"/>
                  </a:lnTo>
                  <a:lnTo>
                    <a:pt x="418" y="4917"/>
                  </a:lnTo>
                  <a:lnTo>
                    <a:pt x="523" y="5524"/>
                  </a:lnTo>
                  <a:lnTo>
                    <a:pt x="481" y="5943"/>
                  </a:lnTo>
                  <a:lnTo>
                    <a:pt x="335" y="6131"/>
                  </a:lnTo>
                  <a:lnTo>
                    <a:pt x="272" y="6487"/>
                  </a:lnTo>
                  <a:lnTo>
                    <a:pt x="209" y="6738"/>
                  </a:lnTo>
                  <a:lnTo>
                    <a:pt x="314" y="6654"/>
                  </a:lnTo>
                  <a:lnTo>
                    <a:pt x="398" y="6654"/>
                  </a:lnTo>
                  <a:lnTo>
                    <a:pt x="523" y="6549"/>
                  </a:lnTo>
                  <a:lnTo>
                    <a:pt x="837" y="6487"/>
                  </a:lnTo>
                  <a:lnTo>
                    <a:pt x="1130" y="6382"/>
                  </a:lnTo>
                  <a:lnTo>
                    <a:pt x="1235" y="6382"/>
                  </a:lnTo>
                  <a:lnTo>
                    <a:pt x="1486" y="6466"/>
                  </a:lnTo>
                  <a:lnTo>
                    <a:pt x="1653" y="6487"/>
                  </a:lnTo>
                  <a:lnTo>
                    <a:pt x="1779" y="6654"/>
                  </a:lnTo>
                  <a:lnTo>
                    <a:pt x="1779" y="6738"/>
                  </a:lnTo>
                  <a:lnTo>
                    <a:pt x="1862" y="6759"/>
                  </a:lnTo>
                  <a:lnTo>
                    <a:pt x="1946" y="6696"/>
                  </a:lnTo>
                  <a:lnTo>
                    <a:pt x="1988" y="6738"/>
                  </a:lnTo>
                  <a:lnTo>
                    <a:pt x="2071" y="6738"/>
                  </a:lnTo>
                  <a:lnTo>
                    <a:pt x="2113" y="6780"/>
                  </a:lnTo>
                  <a:lnTo>
                    <a:pt x="2155" y="6905"/>
                  </a:lnTo>
                  <a:lnTo>
                    <a:pt x="2281" y="7010"/>
                  </a:lnTo>
                  <a:lnTo>
                    <a:pt x="2281" y="7156"/>
                  </a:lnTo>
                  <a:lnTo>
                    <a:pt x="2406" y="7177"/>
                  </a:lnTo>
                  <a:lnTo>
                    <a:pt x="2427" y="7303"/>
                  </a:lnTo>
                  <a:lnTo>
                    <a:pt x="2532" y="7324"/>
                  </a:lnTo>
                  <a:lnTo>
                    <a:pt x="2699" y="7428"/>
                  </a:lnTo>
                  <a:lnTo>
                    <a:pt x="2720" y="7512"/>
                  </a:lnTo>
                  <a:lnTo>
                    <a:pt x="2846" y="7407"/>
                  </a:lnTo>
                  <a:lnTo>
                    <a:pt x="3034" y="7407"/>
                  </a:lnTo>
                  <a:lnTo>
                    <a:pt x="3097" y="7261"/>
                  </a:lnTo>
                  <a:lnTo>
                    <a:pt x="3097" y="7177"/>
                  </a:lnTo>
                  <a:lnTo>
                    <a:pt x="3097" y="6947"/>
                  </a:lnTo>
                  <a:lnTo>
                    <a:pt x="3264" y="6884"/>
                  </a:lnTo>
                  <a:lnTo>
                    <a:pt x="3411" y="6884"/>
                  </a:lnTo>
                  <a:lnTo>
                    <a:pt x="3431" y="7052"/>
                  </a:lnTo>
                  <a:lnTo>
                    <a:pt x="3515" y="7219"/>
                  </a:lnTo>
                  <a:lnTo>
                    <a:pt x="3578" y="7282"/>
                  </a:lnTo>
                  <a:lnTo>
                    <a:pt x="3724" y="6989"/>
                  </a:lnTo>
                  <a:lnTo>
                    <a:pt x="3996" y="6863"/>
                  </a:lnTo>
                  <a:lnTo>
                    <a:pt x="4143" y="6905"/>
                  </a:lnTo>
                  <a:lnTo>
                    <a:pt x="4164" y="7093"/>
                  </a:lnTo>
                  <a:lnTo>
                    <a:pt x="4206" y="7156"/>
                  </a:lnTo>
                  <a:lnTo>
                    <a:pt x="4310" y="7052"/>
                  </a:lnTo>
                  <a:lnTo>
                    <a:pt x="4394" y="7052"/>
                  </a:lnTo>
                  <a:lnTo>
                    <a:pt x="4457" y="7114"/>
                  </a:lnTo>
                  <a:lnTo>
                    <a:pt x="4520" y="7156"/>
                  </a:lnTo>
                  <a:lnTo>
                    <a:pt x="6570" y="7156"/>
                  </a:lnTo>
                  <a:lnTo>
                    <a:pt x="6758" y="6633"/>
                  </a:lnTo>
                  <a:lnTo>
                    <a:pt x="6570" y="6528"/>
                  </a:lnTo>
                  <a:lnTo>
                    <a:pt x="6131" y="1423"/>
                  </a:lnTo>
                  <a:lnTo>
                    <a:pt x="6821" y="1423"/>
                  </a:lnTo>
                  <a:lnTo>
                    <a:pt x="472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64" name="Google Shape;1664;p60"/>
            <p:cNvSpPr/>
            <p:nvPr/>
          </p:nvSpPr>
          <p:spPr>
            <a:xfrm>
              <a:off x="3665125" y="2976874"/>
              <a:ext cx="112121" cy="99236"/>
            </a:xfrm>
            <a:custGeom>
              <a:avLst/>
              <a:gdLst/>
              <a:ahLst/>
              <a:cxnLst/>
              <a:rect l="l" t="t" r="r" b="b"/>
              <a:pathLst>
                <a:path w="9416" h="8726" extrusionOk="0">
                  <a:moveTo>
                    <a:pt x="3411" y="0"/>
                  </a:moveTo>
                  <a:lnTo>
                    <a:pt x="3850" y="5105"/>
                  </a:lnTo>
                  <a:lnTo>
                    <a:pt x="4038" y="5210"/>
                  </a:lnTo>
                  <a:lnTo>
                    <a:pt x="3850" y="5733"/>
                  </a:lnTo>
                  <a:lnTo>
                    <a:pt x="1800" y="5733"/>
                  </a:lnTo>
                  <a:lnTo>
                    <a:pt x="1737" y="5691"/>
                  </a:lnTo>
                  <a:lnTo>
                    <a:pt x="1674" y="5629"/>
                  </a:lnTo>
                  <a:lnTo>
                    <a:pt x="1590" y="5629"/>
                  </a:lnTo>
                  <a:lnTo>
                    <a:pt x="1486" y="5733"/>
                  </a:lnTo>
                  <a:lnTo>
                    <a:pt x="1444" y="5670"/>
                  </a:lnTo>
                  <a:lnTo>
                    <a:pt x="1423" y="5482"/>
                  </a:lnTo>
                  <a:lnTo>
                    <a:pt x="1276" y="5440"/>
                  </a:lnTo>
                  <a:lnTo>
                    <a:pt x="1004" y="5566"/>
                  </a:lnTo>
                  <a:lnTo>
                    <a:pt x="858" y="5859"/>
                  </a:lnTo>
                  <a:lnTo>
                    <a:pt x="795" y="5796"/>
                  </a:lnTo>
                  <a:lnTo>
                    <a:pt x="711" y="5629"/>
                  </a:lnTo>
                  <a:lnTo>
                    <a:pt x="691" y="5461"/>
                  </a:lnTo>
                  <a:lnTo>
                    <a:pt x="544" y="5461"/>
                  </a:lnTo>
                  <a:lnTo>
                    <a:pt x="377" y="5524"/>
                  </a:lnTo>
                  <a:lnTo>
                    <a:pt x="377" y="5754"/>
                  </a:lnTo>
                  <a:lnTo>
                    <a:pt x="377" y="5838"/>
                  </a:lnTo>
                  <a:lnTo>
                    <a:pt x="314" y="5984"/>
                  </a:lnTo>
                  <a:lnTo>
                    <a:pt x="126" y="5984"/>
                  </a:lnTo>
                  <a:lnTo>
                    <a:pt x="0" y="6089"/>
                  </a:lnTo>
                  <a:lnTo>
                    <a:pt x="84" y="6173"/>
                  </a:lnTo>
                  <a:lnTo>
                    <a:pt x="84" y="6277"/>
                  </a:lnTo>
                  <a:lnTo>
                    <a:pt x="105" y="6361"/>
                  </a:lnTo>
                  <a:lnTo>
                    <a:pt x="63" y="6591"/>
                  </a:lnTo>
                  <a:lnTo>
                    <a:pt x="84" y="6675"/>
                  </a:lnTo>
                  <a:lnTo>
                    <a:pt x="209" y="6800"/>
                  </a:lnTo>
                  <a:lnTo>
                    <a:pt x="272" y="6926"/>
                  </a:lnTo>
                  <a:lnTo>
                    <a:pt x="335" y="7010"/>
                  </a:lnTo>
                  <a:lnTo>
                    <a:pt x="398" y="6989"/>
                  </a:lnTo>
                  <a:lnTo>
                    <a:pt x="481" y="7030"/>
                  </a:lnTo>
                  <a:lnTo>
                    <a:pt x="502" y="7114"/>
                  </a:lnTo>
                  <a:lnTo>
                    <a:pt x="586" y="7219"/>
                  </a:lnTo>
                  <a:lnTo>
                    <a:pt x="586" y="7261"/>
                  </a:lnTo>
                  <a:lnTo>
                    <a:pt x="523" y="7344"/>
                  </a:lnTo>
                  <a:lnTo>
                    <a:pt x="544" y="7428"/>
                  </a:lnTo>
                  <a:lnTo>
                    <a:pt x="691" y="7512"/>
                  </a:lnTo>
                  <a:lnTo>
                    <a:pt x="691" y="7616"/>
                  </a:lnTo>
                  <a:lnTo>
                    <a:pt x="649" y="7679"/>
                  </a:lnTo>
                  <a:lnTo>
                    <a:pt x="732" y="7721"/>
                  </a:lnTo>
                  <a:lnTo>
                    <a:pt x="837" y="7658"/>
                  </a:lnTo>
                  <a:lnTo>
                    <a:pt x="921" y="7679"/>
                  </a:lnTo>
                  <a:lnTo>
                    <a:pt x="1046" y="7784"/>
                  </a:lnTo>
                  <a:lnTo>
                    <a:pt x="1214" y="7784"/>
                  </a:lnTo>
                  <a:lnTo>
                    <a:pt x="1318" y="7721"/>
                  </a:lnTo>
                  <a:lnTo>
                    <a:pt x="1381" y="7679"/>
                  </a:lnTo>
                  <a:lnTo>
                    <a:pt x="1486" y="7533"/>
                  </a:lnTo>
                  <a:lnTo>
                    <a:pt x="1632" y="7533"/>
                  </a:lnTo>
                  <a:lnTo>
                    <a:pt x="1779" y="7616"/>
                  </a:lnTo>
                  <a:lnTo>
                    <a:pt x="1800" y="7554"/>
                  </a:lnTo>
                  <a:lnTo>
                    <a:pt x="1904" y="7533"/>
                  </a:lnTo>
                  <a:lnTo>
                    <a:pt x="1946" y="7574"/>
                  </a:lnTo>
                  <a:lnTo>
                    <a:pt x="2072" y="7679"/>
                  </a:lnTo>
                  <a:lnTo>
                    <a:pt x="2113" y="7826"/>
                  </a:lnTo>
                  <a:lnTo>
                    <a:pt x="2092" y="7972"/>
                  </a:lnTo>
                  <a:lnTo>
                    <a:pt x="2155" y="8035"/>
                  </a:lnTo>
                  <a:lnTo>
                    <a:pt x="2281" y="8056"/>
                  </a:lnTo>
                  <a:lnTo>
                    <a:pt x="2281" y="8098"/>
                  </a:lnTo>
                  <a:lnTo>
                    <a:pt x="2176" y="8265"/>
                  </a:lnTo>
                  <a:lnTo>
                    <a:pt x="2113" y="8411"/>
                  </a:lnTo>
                  <a:lnTo>
                    <a:pt x="2113" y="8411"/>
                  </a:lnTo>
                  <a:lnTo>
                    <a:pt x="2218" y="8390"/>
                  </a:lnTo>
                  <a:lnTo>
                    <a:pt x="2281" y="8307"/>
                  </a:lnTo>
                  <a:lnTo>
                    <a:pt x="2364" y="8307"/>
                  </a:lnTo>
                  <a:lnTo>
                    <a:pt x="2364" y="8411"/>
                  </a:lnTo>
                  <a:lnTo>
                    <a:pt x="2385" y="8495"/>
                  </a:lnTo>
                  <a:lnTo>
                    <a:pt x="2385" y="8558"/>
                  </a:lnTo>
                  <a:lnTo>
                    <a:pt x="2532" y="8579"/>
                  </a:lnTo>
                  <a:lnTo>
                    <a:pt x="2595" y="8621"/>
                  </a:lnTo>
                  <a:lnTo>
                    <a:pt x="2595" y="8704"/>
                  </a:lnTo>
                  <a:lnTo>
                    <a:pt x="2783" y="8600"/>
                  </a:lnTo>
                  <a:lnTo>
                    <a:pt x="2846" y="8600"/>
                  </a:lnTo>
                  <a:lnTo>
                    <a:pt x="2992" y="8683"/>
                  </a:lnTo>
                  <a:lnTo>
                    <a:pt x="3222" y="8683"/>
                  </a:lnTo>
                  <a:lnTo>
                    <a:pt x="3264" y="8662"/>
                  </a:lnTo>
                  <a:lnTo>
                    <a:pt x="3264" y="8600"/>
                  </a:lnTo>
                  <a:lnTo>
                    <a:pt x="3452" y="8558"/>
                  </a:lnTo>
                  <a:lnTo>
                    <a:pt x="3620" y="8579"/>
                  </a:lnTo>
                  <a:lnTo>
                    <a:pt x="3578" y="8621"/>
                  </a:lnTo>
                  <a:lnTo>
                    <a:pt x="3620" y="8683"/>
                  </a:lnTo>
                  <a:lnTo>
                    <a:pt x="3787" y="8725"/>
                  </a:lnTo>
                  <a:lnTo>
                    <a:pt x="3892" y="8579"/>
                  </a:lnTo>
                  <a:lnTo>
                    <a:pt x="3976" y="8516"/>
                  </a:lnTo>
                  <a:lnTo>
                    <a:pt x="3997" y="8390"/>
                  </a:lnTo>
                  <a:lnTo>
                    <a:pt x="3976" y="8307"/>
                  </a:lnTo>
                  <a:lnTo>
                    <a:pt x="3976" y="8181"/>
                  </a:lnTo>
                  <a:lnTo>
                    <a:pt x="4080" y="8160"/>
                  </a:lnTo>
                  <a:lnTo>
                    <a:pt x="4059" y="7993"/>
                  </a:lnTo>
                  <a:lnTo>
                    <a:pt x="4038" y="7888"/>
                  </a:lnTo>
                  <a:lnTo>
                    <a:pt x="4143" y="7826"/>
                  </a:lnTo>
                  <a:lnTo>
                    <a:pt x="4269" y="7679"/>
                  </a:lnTo>
                  <a:lnTo>
                    <a:pt x="4457" y="7407"/>
                  </a:lnTo>
                  <a:lnTo>
                    <a:pt x="4561" y="7219"/>
                  </a:lnTo>
                  <a:lnTo>
                    <a:pt x="4582" y="7135"/>
                  </a:lnTo>
                  <a:lnTo>
                    <a:pt x="4708" y="6926"/>
                  </a:lnTo>
                  <a:lnTo>
                    <a:pt x="4792" y="6905"/>
                  </a:lnTo>
                  <a:lnTo>
                    <a:pt x="4813" y="6821"/>
                  </a:lnTo>
                  <a:lnTo>
                    <a:pt x="4980" y="6800"/>
                  </a:lnTo>
                  <a:lnTo>
                    <a:pt x="5043" y="6821"/>
                  </a:lnTo>
                  <a:lnTo>
                    <a:pt x="5336" y="6738"/>
                  </a:lnTo>
                  <a:lnTo>
                    <a:pt x="5398" y="6612"/>
                  </a:lnTo>
                  <a:lnTo>
                    <a:pt x="5712" y="6403"/>
                  </a:lnTo>
                  <a:lnTo>
                    <a:pt x="6152" y="6173"/>
                  </a:lnTo>
                  <a:lnTo>
                    <a:pt x="6277" y="6047"/>
                  </a:lnTo>
                  <a:lnTo>
                    <a:pt x="6465" y="5942"/>
                  </a:lnTo>
                  <a:lnTo>
                    <a:pt x="6758" y="5901"/>
                  </a:lnTo>
                  <a:lnTo>
                    <a:pt x="6884" y="5880"/>
                  </a:lnTo>
                  <a:lnTo>
                    <a:pt x="7072" y="5942"/>
                  </a:lnTo>
                  <a:lnTo>
                    <a:pt x="7177" y="5942"/>
                  </a:lnTo>
                  <a:lnTo>
                    <a:pt x="7198" y="5984"/>
                  </a:lnTo>
                  <a:lnTo>
                    <a:pt x="7219" y="5963"/>
                  </a:lnTo>
                  <a:lnTo>
                    <a:pt x="7344" y="5984"/>
                  </a:lnTo>
                  <a:lnTo>
                    <a:pt x="7742" y="5963"/>
                  </a:lnTo>
                  <a:lnTo>
                    <a:pt x="7867" y="5963"/>
                  </a:lnTo>
                  <a:lnTo>
                    <a:pt x="8035" y="5880"/>
                  </a:lnTo>
                  <a:lnTo>
                    <a:pt x="8390" y="5880"/>
                  </a:lnTo>
                  <a:lnTo>
                    <a:pt x="8558" y="5775"/>
                  </a:lnTo>
                  <a:lnTo>
                    <a:pt x="8746" y="5775"/>
                  </a:lnTo>
                  <a:lnTo>
                    <a:pt x="8893" y="5670"/>
                  </a:lnTo>
                  <a:lnTo>
                    <a:pt x="9186" y="5524"/>
                  </a:lnTo>
                  <a:lnTo>
                    <a:pt x="9227" y="5377"/>
                  </a:lnTo>
                  <a:lnTo>
                    <a:pt x="9269" y="5210"/>
                  </a:lnTo>
                  <a:lnTo>
                    <a:pt x="9332" y="5126"/>
                  </a:lnTo>
                  <a:lnTo>
                    <a:pt x="9395" y="4624"/>
                  </a:lnTo>
                  <a:lnTo>
                    <a:pt x="9416" y="3494"/>
                  </a:lnTo>
                  <a:lnTo>
                    <a:pt x="9186" y="3578"/>
                  </a:lnTo>
                  <a:lnTo>
                    <a:pt x="8914" y="3599"/>
                  </a:lnTo>
                  <a:lnTo>
                    <a:pt x="8788" y="3557"/>
                  </a:lnTo>
                  <a:lnTo>
                    <a:pt x="8746" y="3473"/>
                  </a:lnTo>
                  <a:lnTo>
                    <a:pt x="8809" y="3285"/>
                  </a:lnTo>
                  <a:lnTo>
                    <a:pt x="8809" y="3180"/>
                  </a:lnTo>
                  <a:lnTo>
                    <a:pt x="8704" y="3118"/>
                  </a:lnTo>
                  <a:lnTo>
                    <a:pt x="8558" y="3055"/>
                  </a:lnTo>
                  <a:lnTo>
                    <a:pt x="8453" y="2929"/>
                  </a:lnTo>
                  <a:lnTo>
                    <a:pt x="8286" y="2867"/>
                  </a:lnTo>
                  <a:lnTo>
                    <a:pt x="8077" y="2867"/>
                  </a:lnTo>
                  <a:lnTo>
                    <a:pt x="7951" y="2762"/>
                  </a:lnTo>
                  <a:lnTo>
                    <a:pt x="7909" y="2511"/>
                  </a:lnTo>
                  <a:lnTo>
                    <a:pt x="410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65" name="Google Shape;1665;p60"/>
            <p:cNvSpPr/>
            <p:nvPr/>
          </p:nvSpPr>
          <p:spPr>
            <a:xfrm>
              <a:off x="3712457" y="3043733"/>
              <a:ext cx="51833" cy="35948"/>
            </a:xfrm>
            <a:custGeom>
              <a:avLst/>
              <a:gdLst/>
              <a:ahLst/>
              <a:cxnLst/>
              <a:rect l="l" t="t" r="r" b="b"/>
              <a:pathLst>
                <a:path w="4353" h="3161" extrusionOk="0">
                  <a:moveTo>
                    <a:pt x="2909" y="1"/>
                  </a:moveTo>
                  <a:lnTo>
                    <a:pt x="2783" y="22"/>
                  </a:lnTo>
                  <a:lnTo>
                    <a:pt x="2490" y="63"/>
                  </a:lnTo>
                  <a:lnTo>
                    <a:pt x="2302" y="168"/>
                  </a:lnTo>
                  <a:lnTo>
                    <a:pt x="2177" y="294"/>
                  </a:lnTo>
                  <a:lnTo>
                    <a:pt x="1737" y="524"/>
                  </a:lnTo>
                  <a:lnTo>
                    <a:pt x="1423" y="733"/>
                  </a:lnTo>
                  <a:lnTo>
                    <a:pt x="1361" y="859"/>
                  </a:lnTo>
                  <a:lnTo>
                    <a:pt x="1068" y="942"/>
                  </a:lnTo>
                  <a:lnTo>
                    <a:pt x="1005" y="921"/>
                  </a:lnTo>
                  <a:lnTo>
                    <a:pt x="838" y="942"/>
                  </a:lnTo>
                  <a:lnTo>
                    <a:pt x="817" y="1026"/>
                  </a:lnTo>
                  <a:lnTo>
                    <a:pt x="733" y="1047"/>
                  </a:lnTo>
                  <a:lnTo>
                    <a:pt x="607" y="1256"/>
                  </a:lnTo>
                  <a:lnTo>
                    <a:pt x="586" y="1340"/>
                  </a:lnTo>
                  <a:lnTo>
                    <a:pt x="482" y="1528"/>
                  </a:lnTo>
                  <a:lnTo>
                    <a:pt x="294" y="1800"/>
                  </a:lnTo>
                  <a:lnTo>
                    <a:pt x="168" y="1947"/>
                  </a:lnTo>
                  <a:lnTo>
                    <a:pt x="63" y="2009"/>
                  </a:lnTo>
                  <a:lnTo>
                    <a:pt x="84" y="2114"/>
                  </a:lnTo>
                  <a:lnTo>
                    <a:pt x="105" y="2281"/>
                  </a:lnTo>
                  <a:lnTo>
                    <a:pt x="1" y="2302"/>
                  </a:lnTo>
                  <a:lnTo>
                    <a:pt x="1" y="2428"/>
                  </a:lnTo>
                  <a:lnTo>
                    <a:pt x="22" y="2511"/>
                  </a:lnTo>
                  <a:lnTo>
                    <a:pt x="1" y="2637"/>
                  </a:lnTo>
                  <a:lnTo>
                    <a:pt x="22" y="2637"/>
                  </a:lnTo>
                  <a:lnTo>
                    <a:pt x="189" y="2783"/>
                  </a:lnTo>
                  <a:lnTo>
                    <a:pt x="398" y="2888"/>
                  </a:lnTo>
                  <a:lnTo>
                    <a:pt x="503" y="2888"/>
                  </a:lnTo>
                  <a:lnTo>
                    <a:pt x="545" y="2930"/>
                  </a:lnTo>
                  <a:lnTo>
                    <a:pt x="649" y="2930"/>
                  </a:lnTo>
                  <a:lnTo>
                    <a:pt x="754" y="2993"/>
                  </a:lnTo>
                  <a:lnTo>
                    <a:pt x="838" y="3097"/>
                  </a:lnTo>
                  <a:lnTo>
                    <a:pt x="1026" y="3160"/>
                  </a:lnTo>
                  <a:lnTo>
                    <a:pt x="1151" y="3139"/>
                  </a:lnTo>
                  <a:lnTo>
                    <a:pt x="1256" y="3055"/>
                  </a:lnTo>
                  <a:lnTo>
                    <a:pt x="1340" y="3055"/>
                  </a:lnTo>
                  <a:lnTo>
                    <a:pt x="1423" y="3139"/>
                  </a:lnTo>
                  <a:lnTo>
                    <a:pt x="1549" y="3139"/>
                  </a:lnTo>
                  <a:lnTo>
                    <a:pt x="1549" y="2993"/>
                  </a:lnTo>
                  <a:lnTo>
                    <a:pt x="1465" y="2825"/>
                  </a:lnTo>
                  <a:lnTo>
                    <a:pt x="1423" y="2783"/>
                  </a:lnTo>
                  <a:lnTo>
                    <a:pt x="1361" y="2595"/>
                  </a:lnTo>
                  <a:lnTo>
                    <a:pt x="1382" y="2470"/>
                  </a:lnTo>
                  <a:lnTo>
                    <a:pt x="1591" y="2428"/>
                  </a:lnTo>
                  <a:lnTo>
                    <a:pt x="2365" y="2428"/>
                  </a:lnTo>
                  <a:lnTo>
                    <a:pt x="2574" y="2386"/>
                  </a:lnTo>
                  <a:lnTo>
                    <a:pt x="2721" y="2386"/>
                  </a:lnTo>
                  <a:lnTo>
                    <a:pt x="2846" y="2323"/>
                  </a:lnTo>
                  <a:lnTo>
                    <a:pt x="2930" y="2323"/>
                  </a:lnTo>
                  <a:lnTo>
                    <a:pt x="3537" y="2491"/>
                  </a:lnTo>
                  <a:lnTo>
                    <a:pt x="3558" y="2428"/>
                  </a:lnTo>
                  <a:lnTo>
                    <a:pt x="3683" y="2386"/>
                  </a:lnTo>
                  <a:lnTo>
                    <a:pt x="3683" y="2281"/>
                  </a:lnTo>
                  <a:lnTo>
                    <a:pt x="3767" y="2198"/>
                  </a:lnTo>
                  <a:lnTo>
                    <a:pt x="3767" y="2093"/>
                  </a:lnTo>
                  <a:lnTo>
                    <a:pt x="3871" y="2051"/>
                  </a:lnTo>
                  <a:lnTo>
                    <a:pt x="3955" y="2072"/>
                  </a:lnTo>
                  <a:lnTo>
                    <a:pt x="4143" y="1967"/>
                  </a:lnTo>
                  <a:lnTo>
                    <a:pt x="4206" y="1967"/>
                  </a:lnTo>
                  <a:lnTo>
                    <a:pt x="4353" y="1800"/>
                  </a:lnTo>
                  <a:lnTo>
                    <a:pt x="4353" y="1737"/>
                  </a:lnTo>
                  <a:lnTo>
                    <a:pt x="4311" y="1737"/>
                  </a:lnTo>
                  <a:lnTo>
                    <a:pt x="4185" y="1570"/>
                  </a:lnTo>
                  <a:lnTo>
                    <a:pt x="4248" y="1465"/>
                  </a:lnTo>
                  <a:lnTo>
                    <a:pt x="4248" y="1361"/>
                  </a:lnTo>
                  <a:lnTo>
                    <a:pt x="4185" y="1319"/>
                  </a:lnTo>
                  <a:lnTo>
                    <a:pt x="4185" y="1256"/>
                  </a:lnTo>
                  <a:lnTo>
                    <a:pt x="4102" y="1214"/>
                  </a:lnTo>
                  <a:lnTo>
                    <a:pt x="3871" y="1340"/>
                  </a:lnTo>
                  <a:lnTo>
                    <a:pt x="3662" y="1214"/>
                  </a:lnTo>
                  <a:lnTo>
                    <a:pt x="3662" y="963"/>
                  </a:lnTo>
                  <a:lnTo>
                    <a:pt x="3118" y="607"/>
                  </a:lnTo>
                  <a:lnTo>
                    <a:pt x="3118" y="419"/>
                  </a:lnTo>
                  <a:lnTo>
                    <a:pt x="3202" y="314"/>
                  </a:lnTo>
                  <a:lnTo>
                    <a:pt x="3202" y="168"/>
                  </a:lnTo>
                  <a:lnTo>
                    <a:pt x="3223" y="105"/>
                  </a:lnTo>
                  <a:lnTo>
                    <a:pt x="3202" y="63"/>
                  </a:lnTo>
                  <a:lnTo>
                    <a:pt x="3097" y="63"/>
                  </a:lnTo>
                  <a:lnTo>
                    <a:pt x="290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66" name="Google Shape;1666;p60"/>
            <p:cNvSpPr/>
            <p:nvPr/>
          </p:nvSpPr>
          <p:spPr>
            <a:xfrm>
              <a:off x="3628997" y="3033259"/>
              <a:ext cx="44355" cy="30956"/>
            </a:xfrm>
            <a:custGeom>
              <a:avLst/>
              <a:gdLst/>
              <a:ahLst/>
              <a:cxnLst/>
              <a:rect l="l" t="t" r="r" b="b"/>
              <a:pathLst>
                <a:path w="3725" h="2722" extrusionOk="0">
                  <a:moveTo>
                    <a:pt x="1444" y="1"/>
                  </a:moveTo>
                  <a:lnTo>
                    <a:pt x="1151" y="106"/>
                  </a:lnTo>
                  <a:lnTo>
                    <a:pt x="837" y="168"/>
                  </a:lnTo>
                  <a:lnTo>
                    <a:pt x="712" y="273"/>
                  </a:lnTo>
                  <a:lnTo>
                    <a:pt x="628" y="273"/>
                  </a:lnTo>
                  <a:lnTo>
                    <a:pt x="523" y="357"/>
                  </a:lnTo>
                  <a:lnTo>
                    <a:pt x="502" y="524"/>
                  </a:lnTo>
                  <a:lnTo>
                    <a:pt x="377" y="817"/>
                  </a:lnTo>
                  <a:lnTo>
                    <a:pt x="0" y="1131"/>
                  </a:lnTo>
                  <a:lnTo>
                    <a:pt x="188" y="1298"/>
                  </a:lnTo>
                  <a:lnTo>
                    <a:pt x="314" y="1528"/>
                  </a:lnTo>
                  <a:lnTo>
                    <a:pt x="419" y="1528"/>
                  </a:lnTo>
                  <a:lnTo>
                    <a:pt x="419" y="1654"/>
                  </a:lnTo>
                  <a:lnTo>
                    <a:pt x="398" y="1654"/>
                  </a:lnTo>
                  <a:lnTo>
                    <a:pt x="523" y="1759"/>
                  </a:lnTo>
                  <a:lnTo>
                    <a:pt x="440" y="1821"/>
                  </a:lnTo>
                  <a:lnTo>
                    <a:pt x="481" y="1863"/>
                  </a:lnTo>
                  <a:lnTo>
                    <a:pt x="732" y="1863"/>
                  </a:lnTo>
                  <a:lnTo>
                    <a:pt x="795" y="1842"/>
                  </a:lnTo>
                  <a:lnTo>
                    <a:pt x="900" y="1842"/>
                  </a:lnTo>
                  <a:lnTo>
                    <a:pt x="1109" y="1675"/>
                  </a:lnTo>
                  <a:lnTo>
                    <a:pt x="1256" y="1612"/>
                  </a:lnTo>
                  <a:lnTo>
                    <a:pt x="1360" y="1633"/>
                  </a:lnTo>
                  <a:lnTo>
                    <a:pt x="1486" y="1633"/>
                  </a:lnTo>
                  <a:lnTo>
                    <a:pt x="1674" y="1759"/>
                  </a:lnTo>
                  <a:lnTo>
                    <a:pt x="1779" y="1759"/>
                  </a:lnTo>
                  <a:lnTo>
                    <a:pt x="2051" y="1926"/>
                  </a:lnTo>
                  <a:lnTo>
                    <a:pt x="2093" y="1884"/>
                  </a:lnTo>
                  <a:lnTo>
                    <a:pt x="2155" y="1968"/>
                  </a:lnTo>
                  <a:lnTo>
                    <a:pt x="2093" y="2052"/>
                  </a:lnTo>
                  <a:lnTo>
                    <a:pt x="1967" y="2052"/>
                  </a:lnTo>
                  <a:lnTo>
                    <a:pt x="1779" y="1968"/>
                  </a:lnTo>
                  <a:lnTo>
                    <a:pt x="1632" y="1926"/>
                  </a:lnTo>
                  <a:lnTo>
                    <a:pt x="1528" y="1926"/>
                  </a:lnTo>
                  <a:lnTo>
                    <a:pt x="1381" y="1821"/>
                  </a:lnTo>
                  <a:lnTo>
                    <a:pt x="1318" y="1842"/>
                  </a:lnTo>
                  <a:lnTo>
                    <a:pt x="1235" y="1926"/>
                  </a:lnTo>
                  <a:lnTo>
                    <a:pt x="1214" y="1884"/>
                  </a:lnTo>
                  <a:lnTo>
                    <a:pt x="1130" y="1863"/>
                  </a:lnTo>
                  <a:lnTo>
                    <a:pt x="1005" y="1947"/>
                  </a:lnTo>
                  <a:lnTo>
                    <a:pt x="900" y="1968"/>
                  </a:lnTo>
                  <a:lnTo>
                    <a:pt x="795" y="2093"/>
                  </a:lnTo>
                  <a:lnTo>
                    <a:pt x="419" y="2093"/>
                  </a:lnTo>
                  <a:lnTo>
                    <a:pt x="377" y="2156"/>
                  </a:lnTo>
                  <a:lnTo>
                    <a:pt x="377" y="2282"/>
                  </a:lnTo>
                  <a:lnTo>
                    <a:pt x="314" y="2344"/>
                  </a:lnTo>
                  <a:lnTo>
                    <a:pt x="335" y="2386"/>
                  </a:lnTo>
                  <a:lnTo>
                    <a:pt x="481" y="2303"/>
                  </a:lnTo>
                  <a:lnTo>
                    <a:pt x="691" y="2386"/>
                  </a:lnTo>
                  <a:lnTo>
                    <a:pt x="544" y="2470"/>
                  </a:lnTo>
                  <a:lnTo>
                    <a:pt x="502" y="2449"/>
                  </a:lnTo>
                  <a:lnTo>
                    <a:pt x="398" y="2407"/>
                  </a:lnTo>
                  <a:lnTo>
                    <a:pt x="398" y="2407"/>
                  </a:lnTo>
                  <a:lnTo>
                    <a:pt x="440" y="2470"/>
                  </a:lnTo>
                  <a:lnTo>
                    <a:pt x="419" y="2575"/>
                  </a:lnTo>
                  <a:lnTo>
                    <a:pt x="586" y="2616"/>
                  </a:lnTo>
                  <a:lnTo>
                    <a:pt x="753" y="2512"/>
                  </a:lnTo>
                  <a:lnTo>
                    <a:pt x="1151" y="2554"/>
                  </a:lnTo>
                  <a:lnTo>
                    <a:pt x="1256" y="2407"/>
                  </a:lnTo>
                  <a:lnTo>
                    <a:pt x="1465" y="2344"/>
                  </a:lnTo>
                  <a:lnTo>
                    <a:pt x="1988" y="2344"/>
                  </a:lnTo>
                  <a:lnTo>
                    <a:pt x="2113" y="2386"/>
                  </a:lnTo>
                  <a:lnTo>
                    <a:pt x="2113" y="2365"/>
                  </a:lnTo>
                  <a:lnTo>
                    <a:pt x="2260" y="2344"/>
                  </a:lnTo>
                  <a:lnTo>
                    <a:pt x="2595" y="2365"/>
                  </a:lnTo>
                  <a:lnTo>
                    <a:pt x="2825" y="2470"/>
                  </a:lnTo>
                  <a:lnTo>
                    <a:pt x="2929" y="2554"/>
                  </a:lnTo>
                  <a:lnTo>
                    <a:pt x="3118" y="2554"/>
                  </a:lnTo>
                  <a:lnTo>
                    <a:pt x="3306" y="2616"/>
                  </a:lnTo>
                  <a:lnTo>
                    <a:pt x="3411" y="2554"/>
                  </a:lnTo>
                  <a:lnTo>
                    <a:pt x="3515" y="2575"/>
                  </a:lnTo>
                  <a:lnTo>
                    <a:pt x="3557" y="2616"/>
                  </a:lnTo>
                  <a:lnTo>
                    <a:pt x="3683" y="2616"/>
                  </a:lnTo>
                  <a:lnTo>
                    <a:pt x="3683" y="2721"/>
                  </a:lnTo>
                  <a:lnTo>
                    <a:pt x="3725" y="2658"/>
                  </a:lnTo>
                  <a:lnTo>
                    <a:pt x="3725" y="2554"/>
                  </a:lnTo>
                  <a:lnTo>
                    <a:pt x="3578" y="2470"/>
                  </a:lnTo>
                  <a:lnTo>
                    <a:pt x="3557" y="2386"/>
                  </a:lnTo>
                  <a:lnTo>
                    <a:pt x="3620" y="2303"/>
                  </a:lnTo>
                  <a:lnTo>
                    <a:pt x="3620" y="2261"/>
                  </a:lnTo>
                  <a:lnTo>
                    <a:pt x="3536" y="2156"/>
                  </a:lnTo>
                  <a:lnTo>
                    <a:pt x="3515" y="2072"/>
                  </a:lnTo>
                  <a:lnTo>
                    <a:pt x="3432" y="2031"/>
                  </a:lnTo>
                  <a:lnTo>
                    <a:pt x="3369" y="2052"/>
                  </a:lnTo>
                  <a:lnTo>
                    <a:pt x="3306" y="1968"/>
                  </a:lnTo>
                  <a:lnTo>
                    <a:pt x="3243" y="1842"/>
                  </a:lnTo>
                  <a:lnTo>
                    <a:pt x="3118" y="1717"/>
                  </a:lnTo>
                  <a:lnTo>
                    <a:pt x="3097" y="1633"/>
                  </a:lnTo>
                  <a:lnTo>
                    <a:pt x="3139" y="1403"/>
                  </a:lnTo>
                  <a:lnTo>
                    <a:pt x="3118" y="1319"/>
                  </a:lnTo>
                  <a:lnTo>
                    <a:pt x="3118" y="1215"/>
                  </a:lnTo>
                  <a:lnTo>
                    <a:pt x="3034" y="1131"/>
                  </a:lnTo>
                  <a:lnTo>
                    <a:pt x="3013" y="1047"/>
                  </a:lnTo>
                  <a:lnTo>
                    <a:pt x="2846" y="943"/>
                  </a:lnTo>
                  <a:lnTo>
                    <a:pt x="2741" y="922"/>
                  </a:lnTo>
                  <a:lnTo>
                    <a:pt x="2720" y="796"/>
                  </a:lnTo>
                  <a:lnTo>
                    <a:pt x="2595" y="775"/>
                  </a:lnTo>
                  <a:lnTo>
                    <a:pt x="2595" y="629"/>
                  </a:lnTo>
                  <a:lnTo>
                    <a:pt x="2469" y="524"/>
                  </a:lnTo>
                  <a:lnTo>
                    <a:pt x="2427" y="399"/>
                  </a:lnTo>
                  <a:lnTo>
                    <a:pt x="2385" y="357"/>
                  </a:lnTo>
                  <a:lnTo>
                    <a:pt x="2302" y="357"/>
                  </a:lnTo>
                  <a:lnTo>
                    <a:pt x="2260" y="315"/>
                  </a:lnTo>
                  <a:lnTo>
                    <a:pt x="2176" y="378"/>
                  </a:lnTo>
                  <a:lnTo>
                    <a:pt x="2093" y="357"/>
                  </a:lnTo>
                  <a:lnTo>
                    <a:pt x="2093" y="273"/>
                  </a:lnTo>
                  <a:lnTo>
                    <a:pt x="1967" y="106"/>
                  </a:lnTo>
                  <a:lnTo>
                    <a:pt x="1800" y="85"/>
                  </a:lnTo>
                  <a:lnTo>
                    <a:pt x="154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67" name="Google Shape;1667;p60"/>
            <p:cNvSpPr/>
            <p:nvPr/>
          </p:nvSpPr>
          <p:spPr>
            <a:xfrm>
              <a:off x="3633975" y="3059916"/>
              <a:ext cx="21195" cy="12146"/>
            </a:xfrm>
            <a:custGeom>
              <a:avLst/>
              <a:gdLst/>
              <a:ahLst/>
              <a:cxnLst/>
              <a:rect l="l" t="t" r="r" b="b"/>
              <a:pathLst>
                <a:path w="1780" h="1068" extrusionOk="0">
                  <a:moveTo>
                    <a:pt x="1047" y="0"/>
                  </a:moveTo>
                  <a:lnTo>
                    <a:pt x="838" y="63"/>
                  </a:lnTo>
                  <a:lnTo>
                    <a:pt x="733" y="210"/>
                  </a:lnTo>
                  <a:lnTo>
                    <a:pt x="335" y="168"/>
                  </a:lnTo>
                  <a:lnTo>
                    <a:pt x="168" y="272"/>
                  </a:lnTo>
                  <a:lnTo>
                    <a:pt x="1" y="231"/>
                  </a:lnTo>
                  <a:lnTo>
                    <a:pt x="1" y="231"/>
                  </a:lnTo>
                  <a:lnTo>
                    <a:pt x="63" y="314"/>
                  </a:lnTo>
                  <a:lnTo>
                    <a:pt x="273" y="335"/>
                  </a:lnTo>
                  <a:lnTo>
                    <a:pt x="335" y="335"/>
                  </a:lnTo>
                  <a:lnTo>
                    <a:pt x="231" y="419"/>
                  </a:lnTo>
                  <a:lnTo>
                    <a:pt x="335" y="524"/>
                  </a:lnTo>
                  <a:lnTo>
                    <a:pt x="440" y="524"/>
                  </a:lnTo>
                  <a:lnTo>
                    <a:pt x="482" y="586"/>
                  </a:lnTo>
                  <a:lnTo>
                    <a:pt x="545" y="586"/>
                  </a:lnTo>
                  <a:lnTo>
                    <a:pt x="691" y="544"/>
                  </a:lnTo>
                  <a:lnTo>
                    <a:pt x="838" y="524"/>
                  </a:lnTo>
                  <a:lnTo>
                    <a:pt x="1005" y="586"/>
                  </a:lnTo>
                  <a:lnTo>
                    <a:pt x="942" y="649"/>
                  </a:lnTo>
                  <a:lnTo>
                    <a:pt x="649" y="649"/>
                  </a:lnTo>
                  <a:lnTo>
                    <a:pt x="691" y="691"/>
                  </a:lnTo>
                  <a:lnTo>
                    <a:pt x="796" y="691"/>
                  </a:lnTo>
                  <a:lnTo>
                    <a:pt x="838" y="754"/>
                  </a:lnTo>
                  <a:lnTo>
                    <a:pt x="817" y="796"/>
                  </a:lnTo>
                  <a:lnTo>
                    <a:pt x="859" y="796"/>
                  </a:lnTo>
                  <a:lnTo>
                    <a:pt x="733" y="963"/>
                  </a:lnTo>
                  <a:lnTo>
                    <a:pt x="963" y="942"/>
                  </a:lnTo>
                  <a:lnTo>
                    <a:pt x="963" y="1047"/>
                  </a:lnTo>
                  <a:lnTo>
                    <a:pt x="1005" y="1068"/>
                  </a:lnTo>
                  <a:lnTo>
                    <a:pt x="1131" y="1047"/>
                  </a:lnTo>
                  <a:lnTo>
                    <a:pt x="1214" y="879"/>
                  </a:lnTo>
                  <a:lnTo>
                    <a:pt x="1319" y="858"/>
                  </a:lnTo>
                  <a:lnTo>
                    <a:pt x="1465" y="775"/>
                  </a:lnTo>
                  <a:lnTo>
                    <a:pt x="1675" y="733"/>
                  </a:lnTo>
                  <a:lnTo>
                    <a:pt x="1758" y="670"/>
                  </a:lnTo>
                  <a:lnTo>
                    <a:pt x="1779" y="565"/>
                  </a:lnTo>
                  <a:lnTo>
                    <a:pt x="1695" y="482"/>
                  </a:lnTo>
                  <a:lnTo>
                    <a:pt x="1695" y="314"/>
                  </a:lnTo>
                  <a:lnTo>
                    <a:pt x="1737" y="210"/>
                  </a:lnTo>
                  <a:lnTo>
                    <a:pt x="1695" y="42"/>
                  </a:lnTo>
                  <a:lnTo>
                    <a:pt x="157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1668" name="Google Shape;1668;p60"/>
            <p:cNvGrpSpPr/>
            <p:nvPr/>
          </p:nvGrpSpPr>
          <p:grpSpPr>
            <a:xfrm>
              <a:off x="3632736" y="3051591"/>
              <a:ext cx="63288" cy="45217"/>
              <a:chOff x="3450375" y="3038225"/>
              <a:chExt cx="132875" cy="99400"/>
            </a:xfrm>
          </p:grpSpPr>
          <p:sp>
            <p:nvSpPr>
              <p:cNvPr id="1669" name="Google Shape;1669;p60"/>
              <p:cNvSpPr/>
              <p:nvPr/>
            </p:nvSpPr>
            <p:spPr>
              <a:xfrm>
                <a:off x="3450375" y="3038225"/>
                <a:ext cx="46050" cy="13625"/>
              </a:xfrm>
              <a:custGeom>
                <a:avLst/>
                <a:gdLst/>
                <a:ahLst/>
                <a:cxnLst/>
                <a:rect l="l" t="t" r="r" b="b"/>
                <a:pathLst>
                  <a:path w="1842" h="545" extrusionOk="0">
                    <a:moveTo>
                      <a:pt x="942" y="0"/>
                    </a:moveTo>
                    <a:lnTo>
                      <a:pt x="795" y="63"/>
                    </a:lnTo>
                    <a:lnTo>
                      <a:pt x="586" y="230"/>
                    </a:lnTo>
                    <a:lnTo>
                      <a:pt x="481" y="230"/>
                    </a:lnTo>
                    <a:lnTo>
                      <a:pt x="418" y="251"/>
                    </a:lnTo>
                    <a:lnTo>
                      <a:pt x="167" y="251"/>
                    </a:lnTo>
                    <a:lnTo>
                      <a:pt x="188" y="335"/>
                    </a:lnTo>
                    <a:lnTo>
                      <a:pt x="314" y="419"/>
                    </a:lnTo>
                    <a:lnTo>
                      <a:pt x="439" y="377"/>
                    </a:lnTo>
                    <a:lnTo>
                      <a:pt x="439" y="377"/>
                    </a:lnTo>
                    <a:lnTo>
                      <a:pt x="377" y="460"/>
                    </a:lnTo>
                    <a:lnTo>
                      <a:pt x="209" y="460"/>
                    </a:lnTo>
                    <a:lnTo>
                      <a:pt x="105" y="314"/>
                    </a:lnTo>
                    <a:lnTo>
                      <a:pt x="0" y="419"/>
                    </a:lnTo>
                    <a:lnTo>
                      <a:pt x="63" y="481"/>
                    </a:lnTo>
                    <a:lnTo>
                      <a:pt x="63" y="544"/>
                    </a:lnTo>
                    <a:lnTo>
                      <a:pt x="105" y="481"/>
                    </a:lnTo>
                    <a:lnTo>
                      <a:pt x="481" y="481"/>
                    </a:lnTo>
                    <a:lnTo>
                      <a:pt x="586" y="356"/>
                    </a:lnTo>
                    <a:lnTo>
                      <a:pt x="691" y="335"/>
                    </a:lnTo>
                    <a:lnTo>
                      <a:pt x="816" y="251"/>
                    </a:lnTo>
                    <a:lnTo>
                      <a:pt x="900" y="272"/>
                    </a:lnTo>
                    <a:lnTo>
                      <a:pt x="921" y="314"/>
                    </a:lnTo>
                    <a:lnTo>
                      <a:pt x="1004" y="230"/>
                    </a:lnTo>
                    <a:lnTo>
                      <a:pt x="1067" y="209"/>
                    </a:lnTo>
                    <a:lnTo>
                      <a:pt x="1214" y="314"/>
                    </a:lnTo>
                    <a:lnTo>
                      <a:pt x="1318" y="314"/>
                    </a:lnTo>
                    <a:lnTo>
                      <a:pt x="1465" y="356"/>
                    </a:lnTo>
                    <a:lnTo>
                      <a:pt x="1653" y="440"/>
                    </a:lnTo>
                    <a:lnTo>
                      <a:pt x="1779" y="440"/>
                    </a:lnTo>
                    <a:lnTo>
                      <a:pt x="1841" y="356"/>
                    </a:lnTo>
                    <a:lnTo>
                      <a:pt x="1779" y="272"/>
                    </a:lnTo>
                    <a:lnTo>
                      <a:pt x="1737" y="314"/>
                    </a:lnTo>
                    <a:lnTo>
                      <a:pt x="1465" y="147"/>
                    </a:lnTo>
                    <a:lnTo>
                      <a:pt x="1360" y="147"/>
                    </a:lnTo>
                    <a:lnTo>
                      <a:pt x="1172" y="21"/>
                    </a:lnTo>
                    <a:lnTo>
                      <a:pt x="1046" y="21"/>
                    </a:lnTo>
                    <a:lnTo>
                      <a:pt x="94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70" name="Google Shape;1670;p60"/>
              <p:cNvSpPr/>
              <p:nvPr/>
            </p:nvSpPr>
            <p:spPr>
              <a:xfrm>
                <a:off x="3481225" y="3056525"/>
                <a:ext cx="102025" cy="81100"/>
              </a:xfrm>
              <a:custGeom>
                <a:avLst/>
                <a:gdLst/>
                <a:ahLst/>
                <a:cxnLst/>
                <a:rect l="l" t="t" r="r" b="b"/>
                <a:pathLst>
                  <a:path w="4081" h="3244" extrusionOk="0">
                    <a:moveTo>
                      <a:pt x="712" y="0"/>
                    </a:moveTo>
                    <a:lnTo>
                      <a:pt x="565" y="21"/>
                    </a:lnTo>
                    <a:lnTo>
                      <a:pt x="565" y="42"/>
                    </a:lnTo>
                    <a:lnTo>
                      <a:pt x="607" y="210"/>
                    </a:lnTo>
                    <a:lnTo>
                      <a:pt x="565" y="314"/>
                    </a:lnTo>
                    <a:lnTo>
                      <a:pt x="565" y="482"/>
                    </a:lnTo>
                    <a:lnTo>
                      <a:pt x="649" y="565"/>
                    </a:lnTo>
                    <a:lnTo>
                      <a:pt x="628" y="670"/>
                    </a:lnTo>
                    <a:lnTo>
                      <a:pt x="545" y="733"/>
                    </a:lnTo>
                    <a:lnTo>
                      <a:pt x="335" y="775"/>
                    </a:lnTo>
                    <a:lnTo>
                      <a:pt x="189" y="858"/>
                    </a:lnTo>
                    <a:lnTo>
                      <a:pt x="84" y="879"/>
                    </a:lnTo>
                    <a:lnTo>
                      <a:pt x="1" y="1046"/>
                    </a:lnTo>
                    <a:lnTo>
                      <a:pt x="21" y="1005"/>
                    </a:lnTo>
                    <a:lnTo>
                      <a:pt x="105" y="1109"/>
                    </a:lnTo>
                    <a:lnTo>
                      <a:pt x="42" y="1319"/>
                    </a:lnTo>
                    <a:lnTo>
                      <a:pt x="189" y="1507"/>
                    </a:lnTo>
                    <a:lnTo>
                      <a:pt x="314" y="1528"/>
                    </a:lnTo>
                    <a:lnTo>
                      <a:pt x="398" y="1570"/>
                    </a:lnTo>
                    <a:lnTo>
                      <a:pt x="440" y="1486"/>
                    </a:lnTo>
                    <a:lnTo>
                      <a:pt x="545" y="1528"/>
                    </a:lnTo>
                    <a:lnTo>
                      <a:pt x="503" y="1570"/>
                    </a:lnTo>
                    <a:lnTo>
                      <a:pt x="503" y="1674"/>
                    </a:lnTo>
                    <a:lnTo>
                      <a:pt x="545" y="1716"/>
                    </a:lnTo>
                    <a:lnTo>
                      <a:pt x="670" y="1716"/>
                    </a:lnTo>
                    <a:lnTo>
                      <a:pt x="733" y="1904"/>
                    </a:lnTo>
                    <a:lnTo>
                      <a:pt x="879" y="1988"/>
                    </a:lnTo>
                    <a:lnTo>
                      <a:pt x="963" y="2051"/>
                    </a:lnTo>
                    <a:lnTo>
                      <a:pt x="1047" y="2030"/>
                    </a:lnTo>
                    <a:lnTo>
                      <a:pt x="1235" y="1946"/>
                    </a:lnTo>
                    <a:lnTo>
                      <a:pt x="1235" y="1884"/>
                    </a:lnTo>
                    <a:lnTo>
                      <a:pt x="1381" y="1716"/>
                    </a:lnTo>
                    <a:lnTo>
                      <a:pt x="1486" y="1632"/>
                    </a:lnTo>
                    <a:lnTo>
                      <a:pt x="1612" y="1570"/>
                    </a:lnTo>
                    <a:lnTo>
                      <a:pt x="2114" y="1570"/>
                    </a:lnTo>
                    <a:lnTo>
                      <a:pt x="2197" y="1716"/>
                    </a:lnTo>
                    <a:lnTo>
                      <a:pt x="2239" y="1821"/>
                    </a:lnTo>
                    <a:lnTo>
                      <a:pt x="2407" y="2093"/>
                    </a:lnTo>
                    <a:lnTo>
                      <a:pt x="2386" y="2156"/>
                    </a:lnTo>
                    <a:lnTo>
                      <a:pt x="2490" y="2260"/>
                    </a:lnTo>
                    <a:lnTo>
                      <a:pt x="2490" y="2365"/>
                    </a:lnTo>
                    <a:lnTo>
                      <a:pt x="2407" y="2407"/>
                    </a:lnTo>
                    <a:lnTo>
                      <a:pt x="2407" y="2511"/>
                    </a:lnTo>
                    <a:lnTo>
                      <a:pt x="2449" y="2532"/>
                    </a:lnTo>
                    <a:lnTo>
                      <a:pt x="2449" y="2574"/>
                    </a:lnTo>
                    <a:lnTo>
                      <a:pt x="2595" y="2532"/>
                    </a:lnTo>
                    <a:lnTo>
                      <a:pt x="2637" y="2532"/>
                    </a:lnTo>
                    <a:lnTo>
                      <a:pt x="2867" y="2449"/>
                    </a:lnTo>
                    <a:lnTo>
                      <a:pt x="3014" y="2511"/>
                    </a:lnTo>
                    <a:lnTo>
                      <a:pt x="3055" y="2637"/>
                    </a:lnTo>
                    <a:lnTo>
                      <a:pt x="3181" y="2721"/>
                    </a:lnTo>
                    <a:lnTo>
                      <a:pt x="3160" y="2930"/>
                    </a:lnTo>
                    <a:lnTo>
                      <a:pt x="3139" y="3055"/>
                    </a:lnTo>
                    <a:lnTo>
                      <a:pt x="3286" y="3202"/>
                    </a:lnTo>
                    <a:lnTo>
                      <a:pt x="3369" y="3202"/>
                    </a:lnTo>
                    <a:lnTo>
                      <a:pt x="3537" y="3076"/>
                    </a:lnTo>
                    <a:lnTo>
                      <a:pt x="3578" y="3076"/>
                    </a:lnTo>
                    <a:lnTo>
                      <a:pt x="3683" y="3181"/>
                    </a:lnTo>
                    <a:lnTo>
                      <a:pt x="3704" y="3244"/>
                    </a:lnTo>
                    <a:lnTo>
                      <a:pt x="3704" y="3202"/>
                    </a:lnTo>
                    <a:lnTo>
                      <a:pt x="3809" y="3181"/>
                    </a:lnTo>
                    <a:lnTo>
                      <a:pt x="3976" y="2846"/>
                    </a:lnTo>
                    <a:lnTo>
                      <a:pt x="3976" y="2721"/>
                    </a:lnTo>
                    <a:lnTo>
                      <a:pt x="3955" y="2658"/>
                    </a:lnTo>
                    <a:lnTo>
                      <a:pt x="3850" y="2553"/>
                    </a:lnTo>
                    <a:lnTo>
                      <a:pt x="3850" y="2469"/>
                    </a:lnTo>
                    <a:lnTo>
                      <a:pt x="3913" y="2428"/>
                    </a:lnTo>
                    <a:lnTo>
                      <a:pt x="3997" y="2449"/>
                    </a:lnTo>
                    <a:lnTo>
                      <a:pt x="4018" y="2365"/>
                    </a:lnTo>
                    <a:lnTo>
                      <a:pt x="3955" y="2239"/>
                    </a:lnTo>
                    <a:lnTo>
                      <a:pt x="3871" y="2218"/>
                    </a:lnTo>
                    <a:lnTo>
                      <a:pt x="3871" y="2009"/>
                    </a:lnTo>
                    <a:lnTo>
                      <a:pt x="3892" y="1925"/>
                    </a:lnTo>
                    <a:lnTo>
                      <a:pt x="3871" y="1674"/>
                    </a:lnTo>
                    <a:lnTo>
                      <a:pt x="3809" y="1612"/>
                    </a:lnTo>
                    <a:lnTo>
                      <a:pt x="3809" y="1507"/>
                    </a:lnTo>
                    <a:lnTo>
                      <a:pt x="4060" y="1423"/>
                    </a:lnTo>
                    <a:lnTo>
                      <a:pt x="4081" y="1402"/>
                    </a:lnTo>
                    <a:lnTo>
                      <a:pt x="4081" y="1319"/>
                    </a:lnTo>
                    <a:lnTo>
                      <a:pt x="4018" y="1277"/>
                    </a:lnTo>
                    <a:lnTo>
                      <a:pt x="3871" y="1256"/>
                    </a:lnTo>
                    <a:lnTo>
                      <a:pt x="3871" y="1193"/>
                    </a:lnTo>
                    <a:lnTo>
                      <a:pt x="3850" y="1109"/>
                    </a:lnTo>
                    <a:lnTo>
                      <a:pt x="3850" y="1005"/>
                    </a:lnTo>
                    <a:lnTo>
                      <a:pt x="3767" y="1005"/>
                    </a:lnTo>
                    <a:lnTo>
                      <a:pt x="3704" y="1088"/>
                    </a:lnTo>
                    <a:lnTo>
                      <a:pt x="3599" y="1109"/>
                    </a:lnTo>
                    <a:lnTo>
                      <a:pt x="3599" y="1109"/>
                    </a:lnTo>
                    <a:lnTo>
                      <a:pt x="3662" y="963"/>
                    </a:lnTo>
                    <a:lnTo>
                      <a:pt x="3767" y="796"/>
                    </a:lnTo>
                    <a:lnTo>
                      <a:pt x="3767" y="754"/>
                    </a:lnTo>
                    <a:lnTo>
                      <a:pt x="3641" y="733"/>
                    </a:lnTo>
                    <a:lnTo>
                      <a:pt x="3578" y="670"/>
                    </a:lnTo>
                    <a:lnTo>
                      <a:pt x="3599" y="524"/>
                    </a:lnTo>
                    <a:lnTo>
                      <a:pt x="3558" y="377"/>
                    </a:lnTo>
                    <a:lnTo>
                      <a:pt x="3432" y="272"/>
                    </a:lnTo>
                    <a:lnTo>
                      <a:pt x="3390" y="231"/>
                    </a:lnTo>
                    <a:lnTo>
                      <a:pt x="3286" y="252"/>
                    </a:lnTo>
                    <a:lnTo>
                      <a:pt x="3265" y="314"/>
                    </a:lnTo>
                    <a:lnTo>
                      <a:pt x="3118" y="231"/>
                    </a:lnTo>
                    <a:lnTo>
                      <a:pt x="2972" y="231"/>
                    </a:lnTo>
                    <a:lnTo>
                      <a:pt x="2867" y="377"/>
                    </a:lnTo>
                    <a:lnTo>
                      <a:pt x="2804" y="419"/>
                    </a:lnTo>
                    <a:lnTo>
                      <a:pt x="2700" y="482"/>
                    </a:lnTo>
                    <a:lnTo>
                      <a:pt x="2532" y="482"/>
                    </a:lnTo>
                    <a:lnTo>
                      <a:pt x="2407" y="377"/>
                    </a:lnTo>
                    <a:lnTo>
                      <a:pt x="2323" y="356"/>
                    </a:lnTo>
                    <a:lnTo>
                      <a:pt x="2218" y="419"/>
                    </a:lnTo>
                    <a:lnTo>
                      <a:pt x="2135" y="377"/>
                    </a:lnTo>
                    <a:lnTo>
                      <a:pt x="2135" y="272"/>
                    </a:lnTo>
                    <a:lnTo>
                      <a:pt x="2009" y="272"/>
                    </a:lnTo>
                    <a:lnTo>
                      <a:pt x="1967" y="231"/>
                    </a:lnTo>
                    <a:lnTo>
                      <a:pt x="1863" y="210"/>
                    </a:lnTo>
                    <a:lnTo>
                      <a:pt x="1758" y="272"/>
                    </a:lnTo>
                    <a:lnTo>
                      <a:pt x="1570" y="210"/>
                    </a:lnTo>
                    <a:lnTo>
                      <a:pt x="1381" y="210"/>
                    </a:lnTo>
                    <a:lnTo>
                      <a:pt x="1277" y="126"/>
                    </a:lnTo>
                    <a:lnTo>
                      <a:pt x="1047" y="21"/>
                    </a:lnTo>
                    <a:lnTo>
                      <a:pt x="71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1671" name="Google Shape;1671;p60"/>
            <p:cNvSpPr/>
            <p:nvPr/>
          </p:nvSpPr>
          <p:spPr>
            <a:xfrm>
              <a:off x="3657897" y="3077759"/>
              <a:ext cx="19195" cy="21903"/>
            </a:xfrm>
            <a:custGeom>
              <a:avLst/>
              <a:gdLst/>
              <a:ahLst/>
              <a:cxnLst/>
              <a:rect l="l" t="t" r="r" b="b"/>
              <a:pathLst>
                <a:path w="1612" h="1926" extrusionOk="0">
                  <a:moveTo>
                    <a:pt x="733" y="1"/>
                  </a:moveTo>
                  <a:lnTo>
                    <a:pt x="607" y="63"/>
                  </a:lnTo>
                  <a:lnTo>
                    <a:pt x="502" y="147"/>
                  </a:lnTo>
                  <a:lnTo>
                    <a:pt x="356" y="315"/>
                  </a:lnTo>
                  <a:lnTo>
                    <a:pt x="356" y="377"/>
                  </a:lnTo>
                  <a:lnTo>
                    <a:pt x="168" y="461"/>
                  </a:lnTo>
                  <a:lnTo>
                    <a:pt x="84" y="482"/>
                  </a:lnTo>
                  <a:lnTo>
                    <a:pt x="42" y="587"/>
                  </a:lnTo>
                  <a:lnTo>
                    <a:pt x="0" y="670"/>
                  </a:lnTo>
                  <a:lnTo>
                    <a:pt x="105" y="733"/>
                  </a:lnTo>
                  <a:lnTo>
                    <a:pt x="42" y="880"/>
                  </a:lnTo>
                  <a:lnTo>
                    <a:pt x="63" y="963"/>
                  </a:lnTo>
                  <a:lnTo>
                    <a:pt x="168" y="984"/>
                  </a:lnTo>
                  <a:lnTo>
                    <a:pt x="251" y="1172"/>
                  </a:lnTo>
                  <a:lnTo>
                    <a:pt x="251" y="1298"/>
                  </a:lnTo>
                  <a:lnTo>
                    <a:pt x="377" y="1424"/>
                  </a:lnTo>
                  <a:lnTo>
                    <a:pt x="482" y="1382"/>
                  </a:lnTo>
                  <a:lnTo>
                    <a:pt x="482" y="1403"/>
                  </a:lnTo>
                  <a:lnTo>
                    <a:pt x="419" y="1507"/>
                  </a:lnTo>
                  <a:lnTo>
                    <a:pt x="502" y="1591"/>
                  </a:lnTo>
                  <a:lnTo>
                    <a:pt x="586" y="1675"/>
                  </a:lnTo>
                  <a:lnTo>
                    <a:pt x="565" y="1737"/>
                  </a:lnTo>
                  <a:lnTo>
                    <a:pt x="691" y="1779"/>
                  </a:lnTo>
                  <a:lnTo>
                    <a:pt x="1005" y="1926"/>
                  </a:lnTo>
                  <a:lnTo>
                    <a:pt x="1046" y="1926"/>
                  </a:lnTo>
                  <a:lnTo>
                    <a:pt x="1088" y="1842"/>
                  </a:lnTo>
                  <a:lnTo>
                    <a:pt x="1151" y="1696"/>
                  </a:lnTo>
                  <a:lnTo>
                    <a:pt x="1298" y="1633"/>
                  </a:lnTo>
                  <a:lnTo>
                    <a:pt x="1402" y="1507"/>
                  </a:lnTo>
                  <a:lnTo>
                    <a:pt x="1402" y="1403"/>
                  </a:lnTo>
                  <a:lnTo>
                    <a:pt x="1444" y="1256"/>
                  </a:lnTo>
                  <a:lnTo>
                    <a:pt x="1528" y="1214"/>
                  </a:lnTo>
                  <a:lnTo>
                    <a:pt x="1528" y="1152"/>
                  </a:lnTo>
                  <a:lnTo>
                    <a:pt x="1549" y="1005"/>
                  </a:lnTo>
                  <a:lnTo>
                    <a:pt x="1570" y="1005"/>
                  </a:lnTo>
                  <a:lnTo>
                    <a:pt x="1570" y="963"/>
                  </a:lnTo>
                  <a:lnTo>
                    <a:pt x="1528" y="942"/>
                  </a:lnTo>
                  <a:lnTo>
                    <a:pt x="1528" y="838"/>
                  </a:lnTo>
                  <a:lnTo>
                    <a:pt x="1611" y="796"/>
                  </a:lnTo>
                  <a:lnTo>
                    <a:pt x="1611" y="691"/>
                  </a:lnTo>
                  <a:lnTo>
                    <a:pt x="1507" y="587"/>
                  </a:lnTo>
                  <a:lnTo>
                    <a:pt x="1528" y="524"/>
                  </a:lnTo>
                  <a:lnTo>
                    <a:pt x="1360" y="252"/>
                  </a:lnTo>
                  <a:lnTo>
                    <a:pt x="1318" y="147"/>
                  </a:lnTo>
                  <a:lnTo>
                    <a:pt x="123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72" name="Google Shape;1672;p60"/>
            <p:cNvSpPr/>
            <p:nvPr/>
          </p:nvSpPr>
          <p:spPr>
            <a:xfrm>
              <a:off x="3670352" y="3087756"/>
              <a:ext cx="27911" cy="28568"/>
            </a:xfrm>
            <a:custGeom>
              <a:avLst/>
              <a:gdLst/>
              <a:ahLst/>
              <a:cxnLst/>
              <a:rect l="l" t="t" r="r" b="b"/>
              <a:pathLst>
                <a:path w="2344" h="2512" extrusionOk="0">
                  <a:moveTo>
                    <a:pt x="942" y="1"/>
                  </a:moveTo>
                  <a:lnTo>
                    <a:pt x="712" y="84"/>
                  </a:lnTo>
                  <a:lnTo>
                    <a:pt x="670" y="84"/>
                  </a:lnTo>
                  <a:lnTo>
                    <a:pt x="524" y="126"/>
                  </a:lnTo>
                  <a:lnTo>
                    <a:pt x="503" y="126"/>
                  </a:lnTo>
                  <a:lnTo>
                    <a:pt x="482" y="273"/>
                  </a:lnTo>
                  <a:lnTo>
                    <a:pt x="482" y="335"/>
                  </a:lnTo>
                  <a:lnTo>
                    <a:pt x="398" y="377"/>
                  </a:lnTo>
                  <a:lnTo>
                    <a:pt x="356" y="524"/>
                  </a:lnTo>
                  <a:lnTo>
                    <a:pt x="356" y="628"/>
                  </a:lnTo>
                  <a:lnTo>
                    <a:pt x="252" y="754"/>
                  </a:lnTo>
                  <a:lnTo>
                    <a:pt x="105" y="817"/>
                  </a:lnTo>
                  <a:lnTo>
                    <a:pt x="42" y="963"/>
                  </a:lnTo>
                  <a:lnTo>
                    <a:pt x="0" y="1047"/>
                  </a:lnTo>
                  <a:lnTo>
                    <a:pt x="168" y="1047"/>
                  </a:lnTo>
                  <a:lnTo>
                    <a:pt x="252" y="1109"/>
                  </a:lnTo>
                  <a:lnTo>
                    <a:pt x="210" y="1172"/>
                  </a:lnTo>
                  <a:lnTo>
                    <a:pt x="293" y="1235"/>
                  </a:lnTo>
                  <a:lnTo>
                    <a:pt x="461" y="1444"/>
                  </a:lnTo>
                  <a:lnTo>
                    <a:pt x="524" y="1444"/>
                  </a:lnTo>
                  <a:lnTo>
                    <a:pt x="775" y="1591"/>
                  </a:lnTo>
                  <a:lnTo>
                    <a:pt x="796" y="1591"/>
                  </a:lnTo>
                  <a:lnTo>
                    <a:pt x="1130" y="1967"/>
                  </a:lnTo>
                  <a:lnTo>
                    <a:pt x="1256" y="1988"/>
                  </a:lnTo>
                  <a:lnTo>
                    <a:pt x="1716" y="2302"/>
                  </a:lnTo>
                  <a:lnTo>
                    <a:pt x="2260" y="2511"/>
                  </a:lnTo>
                  <a:lnTo>
                    <a:pt x="2260" y="2386"/>
                  </a:lnTo>
                  <a:lnTo>
                    <a:pt x="2197" y="2281"/>
                  </a:lnTo>
                  <a:lnTo>
                    <a:pt x="2260" y="2156"/>
                  </a:lnTo>
                  <a:lnTo>
                    <a:pt x="2239" y="2072"/>
                  </a:lnTo>
                  <a:lnTo>
                    <a:pt x="2260" y="1967"/>
                  </a:lnTo>
                  <a:lnTo>
                    <a:pt x="2302" y="1884"/>
                  </a:lnTo>
                  <a:lnTo>
                    <a:pt x="2260" y="1800"/>
                  </a:lnTo>
                  <a:lnTo>
                    <a:pt x="2344" y="1758"/>
                  </a:lnTo>
                  <a:lnTo>
                    <a:pt x="2302" y="1653"/>
                  </a:lnTo>
                  <a:lnTo>
                    <a:pt x="2239" y="1633"/>
                  </a:lnTo>
                  <a:lnTo>
                    <a:pt x="2156" y="1570"/>
                  </a:lnTo>
                  <a:lnTo>
                    <a:pt x="2093" y="1465"/>
                  </a:lnTo>
                  <a:lnTo>
                    <a:pt x="2030" y="1444"/>
                  </a:lnTo>
                  <a:lnTo>
                    <a:pt x="1967" y="1444"/>
                  </a:lnTo>
                  <a:lnTo>
                    <a:pt x="1884" y="1361"/>
                  </a:lnTo>
                  <a:lnTo>
                    <a:pt x="1779" y="1361"/>
                  </a:lnTo>
                  <a:lnTo>
                    <a:pt x="1758" y="1381"/>
                  </a:lnTo>
                  <a:lnTo>
                    <a:pt x="1653" y="1361"/>
                  </a:lnTo>
                  <a:lnTo>
                    <a:pt x="1633" y="1256"/>
                  </a:lnTo>
                  <a:lnTo>
                    <a:pt x="1716" y="1151"/>
                  </a:lnTo>
                  <a:lnTo>
                    <a:pt x="1821" y="942"/>
                  </a:lnTo>
                  <a:lnTo>
                    <a:pt x="1758" y="837"/>
                  </a:lnTo>
                  <a:lnTo>
                    <a:pt x="1779" y="796"/>
                  </a:lnTo>
                  <a:lnTo>
                    <a:pt x="1758" y="733"/>
                  </a:lnTo>
                  <a:lnTo>
                    <a:pt x="1653" y="628"/>
                  </a:lnTo>
                  <a:lnTo>
                    <a:pt x="1612" y="628"/>
                  </a:lnTo>
                  <a:lnTo>
                    <a:pt x="1444" y="754"/>
                  </a:lnTo>
                  <a:lnTo>
                    <a:pt x="1361" y="754"/>
                  </a:lnTo>
                  <a:lnTo>
                    <a:pt x="1214" y="607"/>
                  </a:lnTo>
                  <a:lnTo>
                    <a:pt x="1235" y="482"/>
                  </a:lnTo>
                  <a:lnTo>
                    <a:pt x="1256" y="273"/>
                  </a:lnTo>
                  <a:lnTo>
                    <a:pt x="1130" y="189"/>
                  </a:lnTo>
                  <a:lnTo>
                    <a:pt x="1089" y="63"/>
                  </a:lnTo>
                  <a:lnTo>
                    <a:pt x="94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73" name="Google Shape;1673;p60"/>
            <p:cNvSpPr/>
            <p:nvPr/>
          </p:nvSpPr>
          <p:spPr>
            <a:xfrm>
              <a:off x="3689785" y="3073722"/>
              <a:ext cx="42617" cy="42840"/>
            </a:xfrm>
            <a:custGeom>
              <a:avLst/>
              <a:gdLst/>
              <a:ahLst/>
              <a:cxnLst/>
              <a:rect l="l" t="t" r="r" b="b"/>
              <a:pathLst>
                <a:path w="3579" h="3767" extrusionOk="0">
                  <a:moveTo>
                    <a:pt x="1905" y="0"/>
                  </a:moveTo>
                  <a:lnTo>
                    <a:pt x="1821" y="63"/>
                  </a:lnTo>
                  <a:lnTo>
                    <a:pt x="1716" y="209"/>
                  </a:lnTo>
                  <a:lnTo>
                    <a:pt x="1549" y="167"/>
                  </a:lnTo>
                  <a:lnTo>
                    <a:pt x="1507" y="105"/>
                  </a:lnTo>
                  <a:lnTo>
                    <a:pt x="1549" y="63"/>
                  </a:lnTo>
                  <a:lnTo>
                    <a:pt x="1381" y="42"/>
                  </a:lnTo>
                  <a:lnTo>
                    <a:pt x="1193" y="84"/>
                  </a:lnTo>
                  <a:lnTo>
                    <a:pt x="1193" y="146"/>
                  </a:lnTo>
                  <a:lnTo>
                    <a:pt x="1151" y="167"/>
                  </a:lnTo>
                  <a:lnTo>
                    <a:pt x="921" y="167"/>
                  </a:lnTo>
                  <a:lnTo>
                    <a:pt x="775" y="84"/>
                  </a:lnTo>
                  <a:lnTo>
                    <a:pt x="712" y="84"/>
                  </a:lnTo>
                  <a:lnTo>
                    <a:pt x="503" y="209"/>
                  </a:lnTo>
                  <a:lnTo>
                    <a:pt x="252" y="293"/>
                  </a:lnTo>
                  <a:lnTo>
                    <a:pt x="252" y="398"/>
                  </a:lnTo>
                  <a:lnTo>
                    <a:pt x="314" y="460"/>
                  </a:lnTo>
                  <a:lnTo>
                    <a:pt x="335" y="711"/>
                  </a:lnTo>
                  <a:lnTo>
                    <a:pt x="314" y="795"/>
                  </a:lnTo>
                  <a:lnTo>
                    <a:pt x="314" y="1004"/>
                  </a:lnTo>
                  <a:lnTo>
                    <a:pt x="398" y="1025"/>
                  </a:lnTo>
                  <a:lnTo>
                    <a:pt x="461" y="1151"/>
                  </a:lnTo>
                  <a:lnTo>
                    <a:pt x="440" y="1235"/>
                  </a:lnTo>
                  <a:lnTo>
                    <a:pt x="356" y="1214"/>
                  </a:lnTo>
                  <a:lnTo>
                    <a:pt x="293" y="1255"/>
                  </a:lnTo>
                  <a:lnTo>
                    <a:pt x="293" y="1339"/>
                  </a:lnTo>
                  <a:lnTo>
                    <a:pt x="398" y="1444"/>
                  </a:lnTo>
                  <a:lnTo>
                    <a:pt x="419" y="1507"/>
                  </a:lnTo>
                  <a:lnTo>
                    <a:pt x="419" y="1632"/>
                  </a:lnTo>
                  <a:lnTo>
                    <a:pt x="252" y="1967"/>
                  </a:lnTo>
                  <a:lnTo>
                    <a:pt x="147" y="1988"/>
                  </a:lnTo>
                  <a:lnTo>
                    <a:pt x="147" y="2030"/>
                  </a:lnTo>
                  <a:lnTo>
                    <a:pt x="126" y="2071"/>
                  </a:lnTo>
                  <a:lnTo>
                    <a:pt x="189" y="2176"/>
                  </a:lnTo>
                  <a:lnTo>
                    <a:pt x="84" y="2385"/>
                  </a:lnTo>
                  <a:lnTo>
                    <a:pt x="1" y="2490"/>
                  </a:lnTo>
                  <a:lnTo>
                    <a:pt x="21" y="2595"/>
                  </a:lnTo>
                  <a:lnTo>
                    <a:pt x="126" y="2615"/>
                  </a:lnTo>
                  <a:lnTo>
                    <a:pt x="147" y="2595"/>
                  </a:lnTo>
                  <a:lnTo>
                    <a:pt x="252" y="2595"/>
                  </a:lnTo>
                  <a:lnTo>
                    <a:pt x="335" y="2678"/>
                  </a:lnTo>
                  <a:lnTo>
                    <a:pt x="398" y="2678"/>
                  </a:lnTo>
                  <a:lnTo>
                    <a:pt x="461" y="2699"/>
                  </a:lnTo>
                  <a:lnTo>
                    <a:pt x="524" y="2804"/>
                  </a:lnTo>
                  <a:lnTo>
                    <a:pt x="607" y="2867"/>
                  </a:lnTo>
                  <a:lnTo>
                    <a:pt x="670" y="2887"/>
                  </a:lnTo>
                  <a:lnTo>
                    <a:pt x="712" y="2992"/>
                  </a:lnTo>
                  <a:lnTo>
                    <a:pt x="628" y="3034"/>
                  </a:lnTo>
                  <a:lnTo>
                    <a:pt x="670" y="3118"/>
                  </a:lnTo>
                  <a:lnTo>
                    <a:pt x="628" y="3201"/>
                  </a:lnTo>
                  <a:lnTo>
                    <a:pt x="607" y="3306"/>
                  </a:lnTo>
                  <a:lnTo>
                    <a:pt x="628" y="3390"/>
                  </a:lnTo>
                  <a:lnTo>
                    <a:pt x="565" y="3515"/>
                  </a:lnTo>
                  <a:lnTo>
                    <a:pt x="628" y="3620"/>
                  </a:lnTo>
                  <a:lnTo>
                    <a:pt x="628" y="3745"/>
                  </a:lnTo>
                  <a:lnTo>
                    <a:pt x="712" y="3766"/>
                  </a:lnTo>
                  <a:lnTo>
                    <a:pt x="879" y="3599"/>
                  </a:lnTo>
                  <a:lnTo>
                    <a:pt x="1026" y="3599"/>
                  </a:lnTo>
                  <a:lnTo>
                    <a:pt x="1068" y="3536"/>
                  </a:lnTo>
                  <a:lnTo>
                    <a:pt x="1465" y="3390"/>
                  </a:lnTo>
                  <a:lnTo>
                    <a:pt x="1465" y="3327"/>
                  </a:lnTo>
                  <a:lnTo>
                    <a:pt x="1674" y="3306"/>
                  </a:lnTo>
                  <a:lnTo>
                    <a:pt x="2449" y="3306"/>
                  </a:lnTo>
                  <a:lnTo>
                    <a:pt x="2742" y="3201"/>
                  </a:lnTo>
                  <a:lnTo>
                    <a:pt x="3014" y="3327"/>
                  </a:lnTo>
                  <a:lnTo>
                    <a:pt x="3034" y="3201"/>
                  </a:lnTo>
                  <a:lnTo>
                    <a:pt x="3139" y="3180"/>
                  </a:lnTo>
                  <a:lnTo>
                    <a:pt x="3223" y="3306"/>
                  </a:lnTo>
                  <a:lnTo>
                    <a:pt x="3244" y="3285"/>
                  </a:lnTo>
                  <a:lnTo>
                    <a:pt x="3348" y="3285"/>
                  </a:lnTo>
                  <a:lnTo>
                    <a:pt x="3453" y="3243"/>
                  </a:lnTo>
                  <a:lnTo>
                    <a:pt x="3453" y="3097"/>
                  </a:lnTo>
                  <a:lnTo>
                    <a:pt x="3390" y="2992"/>
                  </a:lnTo>
                  <a:lnTo>
                    <a:pt x="3265" y="2971"/>
                  </a:lnTo>
                  <a:lnTo>
                    <a:pt x="3244" y="2804"/>
                  </a:lnTo>
                  <a:lnTo>
                    <a:pt x="3160" y="2595"/>
                  </a:lnTo>
                  <a:lnTo>
                    <a:pt x="3076" y="2511"/>
                  </a:lnTo>
                  <a:lnTo>
                    <a:pt x="3118" y="2469"/>
                  </a:lnTo>
                  <a:lnTo>
                    <a:pt x="3139" y="2448"/>
                  </a:lnTo>
                  <a:lnTo>
                    <a:pt x="3139" y="2176"/>
                  </a:lnTo>
                  <a:lnTo>
                    <a:pt x="3181" y="2092"/>
                  </a:lnTo>
                  <a:lnTo>
                    <a:pt x="3223" y="1967"/>
                  </a:lnTo>
                  <a:lnTo>
                    <a:pt x="3244" y="1883"/>
                  </a:lnTo>
                  <a:lnTo>
                    <a:pt x="3244" y="1758"/>
                  </a:lnTo>
                  <a:lnTo>
                    <a:pt x="3432" y="1507"/>
                  </a:lnTo>
                  <a:lnTo>
                    <a:pt x="3537" y="1423"/>
                  </a:lnTo>
                  <a:lnTo>
                    <a:pt x="3537" y="1318"/>
                  </a:lnTo>
                  <a:lnTo>
                    <a:pt x="3578" y="1193"/>
                  </a:lnTo>
                  <a:lnTo>
                    <a:pt x="3537" y="1025"/>
                  </a:lnTo>
                  <a:lnTo>
                    <a:pt x="3453" y="942"/>
                  </a:lnTo>
                  <a:lnTo>
                    <a:pt x="3453" y="879"/>
                  </a:lnTo>
                  <a:lnTo>
                    <a:pt x="3390" y="732"/>
                  </a:lnTo>
                  <a:lnTo>
                    <a:pt x="3453" y="565"/>
                  </a:lnTo>
                  <a:lnTo>
                    <a:pt x="3453" y="502"/>
                  </a:lnTo>
                  <a:lnTo>
                    <a:pt x="3327" y="502"/>
                  </a:lnTo>
                  <a:lnTo>
                    <a:pt x="3244" y="418"/>
                  </a:lnTo>
                  <a:lnTo>
                    <a:pt x="3160" y="418"/>
                  </a:lnTo>
                  <a:lnTo>
                    <a:pt x="3055" y="502"/>
                  </a:lnTo>
                  <a:lnTo>
                    <a:pt x="2930" y="523"/>
                  </a:lnTo>
                  <a:lnTo>
                    <a:pt x="2742" y="460"/>
                  </a:lnTo>
                  <a:lnTo>
                    <a:pt x="2658" y="356"/>
                  </a:lnTo>
                  <a:lnTo>
                    <a:pt x="2553" y="293"/>
                  </a:lnTo>
                  <a:lnTo>
                    <a:pt x="2449" y="293"/>
                  </a:lnTo>
                  <a:lnTo>
                    <a:pt x="2407" y="251"/>
                  </a:lnTo>
                  <a:lnTo>
                    <a:pt x="2302" y="251"/>
                  </a:lnTo>
                  <a:lnTo>
                    <a:pt x="2093" y="146"/>
                  </a:lnTo>
                  <a:lnTo>
                    <a:pt x="192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74" name="Google Shape;1674;p60"/>
            <p:cNvSpPr/>
            <p:nvPr/>
          </p:nvSpPr>
          <p:spPr>
            <a:xfrm>
              <a:off x="3726412" y="3070151"/>
              <a:ext cx="29161" cy="43557"/>
            </a:xfrm>
            <a:custGeom>
              <a:avLst/>
              <a:gdLst/>
              <a:ahLst/>
              <a:cxnLst/>
              <a:rect l="l" t="t" r="r" b="b"/>
              <a:pathLst>
                <a:path w="2449" h="3830" extrusionOk="0">
                  <a:moveTo>
                    <a:pt x="1674" y="0"/>
                  </a:moveTo>
                  <a:lnTo>
                    <a:pt x="1549" y="63"/>
                  </a:lnTo>
                  <a:lnTo>
                    <a:pt x="1402" y="63"/>
                  </a:lnTo>
                  <a:lnTo>
                    <a:pt x="1193" y="105"/>
                  </a:lnTo>
                  <a:lnTo>
                    <a:pt x="419" y="105"/>
                  </a:lnTo>
                  <a:lnTo>
                    <a:pt x="210" y="147"/>
                  </a:lnTo>
                  <a:lnTo>
                    <a:pt x="189" y="272"/>
                  </a:lnTo>
                  <a:lnTo>
                    <a:pt x="251" y="460"/>
                  </a:lnTo>
                  <a:lnTo>
                    <a:pt x="293" y="502"/>
                  </a:lnTo>
                  <a:lnTo>
                    <a:pt x="377" y="670"/>
                  </a:lnTo>
                  <a:lnTo>
                    <a:pt x="377" y="816"/>
                  </a:lnTo>
                  <a:lnTo>
                    <a:pt x="377" y="879"/>
                  </a:lnTo>
                  <a:lnTo>
                    <a:pt x="314" y="1046"/>
                  </a:lnTo>
                  <a:lnTo>
                    <a:pt x="377" y="1193"/>
                  </a:lnTo>
                  <a:lnTo>
                    <a:pt x="377" y="1256"/>
                  </a:lnTo>
                  <a:lnTo>
                    <a:pt x="461" y="1339"/>
                  </a:lnTo>
                  <a:lnTo>
                    <a:pt x="502" y="1507"/>
                  </a:lnTo>
                  <a:lnTo>
                    <a:pt x="461" y="1632"/>
                  </a:lnTo>
                  <a:lnTo>
                    <a:pt x="461" y="1737"/>
                  </a:lnTo>
                  <a:lnTo>
                    <a:pt x="356" y="1821"/>
                  </a:lnTo>
                  <a:lnTo>
                    <a:pt x="168" y="2072"/>
                  </a:lnTo>
                  <a:lnTo>
                    <a:pt x="168" y="2197"/>
                  </a:lnTo>
                  <a:lnTo>
                    <a:pt x="147" y="2281"/>
                  </a:lnTo>
                  <a:lnTo>
                    <a:pt x="105" y="2406"/>
                  </a:lnTo>
                  <a:lnTo>
                    <a:pt x="63" y="2490"/>
                  </a:lnTo>
                  <a:lnTo>
                    <a:pt x="63" y="2762"/>
                  </a:lnTo>
                  <a:lnTo>
                    <a:pt x="42" y="2783"/>
                  </a:lnTo>
                  <a:lnTo>
                    <a:pt x="0" y="2825"/>
                  </a:lnTo>
                  <a:lnTo>
                    <a:pt x="84" y="2909"/>
                  </a:lnTo>
                  <a:lnTo>
                    <a:pt x="168" y="3118"/>
                  </a:lnTo>
                  <a:lnTo>
                    <a:pt x="189" y="3285"/>
                  </a:lnTo>
                  <a:lnTo>
                    <a:pt x="314" y="3306"/>
                  </a:lnTo>
                  <a:lnTo>
                    <a:pt x="377" y="3411"/>
                  </a:lnTo>
                  <a:lnTo>
                    <a:pt x="377" y="3557"/>
                  </a:lnTo>
                  <a:lnTo>
                    <a:pt x="272" y="3599"/>
                  </a:lnTo>
                  <a:lnTo>
                    <a:pt x="168" y="3599"/>
                  </a:lnTo>
                  <a:lnTo>
                    <a:pt x="147" y="3620"/>
                  </a:lnTo>
                  <a:lnTo>
                    <a:pt x="168" y="3662"/>
                  </a:lnTo>
                  <a:lnTo>
                    <a:pt x="482" y="3725"/>
                  </a:lnTo>
                  <a:lnTo>
                    <a:pt x="712" y="3829"/>
                  </a:lnTo>
                  <a:lnTo>
                    <a:pt x="1214" y="3599"/>
                  </a:lnTo>
                  <a:lnTo>
                    <a:pt x="1549" y="3557"/>
                  </a:lnTo>
                  <a:lnTo>
                    <a:pt x="1863" y="3306"/>
                  </a:lnTo>
                  <a:lnTo>
                    <a:pt x="2135" y="3181"/>
                  </a:lnTo>
                  <a:lnTo>
                    <a:pt x="2448" y="3118"/>
                  </a:lnTo>
                  <a:lnTo>
                    <a:pt x="2386" y="3034"/>
                  </a:lnTo>
                  <a:lnTo>
                    <a:pt x="2302" y="2971"/>
                  </a:lnTo>
                  <a:lnTo>
                    <a:pt x="2260" y="2929"/>
                  </a:lnTo>
                  <a:lnTo>
                    <a:pt x="2197" y="2804"/>
                  </a:lnTo>
                  <a:lnTo>
                    <a:pt x="2176" y="2657"/>
                  </a:lnTo>
                  <a:lnTo>
                    <a:pt x="2197" y="2490"/>
                  </a:lnTo>
                  <a:lnTo>
                    <a:pt x="2197" y="2448"/>
                  </a:lnTo>
                  <a:lnTo>
                    <a:pt x="2260" y="2302"/>
                  </a:lnTo>
                  <a:lnTo>
                    <a:pt x="2260" y="1967"/>
                  </a:lnTo>
                  <a:lnTo>
                    <a:pt x="2197" y="1883"/>
                  </a:lnTo>
                  <a:lnTo>
                    <a:pt x="2239" y="1674"/>
                  </a:lnTo>
                  <a:lnTo>
                    <a:pt x="2176" y="1611"/>
                  </a:lnTo>
                  <a:lnTo>
                    <a:pt x="2239" y="1528"/>
                  </a:lnTo>
                  <a:lnTo>
                    <a:pt x="2197" y="1423"/>
                  </a:lnTo>
                  <a:lnTo>
                    <a:pt x="2155" y="1360"/>
                  </a:lnTo>
                  <a:lnTo>
                    <a:pt x="2176" y="1297"/>
                  </a:lnTo>
                  <a:lnTo>
                    <a:pt x="2197" y="1214"/>
                  </a:lnTo>
                  <a:lnTo>
                    <a:pt x="2197" y="1004"/>
                  </a:lnTo>
                  <a:lnTo>
                    <a:pt x="2155" y="1004"/>
                  </a:lnTo>
                  <a:lnTo>
                    <a:pt x="2093" y="942"/>
                  </a:lnTo>
                  <a:lnTo>
                    <a:pt x="2093" y="732"/>
                  </a:lnTo>
                  <a:lnTo>
                    <a:pt x="2135" y="586"/>
                  </a:lnTo>
                  <a:lnTo>
                    <a:pt x="1988" y="502"/>
                  </a:lnTo>
                  <a:lnTo>
                    <a:pt x="1946" y="419"/>
                  </a:lnTo>
                  <a:lnTo>
                    <a:pt x="1821" y="293"/>
                  </a:lnTo>
                  <a:lnTo>
                    <a:pt x="1821" y="209"/>
                  </a:lnTo>
                  <a:lnTo>
                    <a:pt x="1758" y="168"/>
                  </a:lnTo>
                  <a:lnTo>
                    <a:pt x="171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75" name="Google Shape;1675;p60"/>
            <p:cNvSpPr/>
            <p:nvPr/>
          </p:nvSpPr>
          <p:spPr>
            <a:xfrm>
              <a:off x="3746846" y="3070151"/>
              <a:ext cx="13956" cy="35459"/>
            </a:xfrm>
            <a:custGeom>
              <a:avLst/>
              <a:gdLst/>
              <a:ahLst/>
              <a:cxnLst/>
              <a:rect l="l" t="t" r="r" b="b"/>
              <a:pathLst>
                <a:path w="1172" h="3118" extrusionOk="0">
                  <a:moveTo>
                    <a:pt x="0" y="0"/>
                  </a:moveTo>
                  <a:lnTo>
                    <a:pt x="42" y="168"/>
                  </a:lnTo>
                  <a:lnTo>
                    <a:pt x="105" y="209"/>
                  </a:lnTo>
                  <a:lnTo>
                    <a:pt x="105" y="293"/>
                  </a:lnTo>
                  <a:lnTo>
                    <a:pt x="230" y="419"/>
                  </a:lnTo>
                  <a:lnTo>
                    <a:pt x="272" y="502"/>
                  </a:lnTo>
                  <a:lnTo>
                    <a:pt x="419" y="586"/>
                  </a:lnTo>
                  <a:lnTo>
                    <a:pt x="377" y="732"/>
                  </a:lnTo>
                  <a:lnTo>
                    <a:pt x="377" y="942"/>
                  </a:lnTo>
                  <a:lnTo>
                    <a:pt x="439" y="1004"/>
                  </a:lnTo>
                  <a:lnTo>
                    <a:pt x="481" y="1004"/>
                  </a:lnTo>
                  <a:lnTo>
                    <a:pt x="481" y="1214"/>
                  </a:lnTo>
                  <a:lnTo>
                    <a:pt x="460" y="1297"/>
                  </a:lnTo>
                  <a:lnTo>
                    <a:pt x="439" y="1360"/>
                  </a:lnTo>
                  <a:lnTo>
                    <a:pt x="481" y="1423"/>
                  </a:lnTo>
                  <a:lnTo>
                    <a:pt x="523" y="1528"/>
                  </a:lnTo>
                  <a:lnTo>
                    <a:pt x="460" y="1611"/>
                  </a:lnTo>
                  <a:lnTo>
                    <a:pt x="523" y="1674"/>
                  </a:lnTo>
                  <a:lnTo>
                    <a:pt x="481" y="1883"/>
                  </a:lnTo>
                  <a:lnTo>
                    <a:pt x="544" y="1967"/>
                  </a:lnTo>
                  <a:lnTo>
                    <a:pt x="544" y="2302"/>
                  </a:lnTo>
                  <a:lnTo>
                    <a:pt x="481" y="2448"/>
                  </a:lnTo>
                  <a:lnTo>
                    <a:pt x="481" y="2490"/>
                  </a:lnTo>
                  <a:lnTo>
                    <a:pt x="460" y="2657"/>
                  </a:lnTo>
                  <a:lnTo>
                    <a:pt x="481" y="2804"/>
                  </a:lnTo>
                  <a:lnTo>
                    <a:pt x="544" y="2929"/>
                  </a:lnTo>
                  <a:lnTo>
                    <a:pt x="586" y="2971"/>
                  </a:lnTo>
                  <a:lnTo>
                    <a:pt x="670" y="3034"/>
                  </a:lnTo>
                  <a:lnTo>
                    <a:pt x="732" y="3118"/>
                  </a:lnTo>
                  <a:lnTo>
                    <a:pt x="774" y="3118"/>
                  </a:lnTo>
                  <a:lnTo>
                    <a:pt x="1088" y="2929"/>
                  </a:lnTo>
                  <a:lnTo>
                    <a:pt x="1151" y="2929"/>
                  </a:lnTo>
                  <a:lnTo>
                    <a:pt x="1172" y="2825"/>
                  </a:lnTo>
                  <a:lnTo>
                    <a:pt x="1088" y="2699"/>
                  </a:lnTo>
                  <a:lnTo>
                    <a:pt x="1088" y="2553"/>
                  </a:lnTo>
                  <a:lnTo>
                    <a:pt x="1046" y="2385"/>
                  </a:lnTo>
                  <a:lnTo>
                    <a:pt x="1067" y="1716"/>
                  </a:lnTo>
                  <a:lnTo>
                    <a:pt x="1067" y="1611"/>
                  </a:lnTo>
                  <a:lnTo>
                    <a:pt x="1109" y="1528"/>
                  </a:lnTo>
                  <a:lnTo>
                    <a:pt x="1109" y="1402"/>
                  </a:lnTo>
                  <a:lnTo>
                    <a:pt x="1088" y="1297"/>
                  </a:lnTo>
                  <a:lnTo>
                    <a:pt x="1088" y="1130"/>
                  </a:lnTo>
                  <a:lnTo>
                    <a:pt x="1046" y="900"/>
                  </a:lnTo>
                  <a:lnTo>
                    <a:pt x="900" y="586"/>
                  </a:lnTo>
                  <a:lnTo>
                    <a:pt x="858" y="565"/>
                  </a:lnTo>
                  <a:lnTo>
                    <a:pt x="774" y="481"/>
                  </a:lnTo>
                  <a:lnTo>
                    <a:pt x="649" y="398"/>
                  </a:lnTo>
                  <a:lnTo>
                    <a:pt x="628" y="209"/>
                  </a:lnTo>
                  <a:lnTo>
                    <a:pt x="649" y="168"/>
                  </a:lnTo>
                  <a:lnTo>
                    <a:pt x="4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76" name="Google Shape;1676;p60"/>
            <p:cNvSpPr/>
            <p:nvPr/>
          </p:nvSpPr>
          <p:spPr>
            <a:xfrm>
              <a:off x="3754312" y="3061110"/>
              <a:ext cx="21445" cy="42840"/>
            </a:xfrm>
            <a:custGeom>
              <a:avLst/>
              <a:gdLst/>
              <a:ahLst/>
              <a:cxnLst/>
              <a:rect l="l" t="t" r="r" b="b"/>
              <a:pathLst>
                <a:path w="1801" h="3767" extrusionOk="0">
                  <a:moveTo>
                    <a:pt x="1047" y="0"/>
                  </a:moveTo>
                  <a:lnTo>
                    <a:pt x="984" y="105"/>
                  </a:lnTo>
                  <a:lnTo>
                    <a:pt x="1005" y="147"/>
                  </a:lnTo>
                  <a:lnTo>
                    <a:pt x="900" y="209"/>
                  </a:lnTo>
                  <a:lnTo>
                    <a:pt x="838" y="209"/>
                  </a:lnTo>
                  <a:lnTo>
                    <a:pt x="838" y="272"/>
                  </a:lnTo>
                  <a:lnTo>
                    <a:pt x="691" y="439"/>
                  </a:lnTo>
                  <a:lnTo>
                    <a:pt x="628" y="439"/>
                  </a:lnTo>
                  <a:lnTo>
                    <a:pt x="440" y="544"/>
                  </a:lnTo>
                  <a:lnTo>
                    <a:pt x="356" y="523"/>
                  </a:lnTo>
                  <a:lnTo>
                    <a:pt x="252" y="565"/>
                  </a:lnTo>
                  <a:lnTo>
                    <a:pt x="252" y="670"/>
                  </a:lnTo>
                  <a:lnTo>
                    <a:pt x="168" y="753"/>
                  </a:lnTo>
                  <a:lnTo>
                    <a:pt x="168" y="858"/>
                  </a:lnTo>
                  <a:lnTo>
                    <a:pt x="43" y="900"/>
                  </a:lnTo>
                  <a:lnTo>
                    <a:pt x="22" y="963"/>
                  </a:lnTo>
                  <a:lnTo>
                    <a:pt x="1" y="1004"/>
                  </a:lnTo>
                  <a:lnTo>
                    <a:pt x="22" y="1193"/>
                  </a:lnTo>
                  <a:lnTo>
                    <a:pt x="147" y="1276"/>
                  </a:lnTo>
                  <a:lnTo>
                    <a:pt x="231" y="1360"/>
                  </a:lnTo>
                  <a:lnTo>
                    <a:pt x="273" y="1381"/>
                  </a:lnTo>
                  <a:lnTo>
                    <a:pt x="419" y="1695"/>
                  </a:lnTo>
                  <a:lnTo>
                    <a:pt x="461" y="1925"/>
                  </a:lnTo>
                  <a:lnTo>
                    <a:pt x="461" y="2092"/>
                  </a:lnTo>
                  <a:lnTo>
                    <a:pt x="482" y="2197"/>
                  </a:lnTo>
                  <a:lnTo>
                    <a:pt x="482" y="2323"/>
                  </a:lnTo>
                  <a:lnTo>
                    <a:pt x="440" y="2406"/>
                  </a:lnTo>
                  <a:lnTo>
                    <a:pt x="440" y="2511"/>
                  </a:lnTo>
                  <a:lnTo>
                    <a:pt x="419" y="3180"/>
                  </a:lnTo>
                  <a:lnTo>
                    <a:pt x="461" y="3348"/>
                  </a:lnTo>
                  <a:lnTo>
                    <a:pt x="461" y="3494"/>
                  </a:lnTo>
                  <a:lnTo>
                    <a:pt x="545" y="3620"/>
                  </a:lnTo>
                  <a:lnTo>
                    <a:pt x="524" y="3724"/>
                  </a:lnTo>
                  <a:lnTo>
                    <a:pt x="733" y="3766"/>
                  </a:lnTo>
                  <a:lnTo>
                    <a:pt x="1110" y="3620"/>
                  </a:lnTo>
                  <a:lnTo>
                    <a:pt x="1152" y="3620"/>
                  </a:lnTo>
                  <a:lnTo>
                    <a:pt x="1110" y="3515"/>
                  </a:lnTo>
                  <a:lnTo>
                    <a:pt x="1152" y="3243"/>
                  </a:lnTo>
                  <a:lnTo>
                    <a:pt x="1110" y="3139"/>
                  </a:lnTo>
                  <a:lnTo>
                    <a:pt x="1152" y="3055"/>
                  </a:lnTo>
                  <a:lnTo>
                    <a:pt x="1110" y="2825"/>
                  </a:lnTo>
                  <a:lnTo>
                    <a:pt x="1110" y="2720"/>
                  </a:lnTo>
                  <a:lnTo>
                    <a:pt x="1110" y="2657"/>
                  </a:lnTo>
                  <a:lnTo>
                    <a:pt x="1089" y="2616"/>
                  </a:lnTo>
                  <a:lnTo>
                    <a:pt x="1110" y="2553"/>
                  </a:lnTo>
                  <a:lnTo>
                    <a:pt x="1089" y="2469"/>
                  </a:lnTo>
                  <a:lnTo>
                    <a:pt x="1089" y="2427"/>
                  </a:lnTo>
                  <a:lnTo>
                    <a:pt x="1089" y="2302"/>
                  </a:lnTo>
                  <a:lnTo>
                    <a:pt x="1110" y="2218"/>
                  </a:lnTo>
                  <a:lnTo>
                    <a:pt x="1110" y="2113"/>
                  </a:lnTo>
                  <a:lnTo>
                    <a:pt x="1152" y="2051"/>
                  </a:lnTo>
                  <a:lnTo>
                    <a:pt x="1256" y="2009"/>
                  </a:lnTo>
                  <a:lnTo>
                    <a:pt x="1298" y="2009"/>
                  </a:lnTo>
                  <a:lnTo>
                    <a:pt x="1361" y="1946"/>
                  </a:lnTo>
                  <a:lnTo>
                    <a:pt x="1403" y="1841"/>
                  </a:lnTo>
                  <a:lnTo>
                    <a:pt x="1486" y="1716"/>
                  </a:lnTo>
                  <a:lnTo>
                    <a:pt x="1528" y="1611"/>
                  </a:lnTo>
                  <a:lnTo>
                    <a:pt x="1612" y="1569"/>
                  </a:lnTo>
                  <a:lnTo>
                    <a:pt x="1696" y="1569"/>
                  </a:lnTo>
                  <a:lnTo>
                    <a:pt x="1716" y="1507"/>
                  </a:lnTo>
                  <a:lnTo>
                    <a:pt x="1591" y="1381"/>
                  </a:lnTo>
                  <a:lnTo>
                    <a:pt x="1591" y="1318"/>
                  </a:lnTo>
                  <a:lnTo>
                    <a:pt x="1633" y="1255"/>
                  </a:lnTo>
                  <a:lnTo>
                    <a:pt x="1779" y="1255"/>
                  </a:lnTo>
                  <a:lnTo>
                    <a:pt x="1800" y="1172"/>
                  </a:lnTo>
                  <a:lnTo>
                    <a:pt x="1737" y="963"/>
                  </a:lnTo>
                  <a:lnTo>
                    <a:pt x="1716" y="837"/>
                  </a:lnTo>
                  <a:lnTo>
                    <a:pt x="1570" y="691"/>
                  </a:lnTo>
                  <a:lnTo>
                    <a:pt x="1528" y="628"/>
                  </a:lnTo>
                  <a:lnTo>
                    <a:pt x="1570" y="481"/>
                  </a:lnTo>
                  <a:lnTo>
                    <a:pt x="1591" y="481"/>
                  </a:lnTo>
                  <a:lnTo>
                    <a:pt x="1465" y="314"/>
                  </a:lnTo>
                  <a:lnTo>
                    <a:pt x="1319" y="272"/>
                  </a:lnTo>
                  <a:lnTo>
                    <a:pt x="1214" y="147"/>
                  </a:lnTo>
                  <a:lnTo>
                    <a:pt x="104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77" name="Google Shape;1677;p60"/>
            <p:cNvSpPr/>
            <p:nvPr/>
          </p:nvSpPr>
          <p:spPr>
            <a:xfrm>
              <a:off x="3838283" y="2987337"/>
              <a:ext cx="71755" cy="108994"/>
            </a:xfrm>
            <a:custGeom>
              <a:avLst/>
              <a:gdLst/>
              <a:ahLst/>
              <a:cxnLst/>
              <a:rect l="l" t="t" r="r" b="b"/>
              <a:pathLst>
                <a:path w="6026" h="9584" extrusionOk="0">
                  <a:moveTo>
                    <a:pt x="1318" y="1"/>
                  </a:moveTo>
                  <a:lnTo>
                    <a:pt x="690" y="252"/>
                  </a:lnTo>
                  <a:lnTo>
                    <a:pt x="732" y="336"/>
                  </a:lnTo>
                  <a:lnTo>
                    <a:pt x="1025" y="1110"/>
                  </a:lnTo>
                  <a:lnTo>
                    <a:pt x="1004" y="1277"/>
                  </a:lnTo>
                  <a:lnTo>
                    <a:pt x="962" y="1361"/>
                  </a:lnTo>
                  <a:lnTo>
                    <a:pt x="1360" y="1821"/>
                  </a:lnTo>
                  <a:lnTo>
                    <a:pt x="1339" y="2030"/>
                  </a:lnTo>
                  <a:lnTo>
                    <a:pt x="1255" y="2114"/>
                  </a:lnTo>
                  <a:lnTo>
                    <a:pt x="1109" y="3202"/>
                  </a:lnTo>
                  <a:lnTo>
                    <a:pt x="1130" y="4039"/>
                  </a:lnTo>
                  <a:lnTo>
                    <a:pt x="167" y="5022"/>
                  </a:lnTo>
                  <a:lnTo>
                    <a:pt x="126" y="5085"/>
                  </a:lnTo>
                  <a:lnTo>
                    <a:pt x="0" y="5085"/>
                  </a:lnTo>
                  <a:lnTo>
                    <a:pt x="0" y="5169"/>
                  </a:lnTo>
                  <a:lnTo>
                    <a:pt x="21" y="5901"/>
                  </a:lnTo>
                  <a:lnTo>
                    <a:pt x="105" y="5922"/>
                  </a:lnTo>
                  <a:lnTo>
                    <a:pt x="272" y="6131"/>
                  </a:lnTo>
                  <a:lnTo>
                    <a:pt x="335" y="6278"/>
                  </a:lnTo>
                  <a:lnTo>
                    <a:pt x="628" y="6424"/>
                  </a:lnTo>
                  <a:lnTo>
                    <a:pt x="753" y="6529"/>
                  </a:lnTo>
                  <a:lnTo>
                    <a:pt x="795" y="6717"/>
                  </a:lnTo>
                  <a:lnTo>
                    <a:pt x="837" y="6759"/>
                  </a:lnTo>
                  <a:lnTo>
                    <a:pt x="858" y="6864"/>
                  </a:lnTo>
                  <a:lnTo>
                    <a:pt x="942" y="7031"/>
                  </a:lnTo>
                  <a:lnTo>
                    <a:pt x="942" y="7115"/>
                  </a:lnTo>
                  <a:lnTo>
                    <a:pt x="921" y="7157"/>
                  </a:lnTo>
                  <a:lnTo>
                    <a:pt x="900" y="7219"/>
                  </a:lnTo>
                  <a:lnTo>
                    <a:pt x="962" y="7282"/>
                  </a:lnTo>
                  <a:lnTo>
                    <a:pt x="921" y="7429"/>
                  </a:lnTo>
                  <a:lnTo>
                    <a:pt x="837" y="7491"/>
                  </a:lnTo>
                  <a:lnTo>
                    <a:pt x="858" y="7596"/>
                  </a:lnTo>
                  <a:lnTo>
                    <a:pt x="962" y="7763"/>
                  </a:lnTo>
                  <a:lnTo>
                    <a:pt x="1046" y="7805"/>
                  </a:lnTo>
                  <a:lnTo>
                    <a:pt x="1067" y="7910"/>
                  </a:lnTo>
                  <a:lnTo>
                    <a:pt x="1234" y="8056"/>
                  </a:lnTo>
                  <a:lnTo>
                    <a:pt x="1276" y="8077"/>
                  </a:lnTo>
                  <a:lnTo>
                    <a:pt x="1234" y="8119"/>
                  </a:lnTo>
                  <a:lnTo>
                    <a:pt x="1151" y="8098"/>
                  </a:lnTo>
                  <a:lnTo>
                    <a:pt x="1067" y="8077"/>
                  </a:lnTo>
                  <a:lnTo>
                    <a:pt x="942" y="8056"/>
                  </a:lnTo>
                  <a:lnTo>
                    <a:pt x="900" y="8077"/>
                  </a:lnTo>
                  <a:lnTo>
                    <a:pt x="795" y="8056"/>
                  </a:lnTo>
                  <a:lnTo>
                    <a:pt x="690" y="8077"/>
                  </a:lnTo>
                  <a:lnTo>
                    <a:pt x="628" y="8056"/>
                  </a:lnTo>
                  <a:lnTo>
                    <a:pt x="439" y="8056"/>
                  </a:lnTo>
                  <a:lnTo>
                    <a:pt x="439" y="8161"/>
                  </a:lnTo>
                  <a:lnTo>
                    <a:pt x="418" y="8203"/>
                  </a:lnTo>
                  <a:lnTo>
                    <a:pt x="418" y="8307"/>
                  </a:lnTo>
                  <a:lnTo>
                    <a:pt x="418" y="8370"/>
                  </a:lnTo>
                  <a:lnTo>
                    <a:pt x="502" y="8412"/>
                  </a:lnTo>
                  <a:lnTo>
                    <a:pt x="502" y="8496"/>
                  </a:lnTo>
                  <a:lnTo>
                    <a:pt x="607" y="8517"/>
                  </a:lnTo>
                  <a:lnTo>
                    <a:pt x="816" y="8705"/>
                  </a:lnTo>
                  <a:lnTo>
                    <a:pt x="1025" y="8914"/>
                  </a:lnTo>
                  <a:lnTo>
                    <a:pt x="1109" y="8998"/>
                  </a:lnTo>
                  <a:lnTo>
                    <a:pt x="1214" y="9144"/>
                  </a:lnTo>
                  <a:lnTo>
                    <a:pt x="1276" y="9312"/>
                  </a:lnTo>
                  <a:lnTo>
                    <a:pt x="1318" y="9416"/>
                  </a:lnTo>
                  <a:lnTo>
                    <a:pt x="1360" y="9458"/>
                  </a:lnTo>
                  <a:lnTo>
                    <a:pt x="1381" y="9584"/>
                  </a:lnTo>
                  <a:lnTo>
                    <a:pt x="1486" y="9584"/>
                  </a:lnTo>
                  <a:lnTo>
                    <a:pt x="1590" y="9563"/>
                  </a:lnTo>
                  <a:lnTo>
                    <a:pt x="1758" y="9563"/>
                  </a:lnTo>
                  <a:lnTo>
                    <a:pt x="1799" y="9437"/>
                  </a:lnTo>
                  <a:lnTo>
                    <a:pt x="1799" y="9312"/>
                  </a:lnTo>
                  <a:lnTo>
                    <a:pt x="1883" y="9249"/>
                  </a:lnTo>
                  <a:lnTo>
                    <a:pt x="1946" y="9312"/>
                  </a:lnTo>
                  <a:lnTo>
                    <a:pt x="1988" y="9437"/>
                  </a:lnTo>
                  <a:lnTo>
                    <a:pt x="2051" y="9479"/>
                  </a:lnTo>
                  <a:lnTo>
                    <a:pt x="2155" y="9458"/>
                  </a:lnTo>
                  <a:lnTo>
                    <a:pt x="2281" y="9354"/>
                  </a:lnTo>
                  <a:lnTo>
                    <a:pt x="2469" y="9312"/>
                  </a:lnTo>
                  <a:lnTo>
                    <a:pt x="2595" y="9207"/>
                  </a:lnTo>
                  <a:lnTo>
                    <a:pt x="2929" y="9123"/>
                  </a:lnTo>
                  <a:lnTo>
                    <a:pt x="3097" y="9123"/>
                  </a:lnTo>
                  <a:lnTo>
                    <a:pt x="3159" y="9019"/>
                  </a:lnTo>
                  <a:lnTo>
                    <a:pt x="3327" y="8914"/>
                  </a:lnTo>
                  <a:lnTo>
                    <a:pt x="3306" y="8831"/>
                  </a:lnTo>
                  <a:lnTo>
                    <a:pt x="3243" y="8831"/>
                  </a:lnTo>
                  <a:lnTo>
                    <a:pt x="3139" y="8726"/>
                  </a:lnTo>
                  <a:lnTo>
                    <a:pt x="3159" y="8621"/>
                  </a:lnTo>
                  <a:lnTo>
                    <a:pt x="3243" y="8579"/>
                  </a:lnTo>
                  <a:lnTo>
                    <a:pt x="3327" y="8600"/>
                  </a:lnTo>
                  <a:lnTo>
                    <a:pt x="3452" y="8579"/>
                  </a:lnTo>
                  <a:lnTo>
                    <a:pt x="3557" y="8621"/>
                  </a:lnTo>
                  <a:lnTo>
                    <a:pt x="3683" y="8642"/>
                  </a:lnTo>
                  <a:lnTo>
                    <a:pt x="3850" y="8621"/>
                  </a:lnTo>
                  <a:lnTo>
                    <a:pt x="4080" y="8600"/>
                  </a:lnTo>
                  <a:lnTo>
                    <a:pt x="4185" y="8517"/>
                  </a:lnTo>
                  <a:lnTo>
                    <a:pt x="4289" y="8475"/>
                  </a:lnTo>
                  <a:lnTo>
                    <a:pt x="4310" y="8370"/>
                  </a:lnTo>
                  <a:lnTo>
                    <a:pt x="4289" y="8286"/>
                  </a:lnTo>
                  <a:lnTo>
                    <a:pt x="4310" y="8182"/>
                  </a:lnTo>
                  <a:lnTo>
                    <a:pt x="4394" y="8119"/>
                  </a:lnTo>
                  <a:lnTo>
                    <a:pt x="4394" y="8056"/>
                  </a:lnTo>
                  <a:lnTo>
                    <a:pt x="4478" y="7952"/>
                  </a:lnTo>
                  <a:lnTo>
                    <a:pt x="4520" y="7973"/>
                  </a:lnTo>
                  <a:lnTo>
                    <a:pt x="4582" y="7973"/>
                  </a:lnTo>
                  <a:lnTo>
                    <a:pt x="4687" y="7805"/>
                  </a:lnTo>
                  <a:lnTo>
                    <a:pt x="4771" y="7784"/>
                  </a:lnTo>
                  <a:lnTo>
                    <a:pt x="4729" y="7701"/>
                  </a:lnTo>
                  <a:lnTo>
                    <a:pt x="4771" y="7638"/>
                  </a:lnTo>
                  <a:lnTo>
                    <a:pt x="4917" y="7554"/>
                  </a:lnTo>
                  <a:lnTo>
                    <a:pt x="5022" y="7470"/>
                  </a:lnTo>
                  <a:lnTo>
                    <a:pt x="5147" y="7470"/>
                  </a:lnTo>
                  <a:lnTo>
                    <a:pt x="5231" y="7533"/>
                  </a:lnTo>
                  <a:lnTo>
                    <a:pt x="5356" y="7450"/>
                  </a:lnTo>
                  <a:lnTo>
                    <a:pt x="5398" y="7387"/>
                  </a:lnTo>
                  <a:lnTo>
                    <a:pt x="5419" y="7366"/>
                  </a:lnTo>
                  <a:lnTo>
                    <a:pt x="5419" y="7282"/>
                  </a:lnTo>
                  <a:lnTo>
                    <a:pt x="5461" y="7219"/>
                  </a:lnTo>
                  <a:lnTo>
                    <a:pt x="5419" y="7136"/>
                  </a:lnTo>
                  <a:lnTo>
                    <a:pt x="5189" y="7052"/>
                  </a:lnTo>
                  <a:lnTo>
                    <a:pt x="5147" y="6947"/>
                  </a:lnTo>
                  <a:lnTo>
                    <a:pt x="5147" y="6822"/>
                  </a:lnTo>
                  <a:lnTo>
                    <a:pt x="5105" y="6717"/>
                  </a:lnTo>
                  <a:lnTo>
                    <a:pt x="5147" y="6634"/>
                  </a:lnTo>
                  <a:lnTo>
                    <a:pt x="5084" y="6592"/>
                  </a:lnTo>
                  <a:lnTo>
                    <a:pt x="5126" y="6529"/>
                  </a:lnTo>
                  <a:lnTo>
                    <a:pt x="5126" y="6445"/>
                  </a:lnTo>
                  <a:lnTo>
                    <a:pt x="5084" y="6424"/>
                  </a:lnTo>
                  <a:lnTo>
                    <a:pt x="4938" y="6529"/>
                  </a:lnTo>
                  <a:lnTo>
                    <a:pt x="4875" y="6445"/>
                  </a:lnTo>
                  <a:lnTo>
                    <a:pt x="4875" y="6320"/>
                  </a:lnTo>
                  <a:lnTo>
                    <a:pt x="5043" y="6131"/>
                  </a:lnTo>
                  <a:lnTo>
                    <a:pt x="5105" y="6027"/>
                  </a:lnTo>
                  <a:lnTo>
                    <a:pt x="5084" y="5922"/>
                  </a:lnTo>
                  <a:lnTo>
                    <a:pt x="4980" y="5880"/>
                  </a:lnTo>
                  <a:lnTo>
                    <a:pt x="5001" y="5797"/>
                  </a:lnTo>
                  <a:lnTo>
                    <a:pt x="5126" y="5713"/>
                  </a:lnTo>
                  <a:lnTo>
                    <a:pt x="5189" y="5587"/>
                  </a:lnTo>
                  <a:lnTo>
                    <a:pt x="5126" y="5545"/>
                  </a:lnTo>
                  <a:lnTo>
                    <a:pt x="5105" y="5441"/>
                  </a:lnTo>
                  <a:lnTo>
                    <a:pt x="5210" y="5357"/>
                  </a:lnTo>
                  <a:lnTo>
                    <a:pt x="5252" y="5357"/>
                  </a:lnTo>
                  <a:lnTo>
                    <a:pt x="5461" y="5085"/>
                  </a:lnTo>
                  <a:lnTo>
                    <a:pt x="5524" y="4960"/>
                  </a:lnTo>
                  <a:lnTo>
                    <a:pt x="5461" y="4876"/>
                  </a:lnTo>
                  <a:lnTo>
                    <a:pt x="5461" y="4750"/>
                  </a:lnTo>
                  <a:lnTo>
                    <a:pt x="5566" y="4667"/>
                  </a:lnTo>
                  <a:lnTo>
                    <a:pt x="5712" y="4667"/>
                  </a:lnTo>
                  <a:lnTo>
                    <a:pt x="5817" y="4729"/>
                  </a:lnTo>
                  <a:lnTo>
                    <a:pt x="5921" y="4646"/>
                  </a:lnTo>
                  <a:lnTo>
                    <a:pt x="6026" y="4625"/>
                  </a:lnTo>
                  <a:lnTo>
                    <a:pt x="5963" y="2344"/>
                  </a:lnTo>
                  <a:lnTo>
                    <a:pt x="131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78" name="Google Shape;1678;p60"/>
            <p:cNvSpPr/>
            <p:nvPr/>
          </p:nvSpPr>
          <p:spPr>
            <a:xfrm>
              <a:off x="3829555" y="3057778"/>
              <a:ext cx="2251" cy="1194"/>
            </a:xfrm>
            <a:custGeom>
              <a:avLst/>
              <a:gdLst/>
              <a:ahLst/>
              <a:cxnLst/>
              <a:rect l="l" t="t" r="r" b="b"/>
              <a:pathLst>
                <a:path w="189" h="105" extrusionOk="0">
                  <a:moveTo>
                    <a:pt x="189" y="0"/>
                  </a:moveTo>
                  <a:lnTo>
                    <a:pt x="1" y="42"/>
                  </a:lnTo>
                  <a:lnTo>
                    <a:pt x="63" y="105"/>
                  </a:lnTo>
                  <a:lnTo>
                    <a:pt x="168" y="84"/>
                  </a:lnTo>
                  <a:lnTo>
                    <a:pt x="18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79" name="Google Shape;1679;p60"/>
            <p:cNvSpPr/>
            <p:nvPr/>
          </p:nvSpPr>
          <p:spPr>
            <a:xfrm>
              <a:off x="3749584" y="2988770"/>
              <a:ext cx="104905" cy="77822"/>
            </a:xfrm>
            <a:custGeom>
              <a:avLst/>
              <a:gdLst/>
              <a:ahLst/>
              <a:cxnLst/>
              <a:rect l="l" t="t" r="r" b="b"/>
              <a:pathLst>
                <a:path w="8810" h="6843" extrusionOk="0">
                  <a:moveTo>
                    <a:pt x="6507" y="0"/>
                  </a:moveTo>
                  <a:lnTo>
                    <a:pt x="3913" y="1590"/>
                  </a:lnTo>
                  <a:lnTo>
                    <a:pt x="3181" y="2239"/>
                  </a:lnTo>
                  <a:lnTo>
                    <a:pt x="2323" y="2448"/>
                  </a:lnTo>
                  <a:lnTo>
                    <a:pt x="2302" y="3578"/>
                  </a:lnTo>
                  <a:lnTo>
                    <a:pt x="2239" y="4080"/>
                  </a:lnTo>
                  <a:lnTo>
                    <a:pt x="2176" y="4164"/>
                  </a:lnTo>
                  <a:lnTo>
                    <a:pt x="2134" y="4331"/>
                  </a:lnTo>
                  <a:lnTo>
                    <a:pt x="2093" y="4478"/>
                  </a:lnTo>
                  <a:lnTo>
                    <a:pt x="1800" y="4624"/>
                  </a:lnTo>
                  <a:lnTo>
                    <a:pt x="1653" y="4729"/>
                  </a:lnTo>
                  <a:lnTo>
                    <a:pt x="1465" y="4729"/>
                  </a:lnTo>
                  <a:lnTo>
                    <a:pt x="1297" y="4834"/>
                  </a:lnTo>
                  <a:lnTo>
                    <a:pt x="942" y="4834"/>
                  </a:lnTo>
                  <a:lnTo>
                    <a:pt x="774" y="4917"/>
                  </a:lnTo>
                  <a:lnTo>
                    <a:pt x="649" y="4917"/>
                  </a:lnTo>
                  <a:lnTo>
                    <a:pt x="251" y="4938"/>
                  </a:lnTo>
                  <a:lnTo>
                    <a:pt x="126" y="4917"/>
                  </a:lnTo>
                  <a:lnTo>
                    <a:pt x="84" y="5001"/>
                  </a:lnTo>
                  <a:lnTo>
                    <a:pt x="84" y="5147"/>
                  </a:lnTo>
                  <a:lnTo>
                    <a:pt x="0" y="5252"/>
                  </a:lnTo>
                  <a:lnTo>
                    <a:pt x="0" y="5440"/>
                  </a:lnTo>
                  <a:lnTo>
                    <a:pt x="544" y="5796"/>
                  </a:lnTo>
                  <a:lnTo>
                    <a:pt x="544" y="6047"/>
                  </a:lnTo>
                  <a:lnTo>
                    <a:pt x="753" y="6173"/>
                  </a:lnTo>
                  <a:lnTo>
                    <a:pt x="984" y="6047"/>
                  </a:lnTo>
                  <a:lnTo>
                    <a:pt x="1067" y="6089"/>
                  </a:lnTo>
                  <a:lnTo>
                    <a:pt x="1067" y="6152"/>
                  </a:lnTo>
                  <a:lnTo>
                    <a:pt x="1130" y="6194"/>
                  </a:lnTo>
                  <a:lnTo>
                    <a:pt x="1130" y="6298"/>
                  </a:lnTo>
                  <a:lnTo>
                    <a:pt x="1067" y="6403"/>
                  </a:lnTo>
                  <a:lnTo>
                    <a:pt x="1193" y="6570"/>
                  </a:lnTo>
                  <a:lnTo>
                    <a:pt x="1297" y="6570"/>
                  </a:lnTo>
                  <a:lnTo>
                    <a:pt x="1402" y="6508"/>
                  </a:lnTo>
                  <a:lnTo>
                    <a:pt x="1381" y="6466"/>
                  </a:lnTo>
                  <a:lnTo>
                    <a:pt x="1444" y="6361"/>
                  </a:lnTo>
                  <a:lnTo>
                    <a:pt x="1611" y="6508"/>
                  </a:lnTo>
                  <a:lnTo>
                    <a:pt x="1716" y="6633"/>
                  </a:lnTo>
                  <a:lnTo>
                    <a:pt x="1862" y="6675"/>
                  </a:lnTo>
                  <a:lnTo>
                    <a:pt x="1988" y="6842"/>
                  </a:lnTo>
                  <a:lnTo>
                    <a:pt x="2072" y="6780"/>
                  </a:lnTo>
                  <a:lnTo>
                    <a:pt x="2072" y="6717"/>
                  </a:lnTo>
                  <a:lnTo>
                    <a:pt x="2009" y="6696"/>
                  </a:lnTo>
                  <a:lnTo>
                    <a:pt x="1925" y="6528"/>
                  </a:lnTo>
                  <a:lnTo>
                    <a:pt x="1967" y="6487"/>
                  </a:lnTo>
                  <a:lnTo>
                    <a:pt x="1967" y="6403"/>
                  </a:lnTo>
                  <a:lnTo>
                    <a:pt x="2072" y="6298"/>
                  </a:lnTo>
                  <a:lnTo>
                    <a:pt x="2176" y="6298"/>
                  </a:lnTo>
                  <a:lnTo>
                    <a:pt x="2176" y="6215"/>
                  </a:lnTo>
                  <a:lnTo>
                    <a:pt x="2113" y="6173"/>
                  </a:lnTo>
                  <a:lnTo>
                    <a:pt x="2093" y="6068"/>
                  </a:lnTo>
                  <a:lnTo>
                    <a:pt x="2113" y="6005"/>
                  </a:lnTo>
                  <a:lnTo>
                    <a:pt x="2134" y="5984"/>
                  </a:lnTo>
                  <a:lnTo>
                    <a:pt x="2113" y="5943"/>
                  </a:lnTo>
                  <a:lnTo>
                    <a:pt x="2113" y="5880"/>
                  </a:lnTo>
                  <a:lnTo>
                    <a:pt x="2239" y="5775"/>
                  </a:lnTo>
                  <a:lnTo>
                    <a:pt x="2323" y="5754"/>
                  </a:lnTo>
                  <a:lnTo>
                    <a:pt x="2385" y="5733"/>
                  </a:lnTo>
                  <a:lnTo>
                    <a:pt x="2490" y="5692"/>
                  </a:lnTo>
                  <a:lnTo>
                    <a:pt x="2804" y="5692"/>
                  </a:lnTo>
                  <a:lnTo>
                    <a:pt x="2846" y="5650"/>
                  </a:lnTo>
                  <a:lnTo>
                    <a:pt x="2930" y="5650"/>
                  </a:lnTo>
                  <a:lnTo>
                    <a:pt x="3013" y="5671"/>
                  </a:lnTo>
                  <a:lnTo>
                    <a:pt x="3160" y="5692"/>
                  </a:lnTo>
                  <a:lnTo>
                    <a:pt x="3243" y="5733"/>
                  </a:lnTo>
                  <a:lnTo>
                    <a:pt x="3327" y="5754"/>
                  </a:lnTo>
                  <a:lnTo>
                    <a:pt x="3494" y="5796"/>
                  </a:lnTo>
                  <a:lnTo>
                    <a:pt x="3557" y="5880"/>
                  </a:lnTo>
                  <a:lnTo>
                    <a:pt x="3683" y="6068"/>
                  </a:lnTo>
                  <a:lnTo>
                    <a:pt x="3787" y="6152"/>
                  </a:lnTo>
                  <a:lnTo>
                    <a:pt x="3850" y="6110"/>
                  </a:lnTo>
                  <a:lnTo>
                    <a:pt x="3913" y="6047"/>
                  </a:lnTo>
                  <a:lnTo>
                    <a:pt x="3997" y="6005"/>
                  </a:lnTo>
                  <a:lnTo>
                    <a:pt x="4080" y="5984"/>
                  </a:lnTo>
                  <a:lnTo>
                    <a:pt x="4227" y="5964"/>
                  </a:lnTo>
                  <a:lnTo>
                    <a:pt x="4269" y="5943"/>
                  </a:lnTo>
                  <a:lnTo>
                    <a:pt x="4373" y="5943"/>
                  </a:lnTo>
                  <a:lnTo>
                    <a:pt x="4478" y="6005"/>
                  </a:lnTo>
                  <a:lnTo>
                    <a:pt x="4478" y="6068"/>
                  </a:lnTo>
                  <a:lnTo>
                    <a:pt x="4582" y="6089"/>
                  </a:lnTo>
                  <a:lnTo>
                    <a:pt x="4750" y="6194"/>
                  </a:lnTo>
                  <a:lnTo>
                    <a:pt x="4896" y="6215"/>
                  </a:lnTo>
                  <a:lnTo>
                    <a:pt x="5126" y="6298"/>
                  </a:lnTo>
                  <a:lnTo>
                    <a:pt x="5231" y="6319"/>
                  </a:lnTo>
                  <a:lnTo>
                    <a:pt x="5357" y="6256"/>
                  </a:lnTo>
                  <a:lnTo>
                    <a:pt x="5524" y="6047"/>
                  </a:lnTo>
                  <a:lnTo>
                    <a:pt x="5629" y="5984"/>
                  </a:lnTo>
                  <a:lnTo>
                    <a:pt x="5943" y="6005"/>
                  </a:lnTo>
                  <a:lnTo>
                    <a:pt x="6068" y="5964"/>
                  </a:lnTo>
                  <a:lnTo>
                    <a:pt x="6319" y="5984"/>
                  </a:lnTo>
                  <a:lnTo>
                    <a:pt x="6507" y="6068"/>
                  </a:lnTo>
                  <a:lnTo>
                    <a:pt x="6675" y="6089"/>
                  </a:lnTo>
                  <a:lnTo>
                    <a:pt x="6717" y="6110"/>
                  </a:lnTo>
                  <a:lnTo>
                    <a:pt x="6905" y="6068"/>
                  </a:lnTo>
                  <a:lnTo>
                    <a:pt x="6926" y="6047"/>
                  </a:lnTo>
                  <a:lnTo>
                    <a:pt x="7031" y="5984"/>
                  </a:lnTo>
                  <a:lnTo>
                    <a:pt x="7093" y="5943"/>
                  </a:lnTo>
                  <a:lnTo>
                    <a:pt x="7156" y="5901"/>
                  </a:lnTo>
                  <a:lnTo>
                    <a:pt x="7240" y="5943"/>
                  </a:lnTo>
                  <a:lnTo>
                    <a:pt x="7303" y="5901"/>
                  </a:lnTo>
                  <a:lnTo>
                    <a:pt x="7323" y="5838"/>
                  </a:lnTo>
                  <a:lnTo>
                    <a:pt x="7365" y="5733"/>
                  </a:lnTo>
                  <a:lnTo>
                    <a:pt x="7470" y="5775"/>
                  </a:lnTo>
                  <a:lnTo>
                    <a:pt x="7470" y="5775"/>
                  </a:lnTo>
                  <a:lnTo>
                    <a:pt x="7449" y="5043"/>
                  </a:lnTo>
                  <a:lnTo>
                    <a:pt x="7449" y="4959"/>
                  </a:lnTo>
                  <a:lnTo>
                    <a:pt x="7575" y="4959"/>
                  </a:lnTo>
                  <a:lnTo>
                    <a:pt x="7616" y="4896"/>
                  </a:lnTo>
                  <a:lnTo>
                    <a:pt x="8579" y="3913"/>
                  </a:lnTo>
                  <a:lnTo>
                    <a:pt x="8558" y="3076"/>
                  </a:lnTo>
                  <a:lnTo>
                    <a:pt x="8704" y="1988"/>
                  </a:lnTo>
                  <a:lnTo>
                    <a:pt x="8788" y="1904"/>
                  </a:lnTo>
                  <a:lnTo>
                    <a:pt x="8809" y="1695"/>
                  </a:lnTo>
                  <a:lnTo>
                    <a:pt x="8411" y="1235"/>
                  </a:lnTo>
                  <a:lnTo>
                    <a:pt x="8453" y="1151"/>
                  </a:lnTo>
                  <a:lnTo>
                    <a:pt x="8474" y="984"/>
                  </a:lnTo>
                  <a:lnTo>
                    <a:pt x="8181" y="210"/>
                  </a:lnTo>
                  <a:lnTo>
                    <a:pt x="8139" y="126"/>
                  </a:lnTo>
                  <a:lnTo>
                    <a:pt x="7616" y="335"/>
                  </a:lnTo>
                  <a:lnTo>
                    <a:pt x="7512" y="230"/>
                  </a:lnTo>
                  <a:lnTo>
                    <a:pt x="6507"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A6CBC2"/>
                </a:solidFill>
              </a:endParaRPr>
            </a:p>
          </p:txBody>
        </p:sp>
        <p:sp>
          <p:nvSpPr>
            <p:cNvPr id="1680" name="Google Shape;1680;p60"/>
            <p:cNvSpPr/>
            <p:nvPr/>
          </p:nvSpPr>
          <p:spPr>
            <a:xfrm>
              <a:off x="3767267" y="3053013"/>
              <a:ext cx="78744" cy="64493"/>
            </a:xfrm>
            <a:custGeom>
              <a:avLst/>
              <a:gdLst/>
              <a:ahLst/>
              <a:cxnLst/>
              <a:rect l="l" t="t" r="r" b="b"/>
              <a:pathLst>
                <a:path w="6613" h="5671" extrusionOk="0">
                  <a:moveTo>
                    <a:pt x="1361" y="1"/>
                  </a:moveTo>
                  <a:lnTo>
                    <a:pt x="1319" y="43"/>
                  </a:lnTo>
                  <a:lnTo>
                    <a:pt x="1005" y="43"/>
                  </a:lnTo>
                  <a:lnTo>
                    <a:pt x="900" y="84"/>
                  </a:lnTo>
                  <a:lnTo>
                    <a:pt x="838" y="105"/>
                  </a:lnTo>
                  <a:lnTo>
                    <a:pt x="754" y="126"/>
                  </a:lnTo>
                  <a:lnTo>
                    <a:pt x="628" y="231"/>
                  </a:lnTo>
                  <a:lnTo>
                    <a:pt x="628" y="294"/>
                  </a:lnTo>
                  <a:lnTo>
                    <a:pt x="649" y="335"/>
                  </a:lnTo>
                  <a:lnTo>
                    <a:pt x="628" y="356"/>
                  </a:lnTo>
                  <a:lnTo>
                    <a:pt x="608" y="419"/>
                  </a:lnTo>
                  <a:lnTo>
                    <a:pt x="628" y="524"/>
                  </a:lnTo>
                  <a:lnTo>
                    <a:pt x="691" y="566"/>
                  </a:lnTo>
                  <a:lnTo>
                    <a:pt x="691" y="649"/>
                  </a:lnTo>
                  <a:lnTo>
                    <a:pt x="587" y="649"/>
                  </a:lnTo>
                  <a:lnTo>
                    <a:pt x="482" y="754"/>
                  </a:lnTo>
                  <a:lnTo>
                    <a:pt x="482" y="838"/>
                  </a:lnTo>
                  <a:lnTo>
                    <a:pt x="440" y="879"/>
                  </a:lnTo>
                  <a:lnTo>
                    <a:pt x="524" y="1047"/>
                  </a:lnTo>
                  <a:lnTo>
                    <a:pt x="587" y="1068"/>
                  </a:lnTo>
                  <a:lnTo>
                    <a:pt x="587" y="1131"/>
                  </a:lnTo>
                  <a:lnTo>
                    <a:pt x="503" y="1193"/>
                  </a:lnTo>
                  <a:lnTo>
                    <a:pt x="482" y="1193"/>
                  </a:lnTo>
                  <a:lnTo>
                    <a:pt x="440" y="1340"/>
                  </a:lnTo>
                  <a:lnTo>
                    <a:pt x="482" y="1403"/>
                  </a:lnTo>
                  <a:lnTo>
                    <a:pt x="628" y="1549"/>
                  </a:lnTo>
                  <a:lnTo>
                    <a:pt x="649" y="1675"/>
                  </a:lnTo>
                  <a:lnTo>
                    <a:pt x="712" y="1884"/>
                  </a:lnTo>
                  <a:lnTo>
                    <a:pt x="691" y="1967"/>
                  </a:lnTo>
                  <a:lnTo>
                    <a:pt x="545" y="1967"/>
                  </a:lnTo>
                  <a:lnTo>
                    <a:pt x="503" y="2030"/>
                  </a:lnTo>
                  <a:lnTo>
                    <a:pt x="503" y="2093"/>
                  </a:lnTo>
                  <a:lnTo>
                    <a:pt x="628" y="2219"/>
                  </a:lnTo>
                  <a:lnTo>
                    <a:pt x="608" y="2281"/>
                  </a:lnTo>
                  <a:lnTo>
                    <a:pt x="524" y="2281"/>
                  </a:lnTo>
                  <a:lnTo>
                    <a:pt x="440" y="2323"/>
                  </a:lnTo>
                  <a:lnTo>
                    <a:pt x="398" y="2428"/>
                  </a:lnTo>
                  <a:lnTo>
                    <a:pt x="315" y="2553"/>
                  </a:lnTo>
                  <a:lnTo>
                    <a:pt x="273" y="2658"/>
                  </a:lnTo>
                  <a:lnTo>
                    <a:pt x="210" y="2721"/>
                  </a:lnTo>
                  <a:lnTo>
                    <a:pt x="168" y="2721"/>
                  </a:lnTo>
                  <a:lnTo>
                    <a:pt x="64" y="2763"/>
                  </a:lnTo>
                  <a:lnTo>
                    <a:pt x="22" y="2825"/>
                  </a:lnTo>
                  <a:lnTo>
                    <a:pt x="22" y="2930"/>
                  </a:lnTo>
                  <a:lnTo>
                    <a:pt x="1" y="3014"/>
                  </a:lnTo>
                  <a:lnTo>
                    <a:pt x="1" y="3139"/>
                  </a:lnTo>
                  <a:lnTo>
                    <a:pt x="1" y="3181"/>
                  </a:lnTo>
                  <a:lnTo>
                    <a:pt x="22" y="3265"/>
                  </a:lnTo>
                  <a:lnTo>
                    <a:pt x="1" y="3328"/>
                  </a:lnTo>
                  <a:lnTo>
                    <a:pt x="22" y="3369"/>
                  </a:lnTo>
                  <a:lnTo>
                    <a:pt x="22" y="3432"/>
                  </a:lnTo>
                  <a:lnTo>
                    <a:pt x="22" y="3537"/>
                  </a:lnTo>
                  <a:lnTo>
                    <a:pt x="64" y="3767"/>
                  </a:lnTo>
                  <a:lnTo>
                    <a:pt x="22" y="3851"/>
                  </a:lnTo>
                  <a:lnTo>
                    <a:pt x="64" y="3955"/>
                  </a:lnTo>
                  <a:lnTo>
                    <a:pt x="22" y="4227"/>
                  </a:lnTo>
                  <a:lnTo>
                    <a:pt x="64" y="4332"/>
                  </a:lnTo>
                  <a:lnTo>
                    <a:pt x="294" y="4395"/>
                  </a:lnTo>
                  <a:lnTo>
                    <a:pt x="482" y="4311"/>
                  </a:lnTo>
                  <a:lnTo>
                    <a:pt x="900" y="4541"/>
                  </a:lnTo>
                  <a:lnTo>
                    <a:pt x="1131" y="4750"/>
                  </a:lnTo>
                  <a:lnTo>
                    <a:pt x="1256" y="5043"/>
                  </a:lnTo>
                  <a:lnTo>
                    <a:pt x="1256" y="5232"/>
                  </a:lnTo>
                  <a:lnTo>
                    <a:pt x="1340" y="5273"/>
                  </a:lnTo>
                  <a:lnTo>
                    <a:pt x="1424" y="5462"/>
                  </a:lnTo>
                  <a:lnTo>
                    <a:pt x="1549" y="5587"/>
                  </a:lnTo>
                  <a:lnTo>
                    <a:pt x="1758" y="5671"/>
                  </a:lnTo>
                  <a:lnTo>
                    <a:pt x="2323" y="5629"/>
                  </a:lnTo>
                  <a:lnTo>
                    <a:pt x="2428" y="5566"/>
                  </a:lnTo>
                  <a:lnTo>
                    <a:pt x="2512" y="5587"/>
                  </a:lnTo>
                  <a:lnTo>
                    <a:pt x="2784" y="5483"/>
                  </a:lnTo>
                  <a:lnTo>
                    <a:pt x="2888" y="5545"/>
                  </a:lnTo>
                  <a:lnTo>
                    <a:pt x="3014" y="5524"/>
                  </a:lnTo>
                  <a:lnTo>
                    <a:pt x="3056" y="5357"/>
                  </a:lnTo>
                  <a:lnTo>
                    <a:pt x="3160" y="5462"/>
                  </a:lnTo>
                  <a:lnTo>
                    <a:pt x="3223" y="5441"/>
                  </a:lnTo>
                  <a:lnTo>
                    <a:pt x="3223" y="5357"/>
                  </a:lnTo>
                  <a:lnTo>
                    <a:pt x="3369" y="5211"/>
                  </a:lnTo>
                  <a:lnTo>
                    <a:pt x="3432" y="5043"/>
                  </a:lnTo>
                  <a:lnTo>
                    <a:pt x="3432" y="4918"/>
                  </a:lnTo>
                  <a:lnTo>
                    <a:pt x="3411" y="4792"/>
                  </a:lnTo>
                  <a:lnTo>
                    <a:pt x="3474" y="4729"/>
                  </a:lnTo>
                  <a:lnTo>
                    <a:pt x="3474" y="4646"/>
                  </a:lnTo>
                  <a:lnTo>
                    <a:pt x="3558" y="4583"/>
                  </a:lnTo>
                  <a:lnTo>
                    <a:pt x="3662" y="4499"/>
                  </a:lnTo>
                  <a:lnTo>
                    <a:pt x="3725" y="4436"/>
                  </a:lnTo>
                  <a:lnTo>
                    <a:pt x="3893" y="4311"/>
                  </a:lnTo>
                  <a:lnTo>
                    <a:pt x="3872" y="4206"/>
                  </a:lnTo>
                  <a:lnTo>
                    <a:pt x="3893" y="4123"/>
                  </a:lnTo>
                  <a:lnTo>
                    <a:pt x="4039" y="4123"/>
                  </a:lnTo>
                  <a:lnTo>
                    <a:pt x="4081" y="4060"/>
                  </a:lnTo>
                  <a:lnTo>
                    <a:pt x="4102" y="4081"/>
                  </a:lnTo>
                  <a:lnTo>
                    <a:pt x="4269" y="4123"/>
                  </a:lnTo>
                  <a:lnTo>
                    <a:pt x="4353" y="4123"/>
                  </a:lnTo>
                  <a:lnTo>
                    <a:pt x="4458" y="4185"/>
                  </a:lnTo>
                  <a:lnTo>
                    <a:pt x="4499" y="4311"/>
                  </a:lnTo>
                  <a:lnTo>
                    <a:pt x="4604" y="4374"/>
                  </a:lnTo>
                  <a:lnTo>
                    <a:pt x="4688" y="4395"/>
                  </a:lnTo>
                  <a:lnTo>
                    <a:pt x="4792" y="4332"/>
                  </a:lnTo>
                  <a:lnTo>
                    <a:pt x="4876" y="4206"/>
                  </a:lnTo>
                  <a:lnTo>
                    <a:pt x="4876" y="4164"/>
                  </a:lnTo>
                  <a:lnTo>
                    <a:pt x="4918" y="4081"/>
                  </a:lnTo>
                  <a:lnTo>
                    <a:pt x="5002" y="4060"/>
                  </a:lnTo>
                  <a:lnTo>
                    <a:pt x="5085" y="3955"/>
                  </a:lnTo>
                  <a:lnTo>
                    <a:pt x="5085" y="3872"/>
                  </a:lnTo>
                  <a:lnTo>
                    <a:pt x="5106" y="3746"/>
                  </a:lnTo>
                  <a:lnTo>
                    <a:pt x="5294" y="3558"/>
                  </a:lnTo>
                  <a:lnTo>
                    <a:pt x="5315" y="3453"/>
                  </a:lnTo>
                  <a:lnTo>
                    <a:pt x="5294" y="3369"/>
                  </a:lnTo>
                  <a:lnTo>
                    <a:pt x="5336" y="3286"/>
                  </a:lnTo>
                  <a:lnTo>
                    <a:pt x="5504" y="3139"/>
                  </a:lnTo>
                  <a:lnTo>
                    <a:pt x="5608" y="3056"/>
                  </a:lnTo>
                  <a:lnTo>
                    <a:pt x="5629" y="2930"/>
                  </a:lnTo>
                  <a:lnTo>
                    <a:pt x="5650" y="2846"/>
                  </a:lnTo>
                  <a:lnTo>
                    <a:pt x="5629" y="2658"/>
                  </a:lnTo>
                  <a:lnTo>
                    <a:pt x="5734" y="2595"/>
                  </a:lnTo>
                  <a:lnTo>
                    <a:pt x="5880" y="2553"/>
                  </a:lnTo>
                  <a:lnTo>
                    <a:pt x="5964" y="2428"/>
                  </a:lnTo>
                  <a:lnTo>
                    <a:pt x="5985" y="2302"/>
                  </a:lnTo>
                  <a:lnTo>
                    <a:pt x="5985" y="2135"/>
                  </a:lnTo>
                  <a:lnTo>
                    <a:pt x="5985" y="2030"/>
                  </a:lnTo>
                  <a:lnTo>
                    <a:pt x="6048" y="1926"/>
                  </a:lnTo>
                  <a:lnTo>
                    <a:pt x="6152" y="1758"/>
                  </a:lnTo>
                  <a:lnTo>
                    <a:pt x="6194" y="1695"/>
                  </a:lnTo>
                  <a:lnTo>
                    <a:pt x="6236" y="1654"/>
                  </a:lnTo>
                  <a:lnTo>
                    <a:pt x="6341" y="1570"/>
                  </a:lnTo>
                  <a:lnTo>
                    <a:pt x="6382" y="1570"/>
                  </a:lnTo>
                  <a:lnTo>
                    <a:pt x="6466" y="1465"/>
                  </a:lnTo>
                  <a:lnTo>
                    <a:pt x="6592" y="1403"/>
                  </a:lnTo>
                  <a:lnTo>
                    <a:pt x="6613" y="1340"/>
                  </a:lnTo>
                  <a:lnTo>
                    <a:pt x="6571" y="1193"/>
                  </a:lnTo>
                  <a:lnTo>
                    <a:pt x="6571" y="1131"/>
                  </a:lnTo>
                  <a:lnTo>
                    <a:pt x="6550" y="1047"/>
                  </a:lnTo>
                  <a:lnTo>
                    <a:pt x="6445" y="984"/>
                  </a:lnTo>
                  <a:lnTo>
                    <a:pt x="6382" y="921"/>
                  </a:lnTo>
                  <a:lnTo>
                    <a:pt x="6382" y="733"/>
                  </a:lnTo>
                  <a:lnTo>
                    <a:pt x="6362" y="628"/>
                  </a:lnTo>
                  <a:lnTo>
                    <a:pt x="6299" y="503"/>
                  </a:lnTo>
                  <a:lnTo>
                    <a:pt x="6236" y="356"/>
                  </a:lnTo>
                  <a:lnTo>
                    <a:pt x="6069" y="147"/>
                  </a:lnTo>
                  <a:lnTo>
                    <a:pt x="5985" y="126"/>
                  </a:lnTo>
                  <a:lnTo>
                    <a:pt x="5880" y="84"/>
                  </a:lnTo>
                  <a:lnTo>
                    <a:pt x="5838" y="189"/>
                  </a:lnTo>
                  <a:lnTo>
                    <a:pt x="5818" y="252"/>
                  </a:lnTo>
                  <a:lnTo>
                    <a:pt x="5755" y="294"/>
                  </a:lnTo>
                  <a:lnTo>
                    <a:pt x="5671" y="252"/>
                  </a:lnTo>
                  <a:lnTo>
                    <a:pt x="5608" y="294"/>
                  </a:lnTo>
                  <a:lnTo>
                    <a:pt x="5546" y="335"/>
                  </a:lnTo>
                  <a:lnTo>
                    <a:pt x="5441" y="398"/>
                  </a:lnTo>
                  <a:lnTo>
                    <a:pt x="5399" y="503"/>
                  </a:lnTo>
                  <a:lnTo>
                    <a:pt x="5294" y="524"/>
                  </a:lnTo>
                  <a:lnTo>
                    <a:pt x="5232" y="461"/>
                  </a:lnTo>
                  <a:lnTo>
                    <a:pt x="5190" y="440"/>
                  </a:lnTo>
                  <a:lnTo>
                    <a:pt x="5022" y="419"/>
                  </a:lnTo>
                  <a:lnTo>
                    <a:pt x="4834" y="335"/>
                  </a:lnTo>
                  <a:lnTo>
                    <a:pt x="4583" y="315"/>
                  </a:lnTo>
                  <a:lnTo>
                    <a:pt x="4458" y="356"/>
                  </a:lnTo>
                  <a:lnTo>
                    <a:pt x="4144" y="335"/>
                  </a:lnTo>
                  <a:lnTo>
                    <a:pt x="4039" y="398"/>
                  </a:lnTo>
                  <a:lnTo>
                    <a:pt x="3872" y="607"/>
                  </a:lnTo>
                  <a:lnTo>
                    <a:pt x="3746" y="670"/>
                  </a:lnTo>
                  <a:lnTo>
                    <a:pt x="3641" y="649"/>
                  </a:lnTo>
                  <a:lnTo>
                    <a:pt x="3411" y="566"/>
                  </a:lnTo>
                  <a:lnTo>
                    <a:pt x="3265" y="545"/>
                  </a:lnTo>
                  <a:lnTo>
                    <a:pt x="3097" y="440"/>
                  </a:lnTo>
                  <a:lnTo>
                    <a:pt x="2993" y="419"/>
                  </a:lnTo>
                  <a:lnTo>
                    <a:pt x="2993" y="356"/>
                  </a:lnTo>
                  <a:lnTo>
                    <a:pt x="2888" y="294"/>
                  </a:lnTo>
                  <a:lnTo>
                    <a:pt x="2784" y="294"/>
                  </a:lnTo>
                  <a:lnTo>
                    <a:pt x="2742" y="315"/>
                  </a:lnTo>
                  <a:lnTo>
                    <a:pt x="2595" y="335"/>
                  </a:lnTo>
                  <a:lnTo>
                    <a:pt x="2512" y="356"/>
                  </a:lnTo>
                  <a:lnTo>
                    <a:pt x="2428" y="398"/>
                  </a:lnTo>
                  <a:lnTo>
                    <a:pt x="2365" y="461"/>
                  </a:lnTo>
                  <a:lnTo>
                    <a:pt x="2302" y="503"/>
                  </a:lnTo>
                  <a:lnTo>
                    <a:pt x="2198" y="419"/>
                  </a:lnTo>
                  <a:lnTo>
                    <a:pt x="2072" y="231"/>
                  </a:lnTo>
                  <a:lnTo>
                    <a:pt x="2009" y="147"/>
                  </a:lnTo>
                  <a:lnTo>
                    <a:pt x="1842" y="105"/>
                  </a:lnTo>
                  <a:lnTo>
                    <a:pt x="1758" y="84"/>
                  </a:lnTo>
                  <a:lnTo>
                    <a:pt x="1675" y="43"/>
                  </a:lnTo>
                  <a:lnTo>
                    <a:pt x="1528" y="22"/>
                  </a:lnTo>
                  <a:lnTo>
                    <a:pt x="144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81" name="Google Shape;1681;p60"/>
            <p:cNvSpPr/>
            <p:nvPr/>
          </p:nvSpPr>
          <p:spPr>
            <a:xfrm>
              <a:off x="3805645" y="3058722"/>
              <a:ext cx="52322" cy="74968"/>
            </a:xfrm>
            <a:custGeom>
              <a:avLst/>
              <a:gdLst/>
              <a:ahLst/>
              <a:cxnLst/>
              <a:rect l="l" t="t" r="r" b="b"/>
              <a:pathLst>
                <a:path w="4394" h="6592" extrusionOk="0">
                  <a:moveTo>
                    <a:pt x="3076" y="1"/>
                  </a:moveTo>
                  <a:lnTo>
                    <a:pt x="3139" y="126"/>
                  </a:lnTo>
                  <a:lnTo>
                    <a:pt x="3159" y="231"/>
                  </a:lnTo>
                  <a:lnTo>
                    <a:pt x="3159" y="419"/>
                  </a:lnTo>
                  <a:lnTo>
                    <a:pt x="3222" y="482"/>
                  </a:lnTo>
                  <a:lnTo>
                    <a:pt x="3327" y="545"/>
                  </a:lnTo>
                  <a:lnTo>
                    <a:pt x="3348" y="629"/>
                  </a:lnTo>
                  <a:lnTo>
                    <a:pt x="3348" y="691"/>
                  </a:lnTo>
                  <a:lnTo>
                    <a:pt x="3390" y="838"/>
                  </a:lnTo>
                  <a:lnTo>
                    <a:pt x="3369" y="901"/>
                  </a:lnTo>
                  <a:lnTo>
                    <a:pt x="3243" y="963"/>
                  </a:lnTo>
                  <a:lnTo>
                    <a:pt x="3159" y="1068"/>
                  </a:lnTo>
                  <a:lnTo>
                    <a:pt x="3118" y="1068"/>
                  </a:lnTo>
                  <a:lnTo>
                    <a:pt x="3013" y="1152"/>
                  </a:lnTo>
                  <a:lnTo>
                    <a:pt x="2971" y="1193"/>
                  </a:lnTo>
                  <a:lnTo>
                    <a:pt x="2929" y="1256"/>
                  </a:lnTo>
                  <a:lnTo>
                    <a:pt x="2825" y="1424"/>
                  </a:lnTo>
                  <a:lnTo>
                    <a:pt x="2762" y="1528"/>
                  </a:lnTo>
                  <a:lnTo>
                    <a:pt x="2762" y="1633"/>
                  </a:lnTo>
                  <a:lnTo>
                    <a:pt x="2762" y="1800"/>
                  </a:lnTo>
                  <a:lnTo>
                    <a:pt x="2741" y="1926"/>
                  </a:lnTo>
                  <a:lnTo>
                    <a:pt x="2657" y="2051"/>
                  </a:lnTo>
                  <a:lnTo>
                    <a:pt x="2511" y="2093"/>
                  </a:lnTo>
                  <a:lnTo>
                    <a:pt x="2406" y="2156"/>
                  </a:lnTo>
                  <a:lnTo>
                    <a:pt x="2427" y="2344"/>
                  </a:lnTo>
                  <a:lnTo>
                    <a:pt x="2406" y="2428"/>
                  </a:lnTo>
                  <a:lnTo>
                    <a:pt x="2385" y="2554"/>
                  </a:lnTo>
                  <a:lnTo>
                    <a:pt x="2281" y="2637"/>
                  </a:lnTo>
                  <a:lnTo>
                    <a:pt x="2113" y="2784"/>
                  </a:lnTo>
                  <a:lnTo>
                    <a:pt x="2071" y="2867"/>
                  </a:lnTo>
                  <a:lnTo>
                    <a:pt x="2092" y="2951"/>
                  </a:lnTo>
                  <a:lnTo>
                    <a:pt x="2071" y="3056"/>
                  </a:lnTo>
                  <a:lnTo>
                    <a:pt x="1883" y="3244"/>
                  </a:lnTo>
                  <a:lnTo>
                    <a:pt x="1862" y="3370"/>
                  </a:lnTo>
                  <a:lnTo>
                    <a:pt x="1862" y="3453"/>
                  </a:lnTo>
                  <a:lnTo>
                    <a:pt x="1779" y="3558"/>
                  </a:lnTo>
                  <a:lnTo>
                    <a:pt x="1695" y="3579"/>
                  </a:lnTo>
                  <a:lnTo>
                    <a:pt x="1653" y="3662"/>
                  </a:lnTo>
                  <a:lnTo>
                    <a:pt x="1653" y="3704"/>
                  </a:lnTo>
                  <a:lnTo>
                    <a:pt x="1569" y="3830"/>
                  </a:lnTo>
                  <a:lnTo>
                    <a:pt x="1465" y="3893"/>
                  </a:lnTo>
                  <a:lnTo>
                    <a:pt x="1381" y="3872"/>
                  </a:lnTo>
                  <a:lnTo>
                    <a:pt x="1276" y="3809"/>
                  </a:lnTo>
                  <a:lnTo>
                    <a:pt x="1235" y="3683"/>
                  </a:lnTo>
                  <a:lnTo>
                    <a:pt x="1130" y="3621"/>
                  </a:lnTo>
                  <a:lnTo>
                    <a:pt x="1046" y="3621"/>
                  </a:lnTo>
                  <a:lnTo>
                    <a:pt x="879" y="3579"/>
                  </a:lnTo>
                  <a:lnTo>
                    <a:pt x="858" y="3558"/>
                  </a:lnTo>
                  <a:lnTo>
                    <a:pt x="816" y="3621"/>
                  </a:lnTo>
                  <a:lnTo>
                    <a:pt x="670" y="3621"/>
                  </a:lnTo>
                  <a:lnTo>
                    <a:pt x="649" y="3704"/>
                  </a:lnTo>
                  <a:lnTo>
                    <a:pt x="670" y="3809"/>
                  </a:lnTo>
                  <a:lnTo>
                    <a:pt x="502" y="3934"/>
                  </a:lnTo>
                  <a:lnTo>
                    <a:pt x="439" y="3997"/>
                  </a:lnTo>
                  <a:lnTo>
                    <a:pt x="335" y="4081"/>
                  </a:lnTo>
                  <a:lnTo>
                    <a:pt x="251" y="4144"/>
                  </a:lnTo>
                  <a:lnTo>
                    <a:pt x="251" y="4227"/>
                  </a:lnTo>
                  <a:lnTo>
                    <a:pt x="188" y="4290"/>
                  </a:lnTo>
                  <a:lnTo>
                    <a:pt x="209" y="4416"/>
                  </a:lnTo>
                  <a:lnTo>
                    <a:pt x="209" y="4541"/>
                  </a:lnTo>
                  <a:lnTo>
                    <a:pt x="146" y="4709"/>
                  </a:lnTo>
                  <a:lnTo>
                    <a:pt x="0" y="4855"/>
                  </a:lnTo>
                  <a:lnTo>
                    <a:pt x="0" y="4939"/>
                  </a:lnTo>
                  <a:lnTo>
                    <a:pt x="84" y="4960"/>
                  </a:lnTo>
                  <a:lnTo>
                    <a:pt x="188" y="4918"/>
                  </a:lnTo>
                  <a:lnTo>
                    <a:pt x="230" y="5274"/>
                  </a:lnTo>
                  <a:lnTo>
                    <a:pt x="335" y="5274"/>
                  </a:lnTo>
                  <a:lnTo>
                    <a:pt x="398" y="5357"/>
                  </a:lnTo>
                  <a:lnTo>
                    <a:pt x="565" y="5274"/>
                  </a:lnTo>
                  <a:lnTo>
                    <a:pt x="649" y="5399"/>
                  </a:lnTo>
                  <a:lnTo>
                    <a:pt x="628" y="5483"/>
                  </a:lnTo>
                  <a:lnTo>
                    <a:pt x="628" y="5650"/>
                  </a:lnTo>
                  <a:lnTo>
                    <a:pt x="732" y="5797"/>
                  </a:lnTo>
                  <a:lnTo>
                    <a:pt x="732" y="6006"/>
                  </a:lnTo>
                  <a:lnTo>
                    <a:pt x="649" y="6215"/>
                  </a:lnTo>
                  <a:lnTo>
                    <a:pt x="753" y="6299"/>
                  </a:lnTo>
                  <a:lnTo>
                    <a:pt x="649" y="6403"/>
                  </a:lnTo>
                  <a:lnTo>
                    <a:pt x="649" y="6403"/>
                  </a:lnTo>
                  <a:lnTo>
                    <a:pt x="732" y="6383"/>
                  </a:lnTo>
                  <a:lnTo>
                    <a:pt x="816" y="6383"/>
                  </a:lnTo>
                  <a:lnTo>
                    <a:pt x="837" y="6403"/>
                  </a:lnTo>
                  <a:lnTo>
                    <a:pt x="1507" y="6403"/>
                  </a:lnTo>
                  <a:lnTo>
                    <a:pt x="1548" y="6383"/>
                  </a:lnTo>
                  <a:lnTo>
                    <a:pt x="1590" y="6341"/>
                  </a:lnTo>
                  <a:lnTo>
                    <a:pt x="1653" y="6383"/>
                  </a:lnTo>
                  <a:lnTo>
                    <a:pt x="1695" y="6320"/>
                  </a:lnTo>
                  <a:lnTo>
                    <a:pt x="1862" y="6341"/>
                  </a:lnTo>
                  <a:lnTo>
                    <a:pt x="1904" y="6320"/>
                  </a:lnTo>
                  <a:lnTo>
                    <a:pt x="2092" y="6320"/>
                  </a:lnTo>
                  <a:lnTo>
                    <a:pt x="2134" y="6341"/>
                  </a:lnTo>
                  <a:lnTo>
                    <a:pt x="2239" y="6320"/>
                  </a:lnTo>
                  <a:lnTo>
                    <a:pt x="2323" y="6320"/>
                  </a:lnTo>
                  <a:lnTo>
                    <a:pt x="2323" y="6341"/>
                  </a:lnTo>
                  <a:lnTo>
                    <a:pt x="2490" y="6383"/>
                  </a:lnTo>
                  <a:lnTo>
                    <a:pt x="2511" y="6341"/>
                  </a:lnTo>
                  <a:lnTo>
                    <a:pt x="2553" y="6341"/>
                  </a:lnTo>
                  <a:lnTo>
                    <a:pt x="2595" y="6403"/>
                  </a:lnTo>
                  <a:lnTo>
                    <a:pt x="3327" y="6403"/>
                  </a:lnTo>
                  <a:lnTo>
                    <a:pt x="3390" y="6424"/>
                  </a:lnTo>
                  <a:lnTo>
                    <a:pt x="3431" y="6403"/>
                  </a:lnTo>
                  <a:lnTo>
                    <a:pt x="3452" y="6403"/>
                  </a:lnTo>
                  <a:lnTo>
                    <a:pt x="3536" y="6487"/>
                  </a:lnTo>
                  <a:lnTo>
                    <a:pt x="3578" y="6445"/>
                  </a:lnTo>
                  <a:lnTo>
                    <a:pt x="3662" y="6487"/>
                  </a:lnTo>
                  <a:lnTo>
                    <a:pt x="3683" y="6529"/>
                  </a:lnTo>
                  <a:lnTo>
                    <a:pt x="3745" y="6508"/>
                  </a:lnTo>
                  <a:lnTo>
                    <a:pt x="3766" y="6487"/>
                  </a:lnTo>
                  <a:lnTo>
                    <a:pt x="3808" y="6487"/>
                  </a:lnTo>
                  <a:lnTo>
                    <a:pt x="3892" y="6550"/>
                  </a:lnTo>
                  <a:lnTo>
                    <a:pt x="3955" y="6529"/>
                  </a:lnTo>
                  <a:lnTo>
                    <a:pt x="4059" y="6529"/>
                  </a:lnTo>
                  <a:lnTo>
                    <a:pt x="4101" y="6550"/>
                  </a:lnTo>
                  <a:lnTo>
                    <a:pt x="4206" y="6550"/>
                  </a:lnTo>
                  <a:lnTo>
                    <a:pt x="4206" y="6592"/>
                  </a:lnTo>
                  <a:lnTo>
                    <a:pt x="4289" y="6592"/>
                  </a:lnTo>
                  <a:lnTo>
                    <a:pt x="4310" y="6529"/>
                  </a:lnTo>
                  <a:lnTo>
                    <a:pt x="4268" y="6424"/>
                  </a:lnTo>
                  <a:lnTo>
                    <a:pt x="4268" y="6403"/>
                  </a:lnTo>
                  <a:lnTo>
                    <a:pt x="4331" y="6299"/>
                  </a:lnTo>
                  <a:lnTo>
                    <a:pt x="4373" y="6215"/>
                  </a:lnTo>
                  <a:lnTo>
                    <a:pt x="4394" y="6194"/>
                  </a:lnTo>
                  <a:lnTo>
                    <a:pt x="4373" y="6194"/>
                  </a:lnTo>
                  <a:lnTo>
                    <a:pt x="4331" y="6131"/>
                  </a:lnTo>
                  <a:lnTo>
                    <a:pt x="4331" y="6069"/>
                  </a:lnTo>
                  <a:lnTo>
                    <a:pt x="4331" y="5922"/>
                  </a:lnTo>
                  <a:lnTo>
                    <a:pt x="4164" y="5797"/>
                  </a:lnTo>
                  <a:lnTo>
                    <a:pt x="4080" y="5713"/>
                  </a:lnTo>
                  <a:lnTo>
                    <a:pt x="3996" y="5567"/>
                  </a:lnTo>
                  <a:lnTo>
                    <a:pt x="3850" y="5357"/>
                  </a:lnTo>
                  <a:lnTo>
                    <a:pt x="3808" y="5232"/>
                  </a:lnTo>
                  <a:lnTo>
                    <a:pt x="3703" y="5127"/>
                  </a:lnTo>
                  <a:lnTo>
                    <a:pt x="3557" y="5043"/>
                  </a:lnTo>
                  <a:lnTo>
                    <a:pt x="3494" y="4981"/>
                  </a:lnTo>
                  <a:lnTo>
                    <a:pt x="3494" y="4750"/>
                  </a:lnTo>
                  <a:lnTo>
                    <a:pt x="3473" y="4625"/>
                  </a:lnTo>
                  <a:lnTo>
                    <a:pt x="3452" y="4458"/>
                  </a:lnTo>
                  <a:lnTo>
                    <a:pt x="3473" y="4332"/>
                  </a:lnTo>
                  <a:lnTo>
                    <a:pt x="3431" y="4186"/>
                  </a:lnTo>
                  <a:lnTo>
                    <a:pt x="3390" y="4039"/>
                  </a:lnTo>
                  <a:lnTo>
                    <a:pt x="3452" y="3976"/>
                  </a:lnTo>
                  <a:lnTo>
                    <a:pt x="3536" y="3976"/>
                  </a:lnTo>
                  <a:lnTo>
                    <a:pt x="3641" y="3788"/>
                  </a:lnTo>
                  <a:lnTo>
                    <a:pt x="3683" y="3662"/>
                  </a:lnTo>
                  <a:lnTo>
                    <a:pt x="3787" y="3474"/>
                  </a:lnTo>
                  <a:lnTo>
                    <a:pt x="3850" y="3349"/>
                  </a:lnTo>
                  <a:lnTo>
                    <a:pt x="3955" y="3307"/>
                  </a:lnTo>
                  <a:lnTo>
                    <a:pt x="4059" y="3160"/>
                  </a:lnTo>
                  <a:lnTo>
                    <a:pt x="4059" y="3139"/>
                  </a:lnTo>
                  <a:lnTo>
                    <a:pt x="4017" y="3035"/>
                  </a:lnTo>
                  <a:lnTo>
                    <a:pt x="3955" y="2867"/>
                  </a:lnTo>
                  <a:lnTo>
                    <a:pt x="3850" y="2721"/>
                  </a:lnTo>
                  <a:lnTo>
                    <a:pt x="3766" y="2637"/>
                  </a:lnTo>
                  <a:lnTo>
                    <a:pt x="3557" y="2428"/>
                  </a:lnTo>
                  <a:lnTo>
                    <a:pt x="3348" y="2240"/>
                  </a:lnTo>
                  <a:lnTo>
                    <a:pt x="3243" y="2219"/>
                  </a:lnTo>
                  <a:lnTo>
                    <a:pt x="3243" y="2135"/>
                  </a:lnTo>
                  <a:lnTo>
                    <a:pt x="3159" y="2093"/>
                  </a:lnTo>
                  <a:lnTo>
                    <a:pt x="3159" y="2030"/>
                  </a:lnTo>
                  <a:lnTo>
                    <a:pt x="3159" y="1926"/>
                  </a:lnTo>
                  <a:lnTo>
                    <a:pt x="3180" y="1884"/>
                  </a:lnTo>
                  <a:lnTo>
                    <a:pt x="3180" y="1779"/>
                  </a:lnTo>
                  <a:lnTo>
                    <a:pt x="3369" y="1779"/>
                  </a:lnTo>
                  <a:lnTo>
                    <a:pt x="3431" y="1800"/>
                  </a:lnTo>
                  <a:lnTo>
                    <a:pt x="3536" y="1779"/>
                  </a:lnTo>
                  <a:lnTo>
                    <a:pt x="3641" y="1800"/>
                  </a:lnTo>
                  <a:lnTo>
                    <a:pt x="3683" y="1779"/>
                  </a:lnTo>
                  <a:lnTo>
                    <a:pt x="3808" y="1800"/>
                  </a:lnTo>
                  <a:lnTo>
                    <a:pt x="3892" y="1821"/>
                  </a:lnTo>
                  <a:lnTo>
                    <a:pt x="3975" y="1842"/>
                  </a:lnTo>
                  <a:lnTo>
                    <a:pt x="4017" y="1800"/>
                  </a:lnTo>
                  <a:lnTo>
                    <a:pt x="3975" y="1779"/>
                  </a:lnTo>
                  <a:lnTo>
                    <a:pt x="3808" y="1633"/>
                  </a:lnTo>
                  <a:lnTo>
                    <a:pt x="3787" y="1528"/>
                  </a:lnTo>
                  <a:lnTo>
                    <a:pt x="3703" y="1486"/>
                  </a:lnTo>
                  <a:lnTo>
                    <a:pt x="3599" y="1319"/>
                  </a:lnTo>
                  <a:lnTo>
                    <a:pt x="3578" y="1214"/>
                  </a:lnTo>
                  <a:lnTo>
                    <a:pt x="3662" y="1152"/>
                  </a:lnTo>
                  <a:lnTo>
                    <a:pt x="3703" y="1005"/>
                  </a:lnTo>
                  <a:lnTo>
                    <a:pt x="3641" y="942"/>
                  </a:lnTo>
                  <a:lnTo>
                    <a:pt x="3662" y="880"/>
                  </a:lnTo>
                  <a:lnTo>
                    <a:pt x="3683" y="838"/>
                  </a:lnTo>
                  <a:lnTo>
                    <a:pt x="3683" y="754"/>
                  </a:lnTo>
                  <a:lnTo>
                    <a:pt x="3599" y="587"/>
                  </a:lnTo>
                  <a:lnTo>
                    <a:pt x="3578" y="482"/>
                  </a:lnTo>
                  <a:lnTo>
                    <a:pt x="3536" y="440"/>
                  </a:lnTo>
                  <a:lnTo>
                    <a:pt x="3494" y="252"/>
                  </a:lnTo>
                  <a:lnTo>
                    <a:pt x="3369" y="147"/>
                  </a:lnTo>
                  <a:lnTo>
                    <a:pt x="307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82" name="Google Shape;1682;p60"/>
            <p:cNvSpPr/>
            <p:nvPr/>
          </p:nvSpPr>
          <p:spPr>
            <a:xfrm>
              <a:off x="3805883" y="3130585"/>
              <a:ext cx="39378" cy="40702"/>
            </a:xfrm>
            <a:custGeom>
              <a:avLst/>
              <a:gdLst/>
              <a:ahLst/>
              <a:cxnLst/>
              <a:rect l="l" t="t" r="r" b="b"/>
              <a:pathLst>
                <a:path w="3307" h="3579" extrusionOk="0">
                  <a:moveTo>
                    <a:pt x="1675" y="1"/>
                  </a:moveTo>
                  <a:lnTo>
                    <a:pt x="1633" y="64"/>
                  </a:lnTo>
                  <a:lnTo>
                    <a:pt x="1570" y="22"/>
                  </a:lnTo>
                  <a:lnTo>
                    <a:pt x="1528" y="64"/>
                  </a:lnTo>
                  <a:lnTo>
                    <a:pt x="1487" y="84"/>
                  </a:lnTo>
                  <a:lnTo>
                    <a:pt x="1487" y="754"/>
                  </a:lnTo>
                  <a:lnTo>
                    <a:pt x="712" y="754"/>
                  </a:lnTo>
                  <a:lnTo>
                    <a:pt x="691" y="733"/>
                  </a:lnTo>
                  <a:lnTo>
                    <a:pt x="608" y="754"/>
                  </a:lnTo>
                  <a:lnTo>
                    <a:pt x="524" y="817"/>
                  </a:lnTo>
                  <a:lnTo>
                    <a:pt x="482" y="796"/>
                  </a:lnTo>
                  <a:lnTo>
                    <a:pt x="482" y="921"/>
                  </a:lnTo>
                  <a:lnTo>
                    <a:pt x="336" y="942"/>
                  </a:lnTo>
                  <a:lnTo>
                    <a:pt x="440" y="1131"/>
                  </a:lnTo>
                  <a:lnTo>
                    <a:pt x="629" y="1172"/>
                  </a:lnTo>
                  <a:lnTo>
                    <a:pt x="378" y="1235"/>
                  </a:lnTo>
                  <a:lnTo>
                    <a:pt x="315" y="1152"/>
                  </a:lnTo>
                  <a:lnTo>
                    <a:pt x="294" y="1340"/>
                  </a:lnTo>
                  <a:lnTo>
                    <a:pt x="273" y="1654"/>
                  </a:lnTo>
                  <a:lnTo>
                    <a:pt x="168" y="1737"/>
                  </a:lnTo>
                  <a:lnTo>
                    <a:pt x="22" y="1675"/>
                  </a:lnTo>
                  <a:lnTo>
                    <a:pt x="1" y="1758"/>
                  </a:lnTo>
                  <a:lnTo>
                    <a:pt x="126" y="1988"/>
                  </a:lnTo>
                  <a:lnTo>
                    <a:pt x="210" y="2051"/>
                  </a:lnTo>
                  <a:lnTo>
                    <a:pt x="210" y="2156"/>
                  </a:lnTo>
                  <a:lnTo>
                    <a:pt x="315" y="2281"/>
                  </a:lnTo>
                  <a:lnTo>
                    <a:pt x="315" y="2470"/>
                  </a:lnTo>
                  <a:lnTo>
                    <a:pt x="398" y="2533"/>
                  </a:lnTo>
                  <a:lnTo>
                    <a:pt x="440" y="2679"/>
                  </a:lnTo>
                  <a:lnTo>
                    <a:pt x="608" y="2805"/>
                  </a:lnTo>
                  <a:lnTo>
                    <a:pt x="545" y="2825"/>
                  </a:lnTo>
                  <a:lnTo>
                    <a:pt x="712" y="2993"/>
                  </a:lnTo>
                  <a:lnTo>
                    <a:pt x="963" y="3202"/>
                  </a:lnTo>
                  <a:lnTo>
                    <a:pt x="1026" y="3328"/>
                  </a:lnTo>
                  <a:lnTo>
                    <a:pt x="1235" y="3432"/>
                  </a:lnTo>
                  <a:lnTo>
                    <a:pt x="1256" y="3537"/>
                  </a:lnTo>
                  <a:lnTo>
                    <a:pt x="1361" y="3558"/>
                  </a:lnTo>
                  <a:lnTo>
                    <a:pt x="1382" y="3579"/>
                  </a:lnTo>
                  <a:lnTo>
                    <a:pt x="1466" y="3474"/>
                  </a:lnTo>
                  <a:lnTo>
                    <a:pt x="1466" y="3411"/>
                  </a:lnTo>
                  <a:lnTo>
                    <a:pt x="1528" y="3369"/>
                  </a:lnTo>
                  <a:lnTo>
                    <a:pt x="1633" y="3369"/>
                  </a:lnTo>
                  <a:lnTo>
                    <a:pt x="1675" y="3307"/>
                  </a:lnTo>
                  <a:lnTo>
                    <a:pt x="1696" y="3307"/>
                  </a:lnTo>
                  <a:lnTo>
                    <a:pt x="1884" y="3432"/>
                  </a:lnTo>
                  <a:lnTo>
                    <a:pt x="1884" y="3328"/>
                  </a:lnTo>
                  <a:lnTo>
                    <a:pt x="1863" y="3035"/>
                  </a:lnTo>
                  <a:lnTo>
                    <a:pt x="1779" y="2951"/>
                  </a:lnTo>
                  <a:lnTo>
                    <a:pt x="1696" y="2930"/>
                  </a:lnTo>
                  <a:lnTo>
                    <a:pt x="1633" y="2951"/>
                  </a:lnTo>
                  <a:lnTo>
                    <a:pt x="1549" y="2993"/>
                  </a:lnTo>
                  <a:lnTo>
                    <a:pt x="1549" y="2846"/>
                  </a:lnTo>
                  <a:lnTo>
                    <a:pt x="1528" y="2784"/>
                  </a:lnTo>
                  <a:lnTo>
                    <a:pt x="1570" y="2721"/>
                  </a:lnTo>
                  <a:lnTo>
                    <a:pt x="1675" y="2721"/>
                  </a:lnTo>
                  <a:lnTo>
                    <a:pt x="1800" y="2784"/>
                  </a:lnTo>
                  <a:lnTo>
                    <a:pt x="1863" y="2721"/>
                  </a:lnTo>
                  <a:lnTo>
                    <a:pt x="1884" y="2679"/>
                  </a:lnTo>
                  <a:lnTo>
                    <a:pt x="1968" y="2679"/>
                  </a:lnTo>
                  <a:lnTo>
                    <a:pt x="2177" y="2637"/>
                  </a:lnTo>
                  <a:lnTo>
                    <a:pt x="2198" y="2574"/>
                  </a:lnTo>
                  <a:lnTo>
                    <a:pt x="2177" y="2407"/>
                  </a:lnTo>
                  <a:lnTo>
                    <a:pt x="2219" y="2365"/>
                  </a:lnTo>
                  <a:lnTo>
                    <a:pt x="2365" y="2365"/>
                  </a:lnTo>
                  <a:lnTo>
                    <a:pt x="2428" y="2595"/>
                  </a:lnTo>
                  <a:lnTo>
                    <a:pt x="2512" y="2700"/>
                  </a:lnTo>
                  <a:lnTo>
                    <a:pt x="2637" y="2637"/>
                  </a:lnTo>
                  <a:lnTo>
                    <a:pt x="2721" y="2679"/>
                  </a:lnTo>
                  <a:lnTo>
                    <a:pt x="2805" y="2616"/>
                  </a:lnTo>
                  <a:lnTo>
                    <a:pt x="2909" y="2616"/>
                  </a:lnTo>
                  <a:lnTo>
                    <a:pt x="3035" y="2679"/>
                  </a:lnTo>
                  <a:lnTo>
                    <a:pt x="3056" y="2742"/>
                  </a:lnTo>
                  <a:lnTo>
                    <a:pt x="3119" y="2742"/>
                  </a:lnTo>
                  <a:lnTo>
                    <a:pt x="3119" y="2637"/>
                  </a:lnTo>
                  <a:lnTo>
                    <a:pt x="3098" y="2533"/>
                  </a:lnTo>
                  <a:lnTo>
                    <a:pt x="3244" y="2114"/>
                  </a:lnTo>
                  <a:lnTo>
                    <a:pt x="3307" y="1884"/>
                  </a:lnTo>
                  <a:lnTo>
                    <a:pt x="3307" y="1779"/>
                  </a:lnTo>
                  <a:lnTo>
                    <a:pt x="3244" y="1696"/>
                  </a:lnTo>
                  <a:lnTo>
                    <a:pt x="3223" y="1654"/>
                  </a:lnTo>
                  <a:lnTo>
                    <a:pt x="3139" y="1570"/>
                  </a:lnTo>
                  <a:lnTo>
                    <a:pt x="3119" y="1528"/>
                  </a:lnTo>
                  <a:lnTo>
                    <a:pt x="3035" y="1486"/>
                  </a:lnTo>
                  <a:lnTo>
                    <a:pt x="3014" y="1444"/>
                  </a:lnTo>
                  <a:lnTo>
                    <a:pt x="2993" y="1382"/>
                  </a:lnTo>
                  <a:lnTo>
                    <a:pt x="2993" y="1340"/>
                  </a:lnTo>
                  <a:lnTo>
                    <a:pt x="3035" y="1319"/>
                  </a:lnTo>
                  <a:lnTo>
                    <a:pt x="3056" y="1277"/>
                  </a:lnTo>
                  <a:lnTo>
                    <a:pt x="3119" y="1277"/>
                  </a:lnTo>
                  <a:lnTo>
                    <a:pt x="3098" y="1214"/>
                  </a:lnTo>
                  <a:lnTo>
                    <a:pt x="3056" y="1172"/>
                  </a:lnTo>
                  <a:lnTo>
                    <a:pt x="3056" y="1110"/>
                  </a:lnTo>
                  <a:lnTo>
                    <a:pt x="3202" y="1026"/>
                  </a:lnTo>
                  <a:lnTo>
                    <a:pt x="3307" y="1005"/>
                  </a:lnTo>
                  <a:lnTo>
                    <a:pt x="3307" y="900"/>
                  </a:lnTo>
                  <a:lnTo>
                    <a:pt x="3265" y="838"/>
                  </a:lnTo>
                  <a:lnTo>
                    <a:pt x="3307" y="754"/>
                  </a:lnTo>
                  <a:lnTo>
                    <a:pt x="3307" y="587"/>
                  </a:lnTo>
                  <a:lnTo>
                    <a:pt x="3244" y="545"/>
                  </a:lnTo>
                  <a:lnTo>
                    <a:pt x="3056" y="524"/>
                  </a:lnTo>
                  <a:lnTo>
                    <a:pt x="2930" y="587"/>
                  </a:lnTo>
                  <a:lnTo>
                    <a:pt x="2805" y="628"/>
                  </a:lnTo>
                  <a:lnTo>
                    <a:pt x="2721" y="608"/>
                  </a:lnTo>
                  <a:lnTo>
                    <a:pt x="2616" y="649"/>
                  </a:lnTo>
                  <a:lnTo>
                    <a:pt x="2575" y="608"/>
                  </a:lnTo>
                  <a:lnTo>
                    <a:pt x="2595" y="545"/>
                  </a:lnTo>
                  <a:lnTo>
                    <a:pt x="2575" y="440"/>
                  </a:lnTo>
                  <a:lnTo>
                    <a:pt x="2575" y="315"/>
                  </a:lnTo>
                  <a:lnTo>
                    <a:pt x="2533" y="189"/>
                  </a:lnTo>
                  <a:lnTo>
                    <a:pt x="2575" y="84"/>
                  </a:lnTo>
                  <a:lnTo>
                    <a:pt x="2533" y="22"/>
                  </a:lnTo>
                  <a:lnTo>
                    <a:pt x="2491" y="22"/>
                  </a:lnTo>
                  <a:lnTo>
                    <a:pt x="2470" y="64"/>
                  </a:lnTo>
                  <a:lnTo>
                    <a:pt x="2303" y="22"/>
                  </a:lnTo>
                  <a:lnTo>
                    <a:pt x="2303" y="1"/>
                  </a:lnTo>
                  <a:lnTo>
                    <a:pt x="2219" y="1"/>
                  </a:lnTo>
                  <a:lnTo>
                    <a:pt x="2114" y="22"/>
                  </a:lnTo>
                  <a:lnTo>
                    <a:pt x="2072" y="1"/>
                  </a:lnTo>
                  <a:lnTo>
                    <a:pt x="1884" y="1"/>
                  </a:lnTo>
                  <a:lnTo>
                    <a:pt x="1842" y="22"/>
                  </a:lnTo>
                  <a:lnTo>
                    <a:pt x="167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83" name="Google Shape;1683;p60"/>
            <p:cNvSpPr/>
            <p:nvPr/>
          </p:nvSpPr>
          <p:spPr>
            <a:xfrm>
              <a:off x="3809622" y="3131301"/>
              <a:ext cx="13967" cy="8575"/>
            </a:xfrm>
            <a:custGeom>
              <a:avLst/>
              <a:gdLst/>
              <a:ahLst/>
              <a:cxnLst/>
              <a:rect l="l" t="t" r="r" b="b"/>
              <a:pathLst>
                <a:path w="1173" h="754" extrusionOk="0">
                  <a:moveTo>
                    <a:pt x="398" y="1"/>
                  </a:moveTo>
                  <a:lnTo>
                    <a:pt x="315" y="21"/>
                  </a:lnTo>
                  <a:lnTo>
                    <a:pt x="294" y="42"/>
                  </a:lnTo>
                  <a:lnTo>
                    <a:pt x="336" y="147"/>
                  </a:lnTo>
                  <a:lnTo>
                    <a:pt x="168" y="335"/>
                  </a:lnTo>
                  <a:lnTo>
                    <a:pt x="1" y="628"/>
                  </a:lnTo>
                  <a:lnTo>
                    <a:pt x="168" y="691"/>
                  </a:lnTo>
                  <a:lnTo>
                    <a:pt x="168" y="733"/>
                  </a:lnTo>
                  <a:lnTo>
                    <a:pt x="210" y="754"/>
                  </a:lnTo>
                  <a:lnTo>
                    <a:pt x="294" y="691"/>
                  </a:lnTo>
                  <a:lnTo>
                    <a:pt x="377" y="670"/>
                  </a:lnTo>
                  <a:lnTo>
                    <a:pt x="398" y="691"/>
                  </a:lnTo>
                  <a:lnTo>
                    <a:pt x="1173" y="691"/>
                  </a:lnTo>
                  <a:lnTo>
                    <a:pt x="1173" y="21"/>
                  </a:lnTo>
                  <a:lnTo>
                    <a:pt x="503" y="21"/>
                  </a:lnTo>
                  <a:lnTo>
                    <a:pt x="48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84" name="Google Shape;1684;p60"/>
            <p:cNvSpPr/>
            <p:nvPr/>
          </p:nvSpPr>
          <p:spPr>
            <a:xfrm>
              <a:off x="3822327" y="3120122"/>
              <a:ext cx="52834" cy="59023"/>
            </a:xfrm>
            <a:custGeom>
              <a:avLst/>
              <a:gdLst/>
              <a:ahLst/>
              <a:cxnLst/>
              <a:rect l="l" t="t" r="r" b="b"/>
              <a:pathLst>
                <a:path w="4437" h="5190" extrusionOk="0">
                  <a:moveTo>
                    <a:pt x="3935" y="0"/>
                  </a:moveTo>
                  <a:lnTo>
                    <a:pt x="3872" y="63"/>
                  </a:lnTo>
                  <a:lnTo>
                    <a:pt x="3767" y="42"/>
                  </a:lnTo>
                  <a:lnTo>
                    <a:pt x="3537" y="147"/>
                  </a:lnTo>
                  <a:lnTo>
                    <a:pt x="3495" y="188"/>
                  </a:lnTo>
                  <a:lnTo>
                    <a:pt x="3391" y="209"/>
                  </a:lnTo>
                  <a:lnTo>
                    <a:pt x="3244" y="377"/>
                  </a:lnTo>
                  <a:lnTo>
                    <a:pt x="2972" y="816"/>
                  </a:lnTo>
                  <a:lnTo>
                    <a:pt x="2930" y="900"/>
                  </a:lnTo>
                  <a:lnTo>
                    <a:pt x="2867" y="1004"/>
                  </a:lnTo>
                  <a:lnTo>
                    <a:pt x="2867" y="1025"/>
                  </a:lnTo>
                  <a:lnTo>
                    <a:pt x="2909" y="1130"/>
                  </a:lnTo>
                  <a:lnTo>
                    <a:pt x="2888" y="1193"/>
                  </a:lnTo>
                  <a:lnTo>
                    <a:pt x="2805" y="1193"/>
                  </a:lnTo>
                  <a:lnTo>
                    <a:pt x="2805" y="1151"/>
                  </a:lnTo>
                  <a:lnTo>
                    <a:pt x="2700" y="1151"/>
                  </a:lnTo>
                  <a:lnTo>
                    <a:pt x="2658" y="1130"/>
                  </a:lnTo>
                  <a:lnTo>
                    <a:pt x="2554" y="1130"/>
                  </a:lnTo>
                  <a:lnTo>
                    <a:pt x="2491" y="1151"/>
                  </a:lnTo>
                  <a:lnTo>
                    <a:pt x="2407" y="1088"/>
                  </a:lnTo>
                  <a:lnTo>
                    <a:pt x="2365" y="1088"/>
                  </a:lnTo>
                  <a:lnTo>
                    <a:pt x="2344" y="1109"/>
                  </a:lnTo>
                  <a:lnTo>
                    <a:pt x="2282" y="1130"/>
                  </a:lnTo>
                  <a:lnTo>
                    <a:pt x="2261" y="1088"/>
                  </a:lnTo>
                  <a:lnTo>
                    <a:pt x="2177" y="1046"/>
                  </a:lnTo>
                  <a:lnTo>
                    <a:pt x="2135" y="1088"/>
                  </a:lnTo>
                  <a:lnTo>
                    <a:pt x="2051" y="1004"/>
                  </a:lnTo>
                  <a:lnTo>
                    <a:pt x="2030" y="1004"/>
                  </a:lnTo>
                  <a:lnTo>
                    <a:pt x="1989" y="1025"/>
                  </a:lnTo>
                  <a:lnTo>
                    <a:pt x="1926" y="1004"/>
                  </a:lnTo>
                  <a:lnTo>
                    <a:pt x="1194" y="1004"/>
                  </a:lnTo>
                  <a:lnTo>
                    <a:pt x="1152" y="1109"/>
                  </a:lnTo>
                  <a:lnTo>
                    <a:pt x="1194" y="1235"/>
                  </a:lnTo>
                  <a:lnTo>
                    <a:pt x="1194" y="1360"/>
                  </a:lnTo>
                  <a:lnTo>
                    <a:pt x="1214" y="1465"/>
                  </a:lnTo>
                  <a:lnTo>
                    <a:pt x="1194" y="1528"/>
                  </a:lnTo>
                  <a:lnTo>
                    <a:pt x="1235" y="1569"/>
                  </a:lnTo>
                  <a:lnTo>
                    <a:pt x="1340" y="1528"/>
                  </a:lnTo>
                  <a:lnTo>
                    <a:pt x="1424" y="1548"/>
                  </a:lnTo>
                  <a:lnTo>
                    <a:pt x="1549" y="1507"/>
                  </a:lnTo>
                  <a:lnTo>
                    <a:pt x="1675" y="1444"/>
                  </a:lnTo>
                  <a:lnTo>
                    <a:pt x="1863" y="1465"/>
                  </a:lnTo>
                  <a:lnTo>
                    <a:pt x="1926" y="1507"/>
                  </a:lnTo>
                  <a:lnTo>
                    <a:pt x="1926" y="1674"/>
                  </a:lnTo>
                  <a:lnTo>
                    <a:pt x="1884" y="1758"/>
                  </a:lnTo>
                  <a:lnTo>
                    <a:pt x="1926" y="1820"/>
                  </a:lnTo>
                  <a:lnTo>
                    <a:pt x="1926" y="1925"/>
                  </a:lnTo>
                  <a:lnTo>
                    <a:pt x="1821" y="1946"/>
                  </a:lnTo>
                  <a:lnTo>
                    <a:pt x="1675" y="2030"/>
                  </a:lnTo>
                  <a:lnTo>
                    <a:pt x="1675" y="2092"/>
                  </a:lnTo>
                  <a:lnTo>
                    <a:pt x="1717" y="2134"/>
                  </a:lnTo>
                  <a:lnTo>
                    <a:pt x="1738" y="2197"/>
                  </a:lnTo>
                  <a:lnTo>
                    <a:pt x="1675" y="2197"/>
                  </a:lnTo>
                  <a:lnTo>
                    <a:pt x="1654" y="2239"/>
                  </a:lnTo>
                  <a:lnTo>
                    <a:pt x="1612" y="2260"/>
                  </a:lnTo>
                  <a:lnTo>
                    <a:pt x="1612" y="2302"/>
                  </a:lnTo>
                  <a:lnTo>
                    <a:pt x="1633" y="2364"/>
                  </a:lnTo>
                  <a:lnTo>
                    <a:pt x="1654" y="2406"/>
                  </a:lnTo>
                  <a:lnTo>
                    <a:pt x="1738" y="2448"/>
                  </a:lnTo>
                  <a:lnTo>
                    <a:pt x="1758" y="2490"/>
                  </a:lnTo>
                  <a:lnTo>
                    <a:pt x="1842" y="2574"/>
                  </a:lnTo>
                  <a:lnTo>
                    <a:pt x="1863" y="2616"/>
                  </a:lnTo>
                  <a:lnTo>
                    <a:pt x="1926" y="2699"/>
                  </a:lnTo>
                  <a:lnTo>
                    <a:pt x="1926" y="2804"/>
                  </a:lnTo>
                  <a:lnTo>
                    <a:pt x="1863" y="3034"/>
                  </a:lnTo>
                  <a:lnTo>
                    <a:pt x="1717" y="3453"/>
                  </a:lnTo>
                  <a:lnTo>
                    <a:pt x="1738" y="3557"/>
                  </a:lnTo>
                  <a:lnTo>
                    <a:pt x="1738" y="3662"/>
                  </a:lnTo>
                  <a:lnTo>
                    <a:pt x="1675" y="3662"/>
                  </a:lnTo>
                  <a:lnTo>
                    <a:pt x="1654" y="3599"/>
                  </a:lnTo>
                  <a:lnTo>
                    <a:pt x="1528" y="3536"/>
                  </a:lnTo>
                  <a:lnTo>
                    <a:pt x="1424" y="3536"/>
                  </a:lnTo>
                  <a:lnTo>
                    <a:pt x="1340" y="3599"/>
                  </a:lnTo>
                  <a:lnTo>
                    <a:pt x="1256" y="3557"/>
                  </a:lnTo>
                  <a:lnTo>
                    <a:pt x="1131" y="3620"/>
                  </a:lnTo>
                  <a:lnTo>
                    <a:pt x="1047" y="3515"/>
                  </a:lnTo>
                  <a:lnTo>
                    <a:pt x="984" y="3285"/>
                  </a:lnTo>
                  <a:lnTo>
                    <a:pt x="838" y="3285"/>
                  </a:lnTo>
                  <a:lnTo>
                    <a:pt x="796" y="3327"/>
                  </a:lnTo>
                  <a:lnTo>
                    <a:pt x="817" y="3494"/>
                  </a:lnTo>
                  <a:lnTo>
                    <a:pt x="796" y="3557"/>
                  </a:lnTo>
                  <a:lnTo>
                    <a:pt x="587" y="3599"/>
                  </a:lnTo>
                  <a:lnTo>
                    <a:pt x="503" y="3599"/>
                  </a:lnTo>
                  <a:lnTo>
                    <a:pt x="482" y="3641"/>
                  </a:lnTo>
                  <a:lnTo>
                    <a:pt x="419" y="3704"/>
                  </a:lnTo>
                  <a:lnTo>
                    <a:pt x="294" y="3641"/>
                  </a:lnTo>
                  <a:lnTo>
                    <a:pt x="189" y="3641"/>
                  </a:lnTo>
                  <a:lnTo>
                    <a:pt x="147" y="3704"/>
                  </a:lnTo>
                  <a:lnTo>
                    <a:pt x="168" y="3766"/>
                  </a:lnTo>
                  <a:lnTo>
                    <a:pt x="168" y="3913"/>
                  </a:lnTo>
                  <a:lnTo>
                    <a:pt x="252" y="3871"/>
                  </a:lnTo>
                  <a:lnTo>
                    <a:pt x="315" y="3850"/>
                  </a:lnTo>
                  <a:lnTo>
                    <a:pt x="398" y="3871"/>
                  </a:lnTo>
                  <a:lnTo>
                    <a:pt x="482" y="3955"/>
                  </a:lnTo>
                  <a:lnTo>
                    <a:pt x="503" y="4248"/>
                  </a:lnTo>
                  <a:lnTo>
                    <a:pt x="503" y="4352"/>
                  </a:lnTo>
                  <a:lnTo>
                    <a:pt x="315" y="4227"/>
                  </a:lnTo>
                  <a:lnTo>
                    <a:pt x="294" y="4227"/>
                  </a:lnTo>
                  <a:lnTo>
                    <a:pt x="252" y="4289"/>
                  </a:lnTo>
                  <a:lnTo>
                    <a:pt x="147" y="4289"/>
                  </a:lnTo>
                  <a:lnTo>
                    <a:pt x="85" y="4331"/>
                  </a:lnTo>
                  <a:lnTo>
                    <a:pt x="85" y="4394"/>
                  </a:lnTo>
                  <a:lnTo>
                    <a:pt x="1" y="4499"/>
                  </a:lnTo>
                  <a:lnTo>
                    <a:pt x="106" y="4603"/>
                  </a:lnTo>
                  <a:lnTo>
                    <a:pt x="168" y="4687"/>
                  </a:lnTo>
                  <a:lnTo>
                    <a:pt x="315" y="4792"/>
                  </a:lnTo>
                  <a:lnTo>
                    <a:pt x="315" y="4896"/>
                  </a:lnTo>
                  <a:lnTo>
                    <a:pt x="419" y="5001"/>
                  </a:lnTo>
                  <a:lnTo>
                    <a:pt x="419" y="5126"/>
                  </a:lnTo>
                  <a:lnTo>
                    <a:pt x="482" y="5189"/>
                  </a:lnTo>
                  <a:lnTo>
                    <a:pt x="524" y="5168"/>
                  </a:lnTo>
                  <a:lnTo>
                    <a:pt x="608" y="5022"/>
                  </a:lnTo>
                  <a:lnTo>
                    <a:pt x="629" y="5022"/>
                  </a:lnTo>
                  <a:lnTo>
                    <a:pt x="712" y="4980"/>
                  </a:lnTo>
                  <a:lnTo>
                    <a:pt x="775" y="4875"/>
                  </a:lnTo>
                  <a:lnTo>
                    <a:pt x="838" y="4854"/>
                  </a:lnTo>
                  <a:lnTo>
                    <a:pt x="942" y="4771"/>
                  </a:lnTo>
                  <a:lnTo>
                    <a:pt x="1005" y="4771"/>
                  </a:lnTo>
                  <a:lnTo>
                    <a:pt x="1047" y="4813"/>
                  </a:lnTo>
                  <a:lnTo>
                    <a:pt x="1110" y="4896"/>
                  </a:lnTo>
                  <a:lnTo>
                    <a:pt x="1110" y="5001"/>
                  </a:lnTo>
                  <a:lnTo>
                    <a:pt x="1131" y="4980"/>
                  </a:lnTo>
                  <a:lnTo>
                    <a:pt x="1194" y="5001"/>
                  </a:lnTo>
                  <a:lnTo>
                    <a:pt x="1298" y="4959"/>
                  </a:lnTo>
                  <a:lnTo>
                    <a:pt x="1319" y="5001"/>
                  </a:lnTo>
                  <a:lnTo>
                    <a:pt x="1319" y="5064"/>
                  </a:lnTo>
                  <a:lnTo>
                    <a:pt x="1424" y="5064"/>
                  </a:lnTo>
                  <a:lnTo>
                    <a:pt x="1507" y="4980"/>
                  </a:lnTo>
                  <a:lnTo>
                    <a:pt x="1507" y="4875"/>
                  </a:lnTo>
                  <a:lnTo>
                    <a:pt x="1570" y="4854"/>
                  </a:lnTo>
                  <a:lnTo>
                    <a:pt x="1654" y="4875"/>
                  </a:lnTo>
                  <a:lnTo>
                    <a:pt x="1758" y="4771"/>
                  </a:lnTo>
                  <a:lnTo>
                    <a:pt x="1947" y="4708"/>
                  </a:lnTo>
                  <a:lnTo>
                    <a:pt x="1947" y="4771"/>
                  </a:lnTo>
                  <a:lnTo>
                    <a:pt x="1863" y="4896"/>
                  </a:lnTo>
                  <a:lnTo>
                    <a:pt x="1884" y="4917"/>
                  </a:lnTo>
                  <a:lnTo>
                    <a:pt x="1947" y="5022"/>
                  </a:lnTo>
                  <a:lnTo>
                    <a:pt x="2072" y="5105"/>
                  </a:lnTo>
                  <a:lnTo>
                    <a:pt x="2198" y="5022"/>
                  </a:lnTo>
                  <a:lnTo>
                    <a:pt x="2282" y="4917"/>
                  </a:lnTo>
                  <a:lnTo>
                    <a:pt x="2512" y="4687"/>
                  </a:lnTo>
                  <a:lnTo>
                    <a:pt x="2574" y="4603"/>
                  </a:lnTo>
                  <a:lnTo>
                    <a:pt x="2658" y="4541"/>
                  </a:lnTo>
                  <a:lnTo>
                    <a:pt x="2763" y="4499"/>
                  </a:lnTo>
                  <a:lnTo>
                    <a:pt x="2867" y="4352"/>
                  </a:lnTo>
                  <a:lnTo>
                    <a:pt x="2867" y="4248"/>
                  </a:lnTo>
                  <a:lnTo>
                    <a:pt x="2888" y="4080"/>
                  </a:lnTo>
                  <a:lnTo>
                    <a:pt x="2909" y="3766"/>
                  </a:lnTo>
                  <a:lnTo>
                    <a:pt x="2888" y="3745"/>
                  </a:lnTo>
                  <a:lnTo>
                    <a:pt x="2867" y="3557"/>
                  </a:lnTo>
                  <a:lnTo>
                    <a:pt x="2909" y="3453"/>
                  </a:lnTo>
                  <a:lnTo>
                    <a:pt x="3098" y="3285"/>
                  </a:lnTo>
                  <a:lnTo>
                    <a:pt x="3098" y="3139"/>
                  </a:lnTo>
                  <a:lnTo>
                    <a:pt x="3202" y="3013"/>
                  </a:lnTo>
                  <a:lnTo>
                    <a:pt x="3328" y="2908"/>
                  </a:lnTo>
                  <a:lnTo>
                    <a:pt x="3411" y="2929"/>
                  </a:lnTo>
                  <a:lnTo>
                    <a:pt x="3516" y="2867"/>
                  </a:lnTo>
                  <a:lnTo>
                    <a:pt x="3621" y="2825"/>
                  </a:lnTo>
                  <a:lnTo>
                    <a:pt x="3809" y="2511"/>
                  </a:lnTo>
                  <a:lnTo>
                    <a:pt x="3809" y="2344"/>
                  </a:lnTo>
                  <a:lnTo>
                    <a:pt x="3851" y="2155"/>
                  </a:lnTo>
                  <a:lnTo>
                    <a:pt x="3935" y="2092"/>
                  </a:lnTo>
                  <a:lnTo>
                    <a:pt x="3955" y="1946"/>
                  </a:lnTo>
                  <a:lnTo>
                    <a:pt x="3935" y="1925"/>
                  </a:lnTo>
                  <a:lnTo>
                    <a:pt x="3955" y="1737"/>
                  </a:lnTo>
                  <a:lnTo>
                    <a:pt x="3955" y="1653"/>
                  </a:lnTo>
                  <a:lnTo>
                    <a:pt x="3955" y="1507"/>
                  </a:lnTo>
                  <a:lnTo>
                    <a:pt x="4060" y="1402"/>
                  </a:lnTo>
                  <a:lnTo>
                    <a:pt x="4060" y="1256"/>
                  </a:lnTo>
                  <a:lnTo>
                    <a:pt x="4081" y="1130"/>
                  </a:lnTo>
                  <a:lnTo>
                    <a:pt x="4039" y="921"/>
                  </a:lnTo>
                  <a:lnTo>
                    <a:pt x="4290" y="607"/>
                  </a:lnTo>
                  <a:lnTo>
                    <a:pt x="4332" y="502"/>
                  </a:lnTo>
                  <a:lnTo>
                    <a:pt x="4437" y="460"/>
                  </a:lnTo>
                  <a:lnTo>
                    <a:pt x="4437" y="209"/>
                  </a:lnTo>
                  <a:lnTo>
                    <a:pt x="4374" y="105"/>
                  </a:lnTo>
                  <a:lnTo>
                    <a:pt x="4374" y="63"/>
                  </a:lnTo>
                  <a:lnTo>
                    <a:pt x="4290" y="84"/>
                  </a:lnTo>
                  <a:lnTo>
                    <a:pt x="4248" y="105"/>
                  </a:lnTo>
                  <a:lnTo>
                    <a:pt x="4144" y="63"/>
                  </a:lnTo>
                  <a:lnTo>
                    <a:pt x="412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85" name="Google Shape;1685;p60"/>
            <p:cNvSpPr/>
            <p:nvPr/>
          </p:nvSpPr>
          <p:spPr>
            <a:xfrm>
              <a:off x="3828067" y="3174369"/>
              <a:ext cx="7478" cy="9769"/>
            </a:xfrm>
            <a:custGeom>
              <a:avLst/>
              <a:gdLst/>
              <a:ahLst/>
              <a:cxnLst/>
              <a:rect l="l" t="t" r="r" b="b"/>
              <a:pathLst>
                <a:path w="628" h="859" extrusionOk="0">
                  <a:moveTo>
                    <a:pt x="460" y="1"/>
                  </a:moveTo>
                  <a:lnTo>
                    <a:pt x="356" y="84"/>
                  </a:lnTo>
                  <a:lnTo>
                    <a:pt x="293" y="105"/>
                  </a:lnTo>
                  <a:lnTo>
                    <a:pt x="230" y="210"/>
                  </a:lnTo>
                  <a:lnTo>
                    <a:pt x="147" y="252"/>
                  </a:lnTo>
                  <a:lnTo>
                    <a:pt x="126" y="252"/>
                  </a:lnTo>
                  <a:lnTo>
                    <a:pt x="42" y="398"/>
                  </a:lnTo>
                  <a:lnTo>
                    <a:pt x="0" y="419"/>
                  </a:lnTo>
                  <a:lnTo>
                    <a:pt x="84" y="503"/>
                  </a:lnTo>
                  <a:lnTo>
                    <a:pt x="105" y="670"/>
                  </a:lnTo>
                  <a:lnTo>
                    <a:pt x="42" y="775"/>
                  </a:lnTo>
                  <a:lnTo>
                    <a:pt x="84" y="859"/>
                  </a:lnTo>
                  <a:lnTo>
                    <a:pt x="188" y="775"/>
                  </a:lnTo>
                  <a:lnTo>
                    <a:pt x="293" y="775"/>
                  </a:lnTo>
                  <a:lnTo>
                    <a:pt x="356" y="712"/>
                  </a:lnTo>
                  <a:lnTo>
                    <a:pt x="335" y="503"/>
                  </a:lnTo>
                  <a:lnTo>
                    <a:pt x="398" y="440"/>
                  </a:lnTo>
                  <a:lnTo>
                    <a:pt x="523" y="335"/>
                  </a:lnTo>
                  <a:lnTo>
                    <a:pt x="628" y="231"/>
                  </a:lnTo>
                  <a:lnTo>
                    <a:pt x="628" y="126"/>
                  </a:lnTo>
                  <a:lnTo>
                    <a:pt x="565" y="43"/>
                  </a:lnTo>
                  <a:lnTo>
                    <a:pt x="52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86" name="Google Shape;1686;p60"/>
            <p:cNvSpPr/>
            <p:nvPr/>
          </p:nvSpPr>
          <p:spPr>
            <a:xfrm>
              <a:off x="3947654" y="3151533"/>
              <a:ext cx="76994" cy="74956"/>
            </a:xfrm>
            <a:custGeom>
              <a:avLst/>
              <a:gdLst/>
              <a:ahLst/>
              <a:cxnLst/>
              <a:rect l="l" t="t" r="r" b="b"/>
              <a:pathLst>
                <a:path w="6466" h="6591" extrusionOk="0">
                  <a:moveTo>
                    <a:pt x="2553" y="0"/>
                  </a:moveTo>
                  <a:lnTo>
                    <a:pt x="1779" y="42"/>
                  </a:lnTo>
                  <a:lnTo>
                    <a:pt x="858" y="42"/>
                  </a:lnTo>
                  <a:lnTo>
                    <a:pt x="816" y="105"/>
                  </a:lnTo>
                  <a:lnTo>
                    <a:pt x="754" y="105"/>
                  </a:lnTo>
                  <a:lnTo>
                    <a:pt x="712" y="146"/>
                  </a:lnTo>
                  <a:lnTo>
                    <a:pt x="775" y="230"/>
                  </a:lnTo>
                  <a:lnTo>
                    <a:pt x="858" y="314"/>
                  </a:lnTo>
                  <a:lnTo>
                    <a:pt x="858" y="356"/>
                  </a:lnTo>
                  <a:lnTo>
                    <a:pt x="921" y="439"/>
                  </a:lnTo>
                  <a:lnTo>
                    <a:pt x="963" y="628"/>
                  </a:lnTo>
                  <a:lnTo>
                    <a:pt x="984" y="732"/>
                  </a:lnTo>
                  <a:lnTo>
                    <a:pt x="942" y="795"/>
                  </a:lnTo>
                  <a:lnTo>
                    <a:pt x="942" y="879"/>
                  </a:lnTo>
                  <a:lnTo>
                    <a:pt x="879" y="942"/>
                  </a:lnTo>
                  <a:lnTo>
                    <a:pt x="816" y="963"/>
                  </a:lnTo>
                  <a:lnTo>
                    <a:pt x="754" y="963"/>
                  </a:lnTo>
                  <a:lnTo>
                    <a:pt x="733" y="942"/>
                  </a:lnTo>
                  <a:lnTo>
                    <a:pt x="733" y="983"/>
                  </a:lnTo>
                  <a:lnTo>
                    <a:pt x="754" y="1046"/>
                  </a:lnTo>
                  <a:lnTo>
                    <a:pt x="754" y="1109"/>
                  </a:lnTo>
                  <a:lnTo>
                    <a:pt x="858" y="1151"/>
                  </a:lnTo>
                  <a:lnTo>
                    <a:pt x="858" y="1214"/>
                  </a:lnTo>
                  <a:lnTo>
                    <a:pt x="942" y="1214"/>
                  </a:lnTo>
                  <a:lnTo>
                    <a:pt x="963" y="1402"/>
                  </a:lnTo>
                  <a:lnTo>
                    <a:pt x="963" y="1486"/>
                  </a:lnTo>
                  <a:lnTo>
                    <a:pt x="858" y="1590"/>
                  </a:lnTo>
                  <a:lnTo>
                    <a:pt x="775" y="1674"/>
                  </a:lnTo>
                  <a:lnTo>
                    <a:pt x="733" y="1716"/>
                  </a:lnTo>
                  <a:lnTo>
                    <a:pt x="565" y="1883"/>
                  </a:lnTo>
                  <a:lnTo>
                    <a:pt x="461" y="2030"/>
                  </a:lnTo>
                  <a:lnTo>
                    <a:pt x="293" y="2092"/>
                  </a:lnTo>
                  <a:lnTo>
                    <a:pt x="0" y="2092"/>
                  </a:lnTo>
                  <a:lnTo>
                    <a:pt x="84" y="2553"/>
                  </a:lnTo>
                  <a:lnTo>
                    <a:pt x="210" y="3243"/>
                  </a:lnTo>
                  <a:lnTo>
                    <a:pt x="628" y="3808"/>
                  </a:lnTo>
                  <a:lnTo>
                    <a:pt x="754" y="4248"/>
                  </a:lnTo>
                  <a:lnTo>
                    <a:pt x="942" y="4352"/>
                  </a:lnTo>
                  <a:lnTo>
                    <a:pt x="1026" y="4352"/>
                  </a:lnTo>
                  <a:lnTo>
                    <a:pt x="1130" y="4394"/>
                  </a:lnTo>
                  <a:lnTo>
                    <a:pt x="1172" y="4394"/>
                  </a:lnTo>
                  <a:lnTo>
                    <a:pt x="1256" y="4436"/>
                  </a:lnTo>
                  <a:lnTo>
                    <a:pt x="1256" y="4499"/>
                  </a:lnTo>
                  <a:lnTo>
                    <a:pt x="1340" y="4561"/>
                  </a:lnTo>
                  <a:lnTo>
                    <a:pt x="1444" y="4561"/>
                  </a:lnTo>
                  <a:lnTo>
                    <a:pt x="1695" y="4645"/>
                  </a:lnTo>
                  <a:lnTo>
                    <a:pt x="1779" y="4645"/>
                  </a:lnTo>
                  <a:lnTo>
                    <a:pt x="1821" y="4708"/>
                  </a:lnTo>
                  <a:lnTo>
                    <a:pt x="1884" y="4729"/>
                  </a:lnTo>
                  <a:lnTo>
                    <a:pt x="1925" y="4812"/>
                  </a:lnTo>
                  <a:lnTo>
                    <a:pt x="2030" y="4917"/>
                  </a:lnTo>
                  <a:lnTo>
                    <a:pt x="2093" y="4917"/>
                  </a:lnTo>
                  <a:lnTo>
                    <a:pt x="2093" y="4938"/>
                  </a:lnTo>
                  <a:lnTo>
                    <a:pt x="2114" y="4917"/>
                  </a:lnTo>
                  <a:lnTo>
                    <a:pt x="2177" y="4917"/>
                  </a:lnTo>
                  <a:lnTo>
                    <a:pt x="2197" y="4980"/>
                  </a:lnTo>
                  <a:lnTo>
                    <a:pt x="2281" y="4980"/>
                  </a:lnTo>
                  <a:lnTo>
                    <a:pt x="2302" y="5022"/>
                  </a:lnTo>
                  <a:lnTo>
                    <a:pt x="2323" y="4980"/>
                  </a:lnTo>
                  <a:lnTo>
                    <a:pt x="2407" y="5022"/>
                  </a:lnTo>
                  <a:lnTo>
                    <a:pt x="2428" y="5043"/>
                  </a:lnTo>
                  <a:lnTo>
                    <a:pt x="2490" y="5043"/>
                  </a:lnTo>
                  <a:lnTo>
                    <a:pt x="2511" y="5084"/>
                  </a:lnTo>
                  <a:lnTo>
                    <a:pt x="2553" y="5126"/>
                  </a:lnTo>
                  <a:lnTo>
                    <a:pt x="2637" y="5189"/>
                  </a:lnTo>
                  <a:lnTo>
                    <a:pt x="2825" y="5398"/>
                  </a:lnTo>
                  <a:lnTo>
                    <a:pt x="2846" y="5608"/>
                  </a:lnTo>
                  <a:lnTo>
                    <a:pt x="2846" y="6591"/>
                  </a:lnTo>
                  <a:lnTo>
                    <a:pt x="2951" y="6193"/>
                  </a:lnTo>
                  <a:lnTo>
                    <a:pt x="3495" y="6173"/>
                  </a:lnTo>
                  <a:lnTo>
                    <a:pt x="3599" y="6131"/>
                  </a:lnTo>
                  <a:lnTo>
                    <a:pt x="3641" y="6110"/>
                  </a:lnTo>
                  <a:lnTo>
                    <a:pt x="3704" y="6089"/>
                  </a:lnTo>
                  <a:lnTo>
                    <a:pt x="3704" y="6131"/>
                  </a:lnTo>
                  <a:lnTo>
                    <a:pt x="3788" y="6173"/>
                  </a:lnTo>
                  <a:lnTo>
                    <a:pt x="3871" y="6214"/>
                  </a:lnTo>
                  <a:lnTo>
                    <a:pt x="3955" y="6214"/>
                  </a:lnTo>
                  <a:lnTo>
                    <a:pt x="3997" y="6298"/>
                  </a:lnTo>
                  <a:lnTo>
                    <a:pt x="3976" y="6319"/>
                  </a:lnTo>
                  <a:lnTo>
                    <a:pt x="4164" y="6298"/>
                  </a:lnTo>
                  <a:lnTo>
                    <a:pt x="4269" y="6193"/>
                  </a:lnTo>
                  <a:lnTo>
                    <a:pt x="4332" y="6193"/>
                  </a:lnTo>
                  <a:lnTo>
                    <a:pt x="4394" y="6131"/>
                  </a:lnTo>
                  <a:lnTo>
                    <a:pt x="4436" y="6173"/>
                  </a:lnTo>
                  <a:lnTo>
                    <a:pt x="4436" y="6214"/>
                  </a:lnTo>
                  <a:lnTo>
                    <a:pt x="4520" y="6214"/>
                  </a:lnTo>
                  <a:lnTo>
                    <a:pt x="4604" y="6277"/>
                  </a:lnTo>
                  <a:lnTo>
                    <a:pt x="4729" y="6214"/>
                  </a:lnTo>
                  <a:lnTo>
                    <a:pt x="4897" y="6193"/>
                  </a:lnTo>
                  <a:lnTo>
                    <a:pt x="4918" y="6110"/>
                  </a:lnTo>
                  <a:lnTo>
                    <a:pt x="4897" y="6068"/>
                  </a:lnTo>
                  <a:lnTo>
                    <a:pt x="4938" y="6005"/>
                  </a:lnTo>
                  <a:lnTo>
                    <a:pt x="5043" y="6026"/>
                  </a:lnTo>
                  <a:lnTo>
                    <a:pt x="5127" y="6026"/>
                  </a:lnTo>
                  <a:lnTo>
                    <a:pt x="5210" y="6089"/>
                  </a:lnTo>
                  <a:lnTo>
                    <a:pt x="5315" y="6068"/>
                  </a:lnTo>
                  <a:lnTo>
                    <a:pt x="5357" y="6026"/>
                  </a:lnTo>
                  <a:lnTo>
                    <a:pt x="5566" y="5963"/>
                  </a:lnTo>
                  <a:lnTo>
                    <a:pt x="5650" y="5984"/>
                  </a:lnTo>
                  <a:lnTo>
                    <a:pt x="5754" y="5963"/>
                  </a:lnTo>
                  <a:lnTo>
                    <a:pt x="5775" y="5900"/>
                  </a:lnTo>
                  <a:lnTo>
                    <a:pt x="5901" y="5900"/>
                  </a:lnTo>
                  <a:lnTo>
                    <a:pt x="5985" y="5817"/>
                  </a:lnTo>
                  <a:lnTo>
                    <a:pt x="6110" y="5796"/>
                  </a:lnTo>
                  <a:lnTo>
                    <a:pt x="6194" y="5712"/>
                  </a:lnTo>
                  <a:lnTo>
                    <a:pt x="6278" y="5649"/>
                  </a:lnTo>
                  <a:lnTo>
                    <a:pt x="6382" y="5670"/>
                  </a:lnTo>
                  <a:lnTo>
                    <a:pt x="6424" y="5608"/>
                  </a:lnTo>
                  <a:lnTo>
                    <a:pt x="6466" y="5587"/>
                  </a:lnTo>
                  <a:lnTo>
                    <a:pt x="6424" y="5587"/>
                  </a:lnTo>
                  <a:lnTo>
                    <a:pt x="6424" y="5545"/>
                  </a:lnTo>
                  <a:lnTo>
                    <a:pt x="6298" y="5440"/>
                  </a:lnTo>
                  <a:lnTo>
                    <a:pt x="6173" y="5398"/>
                  </a:lnTo>
                  <a:lnTo>
                    <a:pt x="5964" y="5189"/>
                  </a:lnTo>
                  <a:lnTo>
                    <a:pt x="5985" y="5126"/>
                  </a:lnTo>
                  <a:lnTo>
                    <a:pt x="5901" y="4938"/>
                  </a:lnTo>
                  <a:lnTo>
                    <a:pt x="5859" y="4875"/>
                  </a:lnTo>
                  <a:lnTo>
                    <a:pt x="5901" y="4771"/>
                  </a:lnTo>
                  <a:lnTo>
                    <a:pt x="5859" y="4729"/>
                  </a:lnTo>
                  <a:lnTo>
                    <a:pt x="5838" y="4624"/>
                  </a:lnTo>
                  <a:lnTo>
                    <a:pt x="5796" y="4540"/>
                  </a:lnTo>
                  <a:lnTo>
                    <a:pt x="5838" y="4540"/>
                  </a:lnTo>
                  <a:lnTo>
                    <a:pt x="5775" y="4394"/>
                  </a:lnTo>
                  <a:lnTo>
                    <a:pt x="5754" y="4248"/>
                  </a:lnTo>
                  <a:lnTo>
                    <a:pt x="5838" y="4206"/>
                  </a:lnTo>
                  <a:lnTo>
                    <a:pt x="5838" y="4038"/>
                  </a:lnTo>
                  <a:lnTo>
                    <a:pt x="5754" y="3976"/>
                  </a:lnTo>
                  <a:lnTo>
                    <a:pt x="5754" y="3766"/>
                  </a:lnTo>
                  <a:lnTo>
                    <a:pt x="5775" y="3620"/>
                  </a:lnTo>
                  <a:lnTo>
                    <a:pt x="5859" y="3578"/>
                  </a:lnTo>
                  <a:lnTo>
                    <a:pt x="5880" y="3599"/>
                  </a:lnTo>
                  <a:lnTo>
                    <a:pt x="5943" y="3515"/>
                  </a:lnTo>
                  <a:lnTo>
                    <a:pt x="5859" y="3306"/>
                  </a:lnTo>
                  <a:lnTo>
                    <a:pt x="5775" y="3306"/>
                  </a:lnTo>
                  <a:lnTo>
                    <a:pt x="5650" y="3180"/>
                  </a:lnTo>
                  <a:lnTo>
                    <a:pt x="5482" y="3055"/>
                  </a:lnTo>
                  <a:lnTo>
                    <a:pt x="5482" y="2929"/>
                  </a:lnTo>
                  <a:lnTo>
                    <a:pt x="5566" y="2657"/>
                  </a:lnTo>
                  <a:lnTo>
                    <a:pt x="5692" y="2302"/>
                  </a:lnTo>
                  <a:lnTo>
                    <a:pt x="5754" y="2239"/>
                  </a:lnTo>
                  <a:lnTo>
                    <a:pt x="5734" y="2134"/>
                  </a:lnTo>
                  <a:lnTo>
                    <a:pt x="5692" y="2113"/>
                  </a:lnTo>
                  <a:lnTo>
                    <a:pt x="5734" y="2113"/>
                  </a:lnTo>
                  <a:lnTo>
                    <a:pt x="5022" y="1611"/>
                  </a:lnTo>
                  <a:lnTo>
                    <a:pt x="4959" y="1527"/>
                  </a:lnTo>
                  <a:lnTo>
                    <a:pt x="4938" y="1486"/>
                  </a:lnTo>
                  <a:lnTo>
                    <a:pt x="4959" y="1402"/>
                  </a:lnTo>
                  <a:lnTo>
                    <a:pt x="4834" y="1214"/>
                  </a:lnTo>
                  <a:lnTo>
                    <a:pt x="274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87" name="Google Shape;1687;p60"/>
            <p:cNvSpPr/>
            <p:nvPr/>
          </p:nvSpPr>
          <p:spPr>
            <a:xfrm>
              <a:off x="3945415" y="3152954"/>
              <a:ext cx="13956" cy="10963"/>
            </a:xfrm>
            <a:custGeom>
              <a:avLst/>
              <a:gdLst/>
              <a:ahLst/>
              <a:cxnLst/>
              <a:rect l="l" t="t" r="r" b="b"/>
              <a:pathLst>
                <a:path w="1172" h="964" extrusionOk="0">
                  <a:moveTo>
                    <a:pt x="795" y="1"/>
                  </a:moveTo>
                  <a:lnTo>
                    <a:pt x="795" y="84"/>
                  </a:lnTo>
                  <a:lnTo>
                    <a:pt x="732" y="126"/>
                  </a:lnTo>
                  <a:lnTo>
                    <a:pt x="649" y="126"/>
                  </a:lnTo>
                  <a:lnTo>
                    <a:pt x="607" y="84"/>
                  </a:lnTo>
                  <a:lnTo>
                    <a:pt x="544" y="42"/>
                  </a:lnTo>
                  <a:lnTo>
                    <a:pt x="440" y="126"/>
                  </a:lnTo>
                  <a:lnTo>
                    <a:pt x="377" y="147"/>
                  </a:lnTo>
                  <a:lnTo>
                    <a:pt x="335" y="126"/>
                  </a:lnTo>
                  <a:lnTo>
                    <a:pt x="209" y="231"/>
                  </a:lnTo>
                  <a:lnTo>
                    <a:pt x="105" y="356"/>
                  </a:lnTo>
                  <a:lnTo>
                    <a:pt x="0" y="733"/>
                  </a:lnTo>
                  <a:lnTo>
                    <a:pt x="0" y="817"/>
                  </a:lnTo>
                  <a:lnTo>
                    <a:pt x="209" y="817"/>
                  </a:lnTo>
                  <a:lnTo>
                    <a:pt x="272" y="921"/>
                  </a:lnTo>
                  <a:lnTo>
                    <a:pt x="335" y="963"/>
                  </a:lnTo>
                  <a:lnTo>
                    <a:pt x="398" y="921"/>
                  </a:lnTo>
                  <a:lnTo>
                    <a:pt x="419" y="921"/>
                  </a:lnTo>
                  <a:lnTo>
                    <a:pt x="481" y="963"/>
                  </a:lnTo>
                  <a:lnTo>
                    <a:pt x="607" y="921"/>
                  </a:lnTo>
                  <a:lnTo>
                    <a:pt x="607" y="858"/>
                  </a:lnTo>
                  <a:lnTo>
                    <a:pt x="691" y="670"/>
                  </a:lnTo>
                  <a:lnTo>
                    <a:pt x="649" y="566"/>
                  </a:lnTo>
                  <a:lnTo>
                    <a:pt x="712" y="566"/>
                  </a:lnTo>
                  <a:lnTo>
                    <a:pt x="753" y="628"/>
                  </a:lnTo>
                  <a:lnTo>
                    <a:pt x="816" y="628"/>
                  </a:lnTo>
                  <a:lnTo>
                    <a:pt x="858" y="733"/>
                  </a:lnTo>
                  <a:lnTo>
                    <a:pt x="921" y="754"/>
                  </a:lnTo>
                  <a:lnTo>
                    <a:pt x="921" y="817"/>
                  </a:lnTo>
                  <a:lnTo>
                    <a:pt x="942" y="838"/>
                  </a:lnTo>
                  <a:lnTo>
                    <a:pt x="1004" y="838"/>
                  </a:lnTo>
                  <a:lnTo>
                    <a:pt x="1067" y="817"/>
                  </a:lnTo>
                  <a:lnTo>
                    <a:pt x="1130" y="754"/>
                  </a:lnTo>
                  <a:lnTo>
                    <a:pt x="1130" y="670"/>
                  </a:lnTo>
                  <a:lnTo>
                    <a:pt x="1172" y="607"/>
                  </a:lnTo>
                  <a:lnTo>
                    <a:pt x="1151" y="503"/>
                  </a:lnTo>
                  <a:lnTo>
                    <a:pt x="1109" y="314"/>
                  </a:lnTo>
                  <a:lnTo>
                    <a:pt x="1046" y="231"/>
                  </a:lnTo>
                  <a:lnTo>
                    <a:pt x="1046" y="189"/>
                  </a:lnTo>
                  <a:lnTo>
                    <a:pt x="963" y="105"/>
                  </a:lnTo>
                  <a:lnTo>
                    <a:pt x="900" y="21"/>
                  </a:lnTo>
                  <a:lnTo>
                    <a:pt x="90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88" name="Google Shape;1688;p60"/>
            <p:cNvSpPr/>
            <p:nvPr/>
          </p:nvSpPr>
          <p:spPr>
            <a:xfrm>
              <a:off x="3945415" y="3159380"/>
              <a:ext cx="13706" cy="15956"/>
            </a:xfrm>
            <a:custGeom>
              <a:avLst/>
              <a:gdLst/>
              <a:ahLst/>
              <a:cxnLst/>
              <a:rect l="l" t="t" r="r" b="b"/>
              <a:pathLst>
                <a:path w="1151" h="1403" extrusionOk="0">
                  <a:moveTo>
                    <a:pt x="649" y="1"/>
                  </a:moveTo>
                  <a:lnTo>
                    <a:pt x="691" y="105"/>
                  </a:lnTo>
                  <a:lnTo>
                    <a:pt x="607" y="293"/>
                  </a:lnTo>
                  <a:lnTo>
                    <a:pt x="607" y="356"/>
                  </a:lnTo>
                  <a:lnTo>
                    <a:pt x="481" y="398"/>
                  </a:lnTo>
                  <a:lnTo>
                    <a:pt x="419" y="356"/>
                  </a:lnTo>
                  <a:lnTo>
                    <a:pt x="398" y="356"/>
                  </a:lnTo>
                  <a:lnTo>
                    <a:pt x="335" y="398"/>
                  </a:lnTo>
                  <a:lnTo>
                    <a:pt x="272" y="356"/>
                  </a:lnTo>
                  <a:lnTo>
                    <a:pt x="209" y="252"/>
                  </a:lnTo>
                  <a:lnTo>
                    <a:pt x="0" y="252"/>
                  </a:lnTo>
                  <a:lnTo>
                    <a:pt x="0" y="314"/>
                  </a:lnTo>
                  <a:lnTo>
                    <a:pt x="63" y="419"/>
                  </a:lnTo>
                  <a:lnTo>
                    <a:pt x="84" y="565"/>
                  </a:lnTo>
                  <a:lnTo>
                    <a:pt x="84" y="712"/>
                  </a:lnTo>
                  <a:lnTo>
                    <a:pt x="188" y="1402"/>
                  </a:lnTo>
                  <a:lnTo>
                    <a:pt x="481" y="1402"/>
                  </a:lnTo>
                  <a:lnTo>
                    <a:pt x="649" y="1340"/>
                  </a:lnTo>
                  <a:lnTo>
                    <a:pt x="753" y="1193"/>
                  </a:lnTo>
                  <a:lnTo>
                    <a:pt x="921" y="1026"/>
                  </a:lnTo>
                  <a:lnTo>
                    <a:pt x="963" y="984"/>
                  </a:lnTo>
                  <a:lnTo>
                    <a:pt x="1046" y="900"/>
                  </a:lnTo>
                  <a:lnTo>
                    <a:pt x="1151" y="796"/>
                  </a:lnTo>
                  <a:lnTo>
                    <a:pt x="1151" y="712"/>
                  </a:lnTo>
                  <a:lnTo>
                    <a:pt x="1130" y="524"/>
                  </a:lnTo>
                  <a:lnTo>
                    <a:pt x="1046" y="524"/>
                  </a:lnTo>
                  <a:lnTo>
                    <a:pt x="1046" y="461"/>
                  </a:lnTo>
                  <a:lnTo>
                    <a:pt x="942" y="419"/>
                  </a:lnTo>
                  <a:lnTo>
                    <a:pt x="942" y="356"/>
                  </a:lnTo>
                  <a:lnTo>
                    <a:pt x="921" y="293"/>
                  </a:lnTo>
                  <a:lnTo>
                    <a:pt x="921" y="252"/>
                  </a:lnTo>
                  <a:lnTo>
                    <a:pt x="921" y="189"/>
                  </a:lnTo>
                  <a:lnTo>
                    <a:pt x="858" y="168"/>
                  </a:lnTo>
                  <a:lnTo>
                    <a:pt x="816" y="63"/>
                  </a:lnTo>
                  <a:lnTo>
                    <a:pt x="753" y="63"/>
                  </a:lnTo>
                  <a:lnTo>
                    <a:pt x="71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89" name="Google Shape;1689;p60"/>
            <p:cNvSpPr/>
            <p:nvPr/>
          </p:nvSpPr>
          <p:spPr>
            <a:xfrm>
              <a:off x="3829055" y="3110126"/>
              <a:ext cx="131316" cy="124222"/>
            </a:xfrm>
            <a:custGeom>
              <a:avLst/>
              <a:gdLst/>
              <a:ahLst/>
              <a:cxnLst/>
              <a:rect l="l" t="t" r="r" b="b"/>
              <a:pathLst>
                <a:path w="11028" h="10923" extrusionOk="0">
                  <a:moveTo>
                    <a:pt x="7701" y="0"/>
                  </a:moveTo>
                  <a:lnTo>
                    <a:pt x="7701" y="42"/>
                  </a:lnTo>
                  <a:lnTo>
                    <a:pt x="7743" y="84"/>
                  </a:lnTo>
                  <a:lnTo>
                    <a:pt x="7659" y="189"/>
                  </a:lnTo>
                  <a:lnTo>
                    <a:pt x="7575" y="189"/>
                  </a:lnTo>
                  <a:lnTo>
                    <a:pt x="7491" y="210"/>
                  </a:lnTo>
                  <a:lnTo>
                    <a:pt x="7366" y="210"/>
                  </a:lnTo>
                  <a:lnTo>
                    <a:pt x="7282" y="251"/>
                  </a:lnTo>
                  <a:lnTo>
                    <a:pt x="7240" y="251"/>
                  </a:lnTo>
                  <a:lnTo>
                    <a:pt x="7219" y="189"/>
                  </a:lnTo>
                  <a:lnTo>
                    <a:pt x="7178" y="189"/>
                  </a:lnTo>
                  <a:lnTo>
                    <a:pt x="7157" y="147"/>
                  </a:lnTo>
                  <a:lnTo>
                    <a:pt x="7073" y="126"/>
                  </a:lnTo>
                  <a:lnTo>
                    <a:pt x="6843" y="230"/>
                  </a:lnTo>
                  <a:lnTo>
                    <a:pt x="6759" y="293"/>
                  </a:lnTo>
                  <a:lnTo>
                    <a:pt x="6717" y="335"/>
                  </a:lnTo>
                  <a:lnTo>
                    <a:pt x="6487" y="356"/>
                  </a:lnTo>
                  <a:lnTo>
                    <a:pt x="6403" y="398"/>
                  </a:lnTo>
                  <a:lnTo>
                    <a:pt x="6320" y="314"/>
                  </a:lnTo>
                  <a:lnTo>
                    <a:pt x="6215" y="293"/>
                  </a:lnTo>
                  <a:lnTo>
                    <a:pt x="6111" y="293"/>
                  </a:lnTo>
                  <a:lnTo>
                    <a:pt x="6027" y="398"/>
                  </a:lnTo>
                  <a:lnTo>
                    <a:pt x="5922" y="502"/>
                  </a:lnTo>
                  <a:lnTo>
                    <a:pt x="5964" y="544"/>
                  </a:lnTo>
                  <a:lnTo>
                    <a:pt x="6006" y="607"/>
                  </a:lnTo>
                  <a:lnTo>
                    <a:pt x="5985" y="649"/>
                  </a:lnTo>
                  <a:lnTo>
                    <a:pt x="5859" y="670"/>
                  </a:lnTo>
                  <a:lnTo>
                    <a:pt x="5797" y="649"/>
                  </a:lnTo>
                  <a:lnTo>
                    <a:pt x="5671" y="628"/>
                  </a:lnTo>
                  <a:lnTo>
                    <a:pt x="5567" y="565"/>
                  </a:lnTo>
                  <a:lnTo>
                    <a:pt x="5483" y="565"/>
                  </a:lnTo>
                  <a:lnTo>
                    <a:pt x="5399" y="628"/>
                  </a:lnTo>
                  <a:lnTo>
                    <a:pt x="5336" y="607"/>
                  </a:lnTo>
                  <a:lnTo>
                    <a:pt x="5190" y="607"/>
                  </a:lnTo>
                  <a:lnTo>
                    <a:pt x="5064" y="523"/>
                  </a:lnTo>
                  <a:lnTo>
                    <a:pt x="4939" y="544"/>
                  </a:lnTo>
                  <a:lnTo>
                    <a:pt x="4918" y="502"/>
                  </a:lnTo>
                  <a:lnTo>
                    <a:pt x="4750" y="356"/>
                  </a:lnTo>
                  <a:lnTo>
                    <a:pt x="4667" y="335"/>
                  </a:lnTo>
                  <a:lnTo>
                    <a:pt x="4499" y="210"/>
                  </a:lnTo>
                  <a:lnTo>
                    <a:pt x="4437" y="189"/>
                  </a:lnTo>
                  <a:lnTo>
                    <a:pt x="4353" y="126"/>
                  </a:lnTo>
                  <a:lnTo>
                    <a:pt x="4290" y="126"/>
                  </a:lnTo>
                  <a:lnTo>
                    <a:pt x="4290" y="189"/>
                  </a:lnTo>
                  <a:lnTo>
                    <a:pt x="4186" y="147"/>
                  </a:lnTo>
                  <a:lnTo>
                    <a:pt x="4102" y="251"/>
                  </a:lnTo>
                  <a:lnTo>
                    <a:pt x="4018" y="251"/>
                  </a:lnTo>
                  <a:lnTo>
                    <a:pt x="3976" y="293"/>
                  </a:lnTo>
                  <a:lnTo>
                    <a:pt x="3976" y="356"/>
                  </a:lnTo>
                  <a:lnTo>
                    <a:pt x="3914" y="440"/>
                  </a:lnTo>
                  <a:lnTo>
                    <a:pt x="3914" y="502"/>
                  </a:lnTo>
                  <a:lnTo>
                    <a:pt x="3872" y="544"/>
                  </a:lnTo>
                  <a:lnTo>
                    <a:pt x="3788" y="544"/>
                  </a:lnTo>
                  <a:lnTo>
                    <a:pt x="3788" y="607"/>
                  </a:lnTo>
                  <a:lnTo>
                    <a:pt x="3893" y="733"/>
                  </a:lnTo>
                  <a:lnTo>
                    <a:pt x="3830" y="774"/>
                  </a:lnTo>
                  <a:lnTo>
                    <a:pt x="3809" y="858"/>
                  </a:lnTo>
                  <a:lnTo>
                    <a:pt x="3809" y="984"/>
                  </a:lnTo>
                  <a:lnTo>
                    <a:pt x="3872" y="1088"/>
                  </a:lnTo>
                  <a:lnTo>
                    <a:pt x="3872" y="1339"/>
                  </a:lnTo>
                  <a:lnTo>
                    <a:pt x="3767" y="1381"/>
                  </a:lnTo>
                  <a:lnTo>
                    <a:pt x="3725" y="1486"/>
                  </a:lnTo>
                  <a:lnTo>
                    <a:pt x="3474" y="1800"/>
                  </a:lnTo>
                  <a:lnTo>
                    <a:pt x="3516" y="2009"/>
                  </a:lnTo>
                  <a:lnTo>
                    <a:pt x="3495" y="2135"/>
                  </a:lnTo>
                  <a:lnTo>
                    <a:pt x="3495" y="2281"/>
                  </a:lnTo>
                  <a:lnTo>
                    <a:pt x="3390" y="2386"/>
                  </a:lnTo>
                  <a:lnTo>
                    <a:pt x="3390" y="2532"/>
                  </a:lnTo>
                  <a:lnTo>
                    <a:pt x="3390" y="2616"/>
                  </a:lnTo>
                  <a:lnTo>
                    <a:pt x="3370" y="2804"/>
                  </a:lnTo>
                  <a:lnTo>
                    <a:pt x="3390" y="2825"/>
                  </a:lnTo>
                  <a:lnTo>
                    <a:pt x="3370" y="2971"/>
                  </a:lnTo>
                  <a:lnTo>
                    <a:pt x="3286" y="3034"/>
                  </a:lnTo>
                  <a:lnTo>
                    <a:pt x="3244" y="3223"/>
                  </a:lnTo>
                  <a:lnTo>
                    <a:pt x="3244" y="3390"/>
                  </a:lnTo>
                  <a:lnTo>
                    <a:pt x="3056" y="3704"/>
                  </a:lnTo>
                  <a:lnTo>
                    <a:pt x="2951" y="3746"/>
                  </a:lnTo>
                  <a:lnTo>
                    <a:pt x="2846" y="3808"/>
                  </a:lnTo>
                  <a:lnTo>
                    <a:pt x="2763" y="3787"/>
                  </a:lnTo>
                  <a:lnTo>
                    <a:pt x="2637" y="3892"/>
                  </a:lnTo>
                  <a:lnTo>
                    <a:pt x="2533" y="4018"/>
                  </a:lnTo>
                  <a:lnTo>
                    <a:pt x="2533" y="4164"/>
                  </a:lnTo>
                  <a:lnTo>
                    <a:pt x="2344" y="4332"/>
                  </a:lnTo>
                  <a:lnTo>
                    <a:pt x="2302" y="4436"/>
                  </a:lnTo>
                  <a:lnTo>
                    <a:pt x="2323" y="4624"/>
                  </a:lnTo>
                  <a:lnTo>
                    <a:pt x="2344" y="4645"/>
                  </a:lnTo>
                  <a:lnTo>
                    <a:pt x="2323" y="4959"/>
                  </a:lnTo>
                  <a:lnTo>
                    <a:pt x="2302" y="5127"/>
                  </a:lnTo>
                  <a:lnTo>
                    <a:pt x="2302" y="5231"/>
                  </a:lnTo>
                  <a:lnTo>
                    <a:pt x="2198" y="5378"/>
                  </a:lnTo>
                  <a:lnTo>
                    <a:pt x="2093" y="5420"/>
                  </a:lnTo>
                  <a:lnTo>
                    <a:pt x="2009" y="5482"/>
                  </a:lnTo>
                  <a:lnTo>
                    <a:pt x="1947" y="5566"/>
                  </a:lnTo>
                  <a:lnTo>
                    <a:pt x="1717" y="5796"/>
                  </a:lnTo>
                  <a:lnTo>
                    <a:pt x="1633" y="5901"/>
                  </a:lnTo>
                  <a:lnTo>
                    <a:pt x="1507" y="5984"/>
                  </a:lnTo>
                  <a:lnTo>
                    <a:pt x="1382" y="5901"/>
                  </a:lnTo>
                  <a:lnTo>
                    <a:pt x="1319" y="5796"/>
                  </a:lnTo>
                  <a:lnTo>
                    <a:pt x="1298" y="5775"/>
                  </a:lnTo>
                  <a:lnTo>
                    <a:pt x="1382" y="5650"/>
                  </a:lnTo>
                  <a:lnTo>
                    <a:pt x="1382" y="5587"/>
                  </a:lnTo>
                  <a:lnTo>
                    <a:pt x="1193" y="5650"/>
                  </a:lnTo>
                  <a:lnTo>
                    <a:pt x="1089" y="5754"/>
                  </a:lnTo>
                  <a:lnTo>
                    <a:pt x="1005" y="5733"/>
                  </a:lnTo>
                  <a:lnTo>
                    <a:pt x="942" y="5754"/>
                  </a:lnTo>
                  <a:lnTo>
                    <a:pt x="942" y="5859"/>
                  </a:lnTo>
                  <a:lnTo>
                    <a:pt x="859" y="5943"/>
                  </a:lnTo>
                  <a:lnTo>
                    <a:pt x="754" y="5943"/>
                  </a:lnTo>
                  <a:lnTo>
                    <a:pt x="754" y="5880"/>
                  </a:lnTo>
                  <a:lnTo>
                    <a:pt x="733" y="5838"/>
                  </a:lnTo>
                  <a:lnTo>
                    <a:pt x="629" y="5880"/>
                  </a:lnTo>
                  <a:lnTo>
                    <a:pt x="566" y="5859"/>
                  </a:lnTo>
                  <a:lnTo>
                    <a:pt x="440" y="5984"/>
                  </a:lnTo>
                  <a:lnTo>
                    <a:pt x="315" y="6089"/>
                  </a:lnTo>
                  <a:lnTo>
                    <a:pt x="252" y="6152"/>
                  </a:lnTo>
                  <a:lnTo>
                    <a:pt x="273" y="6361"/>
                  </a:lnTo>
                  <a:lnTo>
                    <a:pt x="210" y="6424"/>
                  </a:lnTo>
                  <a:lnTo>
                    <a:pt x="105" y="6424"/>
                  </a:lnTo>
                  <a:lnTo>
                    <a:pt x="1" y="6508"/>
                  </a:lnTo>
                  <a:lnTo>
                    <a:pt x="22" y="6570"/>
                  </a:lnTo>
                  <a:lnTo>
                    <a:pt x="210" y="6591"/>
                  </a:lnTo>
                  <a:lnTo>
                    <a:pt x="252" y="6633"/>
                  </a:lnTo>
                  <a:lnTo>
                    <a:pt x="273" y="6633"/>
                  </a:lnTo>
                  <a:lnTo>
                    <a:pt x="273" y="6612"/>
                  </a:lnTo>
                  <a:lnTo>
                    <a:pt x="315" y="6591"/>
                  </a:lnTo>
                  <a:lnTo>
                    <a:pt x="377" y="6591"/>
                  </a:lnTo>
                  <a:lnTo>
                    <a:pt x="482" y="6570"/>
                  </a:lnTo>
                  <a:lnTo>
                    <a:pt x="566" y="6528"/>
                  </a:lnTo>
                  <a:lnTo>
                    <a:pt x="1256" y="6528"/>
                  </a:lnTo>
                  <a:lnTo>
                    <a:pt x="1424" y="6570"/>
                  </a:lnTo>
                  <a:lnTo>
                    <a:pt x="1633" y="6528"/>
                  </a:lnTo>
                  <a:lnTo>
                    <a:pt x="2637" y="6528"/>
                  </a:lnTo>
                  <a:lnTo>
                    <a:pt x="2637" y="6612"/>
                  </a:lnTo>
                  <a:lnTo>
                    <a:pt x="2637" y="6633"/>
                  </a:lnTo>
                  <a:lnTo>
                    <a:pt x="2637" y="6717"/>
                  </a:lnTo>
                  <a:lnTo>
                    <a:pt x="2679" y="6780"/>
                  </a:lnTo>
                  <a:lnTo>
                    <a:pt x="2721" y="6842"/>
                  </a:lnTo>
                  <a:lnTo>
                    <a:pt x="2679" y="6905"/>
                  </a:lnTo>
                  <a:lnTo>
                    <a:pt x="2679" y="6989"/>
                  </a:lnTo>
                  <a:lnTo>
                    <a:pt x="2742" y="7093"/>
                  </a:lnTo>
                  <a:lnTo>
                    <a:pt x="2763" y="7219"/>
                  </a:lnTo>
                  <a:lnTo>
                    <a:pt x="2784" y="7261"/>
                  </a:lnTo>
                  <a:lnTo>
                    <a:pt x="2784" y="7345"/>
                  </a:lnTo>
                  <a:lnTo>
                    <a:pt x="2846" y="7365"/>
                  </a:lnTo>
                  <a:lnTo>
                    <a:pt x="2888" y="7449"/>
                  </a:lnTo>
                  <a:lnTo>
                    <a:pt x="2972" y="7554"/>
                  </a:lnTo>
                  <a:lnTo>
                    <a:pt x="2993" y="7763"/>
                  </a:lnTo>
                  <a:lnTo>
                    <a:pt x="3056" y="7784"/>
                  </a:lnTo>
                  <a:lnTo>
                    <a:pt x="3202" y="7784"/>
                  </a:lnTo>
                  <a:lnTo>
                    <a:pt x="3307" y="7763"/>
                  </a:lnTo>
                  <a:lnTo>
                    <a:pt x="3390" y="7784"/>
                  </a:lnTo>
                  <a:lnTo>
                    <a:pt x="3579" y="7826"/>
                  </a:lnTo>
                  <a:lnTo>
                    <a:pt x="3662" y="7763"/>
                  </a:lnTo>
                  <a:lnTo>
                    <a:pt x="4102" y="7742"/>
                  </a:lnTo>
                  <a:lnTo>
                    <a:pt x="4102" y="7575"/>
                  </a:lnTo>
                  <a:lnTo>
                    <a:pt x="4081" y="7470"/>
                  </a:lnTo>
                  <a:lnTo>
                    <a:pt x="4123" y="7449"/>
                  </a:lnTo>
                  <a:lnTo>
                    <a:pt x="4186" y="7345"/>
                  </a:lnTo>
                  <a:lnTo>
                    <a:pt x="4186" y="7198"/>
                  </a:lnTo>
                  <a:lnTo>
                    <a:pt x="4750" y="7156"/>
                  </a:lnTo>
                  <a:lnTo>
                    <a:pt x="4750" y="7114"/>
                  </a:lnTo>
                  <a:lnTo>
                    <a:pt x="4939" y="7135"/>
                  </a:lnTo>
                  <a:lnTo>
                    <a:pt x="4918" y="7219"/>
                  </a:lnTo>
                  <a:lnTo>
                    <a:pt x="4876" y="7261"/>
                  </a:lnTo>
                  <a:lnTo>
                    <a:pt x="4918" y="7324"/>
                  </a:lnTo>
                  <a:lnTo>
                    <a:pt x="5567" y="7365"/>
                  </a:lnTo>
                  <a:lnTo>
                    <a:pt x="5587" y="7449"/>
                  </a:lnTo>
                  <a:lnTo>
                    <a:pt x="5587" y="7533"/>
                  </a:lnTo>
                  <a:lnTo>
                    <a:pt x="5587" y="7617"/>
                  </a:lnTo>
                  <a:lnTo>
                    <a:pt x="5546" y="7721"/>
                  </a:lnTo>
                  <a:lnTo>
                    <a:pt x="5504" y="7826"/>
                  </a:lnTo>
                  <a:lnTo>
                    <a:pt x="5567" y="7889"/>
                  </a:lnTo>
                  <a:lnTo>
                    <a:pt x="5567" y="7972"/>
                  </a:lnTo>
                  <a:lnTo>
                    <a:pt x="5546" y="8035"/>
                  </a:lnTo>
                  <a:lnTo>
                    <a:pt x="5546" y="8056"/>
                  </a:lnTo>
                  <a:lnTo>
                    <a:pt x="5567" y="8140"/>
                  </a:lnTo>
                  <a:lnTo>
                    <a:pt x="5567" y="8349"/>
                  </a:lnTo>
                  <a:lnTo>
                    <a:pt x="5504" y="8453"/>
                  </a:lnTo>
                  <a:lnTo>
                    <a:pt x="5567" y="8495"/>
                  </a:lnTo>
                  <a:lnTo>
                    <a:pt x="5567" y="8579"/>
                  </a:lnTo>
                  <a:lnTo>
                    <a:pt x="5608" y="8621"/>
                  </a:lnTo>
                  <a:lnTo>
                    <a:pt x="5608" y="8705"/>
                  </a:lnTo>
                  <a:lnTo>
                    <a:pt x="5650" y="8725"/>
                  </a:lnTo>
                  <a:lnTo>
                    <a:pt x="5671" y="8788"/>
                  </a:lnTo>
                  <a:lnTo>
                    <a:pt x="5713" y="8809"/>
                  </a:lnTo>
                  <a:lnTo>
                    <a:pt x="5755" y="8872"/>
                  </a:lnTo>
                  <a:lnTo>
                    <a:pt x="5713" y="8935"/>
                  </a:lnTo>
                  <a:lnTo>
                    <a:pt x="5713" y="9018"/>
                  </a:lnTo>
                  <a:lnTo>
                    <a:pt x="5797" y="9081"/>
                  </a:lnTo>
                  <a:lnTo>
                    <a:pt x="5797" y="9144"/>
                  </a:lnTo>
                  <a:lnTo>
                    <a:pt x="5776" y="9186"/>
                  </a:lnTo>
                  <a:lnTo>
                    <a:pt x="5776" y="9311"/>
                  </a:lnTo>
                  <a:lnTo>
                    <a:pt x="5859" y="9353"/>
                  </a:lnTo>
                  <a:lnTo>
                    <a:pt x="5818" y="9437"/>
                  </a:lnTo>
                  <a:lnTo>
                    <a:pt x="5818" y="9458"/>
                  </a:lnTo>
                  <a:lnTo>
                    <a:pt x="5776" y="9500"/>
                  </a:lnTo>
                  <a:lnTo>
                    <a:pt x="5776" y="9625"/>
                  </a:lnTo>
                  <a:lnTo>
                    <a:pt x="5797" y="9646"/>
                  </a:lnTo>
                  <a:lnTo>
                    <a:pt x="5859" y="9646"/>
                  </a:lnTo>
                  <a:lnTo>
                    <a:pt x="5901" y="9625"/>
                  </a:lnTo>
                  <a:lnTo>
                    <a:pt x="5964" y="9604"/>
                  </a:lnTo>
                  <a:lnTo>
                    <a:pt x="5985" y="9562"/>
                  </a:lnTo>
                  <a:lnTo>
                    <a:pt x="6027" y="9562"/>
                  </a:lnTo>
                  <a:lnTo>
                    <a:pt x="6111" y="9625"/>
                  </a:lnTo>
                  <a:lnTo>
                    <a:pt x="6173" y="9646"/>
                  </a:lnTo>
                  <a:lnTo>
                    <a:pt x="6320" y="9646"/>
                  </a:lnTo>
                  <a:lnTo>
                    <a:pt x="6383" y="9667"/>
                  </a:lnTo>
                  <a:lnTo>
                    <a:pt x="6424" y="9646"/>
                  </a:lnTo>
                  <a:lnTo>
                    <a:pt x="6508" y="9625"/>
                  </a:lnTo>
                  <a:lnTo>
                    <a:pt x="6592" y="9562"/>
                  </a:lnTo>
                  <a:lnTo>
                    <a:pt x="6696" y="9541"/>
                  </a:lnTo>
                  <a:lnTo>
                    <a:pt x="6801" y="9541"/>
                  </a:lnTo>
                  <a:lnTo>
                    <a:pt x="6843" y="9604"/>
                  </a:lnTo>
                  <a:lnTo>
                    <a:pt x="6906" y="9562"/>
                  </a:lnTo>
                  <a:lnTo>
                    <a:pt x="7010" y="9625"/>
                  </a:lnTo>
                  <a:lnTo>
                    <a:pt x="7031" y="9646"/>
                  </a:lnTo>
                  <a:lnTo>
                    <a:pt x="7031" y="9751"/>
                  </a:lnTo>
                  <a:lnTo>
                    <a:pt x="7052" y="9772"/>
                  </a:lnTo>
                  <a:lnTo>
                    <a:pt x="7073" y="9814"/>
                  </a:lnTo>
                  <a:lnTo>
                    <a:pt x="7157" y="9751"/>
                  </a:lnTo>
                  <a:lnTo>
                    <a:pt x="7240" y="9709"/>
                  </a:lnTo>
                  <a:lnTo>
                    <a:pt x="7324" y="9709"/>
                  </a:lnTo>
                  <a:lnTo>
                    <a:pt x="7345" y="9667"/>
                  </a:lnTo>
                  <a:lnTo>
                    <a:pt x="7491" y="9625"/>
                  </a:lnTo>
                  <a:lnTo>
                    <a:pt x="7554" y="9625"/>
                  </a:lnTo>
                  <a:lnTo>
                    <a:pt x="7554" y="9751"/>
                  </a:lnTo>
                  <a:lnTo>
                    <a:pt x="7575" y="9814"/>
                  </a:lnTo>
                  <a:lnTo>
                    <a:pt x="7575" y="9876"/>
                  </a:lnTo>
                  <a:lnTo>
                    <a:pt x="7575" y="9939"/>
                  </a:lnTo>
                  <a:lnTo>
                    <a:pt x="7638" y="9939"/>
                  </a:lnTo>
                  <a:lnTo>
                    <a:pt x="7743" y="9981"/>
                  </a:lnTo>
                  <a:lnTo>
                    <a:pt x="7784" y="9981"/>
                  </a:lnTo>
                  <a:lnTo>
                    <a:pt x="7910" y="10065"/>
                  </a:lnTo>
                  <a:lnTo>
                    <a:pt x="8056" y="10086"/>
                  </a:lnTo>
                  <a:lnTo>
                    <a:pt x="8182" y="10127"/>
                  </a:lnTo>
                  <a:lnTo>
                    <a:pt x="8182" y="10148"/>
                  </a:lnTo>
                  <a:lnTo>
                    <a:pt x="8287" y="10148"/>
                  </a:lnTo>
                  <a:lnTo>
                    <a:pt x="8433" y="10086"/>
                  </a:lnTo>
                  <a:lnTo>
                    <a:pt x="8475" y="10044"/>
                  </a:lnTo>
                  <a:lnTo>
                    <a:pt x="8517" y="9876"/>
                  </a:lnTo>
                  <a:lnTo>
                    <a:pt x="8600" y="9876"/>
                  </a:lnTo>
                  <a:lnTo>
                    <a:pt x="8642" y="9855"/>
                  </a:lnTo>
                  <a:lnTo>
                    <a:pt x="8684" y="9855"/>
                  </a:lnTo>
                  <a:lnTo>
                    <a:pt x="8684" y="10023"/>
                  </a:lnTo>
                  <a:lnTo>
                    <a:pt x="8789" y="10127"/>
                  </a:lnTo>
                  <a:lnTo>
                    <a:pt x="8789" y="10190"/>
                  </a:lnTo>
                  <a:lnTo>
                    <a:pt x="8935" y="10274"/>
                  </a:lnTo>
                  <a:lnTo>
                    <a:pt x="9144" y="10337"/>
                  </a:lnTo>
                  <a:lnTo>
                    <a:pt x="9270" y="10441"/>
                  </a:lnTo>
                  <a:lnTo>
                    <a:pt x="9375" y="10588"/>
                  </a:lnTo>
                  <a:lnTo>
                    <a:pt x="9479" y="10671"/>
                  </a:lnTo>
                  <a:lnTo>
                    <a:pt x="9584" y="10797"/>
                  </a:lnTo>
                  <a:lnTo>
                    <a:pt x="9730" y="10922"/>
                  </a:lnTo>
                  <a:lnTo>
                    <a:pt x="9793" y="10922"/>
                  </a:lnTo>
                  <a:lnTo>
                    <a:pt x="9898" y="10902"/>
                  </a:lnTo>
                  <a:lnTo>
                    <a:pt x="9981" y="10860"/>
                  </a:lnTo>
                  <a:lnTo>
                    <a:pt x="10002" y="10881"/>
                  </a:lnTo>
                  <a:lnTo>
                    <a:pt x="10044" y="10902"/>
                  </a:lnTo>
                  <a:lnTo>
                    <a:pt x="10107" y="10922"/>
                  </a:lnTo>
                  <a:lnTo>
                    <a:pt x="10170" y="10881"/>
                  </a:lnTo>
                  <a:lnTo>
                    <a:pt x="10107" y="10253"/>
                  </a:lnTo>
                  <a:lnTo>
                    <a:pt x="10065" y="10232"/>
                  </a:lnTo>
                  <a:lnTo>
                    <a:pt x="9940" y="10253"/>
                  </a:lnTo>
                  <a:lnTo>
                    <a:pt x="9940" y="10337"/>
                  </a:lnTo>
                  <a:lnTo>
                    <a:pt x="9981" y="10378"/>
                  </a:lnTo>
                  <a:lnTo>
                    <a:pt x="9688" y="10378"/>
                  </a:lnTo>
                  <a:lnTo>
                    <a:pt x="9647" y="10295"/>
                  </a:lnTo>
                  <a:lnTo>
                    <a:pt x="9626" y="10232"/>
                  </a:lnTo>
                  <a:lnTo>
                    <a:pt x="9458" y="10065"/>
                  </a:lnTo>
                  <a:lnTo>
                    <a:pt x="9375" y="9981"/>
                  </a:lnTo>
                  <a:lnTo>
                    <a:pt x="9375" y="9855"/>
                  </a:lnTo>
                  <a:lnTo>
                    <a:pt x="9375" y="9521"/>
                  </a:lnTo>
                  <a:lnTo>
                    <a:pt x="9375" y="9437"/>
                  </a:lnTo>
                  <a:lnTo>
                    <a:pt x="9479" y="9332"/>
                  </a:lnTo>
                  <a:lnTo>
                    <a:pt x="9542" y="9290"/>
                  </a:lnTo>
                  <a:lnTo>
                    <a:pt x="9521" y="9249"/>
                  </a:lnTo>
                  <a:lnTo>
                    <a:pt x="9563" y="9228"/>
                  </a:lnTo>
                  <a:lnTo>
                    <a:pt x="9563" y="9102"/>
                  </a:lnTo>
                  <a:lnTo>
                    <a:pt x="9563" y="9018"/>
                  </a:lnTo>
                  <a:lnTo>
                    <a:pt x="9563" y="8935"/>
                  </a:lnTo>
                  <a:lnTo>
                    <a:pt x="9563" y="8872"/>
                  </a:lnTo>
                  <a:lnTo>
                    <a:pt x="9584" y="8809"/>
                  </a:lnTo>
                  <a:lnTo>
                    <a:pt x="9626" y="8767"/>
                  </a:lnTo>
                  <a:lnTo>
                    <a:pt x="9542" y="8725"/>
                  </a:lnTo>
                  <a:lnTo>
                    <a:pt x="9479" y="8663"/>
                  </a:lnTo>
                  <a:lnTo>
                    <a:pt x="9458" y="8558"/>
                  </a:lnTo>
                  <a:lnTo>
                    <a:pt x="9688" y="8077"/>
                  </a:lnTo>
                  <a:lnTo>
                    <a:pt x="10630" y="7868"/>
                  </a:lnTo>
                  <a:lnTo>
                    <a:pt x="10714" y="7889"/>
                  </a:lnTo>
                  <a:lnTo>
                    <a:pt x="10588" y="7449"/>
                  </a:lnTo>
                  <a:lnTo>
                    <a:pt x="10170" y="6884"/>
                  </a:lnTo>
                  <a:lnTo>
                    <a:pt x="10044" y="6194"/>
                  </a:lnTo>
                  <a:lnTo>
                    <a:pt x="9960" y="5733"/>
                  </a:lnTo>
                  <a:lnTo>
                    <a:pt x="9856" y="5043"/>
                  </a:lnTo>
                  <a:lnTo>
                    <a:pt x="9856" y="4896"/>
                  </a:lnTo>
                  <a:lnTo>
                    <a:pt x="9835" y="4750"/>
                  </a:lnTo>
                  <a:lnTo>
                    <a:pt x="9772" y="4645"/>
                  </a:lnTo>
                  <a:lnTo>
                    <a:pt x="9772" y="4583"/>
                  </a:lnTo>
                  <a:lnTo>
                    <a:pt x="9772" y="4499"/>
                  </a:lnTo>
                  <a:lnTo>
                    <a:pt x="9877" y="4122"/>
                  </a:lnTo>
                  <a:lnTo>
                    <a:pt x="9981" y="3997"/>
                  </a:lnTo>
                  <a:lnTo>
                    <a:pt x="10107" y="3892"/>
                  </a:lnTo>
                  <a:lnTo>
                    <a:pt x="10149" y="3871"/>
                  </a:lnTo>
                  <a:lnTo>
                    <a:pt x="10107" y="3746"/>
                  </a:lnTo>
                  <a:lnTo>
                    <a:pt x="10191" y="3536"/>
                  </a:lnTo>
                  <a:lnTo>
                    <a:pt x="10212" y="3327"/>
                  </a:lnTo>
                  <a:lnTo>
                    <a:pt x="10212" y="3160"/>
                  </a:lnTo>
                  <a:lnTo>
                    <a:pt x="10253" y="3118"/>
                  </a:lnTo>
                  <a:lnTo>
                    <a:pt x="10484" y="2699"/>
                  </a:lnTo>
                  <a:lnTo>
                    <a:pt x="10525" y="2616"/>
                  </a:lnTo>
                  <a:lnTo>
                    <a:pt x="10714" y="2407"/>
                  </a:lnTo>
                  <a:lnTo>
                    <a:pt x="11007" y="2009"/>
                  </a:lnTo>
                  <a:lnTo>
                    <a:pt x="11028" y="1925"/>
                  </a:lnTo>
                  <a:lnTo>
                    <a:pt x="10986" y="1863"/>
                  </a:lnTo>
                  <a:lnTo>
                    <a:pt x="10923" y="1779"/>
                  </a:lnTo>
                  <a:lnTo>
                    <a:pt x="10839" y="1716"/>
                  </a:lnTo>
                  <a:lnTo>
                    <a:pt x="10881" y="1591"/>
                  </a:lnTo>
                  <a:lnTo>
                    <a:pt x="10902" y="1381"/>
                  </a:lnTo>
                  <a:lnTo>
                    <a:pt x="10902" y="1235"/>
                  </a:lnTo>
                  <a:lnTo>
                    <a:pt x="10944" y="1151"/>
                  </a:lnTo>
                  <a:lnTo>
                    <a:pt x="10986" y="1047"/>
                  </a:lnTo>
                  <a:lnTo>
                    <a:pt x="10944" y="1026"/>
                  </a:lnTo>
                  <a:lnTo>
                    <a:pt x="10776" y="1026"/>
                  </a:lnTo>
                  <a:lnTo>
                    <a:pt x="10776" y="942"/>
                  </a:lnTo>
                  <a:lnTo>
                    <a:pt x="10735" y="858"/>
                  </a:lnTo>
                  <a:lnTo>
                    <a:pt x="10693" y="837"/>
                  </a:lnTo>
                  <a:lnTo>
                    <a:pt x="10672" y="733"/>
                  </a:lnTo>
                  <a:lnTo>
                    <a:pt x="10588" y="670"/>
                  </a:lnTo>
                  <a:lnTo>
                    <a:pt x="10463" y="628"/>
                  </a:lnTo>
                  <a:lnTo>
                    <a:pt x="10400" y="565"/>
                  </a:lnTo>
                  <a:lnTo>
                    <a:pt x="10358" y="502"/>
                  </a:lnTo>
                  <a:lnTo>
                    <a:pt x="10274" y="335"/>
                  </a:lnTo>
                  <a:lnTo>
                    <a:pt x="10212" y="314"/>
                  </a:lnTo>
                  <a:lnTo>
                    <a:pt x="10086" y="314"/>
                  </a:lnTo>
                  <a:lnTo>
                    <a:pt x="10044" y="398"/>
                  </a:lnTo>
                  <a:lnTo>
                    <a:pt x="9981" y="440"/>
                  </a:lnTo>
                  <a:lnTo>
                    <a:pt x="9877" y="502"/>
                  </a:lnTo>
                  <a:lnTo>
                    <a:pt x="9835" y="502"/>
                  </a:lnTo>
                  <a:lnTo>
                    <a:pt x="9793" y="440"/>
                  </a:lnTo>
                  <a:lnTo>
                    <a:pt x="9584" y="440"/>
                  </a:lnTo>
                  <a:lnTo>
                    <a:pt x="9521" y="502"/>
                  </a:lnTo>
                  <a:lnTo>
                    <a:pt x="9479" y="544"/>
                  </a:lnTo>
                  <a:lnTo>
                    <a:pt x="9416" y="565"/>
                  </a:lnTo>
                  <a:lnTo>
                    <a:pt x="9312" y="523"/>
                  </a:lnTo>
                  <a:lnTo>
                    <a:pt x="9165" y="440"/>
                  </a:lnTo>
                  <a:lnTo>
                    <a:pt x="9124" y="356"/>
                  </a:lnTo>
                  <a:lnTo>
                    <a:pt x="9040" y="335"/>
                  </a:lnTo>
                  <a:lnTo>
                    <a:pt x="8998" y="293"/>
                  </a:lnTo>
                  <a:lnTo>
                    <a:pt x="8956" y="189"/>
                  </a:lnTo>
                  <a:lnTo>
                    <a:pt x="8935" y="147"/>
                  </a:lnTo>
                  <a:lnTo>
                    <a:pt x="8831" y="105"/>
                  </a:lnTo>
                  <a:lnTo>
                    <a:pt x="8705" y="105"/>
                  </a:lnTo>
                  <a:lnTo>
                    <a:pt x="8517" y="189"/>
                  </a:lnTo>
                  <a:lnTo>
                    <a:pt x="8496" y="147"/>
                  </a:lnTo>
                  <a:lnTo>
                    <a:pt x="8266" y="147"/>
                  </a:lnTo>
                  <a:lnTo>
                    <a:pt x="8182" y="105"/>
                  </a:lnTo>
                  <a:lnTo>
                    <a:pt x="8098" y="84"/>
                  </a:lnTo>
                  <a:lnTo>
                    <a:pt x="8056" y="42"/>
                  </a:lnTo>
                  <a:lnTo>
                    <a:pt x="7868" y="42"/>
                  </a:lnTo>
                  <a:lnTo>
                    <a:pt x="7784"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A6CBC2"/>
                </a:solidFill>
              </a:endParaRPr>
            </a:p>
          </p:txBody>
        </p:sp>
        <p:sp>
          <p:nvSpPr>
            <p:cNvPr id="1690" name="Google Shape;1690;p60"/>
            <p:cNvSpPr/>
            <p:nvPr/>
          </p:nvSpPr>
          <p:spPr>
            <a:xfrm>
              <a:off x="3970326" y="3207451"/>
              <a:ext cx="21934" cy="52837"/>
            </a:xfrm>
            <a:custGeom>
              <a:avLst/>
              <a:gdLst/>
              <a:ahLst/>
              <a:cxnLst/>
              <a:rect l="l" t="t" r="r" b="b"/>
              <a:pathLst>
                <a:path w="1842" h="4646" extrusionOk="0">
                  <a:moveTo>
                    <a:pt x="210" y="0"/>
                  </a:moveTo>
                  <a:lnTo>
                    <a:pt x="189" y="21"/>
                  </a:lnTo>
                  <a:lnTo>
                    <a:pt x="210" y="105"/>
                  </a:lnTo>
                  <a:lnTo>
                    <a:pt x="231" y="126"/>
                  </a:lnTo>
                  <a:lnTo>
                    <a:pt x="273" y="209"/>
                  </a:lnTo>
                  <a:lnTo>
                    <a:pt x="377" y="251"/>
                  </a:lnTo>
                  <a:lnTo>
                    <a:pt x="419" y="272"/>
                  </a:lnTo>
                  <a:lnTo>
                    <a:pt x="419" y="314"/>
                  </a:lnTo>
                  <a:lnTo>
                    <a:pt x="377" y="460"/>
                  </a:lnTo>
                  <a:lnTo>
                    <a:pt x="377" y="523"/>
                  </a:lnTo>
                  <a:lnTo>
                    <a:pt x="482" y="586"/>
                  </a:lnTo>
                  <a:lnTo>
                    <a:pt x="503" y="670"/>
                  </a:lnTo>
                  <a:lnTo>
                    <a:pt x="503" y="795"/>
                  </a:lnTo>
                  <a:lnTo>
                    <a:pt x="482" y="837"/>
                  </a:lnTo>
                  <a:lnTo>
                    <a:pt x="482" y="879"/>
                  </a:lnTo>
                  <a:lnTo>
                    <a:pt x="335" y="1004"/>
                  </a:lnTo>
                  <a:lnTo>
                    <a:pt x="335" y="1088"/>
                  </a:lnTo>
                  <a:lnTo>
                    <a:pt x="377" y="1193"/>
                  </a:lnTo>
                  <a:lnTo>
                    <a:pt x="377" y="1276"/>
                  </a:lnTo>
                  <a:lnTo>
                    <a:pt x="398" y="1360"/>
                  </a:lnTo>
                  <a:lnTo>
                    <a:pt x="335" y="1423"/>
                  </a:lnTo>
                  <a:lnTo>
                    <a:pt x="398" y="1507"/>
                  </a:lnTo>
                  <a:lnTo>
                    <a:pt x="398" y="1590"/>
                  </a:lnTo>
                  <a:lnTo>
                    <a:pt x="335" y="1611"/>
                  </a:lnTo>
                  <a:lnTo>
                    <a:pt x="377" y="1695"/>
                  </a:lnTo>
                  <a:lnTo>
                    <a:pt x="398" y="1737"/>
                  </a:lnTo>
                  <a:lnTo>
                    <a:pt x="440" y="1779"/>
                  </a:lnTo>
                  <a:lnTo>
                    <a:pt x="440" y="1820"/>
                  </a:lnTo>
                  <a:lnTo>
                    <a:pt x="398" y="1820"/>
                  </a:lnTo>
                  <a:lnTo>
                    <a:pt x="377" y="1904"/>
                  </a:lnTo>
                  <a:lnTo>
                    <a:pt x="293" y="1925"/>
                  </a:lnTo>
                  <a:lnTo>
                    <a:pt x="168" y="2030"/>
                  </a:lnTo>
                  <a:lnTo>
                    <a:pt x="126" y="2051"/>
                  </a:lnTo>
                  <a:lnTo>
                    <a:pt x="126" y="2134"/>
                  </a:lnTo>
                  <a:lnTo>
                    <a:pt x="168" y="2197"/>
                  </a:lnTo>
                  <a:lnTo>
                    <a:pt x="126" y="2260"/>
                  </a:lnTo>
                  <a:lnTo>
                    <a:pt x="126" y="2344"/>
                  </a:lnTo>
                  <a:lnTo>
                    <a:pt x="63" y="2448"/>
                  </a:lnTo>
                  <a:lnTo>
                    <a:pt x="1" y="2469"/>
                  </a:lnTo>
                  <a:lnTo>
                    <a:pt x="1" y="2532"/>
                  </a:lnTo>
                  <a:lnTo>
                    <a:pt x="84" y="2636"/>
                  </a:lnTo>
                  <a:lnTo>
                    <a:pt x="126" y="2741"/>
                  </a:lnTo>
                  <a:lnTo>
                    <a:pt x="168" y="2783"/>
                  </a:lnTo>
                  <a:lnTo>
                    <a:pt x="314" y="2762"/>
                  </a:lnTo>
                  <a:lnTo>
                    <a:pt x="335" y="2825"/>
                  </a:lnTo>
                  <a:lnTo>
                    <a:pt x="377" y="2867"/>
                  </a:lnTo>
                  <a:lnTo>
                    <a:pt x="419" y="2929"/>
                  </a:lnTo>
                  <a:lnTo>
                    <a:pt x="419" y="2992"/>
                  </a:lnTo>
                  <a:lnTo>
                    <a:pt x="524" y="3055"/>
                  </a:lnTo>
                  <a:lnTo>
                    <a:pt x="586" y="3034"/>
                  </a:lnTo>
                  <a:lnTo>
                    <a:pt x="628" y="3034"/>
                  </a:lnTo>
                  <a:lnTo>
                    <a:pt x="691" y="2971"/>
                  </a:lnTo>
                  <a:lnTo>
                    <a:pt x="817" y="2971"/>
                  </a:lnTo>
                  <a:lnTo>
                    <a:pt x="963" y="2992"/>
                  </a:lnTo>
                  <a:lnTo>
                    <a:pt x="1026" y="3097"/>
                  </a:lnTo>
                  <a:lnTo>
                    <a:pt x="1026" y="3264"/>
                  </a:lnTo>
                  <a:lnTo>
                    <a:pt x="1005" y="3390"/>
                  </a:lnTo>
                  <a:lnTo>
                    <a:pt x="900" y="3515"/>
                  </a:lnTo>
                  <a:lnTo>
                    <a:pt x="837" y="3662"/>
                  </a:lnTo>
                  <a:lnTo>
                    <a:pt x="796" y="3766"/>
                  </a:lnTo>
                  <a:lnTo>
                    <a:pt x="796" y="3871"/>
                  </a:lnTo>
                  <a:lnTo>
                    <a:pt x="837" y="3996"/>
                  </a:lnTo>
                  <a:lnTo>
                    <a:pt x="837" y="4080"/>
                  </a:lnTo>
                  <a:lnTo>
                    <a:pt x="942" y="4206"/>
                  </a:lnTo>
                  <a:lnTo>
                    <a:pt x="1047" y="4289"/>
                  </a:lnTo>
                  <a:lnTo>
                    <a:pt x="1130" y="4331"/>
                  </a:lnTo>
                  <a:lnTo>
                    <a:pt x="1172" y="4394"/>
                  </a:lnTo>
                  <a:lnTo>
                    <a:pt x="1256" y="4499"/>
                  </a:lnTo>
                  <a:lnTo>
                    <a:pt x="1235" y="4541"/>
                  </a:lnTo>
                  <a:lnTo>
                    <a:pt x="1256" y="4645"/>
                  </a:lnTo>
                  <a:lnTo>
                    <a:pt x="1361" y="4624"/>
                  </a:lnTo>
                  <a:lnTo>
                    <a:pt x="1381" y="4499"/>
                  </a:lnTo>
                  <a:lnTo>
                    <a:pt x="1361" y="4352"/>
                  </a:lnTo>
                  <a:lnTo>
                    <a:pt x="1423" y="4248"/>
                  </a:lnTo>
                  <a:lnTo>
                    <a:pt x="1423" y="4143"/>
                  </a:lnTo>
                  <a:lnTo>
                    <a:pt x="1486" y="3996"/>
                  </a:lnTo>
                  <a:lnTo>
                    <a:pt x="1591" y="3976"/>
                  </a:lnTo>
                  <a:lnTo>
                    <a:pt x="1674" y="3913"/>
                  </a:lnTo>
                  <a:lnTo>
                    <a:pt x="1695" y="3808"/>
                  </a:lnTo>
                  <a:lnTo>
                    <a:pt x="1737" y="3599"/>
                  </a:lnTo>
                  <a:lnTo>
                    <a:pt x="1653" y="3515"/>
                  </a:lnTo>
                  <a:lnTo>
                    <a:pt x="1674" y="3473"/>
                  </a:lnTo>
                  <a:lnTo>
                    <a:pt x="1653" y="3452"/>
                  </a:lnTo>
                  <a:lnTo>
                    <a:pt x="1674" y="3390"/>
                  </a:lnTo>
                  <a:lnTo>
                    <a:pt x="1737" y="3390"/>
                  </a:lnTo>
                  <a:lnTo>
                    <a:pt x="1758" y="3306"/>
                  </a:lnTo>
                  <a:lnTo>
                    <a:pt x="1842" y="3306"/>
                  </a:lnTo>
                  <a:lnTo>
                    <a:pt x="1842" y="3243"/>
                  </a:lnTo>
                  <a:lnTo>
                    <a:pt x="1779" y="3160"/>
                  </a:lnTo>
                  <a:lnTo>
                    <a:pt x="1737" y="3034"/>
                  </a:lnTo>
                  <a:lnTo>
                    <a:pt x="1591" y="2846"/>
                  </a:lnTo>
                  <a:lnTo>
                    <a:pt x="1570" y="2741"/>
                  </a:lnTo>
                  <a:lnTo>
                    <a:pt x="1361" y="2553"/>
                  </a:lnTo>
                  <a:lnTo>
                    <a:pt x="1319" y="2532"/>
                  </a:lnTo>
                  <a:lnTo>
                    <a:pt x="1277" y="2469"/>
                  </a:lnTo>
                  <a:lnTo>
                    <a:pt x="1172" y="2406"/>
                  </a:lnTo>
                  <a:lnTo>
                    <a:pt x="1005" y="2323"/>
                  </a:lnTo>
                  <a:lnTo>
                    <a:pt x="921" y="1779"/>
                  </a:lnTo>
                  <a:lnTo>
                    <a:pt x="942" y="1674"/>
                  </a:lnTo>
                  <a:lnTo>
                    <a:pt x="942" y="691"/>
                  </a:lnTo>
                  <a:lnTo>
                    <a:pt x="921" y="481"/>
                  </a:lnTo>
                  <a:lnTo>
                    <a:pt x="733" y="272"/>
                  </a:lnTo>
                  <a:lnTo>
                    <a:pt x="649" y="209"/>
                  </a:lnTo>
                  <a:lnTo>
                    <a:pt x="607" y="167"/>
                  </a:lnTo>
                  <a:lnTo>
                    <a:pt x="586" y="126"/>
                  </a:lnTo>
                  <a:lnTo>
                    <a:pt x="524" y="126"/>
                  </a:lnTo>
                  <a:lnTo>
                    <a:pt x="503" y="105"/>
                  </a:lnTo>
                  <a:lnTo>
                    <a:pt x="419" y="63"/>
                  </a:lnTo>
                  <a:lnTo>
                    <a:pt x="398" y="105"/>
                  </a:lnTo>
                  <a:lnTo>
                    <a:pt x="377" y="63"/>
                  </a:lnTo>
                  <a:lnTo>
                    <a:pt x="293" y="63"/>
                  </a:lnTo>
                  <a:lnTo>
                    <a:pt x="27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91" name="Google Shape;1691;p60"/>
            <p:cNvSpPr/>
            <p:nvPr/>
          </p:nvSpPr>
          <p:spPr>
            <a:xfrm>
              <a:off x="3895082" y="3199593"/>
              <a:ext cx="81233" cy="66165"/>
            </a:xfrm>
            <a:custGeom>
              <a:avLst/>
              <a:gdLst/>
              <a:ahLst/>
              <a:cxnLst/>
              <a:rect l="l" t="t" r="r" b="b"/>
              <a:pathLst>
                <a:path w="6822" h="5818" extrusionOk="0">
                  <a:moveTo>
                    <a:pt x="5085" y="1"/>
                  </a:moveTo>
                  <a:lnTo>
                    <a:pt x="4143" y="210"/>
                  </a:lnTo>
                  <a:lnTo>
                    <a:pt x="3913" y="691"/>
                  </a:lnTo>
                  <a:lnTo>
                    <a:pt x="3934" y="796"/>
                  </a:lnTo>
                  <a:lnTo>
                    <a:pt x="3997" y="858"/>
                  </a:lnTo>
                  <a:lnTo>
                    <a:pt x="4081" y="900"/>
                  </a:lnTo>
                  <a:lnTo>
                    <a:pt x="4039" y="942"/>
                  </a:lnTo>
                  <a:lnTo>
                    <a:pt x="4018" y="1005"/>
                  </a:lnTo>
                  <a:lnTo>
                    <a:pt x="4018" y="1068"/>
                  </a:lnTo>
                  <a:lnTo>
                    <a:pt x="4018" y="1151"/>
                  </a:lnTo>
                  <a:lnTo>
                    <a:pt x="4018" y="1235"/>
                  </a:lnTo>
                  <a:lnTo>
                    <a:pt x="4018" y="1361"/>
                  </a:lnTo>
                  <a:lnTo>
                    <a:pt x="3976" y="1382"/>
                  </a:lnTo>
                  <a:lnTo>
                    <a:pt x="3997" y="1423"/>
                  </a:lnTo>
                  <a:lnTo>
                    <a:pt x="3934" y="1465"/>
                  </a:lnTo>
                  <a:lnTo>
                    <a:pt x="3830" y="1570"/>
                  </a:lnTo>
                  <a:lnTo>
                    <a:pt x="3830" y="1654"/>
                  </a:lnTo>
                  <a:lnTo>
                    <a:pt x="3830" y="1988"/>
                  </a:lnTo>
                  <a:lnTo>
                    <a:pt x="3830" y="2114"/>
                  </a:lnTo>
                  <a:lnTo>
                    <a:pt x="3913" y="2198"/>
                  </a:lnTo>
                  <a:lnTo>
                    <a:pt x="4081" y="2365"/>
                  </a:lnTo>
                  <a:lnTo>
                    <a:pt x="4102" y="2428"/>
                  </a:lnTo>
                  <a:lnTo>
                    <a:pt x="4143" y="2511"/>
                  </a:lnTo>
                  <a:lnTo>
                    <a:pt x="4436" y="2511"/>
                  </a:lnTo>
                  <a:lnTo>
                    <a:pt x="4395" y="2470"/>
                  </a:lnTo>
                  <a:lnTo>
                    <a:pt x="4395" y="2386"/>
                  </a:lnTo>
                  <a:lnTo>
                    <a:pt x="4520" y="2365"/>
                  </a:lnTo>
                  <a:lnTo>
                    <a:pt x="4562" y="2386"/>
                  </a:lnTo>
                  <a:lnTo>
                    <a:pt x="4625" y="3014"/>
                  </a:lnTo>
                  <a:lnTo>
                    <a:pt x="4562" y="3055"/>
                  </a:lnTo>
                  <a:lnTo>
                    <a:pt x="4499" y="3035"/>
                  </a:lnTo>
                  <a:lnTo>
                    <a:pt x="4457" y="3014"/>
                  </a:lnTo>
                  <a:lnTo>
                    <a:pt x="4436" y="2993"/>
                  </a:lnTo>
                  <a:lnTo>
                    <a:pt x="4353" y="3035"/>
                  </a:lnTo>
                  <a:lnTo>
                    <a:pt x="4248" y="3055"/>
                  </a:lnTo>
                  <a:lnTo>
                    <a:pt x="4185" y="3055"/>
                  </a:lnTo>
                  <a:lnTo>
                    <a:pt x="4039" y="2930"/>
                  </a:lnTo>
                  <a:lnTo>
                    <a:pt x="3934" y="2804"/>
                  </a:lnTo>
                  <a:lnTo>
                    <a:pt x="3830" y="2721"/>
                  </a:lnTo>
                  <a:lnTo>
                    <a:pt x="3725" y="2574"/>
                  </a:lnTo>
                  <a:lnTo>
                    <a:pt x="3599" y="2470"/>
                  </a:lnTo>
                  <a:lnTo>
                    <a:pt x="3390" y="2407"/>
                  </a:lnTo>
                  <a:lnTo>
                    <a:pt x="3244" y="2323"/>
                  </a:lnTo>
                  <a:lnTo>
                    <a:pt x="3244" y="2260"/>
                  </a:lnTo>
                  <a:lnTo>
                    <a:pt x="3139" y="2156"/>
                  </a:lnTo>
                  <a:lnTo>
                    <a:pt x="3139" y="1988"/>
                  </a:lnTo>
                  <a:lnTo>
                    <a:pt x="3097" y="1988"/>
                  </a:lnTo>
                  <a:lnTo>
                    <a:pt x="3055" y="2009"/>
                  </a:lnTo>
                  <a:lnTo>
                    <a:pt x="2972" y="2009"/>
                  </a:lnTo>
                  <a:lnTo>
                    <a:pt x="2930" y="2177"/>
                  </a:lnTo>
                  <a:lnTo>
                    <a:pt x="2888" y="2219"/>
                  </a:lnTo>
                  <a:lnTo>
                    <a:pt x="2742" y="2281"/>
                  </a:lnTo>
                  <a:lnTo>
                    <a:pt x="2637" y="2281"/>
                  </a:lnTo>
                  <a:lnTo>
                    <a:pt x="2637" y="2260"/>
                  </a:lnTo>
                  <a:lnTo>
                    <a:pt x="2511" y="2219"/>
                  </a:lnTo>
                  <a:lnTo>
                    <a:pt x="2365" y="2198"/>
                  </a:lnTo>
                  <a:lnTo>
                    <a:pt x="2239" y="2114"/>
                  </a:lnTo>
                  <a:lnTo>
                    <a:pt x="2198" y="2114"/>
                  </a:lnTo>
                  <a:lnTo>
                    <a:pt x="2093" y="2072"/>
                  </a:lnTo>
                  <a:lnTo>
                    <a:pt x="2030" y="2072"/>
                  </a:lnTo>
                  <a:lnTo>
                    <a:pt x="2030" y="2009"/>
                  </a:lnTo>
                  <a:lnTo>
                    <a:pt x="2030" y="1947"/>
                  </a:lnTo>
                  <a:lnTo>
                    <a:pt x="2009" y="1884"/>
                  </a:lnTo>
                  <a:lnTo>
                    <a:pt x="2009" y="1758"/>
                  </a:lnTo>
                  <a:lnTo>
                    <a:pt x="1946" y="1758"/>
                  </a:lnTo>
                  <a:lnTo>
                    <a:pt x="1800" y="1800"/>
                  </a:lnTo>
                  <a:lnTo>
                    <a:pt x="1779" y="1842"/>
                  </a:lnTo>
                  <a:lnTo>
                    <a:pt x="1695" y="1842"/>
                  </a:lnTo>
                  <a:lnTo>
                    <a:pt x="1612" y="1884"/>
                  </a:lnTo>
                  <a:lnTo>
                    <a:pt x="1528" y="1947"/>
                  </a:lnTo>
                  <a:lnTo>
                    <a:pt x="1507" y="1905"/>
                  </a:lnTo>
                  <a:lnTo>
                    <a:pt x="1486" y="1884"/>
                  </a:lnTo>
                  <a:lnTo>
                    <a:pt x="1486" y="1779"/>
                  </a:lnTo>
                  <a:lnTo>
                    <a:pt x="1465" y="1758"/>
                  </a:lnTo>
                  <a:lnTo>
                    <a:pt x="1361" y="1695"/>
                  </a:lnTo>
                  <a:lnTo>
                    <a:pt x="1298" y="1737"/>
                  </a:lnTo>
                  <a:lnTo>
                    <a:pt x="1256" y="1674"/>
                  </a:lnTo>
                  <a:lnTo>
                    <a:pt x="1256" y="1695"/>
                  </a:lnTo>
                  <a:lnTo>
                    <a:pt x="1256" y="1758"/>
                  </a:lnTo>
                  <a:lnTo>
                    <a:pt x="1214" y="1779"/>
                  </a:lnTo>
                  <a:lnTo>
                    <a:pt x="1256" y="2009"/>
                  </a:lnTo>
                  <a:lnTo>
                    <a:pt x="1256" y="2219"/>
                  </a:lnTo>
                  <a:lnTo>
                    <a:pt x="1256" y="2365"/>
                  </a:lnTo>
                  <a:lnTo>
                    <a:pt x="1298" y="2470"/>
                  </a:lnTo>
                  <a:lnTo>
                    <a:pt x="1298" y="2574"/>
                  </a:lnTo>
                  <a:lnTo>
                    <a:pt x="1277" y="2616"/>
                  </a:lnTo>
                  <a:lnTo>
                    <a:pt x="1256" y="2783"/>
                  </a:lnTo>
                  <a:lnTo>
                    <a:pt x="1277" y="2825"/>
                  </a:lnTo>
                  <a:lnTo>
                    <a:pt x="42" y="2825"/>
                  </a:lnTo>
                  <a:lnTo>
                    <a:pt x="1" y="4771"/>
                  </a:lnTo>
                  <a:lnTo>
                    <a:pt x="22" y="4813"/>
                  </a:lnTo>
                  <a:lnTo>
                    <a:pt x="105" y="4918"/>
                  </a:lnTo>
                  <a:lnTo>
                    <a:pt x="168" y="4980"/>
                  </a:lnTo>
                  <a:lnTo>
                    <a:pt x="231" y="5043"/>
                  </a:lnTo>
                  <a:lnTo>
                    <a:pt x="314" y="5085"/>
                  </a:lnTo>
                  <a:lnTo>
                    <a:pt x="419" y="5232"/>
                  </a:lnTo>
                  <a:lnTo>
                    <a:pt x="482" y="5294"/>
                  </a:lnTo>
                  <a:lnTo>
                    <a:pt x="566" y="5336"/>
                  </a:lnTo>
                  <a:lnTo>
                    <a:pt x="628" y="5399"/>
                  </a:lnTo>
                  <a:lnTo>
                    <a:pt x="670" y="5462"/>
                  </a:lnTo>
                  <a:lnTo>
                    <a:pt x="754" y="5504"/>
                  </a:lnTo>
                  <a:lnTo>
                    <a:pt x="775" y="5608"/>
                  </a:lnTo>
                  <a:lnTo>
                    <a:pt x="1319" y="5462"/>
                  </a:lnTo>
                  <a:lnTo>
                    <a:pt x="1402" y="5504"/>
                  </a:lnTo>
                  <a:lnTo>
                    <a:pt x="1528" y="5441"/>
                  </a:lnTo>
                  <a:lnTo>
                    <a:pt x="1570" y="5462"/>
                  </a:lnTo>
                  <a:lnTo>
                    <a:pt x="1591" y="5462"/>
                  </a:lnTo>
                  <a:lnTo>
                    <a:pt x="1612" y="5504"/>
                  </a:lnTo>
                  <a:lnTo>
                    <a:pt x="1695" y="5504"/>
                  </a:lnTo>
                  <a:lnTo>
                    <a:pt x="1716" y="5524"/>
                  </a:lnTo>
                  <a:lnTo>
                    <a:pt x="1737" y="5524"/>
                  </a:lnTo>
                  <a:lnTo>
                    <a:pt x="1821" y="5629"/>
                  </a:lnTo>
                  <a:lnTo>
                    <a:pt x="1884" y="5629"/>
                  </a:lnTo>
                  <a:lnTo>
                    <a:pt x="2030" y="5650"/>
                  </a:lnTo>
                  <a:lnTo>
                    <a:pt x="2135" y="5713"/>
                  </a:lnTo>
                  <a:lnTo>
                    <a:pt x="2198" y="5755"/>
                  </a:lnTo>
                  <a:lnTo>
                    <a:pt x="2239" y="5755"/>
                  </a:lnTo>
                  <a:lnTo>
                    <a:pt x="2344" y="5671"/>
                  </a:lnTo>
                  <a:lnTo>
                    <a:pt x="2470" y="5650"/>
                  </a:lnTo>
                  <a:lnTo>
                    <a:pt x="2532" y="5713"/>
                  </a:lnTo>
                  <a:lnTo>
                    <a:pt x="2553" y="5671"/>
                  </a:lnTo>
                  <a:lnTo>
                    <a:pt x="2574" y="5713"/>
                  </a:lnTo>
                  <a:lnTo>
                    <a:pt x="2616" y="5713"/>
                  </a:lnTo>
                  <a:lnTo>
                    <a:pt x="2679" y="5776"/>
                  </a:lnTo>
                  <a:lnTo>
                    <a:pt x="2783" y="5817"/>
                  </a:lnTo>
                  <a:lnTo>
                    <a:pt x="2951" y="5755"/>
                  </a:lnTo>
                  <a:lnTo>
                    <a:pt x="3139" y="5504"/>
                  </a:lnTo>
                  <a:lnTo>
                    <a:pt x="3390" y="5190"/>
                  </a:lnTo>
                  <a:lnTo>
                    <a:pt x="3725" y="4939"/>
                  </a:lnTo>
                  <a:lnTo>
                    <a:pt x="3934" y="4876"/>
                  </a:lnTo>
                  <a:lnTo>
                    <a:pt x="3976" y="4834"/>
                  </a:lnTo>
                  <a:lnTo>
                    <a:pt x="3997" y="4792"/>
                  </a:lnTo>
                  <a:lnTo>
                    <a:pt x="3976" y="4729"/>
                  </a:lnTo>
                  <a:lnTo>
                    <a:pt x="3997" y="4687"/>
                  </a:lnTo>
                  <a:lnTo>
                    <a:pt x="3997" y="4625"/>
                  </a:lnTo>
                  <a:lnTo>
                    <a:pt x="4039" y="4562"/>
                  </a:lnTo>
                  <a:lnTo>
                    <a:pt x="4206" y="4457"/>
                  </a:lnTo>
                  <a:lnTo>
                    <a:pt x="4290" y="4415"/>
                  </a:lnTo>
                  <a:lnTo>
                    <a:pt x="4353" y="4395"/>
                  </a:lnTo>
                  <a:lnTo>
                    <a:pt x="4499" y="4353"/>
                  </a:lnTo>
                  <a:lnTo>
                    <a:pt x="4646" y="4353"/>
                  </a:lnTo>
                  <a:lnTo>
                    <a:pt x="4667" y="4395"/>
                  </a:lnTo>
                  <a:lnTo>
                    <a:pt x="4729" y="4374"/>
                  </a:lnTo>
                  <a:lnTo>
                    <a:pt x="4855" y="4395"/>
                  </a:lnTo>
                  <a:lnTo>
                    <a:pt x="4918" y="4395"/>
                  </a:lnTo>
                  <a:lnTo>
                    <a:pt x="4918" y="4311"/>
                  </a:lnTo>
                  <a:lnTo>
                    <a:pt x="4876" y="4143"/>
                  </a:lnTo>
                  <a:lnTo>
                    <a:pt x="4918" y="4060"/>
                  </a:lnTo>
                  <a:lnTo>
                    <a:pt x="5148" y="3955"/>
                  </a:lnTo>
                  <a:lnTo>
                    <a:pt x="5273" y="3955"/>
                  </a:lnTo>
                  <a:lnTo>
                    <a:pt x="5859" y="3683"/>
                  </a:lnTo>
                  <a:lnTo>
                    <a:pt x="5964" y="3662"/>
                  </a:lnTo>
                  <a:lnTo>
                    <a:pt x="6299" y="3537"/>
                  </a:lnTo>
                  <a:lnTo>
                    <a:pt x="6487" y="3474"/>
                  </a:lnTo>
                  <a:lnTo>
                    <a:pt x="6445" y="3432"/>
                  </a:lnTo>
                  <a:lnTo>
                    <a:pt x="6403" y="3327"/>
                  </a:lnTo>
                  <a:lnTo>
                    <a:pt x="6320" y="3223"/>
                  </a:lnTo>
                  <a:lnTo>
                    <a:pt x="6320" y="3160"/>
                  </a:lnTo>
                  <a:lnTo>
                    <a:pt x="6382" y="3139"/>
                  </a:lnTo>
                  <a:lnTo>
                    <a:pt x="6445" y="3035"/>
                  </a:lnTo>
                  <a:lnTo>
                    <a:pt x="6445" y="2951"/>
                  </a:lnTo>
                  <a:lnTo>
                    <a:pt x="6487" y="2888"/>
                  </a:lnTo>
                  <a:lnTo>
                    <a:pt x="6445" y="2825"/>
                  </a:lnTo>
                  <a:lnTo>
                    <a:pt x="6445" y="2742"/>
                  </a:lnTo>
                  <a:lnTo>
                    <a:pt x="6487" y="2721"/>
                  </a:lnTo>
                  <a:lnTo>
                    <a:pt x="6612" y="2616"/>
                  </a:lnTo>
                  <a:lnTo>
                    <a:pt x="6696" y="2595"/>
                  </a:lnTo>
                  <a:lnTo>
                    <a:pt x="6717" y="2511"/>
                  </a:lnTo>
                  <a:lnTo>
                    <a:pt x="6759" y="2511"/>
                  </a:lnTo>
                  <a:lnTo>
                    <a:pt x="6759" y="2470"/>
                  </a:lnTo>
                  <a:lnTo>
                    <a:pt x="6717" y="2428"/>
                  </a:lnTo>
                  <a:lnTo>
                    <a:pt x="6696" y="2386"/>
                  </a:lnTo>
                  <a:lnTo>
                    <a:pt x="6654" y="2302"/>
                  </a:lnTo>
                  <a:lnTo>
                    <a:pt x="6717" y="2281"/>
                  </a:lnTo>
                  <a:lnTo>
                    <a:pt x="6717" y="2198"/>
                  </a:lnTo>
                  <a:lnTo>
                    <a:pt x="6654" y="2114"/>
                  </a:lnTo>
                  <a:lnTo>
                    <a:pt x="6717" y="2051"/>
                  </a:lnTo>
                  <a:lnTo>
                    <a:pt x="6696" y="1967"/>
                  </a:lnTo>
                  <a:lnTo>
                    <a:pt x="6696" y="1884"/>
                  </a:lnTo>
                  <a:lnTo>
                    <a:pt x="6654" y="1779"/>
                  </a:lnTo>
                  <a:lnTo>
                    <a:pt x="6654" y="1695"/>
                  </a:lnTo>
                  <a:lnTo>
                    <a:pt x="6801" y="1570"/>
                  </a:lnTo>
                  <a:lnTo>
                    <a:pt x="6801" y="1528"/>
                  </a:lnTo>
                  <a:lnTo>
                    <a:pt x="6822" y="1486"/>
                  </a:lnTo>
                  <a:lnTo>
                    <a:pt x="6822" y="1361"/>
                  </a:lnTo>
                  <a:lnTo>
                    <a:pt x="6801" y="1277"/>
                  </a:lnTo>
                  <a:lnTo>
                    <a:pt x="6696" y="1214"/>
                  </a:lnTo>
                  <a:lnTo>
                    <a:pt x="6696" y="1151"/>
                  </a:lnTo>
                  <a:lnTo>
                    <a:pt x="6738" y="1005"/>
                  </a:lnTo>
                  <a:lnTo>
                    <a:pt x="6738" y="963"/>
                  </a:lnTo>
                  <a:lnTo>
                    <a:pt x="6696" y="942"/>
                  </a:lnTo>
                  <a:lnTo>
                    <a:pt x="6592" y="900"/>
                  </a:lnTo>
                  <a:lnTo>
                    <a:pt x="6550" y="817"/>
                  </a:lnTo>
                  <a:lnTo>
                    <a:pt x="6529" y="796"/>
                  </a:lnTo>
                  <a:lnTo>
                    <a:pt x="6508" y="712"/>
                  </a:lnTo>
                  <a:lnTo>
                    <a:pt x="6508" y="691"/>
                  </a:lnTo>
                  <a:lnTo>
                    <a:pt x="6445" y="691"/>
                  </a:lnTo>
                  <a:lnTo>
                    <a:pt x="6340" y="586"/>
                  </a:lnTo>
                  <a:lnTo>
                    <a:pt x="6299" y="503"/>
                  </a:lnTo>
                  <a:lnTo>
                    <a:pt x="6236" y="482"/>
                  </a:lnTo>
                  <a:lnTo>
                    <a:pt x="6194" y="419"/>
                  </a:lnTo>
                  <a:lnTo>
                    <a:pt x="6110" y="419"/>
                  </a:lnTo>
                  <a:lnTo>
                    <a:pt x="5859" y="335"/>
                  </a:lnTo>
                  <a:lnTo>
                    <a:pt x="5755" y="335"/>
                  </a:lnTo>
                  <a:lnTo>
                    <a:pt x="5671" y="273"/>
                  </a:lnTo>
                  <a:lnTo>
                    <a:pt x="5671" y="210"/>
                  </a:lnTo>
                  <a:lnTo>
                    <a:pt x="5587" y="168"/>
                  </a:lnTo>
                  <a:lnTo>
                    <a:pt x="5545" y="168"/>
                  </a:lnTo>
                  <a:lnTo>
                    <a:pt x="5441" y="126"/>
                  </a:lnTo>
                  <a:lnTo>
                    <a:pt x="5357" y="126"/>
                  </a:lnTo>
                  <a:lnTo>
                    <a:pt x="5169" y="22"/>
                  </a:lnTo>
                  <a:lnTo>
                    <a:pt x="508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92" name="Google Shape;1692;p60"/>
            <p:cNvSpPr/>
            <p:nvPr/>
          </p:nvSpPr>
          <p:spPr>
            <a:xfrm>
              <a:off x="3824328" y="3184365"/>
              <a:ext cx="86210" cy="81393"/>
            </a:xfrm>
            <a:custGeom>
              <a:avLst/>
              <a:gdLst/>
              <a:ahLst/>
              <a:cxnLst/>
              <a:rect l="l" t="t" r="r" b="b"/>
              <a:pathLst>
                <a:path w="7240" h="7157" extrusionOk="0">
                  <a:moveTo>
                    <a:pt x="963" y="0"/>
                  </a:moveTo>
                  <a:lnTo>
                    <a:pt x="879" y="42"/>
                  </a:lnTo>
                  <a:lnTo>
                    <a:pt x="774" y="63"/>
                  </a:lnTo>
                  <a:lnTo>
                    <a:pt x="712" y="63"/>
                  </a:lnTo>
                  <a:lnTo>
                    <a:pt x="670" y="84"/>
                  </a:lnTo>
                  <a:lnTo>
                    <a:pt x="670" y="105"/>
                  </a:lnTo>
                  <a:lnTo>
                    <a:pt x="649" y="105"/>
                  </a:lnTo>
                  <a:lnTo>
                    <a:pt x="502" y="189"/>
                  </a:lnTo>
                  <a:lnTo>
                    <a:pt x="544" y="273"/>
                  </a:lnTo>
                  <a:lnTo>
                    <a:pt x="544" y="356"/>
                  </a:lnTo>
                  <a:lnTo>
                    <a:pt x="858" y="712"/>
                  </a:lnTo>
                  <a:lnTo>
                    <a:pt x="879" y="1151"/>
                  </a:lnTo>
                  <a:lnTo>
                    <a:pt x="1046" y="1402"/>
                  </a:lnTo>
                  <a:lnTo>
                    <a:pt x="1026" y="1633"/>
                  </a:lnTo>
                  <a:lnTo>
                    <a:pt x="837" y="1863"/>
                  </a:lnTo>
                  <a:lnTo>
                    <a:pt x="942" y="1925"/>
                  </a:lnTo>
                  <a:lnTo>
                    <a:pt x="942" y="2135"/>
                  </a:lnTo>
                  <a:lnTo>
                    <a:pt x="1046" y="2260"/>
                  </a:lnTo>
                  <a:lnTo>
                    <a:pt x="1046" y="2407"/>
                  </a:lnTo>
                  <a:lnTo>
                    <a:pt x="1256" y="2783"/>
                  </a:lnTo>
                  <a:lnTo>
                    <a:pt x="1256" y="2867"/>
                  </a:lnTo>
                  <a:lnTo>
                    <a:pt x="1339" y="2972"/>
                  </a:lnTo>
                  <a:lnTo>
                    <a:pt x="1339" y="3453"/>
                  </a:lnTo>
                  <a:lnTo>
                    <a:pt x="1088" y="3871"/>
                  </a:lnTo>
                  <a:lnTo>
                    <a:pt x="1026" y="3871"/>
                  </a:lnTo>
                  <a:lnTo>
                    <a:pt x="754" y="4081"/>
                  </a:lnTo>
                  <a:lnTo>
                    <a:pt x="754" y="4227"/>
                  </a:lnTo>
                  <a:lnTo>
                    <a:pt x="440" y="4499"/>
                  </a:lnTo>
                  <a:lnTo>
                    <a:pt x="440" y="4687"/>
                  </a:lnTo>
                  <a:lnTo>
                    <a:pt x="398" y="4750"/>
                  </a:lnTo>
                  <a:lnTo>
                    <a:pt x="398" y="5210"/>
                  </a:lnTo>
                  <a:lnTo>
                    <a:pt x="230" y="5399"/>
                  </a:lnTo>
                  <a:lnTo>
                    <a:pt x="210" y="5608"/>
                  </a:lnTo>
                  <a:lnTo>
                    <a:pt x="42" y="5796"/>
                  </a:lnTo>
                  <a:lnTo>
                    <a:pt x="42" y="6006"/>
                  </a:lnTo>
                  <a:lnTo>
                    <a:pt x="21" y="6173"/>
                  </a:lnTo>
                  <a:lnTo>
                    <a:pt x="21" y="6466"/>
                  </a:lnTo>
                  <a:lnTo>
                    <a:pt x="0" y="6654"/>
                  </a:lnTo>
                  <a:lnTo>
                    <a:pt x="21" y="6696"/>
                  </a:lnTo>
                  <a:lnTo>
                    <a:pt x="105" y="6738"/>
                  </a:lnTo>
                  <a:lnTo>
                    <a:pt x="126" y="6759"/>
                  </a:lnTo>
                  <a:lnTo>
                    <a:pt x="189" y="6738"/>
                  </a:lnTo>
                  <a:lnTo>
                    <a:pt x="210" y="6654"/>
                  </a:lnTo>
                  <a:lnTo>
                    <a:pt x="398" y="6654"/>
                  </a:lnTo>
                  <a:lnTo>
                    <a:pt x="461" y="6696"/>
                  </a:lnTo>
                  <a:lnTo>
                    <a:pt x="523" y="6675"/>
                  </a:lnTo>
                  <a:lnTo>
                    <a:pt x="523" y="6591"/>
                  </a:lnTo>
                  <a:lnTo>
                    <a:pt x="712" y="6466"/>
                  </a:lnTo>
                  <a:lnTo>
                    <a:pt x="754" y="6466"/>
                  </a:lnTo>
                  <a:lnTo>
                    <a:pt x="858" y="6529"/>
                  </a:lnTo>
                  <a:lnTo>
                    <a:pt x="879" y="6529"/>
                  </a:lnTo>
                  <a:lnTo>
                    <a:pt x="921" y="6487"/>
                  </a:lnTo>
                  <a:lnTo>
                    <a:pt x="963" y="6466"/>
                  </a:lnTo>
                  <a:lnTo>
                    <a:pt x="1046" y="6529"/>
                  </a:lnTo>
                  <a:lnTo>
                    <a:pt x="1046" y="6550"/>
                  </a:lnTo>
                  <a:lnTo>
                    <a:pt x="1130" y="6571"/>
                  </a:lnTo>
                  <a:lnTo>
                    <a:pt x="1088" y="6633"/>
                  </a:lnTo>
                  <a:lnTo>
                    <a:pt x="1151" y="6654"/>
                  </a:lnTo>
                  <a:lnTo>
                    <a:pt x="1256" y="6759"/>
                  </a:lnTo>
                  <a:lnTo>
                    <a:pt x="1381" y="6801"/>
                  </a:lnTo>
                  <a:lnTo>
                    <a:pt x="1486" y="6759"/>
                  </a:lnTo>
                  <a:lnTo>
                    <a:pt x="1507" y="6759"/>
                  </a:lnTo>
                  <a:lnTo>
                    <a:pt x="1590" y="6696"/>
                  </a:lnTo>
                  <a:lnTo>
                    <a:pt x="1653" y="6696"/>
                  </a:lnTo>
                  <a:lnTo>
                    <a:pt x="1674" y="6738"/>
                  </a:lnTo>
                  <a:lnTo>
                    <a:pt x="3850" y="6738"/>
                  </a:lnTo>
                  <a:lnTo>
                    <a:pt x="3871" y="6759"/>
                  </a:lnTo>
                  <a:lnTo>
                    <a:pt x="3913" y="6863"/>
                  </a:lnTo>
                  <a:lnTo>
                    <a:pt x="3976" y="6905"/>
                  </a:lnTo>
                  <a:lnTo>
                    <a:pt x="4101" y="6968"/>
                  </a:lnTo>
                  <a:lnTo>
                    <a:pt x="4206" y="6989"/>
                  </a:lnTo>
                  <a:lnTo>
                    <a:pt x="4311" y="6968"/>
                  </a:lnTo>
                  <a:lnTo>
                    <a:pt x="4373" y="6989"/>
                  </a:lnTo>
                  <a:lnTo>
                    <a:pt x="4394" y="7052"/>
                  </a:lnTo>
                  <a:lnTo>
                    <a:pt x="4478" y="7073"/>
                  </a:lnTo>
                  <a:lnTo>
                    <a:pt x="4541" y="7010"/>
                  </a:lnTo>
                  <a:lnTo>
                    <a:pt x="4645" y="6989"/>
                  </a:lnTo>
                  <a:lnTo>
                    <a:pt x="4792" y="7010"/>
                  </a:lnTo>
                  <a:lnTo>
                    <a:pt x="4855" y="7010"/>
                  </a:lnTo>
                  <a:lnTo>
                    <a:pt x="4896" y="6947"/>
                  </a:lnTo>
                  <a:lnTo>
                    <a:pt x="4917" y="6968"/>
                  </a:lnTo>
                  <a:lnTo>
                    <a:pt x="4959" y="6968"/>
                  </a:lnTo>
                  <a:lnTo>
                    <a:pt x="5106" y="7094"/>
                  </a:lnTo>
                  <a:lnTo>
                    <a:pt x="5210" y="7115"/>
                  </a:lnTo>
                  <a:lnTo>
                    <a:pt x="5357" y="7115"/>
                  </a:lnTo>
                  <a:lnTo>
                    <a:pt x="5357" y="7073"/>
                  </a:lnTo>
                  <a:lnTo>
                    <a:pt x="5440" y="7052"/>
                  </a:lnTo>
                  <a:lnTo>
                    <a:pt x="5482" y="7073"/>
                  </a:lnTo>
                  <a:lnTo>
                    <a:pt x="5545" y="7094"/>
                  </a:lnTo>
                  <a:lnTo>
                    <a:pt x="5587" y="7073"/>
                  </a:lnTo>
                  <a:lnTo>
                    <a:pt x="5629" y="7115"/>
                  </a:lnTo>
                  <a:lnTo>
                    <a:pt x="5671" y="7115"/>
                  </a:lnTo>
                  <a:lnTo>
                    <a:pt x="5692" y="7156"/>
                  </a:lnTo>
                  <a:lnTo>
                    <a:pt x="5838" y="7156"/>
                  </a:lnTo>
                  <a:lnTo>
                    <a:pt x="6717" y="6947"/>
                  </a:lnTo>
                  <a:lnTo>
                    <a:pt x="6696" y="6843"/>
                  </a:lnTo>
                  <a:lnTo>
                    <a:pt x="6612" y="6801"/>
                  </a:lnTo>
                  <a:lnTo>
                    <a:pt x="6570" y="6738"/>
                  </a:lnTo>
                  <a:lnTo>
                    <a:pt x="6508" y="6675"/>
                  </a:lnTo>
                  <a:lnTo>
                    <a:pt x="6424" y="6633"/>
                  </a:lnTo>
                  <a:lnTo>
                    <a:pt x="6361" y="6571"/>
                  </a:lnTo>
                  <a:lnTo>
                    <a:pt x="6256" y="6424"/>
                  </a:lnTo>
                  <a:lnTo>
                    <a:pt x="6173" y="6382"/>
                  </a:lnTo>
                  <a:lnTo>
                    <a:pt x="6110" y="6319"/>
                  </a:lnTo>
                  <a:lnTo>
                    <a:pt x="6047" y="6257"/>
                  </a:lnTo>
                  <a:lnTo>
                    <a:pt x="5964" y="6152"/>
                  </a:lnTo>
                  <a:lnTo>
                    <a:pt x="5943" y="6110"/>
                  </a:lnTo>
                  <a:lnTo>
                    <a:pt x="5984" y="4164"/>
                  </a:lnTo>
                  <a:lnTo>
                    <a:pt x="7219" y="4164"/>
                  </a:lnTo>
                  <a:lnTo>
                    <a:pt x="7198" y="4122"/>
                  </a:lnTo>
                  <a:lnTo>
                    <a:pt x="7219" y="3955"/>
                  </a:lnTo>
                  <a:lnTo>
                    <a:pt x="7240" y="3913"/>
                  </a:lnTo>
                  <a:lnTo>
                    <a:pt x="7240" y="3809"/>
                  </a:lnTo>
                  <a:lnTo>
                    <a:pt x="7198" y="3704"/>
                  </a:lnTo>
                  <a:lnTo>
                    <a:pt x="7198" y="3558"/>
                  </a:lnTo>
                  <a:lnTo>
                    <a:pt x="7198" y="3348"/>
                  </a:lnTo>
                  <a:lnTo>
                    <a:pt x="7156" y="3118"/>
                  </a:lnTo>
                  <a:lnTo>
                    <a:pt x="7198" y="3097"/>
                  </a:lnTo>
                  <a:lnTo>
                    <a:pt x="7198" y="3034"/>
                  </a:lnTo>
                  <a:lnTo>
                    <a:pt x="7198" y="3013"/>
                  </a:lnTo>
                  <a:lnTo>
                    <a:pt x="7093" y="3013"/>
                  </a:lnTo>
                  <a:lnTo>
                    <a:pt x="6989" y="3034"/>
                  </a:lnTo>
                  <a:lnTo>
                    <a:pt x="6905" y="3097"/>
                  </a:lnTo>
                  <a:lnTo>
                    <a:pt x="6821" y="3118"/>
                  </a:lnTo>
                  <a:lnTo>
                    <a:pt x="6780" y="3139"/>
                  </a:lnTo>
                  <a:lnTo>
                    <a:pt x="6717" y="3118"/>
                  </a:lnTo>
                  <a:lnTo>
                    <a:pt x="6570" y="3118"/>
                  </a:lnTo>
                  <a:lnTo>
                    <a:pt x="6508" y="3097"/>
                  </a:lnTo>
                  <a:lnTo>
                    <a:pt x="6424" y="3034"/>
                  </a:lnTo>
                  <a:lnTo>
                    <a:pt x="6382" y="3034"/>
                  </a:lnTo>
                  <a:lnTo>
                    <a:pt x="6361" y="3076"/>
                  </a:lnTo>
                  <a:lnTo>
                    <a:pt x="6298" y="3097"/>
                  </a:lnTo>
                  <a:lnTo>
                    <a:pt x="6256" y="3118"/>
                  </a:lnTo>
                  <a:lnTo>
                    <a:pt x="6194" y="3118"/>
                  </a:lnTo>
                  <a:lnTo>
                    <a:pt x="6173" y="3097"/>
                  </a:lnTo>
                  <a:lnTo>
                    <a:pt x="6173" y="2972"/>
                  </a:lnTo>
                  <a:lnTo>
                    <a:pt x="6215" y="2930"/>
                  </a:lnTo>
                  <a:lnTo>
                    <a:pt x="6215" y="2909"/>
                  </a:lnTo>
                  <a:lnTo>
                    <a:pt x="6256" y="2825"/>
                  </a:lnTo>
                  <a:lnTo>
                    <a:pt x="6173" y="2783"/>
                  </a:lnTo>
                  <a:lnTo>
                    <a:pt x="6173" y="2658"/>
                  </a:lnTo>
                  <a:lnTo>
                    <a:pt x="6194" y="2616"/>
                  </a:lnTo>
                  <a:lnTo>
                    <a:pt x="6194" y="2553"/>
                  </a:lnTo>
                  <a:lnTo>
                    <a:pt x="6110" y="2490"/>
                  </a:lnTo>
                  <a:lnTo>
                    <a:pt x="6110" y="2407"/>
                  </a:lnTo>
                  <a:lnTo>
                    <a:pt x="6152" y="2344"/>
                  </a:lnTo>
                  <a:lnTo>
                    <a:pt x="6110" y="2281"/>
                  </a:lnTo>
                  <a:lnTo>
                    <a:pt x="6068" y="2260"/>
                  </a:lnTo>
                  <a:lnTo>
                    <a:pt x="6047" y="2197"/>
                  </a:lnTo>
                  <a:lnTo>
                    <a:pt x="6005" y="2177"/>
                  </a:lnTo>
                  <a:lnTo>
                    <a:pt x="6005" y="2093"/>
                  </a:lnTo>
                  <a:lnTo>
                    <a:pt x="5964" y="2051"/>
                  </a:lnTo>
                  <a:lnTo>
                    <a:pt x="5964" y="1967"/>
                  </a:lnTo>
                  <a:lnTo>
                    <a:pt x="5901" y="1925"/>
                  </a:lnTo>
                  <a:lnTo>
                    <a:pt x="5964" y="1821"/>
                  </a:lnTo>
                  <a:lnTo>
                    <a:pt x="5964" y="1612"/>
                  </a:lnTo>
                  <a:lnTo>
                    <a:pt x="5943" y="1528"/>
                  </a:lnTo>
                  <a:lnTo>
                    <a:pt x="5943" y="1507"/>
                  </a:lnTo>
                  <a:lnTo>
                    <a:pt x="5964" y="1444"/>
                  </a:lnTo>
                  <a:lnTo>
                    <a:pt x="5964" y="1361"/>
                  </a:lnTo>
                  <a:lnTo>
                    <a:pt x="5901" y="1298"/>
                  </a:lnTo>
                  <a:lnTo>
                    <a:pt x="5943" y="1193"/>
                  </a:lnTo>
                  <a:lnTo>
                    <a:pt x="5984" y="1089"/>
                  </a:lnTo>
                  <a:lnTo>
                    <a:pt x="5984" y="1005"/>
                  </a:lnTo>
                  <a:lnTo>
                    <a:pt x="5984" y="921"/>
                  </a:lnTo>
                  <a:lnTo>
                    <a:pt x="5964" y="837"/>
                  </a:lnTo>
                  <a:lnTo>
                    <a:pt x="5315" y="796"/>
                  </a:lnTo>
                  <a:lnTo>
                    <a:pt x="5273" y="733"/>
                  </a:lnTo>
                  <a:lnTo>
                    <a:pt x="5315" y="691"/>
                  </a:lnTo>
                  <a:lnTo>
                    <a:pt x="5336" y="607"/>
                  </a:lnTo>
                  <a:lnTo>
                    <a:pt x="5147" y="586"/>
                  </a:lnTo>
                  <a:lnTo>
                    <a:pt x="5147" y="628"/>
                  </a:lnTo>
                  <a:lnTo>
                    <a:pt x="4583" y="670"/>
                  </a:lnTo>
                  <a:lnTo>
                    <a:pt x="4583" y="817"/>
                  </a:lnTo>
                  <a:lnTo>
                    <a:pt x="4520" y="921"/>
                  </a:lnTo>
                  <a:lnTo>
                    <a:pt x="4478" y="942"/>
                  </a:lnTo>
                  <a:lnTo>
                    <a:pt x="4499" y="1047"/>
                  </a:lnTo>
                  <a:lnTo>
                    <a:pt x="4499" y="1214"/>
                  </a:lnTo>
                  <a:lnTo>
                    <a:pt x="4059" y="1235"/>
                  </a:lnTo>
                  <a:lnTo>
                    <a:pt x="3976" y="1298"/>
                  </a:lnTo>
                  <a:lnTo>
                    <a:pt x="3787" y="1256"/>
                  </a:lnTo>
                  <a:lnTo>
                    <a:pt x="3704" y="1235"/>
                  </a:lnTo>
                  <a:lnTo>
                    <a:pt x="3599" y="1256"/>
                  </a:lnTo>
                  <a:lnTo>
                    <a:pt x="3453" y="1256"/>
                  </a:lnTo>
                  <a:lnTo>
                    <a:pt x="3390" y="1235"/>
                  </a:lnTo>
                  <a:lnTo>
                    <a:pt x="3369" y="1026"/>
                  </a:lnTo>
                  <a:lnTo>
                    <a:pt x="3285" y="921"/>
                  </a:lnTo>
                  <a:lnTo>
                    <a:pt x="3243" y="837"/>
                  </a:lnTo>
                  <a:lnTo>
                    <a:pt x="3181" y="817"/>
                  </a:lnTo>
                  <a:lnTo>
                    <a:pt x="3181" y="733"/>
                  </a:lnTo>
                  <a:lnTo>
                    <a:pt x="3160" y="691"/>
                  </a:lnTo>
                  <a:lnTo>
                    <a:pt x="3139" y="565"/>
                  </a:lnTo>
                  <a:lnTo>
                    <a:pt x="3076" y="461"/>
                  </a:lnTo>
                  <a:lnTo>
                    <a:pt x="3076" y="377"/>
                  </a:lnTo>
                  <a:lnTo>
                    <a:pt x="3118" y="314"/>
                  </a:lnTo>
                  <a:lnTo>
                    <a:pt x="3076" y="252"/>
                  </a:lnTo>
                  <a:lnTo>
                    <a:pt x="3034" y="189"/>
                  </a:lnTo>
                  <a:lnTo>
                    <a:pt x="3034" y="105"/>
                  </a:lnTo>
                  <a:lnTo>
                    <a:pt x="3034" y="84"/>
                  </a:lnTo>
                  <a:lnTo>
                    <a:pt x="3034" y="0"/>
                  </a:lnTo>
                  <a:lnTo>
                    <a:pt x="2030" y="0"/>
                  </a:lnTo>
                  <a:lnTo>
                    <a:pt x="1821" y="42"/>
                  </a:lnTo>
                  <a:lnTo>
                    <a:pt x="165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93" name="Google Shape;1693;p60"/>
            <p:cNvSpPr/>
            <p:nvPr/>
          </p:nvSpPr>
          <p:spPr>
            <a:xfrm>
              <a:off x="3916754" y="3249086"/>
              <a:ext cx="53834" cy="46889"/>
            </a:xfrm>
            <a:custGeom>
              <a:avLst/>
              <a:gdLst/>
              <a:ahLst/>
              <a:cxnLst/>
              <a:rect l="l" t="t" r="r" b="b"/>
              <a:pathLst>
                <a:path w="4521" h="4123" extrusionOk="0">
                  <a:moveTo>
                    <a:pt x="2679" y="1"/>
                  </a:moveTo>
                  <a:lnTo>
                    <a:pt x="2533" y="43"/>
                  </a:lnTo>
                  <a:lnTo>
                    <a:pt x="2470" y="63"/>
                  </a:lnTo>
                  <a:lnTo>
                    <a:pt x="2386" y="105"/>
                  </a:lnTo>
                  <a:lnTo>
                    <a:pt x="2219" y="210"/>
                  </a:lnTo>
                  <a:lnTo>
                    <a:pt x="2177" y="273"/>
                  </a:lnTo>
                  <a:lnTo>
                    <a:pt x="2177" y="335"/>
                  </a:lnTo>
                  <a:lnTo>
                    <a:pt x="2156" y="377"/>
                  </a:lnTo>
                  <a:lnTo>
                    <a:pt x="2177" y="440"/>
                  </a:lnTo>
                  <a:lnTo>
                    <a:pt x="2156" y="482"/>
                  </a:lnTo>
                  <a:lnTo>
                    <a:pt x="2114" y="524"/>
                  </a:lnTo>
                  <a:lnTo>
                    <a:pt x="1905" y="587"/>
                  </a:lnTo>
                  <a:lnTo>
                    <a:pt x="1570" y="838"/>
                  </a:lnTo>
                  <a:lnTo>
                    <a:pt x="1319" y="1152"/>
                  </a:lnTo>
                  <a:lnTo>
                    <a:pt x="1131" y="1403"/>
                  </a:lnTo>
                  <a:lnTo>
                    <a:pt x="963" y="1465"/>
                  </a:lnTo>
                  <a:lnTo>
                    <a:pt x="859" y="1424"/>
                  </a:lnTo>
                  <a:lnTo>
                    <a:pt x="796" y="1361"/>
                  </a:lnTo>
                  <a:lnTo>
                    <a:pt x="754" y="1361"/>
                  </a:lnTo>
                  <a:lnTo>
                    <a:pt x="733" y="1319"/>
                  </a:lnTo>
                  <a:lnTo>
                    <a:pt x="712" y="1361"/>
                  </a:lnTo>
                  <a:lnTo>
                    <a:pt x="650" y="1298"/>
                  </a:lnTo>
                  <a:lnTo>
                    <a:pt x="524" y="1319"/>
                  </a:lnTo>
                  <a:lnTo>
                    <a:pt x="419" y="1403"/>
                  </a:lnTo>
                  <a:lnTo>
                    <a:pt x="378" y="1403"/>
                  </a:lnTo>
                  <a:lnTo>
                    <a:pt x="315" y="1361"/>
                  </a:lnTo>
                  <a:lnTo>
                    <a:pt x="210" y="1298"/>
                  </a:lnTo>
                  <a:lnTo>
                    <a:pt x="64" y="1277"/>
                  </a:lnTo>
                  <a:lnTo>
                    <a:pt x="1" y="1277"/>
                  </a:lnTo>
                  <a:lnTo>
                    <a:pt x="22" y="1319"/>
                  </a:lnTo>
                  <a:lnTo>
                    <a:pt x="22" y="1382"/>
                  </a:lnTo>
                  <a:lnTo>
                    <a:pt x="22" y="1424"/>
                  </a:lnTo>
                  <a:lnTo>
                    <a:pt x="22" y="1486"/>
                  </a:lnTo>
                  <a:lnTo>
                    <a:pt x="106" y="1570"/>
                  </a:lnTo>
                  <a:lnTo>
                    <a:pt x="168" y="1591"/>
                  </a:lnTo>
                  <a:lnTo>
                    <a:pt x="231" y="1633"/>
                  </a:lnTo>
                  <a:lnTo>
                    <a:pt x="294" y="1716"/>
                  </a:lnTo>
                  <a:lnTo>
                    <a:pt x="294" y="1779"/>
                  </a:lnTo>
                  <a:lnTo>
                    <a:pt x="315" y="1800"/>
                  </a:lnTo>
                  <a:lnTo>
                    <a:pt x="378" y="1884"/>
                  </a:lnTo>
                  <a:lnTo>
                    <a:pt x="398" y="1988"/>
                  </a:lnTo>
                  <a:lnTo>
                    <a:pt x="440" y="2030"/>
                  </a:lnTo>
                  <a:lnTo>
                    <a:pt x="503" y="2114"/>
                  </a:lnTo>
                  <a:lnTo>
                    <a:pt x="545" y="2156"/>
                  </a:lnTo>
                  <a:lnTo>
                    <a:pt x="587" y="2156"/>
                  </a:lnTo>
                  <a:lnTo>
                    <a:pt x="629" y="2240"/>
                  </a:lnTo>
                  <a:lnTo>
                    <a:pt x="796" y="2512"/>
                  </a:lnTo>
                  <a:lnTo>
                    <a:pt x="901" y="2574"/>
                  </a:lnTo>
                  <a:lnTo>
                    <a:pt x="1005" y="2637"/>
                  </a:lnTo>
                  <a:lnTo>
                    <a:pt x="1047" y="2679"/>
                  </a:lnTo>
                  <a:lnTo>
                    <a:pt x="1131" y="2742"/>
                  </a:lnTo>
                  <a:lnTo>
                    <a:pt x="1131" y="2763"/>
                  </a:lnTo>
                  <a:lnTo>
                    <a:pt x="1131" y="2825"/>
                  </a:lnTo>
                  <a:lnTo>
                    <a:pt x="1152" y="2867"/>
                  </a:lnTo>
                  <a:lnTo>
                    <a:pt x="1256" y="2888"/>
                  </a:lnTo>
                  <a:lnTo>
                    <a:pt x="1340" y="2972"/>
                  </a:lnTo>
                  <a:lnTo>
                    <a:pt x="1319" y="3056"/>
                  </a:lnTo>
                  <a:lnTo>
                    <a:pt x="1340" y="3181"/>
                  </a:lnTo>
                  <a:lnTo>
                    <a:pt x="1340" y="3265"/>
                  </a:lnTo>
                  <a:lnTo>
                    <a:pt x="1382" y="3369"/>
                  </a:lnTo>
                  <a:lnTo>
                    <a:pt x="1487" y="3453"/>
                  </a:lnTo>
                  <a:lnTo>
                    <a:pt x="1549" y="3558"/>
                  </a:lnTo>
                  <a:lnTo>
                    <a:pt x="1675" y="3579"/>
                  </a:lnTo>
                  <a:lnTo>
                    <a:pt x="1759" y="3558"/>
                  </a:lnTo>
                  <a:lnTo>
                    <a:pt x="1884" y="3600"/>
                  </a:lnTo>
                  <a:lnTo>
                    <a:pt x="1968" y="3600"/>
                  </a:lnTo>
                  <a:lnTo>
                    <a:pt x="2093" y="3683"/>
                  </a:lnTo>
                  <a:lnTo>
                    <a:pt x="2156" y="3683"/>
                  </a:lnTo>
                  <a:lnTo>
                    <a:pt x="2198" y="3725"/>
                  </a:lnTo>
                  <a:lnTo>
                    <a:pt x="2198" y="3788"/>
                  </a:lnTo>
                  <a:lnTo>
                    <a:pt x="2261" y="3830"/>
                  </a:lnTo>
                  <a:lnTo>
                    <a:pt x="2303" y="3893"/>
                  </a:lnTo>
                  <a:lnTo>
                    <a:pt x="2491" y="3872"/>
                  </a:lnTo>
                  <a:lnTo>
                    <a:pt x="2616" y="3893"/>
                  </a:lnTo>
                  <a:lnTo>
                    <a:pt x="2679" y="3976"/>
                  </a:lnTo>
                  <a:lnTo>
                    <a:pt x="2742" y="3976"/>
                  </a:lnTo>
                  <a:lnTo>
                    <a:pt x="2888" y="4018"/>
                  </a:lnTo>
                  <a:lnTo>
                    <a:pt x="2909" y="4039"/>
                  </a:lnTo>
                  <a:lnTo>
                    <a:pt x="3014" y="4018"/>
                  </a:lnTo>
                  <a:lnTo>
                    <a:pt x="3160" y="3997"/>
                  </a:lnTo>
                  <a:lnTo>
                    <a:pt x="3349" y="4039"/>
                  </a:lnTo>
                  <a:lnTo>
                    <a:pt x="3453" y="4123"/>
                  </a:lnTo>
                  <a:lnTo>
                    <a:pt x="4081" y="3474"/>
                  </a:lnTo>
                  <a:lnTo>
                    <a:pt x="4081" y="3286"/>
                  </a:lnTo>
                  <a:lnTo>
                    <a:pt x="4102" y="3202"/>
                  </a:lnTo>
                  <a:lnTo>
                    <a:pt x="4144" y="3056"/>
                  </a:lnTo>
                  <a:lnTo>
                    <a:pt x="4165" y="2972"/>
                  </a:lnTo>
                  <a:lnTo>
                    <a:pt x="4144" y="2867"/>
                  </a:lnTo>
                  <a:lnTo>
                    <a:pt x="4165" y="2784"/>
                  </a:lnTo>
                  <a:lnTo>
                    <a:pt x="4248" y="2784"/>
                  </a:lnTo>
                  <a:lnTo>
                    <a:pt x="4269" y="2742"/>
                  </a:lnTo>
                  <a:lnTo>
                    <a:pt x="4374" y="2637"/>
                  </a:lnTo>
                  <a:lnTo>
                    <a:pt x="4458" y="2532"/>
                  </a:lnTo>
                  <a:lnTo>
                    <a:pt x="4416" y="2449"/>
                  </a:lnTo>
                  <a:lnTo>
                    <a:pt x="4374" y="2407"/>
                  </a:lnTo>
                  <a:lnTo>
                    <a:pt x="4374" y="2302"/>
                  </a:lnTo>
                  <a:lnTo>
                    <a:pt x="4416" y="2240"/>
                  </a:lnTo>
                  <a:lnTo>
                    <a:pt x="4395" y="2135"/>
                  </a:lnTo>
                  <a:lnTo>
                    <a:pt x="4290" y="2051"/>
                  </a:lnTo>
                  <a:lnTo>
                    <a:pt x="4290" y="2009"/>
                  </a:lnTo>
                  <a:lnTo>
                    <a:pt x="4374" y="1988"/>
                  </a:lnTo>
                  <a:lnTo>
                    <a:pt x="4374" y="1842"/>
                  </a:lnTo>
                  <a:lnTo>
                    <a:pt x="4374" y="1737"/>
                  </a:lnTo>
                  <a:lnTo>
                    <a:pt x="4479" y="1696"/>
                  </a:lnTo>
                  <a:lnTo>
                    <a:pt x="4500" y="1612"/>
                  </a:lnTo>
                  <a:lnTo>
                    <a:pt x="4416" y="1612"/>
                  </a:lnTo>
                  <a:lnTo>
                    <a:pt x="4374" y="1570"/>
                  </a:lnTo>
                  <a:lnTo>
                    <a:pt x="4416" y="1465"/>
                  </a:lnTo>
                  <a:lnTo>
                    <a:pt x="4458" y="1298"/>
                  </a:lnTo>
                  <a:lnTo>
                    <a:pt x="4500" y="1214"/>
                  </a:lnTo>
                  <a:lnTo>
                    <a:pt x="4500" y="1152"/>
                  </a:lnTo>
                  <a:lnTo>
                    <a:pt x="4479" y="1068"/>
                  </a:lnTo>
                  <a:lnTo>
                    <a:pt x="4500" y="984"/>
                  </a:lnTo>
                  <a:lnTo>
                    <a:pt x="4479" y="900"/>
                  </a:lnTo>
                  <a:lnTo>
                    <a:pt x="4520" y="796"/>
                  </a:lnTo>
                  <a:lnTo>
                    <a:pt x="4520" y="733"/>
                  </a:lnTo>
                  <a:lnTo>
                    <a:pt x="4395" y="691"/>
                  </a:lnTo>
                  <a:lnTo>
                    <a:pt x="4353" y="628"/>
                  </a:lnTo>
                  <a:lnTo>
                    <a:pt x="4248" y="545"/>
                  </a:lnTo>
                  <a:lnTo>
                    <a:pt x="4060" y="545"/>
                  </a:lnTo>
                  <a:lnTo>
                    <a:pt x="3956" y="524"/>
                  </a:lnTo>
                  <a:lnTo>
                    <a:pt x="3851" y="377"/>
                  </a:lnTo>
                  <a:lnTo>
                    <a:pt x="3683" y="273"/>
                  </a:lnTo>
                  <a:lnTo>
                    <a:pt x="3537" y="252"/>
                  </a:lnTo>
                  <a:lnTo>
                    <a:pt x="3474" y="315"/>
                  </a:lnTo>
                  <a:lnTo>
                    <a:pt x="3432" y="335"/>
                  </a:lnTo>
                  <a:lnTo>
                    <a:pt x="3411" y="252"/>
                  </a:lnTo>
                  <a:lnTo>
                    <a:pt x="3328" y="252"/>
                  </a:lnTo>
                  <a:lnTo>
                    <a:pt x="3119" y="231"/>
                  </a:lnTo>
                  <a:lnTo>
                    <a:pt x="3098" y="43"/>
                  </a:lnTo>
                  <a:lnTo>
                    <a:pt x="3035" y="43"/>
                  </a:lnTo>
                  <a:lnTo>
                    <a:pt x="2909" y="22"/>
                  </a:lnTo>
                  <a:lnTo>
                    <a:pt x="2847" y="43"/>
                  </a:lnTo>
                  <a:lnTo>
                    <a:pt x="282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94" name="Google Shape;1694;p60"/>
            <p:cNvSpPr/>
            <p:nvPr/>
          </p:nvSpPr>
          <p:spPr>
            <a:xfrm>
              <a:off x="3879638" y="3263609"/>
              <a:ext cx="64539" cy="61639"/>
            </a:xfrm>
            <a:custGeom>
              <a:avLst/>
              <a:gdLst/>
              <a:ahLst/>
              <a:cxnLst/>
              <a:rect l="l" t="t" r="r" b="b"/>
              <a:pathLst>
                <a:path w="5420" h="5420" extrusionOk="0">
                  <a:moveTo>
                    <a:pt x="3118" y="0"/>
                  </a:moveTo>
                  <a:lnTo>
                    <a:pt x="3013" y="21"/>
                  </a:lnTo>
                  <a:lnTo>
                    <a:pt x="2825" y="105"/>
                  </a:lnTo>
                  <a:lnTo>
                    <a:pt x="2762" y="147"/>
                  </a:lnTo>
                  <a:lnTo>
                    <a:pt x="2679" y="126"/>
                  </a:lnTo>
                  <a:lnTo>
                    <a:pt x="2658" y="105"/>
                  </a:lnTo>
                  <a:lnTo>
                    <a:pt x="2511" y="105"/>
                  </a:lnTo>
                  <a:lnTo>
                    <a:pt x="2407" y="230"/>
                  </a:lnTo>
                  <a:lnTo>
                    <a:pt x="2281" y="356"/>
                  </a:lnTo>
                  <a:lnTo>
                    <a:pt x="2093" y="502"/>
                  </a:lnTo>
                  <a:lnTo>
                    <a:pt x="2051" y="502"/>
                  </a:lnTo>
                  <a:lnTo>
                    <a:pt x="2072" y="419"/>
                  </a:lnTo>
                  <a:lnTo>
                    <a:pt x="2093" y="356"/>
                  </a:lnTo>
                  <a:lnTo>
                    <a:pt x="2051" y="335"/>
                  </a:lnTo>
                  <a:lnTo>
                    <a:pt x="2030" y="251"/>
                  </a:lnTo>
                  <a:lnTo>
                    <a:pt x="1988" y="230"/>
                  </a:lnTo>
                  <a:lnTo>
                    <a:pt x="1883" y="230"/>
                  </a:lnTo>
                  <a:lnTo>
                    <a:pt x="1716" y="293"/>
                  </a:lnTo>
                  <a:lnTo>
                    <a:pt x="1151" y="419"/>
                  </a:lnTo>
                  <a:lnTo>
                    <a:pt x="733" y="419"/>
                  </a:lnTo>
                  <a:lnTo>
                    <a:pt x="628" y="2490"/>
                  </a:lnTo>
                  <a:lnTo>
                    <a:pt x="105" y="2490"/>
                  </a:lnTo>
                  <a:lnTo>
                    <a:pt x="0" y="4310"/>
                  </a:lnTo>
                  <a:lnTo>
                    <a:pt x="210" y="4436"/>
                  </a:lnTo>
                  <a:lnTo>
                    <a:pt x="272" y="4624"/>
                  </a:lnTo>
                  <a:lnTo>
                    <a:pt x="419" y="4938"/>
                  </a:lnTo>
                  <a:lnTo>
                    <a:pt x="398" y="5105"/>
                  </a:lnTo>
                  <a:lnTo>
                    <a:pt x="314" y="5273"/>
                  </a:lnTo>
                  <a:lnTo>
                    <a:pt x="314" y="5377"/>
                  </a:lnTo>
                  <a:lnTo>
                    <a:pt x="482" y="5357"/>
                  </a:lnTo>
                  <a:lnTo>
                    <a:pt x="628" y="5419"/>
                  </a:lnTo>
                  <a:lnTo>
                    <a:pt x="712" y="5357"/>
                  </a:lnTo>
                  <a:lnTo>
                    <a:pt x="879" y="5377"/>
                  </a:lnTo>
                  <a:lnTo>
                    <a:pt x="942" y="5294"/>
                  </a:lnTo>
                  <a:lnTo>
                    <a:pt x="1088" y="5273"/>
                  </a:lnTo>
                  <a:lnTo>
                    <a:pt x="1193" y="5210"/>
                  </a:lnTo>
                  <a:lnTo>
                    <a:pt x="1235" y="5126"/>
                  </a:lnTo>
                  <a:lnTo>
                    <a:pt x="1423" y="5043"/>
                  </a:lnTo>
                  <a:lnTo>
                    <a:pt x="1528" y="4938"/>
                  </a:lnTo>
                  <a:lnTo>
                    <a:pt x="1611" y="4708"/>
                  </a:lnTo>
                  <a:lnTo>
                    <a:pt x="1758" y="4582"/>
                  </a:lnTo>
                  <a:lnTo>
                    <a:pt x="1925" y="4540"/>
                  </a:lnTo>
                  <a:lnTo>
                    <a:pt x="2093" y="4603"/>
                  </a:lnTo>
                  <a:lnTo>
                    <a:pt x="2155" y="4645"/>
                  </a:lnTo>
                  <a:lnTo>
                    <a:pt x="2239" y="4687"/>
                  </a:lnTo>
                  <a:lnTo>
                    <a:pt x="2448" y="4771"/>
                  </a:lnTo>
                  <a:lnTo>
                    <a:pt x="2511" y="4771"/>
                  </a:lnTo>
                  <a:lnTo>
                    <a:pt x="2616" y="4812"/>
                  </a:lnTo>
                  <a:lnTo>
                    <a:pt x="2762" y="4771"/>
                  </a:lnTo>
                  <a:lnTo>
                    <a:pt x="2888" y="4771"/>
                  </a:lnTo>
                  <a:lnTo>
                    <a:pt x="2992" y="4750"/>
                  </a:lnTo>
                  <a:lnTo>
                    <a:pt x="3013" y="4812"/>
                  </a:lnTo>
                  <a:lnTo>
                    <a:pt x="3097" y="4854"/>
                  </a:lnTo>
                  <a:lnTo>
                    <a:pt x="3223" y="4750"/>
                  </a:lnTo>
                  <a:lnTo>
                    <a:pt x="3202" y="4729"/>
                  </a:lnTo>
                  <a:lnTo>
                    <a:pt x="3223" y="4624"/>
                  </a:lnTo>
                  <a:lnTo>
                    <a:pt x="3223" y="4540"/>
                  </a:lnTo>
                  <a:lnTo>
                    <a:pt x="3285" y="4499"/>
                  </a:lnTo>
                  <a:lnTo>
                    <a:pt x="3285" y="4331"/>
                  </a:lnTo>
                  <a:lnTo>
                    <a:pt x="3327" y="4227"/>
                  </a:lnTo>
                  <a:lnTo>
                    <a:pt x="3432" y="4206"/>
                  </a:lnTo>
                  <a:lnTo>
                    <a:pt x="3515" y="4164"/>
                  </a:lnTo>
                  <a:lnTo>
                    <a:pt x="3599" y="4164"/>
                  </a:lnTo>
                  <a:lnTo>
                    <a:pt x="3641" y="4101"/>
                  </a:lnTo>
                  <a:lnTo>
                    <a:pt x="3662" y="4080"/>
                  </a:lnTo>
                  <a:lnTo>
                    <a:pt x="3704" y="3996"/>
                  </a:lnTo>
                  <a:lnTo>
                    <a:pt x="3767" y="3955"/>
                  </a:lnTo>
                  <a:lnTo>
                    <a:pt x="3850" y="3913"/>
                  </a:lnTo>
                  <a:lnTo>
                    <a:pt x="3871" y="3871"/>
                  </a:lnTo>
                  <a:lnTo>
                    <a:pt x="3955" y="3850"/>
                  </a:lnTo>
                  <a:lnTo>
                    <a:pt x="3955" y="3766"/>
                  </a:lnTo>
                  <a:lnTo>
                    <a:pt x="3934" y="3704"/>
                  </a:lnTo>
                  <a:lnTo>
                    <a:pt x="3955" y="3578"/>
                  </a:lnTo>
                  <a:lnTo>
                    <a:pt x="4080" y="3369"/>
                  </a:lnTo>
                  <a:lnTo>
                    <a:pt x="4185" y="3327"/>
                  </a:lnTo>
                  <a:lnTo>
                    <a:pt x="4248" y="3327"/>
                  </a:lnTo>
                  <a:lnTo>
                    <a:pt x="4290" y="3264"/>
                  </a:lnTo>
                  <a:lnTo>
                    <a:pt x="4373" y="3243"/>
                  </a:lnTo>
                  <a:lnTo>
                    <a:pt x="4394" y="3180"/>
                  </a:lnTo>
                  <a:lnTo>
                    <a:pt x="4457" y="3139"/>
                  </a:lnTo>
                  <a:lnTo>
                    <a:pt x="4541" y="3076"/>
                  </a:lnTo>
                  <a:lnTo>
                    <a:pt x="4645" y="2971"/>
                  </a:lnTo>
                  <a:lnTo>
                    <a:pt x="4771" y="2950"/>
                  </a:lnTo>
                  <a:lnTo>
                    <a:pt x="4792" y="2971"/>
                  </a:lnTo>
                  <a:lnTo>
                    <a:pt x="4855" y="2950"/>
                  </a:lnTo>
                  <a:lnTo>
                    <a:pt x="4959" y="2950"/>
                  </a:lnTo>
                  <a:lnTo>
                    <a:pt x="5022" y="2867"/>
                  </a:lnTo>
                  <a:lnTo>
                    <a:pt x="5106" y="2867"/>
                  </a:lnTo>
                  <a:lnTo>
                    <a:pt x="5127" y="2762"/>
                  </a:lnTo>
                  <a:lnTo>
                    <a:pt x="5127" y="2720"/>
                  </a:lnTo>
                  <a:lnTo>
                    <a:pt x="5189" y="2657"/>
                  </a:lnTo>
                  <a:lnTo>
                    <a:pt x="5294" y="2657"/>
                  </a:lnTo>
                  <a:lnTo>
                    <a:pt x="5336" y="2616"/>
                  </a:lnTo>
                  <a:lnTo>
                    <a:pt x="5420" y="2616"/>
                  </a:lnTo>
                  <a:lnTo>
                    <a:pt x="5378" y="2553"/>
                  </a:lnTo>
                  <a:lnTo>
                    <a:pt x="5315" y="2511"/>
                  </a:lnTo>
                  <a:lnTo>
                    <a:pt x="5315" y="2448"/>
                  </a:lnTo>
                  <a:lnTo>
                    <a:pt x="5273" y="2406"/>
                  </a:lnTo>
                  <a:lnTo>
                    <a:pt x="5210" y="2406"/>
                  </a:lnTo>
                  <a:lnTo>
                    <a:pt x="5085" y="2323"/>
                  </a:lnTo>
                  <a:lnTo>
                    <a:pt x="5001" y="2323"/>
                  </a:lnTo>
                  <a:lnTo>
                    <a:pt x="4876" y="2281"/>
                  </a:lnTo>
                  <a:lnTo>
                    <a:pt x="4792" y="2302"/>
                  </a:lnTo>
                  <a:lnTo>
                    <a:pt x="4666" y="2281"/>
                  </a:lnTo>
                  <a:lnTo>
                    <a:pt x="4604" y="2176"/>
                  </a:lnTo>
                  <a:lnTo>
                    <a:pt x="4499" y="2092"/>
                  </a:lnTo>
                  <a:lnTo>
                    <a:pt x="4457" y="1988"/>
                  </a:lnTo>
                  <a:lnTo>
                    <a:pt x="4457" y="1904"/>
                  </a:lnTo>
                  <a:lnTo>
                    <a:pt x="4436" y="1779"/>
                  </a:lnTo>
                  <a:lnTo>
                    <a:pt x="4457" y="1695"/>
                  </a:lnTo>
                  <a:lnTo>
                    <a:pt x="4373" y="1611"/>
                  </a:lnTo>
                  <a:lnTo>
                    <a:pt x="4269" y="1590"/>
                  </a:lnTo>
                  <a:lnTo>
                    <a:pt x="4248" y="1548"/>
                  </a:lnTo>
                  <a:lnTo>
                    <a:pt x="4248" y="1486"/>
                  </a:lnTo>
                  <a:lnTo>
                    <a:pt x="4248" y="1465"/>
                  </a:lnTo>
                  <a:lnTo>
                    <a:pt x="4164" y="1402"/>
                  </a:lnTo>
                  <a:lnTo>
                    <a:pt x="4122" y="1360"/>
                  </a:lnTo>
                  <a:lnTo>
                    <a:pt x="4018" y="1297"/>
                  </a:lnTo>
                  <a:lnTo>
                    <a:pt x="3913" y="1235"/>
                  </a:lnTo>
                  <a:lnTo>
                    <a:pt x="3746" y="963"/>
                  </a:lnTo>
                  <a:lnTo>
                    <a:pt x="3704" y="879"/>
                  </a:lnTo>
                  <a:lnTo>
                    <a:pt x="3662" y="879"/>
                  </a:lnTo>
                  <a:lnTo>
                    <a:pt x="3620" y="837"/>
                  </a:lnTo>
                  <a:lnTo>
                    <a:pt x="3557" y="753"/>
                  </a:lnTo>
                  <a:lnTo>
                    <a:pt x="3515" y="711"/>
                  </a:lnTo>
                  <a:lnTo>
                    <a:pt x="3495" y="607"/>
                  </a:lnTo>
                  <a:lnTo>
                    <a:pt x="3432" y="523"/>
                  </a:lnTo>
                  <a:lnTo>
                    <a:pt x="3411" y="502"/>
                  </a:lnTo>
                  <a:lnTo>
                    <a:pt x="3411" y="439"/>
                  </a:lnTo>
                  <a:lnTo>
                    <a:pt x="3348" y="356"/>
                  </a:lnTo>
                  <a:lnTo>
                    <a:pt x="3285" y="314"/>
                  </a:lnTo>
                  <a:lnTo>
                    <a:pt x="3223" y="293"/>
                  </a:lnTo>
                  <a:lnTo>
                    <a:pt x="3139" y="209"/>
                  </a:lnTo>
                  <a:lnTo>
                    <a:pt x="3139" y="147"/>
                  </a:lnTo>
                  <a:lnTo>
                    <a:pt x="3139" y="105"/>
                  </a:lnTo>
                  <a:lnTo>
                    <a:pt x="3139" y="42"/>
                  </a:lnTo>
                  <a:lnTo>
                    <a:pt x="3118"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95" name="Google Shape;1695;p60"/>
            <p:cNvSpPr/>
            <p:nvPr/>
          </p:nvSpPr>
          <p:spPr>
            <a:xfrm>
              <a:off x="3824578" y="3257889"/>
              <a:ext cx="92188" cy="82826"/>
            </a:xfrm>
            <a:custGeom>
              <a:avLst/>
              <a:gdLst/>
              <a:ahLst/>
              <a:cxnLst/>
              <a:rect l="l" t="t" r="r" b="b"/>
              <a:pathLst>
                <a:path w="7742" h="7283" extrusionOk="0">
                  <a:moveTo>
                    <a:pt x="691" y="1"/>
                  </a:moveTo>
                  <a:lnTo>
                    <a:pt x="502" y="126"/>
                  </a:lnTo>
                  <a:lnTo>
                    <a:pt x="502" y="210"/>
                  </a:lnTo>
                  <a:lnTo>
                    <a:pt x="440" y="231"/>
                  </a:lnTo>
                  <a:lnTo>
                    <a:pt x="377" y="189"/>
                  </a:lnTo>
                  <a:lnTo>
                    <a:pt x="189" y="189"/>
                  </a:lnTo>
                  <a:lnTo>
                    <a:pt x="168" y="273"/>
                  </a:lnTo>
                  <a:lnTo>
                    <a:pt x="105" y="294"/>
                  </a:lnTo>
                  <a:lnTo>
                    <a:pt x="84" y="273"/>
                  </a:lnTo>
                  <a:lnTo>
                    <a:pt x="0" y="231"/>
                  </a:lnTo>
                  <a:lnTo>
                    <a:pt x="21" y="733"/>
                  </a:lnTo>
                  <a:lnTo>
                    <a:pt x="377" y="1068"/>
                  </a:lnTo>
                  <a:lnTo>
                    <a:pt x="544" y="1382"/>
                  </a:lnTo>
                  <a:lnTo>
                    <a:pt x="837" y="2051"/>
                  </a:lnTo>
                  <a:lnTo>
                    <a:pt x="858" y="2302"/>
                  </a:lnTo>
                  <a:lnTo>
                    <a:pt x="1151" y="2700"/>
                  </a:lnTo>
                  <a:lnTo>
                    <a:pt x="1151" y="2847"/>
                  </a:lnTo>
                  <a:lnTo>
                    <a:pt x="1465" y="3307"/>
                  </a:lnTo>
                  <a:lnTo>
                    <a:pt x="1465" y="3537"/>
                  </a:lnTo>
                  <a:lnTo>
                    <a:pt x="1381" y="3579"/>
                  </a:lnTo>
                  <a:lnTo>
                    <a:pt x="1465" y="3872"/>
                  </a:lnTo>
                  <a:lnTo>
                    <a:pt x="1486" y="4311"/>
                  </a:lnTo>
                  <a:lnTo>
                    <a:pt x="1674" y="4751"/>
                  </a:lnTo>
                  <a:lnTo>
                    <a:pt x="1653" y="5023"/>
                  </a:lnTo>
                  <a:lnTo>
                    <a:pt x="1695" y="5190"/>
                  </a:lnTo>
                  <a:lnTo>
                    <a:pt x="1632" y="5232"/>
                  </a:lnTo>
                  <a:lnTo>
                    <a:pt x="1674" y="5315"/>
                  </a:lnTo>
                  <a:lnTo>
                    <a:pt x="1737" y="5629"/>
                  </a:lnTo>
                  <a:lnTo>
                    <a:pt x="1800" y="5650"/>
                  </a:lnTo>
                  <a:lnTo>
                    <a:pt x="1862" y="5755"/>
                  </a:lnTo>
                  <a:lnTo>
                    <a:pt x="1800" y="5797"/>
                  </a:lnTo>
                  <a:lnTo>
                    <a:pt x="1800" y="5943"/>
                  </a:lnTo>
                  <a:lnTo>
                    <a:pt x="1883" y="6027"/>
                  </a:lnTo>
                  <a:lnTo>
                    <a:pt x="1904" y="6257"/>
                  </a:lnTo>
                  <a:lnTo>
                    <a:pt x="2009" y="6383"/>
                  </a:lnTo>
                  <a:lnTo>
                    <a:pt x="2155" y="6676"/>
                  </a:lnTo>
                  <a:lnTo>
                    <a:pt x="2281" y="6801"/>
                  </a:lnTo>
                  <a:lnTo>
                    <a:pt x="2302" y="6885"/>
                  </a:lnTo>
                  <a:lnTo>
                    <a:pt x="2511" y="7031"/>
                  </a:lnTo>
                  <a:lnTo>
                    <a:pt x="2595" y="6989"/>
                  </a:lnTo>
                  <a:lnTo>
                    <a:pt x="2720" y="6968"/>
                  </a:lnTo>
                  <a:lnTo>
                    <a:pt x="2720" y="6885"/>
                  </a:lnTo>
                  <a:lnTo>
                    <a:pt x="2678" y="6843"/>
                  </a:lnTo>
                  <a:lnTo>
                    <a:pt x="2720" y="6759"/>
                  </a:lnTo>
                  <a:lnTo>
                    <a:pt x="2888" y="6696"/>
                  </a:lnTo>
                  <a:lnTo>
                    <a:pt x="2930" y="6801"/>
                  </a:lnTo>
                  <a:lnTo>
                    <a:pt x="3055" y="6822"/>
                  </a:lnTo>
                  <a:lnTo>
                    <a:pt x="3013" y="6927"/>
                  </a:lnTo>
                  <a:lnTo>
                    <a:pt x="3097" y="7115"/>
                  </a:lnTo>
                  <a:lnTo>
                    <a:pt x="3264" y="7136"/>
                  </a:lnTo>
                  <a:lnTo>
                    <a:pt x="3411" y="7220"/>
                  </a:lnTo>
                  <a:lnTo>
                    <a:pt x="3515" y="7199"/>
                  </a:lnTo>
                  <a:lnTo>
                    <a:pt x="3557" y="7220"/>
                  </a:lnTo>
                  <a:lnTo>
                    <a:pt x="3662" y="7240"/>
                  </a:lnTo>
                  <a:lnTo>
                    <a:pt x="3725" y="7199"/>
                  </a:lnTo>
                  <a:lnTo>
                    <a:pt x="3787" y="7199"/>
                  </a:lnTo>
                  <a:lnTo>
                    <a:pt x="3850" y="7282"/>
                  </a:lnTo>
                  <a:lnTo>
                    <a:pt x="3976" y="7282"/>
                  </a:lnTo>
                  <a:lnTo>
                    <a:pt x="3997" y="7178"/>
                  </a:lnTo>
                  <a:lnTo>
                    <a:pt x="4038" y="7115"/>
                  </a:lnTo>
                  <a:lnTo>
                    <a:pt x="4101" y="7094"/>
                  </a:lnTo>
                  <a:lnTo>
                    <a:pt x="4164" y="6968"/>
                  </a:lnTo>
                  <a:lnTo>
                    <a:pt x="4310" y="6885"/>
                  </a:lnTo>
                  <a:lnTo>
                    <a:pt x="4499" y="6906"/>
                  </a:lnTo>
                  <a:lnTo>
                    <a:pt x="4562" y="6906"/>
                  </a:lnTo>
                  <a:lnTo>
                    <a:pt x="4624" y="4813"/>
                  </a:lnTo>
                  <a:lnTo>
                    <a:pt x="4729" y="2993"/>
                  </a:lnTo>
                  <a:lnTo>
                    <a:pt x="5252" y="2993"/>
                  </a:lnTo>
                  <a:lnTo>
                    <a:pt x="5357" y="922"/>
                  </a:lnTo>
                  <a:lnTo>
                    <a:pt x="5775" y="922"/>
                  </a:lnTo>
                  <a:lnTo>
                    <a:pt x="6340" y="796"/>
                  </a:lnTo>
                  <a:lnTo>
                    <a:pt x="6507" y="733"/>
                  </a:lnTo>
                  <a:lnTo>
                    <a:pt x="6612" y="733"/>
                  </a:lnTo>
                  <a:lnTo>
                    <a:pt x="6654" y="754"/>
                  </a:lnTo>
                  <a:lnTo>
                    <a:pt x="6675" y="838"/>
                  </a:lnTo>
                  <a:lnTo>
                    <a:pt x="6717" y="859"/>
                  </a:lnTo>
                  <a:lnTo>
                    <a:pt x="6696" y="922"/>
                  </a:lnTo>
                  <a:lnTo>
                    <a:pt x="6675" y="1005"/>
                  </a:lnTo>
                  <a:lnTo>
                    <a:pt x="6717" y="1005"/>
                  </a:lnTo>
                  <a:lnTo>
                    <a:pt x="6905" y="859"/>
                  </a:lnTo>
                  <a:lnTo>
                    <a:pt x="7031" y="733"/>
                  </a:lnTo>
                  <a:lnTo>
                    <a:pt x="7135" y="608"/>
                  </a:lnTo>
                  <a:lnTo>
                    <a:pt x="7282" y="608"/>
                  </a:lnTo>
                  <a:lnTo>
                    <a:pt x="7303" y="629"/>
                  </a:lnTo>
                  <a:lnTo>
                    <a:pt x="7386" y="650"/>
                  </a:lnTo>
                  <a:lnTo>
                    <a:pt x="7449" y="608"/>
                  </a:lnTo>
                  <a:lnTo>
                    <a:pt x="7637" y="524"/>
                  </a:lnTo>
                  <a:lnTo>
                    <a:pt x="7742" y="503"/>
                  </a:lnTo>
                  <a:lnTo>
                    <a:pt x="7658" y="398"/>
                  </a:lnTo>
                  <a:lnTo>
                    <a:pt x="7637" y="398"/>
                  </a:lnTo>
                  <a:lnTo>
                    <a:pt x="7616" y="378"/>
                  </a:lnTo>
                  <a:lnTo>
                    <a:pt x="7533" y="378"/>
                  </a:lnTo>
                  <a:lnTo>
                    <a:pt x="7512" y="336"/>
                  </a:lnTo>
                  <a:lnTo>
                    <a:pt x="7491" y="336"/>
                  </a:lnTo>
                  <a:lnTo>
                    <a:pt x="7449" y="315"/>
                  </a:lnTo>
                  <a:lnTo>
                    <a:pt x="7323" y="378"/>
                  </a:lnTo>
                  <a:lnTo>
                    <a:pt x="7240" y="336"/>
                  </a:lnTo>
                  <a:lnTo>
                    <a:pt x="6696" y="482"/>
                  </a:lnTo>
                  <a:lnTo>
                    <a:pt x="5817" y="691"/>
                  </a:lnTo>
                  <a:lnTo>
                    <a:pt x="5671" y="691"/>
                  </a:lnTo>
                  <a:lnTo>
                    <a:pt x="5650" y="650"/>
                  </a:lnTo>
                  <a:lnTo>
                    <a:pt x="5608" y="650"/>
                  </a:lnTo>
                  <a:lnTo>
                    <a:pt x="5566" y="608"/>
                  </a:lnTo>
                  <a:lnTo>
                    <a:pt x="5524" y="629"/>
                  </a:lnTo>
                  <a:lnTo>
                    <a:pt x="5461" y="608"/>
                  </a:lnTo>
                  <a:lnTo>
                    <a:pt x="5419" y="587"/>
                  </a:lnTo>
                  <a:lnTo>
                    <a:pt x="5336" y="608"/>
                  </a:lnTo>
                  <a:lnTo>
                    <a:pt x="5336" y="650"/>
                  </a:lnTo>
                  <a:lnTo>
                    <a:pt x="5189" y="650"/>
                  </a:lnTo>
                  <a:lnTo>
                    <a:pt x="5085" y="629"/>
                  </a:lnTo>
                  <a:lnTo>
                    <a:pt x="4938" y="503"/>
                  </a:lnTo>
                  <a:lnTo>
                    <a:pt x="4896" y="503"/>
                  </a:lnTo>
                  <a:lnTo>
                    <a:pt x="4875" y="482"/>
                  </a:lnTo>
                  <a:lnTo>
                    <a:pt x="4834" y="545"/>
                  </a:lnTo>
                  <a:lnTo>
                    <a:pt x="4771" y="545"/>
                  </a:lnTo>
                  <a:lnTo>
                    <a:pt x="4624" y="524"/>
                  </a:lnTo>
                  <a:lnTo>
                    <a:pt x="4520" y="545"/>
                  </a:lnTo>
                  <a:lnTo>
                    <a:pt x="4457" y="608"/>
                  </a:lnTo>
                  <a:lnTo>
                    <a:pt x="4373" y="587"/>
                  </a:lnTo>
                  <a:lnTo>
                    <a:pt x="4352" y="524"/>
                  </a:lnTo>
                  <a:lnTo>
                    <a:pt x="4290" y="503"/>
                  </a:lnTo>
                  <a:lnTo>
                    <a:pt x="4185" y="524"/>
                  </a:lnTo>
                  <a:lnTo>
                    <a:pt x="4080" y="503"/>
                  </a:lnTo>
                  <a:lnTo>
                    <a:pt x="3955" y="440"/>
                  </a:lnTo>
                  <a:lnTo>
                    <a:pt x="3892" y="398"/>
                  </a:lnTo>
                  <a:lnTo>
                    <a:pt x="3850" y="294"/>
                  </a:lnTo>
                  <a:lnTo>
                    <a:pt x="3829" y="273"/>
                  </a:lnTo>
                  <a:lnTo>
                    <a:pt x="1653" y="273"/>
                  </a:lnTo>
                  <a:lnTo>
                    <a:pt x="1632" y="231"/>
                  </a:lnTo>
                  <a:lnTo>
                    <a:pt x="1569" y="231"/>
                  </a:lnTo>
                  <a:lnTo>
                    <a:pt x="1486" y="294"/>
                  </a:lnTo>
                  <a:lnTo>
                    <a:pt x="1465" y="294"/>
                  </a:lnTo>
                  <a:lnTo>
                    <a:pt x="1360" y="336"/>
                  </a:lnTo>
                  <a:lnTo>
                    <a:pt x="1235" y="294"/>
                  </a:lnTo>
                  <a:lnTo>
                    <a:pt x="1130" y="189"/>
                  </a:lnTo>
                  <a:lnTo>
                    <a:pt x="1067" y="168"/>
                  </a:lnTo>
                  <a:lnTo>
                    <a:pt x="1109" y="106"/>
                  </a:lnTo>
                  <a:lnTo>
                    <a:pt x="1025" y="85"/>
                  </a:lnTo>
                  <a:lnTo>
                    <a:pt x="1025" y="64"/>
                  </a:lnTo>
                  <a:lnTo>
                    <a:pt x="942" y="1"/>
                  </a:lnTo>
                  <a:lnTo>
                    <a:pt x="900" y="22"/>
                  </a:lnTo>
                  <a:lnTo>
                    <a:pt x="858" y="64"/>
                  </a:lnTo>
                  <a:lnTo>
                    <a:pt x="837" y="64"/>
                  </a:lnTo>
                  <a:lnTo>
                    <a:pt x="733"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FF6B65"/>
                </a:solidFill>
              </a:endParaRPr>
            </a:p>
          </p:txBody>
        </p:sp>
        <p:sp>
          <p:nvSpPr>
            <p:cNvPr id="1696" name="Google Shape;1696;p60"/>
            <p:cNvSpPr/>
            <p:nvPr/>
          </p:nvSpPr>
          <p:spPr>
            <a:xfrm>
              <a:off x="3953131" y="3215060"/>
              <a:ext cx="71767" cy="110427"/>
            </a:xfrm>
            <a:custGeom>
              <a:avLst/>
              <a:gdLst/>
              <a:ahLst/>
              <a:cxnLst/>
              <a:rect l="l" t="t" r="r" b="b"/>
              <a:pathLst>
                <a:path w="6027" h="9710" extrusionOk="0">
                  <a:moveTo>
                    <a:pt x="6006" y="1"/>
                  </a:moveTo>
                  <a:lnTo>
                    <a:pt x="5964" y="22"/>
                  </a:lnTo>
                  <a:lnTo>
                    <a:pt x="5922" y="84"/>
                  </a:lnTo>
                  <a:lnTo>
                    <a:pt x="5818" y="63"/>
                  </a:lnTo>
                  <a:lnTo>
                    <a:pt x="5734" y="126"/>
                  </a:lnTo>
                  <a:lnTo>
                    <a:pt x="5650" y="210"/>
                  </a:lnTo>
                  <a:lnTo>
                    <a:pt x="5525" y="231"/>
                  </a:lnTo>
                  <a:lnTo>
                    <a:pt x="5441" y="314"/>
                  </a:lnTo>
                  <a:lnTo>
                    <a:pt x="5315" y="314"/>
                  </a:lnTo>
                  <a:lnTo>
                    <a:pt x="5294" y="377"/>
                  </a:lnTo>
                  <a:lnTo>
                    <a:pt x="5190" y="398"/>
                  </a:lnTo>
                  <a:lnTo>
                    <a:pt x="5106" y="377"/>
                  </a:lnTo>
                  <a:lnTo>
                    <a:pt x="4897" y="440"/>
                  </a:lnTo>
                  <a:lnTo>
                    <a:pt x="4855" y="482"/>
                  </a:lnTo>
                  <a:lnTo>
                    <a:pt x="4750" y="503"/>
                  </a:lnTo>
                  <a:lnTo>
                    <a:pt x="4667" y="440"/>
                  </a:lnTo>
                  <a:lnTo>
                    <a:pt x="4583" y="440"/>
                  </a:lnTo>
                  <a:lnTo>
                    <a:pt x="4478" y="419"/>
                  </a:lnTo>
                  <a:lnTo>
                    <a:pt x="4437" y="482"/>
                  </a:lnTo>
                  <a:lnTo>
                    <a:pt x="4458" y="524"/>
                  </a:lnTo>
                  <a:lnTo>
                    <a:pt x="4437" y="607"/>
                  </a:lnTo>
                  <a:lnTo>
                    <a:pt x="4269" y="628"/>
                  </a:lnTo>
                  <a:lnTo>
                    <a:pt x="4144" y="691"/>
                  </a:lnTo>
                  <a:lnTo>
                    <a:pt x="4060" y="628"/>
                  </a:lnTo>
                  <a:lnTo>
                    <a:pt x="3976" y="628"/>
                  </a:lnTo>
                  <a:lnTo>
                    <a:pt x="3976" y="587"/>
                  </a:lnTo>
                  <a:lnTo>
                    <a:pt x="3934" y="545"/>
                  </a:lnTo>
                  <a:lnTo>
                    <a:pt x="3872" y="607"/>
                  </a:lnTo>
                  <a:lnTo>
                    <a:pt x="3809" y="607"/>
                  </a:lnTo>
                  <a:lnTo>
                    <a:pt x="3704" y="712"/>
                  </a:lnTo>
                  <a:lnTo>
                    <a:pt x="3516" y="733"/>
                  </a:lnTo>
                  <a:lnTo>
                    <a:pt x="3537" y="712"/>
                  </a:lnTo>
                  <a:lnTo>
                    <a:pt x="3495" y="628"/>
                  </a:lnTo>
                  <a:lnTo>
                    <a:pt x="3411" y="628"/>
                  </a:lnTo>
                  <a:lnTo>
                    <a:pt x="3328" y="587"/>
                  </a:lnTo>
                  <a:lnTo>
                    <a:pt x="3244" y="545"/>
                  </a:lnTo>
                  <a:lnTo>
                    <a:pt x="3244" y="503"/>
                  </a:lnTo>
                  <a:lnTo>
                    <a:pt x="3181" y="524"/>
                  </a:lnTo>
                  <a:lnTo>
                    <a:pt x="3139" y="545"/>
                  </a:lnTo>
                  <a:lnTo>
                    <a:pt x="3035" y="587"/>
                  </a:lnTo>
                  <a:lnTo>
                    <a:pt x="2491" y="607"/>
                  </a:lnTo>
                  <a:lnTo>
                    <a:pt x="2365" y="1110"/>
                  </a:lnTo>
                  <a:lnTo>
                    <a:pt x="2449" y="1654"/>
                  </a:lnTo>
                  <a:lnTo>
                    <a:pt x="2616" y="1737"/>
                  </a:lnTo>
                  <a:lnTo>
                    <a:pt x="2721" y="1800"/>
                  </a:lnTo>
                  <a:lnTo>
                    <a:pt x="2763" y="1863"/>
                  </a:lnTo>
                  <a:lnTo>
                    <a:pt x="2805" y="1884"/>
                  </a:lnTo>
                  <a:lnTo>
                    <a:pt x="3014" y="2072"/>
                  </a:lnTo>
                  <a:lnTo>
                    <a:pt x="3035" y="2177"/>
                  </a:lnTo>
                  <a:lnTo>
                    <a:pt x="3181" y="2365"/>
                  </a:lnTo>
                  <a:lnTo>
                    <a:pt x="3223" y="2491"/>
                  </a:lnTo>
                  <a:lnTo>
                    <a:pt x="3286" y="2574"/>
                  </a:lnTo>
                  <a:lnTo>
                    <a:pt x="3286" y="2637"/>
                  </a:lnTo>
                  <a:lnTo>
                    <a:pt x="3202" y="2637"/>
                  </a:lnTo>
                  <a:lnTo>
                    <a:pt x="3181" y="2721"/>
                  </a:lnTo>
                  <a:lnTo>
                    <a:pt x="3118" y="2721"/>
                  </a:lnTo>
                  <a:lnTo>
                    <a:pt x="3097" y="2783"/>
                  </a:lnTo>
                  <a:lnTo>
                    <a:pt x="3118" y="2804"/>
                  </a:lnTo>
                  <a:lnTo>
                    <a:pt x="3097" y="2846"/>
                  </a:lnTo>
                  <a:lnTo>
                    <a:pt x="3181" y="2930"/>
                  </a:lnTo>
                  <a:lnTo>
                    <a:pt x="3139" y="3139"/>
                  </a:lnTo>
                  <a:lnTo>
                    <a:pt x="3118" y="3244"/>
                  </a:lnTo>
                  <a:lnTo>
                    <a:pt x="3035" y="3307"/>
                  </a:lnTo>
                  <a:lnTo>
                    <a:pt x="2930" y="3327"/>
                  </a:lnTo>
                  <a:lnTo>
                    <a:pt x="2867" y="3474"/>
                  </a:lnTo>
                  <a:lnTo>
                    <a:pt x="2867" y="3579"/>
                  </a:lnTo>
                  <a:lnTo>
                    <a:pt x="2805" y="3683"/>
                  </a:lnTo>
                  <a:lnTo>
                    <a:pt x="2825" y="3830"/>
                  </a:lnTo>
                  <a:lnTo>
                    <a:pt x="2805" y="3955"/>
                  </a:lnTo>
                  <a:lnTo>
                    <a:pt x="2700" y="3976"/>
                  </a:lnTo>
                  <a:lnTo>
                    <a:pt x="2679" y="3872"/>
                  </a:lnTo>
                  <a:lnTo>
                    <a:pt x="2700" y="3830"/>
                  </a:lnTo>
                  <a:lnTo>
                    <a:pt x="2616" y="3725"/>
                  </a:lnTo>
                  <a:lnTo>
                    <a:pt x="2574" y="3662"/>
                  </a:lnTo>
                  <a:lnTo>
                    <a:pt x="2491" y="3620"/>
                  </a:lnTo>
                  <a:lnTo>
                    <a:pt x="2386" y="3537"/>
                  </a:lnTo>
                  <a:lnTo>
                    <a:pt x="2281" y="3411"/>
                  </a:lnTo>
                  <a:lnTo>
                    <a:pt x="2281" y="3327"/>
                  </a:lnTo>
                  <a:lnTo>
                    <a:pt x="2240" y="3202"/>
                  </a:lnTo>
                  <a:lnTo>
                    <a:pt x="2240" y="3097"/>
                  </a:lnTo>
                  <a:lnTo>
                    <a:pt x="2281" y="2993"/>
                  </a:lnTo>
                  <a:lnTo>
                    <a:pt x="2344" y="2846"/>
                  </a:lnTo>
                  <a:lnTo>
                    <a:pt x="2449" y="2721"/>
                  </a:lnTo>
                  <a:lnTo>
                    <a:pt x="2470" y="2595"/>
                  </a:lnTo>
                  <a:lnTo>
                    <a:pt x="2470" y="2428"/>
                  </a:lnTo>
                  <a:lnTo>
                    <a:pt x="2407" y="2323"/>
                  </a:lnTo>
                  <a:lnTo>
                    <a:pt x="2261" y="2302"/>
                  </a:lnTo>
                  <a:lnTo>
                    <a:pt x="2135" y="2302"/>
                  </a:lnTo>
                  <a:lnTo>
                    <a:pt x="2072" y="2365"/>
                  </a:lnTo>
                  <a:lnTo>
                    <a:pt x="2030" y="2365"/>
                  </a:lnTo>
                  <a:lnTo>
                    <a:pt x="1968" y="2386"/>
                  </a:lnTo>
                  <a:lnTo>
                    <a:pt x="1863" y="2323"/>
                  </a:lnTo>
                  <a:lnTo>
                    <a:pt x="1863" y="2260"/>
                  </a:lnTo>
                  <a:lnTo>
                    <a:pt x="1821" y="2198"/>
                  </a:lnTo>
                  <a:lnTo>
                    <a:pt x="1779" y="2156"/>
                  </a:lnTo>
                  <a:lnTo>
                    <a:pt x="1758" y="2093"/>
                  </a:lnTo>
                  <a:lnTo>
                    <a:pt x="1612" y="2114"/>
                  </a:lnTo>
                  <a:lnTo>
                    <a:pt x="1424" y="2177"/>
                  </a:lnTo>
                  <a:lnTo>
                    <a:pt x="1089" y="2302"/>
                  </a:lnTo>
                  <a:lnTo>
                    <a:pt x="984" y="2323"/>
                  </a:lnTo>
                  <a:lnTo>
                    <a:pt x="398" y="2595"/>
                  </a:lnTo>
                  <a:lnTo>
                    <a:pt x="273" y="2595"/>
                  </a:lnTo>
                  <a:lnTo>
                    <a:pt x="43" y="2700"/>
                  </a:lnTo>
                  <a:lnTo>
                    <a:pt x="1" y="2783"/>
                  </a:lnTo>
                  <a:lnTo>
                    <a:pt x="43" y="2951"/>
                  </a:lnTo>
                  <a:lnTo>
                    <a:pt x="43" y="3035"/>
                  </a:lnTo>
                  <a:lnTo>
                    <a:pt x="64" y="3223"/>
                  </a:lnTo>
                  <a:lnTo>
                    <a:pt x="273" y="3244"/>
                  </a:lnTo>
                  <a:lnTo>
                    <a:pt x="356" y="3244"/>
                  </a:lnTo>
                  <a:lnTo>
                    <a:pt x="377" y="3327"/>
                  </a:lnTo>
                  <a:lnTo>
                    <a:pt x="419" y="3307"/>
                  </a:lnTo>
                  <a:lnTo>
                    <a:pt x="482" y="3244"/>
                  </a:lnTo>
                  <a:lnTo>
                    <a:pt x="628" y="3265"/>
                  </a:lnTo>
                  <a:lnTo>
                    <a:pt x="796" y="3369"/>
                  </a:lnTo>
                  <a:lnTo>
                    <a:pt x="901" y="3516"/>
                  </a:lnTo>
                  <a:lnTo>
                    <a:pt x="1005" y="3537"/>
                  </a:lnTo>
                  <a:lnTo>
                    <a:pt x="1193" y="3537"/>
                  </a:lnTo>
                  <a:lnTo>
                    <a:pt x="1298" y="3620"/>
                  </a:lnTo>
                  <a:lnTo>
                    <a:pt x="1340" y="3683"/>
                  </a:lnTo>
                  <a:lnTo>
                    <a:pt x="1465" y="3725"/>
                  </a:lnTo>
                  <a:lnTo>
                    <a:pt x="1465" y="3788"/>
                  </a:lnTo>
                  <a:lnTo>
                    <a:pt x="1424" y="3892"/>
                  </a:lnTo>
                  <a:lnTo>
                    <a:pt x="1445" y="3976"/>
                  </a:lnTo>
                  <a:lnTo>
                    <a:pt x="1424" y="4060"/>
                  </a:lnTo>
                  <a:lnTo>
                    <a:pt x="1445" y="4144"/>
                  </a:lnTo>
                  <a:lnTo>
                    <a:pt x="1445" y="4206"/>
                  </a:lnTo>
                  <a:lnTo>
                    <a:pt x="1403" y="4290"/>
                  </a:lnTo>
                  <a:lnTo>
                    <a:pt x="1361" y="4457"/>
                  </a:lnTo>
                  <a:lnTo>
                    <a:pt x="1319" y="4562"/>
                  </a:lnTo>
                  <a:lnTo>
                    <a:pt x="1361" y="4604"/>
                  </a:lnTo>
                  <a:lnTo>
                    <a:pt x="1445" y="4604"/>
                  </a:lnTo>
                  <a:lnTo>
                    <a:pt x="1424" y="4688"/>
                  </a:lnTo>
                  <a:lnTo>
                    <a:pt x="1319" y="4729"/>
                  </a:lnTo>
                  <a:lnTo>
                    <a:pt x="1319" y="4834"/>
                  </a:lnTo>
                  <a:lnTo>
                    <a:pt x="1319" y="4980"/>
                  </a:lnTo>
                  <a:lnTo>
                    <a:pt x="1235" y="5001"/>
                  </a:lnTo>
                  <a:lnTo>
                    <a:pt x="1235" y="5043"/>
                  </a:lnTo>
                  <a:lnTo>
                    <a:pt x="1340" y="5127"/>
                  </a:lnTo>
                  <a:lnTo>
                    <a:pt x="1361" y="5232"/>
                  </a:lnTo>
                  <a:lnTo>
                    <a:pt x="1319" y="5294"/>
                  </a:lnTo>
                  <a:lnTo>
                    <a:pt x="1319" y="5399"/>
                  </a:lnTo>
                  <a:lnTo>
                    <a:pt x="1361" y="5441"/>
                  </a:lnTo>
                  <a:lnTo>
                    <a:pt x="1403" y="5524"/>
                  </a:lnTo>
                  <a:lnTo>
                    <a:pt x="1319" y="5629"/>
                  </a:lnTo>
                  <a:lnTo>
                    <a:pt x="1214" y="5734"/>
                  </a:lnTo>
                  <a:lnTo>
                    <a:pt x="1193" y="5776"/>
                  </a:lnTo>
                  <a:lnTo>
                    <a:pt x="1110" y="5776"/>
                  </a:lnTo>
                  <a:lnTo>
                    <a:pt x="1089" y="5859"/>
                  </a:lnTo>
                  <a:lnTo>
                    <a:pt x="1110" y="5964"/>
                  </a:lnTo>
                  <a:lnTo>
                    <a:pt x="1089" y="6048"/>
                  </a:lnTo>
                  <a:lnTo>
                    <a:pt x="1047" y="6194"/>
                  </a:lnTo>
                  <a:lnTo>
                    <a:pt x="1026" y="6278"/>
                  </a:lnTo>
                  <a:lnTo>
                    <a:pt x="1026" y="6466"/>
                  </a:lnTo>
                  <a:lnTo>
                    <a:pt x="398" y="7115"/>
                  </a:lnTo>
                  <a:lnTo>
                    <a:pt x="461" y="7282"/>
                  </a:lnTo>
                  <a:lnTo>
                    <a:pt x="482" y="7429"/>
                  </a:lnTo>
                  <a:lnTo>
                    <a:pt x="566" y="7554"/>
                  </a:lnTo>
                  <a:lnTo>
                    <a:pt x="566" y="7847"/>
                  </a:lnTo>
                  <a:lnTo>
                    <a:pt x="524" y="7868"/>
                  </a:lnTo>
                  <a:lnTo>
                    <a:pt x="524" y="7973"/>
                  </a:lnTo>
                  <a:lnTo>
                    <a:pt x="587" y="8077"/>
                  </a:lnTo>
                  <a:lnTo>
                    <a:pt x="608" y="8224"/>
                  </a:lnTo>
                  <a:lnTo>
                    <a:pt x="608" y="8684"/>
                  </a:lnTo>
                  <a:lnTo>
                    <a:pt x="566" y="8851"/>
                  </a:lnTo>
                  <a:lnTo>
                    <a:pt x="566" y="9019"/>
                  </a:lnTo>
                  <a:lnTo>
                    <a:pt x="566" y="9207"/>
                  </a:lnTo>
                  <a:lnTo>
                    <a:pt x="566" y="9228"/>
                  </a:lnTo>
                  <a:lnTo>
                    <a:pt x="628" y="9270"/>
                  </a:lnTo>
                  <a:lnTo>
                    <a:pt x="691" y="9333"/>
                  </a:lnTo>
                  <a:lnTo>
                    <a:pt x="733" y="9395"/>
                  </a:lnTo>
                  <a:lnTo>
                    <a:pt x="712" y="9437"/>
                  </a:lnTo>
                  <a:lnTo>
                    <a:pt x="712" y="9521"/>
                  </a:lnTo>
                  <a:lnTo>
                    <a:pt x="691" y="9626"/>
                  </a:lnTo>
                  <a:lnTo>
                    <a:pt x="691" y="9646"/>
                  </a:lnTo>
                  <a:lnTo>
                    <a:pt x="733" y="9646"/>
                  </a:lnTo>
                  <a:lnTo>
                    <a:pt x="942" y="9709"/>
                  </a:lnTo>
                  <a:lnTo>
                    <a:pt x="1047" y="9709"/>
                  </a:lnTo>
                  <a:lnTo>
                    <a:pt x="1089" y="9605"/>
                  </a:lnTo>
                  <a:lnTo>
                    <a:pt x="1131" y="9500"/>
                  </a:lnTo>
                  <a:lnTo>
                    <a:pt x="1152" y="9333"/>
                  </a:lnTo>
                  <a:lnTo>
                    <a:pt x="1131" y="9291"/>
                  </a:lnTo>
                  <a:lnTo>
                    <a:pt x="1110" y="9291"/>
                  </a:lnTo>
                  <a:lnTo>
                    <a:pt x="1089" y="9395"/>
                  </a:lnTo>
                  <a:lnTo>
                    <a:pt x="1005" y="9374"/>
                  </a:lnTo>
                  <a:lnTo>
                    <a:pt x="942" y="9437"/>
                  </a:lnTo>
                  <a:lnTo>
                    <a:pt x="942" y="9333"/>
                  </a:lnTo>
                  <a:lnTo>
                    <a:pt x="901" y="9228"/>
                  </a:lnTo>
                  <a:lnTo>
                    <a:pt x="880" y="9207"/>
                  </a:lnTo>
                  <a:lnTo>
                    <a:pt x="921" y="9165"/>
                  </a:lnTo>
                  <a:lnTo>
                    <a:pt x="984" y="9165"/>
                  </a:lnTo>
                  <a:lnTo>
                    <a:pt x="1026" y="9019"/>
                  </a:lnTo>
                  <a:lnTo>
                    <a:pt x="1110" y="8977"/>
                  </a:lnTo>
                  <a:lnTo>
                    <a:pt x="1131" y="8893"/>
                  </a:lnTo>
                  <a:lnTo>
                    <a:pt x="1298" y="8872"/>
                  </a:lnTo>
                  <a:lnTo>
                    <a:pt x="1465" y="8663"/>
                  </a:lnTo>
                  <a:lnTo>
                    <a:pt x="1989" y="8579"/>
                  </a:lnTo>
                  <a:lnTo>
                    <a:pt x="2365" y="8391"/>
                  </a:lnTo>
                  <a:lnTo>
                    <a:pt x="2574" y="8182"/>
                  </a:lnTo>
                  <a:lnTo>
                    <a:pt x="2616" y="8035"/>
                  </a:lnTo>
                  <a:lnTo>
                    <a:pt x="2679" y="7931"/>
                  </a:lnTo>
                  <a:lnTo>
                    <a:pt x="2679" y="7847"/>
                  </a:lnTo>
                  <a:lnTo>
                    <a:pt x="2574" y="7910"/>
                  </a:lnTo>
                  <a:lnTo>
                    <a:pt x="2553" y="7805"/>
                  </a:lnTo>
                  <a:lnTo>
                    <a:pt x="2595" y="7805"/>
                  </a:lnTo>
                  <a:lnTo>
                    <a:pt x="2595" y="7701"/>
                  </a:lnTo>
                  <a:lnTo>
                    <a:pt x="2658" y="7617"/>
                  </a:lnTo>
                  <a:lnTo>
                    <a:pt x="2658" y="7533"/>
                  </a:lnTo>
                  <a:lnTo>
                    <a:pt x="2721" y="7345"/>
                  </a:lnTo>
                  <a:lnTo>
                    <a:pt x="2700" y="7324"/>
                  </a:lnTo>
                  <a:lnTo>
                    <a:pt x="2700" y="7177"/>
                  </a:lnTo>
                  <a:lnTo>
                    <a:pt x="2763" y="7115"/>
                  </a:lnTo>
                  <a:lnTo>
                    <a:pt x="2763" y="6968"/>
                  </a:lnTo>
                  <a:lnTo>
                    <a:pt x="2721" y="6968"/>
                  </a:lnTo>
                  <a:lnTo>
                    <a:pt x="2721" y="6822"/>
                  </a:lnTo>
                  <a:lnTo>
                    <a:pt x="2658" y="6968"/>
                  </a:lnTo>
                  <a:lnTo>
                    <a:pt x="2658" y="7073"/>
                  </a:lnTo>
                  <a:lnTo>
                    <a:pt x="2595" y="7094"/>
                  </a:lnTo>
                  <a:lnTo>
                    <a:pt x="2574" y="6968"/>
                  </a:lnTo>
                  <a:lnTo>
                    <a:pt x="2595" y="6592"/>
                  </a:lnTo>
                  <a:lnTo>
                    <a:pt x="2553" y="6466"/>
                  </a:lnTo>
                  <a:lnTo>
                    <a:pt x="2553" y="6340"/>
                  </a:lnTo>
                  <a:lnTo>
                    <a:pt x="2470" y="6236"/>
                  </a:lnTo>
                  <a:lnTo>
                    <a:pt x="2407" y="6194"/>
                  </a:lnTo>
                  <a:lnTo>
                    <a:pt x="2491" y="6152"/>
                  </a:lnTo>
                  <a:lnTo>
                    <a:pt x="2491" y="6068"/>
                  </a:lnTo>
                  <a:lnTo>
                    <a:pt x="2302" y="5838"/>
                  </a:lnTo>
                  <a:lnTo>
                    <a:pt x="2386" y="5755"/>
                  </a:lnTo>
                  <a:lnTo>
                    <a:pt x="2365" y="5650"/>
                  </a:lnTo>
                  <a:lnTo>
                    <a:pt x="2407" y="5608"/>
                  </a:lnTo>
                  <a:lnTo>
                    <a:pt x="2407" y="5524"/>
                  </a:lnTo>
                  <a:lnTo>
                    <a:pt x="2365" y="5441"/>
                  </a:lnTo>
                  <a:lnTo>
                    <a:pt x="2365" y="5399"/>
                  </a:lnTo>
                  <a:lnTo>
                    <a:pt x="2407" y="5399"/>
                  </a:lnTo>
                  <a:lnTo>
                    <a:pt x="2512" y="5462"/>
                  </a:lnTo>
                  <a:lnTo>
                    <a:pt x="2574" y="5399"/>
                  </a:lnTo>
                  <a:lnTo>
                    <a:pt x="2721" y="5399"/>
                  </a:lnTo>
                  <a:lnTo>
                    <a:pt x="2825" y="5315"/>
                  </a:lnTo>
                  <a:lnTo>
                    <a:pt x="2805" y="5190"/>
                  </a:lnTo>
                  <a:lnTo>
                    <a:pt x="3118" y="4980"/>
                  </a:lnTo>
                  <a:lnTo>
                    <a:pt x="3244" y="4980"/>
                  </a:lnTo>
                  <a:lnTo>
                    <a:pt x="3244" y="4897"/>
                  </a:lnTo>
                  <a:lnTo>
                    <a:pt x="3307" y="4876"/>
                  </a:lnTo>
                  <a:lnTo>
                    <a:pt x="3349" y="4813"/>
                  </a:lnTo>
                  <a:lnTo>
                    <a:pt x="3349" y="4771"/>
                  </a:lnTo>
                  <a:lnTo>
                    <a:pt x="3600" y="4625"/>
                  </a:lnTo>
                  <a:lnTo>
                    <a:pt x="3621" y="4562"/>
                  </a:lnTo>
                  <a:lnTo>
                    <a:pt x="3662" y="4520"/>
                  </a:lnTo>
                  <a:lnTo>
                    <a:pt x="3704" y="4374"/>
                  </a:lnTo>
                  <a:lnTo>
                    <a:pt x="3746" y="4478"/>
                  </a:lnTo>
                  <a:lnTo>
                    <a:pt x="3830" y="4416"/>
                  </a:lnTo>
                  <a:lnTo>
                    <a:pt x="3955" y="4269"/>
                  </a:lnTo>
                  <a:lnTo>
                    <a:pt x="3955" y="4185"/>
                  </a:lnTo>
                  <a:lnTo>
                    <a:pt x="4018" y="4248"/>
                  </a:lnTo>
                  <a:lnTo>
                    <a:pt x="4248" y="4081"/>
                  </a:lnTo>
                  <a:lnTo>
                    <a:pt x="4437" y="3997"/>
                  </a:lnTo>
                  <a:lnTo>
                    <a:pt x="4437" y="3976"/>
                  </a:lnTo>
                  <a:lnTo>
                    <a:pt x="4562" y="3976"/>
                  </a:lnTo>
                  <a:lnTo>
                    <a:pt x="4918" y="3788"/>
                  </a:lnTo>
                  <a:lnTo>
                    <a:pt x="4960" y="3725"/>
                  </a:lnTo>
                  <a:lnTo>
                    <a:pt x="5022" y="3683"/>
                  </a:lnTo>
                  <a:lnTo>
                    <a:pt x="5399" y="3474"/>
                  </a:lnTo>
                  <a:lnTo>
                    <a:pt x="5399" y="3369"/>
                  </a:lnTo>
                  <a:lnTo>
                    <a:pt x="5504" y="3369"/>
                  </a:lnTo>
                  <a:lnTo>
                    <a:pt x="5608" y="3223"/>
                  </a:lnTo>
                  <a:lnTo>
                    <a:pt x="5608" y="3139"/>
                  </a:lnTo>
                  <a:lnTo>
                    <a:pt x="5734" y="2993"/>
                  </a:lnTo>
                  <a:lnTo>
                    <a:pt x="5818" y="2951"/>
                  </a:lnTo>
                  <a:lnTo>
                    <a:pt x="5818" y="2846"/>
                  </a:lnTo>
                  <a:lnTo>
                    <a:pt x="5859" y="2783"/>
                  </a:lnTo>
                  <a:lnTo>
                    <a:pt x="5797" y="2783"/>
                  </a:lnTo>
                  <a:lnTo>
                    <a:pt x="5755" y="2804"/>
                  </a:lnTo>
                  <a:lnTo>
                    <a:pt x="5734" y="2742"/>
                  </a:lnTo>
                  <a:lnTo>
                    <a:pt x="5838" y="2679"/>
                  </a:lnTo>
                  <a:lnTo>
                    <a:pt x="5901" y="2679"/>
                  </a:lnTo>
                  <a:lnTo>
                    <a:pt x="5922" y="2616"/>
                  </a:lnTo>
                  <a:lnTo>
                    <a:pt x="5901" y="2574"/>
                  </a:lnTo>
                  <a:lnTo>
                    <a:pt x="5943" y="2532"/>
                  </a:lnTo>
                  <a:lnTo>
                    <a:pt x="6006" y="2470"/>
                  </a:lnTo>
                  <a:lnTo>
                    <a:pt x="5964" y="2219"/>
                  </a:lnTo>
                  <a:lnTo>
                    <a:pt x="5943" y="2198"/>
                  </a:lnTo>
                  <a:lnTo>
                    <a:pt x="5838" y="2198"/>
                  </a:lnTo>
                  <a:lnTo>
                    <a:pt x="5797" y="2177"/>
                  </a:lnTo>
                  <a:lnTo>
                    <a:pt x="5818" y="2114"/>
                  </a:lnTo>
                  <a:lnTo>
                    <a:pt x="5901" y="2114"/>
                  </a:lnTo>
                  <a:lnTo>
                    <a:pt x="5901" y="1863"/>
                  </a:lnTo>
                  <a:lnTo>
                    <a:pt x="5859" y="1800"/>
                  </a:lnTo>
                  <a:lnTo>
                    <a:pt x="5901" y="1800"/>
                  </a:lnTo>
                  <a:lnTo>
                    <a:pt x="5922" y="1528"/>
                  </a:lnTo>
                  <a:lnTo>
                    <a:pt x="5901" y="1361"/>
                  </a:lnTo>
                  <a:lnTo>
                    <a:pt x="5964" y="1319"/>
                  </a:lnTo>
                  <a:lnTo>
                    <a:pt x="5943" y="1151"/>
                  </a:lnTo>
                  <a:lnTo>
                    <a:pt x="5922" y="1131"/>
                  </a:lnTo>
                  <a:lnTo>
                    <a:pt x="5922" y="963"/>
                  </a:lnTo>
                  <a:lnTo>
                    <a:pt x="5964" y="942"/>
                  </a:lnTo>
                  <a:lnTo>
                    <a:pt x="5901" y="817"/>
                  </a:lnTo>
                  <a:lnTo>
                    <a:pt x="5859" y="628"/>
                  </a:lnTo>
                  <a:lnTo>
                    <a:pt x="5922" y="587"/>
                  </a:lnTo>
                  <a:lnTo>
                    <a:pt x="5901" y="545"/>
                  </a:lnTo>
                  <a:lnTo>
                    <a:pt x="5901" y="503"/>
                  </a:lnTo>
                  <a:lnTo>
                    <a:pt x="5901" y="440"/>
                  </a:lnTo>
                  <a:lnTo>
                    <a:pt x="6027" y="273"/>
                  </a:lnTo>
                  <a:lnTo>
                    <a:pt x="5964" y="231"/>
                  </a:lnTo>
                  <a:lnTo>
                    <a:pt x="6027" y="168"/>
                  </a:lnTo>
                  <a:lnTo>
                    <a:pt x="6027" y="22"/>
                  </a:lnTo>
                  <a:lnTo>
                    <a:pt x="600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97" name="Google Shape;1697;p60"/>
            <p:cNvSpPr/>
            <p:nvPr/>
          </p:nvSpPr>
          <p:spPr>
            <a:xfrm>
              <a:off x="3951893" y="3317378"/>
              <a:ext cx="9978" cy="10724"/>
            </a:xfrm>
            <a:custGeom>
              <a:avLst/>
              <a:gdLst/>
              <a:ahLst/>
              <a:cxnLst/>
              <a:rect l="l" t="t" r="r" b="b"/>
              <a:pathLst>
                <a:path w="838" h="943" extrusionOk="0">
                  <a:moveTo>
                    <a:pt x="314" y="1"/>
                  </a:moveTo>
                  <a:lnTo>
                    <a:pt x="209" y="43"/>
                  </a:lnTo>
                  <a:lnTo>
                    <a:pt x="188" y="189"/>
                  </a:lnTo>
                  <a:lnTo>
                    <a:pt x="63" y="440"/>
                  </a:lnTo>
                  <a:lnTo>
                    <a:pt x="0" y="566"/>
                  </a:lnTo>
                  <a:lnTo>
                    <a:pt x="42" y="649"/>
                  </a:lnTo>
                  <a:lnTo>
                    <a:pt x="105" y="712"/>
                  </a:lnTo>
                  <a:lnTo>
                    <a:pt x="168" y="817"/>
                  </a:lnTo>
                  <a:lnTo>
                    <a:pt x="377" y="921"/>
                  </a:lnTo>
                  <a:lnTo>
                    <a:pt x="586" y="942"/>
                  </a:lnTo>
                  <a:lnTo>
                    <a:pt x="670" y="921"/>
                  </a:lnTo>
                  <a:lnTo>
                    <a:pt x="712" y="817"/>
                  </a:lnTo>
                  <a:lnTo>
                    <a:pt x="691" y="712"/>
                  </a:lnTo>
                  <a:lnTo>
                    <a:pt x="774" y="691"/>
                  </a:lnTo>
                  <a:lnTo>
                    <a:pt x="795" y="649"/>
                  </a:lnTo>
                  <a:lnTo>
                    <a:pt x="795" y="629"/>
                  </a:lnTo>
                  <a:lnTo>
                    <a:pt x="816" y="524"/>
                  </a:lnTo>
                  <a:lnTo>
                    <a:pt x="816" y="440"/>
                  </a:lnTo>
                  <a:lnTo>
                    <a:pt x="837" y="398"/>
                  </a:lnTo>
                  <a:lnTo>
                    <a:pt x="795" y="336"/>
                  </a:lnTo>
                  <a:lnTo>
                    <a:pt x="732" y="273"/>
                  </a:lnTo>
                  <a:lnTo>
                    <a:pt x="670" y="231"/>
                  </a:lnTo>
                  <a:lnTo>
                    <a:pt x="670" y="210"/>
                  </a:lnTo>
                  <a:lnTo>
                    <a:pt x="565" y="189"/>
                  </a:lnTo>
                  <a:lnTo>
                    <a:pt x="481" y="105"/>
                  </a:lnTo>
                  <a:lnTo>
                    <a:pt x="31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98" name="Google Shape;1698;p60"/>
            <p:cNvSpPr/>
            <p:nvPr/>
          </p:nvSpPr>
          <p:spPr>
            <a:xfrm>
              <a:off x="3925232" y="3338554"/>
              <a:ext cx="15956" cy="14295"/>
            </a:xfrm>
            <a:custGeom>
              <a:avLst/>
              <a:gdLst/>
              <a:ahLst/>
              <a:cxnLst/>
              <a:rect l="l" t="t" r="r" b="b"/>
              <a:pathLst>
                <a:path w="1340" h="1257" extrusionOk="0">
                  <a:moveTo>
                    <a:pt x="775" y="1"/>
                  </a:moveTo>
                  <a:lnTo>
                    <a:pt x="754" y="43"/>
                  </a:lnTo>
                  <a:lnTo>
                    <a:pt x="670" y="106"/>
                  </a:lnTo>
                  <a:lnTo>
                    <a:pt x="628" y="147"/>
                  </a:lnTo>
                  <a:lnTo>
                    <a:pt x="419" y="189"/>
                  </a:lnTo>
                  <a:lnTo>
                    <a:pt x="293" y="315"/>
                  </a:lnTo>
                  <a:lnTo>
                    <a:pt x="231" y="440"/>
                  </a:lnTo>
                  <a:lnTo>
                    <a:pt x="84" y="566"/>
                  </a:lnTo>
                  <a:lnTo>
                    <a:pt x="0" y="629"/>
                  </a:lnTo>
                  <a:lnTo>
                    <a:pt x="42" y="733"/>
                  </a:lnTo>
                  <a:lnTo>
                    <a:pt x="126" y="796"/>
                  </a:lnTo>
                  <a:lnTo>
                    <a:pt x="126" y="859"/>
                  </a:lnTo>
                  <a:lnTo>
                    <a:pt x="210" y="943"/>
                  </a:lnTo>
                  <a:lnTo>
                    <a:pt x="210" y="1047"/>
                  </a:lnTo>
                  <a:lnTo>
                    <a:pt x="293" y="1131"/>
                  </a:lnTo>
                  <a:lnTo>
                    <a:pt x="356" y="1194"/>
                  </a:lnTo>
                  <a:lnTo>
                    <a:pt x="503" y="1256"/>
                  </a:lnTo>
                  <a:lnTo>
                    <a:pt x="607" y="1256"/>
                  </a:lnTo>
                  <a:lnTo>
                    <a:pt x="628" y="1194"/>
                  </a:lnTo>
                  <a:lnTo>
                    <a:pt x="670" y="1152"/>
                  </a:lnTo>
                  <a:lnTo>
                    <a:pt x="712" y="1026"/>
                  </a:lnTo>
                  <a:lnTo>
                    <a:pt x="816" y="984"/>
                  </a:lnTo>
                  <a:lnTo>
                    <a:pt x="879" y="943"/>
                  </a:lnTo>
                  <a:lnTo>
                    <a:pt x="984" y="922"/>
                  </a:lnTo>
                  <a:lnTo>
                    <a:pt x="1067" y="943"/>
                  </a:lnTo>
                  <a:lnTo>
                    <a:pt x="1172" y="859"/>
                  </a:lnTo>
                  <a:lnTo>
                    <a:pt x="1193" y="775"/>
                  </a:lnTo>
                  <a:lnTo>
                    <a:pt x="1151" y="733"/>
                  </a:lnTo>
                  <a:lnTo>
                    <a:pt x="1130" y="650"/>
                  </a:lnTo>
                  <a:lnTo>
                    <a:pt x="1235" y="608"/>
                  </a:lnTo>
                  <a:lnTo>
                    <a:pt x="1339" y="524"/>
                  </a:lnTo>
                  <a:lnTo>
                    <a:pt x="1339" y="399"/>
                  </a:lnTo>
                  <a:lnTo>
                    <a:pt x="1256" y="147"/>
                  </a:lnTo>
                  <a:lnTo>
                    <a:pt x="1130" y="43"/>
                  </a:lnTo>
                  <a:lnTo>
                    <a:pt x="1026" y="85"/>
                  </a:lnTo>
                  <a:lnTo>
                    <a:pt x="942" y="22"/>
                  </a:lnTo>
                  <a:lnTo>
                    <a:pt x="921" y="43"/>
                  </a:lnTo>
                  <a:lnTo>
                    <a:pt x="858" y="22"/>
                  </a:lnTo>
                  <a:lnTo>
                    <a:pt x="77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699" name="Google Shape;1699;p60"/>
            <p:cNvSpPr/>
            <p:nvPr/>
          </p:nvSpPr>
          <p:spPr>
            <a:xfrm>
              <a:off x="4226694" y="2879548"/>
              <a:ext cx="50095" cy="39508"/>
            </a:xfrm>
            <a:custGeom>
              <a:avLst/>
              <a:gdLst/>
              <a:ahLst/>
              <a:cxnLst/>
              <a:rect l="l" t="t" r="r" b="b"/>
              <a:pathLst>
                <a:path w="4207" h="3474" extrusionOk="0">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700" name="Google Shape;1700;p60"/>
            <p:cNvSpPr/>
            <p:nvPr/>
          </p:nvSpPr>
          <p:spPr>
            <a:xfrm>
              <a:off x="4226694" y="2879548"/>
              <a:ext cx="50095" cy="39508"/>
            </a:xfrm>
            <a:custGeom>
              <a:avLst/>
              <a:gdLst/>
              <a:ahLst/>
              <a:cxnLst/>
              <a:rect l="l" t="t" r="r" b="b"/>
              <a:pathLst>
                <a:path w="4207" h="3474" extrusionOk="0">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701" name="Google Shape;1701;p60"/>
            <p:cNvSpPr/>
            <p:nvPr/>
          </p:nvSpPr>
          <p:spPr>
            <a:xfrm>
              <a:off x="4014919" y="2846238"/>
              <a:ext cx="33651" cy="9053"/>
            </a:xfrm>
            <a:custGeom>
              <a:avLst/>
              <a:gdLst/>
              <a:ahLst/>
              <a:cxnLst/>
              <a:rect l="l" t="t" r="r" b="b"/>
              <a:pathLst>
                <a:path w="2826" h="796" extrusionOk="0">
                  <a:moveTo>
                    <a:pt x="2240" y="0"/>
                  </a:moveTo>
                  <a:cubicBezTo>
                    <a:pt x="2240" y="0"/>
                    <a:pt x="1717" y="230"/>
                    <a:pt x="1612" y="230"/>
                  </a:cubicBezTo>
                  <a:cubicBezTo>
                    <a:pt x="1507" y="230"/>
                    <a:pt x="1382" y="105"/>
                    <a:pt x="1382" y="105"/>
                  </a:cubicBezTo>
                  <a:lnTo>
                    <a:pt x="733" y="126"/>
                  </a:lnTo>
                  <a:lnTo>
                    <a:pt x="754" y="293"/>
                  </a:lnTo>
                  <a:cubicBezTo>
                    <a:pt x="775" y="419"/>
                    <a:pt x="231" y="419"/>
                    <a:pt x="22" y="419"/>
                  </a:cubicBezTo>
                  <a:lnTo>
                    <a:pt x="22" y="439"/>
                  </a:lnTo>
                  <a:lnTo>
                    <a:pt x="1" y="481"/>
                  </a:lnTo>
                  <a:lnTo>
                    <a:pt x="85" y="481"/>
                  </a:lnTo>
                  <a:lnTo>
                    <a:pt x="105" y="586"/>
                  </a:lnTo>
                  <a:lnTo>
                    <a:pt x="189" y="586"/>
                  </a:lnTo>
                  <a:lnTo>
                    <a:pt x="231" y="502"/>
                  </a:lnTo>
                  <a:lnTo>
                    <a:pt x="398" y="544"/>
                  </a:lnTo>
                  <a:lnTo>
                    <a:pt x="461" y="544"/>
                  </a:lnTo>
                  <a:lnTo>
                    <a:pt x="545" y="460"/>
                  </a:lnTo>
                  <a:lnTo>
                    <a:pt x="649" y="502"/>
                  </a:lnTo>
                  <a:lnTo>
                    <a:pt x="880" y="711"/>
                  </a:lnTo>
                  <a:lnTo>
                    <a:pt x="984" y="732"/>
                  </a:lnTo>
                  <a:lnTo>
                    <a:pt x="1173" y="691"/>
                  </a:lnTo>
                  <a:lnTo>
                    <a:pt x="1424" y="628"/>
                  </a:lnTo>
                  <a:lnTo>
                    <a:pt x="1507" y="649"/>
                  </a:lnTo>
                  <a:lnTo>
                    <a:pt x="1821" y="649"/>
                  </a:lnTo>
                  <a:lnTo>
                    <a:pt x="1863" y="691"/>
                  </a:lnTo>
                  <a:lnTo>
                    <a:pt x="1863" y="586"/>
                  </a:lnTo>
                  <a:lnTo>
                    <a:pt x="2072" y="502"/>
                  </a:lnTo>
                  <a:lnTo>
                    <a:pt x="2386" y="691"/>
                  </a:lnTo>
                  <a:lnTo>
                    <a:pt x="2595" y="691"/>
                  </a:lnTo>
                  <a:lnTo>
                    <a:pt x="2805" y="795"/>
                  </a:lnTo>
                  <a:lnTo>
                    <a:pt x="2826" y="586"/>
                  </a:lnTo>
                  <a:lnTo>
                    <a:pt x="2742" y="481"/>
                  </a:lnTo>
                  <a:lnTo>
                    <a:pt x="2595" y="377"/>
                  </a:lnTo>
                  <a:lnTo>
                    <a:pt x="2637" y="188"/>
                  </a:lnTo>
                  <a:cubicBezTo>
                    <a:pt x="2628" y="188"/>
                    <a:pt x="2594" y="197"/>
                    <a:pt x="2555" y="197"/>
                  </a:cubicBezTo>
                  <a:cubicBezTo>
                    <a:pt x="2507" y="197"/>
                    <a:pt x="2451" y="184"/>
                    <a:pt x="2428" y="126"/>
                  </a:cubicBezTo>
                  <a:cubicBezTo>
                    <a:pt x="2386" y="21"/>
                    <a:pt x="2240" y="0"/>
                    <a:pt x="224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702" name="Google Shape;1702;p60"/>
            <p:cNvSpPr/>
            <p:nvPr/>
          </p:nvSpPr>
          <p:spPr>
            <a:xfrm>
              <a:off x="4036853" y="2853608"/>
              <a:ext cx="1250" cy="1205"/>
            </a:xfrm>
            <a:custGeom>
              <a:avLst/>
              <a:gdLst/>
              <a:ahLst/>
              <a:cxnLst/>
              <a:rect l="l" t="t" r="r" b="b"/>
              <a:pathLst>
                <a:path w="105" h="106" fill="none" extrusionOk="0">
                  <a:moveTo>
                    <a:pt x="105" y="105"/>
                  </a:moveTo>
                  <a:lnTo>
                    <a:pt x="0" y="1"/>
                  </a:lnTo>
                </a:path>
              </a:pathLst>
            </a:custGeom>
            <a:solidFill>
              <a:srgbClr val="5F7D95"/>
            </a:solidFill>
            <a:ln w="25" cap="rnd"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703" name="Google Shape;1703;p60"/>
            <p:cNvSpPr/>
            <p:nvPr/>
          </p:nvSpPr>
          <p:spPr>
            <a:xfrm>
              <a:off x="4346543" y="2948318"/>
              <a:ext cx="21183" cy="11907"/>
            </a:xfrm>
            <a:custGeom>
              <a:avLst/>
              <a:gdLst/>
              <a:ahLst/>
              <a:cxnLst/>
              <a:rect l="l" t="t" r="r" b="b"/>
              <a:pathLst>
                <a:path w="1779" h="1047" extrusionOk="0">
                  <a:moveTo>
                    <a:pt x="753" y="0"/>
                  </a:moveTo>
                  <a:lnTo>
                    <a:pt x="586" y="21"/>
                  </a:lnTo>
                  <a:lnTo>
                    <a:pt x="314" y="189"/>
                  </a:lnTo>
                  <a:lnTo>
                    <a:pt x="188" y="440"/>
                  </a:lnTo>
                  <a:lnTo>
                    <a:pt x="63" y="502"/>
                  </a:lnTo>
                  <a:lnTo>
                    <a:pt x="63" y="628"/>
                  </a:lnTo>
                  <a:lnTo>
                    <a:pt x="0" y="733"/>
                  </a:lnTo>
                  <a:lnTo>
                    <a:pt x="105" y="921"/>
                  </a:lnTo>
                  <a:lnTo>
                    <a:pt x="314" y="942"/>
                  </a:lnTo>
                  <a:lnTo>
                    <a:pt x="398" y="879"/>
                  </a:lnTo>
                  <a:lnTo>
                    <a:pt x="691" y="1046"/>
                  </a:lnTo>
                  <a:lnTo>
                    <a:pt x="837" y="1046"/>
                  </a:lnTo>
                  <a:lnTo>
                    <a:pt x="942" y="921"/>
                  </a:lnTo>
                  <a:lnTo>
                    <a:pt x="1067" y="879"/>
                  </a:lnTo>
                  <a:lnTo>
                    <a:pt x="1172" y="942"/>
                  </a:lnTo>
                  <a:lnTo>
                    <a:pt x="1381" y="879"/>
                  </a:lnTo>
                  <a:lnTo>
                    <a:pt x="1549" y="921"/>
                  </a:lnTo>
                  <a:lnTo>
                    <a:pt x="1779" y="837"/>
                  </a:lnTo>
                  <a:lnTo>
                    <a:pt x="1779" y="733"/>
                  </a:lnTo>
                  <a:lnTo>
                    <a:pt x="1779" y="565"/>
                  </a:lnTo>
                  <a:lnTo>
                    <a:pt x="1590" y="502"/>
                  </a:lnTo>
                  <a:lnTo>
                    <a:pt x="1590" y="398"/>
                  </a:lnTo>
                  <a:lnTo>
                    <a:pt x="1632" y="230"/>
                  </a:lnTo>
                  <a:lnTo>
                    <a:pt x="1590" y="230"/>
                  </a:lnTo>
                  <a:lnTo>
                    <a:pt x="1528" y="126"/>
                  </a:lnTo>
                  <a:lnTo>
                    <a:pt x="1360" y="105"/>
                  </a:lnTo>
                  <a:lnTo>
                    <a:pt x="1214" y="189"/>
                  </a:lnTo>
                  <a:lnTo>
                    <a:pt x="1109" y="126"/>
                  </a:lnTo>
                  <a:lnTo>
                    <a:pt x="837" y="105"/>
                  </a:lnTo>
                  <a:lnTo>
                    <a:pt x="75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704" name="Google Shape;1704;p60"/>
            <p:cNvSpPr/>
            <p:nvPr/>
          </p:nvSpPr>
          <p:spPr>
            <a:xfrm>
              <a:off x="3878888" y="2847660"/>
              <a:ext cx="16706" cy="13579"/>
            </a:xfrm>
            <a:custGeom>
              <a:avLst/>
              <a:gdLst/>
              <a:ahLst/>
              <a:cxnLst/>
              <a:rect l="l" t="t" r="r" b="b"/>
              <a:pathLst>
                <a:path w="1403" h="1194" extrusionOk="0">
                  <a:moveTo>
                    <a:pt x="900" y="1"/>
                  </a:moveTo>
                  <a:lnTo>
                    <a:pt x="754" y="42"/>
                  </a:lnTo>
                  <a:lnTo>
                    <a:pt x="628" y="42"/>
                  </a:lnTo>
                  <a:lnTo>
                    <a:pt x="419" y="84"/>
                  </a:lnTo>
                  <a:lnTo>
                    <a:pt x="314" y="168"/>
                  </a:lnTo>
                  <a:lnTo>
                    <a:pt x="210" y="189"/>
                  </a:lnTo>
                  <a:lnTo>
                    <a:pt x="42" y="273"/>
                  </a:lnTo>
                  <a:lnTo>
                    <a:pt x="63" y="356"/>
                  </a:lnTo>
                  <a:lnTo>
                    <a:pt x="21" y="398"/>
                  </a:lnTo>
                  <a:lnTo>
                    <a:pt x="21" y="377"/>
                  </a:lnTo>
                  <a:lnTo>
                    <a:pt x="1" y="586"/>
                  </a:lnTo>
                  <a:lnTo>
                    <a:pt x="21" y="796"/>
                  </a:lnTo>
                  <a:lnTo>
                    <a:pt x="126" y="942"/>
                  </a:lnTo>
                  <a:lnTo>
                    <a:pt x="168" y="1089"/>
                  </a:lnTo>
                  <a:lnTo>
                    <a:pt x="314" y="1193"/>
                  </a:lnTo>
                  <a:lnTo>
                    <a:pt x="314" y="1151"/>
                  </a:lnTo>
                  <a:lnTo>
                    <a:pt x="524" y="1026"/>
                  </a:lnTo>
                  <a:lnTo>
                    <a:pt x="691" y="984"/>
                  </a:lnTo>
                  <a:lnTo>
                    <a:pt x="691" y="921"/>
                  </a:lnTo>
                  <a:lnTo>
                    <a:pt x="837" y="838"/>
                  </a:lnTo>
                  <a:lnTo>
                    <a:pt x="1110" y="879"/>
                  </a:lnTo>
                  <a:lnTo>
                    <a:pt x="1256" y="796"/>
                  </a:lnTo>
                  <a:lnTo>
                    <a:pt x="1361" y="775"/>
                  </a:lnTo>
                  <a:lnTo>
                    <a:pt x="1402" y="712"/>
                  </a:lnTo>
                  <a:lnTo>
                    <a:pt x="1402" y="607"/>
                  </a:lnTo>
                  <a:lnTo>
                    <a:pt x="1382" y="461"/>
                  </a:lnTo>
                  <a:lnTo>
                    <a:pt x="1214" y="189"/>
                  </a:lnTo>
                  <a:lnTo>
                    <a:pt x="98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705" name="Google Shape;1705;p60"/>
            <p:cNvSpPr/>
            <p:nvPr/>
          </p:nvSpPr>
          <p:spPr>
            <a:xfrm>
              <a:off x="3865182" y="2817204"/>
              <a:ext cx="27923" cy="34993"/>
            </a:xfrm>
            <a:custGeom>
              <a:avLst/>
              <a:gdLst/>
              <a:ahLst/>
              <a:cxnLst/>
              <a:rect l="l" t="t" r="r" b="b"/>
              <a:pathLst>
                <a:path w="2345" h="3077" extrusionOk="0">
                  <a:moveTo>
                    <a:pt x="461" y="0"/>
                  </a:moveTo>
                  <a:lnTo>
                    <a:pt x="336" y="105"/>
                  </a:lnTo>
                  <a:lnTo>
                    <a:pt x="315" y="147"/>
                  </a:lnTo>
                  <a:lnTo>
                    <a:pt x="210" y="147"/>
                  </a:lnTo>
                  <a:lnTo>
                    <a:pt x="64" y="210"/>
                  </a:lnTo>
                  <a:lnTo>
                    <a:pt x="1" y="272"/>
                  </a:lnTo>
                  <a:lnTo>
                    <a:pt x="22" y="314"/>
                  </a:lnTo>
                  <a:lnTo>
                    <a:pt x="64" y="461"/>
                  </a:lnTo>
                  <a:lnTo>
                    <a:pt x="105" y="628"/>
                  </a:lnTo>
                  <a:lnTo>
                    <a:pt x="168" y="670"/>
                  </a:lnTo>
                  <a:lnTo>
                    <a:pt x="273" y="691"/>
                  </a:lnTo>
                  <a:lnTo>
                    <a:pt x="273" y="754"/>
                  </a:lnTo>
                  <a:lnTo>
                    <a:pt x="231" y="754"/>
                  </a:lnTo>
                  <a:lnTo>
                    <a:pt x="105" y="775"/>
                  </a:lnTo>
                  <a:lnTo>
                    <a:pt x="126" y="879"/>
                  </a:lnTo>
                  <a:lnTo>
                    <a:pt x="147" y="900"/>
                  </a:lnTo>
                  <a:lnTo>
                    <a:pt x="210" y="879"/>
                  </a:lnTo>
                  <a:lnTo>
                    <a:pt x="273" y="879"/>
                  </a:lnTo>
                  <a:lnTo>
                    <a:pt x="252" y="1047"/>
                  </a:lnTo>
                  <a:lnTo>
                    <a:pt x="147" y="1193"/>
                  </a:lnTo>
                  <a:lnTo>
                    <a:pt x="147" y="1277"/>
                  </a:lnTo>
                  <a:lnTo>
                    <a:pt x="315" y="1402"/>
                  </a:lnTo>
                  <a:lnTo>
                    <a:pt x="419" y="1423"/>
                  </a:lnTo>
                  <a:lnTo>
                    <a:pt x="461" y="1486"/>
                  </a:lnTo>
                  <a:lnTo>
                    <a:pt x="440" y="1570"/>
                  </a:lnTo>
                  <a:lnTo>
                    <a:pt x="336" y="1507"/>
                  </a:lnTo>
                  <a:lnTo>
                    <a:pt x="273" y="1528"/>
                  </a:lnTo>
                  <a:lnTo>
                    <a:pt x="273" y="1674"/>
                  </a:lnTo>
                  <a:lnTo>
                    <a:pt x="419" y="1821"/>
                  </a:lnTo>
                  <a:lnTo>
                    <a:pt x="356" y="1842"/>
                  </a:lnTo>
                  <a:lnTo>
                    <a:pt x="482" y="1988"/>
                  </a:lnTo>
                  <a:lnTo>
                    <a:pt x="482" y="2051"/>
                  </a:lnTo>
                  <a:lnTo>
                    <a:pt x="545" y="2135"/>
                  </a:lnTo>
                  <a:lnTo>
                    <a:pt x="670" y="2135"/>
                  </a:lnTo>
                  <a:lnTo>
                    <a:pt x="754" y="2218"/>
                  </a:lnTo>
                  <a:lnTo>
                    <a:pt x="900" y="2239"/>
                  </a:lnTo>
                  <a:lnTo>
                    <a:pt x="900" y="2365"/>
                  </a:lnTo>
                  <a:lnTo>
                    <a:pt x="838" y="2448"/>
                  </a:lnTo>
                  <a:lnTo>
                    <a:pt x="796" y="2511"/>
                  </a:lnTo>
                  <a:lnTo>
                    <a:pt x="859" y="2532"/>
                  </a:lnTo>
                  <a:lnTo>
                    <a:pt x="942" y="2658"/>
                  </a:lnTo>
                  <a:lnTo>
                    <a:pt x="984" y="2658"/>
                  </a:lnTo>
                  <a:lnTo>
                    <a:pt x="1089" y="2741"/>
                  </a:lnTo>
                  <a:lnTo>
                    <a:pt x="1152" y="2846"/>
                  </a:lnTo>
                  <a:lnTo>
                    <a:pt x="1152" y="2992"/>
                  </a:lnTo>
                  <a:lnTo>
                    <a:pt x="1172" y="3076"/>
                  </a:lnTo>
                  <a:lnTo>
                    <a:pt x="1214" y="3034"/>
                  </a:lnTo>
                  <a:lnTo>
                    <a:pt x="1193" y="2951"/>
                  </a:lnTo>
                  <a:lnTo>
                    <a:pt x="1361" y="2867"/>
                  </a:lnTo>
                  <a:lnTo>
                    <a:pt x="1465" y="2846"/>
                  </a:lnTo>
                  <a:lnTo>
                    <a:pt x="1570" y="2762"/>
                  </a:lnTo>
                  <a:lnTo>
                    <a:pt x="1779" y="2720"/>
                  </a:lnTo>
                  <a:lnTo>
                    <a:pt x="1905" y="2720"/>
                  </a:lnTo>
                  <a:lnTo>
                    <a:pt x="2051" y="2679"/>
                  </a:lnTo>
                  <a:lnTo>
                    <a:pt x="2135" y="2679"/>
                  </a:lnTo>
                  <a:lnTo>
                    <a:pt x="2198" y="2574"/>
                  </a:lnTo>
                  <a:lnTo>
                    <a:pt x="2114" y="2469"/>
                  </a:lnTo>
                  <a:lnTo>
                    <a:pt x="2093" y="2365"/>
                  </a:lnTo>
                  <a:lnTo>
                    <a:pt x="2302" y="2197"/>
                  </a:lnTo>
                  <a:lnTo>
                    <a:pt x="2344" y="2051"/>
                  </a:lnTo>
                  <a:lnTo>
                    <a:pt x="2261" y="1925"/>
                  </a:lnTo>
                  <a:lnTo>
                    <a:pt x="2093" y="1737"/>
                  </a:lnTo>
                  <a:lnTo>
                    <a:pt x="2030" y="1507"/>
                  </a:lnTo>
                  <a:lnTo>
                    <a:pt x="2114" y="1423"/>
                  </a:lnTo>
                  <a:lnTo>
                    <a:pt x="2093" y="1319"/>
                  </a:lnTo>
                  <a:lnTo>
                    <a:pt x="2051" y="1193"/>
                  </a:lnTo>
                  <a:lnTo>
                    <a:pt x="2030" y="1109"/>
                  </a:lnTo>
                  <a:lnTo>
                    <a:pt x="2135" y="984"/>
                  </a:lnTo>
                  <a:lnTo>
                    <a:pt x="1926" y="963"/>
                  </a:lnTo>
                  <a:lnTo>
                    <a:pt x="1842" y="1088"/>
                  </a:lnTo>
                  <a:lnTo>
                    <a:pt x="1737" y="1005"/>
                  </a:lnTo>
                  <a:lnTo>
                    <a:pt x="1633" y="1047"/>
                  </a:lnTo>
                  <a:lnTo>
                    <a:pt x="1591" y="963"/>
                  </a:lnTo>
                  <a:lnTo>
                    <a:pt x="1382" y="879"/>
                  </a:lnTo>
                  <a:lnTo>
                    <a:pt x="1361" y="837"/>
                  </a:lnTo>
                  <a:lnTo>
                    <a:pt x="1424" y="691"/>
                  </a:lnTo>
                  <a:lnTo>
                    <a:pt x="1277" y="565"/>
                  </a:lnTo>
                  <a:lnTo>
                    <a:pt x="1110" y="482"/>
                  </a:lnTo>
                  <a:lnTo>
                    <a:pt x="1089" y="377"/>
                  </a:lnTo>
                  <a:lnTo>
                    <a:pt x="900" y="168"/>
                  </a:lnTo>
                  <a:lnTo>
                    <a:pt x="880" y="105"/>
                  </a:lnTo>
                  <a:lnTo>
                    <a:pt x="754" y="63"/>
                  </a:lnTo>
                  <a:lnTo>
                    <a:pt x="670" y="42"/>
                  </a:lnTo>
                  <a:lnTo>
                    <a:pt x="566" y="21"/>
                  </a:lnTo>
                  <a:lnTo>
                    <a:pt x="46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706" name="Google Shape;1706;p60"/>
          <p:cNvGrpSpPr/>
          <p:nvPr/>
        </p:nvGrpSpPr>
        <p:grpSpPr>
          <a:xfrm>
            <a:off x="4738842" y="1644454"/>
            <a:ext cx="2770909" cy="1822077"/>
            <a:chOff x="235800" y="830650"/>
            <a:chExt cx="6978450" cy="4588844"/>
          </a:xfrm>
        </p:grpSpPr>
        <p:sp>
          <p:nvSpPr>
            <p:cNvPr id="1707" name="Google Shape;1707;p60"/>
            <p:cNvSpPr/>
            <p:nvPr/>
          </p:nvSpPr>
          <p:spPr>
            <a:xfrm>
              <a:off x="235800" y="1224769"/>
              <a:ext cx="2592225" cy="4194725"/>
            </a:xfrm>
            <a:custGeom>
              <a:avLst/>
              <a:gdLst/>
              <a:ahLst/>
              <a:cxnLst/>
              <a:rect l="l" t="t" r="r" b="b"/>
              <a:pathLst>
                <a:path w="103689" h="167789" extrusionOk="0">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solidFill>
              <a:srgbClr val="BAC8D3"/>
            </a:solidFill>
            <a:ln>
              <a:noFill/>
            </a:ln>
          </p:spPr>
          <p:txBody>
            <a:bodyPr spcFirstLastPara="1" wrap="square" lIns="121900" tIns="121900" rIns="121900" bIns="121900" anchor="ctr" anchorCtr="0">
              <a:noAutofit/>
            </a:bodyPr>
            <a:lstStyle/>
            <a:p>
              <a:endParaRPr sz="2400"/>
            </a:p>
          </p:txBody>
        </p:sp>
        <p:sp>
          <p:nvSpPr>
            <p:cNvPr id="1708" name="Google Shape;1708;p60"/>
            <p:cNvSpPr/>
            <p:nvPr/>
          </p:nvSpPr>
          <p:spPr>
            <a:xfrm>
              <a:off x="2370225" y="830650"/>
              <a:ext cx="1016975" cy="1158500"/>
            </a:xfrm>
            <a:custGeom>
              <a:avLst/>
              <a:gdLst/>
              <a:ahLst/>
              <a:cxnLst/>
              <a:rect l="l" t="t" r="r" b="b"/>
              <a:pathLst>
                <a:path w="40679" h="46340" extrusionOk="0">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solidFill>
              <a:srgbClr val="BAC8D3"/>
            </a:solidFill>
            <a:ln>
              <a:noFill/>
            </a:ln>
          </p:spPr>
          <p:txBody>
            <a:bodyPr spcFirstLastPara="1" wrap="square" lIns="121900" tIns="121900" rIns="121900" bIns="121900" anchor="ctr" anchorCtr="0">
              <a:noAutofit/>
            </a:bodyPr>
            <a:lstStyle/>
            <a:p>
              <a:endParaRPr sz="2400"/>
            </a:p>
          </p:txBody>
        </p:sp>
        <p:sp>
          <p:nvSpPr>
            <p:cNvPr id="1709" name="Google Shape;1709;p60"/>
            <p:cNvSpPr/>
            <p:nvPr/>
          </p:nvSpPr>
          <p:spPr>
            <a:xfrm>
              <a:off x="3143325" y="1089650"/>
              <a:ext cx="4064350" cy="3503975"/>
            </a:xfrm>
            <a:custGeom>
              <a:avLst/>
              <a:gdLst/>
              <a:ahLst/>
              <a:cxnLst/>
              <a:rect l="l" t="t" r="r" b="b"/>
              <a:pathLst>
                <a:path w="162574" h="140159" extrusionOk="0">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solidFill>
              <a:srgbClr val="BAC8D3"/>
            </a:solidFill>
            <a:ln>
              <a:noFill/>
            </a:ln>
          </p:spPr>
          <p:txBody>
            <a:bodyPr spcFirstLastPara="1" wrap="square" lIns="121900" tIns="121900" rIns="121900" bIns="121900" anchor="ctr" anchorCtr="0">
              <a:noAutofit/>
            </a:bodyPr>
            <a:lstStyle/>
            <a:p>
              <a:endParaRPr sz="2400"/>
            </a:p>
          </p:txBody>
        </p:sp>
        <p:sp>
          <p:nvSpPr>
            <p:cNvPr id="1710" name="Google Shape;1710;p60"/>
            <p:cNvSpPr/>
            <p:nvPr/>
          </p:nvSpPr>
          <p:spPr>
            <a:xfrm>
              <a:off x="6146600" y="3671525"/>
              <a:ext cx="342925" cy="189500"/>
            </a:xfrm>
            <a:custGeom>
              <a:avLst/>
              <a:gdLst/>
              <a:ahLst/>
              <a:cxnLst/>
              <a:rect l="l" t="t" r="r" b="b"/>
              <a:pathLst>
                <a:path w="13717" h="7580" extrusionOk="0">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solidFill>
              <a:srgbClr val="BAC8D3"/>
            </a:solidFill>
            <a:ln>
              <a:noFill/>
            </a:ln>
          </p:spPr>
          <p:txBody>
            <a:bodyPr spcFirstLastPara="1" wrap="square" lIns="121900" tIns="121900" rIns="121900" bIns="121900" anchor="ctr" anchorCtr="0">
              <a:noAutofit/>
            </a:bodyPr>
            <a:lstStyle/>
            <a:p>
              <a:endParaRPr sz="2400"/>
            </a:p>
          </p:txBody>
        </p:sp>
        <p:sp>
          <p:nvSpPr>
            <p:cNvPr id="1711" name="Google Shape;1711;p60"/>
            <p:cNvSpPr/>
            <p:nvPr/>
          </p:nvSpPr>
          <p:spPr>
            <a:xfrm>
              <a:off x="5901600" y="3652500"/>
              <a:ext cx="558700" cy="402875"/>
            </a:xfrm>
            <a:custGeom>
              <a:avLst/>
              <a:gdLst/>
              <a:ahLst/>
              <a:cxnLst/>
              <a:rect l="l" t="t" r="r" b="b"/>
              <a:pathLst>
                <a:path w="22348" h="16115" extrusionOk="0">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solidFill>
              <a:srgbClr val="BAC8D3"/>
            </a:solidFill>
            <a:ln>
              <a:noFill/>
            </a:ln>
          </p:spPr>
          <p:txBody>
            <a:bodyPr spcFirstLastPara="1" wrap="square" lIns="121900" tIns="121900" rIns="121900" bIns="121900" anchor="ctr" anchorCtr="0">
              <a:noAutofit/>
            </a:bodyPr>
            <a:lstStyle/>
            <a:p>
              <a:endParaRPr sz="2400"/>
            </a:p>
          </p:txBody>
        </p:sp>
        <p:sp>
          <p:nvSpPr>
            <p:cNvPr id="1712" name="Google Shape;1712;p60"/>
            <p:cNvSpPr/>
            <p:nvPr/>
          </p:nvSpPr>
          <p:spPr>
            <a:xfrm>
              <a:off x="6249675" y="4061675"/>
              <a:ext cx="964575" cy="811125"/>
            </a:xfrm>
            <a:custGeom>
              <a:avLst/>
              <a:gdLst/>
              <a:ahLst/>
              <a:cxnLst/>
              <a:rect l="l" t="t" r="r" b="b"/>
              <a:pathLst>
                <a:path w="38583" h="32445" extrusionOk="0">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solidFill>
              <a:srgbClr val="BAC8D3"/>
            </a:solidFill>
            <a:ln>
              <a:noFill/>
            </a:ln>
          </p:spPr>
          <p:txBody>
            <a:bodyPr spcFirstLastPara="1" wrap="square" lIns="121900" tIns="121900" rIns="121900" bIns="121900" anchor="ctr" anchorCtr="0">
              <a:noAutofit/>
            </a:bodyPr>
            <a:lstStyle/>
            <a:p>
              <a:endParaRPr sz="2400"/>
            </a:p>
          </p:txBody>
        </p:sp>
      </p:grpSp>
      <p:grpSp>
        <p:nvGrpSpPr>
          <p:cNvPr id="1713" name="Google Shape;1713;p60"/>
          <p:cNvGrpSpPr/>
          <p:nvPr/>
        </p:nvGrpSpPr>
        <p:grpSpPr>
          <a:xfrm>
            <a:off x="990171" y="4085923"/>
            <a:ext cx="3497168" cy="1778053"/>
            <a:chOff x="238125" y="1038125"/>
            <a:chExt cx="7146800" cy="3633625"/>
          </a:xfrm>
        </p:grpSpPr>
        <p:sp>
          <p:nvSpPr>
            <p:cNvPr id="1714" name="Google Shape;1714;p60"/>
            <p:cNvSpPr/>
            <p:nvPr/>
          </p:nvSpPr>
          <p:spPr>
            <a:xfrm>
              <a:off x="6256150" y="3780375"/>
              <a:ext cx="62400" cy="53425"/>
            </a:xfrm>
            <a:custGeom>
              <a:avLst/>
              <a:gdLst/>
              <a:ahLst/>
              <a:cxnLst/>
              <a:rect l="l" t="t" r="r" b="b"/>
              <a:pathLst>
                <a:path w="2496" h="2137" extrusionOk="0">
                  <a:moveTo>
                    <a:pt x="1065" y="0"/>
                  </a:moveTo>
                  <a:cubicBezTo>
                    <a:pt x="472"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15" name="Google Shape;1715;p60"/>
            <p:cNvSpPr/>
            <p:nvPr/>
          </p:nvSpPr>
          <p:spPr>
            <a:xfrm>
              <a:off x="6256150" y="3856775"/>
              <a:ext cx="62200" cy="53250"/>
            </a:xfrm>
            <a:custGeom>
              <a:avLst/>
              <a:gdLst/>
              <a:ahLst/>
              <a:cxnLst/>
              <a:rect l="l" t="t" r="r" b="b"/>
              <a:pathLst>
                <a:path w="2488" h="2130" extrusionOk="0">
                  <a:moveTo>
                    <a:pt x="1065" y="1"/>
                  </a:moveTo>
                  <a:cubicBezTo>
                    <a:pt x="480" y="1"/>
                    <a:pt x="0" y="472"/>
                    <a:pt x="0" y="1066"/>
                  </a:cubicBezTo>
                  <a:cubicBezTo>
                    <a:pt x="0" y="1704"/>
                    <a:pt x="524" y="2129"/>
                    <a:pt x="1070" y="2129"/>
                  </a:cubicBezTo>
                  <a:cubicBezTo>
                    <a:pt x="1331" y="2129"/>
                    <a:pt x="1597" y="2032"/>
                    <a:pt x="1813" y="1814"/>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16" name="Google Shape;1716;p60"/>
            <p:cNvSpPr/>
            <p:nvPr/>
          </p:nvSpPr>
          <p:spPr>
            <a:xfrm>
              <a:off x="6256150" y="3932800"/>
              <a:ext cx="62200" cy="53425"/>
            </a:xfrm>
            <a:custGeom>
              <a:avLst/>
              <a:gdLst/>
              <a:ahLst/>
              <a:cxnLst/>
              <a:rect l="l" t="t" r="r" b="b"/>
              <a:pathLst>
                <a:path w="2488" h="2137" extrusionOk="0">
                  <a:moveTo>
                    <a:pt x="1065" y="0"/>
                  </a:moveTo>
                  <a:cubicBezTo>
                    <a:pt x="472" y="0"/>
                    <a:pt x="0" y="480"/>
                    <a:pt x="0" y="1065"/>
                  </a:cubicBezTo>
                  <a:cubicBezTo>
                    <a:pt x="0" y="1709"/>
                    <a:pt x="525" y="2137"/>
                    <a:pt x="1071" y="2137"/>
                  </a:cubicBezTo>
                  <a:cubicBezTo>
                    <a:pt x="1332" y="2137"/>
                    <a:pt x="1597" y="2039"/>
                    <a:pt x="1813" y="1821"/>
                  </a:cubicBezTo>
                  <a:cubicBezTo>
                    <a:pt x="2488" y="1155"/>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17" name="Google Shape;1717;p60"/>
            <p:cNvSpPr/>
            <p:nvPr/>
          </p:nvSpPr>
          <p:spPr>
            <a:xfrm>
              <a:off x="6332350" y="385677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3" y="1814"/>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18" name="Google Shape;1718;p60"/>
            <p:cNvSpPr/>
            <p:nvPr/>
          </p:nvSpPr>
          <p:spPr>
            <a:xfrm>
              <a:off x="6332350" y="3932800"/>
              <a:ext cx="62225" cy="53425"/>
            </a:xfrm>
            <a:custGeom>
              <a:avLst/>
              <a:gdLst/>
              <a:ahLst/>
              <a:cxnLst/>
              <a:rect l="l" t="t" r="r" b="b"/>
              <a:pathLst>
                <a:path w="2489" h="2137" extrusionOk="0">
                  <a:moveTo>
                    <a:pt x="1066" y="0"/>
                  </a:moveTo>
                  <a:cubicBezTo>
                    <a:pt x="472" y="8"/>
                    <a:pt x="1" y="480"/>
                    <a:pt x="1" y="1065"/>
                  </a:cubicBezTo>
                  <a:cubicBezTo>
                    <a:pt x="1" y="1709"/>
                    <a:pt x="526" y="2137"/>
                    <a:pt x="1072" y="2137"/>
                  </a:cubicBezTo>
                  <a:cubicBezTo>
                    <a:pt x="1333" y="2137"/>
                    <a:pt x="1598" y="2039"/>
                    <a:pt x="1813" y="1821"/>
                  </a:cubicBezTo>
                  <a:cubicBezTo>
                    <a:pt x="2488" y="1146"/>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19" name="Google Shape;1719;p60"/>
            <p:cNvSpPr/>
            <p:nvPr/>
          </p:nvSpPr>
          <p:spPr>
            <a:xfrm>
              <a:off x="6408350" y="3856775"/>
              <a:ext cx="62425" cy="53250"/>
            </a:xfrm>
            <a:custGeom>
              <a:avLst/>
              <a:gdLst/>
              <a:ahLst/>
              <a:cxnLst/>
              <a:rect l="l" t="t" r="r" b="b"/>
              <a:pathLst>
                <a:path w="2497" h="2130" extrusionOk="0">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20" name="Google Shape;1720;p60"/>
            <p:cNvSpPr/>
            <p:nvPr/>
          </p:nvSpPr>
          <p:spPr>
            <a:xfrm>
              <a:off x="6408350" y="3932800"/>
              <a:ext cx="62425" cy="53425"/>
            </a:xfrm>
            <a:custGeom>
              <a:avLst/>
              <a:gdLst/>
              <a:ahLst/>
              <a:cxnLst/>
              <a:rect l="l" t="t" r="r" b="b"/>
              <a:pathLst>
                <a:path w="2497" h="2137" extrusionOk="0">
                  <a:moveTo>
                    <a:pt x="1074" y="0"/>
                  </a:moveTo>
                  <a:cubicBezTo>
                    <a:pt x="481" y="0"/>
                    <a:pt x="1" y="480"/>
                    <a:pt x="1" y="1065"/>
                  </a:cubicBezTo>
                  <a:cubicBezTo>
                    <a:pt x="1" y="1709"/>
                    <a:pt x="526" y="2137"/>
                    <a:pt x="1075" y="2137"/>
                  </a:cubicBezTo>
                  <a:cubicBezTo>
                    <a:pt x="1337" y="2137"/>
                    <a:pt x="1604" y="2039"/>
                    <a:pt x="1822" y="1821"/>
                  </a:cubicBezTo>
                  <a:cubicBezTo>
                    <a:pt x="2497" y="1155"/>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21" name="Google Shape;1721;p60"/>
            <p:cNvSpPr/>
            <p:nvPr/>
          </p:nvSpPr>
          <p:spPr>
            <a:xfrm>
              <a:off x="6408350" y="4085225"/>
              <a:ext cx="62425" cy="53350"/>
            </a:xfrm>
            <a:custGeom>
              <a:avLst/>
              <a:gdLst/>
              <a:ahLst/>
              <a:cxnLst/>
              <a:rect l="l" t="t" r="r" b="b"/>
              <a:pathLst>
                <a:path w="2497" h="2134" extrusionOk="0">
                  <a:moveTo>
                    <a:pt x="1074" y="0"/>
                  </a:moveTo>
                  <a:cubicBezTo>
                    <a:pt x="481" y="0"/>
                    <a:pt x="9" y="480"/>
                    <a:pt x="1" y="1065"/>
                  </a:cubicBezTo>
                  <a:cubicBezTo>
                    <a:pt x="1" y="1709"/>
                    <a:pt x="526" y="2133"/>
                    <a:pt x="1075" y="2133"/>
                  </a:cubicBezTo>
                  <a:cubicBezTo>
                    <a:pt x="1337" y="2133"/>
                    <a:pt x="1604" y="2037"/>
                    <a:pt x="1822" y="1821"/>
                  </a:cubicBezTo>
                  <a:cubicBezTo>
                    <a:pt x="2497" y="1147"/>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22" name="Google Shape;1722;p60"/>
            <p:cNvSpPr/>
            <p:nvPr/>
          </p:nvSpPr>
          <p:spPr>
            <a:xfrm>
              <a:off x="6484575" y="3856775"/>
              <a:ext cx="62425" cy="53250"/>
            </a:xfrm>
            <a:custGeom>
              <a:avLst/>
              <a:gdLst/>
              <a:ahLst/>
              <a:cxnLst/>
              <a:rect l="l" t="t" r="r" b="b"/>
              <a:pathLst>
                <a:path w="2497" h="2130" extrusionOk="0">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23" name="Google Shape;1723;p60"/>
            <p:cNvSpPr/>
            <p:nvPr/>
          </p:nvSpPr>
          <p:spPr>
            <a:xfrm>
              <a:off x="6484575" y="3932800"/>
              <a:ext cx="62425" cy="53425"/>
            </a:xfrm>
            <a:custGeom>
              <a:avLst/>
              <a:gdLst/>
              <a:ahLst/>
              <a:cxnLst/>
              <a:rect l="l" t="t" r="r" b="b"/>
              <a:pathLst>
                <a:path w="2497" h="2137" extrusionOk="0">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24" name="Google Shape;1724;p60"/>
            <p:cNvSpPr/>
            <p:nvPr/>
          </p:nvSpPr>
          <p:spPr>
            <a:xfrm>
              <a:off x="6484575" y="4161425"/>
              <a:ext cx="62425" cy="53300"/>
            </a:xfrm>
            <a:custGeom>
              <a:avLst/>
              <a:gdLst/>
              <a:ahLst/>
              <a:cxnLst/>
              <a:rect l="l" t="t" r="r" b="b"/>
              <a:pathLst>
                <a:path w="2497" h="2132" extrusionOk="0">
                  <a:moveTo>
                    <a:pt x="1065" y="1"/>
                  </a:moveTo>
                  <a:cubicBezTo>
                    <a:pt x="480" y="1"/>
                    <a:pt x="1" y="472"/>
                    <a:pt x="1" y="1066"/>
                  </a:cubicBezTo>
                  <a:cubicBezTo>
                    <a:pt x="1" y="1708"/>
                    <a:pt x="523" y="2131"/>
                    <a:pt x="1070" y="2131"/>
                  </a:cubicBezTo>
                  <a:cubicBezTo>
                    <a:pt x="1333" y="2131"/>
                    <a:pt x="1602" y="2033"/>
                    <a:pt x="1822" y="1814"/>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25" name="Google Shape;1725;p60"/>
            <p:cNvSpPr/>
            <p:nvPr/>
          </p:nvSpPr>
          <p:spPr>
            <a:xfrm>
              <a:off x="6484575" y="4085225"/>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26" name="Google Shape;1726;p60"/>
            <p:cNvSpPr/>
            <p:nvPr/>
          </p:nvSpPr>
          <p:spPr>
            <a:xfrm>
              <a:off x="6484575" y="4009000"/>
              <a:ext cx="62425" cy="53350"/>
            </a:xfrm>
            <a:custGeom>
              <a:avLst/>
              <a:gdLst/>
              <a:ahLst/>
              <a:cxnLst/>
              <a:rect l="l" t="t" r="r" b="b"/>
              <a:pathLst>
                <a:path w="2497" h="2134" extrusionOk="0">
                  <a:moveTo>
                    <a:pt x="1065" y="1"/>
                  </a:moveTo>
                  <a:cubicBezTo>
                    <a:pt x="480" y="1"/>
                    <a:pt x="1" y="480"/>
                    <a:pt x="1" y="1066"/>
                  </a:cubicBezTo>
                  <a:cubicBezTo>
                    <a:pt x="1" y="1710"/>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27" name="Google Shape;1727;p60"/>
            <p:cNvSpPr/>
            <p:nvPr/>
          </p:nvSpPr>
          <p:spPr>
            <a:xfrm>
              <a:off x="6638425" y="3856775"/>
              <a:ext cx="62425" cy="53250"/>
            </a:xfrm>
            <a:custGeom>
              <a:avLst/>
              <a:gdLst/>
              <a:ahLst/>
              <a:cxnLst/>
              <a:rect l="l" t="t" r="r" b="b"/>
              <a:pathLst>
                <a:path w="2497" h="2130" extrusionOk="0">
                  <a:moveTo>
                    <a:pt x="1065" y="1"/>
                  </a:moveTo>
                  <a:cubicBezTo>
                    <a:pt x="480" y="1"/>
                    <a:pt x="9"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28" name="Google Shape;1728;p60"/>
            <p:cNvSpPr/>
            <p:nvPr/>
          </p:nvSpPr>
          <p:spPr>
            <a:xfrm>
              <a:off x="6638425" y="3932800"/>
              <a:ext cx="62425" cy="53425"/>
            </a:xfrm>
            <a:custGeom>
              <a:avLst/>
              <a:gdLst/>
              <a:ahLst/>
              <a:cxnLst/>
              <a:rect l="l" t="t" r="r" b="b"/>
              <a:pathLst>
                <a:path w="2497" h="2137" extrusionOk="0">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29" name="Google Shape;1729;p60"/>
            <p:cNvSpPr/>
            <p:nvPr/>
          </p:nvSpPr>
          <p:spPr>
            <a:xfrm>
              <a:off x="6638425" y="4161425"/>
              <a:ext cx="62425" cy="53300"/>
            </a:xfrm>
            <a:custGeom>
              <a:avLst/>
              <a:gdLst/>
              <a:ahLst/>
              <a:cxnLst/>
              <a:rect l="l" t="t" r="r" b="b"/>
              <a:pathLst>
                <a:path w="2497" h="2132" extrusionOk="0">
                  <a:moveTo>
                    <a:pt x="1065" y="1"/>
                  </a:moveTo>
                  <a:cubicBezTo>
                    <a:pt x="480" y="1"/>
                    <a:pt x="1" y="472"/>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30" name="Google Shape;1730;p60"/>
            <p:cNvSpPr/>
            <p:nvPr/>
          </p:nvSpPr>
          <p:spPr>
            <a:xfrm>
              <a:off x="6638425" y="4085225"/>
              <a:ext cx="62425" cy="53350"/>
            </a:xfrm>
            <a:custGeom>
              <a:avLst/>
              <a:gdLst/>
              <a:ahLst/>
              <a:cxnLst/>
              <a:rect l="l" t="t" r="r" b="b"/>
              <a:pathLst>
                <a:path w="2497" h="2134" extrusionOk="0">
                  <a:moveTo>
                    <a:pt x="1065" y="0"/>
                  </a:moveTo>
                  <a:cubicBezTo>
                    <a:pt x="480" y="0"/>
                    <a:pt x="9" y="480"/>
                    <a:pt x="1" y="1065"/>
                  </a:cubicBezTo>
                  <a:cubicBezTo>
                    <a:pt x="1" y="1709"/>
                    <a:pt x="526" y="2133"/>
                    <a:pt x="1074" y="2133"/>
                  </a:cubicBezTo>
                  <a:cubicBezTo>
                    <a:pt x="1336" y="2133"/>
                    <a:pt x="1604" y="2037"/>
                    <a:pt x="1822" y="1821"/>
                  </a:cubicBezTo>
                  <a:cubicBezTo>
                    <a:pt x="2496" y="1147"/>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31" name="Google Shape;1731;p60"/>
            <p:cNvSpPr/>
            <p:nvPr/>
          </p:nvSpPr>
          <p:spPr>
            <a:xfrm>
              <a:off x="6638425" y="4009000"/>
              <a:ext cx="62425" cy="53350"/>
            </a:xfrm>
            <a:custGeom>
              <a:avLst/>
              <a:gdLst/>
              <a:ahLst/>
              <a:cxnLst/>
              <a:rect l="l" t="t" r="r" b="b"/>
              <a:pathLst>
                <a:path w="2497" h="2134" extrusionOk="0">
                  <a:moveTo>
                    <a:pt x="1065" y="1"/>
                  </a:moveTo>
                  <a:cubicBezTo>
                    <a:pt x="480" y="1"/>
                    <a:pt x="1" y="480"/>
                    <a:pt x="1" y="1066"/>
                  </a:cubicBezTo>
                  <a:cubicBezTo>
                    <a:pt x="1" y="1710"/>
                    <a:pt x="530" y="2134"/>
                    <a:pt x="1078" y="2134"/>
                  </a:cubicBezTo>
                  <a:cubicBezTo>
                    <a:pt x="1340" y="2134"/>
                    <a:pt x="1606" y="2037"/>
                    <a:pt x="1822"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32" name="Google Shape;1732;p60"/>
            <p:cNvSpPr/>
            <p:nvPr/>
          </p:nvSpPr>
          <p:spPr>
            <a:xfrm>
              <a:off x="6715450" y="3932800"/>
              <a:ext cx="62225" cy="53425"/>
            </a:xfrm>
            <a:custGeom>
              <a:avLst/>
              <a:gdLst/>
              <a:ahLst/>
              <a:cxnLst/>
              <a:rect l="l" t="t" r="r" b="b"/>
              <a:pathLst>
                <a:path w="2489" h="2137" extrusionOk="0">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33" name="Google Shape;1733;p60"/>
            <p:cNvSpPr/>
            <p:nvPr/>
          </p:nvSpPr>
          <p:spPr>
            <a:xfrm>
              <a:off x="6715450" y="4085225"/>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7"/>
                    <a:pt x="1822" y="1821"/>
                  </a:cubicBezTo>
                  <a:cubicBezTo>
                    <a:pt x="2488" y="1147"/>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34" name="Google Shape;1734;p60"/>
            <p:cNvSpPr/>
            <p:nvPr/>
          </p:nvSpPr>
          <p:spPr>
            <a:xfrm>
              <a:off x="6715450" y="4009000"/>
              <a:ext cx="62225" cy="53350"/>
            </a:xfrm>
            <a:custGeom>
              <a:avLst/>
              <a:gdLst/>
              <a:ahLst/>
              <a:cxnLst/>
              <a:rect l="l" t="t" r="r" b="b"/>
              <a:pathLst>
                <a:path w="2489" h="2134" extrusionOk="0">
                  <a:moveTo>
                    <a:pt x="1066" y="1"/>
                  </a:moveTo>
                  <a:cubicBezTo>
                    <a:pt x="480" y="1"/>
                    <a:pt x="1" y="480"/>
                    <a:pt x="1" y="1066"/>
                  </a:cubicBezTo>
                  <a:cubicBezTo>
                    <a:pt x="1" y="1710"/>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35" name="Google Shape;1735;p60"/>
            <p:cNvSpPr/>
            <p:nvPr/>
          </p:nvSpPr>
          <p:spPr>
            <a:xfrm>
              <a:off x="6408350" y="4009000"/>
              <a:ext cx="62425" cy="53350"/>
            </a:xfrm>
            <a:custGeom>
              <a:avLst/>
              <a:gdLst/>
              <a:ahLst/>
              <a:cxnLst/>
              <a:rect l="l" t="t" r="r" b="b"/>
              <a:pathLst>
                <a:path w="2497" h="2134" extrusionOk="0">
                  <a:moveTo>
                    <a:pt x="1074" y="1"/>
                  </a:moveTo>
                  <a:cubicBezTo>
                    <a:pt x="481" y="1"/>
                    <a:pt x="1"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36" name="Google Shape;1736;p60"/>
            <p:cNvSpPr/>
            <p:nvPr/>
          </p:nvSpPr>
          <p:spPr>
            <a:xfrm>
              <a:off x="6332350" y="4009000"/>
              <a:ext cx="62225" cy="53350"/>
            </a:xfrm>
            <a:custGeom>
              <a:avLst/>
              <a:gdLst/>
              <a:ahLst/>
              <a:cxnLst/>
              <a:rect l="l" t="t" r="r" b="b"/>
              <a:pathLst>
                <a:path w="2489" h="2134" extrusionOk="0">
                  <a:moveTo>
                    <a:pt x="1066" y="1"/>
                  </a:moveTo>
                  <a:cubicBezTo>
                    <a:pt x="472" y="1"/>
                    <a:pt x="1" y="480"/>
                    <a:pt x="1" y="1066"/>
                  </a:cubicBezTo>
                  <a:cubicBezTo>
                    <a:pt x="1" y="1710"/>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37" name="Google Shape;1737;p60"/>
            <p:cNvSpPr/>
            <p:nvPr/>
          </p:nvSpPr>
          <p:spPr>
            <a:xfrm>
              <a:off x="6256150" y="4009000"/>
              <a:ext cx="62200" cy="53350"/>
            </a:xfrm>
            <a:custGeom>
              <a:avLst/>
              <a:gdLst/>
              <a:ahLst/>
              <a:cxnLst/>
              <a:rect l="l" t="t" r="r" b="b"/>
              <a:pathLst>
                <a:path w="2488" h="2134" extrusionOk="0">
                  <a:moveTo>
                    <a:pt x="1065" y="1"/>
                  </a:moveTo>
                  <a:cubicBezTo>
                    <a:pt x="472" y="1"/>
                    <a:pt x="0" y="480"/>
                    <a:pt x="0" y="1066"/>
                  </a:cubicBezTo>
                  <a:cubicBezTo>
                    <a:pt x="0" y="1710"/>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38" name="Google Shape;1738;p60"/>
            <p:cNvSpPr/>
            <p:nvPr/>
          </p:nvSpPr>
          <p:spPr>
            <a:xfrm>
              <a:off x="5951475" y="3932800"/>
              <a:ext cx="62225" cy="53425"/>
            </a:xfrm>
            <a:custGeom>
              <a:avLst/>
              <a:gdLst/>
              <a:ahLst/>
              <a:cxnLst/>
              <a:rect l="l" t="t" r="r" b="b"/>
              <a:pathLst>
                <a:path w="2489" h="2137" extrusionOk="0">
                  <a:moveTo>
                    <a:pt x="1066" y="0"/>
                  </a:moveTo>
                  <a:cubicBezTo>
                    <a:pt x="472" y="8"/>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39" name="Google Shape;1739;p60"/>
            <p:cNvSpPr/>
            <p:nvPr/>
          </p:nvSpPr>
          <p:spPr>
            <a:xfrm>
              <a:off x="5951475" y="4009000"/>
              <a:ext cx="62225" cy="53350"/>
            </a:xfrm>
            <a:custGeom>
              <a:avLst/>
              <a:gdLst/>
              <a:ahLst/>
              <a:cxnLst/>
              <a:rect l="l" t="t" r="r" b="b"/>
              <a:pathLst>
                <a:path w="2489" h="2134" extrusionOk="0">
                  <a:moveTo>
                    <a:pt x="1066" y="1"/>
                  </a:moveTo>
                  <a:cubicBezTo>
                    <a:pt x="472"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40" name="Google Shape;1740;p60"/>
            <p:cNvSpPr/>
            <p:nvPr/>
          </p:nvSpPr>
          <p:spPr>
            <a:xfrm>
              <a:off x="6027500" y="3856775"/>
              <a:ext cx="62425" cy="53250"/>
            </a:xfrm>
            <a:custGeom>
              <a:avLst/>
              <a:gdLst/>
              <a:ahLst/>
              <a:cxnLst/>
              <a:rect l="l" t="t" r="r" b="b"/>
              <a:pathLst>
                <a:path w="2497" h="2130" extrusionOk="0">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41" name="Google Shape;1741;p60"/>
            <p:cNvSpPr/>
            <p:nvPr/>
          </p:nvSpPr>
          <p:spPr>
            <a:xfrm>
              <a:off x="6027500" y="3932800"/>
              <a:ext cx="62425" cy="53425"/>
            </a:xfrm>
            <a:custGeom>
              <a:avLst/>
              <a:gdLst/>
              <a:ahLst/>
              <a:cxnLst/>
              <a:rect l="l" t="t" r="r" b="b"/>
              <a:pathLst>
                <a:path w="2497" h="2137" extrusionOk="0">
                  <a:moveTo>
                    <a:pt x="1073" y="0"/>
                  </a:moveTo>
                  <a:cubicBezTo>
                    <a:pt x="480" y="0"/>
                    <a:pt x="9" y="480"/>
                    <a:pt x="0" y="1065"/>
                  </a:cubicBezTo>
                  <a:cubicBezTo>
                    <a:pt x="0" y="1709"/>
                    <a:pt x="529" y="2137"/>
                    <a:pt x="1078" y="2137"/>
                  </a:cubicBezTo>
                  <a:cubicBezTo>
                    <a:pt x="1340" y="2137"/>
                    <a:pt x="1606" y="2039"/>
                    <a:pt x="1821" y="1821"/>
                  </a:cubicBezTo>
                  <a:cubicBezTo>
                    <a:pt x="2496" y="1155"/>
                    <a:pt x="2016" y="0"/>
                    <a:pt x="1073"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42" name="Google Shape;1742;p60"/>
            <p:cNvSpPr/>
            <p:nvPr/>
          </p:nvSpPr>
          <p:spPr>
            <a:xfrm>
              <a:off x="6027500" y="4009000"/>
              <a:ext cx="62425" cy="53350"/>
            </a:xfrm>
            <a:custGeom>
              <a:avLst/>
              <a:gdLst/>
              <a:ahLst/>
              <a:cxnLst/>
              <a:rect l="l" t="t" r="r" b="b"/>
              <a:pathLst>
                <a:path w="2497" h="2134" extrusionOk="0">
                  <a:moveTo>
                    <a:pt x="1073" y="1"/>
                  </a:moveTo>
                  <a:cubicBezTo>
                    <a:pt x="480" y="1"/>
                    <a:pt x="9" y="480"/>
                    <a:pt x="0" y="1066"/>
                  </a:cubicBezTo>
                  <a:cubicBezTo>
                    <a:pt x="0" y="1710"/>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43" name="Google Shape;1743;p60"/>
            <p:cNvSpPr/>
            <p:nvPr/>
          </p:nvSpPr>
          <p:spPr>
            <a:xfrm>
              <a:off x="6103700" y="3780375"/>
              <a:ext cx="62425" cy="53475"/>
            </a:xfrm>
            <a:custGeom>
              <a:avLst/>
              <a:gdLst/>
              <a:ahLst/>
              <a:cxnLst/>
              <a:rect l="l" t="t" r="r" b="b"/>
              <a:pathLst>
                <a:path w="2497" h="2139" extrusionOk="0">
                  <a:moveTo>
                    <a:pt x="1066" y="0"/>
                  </a:moveTo>
                  <a:cubicBezTo>
                    <a:pt x="481" y="0"/>
                    <a:pt x="1" y="480"/>
                    <a:pt x="1" y="1073"/>
                  </a:cubicBezTo>
                  <a:cubicBezTo>
                    <a:pt x="6" y="1715"/>
                    <a:pt x="530" y="2139"/>
                    <a:pt x="1078" y="2139"/>
                  </a:cubicBezTo>
                  <a:cubicBezTo>
                    <a:pt x="1342" y="2139"/>
                    <a:pt x="1611" y="2040"/>
                    <a:pt x="1830" y="1821"/>
                  </a:cubicBezTo>
                  <a:cubicBezTo>
                    <a:pt x="2497"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44" name="Google Shape;1744;p60"/>
            <p:cNvSpPr/>
            <p:nvPr/>
          </p:nvSpPr>
          <p:spPr>
            <a:xfrm>
              <a:off x="6103700" y="3856775"/>
              <a:ext cx="62425" cy="53300"/>
            </a:xfrm>
            <a:custGeom>
              <a:avLst/>
              <a:gdLst/>
              <a:ahLst/>
              <a:cxnLst/>
              <a:rect l="l" t="t" r="r" b="b"/>
              <a:pathLst>
                <a:path w="2497" h="2132" extrusionOk="0">
                  <a:moveTo>
                    <a:pt x="1066" y="1"/>
                  </a:moveTo>
                  <a:cubicBezTo>
                    <a:pt x="481" y="1"/>
                    <a:pt x="1" y="480"/>
                    <a:pt x="1" y="1066"/>
                  </a:cubicBezTo>
                  <a:cubicBezTo>
                    <a:pt x="6" y="1708"/>
                    <a:pt x="530" y="2131"/>
                    <a:pt x="1075" y="2131"/>
                  </a:cubicBezTo>
                  <a:cubicBezTo>
                    <a:pt x="1338" y="2131"/>
                    <a:pt x="1605" y="2033"/>
                    <a:pt x="1822" y="1814"/>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45" name="Google Shape;1745;p60"/>
            <p:cNvSpPr/>
            <p:nvPr/>
          </p:nvSpPr>
          <p:spPr>
            <a:xfrm>
              <a:off x="6103700" y="3932800"/>
              <a:ext cx="62425" cy="53475"/>
            </a:xfrm>
            <a:custGeom>
              <a:avLst/>
              <a:gdLst/>
              <a:ahLst/>
              <a:cxnLst/>
              <a:rect l="l" t="t" r="r" b="b"/>
              <a:pathLst>
                <a:path w="2497" h="2139" extrusionOk="0">
                  <a:moveTo>
                    <a:pt x="1066" y="0"/>
                  </a:moveTo>
                  <a:cubicBezTo>
                    <a:pt x="481" y="0"/>
                    <a:pt x="1" y="480"/>
                    <a:pt x="1" y="1073"/>
                  </a:cubicBezTo>
                  <a:cubicBezTo>
                    <a:pt x="6" y="1715"/>
                    <a:pt x="530" y="2139"/>
                    <a:pt x="1075" y="2139"/>
                  </a:cubicBezTo>
                  <a:cubicBezTo>
                    <a:pt x="1338" y="2139"/>
                    <a:pt x="1605" y="2041"/>
                    <a:pt x="1822" y="1821"/>
                  </a:cubicBezTo>
                  <a:cubicBezTo>
                    <a:pt x="2497"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46" name="Google Shape;1746;p60"/>
            <p:cNvSpPr/>
            <p:nvPr/>
          </p:nvSpPr>
          <p:spPr>
            <a:xfrm>
              <a:off x="6103700" y="4009000"/>
              <a:ext cx="62425" cy="53350"/>
            </a:xfrm>
            <a:custGeom>
              <a:avLst/>
              <a:gdLst/>
              <a:ahLst/>
              <a:cxnLst/>
              <a:rect l="l" t="t" r="r" b="b"/>
              <a:pathLst>
                <a:path w="2497" h="2134" extrusionOk="0">
                  <a:moveTo>
                    <a:pt x="1066" y="1"/>
                  </a:moveTo>
                  <a:cubicBezTo>
                    <a:pt x="481" y="1"/>
                    <a:pt x="1" y="480"/>
                    <a:pt x="1" y="1066"/>
                  </a:cubicBezTo>
                  <a:cubicBezTo>
                    <a:pt x="1" y="1710"/>
                    <a:pt x="530" y="2134"/>
                    <a:pt x="1079" y="2134"/>
                  </a:cubicBezTo>
                  <a:cubicBezTo>
                    <a:pt x="1340" y="2134"/>
                    <a:pt x="1607" y="2037"/>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47" name="Google Shape;1747;p60"/>
            <p:cNvSpPr/>
            <p:nvPr/>
          </p:nvSpPr>
          <p:spPr>
            <a:xfrm>
              <a:off x="6179925" y="3704150"/>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48" name="Google Shape;1748;p60"/>
            <p:cNvSpPr/>
            <p:nvPr/>
          </p:nvSpPr>
          <p:spPr>
            <a:xfrm>
              <a:off x="6179925" y="3780375"/>
              <a:ext cx="62425" cy="53425"/>
            </a:xfrm>
            <a:custGeom>
              <a:avLst/>
              <a:gdLst/>
              <a:ahLst/>
              <a:cxnLst/>
              <a:rect l="l" t="t" r="r" b="b"/>
              <a:pathLst>
                <a:path w="2497" h="2137" extrusionOk="0">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49" name="Google Shape;1749;p60"/>
            <p:cNvSpPr/>
            <p:nvPr/>
          </p:nvSpPr>
          <p:spPr>
            <a:xfrm>
              <a:off x="6179925" y="4009000"/>
              <a:ext cx="62225" cy="53350"/>
            </a:xfrm>
            <a:custGeom>
              <a:avLst/>
              <a:gdLst/>
              <a:ahLst/>
              <a:cxnLst/>
              <a:rect l="l" t="t" r="r" b="b"/>
              <a:pathLst>
                <a:path w="2489" h="2134" extrusionOk="0">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50" name="Google Shape;1750;p60"/>
            <p:cNvSpPr/>
            <p:nvPr/>
          </p:nvSpPr>
          <p:spPr>
            <a:xfrm>
              <a:off x="6179925" y="39328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51" name="Google Shape;1751;p60"/>
            <p:cNvSpPr/>
            <p:nvPr/>
          </p:nvSpPr>
          <p:spPr>
            <a:xfrm>
              <a:off x="6179925" y="385677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52" name="Google Shape;1752;p60"/>
            <p:cNvSpPr/>
            <p:nvPr/>
          </p:nvSpPr>
          <p:spPr>
            <a:xfrm>
              <a:off x="7170300" y="3780375"/>
              <a:ext cx="62400" cy="53425"/>
            </a:xfrm>
            <a:custGeom>
              <a:avLst/>
              <a:gdLst/>
              <a:ahLst/>
              <a:cxnLst/>
              <a:rect l="l" t="t" r="r" b="b"/>
              <a:pathLst>
                <a:path w="2496" h="2137" extrusionOk="0">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53" name="Google Shape;1753;p60"/>
            <p:cNvSpPr/>
            <p:nvPr/>
          </p:nvSpPr>
          <p:spPr>
            <a:xfrm>
              <a:off x="6865650" y="3856775"/>
              <a:ext cx="62200" cy="53250"/>
            </a:xfrm>
            <a:custGeom>
              <a:avLst/>
              <a:gdLst/>
              <a:ahLst/>
              <a:cxnLst/>
              <a:rect l="l" t="t" r="r" b="b"/>
              <a:pathLst>
                <a:path w="2488"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54" name="Google Shape;1754;p60"/>
            <p:cNvSpPr/>
            <p:nvPr/>
          </p:nvSpPr>
          <p:spPr>
            <a:xfrm>
              <a:off x="6865650" y="3780375"/>
              <a:ext cx="62400" cy="53425"/>
            </a:xfrm>
            <a:custGeom>
              <a:avLst/>
              <a:gdLst/>
              <a:ahLst/>
              <a:cxnLst/>
              <a:rect l="l" t="t" r="r" b="b"/>
              <a:pathLst>
                <a:path w="2496" h="2137" extrusionOk="0">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55" name="Google Shape;1755;p60"/>
            <p:cNvSpPr/>
            <p:nvPr/>
          </p:nvSpPr>
          <p:spPr>
            <a:xfrm>
              <a:off x="6941850"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56" name="Google Shape;1756;p60"/>
            <p:cNvSpPr/>
            <p:nvPr/>
          </p:nvSpPr>
          <p:spPr>
            <a:xfrm>
              <a:off x="6789225" y="3627950"/>
              <a:ext cx="62425" cy="53425"/>
            </a:xfrm>
            <a:custGeom>
              <a:avLst/>
              <a:gdLst/>
              <a:ahLst/>
              <a:cxnLst/>
              <a:rect l="l" t="t" r="r" b="b"/>
              <a:pathLst>
                <a:path w="2497" h="2137" extrusionOk="0">
                  <a:moveTo>
                    <a:pt x="1074" y="0"/>
                  </a:moveTo>
                  <a:cubicBezTo>
                    <a:pt x="480" y="8"/>
                    <a:pt x="9" y="480"/>
                    <a:pt x="1" y="1073"/>
                  </a:cubicBezTo>
                  <a:cubicBezTo>
                    <a:pt x="1" y="1711"/>
                    <a:pt x="529" y="2137"/>
                    <a:pt x="1077" y="2137"/>
                  </a:cubicBezTo>
                  <a:cubicBezTo>
                    <a:pt x="1339" y="2137"/>
                    <a:pt x="1606" y="2039"/>
                    <a:pt x="1822" y="1821"/>
                  </a:cubicBezTo>
                  <a:cubicBezTo>
                    <a:pt x="2496" y="1154"/>
                    <a:pt x="2017" y="8"/>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57" name="Google Shape;1757;p60"/>
            <p:cNvSpPr/>
            <p:nvPr/>
          </p:nvSpPr>
          <p:spPr>
            <a:xfrm>
              <a:off x="6637000" y="3475725"/>
              <a:ext cx="62225" cy="53350"/>
            </a:xfrm>
            <a:custGeom>
              <a:avLst/>
              <a:gdLst/>
              <a:ahLst/>
              <a:cxnLst/>
              <a:rect l="l" t="t" r="r" b="b"/>
              <a:pathLst>
                <a:path w="2489" h="2134" extrusionOk="0">
                  <a:moveTo>
                    <a:pt x="1066" y="0"/>
                  </a:moveTo>
                  <a:cubicBezTo>
                    <a:pt x="472" y="0"/>
                    <a:pt x="1" y="472"/>
                    <a:pt x="1" y="1065"/>
                  </a:cubicBezTo>
                  <a:cubicBezTo>
                    <a:pt x="1" y="1709"/>
                    <a:pt x="526" y="2133"/>
                    <a:pt x="1072" y="2133"/>
                  </a:cubicBezTo>
                  <a:cubicBezTo>
                    <a:pt x="1333" y="2133"/>
                    <a:pt x="1598" y="2037"/>
                    <a:pt x="1813"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58" name="Google Shape;1758;p60"/>
            <p:cNvSpPr/>
            <p:nvPr/>
          </p:nvSpPr>
          <p:spPr>
            <a:xfrm>
              <a:off x="6256150" y="3399500"/>
              <a:ext cx="62200" cy="53350"/>
            </a:xfrm>
            <a:custGeom>
              <a:avLst/>
              <a:gdLst/>
              <a:ahLst/>
              <a:cxnLst/>
              <a:rect l="l" t="t" r="r" b="b"/>
              <a:pathLst>
                <a:path w="2488" h="2134" extrusionOk="0">
                  <a:moveTo>
                    <a:pt x="1065" y="1"/>
                  </a:moveTo>
                  <a:cubicBezTo>
                    <a:pt x="472" y="1"/>
                    <a:pt x="0" y="480"/>
                    <a:pt x="0" y="1066"/>
                  </a:cubicBezTo>
                  <a:cubicBezTo>
                    <a:pt x="0" y="1709"/>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59" name="Google Shape;1759;p60"/>
            <p:cNvSpPr/>
            <p:nvPr/>
          </p:nvSpPr>
          <p:spPr>
            <a:xfrm>
              <a:off x="6484575" y="3551925"/>
              <a:ext cx="62425" cy="53250"/>
            </a:xfrm>
            <a:custGeom>
              <a:avLst/>
              <a:gdLst/>
              <a:ahLst/>
              <a:cxnLst/>
              <a:rect l="l" t="t" r="r" b="b"/>
              <a:pathLst>
                <a:path w="2497" h="2130" extrusionOk="0">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60" name="Google Shape;1760;p60"/>
            <p:cNvSpPr/>
            <p:nvPr/>
          </p:nvSpPr>
          <p:spPr>
            <a:xfrm>
              <a:off x="6484575" y="3475725"/>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7"/>
                    <a:pt x="1822"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61" name="Google Shape;1761;p60"/>
            <p:cNvSpPr/>
            <p:nvPr/>
          </p:nvSpPr>
          <p:spPr>
            <a:xfrm>
              <a:off x="6408350" y="3551925"/>
              <a:ext cx="62425" cy="53250"/>
            </a:xfrm>
            <a:custGeom>
              <a:avLst/>
              <a:gdLst/>
              <a:ahLst/>
              <a:cxnLst/>
              <a:rect l="l" t="t" r="r" b="b"/>
              <a:pathLst>
                <a:path w="2497" h="2130" extrusionOk="0">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62" name="Google Shape;1762;p60"/>
            <p:cNvSpPr/>
            <p:nvPr/>
          </p:nvSpPr>
          <p:spPr>
            <a:xfrm>
              <a:off x="6408350" y="3475725"/>
              <a:ext cx="62425" cy="53350"/>
            </a:xfrm>
            <a:custGeom>
              <a:avLst/>
              <a:gdLst/>
              <a:ahLst/>
              <a:cxnLst/>
              <a:rect l="l" t="t" r="r" b="b"/>
              <a:pathLst>
                <a:path w="2497" h="2134" extrusionOk="0">
                  <a:moveTo>
                    <a:pt x="1074" y="0"/>
                  </a:moveTo>
                  <a:cubicBezTo>
                    <a:pt x="481" y="0"/>
                    <a:pt x="1" y="472"/>
                    <a:pt x="1" y="1065"/>
                  </a:cubicBezTo>
                  <a:cubicBezTo>
                    <a:pt x="1" y="1709"/>
                    <a:pt x="526" y="2133"/>
                    <a:pt x="1075" y="2133"/>
                  </a:cubicBezTo>
                  <a:cubicBezTo>
                    <a:pt x="1337" y="2133"/>
                    <a:pt x="1604" y="2037"/>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63" name="Google Shape;1763;p60"/>
            <p:cNvSpPr/>
            <p:nvPr/>
          </p:nvSpPr>
          <p:spPr>
            <a:xfrm>
              <a:off x="6332350" y="34757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3" y="1821"/>
                  </a:cubicBezTo>
                  <a:cubicBezTo>
                    <a:pt x="2488" y="1146"/>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64" name="Google Shape;1764;p60"/>
            <p:cNvSpPr/>
            <p:nvPr/>
          </p:nvSpPr>
          <p:spPr>
            <a:xfrm>
              <a:off x="6332350" y="33995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65" name="Google Shape;1765;p60"/>
            <p:cNvSpPr/>
            <p:nvPr/>
          </p:nvSpPr>
          <p:spPr>
            <a:xfrm>
              <a:off x="7094075" y="4237450"/>
              <a:ext cx="62425" cy="53425"/>
            </a:xfrm>
            <a:custGeom>
              <a:avLst/>
              <a:gdLst/>
              <a:ahLst/>
              <a:cxnLst/>
              <a:rect l="l" t="t" r="r" b="b"/>
              <a:pathLst>
                <a:path w="2497" h="2137" extrusionOk="0">
                  <a:moveTo>
                    <a:pt x="1066" y="0"/>
                  </a:moveTo>
                  <a:cubicBezTo>
                    <a:pt x="480" y="8"/>
                    <a:pt x="1" y="480"/>
                    <a:pt x="1" y="1073"/>
                  </a:cubicBezTo>
                  <a:cubicBezTo>
                    <a:pt x="1" y="1711"/>
                    <a:pt x="525" y="2137"/>
                    <a:pt x="1073" y="2137"/>
                  </a:cubicBezTo>
                  <a:cubicBezTo>
                    <a:pt x="1336" y="2137"/>
                    <a:pt x="1603" y="2040"/>
                    <a:pt x="1822" y="1821"/>
                  </a:cubicBezTo>
                  <a:cubicBezTo>
                    <a:pt x="2496" y="1155"/>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66" name="Google Shape;1766;p60"/>
            <p:cNvSpPr/>
            <p:nvPr/>
          </p:nvSpPr>
          <p:spPr>
            <a:xfrm>
              <a:off x="7017875" y="4389875"/>
              <a:ext cx="62400" cy="53350"/>
            </a:xfrm>
            <a:custGeom>
              <a:avLst/>
              <a:gdLst/>
              <a:ahLst/>
              <a:cxnLst/>
              <a:rect l="l" t="t" r="r" b="b"/>
              <a:pathLst>
                <a:path w="2496" h="2134" extrusionOk="0">
                  <a:moveTo>
                    <a:pt x="1073" y="0"/>
                  </a:moveTo>
                  <a:cubicBezTo>
                    <a:pt x="480" y="0"/>
                    <a:pt x="8"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67" name="Google Shape;1767;p60"/>
            <p:cNvSpPr/>
            <p:nvPr/>
          </p:nvSpPr>
          <p:spPr>
            <a:xfrm>
              <a:off x="7017875" y="4313650"/>
              <a:ext cx="62400" cy="53450"/>
            </a:xfrm>
            <a:custGeom>
              <a:avLst/>
              <a:gdLst/>
              <a:ahLst/>
              <a:cxnLst/>
              <a:rect l="l" t="t" r="r" b="b"/>
              <a:pathLst>
                <a:path w="2496" h="2138" extrusionOk="0">
                  <a:moveTo>
                    <a:pt x="1073" y="1"/>
                  </a:moveTo>
                  <a:cubicBezTo>
                    <a:pt x="480" y="1"/>
                    <a:pt x="8" y="480"/>
                    <a:pt x="0" y="1066"/>
                  </a:cubicBezTo>
                  <a:cubicBezTo>
                    <a:pt x="0" y="1709"/>
                    <a:pt x="529" y="2137"/>
                    <a:pt x="1078" y="2137"/>
                  </a:cubicBezTo>
                  <a:cubicBezTo>
                    <a:pt x="1339" y="2137"/>
                    <a:pt x="1606" y="2040"/>
                    <a:pt x="1821" y="1822"/>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68" name="Google Shape;1768;p60"/>
            <p:cNvSpPr/>
            <p:nvPr/>
          </p:nvSpPr>
          <p:spPr>
            <a:xfrm>
              <a:off x="6941850" y="438987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8" y="1147"/>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69" name="Google Shape;1769;p60"/>
            <p:cNvSpPr/>
            <p:nvPr/>
          </p:nvSpPr>
          <p:spPr>
            <a:xfrm>
              <a:off x="6484575" y="4389875"/>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70" name="Google Shape;1770;p60"/>
            <p:cNvSpPr/>
            <p:nvPr/>
          </p:nvSpPr>
          <p:spPr>
            <a:xfrm>
              <a:off x="6560800" y="4237450"/>
              <a:ext cx="62200" cy="53425"/>
            </a:xfrm>
            <a:custGeom>
              <a:avLst/>
              <a:gdLst/>
              <a:ahLst/>
              <a:cxnLst/>
              <a:rect l="l" t="t" r="r" b="b"/>
              <a:pathLst>
                <a:path w="2488" h="2137" extrusionOk="0">
                  <a:moveTo>
                    <a:pt x="1065" y="0"/>
                  </a:moveTo>
                  <a:cubicBezTo>
                    <a:pt x="480" y="8"/>
                    <a:pt x="0" y="480"/>
                    <a:pt x="0" y="1073"/>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71" name="Google Shape;1771;p60"/>
            <p:cNvSpPr/>
            <p:nvPr/>
          </p:nvSpPr>
          <p:spPr>
            <a:xfrm>
              <a:off x="6560800" y="4161425"/>
              <a:ext cx="62200" cy="53300"/>
            </a:xfrm>
            <a:custGeom>
              <a:avLst/>
              <a:gdLst/>
              <a:ahLst/>
              <a:cxnLst/>
              <a:rect l="l" t="t" r="r" b="b"/>
              <a:pathLst>
                <a:path w="2488" h="2132" extrusionOk="0">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72" name="Google Shape;1772;p60"/>
            <p:cNvSpPr/>
            <p:nvPr/>
          </p:nvSpPr>
          <p:spPr>
            <a:xfrm>
              <a:off x="6560800" y="4085225"/>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7"/>
                    <a:pt x="1821" y="1821"/>
                  </a:cubicBezTo>
                  <a:cubicBezTo>
                    <a:pt x="2488" y="1147"/>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73" name="Google Shape;1773;p60"/>
            <p:cNvSpPr/>
            <p:nvPr/>
          </p:nvSpPr>
          <p:spPr>
            <a:xfrm>
              <a:off x="6560800" y="4009000"/>
              <a:ext cx="62200" cy="53350"/>
            </a:xfrm>
            <a:custGeom>
              <a:avLst/>
              <a:gdLst/>
              <a:ahLst/>
              <a:cxnLst/>
              <a:rect l="l" t="t" r="r" b="b"/>
              <a:pathLst>
                <a:path w="2488" h="2134" extrusionOk="0">
                  <a:moveTo>
                    <a:pt x="1065" y="1"/>
                  </a:moveTo>
                  <a:cubicBezTo>
                    <a:pt x="480"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74" name="Google Shape;1774;p60"/>
            <p:cNvSpPr/>
            <p:nvPr/>
          </p:nvSpPr>
          <p:spPr>
            <a:xfrm>
              <a:off x="6560800" y="393280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75" name="Google Shape;1775;p60"/>
            <p:cNvSpPr/>
            <p:nvPr/>
          </p:nvSpPr>
          <p:spPr>
            <a:xfrm>
              <a:off x="6560800" y="3856775"/>
              <a:ext cx="62200" cy="53250"/>
            </a:xfrm>
            <a:custGeom>
              <a:avLst/>
              <a:gdLst/>
              <a:ahLst/>
              <a:cxnLst/>
              <a:rect l="l" t="t" r="r" b="b"/>
              <a:pathLst>
                <a:path w="2488" h="2130" extrusionOk="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76" name="Google Shape;1776;p60"/>
            <p:cNvSpPr/>
            <p:nvPr/>
          </p:nvSpPr>
          <p:spPr>
            <a:xfrm>
              <a:off x="6560800" y="3780375"/>
              <a:ext cx="62400" cy="53425"/>
            </a:xfrm>
            <a:custGeom>
              <a:avLst/>
              <a:gdLst/>
              <a:ahLst/>
              <a:cxnLst/>
              <a:rect l="l" t="t" r="r" b="b"/>
              <a:pathLst>
                <a:path w="2496" h="2137" extrusionOk="0">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77" name="Google Shape;1777;p60"/>
            <p:cNvSpPr/>
            <p:nvPr/>
          </p:nvSpPr>
          <p:spPr>
            <a:xfrm>
              <a:off x="6484575" y="4237450"/>
              <a:ext cx="62425" cy="53425"/>
            </a:xfrm>
            <a:custGeom>
              <a:avLst/>
              <a:gdLst/>
              <a:ahLst/>
              <a:cxnLst/>
              <a:rect l="l" t="t" r="r" b="b"/>
              <a:pathLst>
                <a:path w="2497" h="2137" extrusionOk="0">
                  <a:moveTo>
                    <a:pt x="1065" y="0"/>
                  </a:moveTo>
                  <a:cubicBezTo>
                    <a:pt x="480" y="8"/>
                    <a:pt x="1" y="480"/>
                    <a:pt x="1" y="1073"/>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78" name="Google Shape;1778;p60"/>
            <p:cNvSpPr/>
            <p:nvPr/>
          </p:nvSpPr>
          <p:spPr>
            <a:xfrm>
              <a:off x="6484575" y="3780375"/>
              <a:ext cx="62425" cy="53425"/>
            </a:xfrm>
            <a:custGeom>
              <a:avLst/>
              <a:gdLst/>
              <a:ahLst/>
              <a:cxnLst/>
              <a:rect l="l" t="t" r="r" b="b"/>
              <a:pathLst>
                <a:path w="2497" h="2137" extrusionOk="0">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79" name="Google Shape;1779;p60"/>
            <p:cNvSpPr/>
            <p:nvPr/>
          </p:nvSpPr>
          <p:spPr>
            <a:xfrm>
              <a:off x="6484575" y="3704150"/>
              <a:ext cx="62425" cy="53450"/>
            </a:xfrm>
            <a:custGeom>
              <a:avLst/>
              <a:gdLst/>
              <a:ahLst/>
              <a:cxnLst/>
              <a:rect l="l" t="t" r="r" b="b"/>
              <a:pathLst>
                <a:path w="2497" h="2138" extrusionOk="0">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80" name="Google Shape;1780;p60"/>
            <p:cNvSpPr/>
            <p:nvPr/>
          </p:nvSpPr>
          <p:spPr>
            <a:xfrm>
              <a:off x="6408350" y="4237450"/>
              <a:ext cx="62425" cy="53425"/>
            </a:xfrm>
            <a:custGeom>
              <a:avLst/>
              <a:gdLst/>
              <a:ahLst/>
              <a:cxnLst/>
              <a:rect l="l" t="t" r="r" b="b"/>
              <a:pathLst>
                <a:path w="2497" h="2137" extrusionOk="0">
                  <a:moveTo>
                    <a:pt x="1074" y="0"/>
                  </a:moveTo>
                  <a:cubicBezTo>
                    <a:pt x="481" y="8"/>
                    <a:pt x="9" y="480"/>
                    <a:pt x="1" y="1073"/>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81" name="Google Shape;1781;p60"/>
            <p:cNvSpPr/>
            <p:nvPr/>
          </p:nvSpPr>
          <p:spPr>
            <a:xfrm>
              <a:off x="6408350" y="4161425"/>
              <a:ext cx="62425" cy="53300"/>
            </a:xfrm>
            <a:custGeom>
              <a:avLst/>
              <a:gdLst/>
              <a:ahLst/>
              <a:cxnLst/>
              <a:rect l="l" t="t" r="r" b="b"/>
              <a:pathLst>
                <a:path w="2497" h="2132" extrusionOk="0">
                  <a:moveTo>
                    <a:pt x="1074" y="1"/>
                  </a:moveTo>
                  <a:cubicBezTo>
                    <a:pt x="481" y="1"/>
                    <a:pt x="1"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82" name="Google Shape;1782;p60"/>
            <p:cNvSpPr/>
            <p:nvPr/>
          </p:nvSpPr>
          <p:spPr>
            <a:xfrm>
              <a:off x="6408350" y="3780375"/>
              <a:ext cx="62425" cy="53425"/>
            </a:xfrm>
            <a:custGeom>
              <a:avLst/>
              <a:gdLst/>
              <a:ahLst/>
              <a:cxnLst/>
              <a:rect l="l" t="t" r="r" b="b"/>
              <a:pathLst>
                <a:path w="2497" h="2137" extrusionOk="0">
                  <a:moveTo>
                    <a:pt x="1074" y="0"/>
                  </a:moveTo>
                  <a:cubicBezTo>
                    <a:pt x="481" y="0"/>
                    <a:pt x="1"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83" name="Google Shape;1783;p60"/>
            <p:cNvSpPr/>
            <p:nvPr/>
          </p:nvSpPr>
          <p:spPr>
            <a:xfrm>
              <a:off x="6408350" y="3704150"/>
              <a:ext cx="62425" cy="53450"/>
            </a:xfrm>
            <a:custGeom>
              <a:avLst/>
              <a:gdLst/>
              <a:ahLst/>
              <a:cxnLst/>
              <a:rect l="l" t="t" r="r" b="b"/>
              <a:pathLst>
                <a:path w="2497" h="2138" extrusionOk="0">
                  <a:moveTo>
                    <a:pt x="1074" y="1"/>
                  </a:moveTo>
                  <a:cubicBezTo>
                    <a:pt x="481" y="1"/>
                    <a:pt x="9"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84" name="Google Shape;1784;p60"/>
            <p:cNvSpPr/>
            <p:nvPr/>
          </p:nvSpPr>
          <p:spPr>
            <a:xfrm>
              <a:off x="6332350" y="4161425"/>
              <a:ext cx="62225" cy="53300"/>
            </a:xfrm>
            <a:custGeom>
              <a:avLst/>
              <a:gdLst/>
              <a:ahLst/>
              <a:cxnLst/>
              <a:rect l="l" t="t" r="r" b="b"/>
              <a:pathLst>
                <a:path w="2489" h="2132" extrusionOk="0">
                  <a:moveTo>
                    <a:pt x="1066" y="1"/>
                  </a:moveTo>
                  <a:cubicBezTo>
                    <a:pt x="472" y="1"/>
                    <a:pt x="1" y="472"/>
                    <a:pt x="1" y="1066"/>
                  </a:cubicBezTo>
                  <a:cubicBezTo>
                    <a:pt x="1" y="1708"/>
                    <a:pt x="523" y="2131"/>
                    <a:pt x="1067" y="2131"/>
                  </a:cubicBezTo>
                  <a:cubicBezTo>
                    <a:pt x="1329" y="2131"/>
                    <a:pt x="1597" y="2033"/>
                    <a:pt x="1813" y="1814"/>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85" name="Google Shape;1785;p60"/>
            <p:cNvSpPr/>
            <p:nvPr/>
          </p:nvSpPr>
          <p:spPr>
            <a:xfrm>
              <a:off x="6332350" y="40852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3" y="1821"/>
                  </a:cubicBezTo>
                  <a:cubicBezTo>
                    <a:pt x="2488" y="1147"/>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86" name="Google Shape;1786;p60"/>
            <p:cNvSpPr/>
            <p:nvPr/>
          </p:nvSpPr>
          <p:spPr>
            <a:xfrm>
              <a:off x="6332350" y="3780375"/>
              <a:ext cx="62425" cy="53425"/>
            </a:xfrm>
            <a:custGeom>
              <a:avLst/>
              <a:gdLst/>
              <a:ahLst/>
              <a:cxnLst/>
              <a:rect l="l" t="t" r="r" b="b"/>
              <a:pathLst>
                <a:path w="2497" h="2137" extrusionOk="0">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87" name="Google Shape;1787;p60"/>
            <p:cNvSpPr/>
            <p:nvPr/>
          </p:nvSpPr>
          <p:spPr>
            <a:xfrm>
              <a:off x="6332350"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88" name="Google Shape;1788;p60"/>
            <p:cNvSpPr/>
            <p:nvPr/>
          </p:nvSpPr>
          <p:spPr>
            <a:xfrm>
              <a:off x="6256150" y="4085225"/>
              <a:ext cx="62200" cy="53350"/>
            </a:xfrm>
            <a:custGeom>
              <a:avLst/>
              <a:gdLst/>
              <a:ahLst/>
              <a:cxnLst/>
              <a:rect l="l" t="t" r="r" b="b"/>
              <a:pathLst>
                <a:path w="2488" h="2134" extrusionOk="0">
                  <a:moveTo>
                    <a:pt x="1065" y="0"/>
                  </a:moveTo>
                  <a:cubicBezTo>
                    <a:pt x="480" y="0"/>
                    <a:pt x="0" y="480"/>
                    <a:pt x="0" y="1065"/>
                  </a:cubicBezTo>
                  <a:cubicBezTo>
                    <a:pt x="0" y="1709"/>
                    <a:pt x="525" y="2133"/>
                    <a:pt x="1071" y="2133"/>
                  </a:cubicBezTo>
                  <a:cubicBezTo>
                    <a:pt x="1332" y="2133"/>
                    <a:pt x="1598" y="2037"/>
                    <a:pt x="1813" y="1821"/>
                  </a:cubicBezTo>
                  <a:cubicBezTo>
                    <a:pt x="2488" y="1147"/>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89" name="Google Shape;1789;p60"/>
            <p:cNvSpPr/>
            <p:nvPr/>
          </p:nvSpPr>
          <p:spPr>
            <a:xfrm>
              <a:off x="6256150" y="3704150"/>
              <a:ext cx="62200" cy="53450"/>
            </a:xfrm>
            <a:custGeom>
              <a:avLst/>
              <a:gdLst/>
              <a:ahLst/>
              <a:cxnLst/>
              <a:rect l="l" t="t" r="r" b="b"/>
              <a:pathLst>
                <a:path w="2488" h="2138" extrusionOk="0">
                  <a:moveTo>
                    <a:pt x="1065" y="1"/>
                  </a:moveTo>
                  <a:cubicBezTo>
                    <a:pt x="480" y="1"/>
                    <a:pt x="0" y="480"/>
                    <a:pt x="0" y="1066"/>
                  </a:cubicBezTo>
                  <a:cubicBezTo>
                    <a:pt x="0" y="1709"/>
                    <a:pt x="525" y="2137"/>
                    <a:pt x="1071" y="2137"/>
                  </a:cubicBezTo>
                  <a:cubicBezTo>
                    <a:pt x="1332" y="2137"/>
                    <a:pt x="1597" y="2040"/>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90" name="Google Shape;1790;p60"/>
            <p:cNvSpPr/>
            <p:nvPr/>
          </p:nvSpPr>
          <p:spPr>
            <a:xfrm>
              <a:off x="6256150" y="3627950"/>
              <a:ext cx="62200" cy="53425"/>
            </a:xfrm>
            <a:custGeom>
              <a:avLst/>
              <a:gdLst/>
              <a:ahLst/>
              <a:cxnLst/>
              <a:rect l="l" t="t" r="r" b="b"/>
              <a:pathLst>
                <a:path w="2488" h="2137" extrusionOk="0">
                  <a:moveTo>
                    <a:pt x="1065" y="0"/>
                  </a:moveTo>
                  <a:cubicBezTo>
                    <a:pt x="472" y="8"/>
                    <a:pt x="0" y="480"/>
                    <a:pt x="0" y="1073"/>
                  </a:cubicBezTo>
                  <a:cubicBezTo>
                    <a:pt x="0" y="1711"/>
                    <a:pt x="524" y="2137"/>
                    <a:pt x="1070" y="2137"/>
                  </a:cubicBezTo>
                  <a:cubicBezTo>
                    <a:pt x="1331" y="2137"/>
                    <a:pt x="1597" y="2039"/>
                    <a:pt x="1813" y="1821"/>
                  </a:cubicBezTo>
                  <a:cubicBezTo>
                    <a:pt x="2488"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91" name="Google Shape;1791;p60"/>
            <p:cNvSpPr/>
            <p:nvPr/>
          </p:nvSpPr>
          <p:spPr>
            <a:xfrm>
              <a:off x="6179925" y="40852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92" name="Google Shape;1792;p60"/>
            <p:cNvSpPr/>
            <p:nvPr/>
          </p:nvSpPr>
          <p:spPr>
            <a:xfrm>
              <a:off x="6179925" y="3627950"/>
              <a:ext cx="62225" cy="53425"/>
            </a:xfrm>
            <a:custGeom>
              <a:avLst/>
              <a:gdLst/>
              <a:ahLst/>
              <a:cxnLst/>
              <a:rect l="l" t="t" r="r" b="b"/>
              <a:pathLst>
                <a:path w="2489"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93" name="Google Shape;1793;p60"/>
            <p:cNvSpPr/>
            <p:nvPr/>
          </p:nvSpPr>
          <p:spPr>
            <a:xfrm>
              <a:off x="6103700" y="4085225"/>
              <a:ext cx="62425" cy="53350"/>
            </a:xfrm>
            <a:custGeom>
              <a:avLst/>
              <a:gdLst/>
              <a:ahLst/>
              <a:cxnLst/>
              <a:rect l="l" t="t" r="r" b="b"/>
              <a:pathLst>
                <a:path w="2497" h="2134" extrusionOk="0">
                  <a:moveTo>
                    <a:pt x="1066" y="0"/>
                  </a:moveTo>
                  <a:cubicBezTo>
                    <a:pt x="481" y="0"/>
                    <a:pt x="9" y="480"/>
                    <a:pt x="1" y="1065"/>
                  </a:cubicBezTo>
                  <a:cubicBezTo>
                    <a:pt x="1" y="1709"/>
                    <a:pt x="526" y="2133"/>
                    <a:pt x="1075" y="2133"/>
                  </a:cubicBezTo>
                  <a:cubicBezTo>
                    <a:pt x="1337" y="2133"/>
                    <a:pt x="1604" y="2037"/>
                    <a:pt x="1822" y="1821"/>
                  </a:cubicBezTo>
                  <a:cubicBezTo>
                    <a:pt x="2497" y="1147"/>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94" name="Google Shape;1794;p60"/>
            <p:cNvSpPr/>
            <p:nvPr/>
          </p:nvSpPr>
          <p:spPr>
            <a:xfrm>
              <a:off x="6103700" y="3704150"/>
              <a:ext cx="62425" cy="53450"/>
            </a:xfrm>
            <a:custGeom>
              <a:avLst/>
              <a:gdLst/>
              <a:ahLst/>
              <a:cxnLst/>
              <a:rect l="l" t="t" r="r" b="b"/>
              <a:pathLst>
                <a:path w="2497" h="2138" extrusionOk="0">
                  <a:moveTo>
                    <a:pt x="1066" y="1"/>
                  </a:moveTo>
                  <a:cubicBezTo>
                    <a:pt x="481" y="1"/>
                    <a:pt x="9"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95" name="Google Shape;1795;p60"/>
            <p:cNvSpPr/>
            <p:nvPr/>
          </p:nvSpPr>
          <p:spPr>
            <a:xfrm>
              <a:off x="6027500" y="4085225"/>
              <a:ext cx="62425" cy="53350"/>
            </a:xfrm>
            <a:custGeom>
              <a:avLst/>
              <a:gdLst/>
              <a:ahLst/>
              <a:cxnLst/>
              <a:rect l="l" t="t" r="r" b="b"/>
              <a:pathLst>
                <a:path w="2497" h="2134" extrusionOk="0">
                  <a:moveTo>
                    <a:pt x="1073" y="0"/>
                  </a:moveTo>
                  <a:cubicBezTo>
                    <a:pt x="480" y="0"/>
                    <a:pt x="9"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96" name="Google Shape;1796;p60"/>
            <p:cNvSpPr/>
            <p:nvPr/>
          </p:nvSpPr>
          <p:spPr>
            <a:xfrm>
              <a:off x="6027500" y="3780375"/>
              <a:ext cx="62425" cy="53425"/>
            </a:xfrm>
            <a:custGeom>
              <a:avLst/>
              <a:gdLst/>
              <a:ahLst/>
              <a:cxnLst/>
              <a:rect l="l" t="t" r="r" b="b"/>
              <a:pathLst>
                <a:path w="2497" h="2137" extrusionOk="0">
                  <a:moveTo>
                    <a:pt x="1073" y="0"/>
                  </a:moveTo>
                  <a:cubicBezTo>
                    <a:pt x="480" y="0"/>
                    <a:pt x="9" y="480"/>
                    <a:pt x="0" y="1065"/>
                  </a:cubicBezTo>
                  <a:cubicBezTo>
                    <a:pt x="0" y="1709"/>
                    <a:pt x="529" y="2137"/>
                    <a:pt x="1080" y="2137"/>
                  </a:cubicBezTo>
                  <a:cubicBezTo>
                    <a:pt x="1343" y="2137"/>
                    <a:pt x="1611" y="2039"/>
                    <a:pt x="1830" y="1821"/>
                  </a:cubicBezTo>
                  <a:cubicBezTo>
                    <a:pt x="2496" y="1146"/>
                    <a:pt x="2025" y="0"/>
                    <a:pt x="1073"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97" name="Google Shape;1797;p60"/>
            <p:cNvSpPr/>
            <p:nvPr/>
          </p:nvSpPr>
          <p:spPr>
            <a:xfrm>
              <a:off x="6027500" y="3704150"/>
              <a:ext cx="62425" cy="53450"/>
            </a:xfrm>
            <a:custGeom>
              <a:avLst/>
              <a:gdLst/>
              <a:ahLst/>
              <a:cxnLst/>
              <a:rect l="l" t="t" r="r" b="b"/>
              <a:pathLst>
                <a:path w="2497" h="2138" extrusionOk="0">
                  <a:moveTo>
                    <a:pt x="1073" y="1"/>
                  </a:moveTo>
                  <a:cubicBezTo>
                    <a:pt x="480" y="1"/>
                    <a:pt x="9" y="480"/>
                    <a:pt x="0" y="1066"/>
                  </a:cubicBezTo>
                  <a:cubicBezTo>
                    <a:pt x="0" y="1709"/>
                    <a:pt x="529" y="2137"/>
                    <a:pt x="1078" y="2137"/>
                  </a:cubicBezTo>
                  <a:cubicBezTo>
                    <a:pt x="1340" y="2137"/>
                    <a:pt x="1606" y="2040"/>
                    <a:pt x="1821" y="1822"/>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98" name="Google Shape;1798;p60"/>
            <p:cNvSpPr/>
            <p:nvPr/>
          </p:nvSpPr>
          <p:spPr>
            <a:xfrm>
              <a:off x="5951475" y="40852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9" y="1147"/>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799" name="Google Shape;1799;p60"/>
            <p:cNvSpPr/>
            <p:nvPr/>
          </p:nvSpPr>
          <p:spPr>
            <a:xfrm>
              <a:off x="5951475" y="385677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00" name="Google Shape;1800;p60"/>
            <p:cNvSpPr/>
            <p:nvPr/>
          </p:nvSpPr>
          <p:spPr>
            <a:xfrm>
              <a:off x="5951475" y="3780375"/>
              <a:ext cx="62425" cy="53425"/>
            </a:xfrm>
            <a:custGeom>
              <a:avLst/>
              <a:gdLst/>
              <a:ahLst/>
              <a:cxnLst/>
              <a:rect l="l" t="t" r="r" b="b"/>
              <a:pathLst>
                <a:path w="2497" h="2137" extrusionOk="0">
                  <a:moveTo>
                    <a:pt x="1066" y="0"/>
                  </a:moveTo>
                  <a:cubicBezTo>
                    <a:pt x="472"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01" name="Google Shape;1801;p60"/>
            <p:cNvSpPr/>
            <p:nvPr/>
          </p:nvSpPr>
          <p:spPr>
            <a:xfrm>
              <a:off x="5875275" y="40852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02" name="Google Shape;1802;p60"/>
            <p:cNvSpPr/>
            <p:nvPr/>
          </p:nvSpPr>
          <p:spPr>
            <a:xfrm>
              <a:off x="5875275" y="4009000"/>
              <a:ext cx="62225" cy="53350"/>
            </a:xfrm>
            <a:custGeom>
              <a:avLst/>
              <a:gdLst/>
              <a:ahLst/>
              <a:cxnLst/>
              <a:rect l="l" t="t" r="r" b="b"/>
              <a:pathLst>
                <a:path w="2489" h="2134" extrusionOk="0">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03" name="Google Shape;1803;p60"/>
            <p:cNvSpPr/>
            <p:nvPr/>
          </p:nvSpPr>
          <p:spPr>
            <a:xfrm>
              <a:off x="5875275" y="39328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55"/>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04" name="Google Shape;1804;p60"/>
            <p:cNvSpPr/>
            <p:nvPr/>
          </p:nvSpPr>
          <p:spPr>
            <a:xfrm>
              <a:off x="5875275" y="385677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05" name="Google Shape;1805;p60"/>
            <p:cNvSpPr/>
            <p:nvPr/>
          </p:nvSpPr>
          <p:spPr>
            <a:xfrm>
              <a:off x="4504050" y="3856775"/>
              <a:ext cx="62200" cy="53250"/>
            </a:xfrm>
            <a:custGeom>
              <a:avLst/>
              <a:gdLst/>
              <a:ahLst/>
              <a:cxnLst/>
              <a:rect l="l" t="t" r="r" b="b"/>
              <a:pathLst>
                <a:path w="2488"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06" name="Google Shape;1806;p60"/>
            <p:cNvSpPr/>
            <p:nvPr/>
          </p:nvSpPr>
          <p:spPr>
            <a:xfrm>
              <a:off x="4504050" y="3780375"/>
              <a:ext cx="62400" cy="53425"/>
            </a:xfrm>
            <a:custGeom>
              <a:avLst/>
              <a:gdLst/>
              <a:ahLst/>
              <a:cxnLst/>
              <a:rect l="l" t="t" r="r" b="b"/>
              <a:pathLst>
                <a:path w="2496" h="2137" extrusionOk="0">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07" name="Google Shape;1807;p60"/>
            <p:cNvSpPr/>
            <p:nvPr/>
          </p:nvSpPr>
          <p:spPr>
            <a:xfrm>
              <a:off x="4504050" y="3704150"/>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08" name="Google Shape;1808;p60"/>
            <p:cNvSpPr/>
            <p:nvPr/>
          </p:nvSpPr>
          <p:spPr>
            <a:xfrm>
              <a:off x="4427825" y="3932800"/>
              <a:ext cx="62425" cy="53425"/>
            </a:xfrm>
            <a:custGeom>
              <a:avLst/>
              <a:gdLst/>
              <a:ahLst/>
              <a:cxnLst/>
              <a:rect l="l" t="t" r="r" b="b"/>
              <a:pathLst>
                <a:path w="2497" h="2137" extrusionOk="0">
                  <a:moveTo>
                    <a:pt x="1065" y="0"/>
                  </a:moveTo>
                  <a:cubicBezTo>
                    <a:pt x="480" y="8"/>
                    <a:pt x="9"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09" name="Google Shape;1809;p60"/>
            <p:cNvSpPr/>
            <p:nvPr/>
          </p:nvSpPr>
          <p:spPr>
            <a:xfrm>
              <a:off x="4427825" y="3856775"/>
              <a:ext cx="62350" cy="53250"/>
            </a:xfrm>
            <a:custGeom>
              <a:avLst/>
              <a:gdLst/>
              <a:ahLst/>
              <a:cxnLst/>
              <a:rect l="l" t="t" r="r" b="b"/>
              <a:pathLst>
                <a:path w="2494" h="2130" extrusionOk="0">
                  <a:moveTo>
                    <a:pt x="1075" y="1"/>
                  </a:moveTo>
                  <a:cubicBezTo>
                    <a:pt x="1072" y="1"/>
                    <a:pt x="1069" y="1"/>
                    <a:pt x="1065" y="1"/>
                  </a:cubicBezTo>
                  <a:cubicBezTo>
                    <a:pt x="480" y="1"/>
                    <a:pt x="9" y="472"/>
                    <a:pt x="1" y="1066"/>
                  </a:cubicBezTo>
                  <a:cubicBezTo>
                    <a:pt x="1" y="1704"/>
                    <a:pt x="525" y="2129"/>
                    <a:pt x="1073" y="2129"/>
                  </a:cubicBezTo>
                  <a:cubicBezTo>
                    <a:pt x="1335" y="2129"/>
                    <a:pt x="1603" y="2032"/>
                    <a:pt x="1822" y="1814"/>
                  </a:cubicBezTo>
                  <a:cubicBezTo>
                    <a:pt x="2494" y="1149"/>
                    <a:pt x="2020" y="1"/>
                    <a:pt x="107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10" name="Google Shape;1810;p60"/>
            <p:cNvSpPr/>
            <p:nvPr/>
          </p:nvSpPr>
          <p:spPr>
            <a:xfrm>
              <a:off x="4427825" y="3780375"/>
              <a:ext cx="62425" cy="53425"/>
            </a:xfrm>
            <a:custGeom>
              <a:avLst/>
              <a:gdLst/>
              <a:ahLst/>
              <a:cxnLst/>
              <a:rect l="l" t="t" r="r" b="b"/>
              <a:pathLst>
                <a:path w="2497" h="2137" extrusionOk="0">
                  <a:moveTo>
                    <a:pt x="1065" y="0"/>
                  </a:moveTo>
                  <a:cubicBezTo>
                    <a:pt x="480" y="0"/>
                    <a:pt x="1" y="480"/>
                    <a:pt x="1" y="1065"/>
                  </a:cubicBezTo>
                  <a:cubicBezTo>
                    <a:pt x="1" y="1709"/>
                    <a:pt x="529" y="2137"/>
                    <a:pt x="1080" y="2137"/>
                  </a:cubicBezTo>
                  <a:cubicBezTo>
                    <a:pt x="1343" y="2137"/>
                    <a:pt x="1612" y="2039"/>
                    <a:pt x="1830"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11" name="Google Shape;1811;p60"/>
            <p:cNvSpPr/>
            <p:nvPr/>
          </p:nvSpPr>
          <p:spPr>
            <a:xfrm>
              <a:off x="4351600" y="3171075"/>
              <a:ext cx="62425" cy="53350"/>
            </a:xfrm>
            <a:custGeom>
              <a:avLst/>
              <a:gdLst/>
              <a:ahLst/>
              <a:cxnLst/>
              <a:rect l="l" t="t" r="r" b="b"/>
              <a:pathLst>
                <a:path w="2497" h="2134" extrusionOk="0">
                  <a:moveTo>
                    <a:pt x="1074" y="0"/>
                  </a:moveTo>
                  <a:cubicBezTo>
                    <a:pt x="481" y="0"/>
                    <a:pt x="9" y="472"/>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12" name="Google Shape;1812;p60"/>
            <p:cNvSpPr/>
            <p:nvPr/>
          </p:nvSpPr>
          <p:spPr>
            <a:xfrm>
              <a:off x="4351600" y="3247075"/>
              <a:ext cx="62425" cy="53450"/>
            </a:xfrm>
            <a:custGeom>
              <a:avLst/>
              <a:gdLst/>
              <a:ahLst/>
              <a:cxnLst/>
              <a:rect l="l" t="t" r="r" b="b"/>
              <a:pathLst>
                <a:path w="2497" h="2138" extrusionOk="0">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13" name="Google Shape;1813;p60"/>
            <p:cNvSpPr/>
            <p:nvPr/>
          </p:nvSpPr>
          <p:spPr>
            <a:xfrm>
              <a:off x="3970950" y="2790200"/>
              <a:ext cx="62225" cy="53350"/>
            </a:xfrm>
            <a:custGeom>
              <a:avLst/>
              <a:gdLst/>
              <a:ahLst/>
              <a:cxnLst/>
              <a:rect l="l" t="t" r="r" b="b"/>
              <a:pathLst>
                <a:path w="2489" h="2134" extrusionOk="0">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14" name="Google Shape;1814;p60"/>
            <p:cNvSpPr/>
            <p:nvPr/>
          </p:nvSpPr>
          <p:spPr>
            <a:xfrm>
              <a:off x="3970950" y="2866425"/>
              <a:ext cx="62225" cy="53275"/>
            </a:xfrm>
            <a:custGeom>
              <a:avLst/>
              <a:gdLst/>
              <a:ahLst/>
              <a:cxnLst/>
              <a:rect l="l" t="t" r="r" b="b"/>
              <a:pathLst>
                <a:path w="2489" h="2131" extrusionOk="0">
                  <a:moveTo>
                    <a:pt x="1065" y="0"/>
                  </a:moveTo>
                  <a:cubicBezTo>
                    <a:pt x="472" y="0"/>
                    <a:pt x="1" y="472"/>
                    <a:pt x="1" y="1065"/>
                  </a:cubicBezTo>
                  <a:cubicBezTo>
                    <a:pt x="1" y="1707"/>
                    <a:pt x="523" y="2131"/>
                    <a:pt x="1067" y="2131"/>
                  </a:cubicBezTo>
                  <a:cubicBezTo>
                    <a:pt x="1329" y="2131"/>
                    <a:pt x="1597" y="2032"/>
                    <a:pt x="1813" y="1813"/>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15" name="Google Shape;1815;p60"/>
            <p:cNvSpPr/>
            <p:nvPr/>
          </p:nvSpPr>
          <p:spPr>
            <a:xfrm>
              <a:off x="3970950" y="2942425"/>
              <a:ext cx="62225" cy="53450"/>
            </a:xfrm>
            <a:custGeom>
              <a:avLst/>
              <a:gdLst/>
              <a:ahLst/>
              <a:cxnLst/>
              <a:rect l="l" t="t" r="r" b="b"/>
              <a:pathLst>
                <a:path w="2489" h="2138" extrusionOk="0">
                  <a:moveTo>
                    <a:pt x="1065" y="1"/>
                  </a:moveTo>
                  <a:cubicBezTo>
                    <a:pt x="472" y="1"/>
                    <a:pt x="1" y="480"/>
                    <a:pt x="1" y="1066"/>
                  </a:cubicBezTo>
                  <a:cubicBezTo>
                    <a:pt x="1" y="1709"/>
                    <a:pt x="526" y="2137"/>
                    <a:pt x="1072" y="2137"/>
                  </a:cubicBezTo>
                  <a:cubicBezTo>
                    <a:pt x="1332" y="2137"/>
                    <a:pt x="1598" y="2040"/>
                    <a:pt x="1813" y="1822"/>
                  </a:cubicBezTo>
                  <a:cubicBezTo>
                    <a:pt x="2488" y="1155"/>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16" name="Google Shape;1816;p60"/>
            <p:cNvSpPr/>
            <p:nvPr/>
          </p:nvSpPr>
          <p:spPr>
            <a:xfrm>
              <a:off x="3970950" y="3018650"/>
              <a:ext cx="62225" cy="53425"/>
            </a:xfrm>
            <a:custGeom>
              <a:avLst/>
              <a:gdLst/>
              <a:ahLst/>
              <a:cxnLst/>
              <a:rect l="l" t="t" r="r" b="b"/>
              <a:pathLst>
                <a:path w="2489" h="2137" extrusionOk="0">
                  <a:moveTo>
                    <a:pt x="1065" y="0"/>
                  </a:moveTo>
                  <a:cubicBezTo>
                    <a:pt x="472" y="0"/>
                    <a:pt x="1" y="480"/>
                    <a:pt x="1" y="1065"/>
                  </a:cubicBezTo>
                  <a:cubicBezTo>
                    <a:pt x="1" y="1709"/>
                    <a:pt x="526" y="2137"/>
                    <a:pt x="1072" y="2137"/>
                  </a:cubicBezTo>
                  <a:cubicBezTo>
                    <a:pt x="1332" y="2137"/>
                    <a:pt x="1598" y="2039"/>
                    <a:pt x="1813"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17" name="Google Shape;1817;p60"/>
            <p:cNvSpPr/>
            <p:nvPr/>
          </p:nvSpPr>
          <p:spPr>
            <a:xfrm>
              <a:off x="3970950" y="3094850"/>
              <a:ext cx="62225" cy="53350"/>
            </a:xfrm>
            <a:custGeom>
              <a:avLst/>
              <a:gdLst/>
              <a:ahLst/>
              <a:cxnLst/>
              <a:rect l="l" t="t" r="r" b="b"/>
              <a:pathLst>
                <a:path w="2489" h="2134" extrusionOk="0">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18" name="Google Shape;1818;p60"/>
            <p:cNvSpPr/>
            <p:nvPr/>
          </p:nvSpPr>
          <p:spPr>
            <a:xfrm>
              <a:off x="3970950" y="3171075"/>
              <a:ext cx="62225" cy="53350"/>
            </a:xfrm>
            <a:custGeom>
              <a:avLst/>
              <a:gdLst/>
              <a:ahLst/>
              <a:cxnLst/>
              <a:rect l="l" t="t" r="r" b="b"/>
              <a:pathLst>
                <a:path w="2489" h="2134" extrusionOk="0">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19" name="Google Shape;1819;p60"/>
            <p:cNvSpPr/>
            <p:nvPr/>
          </p:nvSpPr>
          <p:spPr>
            <a:xfrm>
              <a:off x="3970950" y="3247075"/>
              <a:ext cx="62225" cy="53450"/>
            </a:xfrm>
            <a:custGeom>
              <a:avLst/>
              <a:gdLst/>
              <a:ahLst/>
              <a:cxnLst/>
              <a:rect l="l" t="t" r="r" b="b"/>
              <a:pathLst>
                <a:path w="2489" h="2138" extrusionOk="0">
                  <a:moveTo>
                    <a:pt x="1065" y="1"/>
                  </a:moveTo>
                  <a:cubicBezTo>
                    <a:pt x="472" y="9"/>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20" name="Google Shape;1820;p60"/>
            <p:cNvSpPr/>
            <p:nvPr/>
          </p:nvSpPr>
          <p:spPr>
            <a:xfrm>
              <a:off x="3970950" y="3323300"/>
              <a:ext cx="62225" cy="53425"/>
            </a:xfrm>
            <a:custGeom>
              <a:avLst/>
              <a:gdLst/>
              <a:ahLst/>
              <a:cxnLst/>
              <a:rect l="l" t="t" r="r" b="b"/>
              <a:pathLst>
                <a:path w="2489" h="2137" extrusionOk="0">
                  <a:moveTo>
                    <a:pt x="1065" y="0"/>
                  </a:moveTo>
                  <a:cubicBezTo>
                    <a:pt x="472" y="0"/>
                    <a:pt x="1" y="480"/>
                    <a:pt x="1" y="1065"/>
                  </a:cubicBezTo>
                  <a:cubicBezTo>
                    <a:pt x="1" y="1709"/>
                    <a:pt x="526" y="2137"/>
                    <a:pt x="1072" y="2137"/>
                  </a:cubicBezTo>
                  <a:cubicBezTo>
                    <a:pt x="1332" y="2137"/>
                    <a:pt x="1598" y="2039"/>
                    <a:pt x="1813" y="1821"/>
                  </a:cubicBezTo>
                  <a:cubicBezTo>
                    <a:pt x="2488" y="1154"/>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21" name="Google Shape;1821;p60"/>
            <p:cNvSpPr/>
            <p:nvPr/>
          </p:nvSpPr>
          <p:spPr>
            <a:xfrm>
              <a:off x="3970950" y="3399500"/>
              <a:ext cx="62225" cy="53350"/>
            </a:xfrm>
            <a:custGeom>
              <a:avLst/>
              <a:gdLst/>
              <a:ahLst/>
              <a:cxnLst/>
              <a:rect l="l" t="t" r="r" b="b"/>
              <a:pathLst>
                <a:path w="2489" h="2134" extrusionOk="0">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22" name="Google Shape;1822;p60"/>
            <p:cNvSpPr/>
            <p:nvPr/>
          </p:nvSpPr>
          <p:spPr>
            <a:xfrm>
              <a:off x="3970950" y="3475725"/>
              <a:ext cx="62225" cy="53350"/>
            </a:xfrm>
            <a:custGeom>
              <a:avLst/>
              <a:gdLst/>
              <a:ahLst/>
              <a:cxnLst/>
              <a:rect l="l" t="t" r="r" b="b"/>
              <a:pathLst>
                <a:path w="2489" h="2134" extrusionOk="0">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23" name="Google Shape;1823;p60"/>
            <p:cNvSpPr/>
            <p:nvPr/>
          </p:nvSpPr>
          <p:spPr>
            <a:xfrm>
              <a:off x="3970950" y="3551925"/>
              <a:ext cx="62225" cy="53250"/>
            </a:xfrm>
            <a:custGeom>
              <a:avLst/>
              <a:gdLst/>
              <a:ahLst/>
              <a:cxnLst/>
              <a:rect l="l" t="t" r="r" b="b"/>
              <a:pathLst>
                <a:path w="2489" h="2130" extrusionOk="0">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24" name="Google Shape;1824;p60"/>
            <p:cNvSpPr/>
            <p:nvPr/>
          </p:nvSpPr>
          <p:spPr>
            <a:xfrm>
              <a:off x="3970950" y="3627950"/>
              <a:ext cx="62225" cy="53425"/>
            </a:xfrm>
            <a:custGeom>
              <a:avLst/>
              <a:gdLst/>
              <a:ahLst/>
              <a:cxnLst/>
              <a:rect l="l" t="t" r="r" b="b"/>
              <a:pathLst>
                <a:path w="2489" h="2137" extrusionOk="0">
                  <a:moveTo>
                    <a:pt x="1065" y="0"/>
                  </a:moveTo>
                  <a:cubicBezTo>
                    <a:pt x="472" y="8"/>
                    <a:pt x="1" y="480"/>
                    <a:pt x="1" y="1073"/>
                  </a:cubicBezTo>
                  <a:cubicBezTo>
                    <a:pt x="1" y="1711"/>
                    <a:pt x="525" y="2137"/>
                    <a:pt x="1071" y="2137"/>
                  </a:cubicBezTo>
                  <a:cubicBezTo>
                    <a:pt x="1332" y="2137"/>
                    <a:pt x="1598" y="2039"/>
                    <a:pt x="1813" y="1821"/>
                  </a:cubicBezTo>
                  <a:cubicBezTo>
                    <a:pt x="2488" y="1154"/>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25" name="Google Shape;1825;p60"/>
            <p:cNvSpPr/>
            <p:nvPr/>
          </p:nvSpPr>
          <p:spPr>
            <a:xfrm>
              <a:off x="3970950" y="3704150"/>
              <a:ext cx="62225" cy="53450"/>
            </a:xfrm>
            <a:custGeom>
              <a:avLst/>
              <a:gdLst/>
              <a:ahLst/>
              <a:cxnLst/>
              <a:rect l="l" t="t" r="r" b="b"/>
              <a:pathLst>
                <a:path w="2489" h="2138" extrusionOk="0">
                  <a:moveTo>
                    <a:pt x="1065" y="1"/>
                  </a:moveTo>
                  <a:cubicBezTo>
                    <a:pt x="472" y="1"/>
                    <a:pt x="1" y="480"/>
                    <a:pt x="1" y="1066"/>
                  </a:cubicBezTo>
                  <a:cubicBezTo>
                    <a:pt x="1" y="1709"/>
                    <a:pt x="526" y="2137"/>
                    <a:pt x="1072" y="2137"/>
                  </a:cubicBezTo>
                  <a:cubicBezTo>
                    <a:pt x="1332" y="2137"/>
                    <a:pt x="1598" y="2040"/>
                    <a:pt x="1813"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26" name="Google Shape;1826;p60"/>
            <p:cNvSpPr/>
            <p:nvPr/>
          </p:nvSpPr>
          <p:spPr>
            <a:xfrm>
              <a:off x="3970950" y="3780375"/>
              <a:ext cx="62425" cy="53425"/>
            </a:xfrm>
            <a:custGeom>
              <a:avLst/>
              <a:gdLst/>
              <a:ahLst/>
              <a:cxnLst/>
              <a:rect l="l" t="t" r="r" b="b"/>
              <a:pathLst>
                <a:path w="2497" h="2137" extrusionOk="0">
                  <a:moveTo>
                    <a:pt x="1065" y="0"/>
                  </a:moveTo>
                  <a:cubicBezTo>
                    <a:pt x="472"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27" name="Google Shape;1827;p60"/>
            <p:cNvSpPr/>
            <p:nvPr/>
          </p:nvSpPr>
          <p:spPr>
            <a:xfrm>
              <a:off x="3970950" y="3856775"/>
              <a:ext cx="62225" cy="53250"/>
            </a:xfrm>
            <a:custGeom>
              <a:avLst/>
              <a:gdLst/>
              <a:ahLst/>
              <a:cxnLst/>
              <a:rect l="l" t="t" r="r" b="b"/>
              <a:pathLst>
                <a:path w="2489" h="2130" extrusionOk="0">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28" name="Google Shape;1828;p60"/>
            <p:cNvSpPr/>
            <p:nvPr/>
          </p:nvSpPr>
          <p:spPr>
            <a:xfrm>
              <a:off x="3970950" y="4009000"/>
              <a:ext cx="62225" cy="53350"/>
            </a:xfrm>
            <a:custGeom>
              <a:avLst/>
              <a:gdLst/>
              <a:ahLst/>
              <a:cxnLst/>
              <a:rect l="l" t="t" r="r" b="b"/>
              <a:pathLst>
                <a:path w="2489" h="2134" extrusionOk="0">
                  <a:moveTo>
                    <a:pt x="1065" y="1"/>
                  </a:moveTo>
                  <a:cubicBezTo>
                    <a:pt x="472" y="1"/>
                    <a:pt x="1" y="480"/>
                    <a:pt x="1" y="1066"/>
                  </a:cubicBezTo>
                  <a:cubicBezTo>
                    <a:pt x="1" y="1710"/>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29" name="Google Shape;1829;p60"/>
            <p:cNvSpPr/>
            <p:nvPr/>
          </p:nvSpPr>
          <p:spPr>
            <a:xfrm>
              <a:off x="4046950" y="27902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30" name="Google Shape;1830;p60"/>
            <p:cNvSpPr/>
            <p:nvPr/>
          </p:nvSpPr>
          <p:spPr>
            <a:xfrm>
              <a:off x="4046950" y="2866425"/>
              <a:ext cx="62425" cy="53275"/>
            </a:xfrm>
            <a:custGeom>
              <a:avLst/>
              <a:gdLst/>
              <a:ahLst/>
              <a:cxnLst/>
              <a:rect l="l" t="t" r="r" b="b"/>
              <a:pathLst>
                <a:path w="2497" h="2131" extrusionOk="0">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31" name="Google Shape;1831;p60"/>
            <p:cNvSpPr/>
            <p:nvPr/>
          </p:nvSpPr>
          <p:spPr>
            <a:xfrm>
              <a:off x="4046950" y="2942425"/>
              <a:ext cx="62425" cy="53450"/>
            </a:xfrm>
            <a:custGeom>
              <a:avLst/>
              <a:gdLst/>
              <a:ahLst/>
              <a:cxnLst/>
              <a:rect l="l" t="t" r="r" b="b"/>
              <a:pathLst>
                <a:path w="2497" h="2138" extrusionOk="0">
                  <a:moveTo>
                    <a:pt x="1074" y="1"/>
                  </a:moveTo>
                  <a:cubicBezTo>
                    <a:pt x="481" y="9"/>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32" name="Google Shape;1832;p60"/>
            <p:cNvSpPr/>
            <p:nvPr/>
          </p:nvSpPr>
          <p:spPr>
            <a:xfrm>
              <a:off x="4046950" y="3018650"/>
              <a:ext cx="62425" cy="53425"/>
            </a:xfrm>
            <a:custGeom>
              <a:avLst/>
              <a:gdLst/>
              <a:ahLst/>
              <a:cxnLst/>
              <a:rect l="l" t="t" r="r" b="b"/>
              <a:pathLst>
                <a:path w="2497" h="2137" extrusionOk="0">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33" name="Google Shape;1833;p60"/>
            <p:cNvSpPr/>
            <p:nvPr/>
          </p:nvSpPr>
          <p:spPr>
            <a:xfrm>
              <a:off x="4046950" y="309485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34" name="Google Shape;1834;p60"/>
            <p:cNvSpPr/>
            <p:nvPr/>
          </p:nvSpPr>
          <p:spPr>
            <a:xfrm>
              <a:off x="4046950" y="3171075"/>
              <a:ext cx="62425" cy="53275"/>
            </a:xfrm>
            <a:custGeom>
              <a:avLst/>
              <a:gdLst/>
              <a:ahLst/>
              <a:cxnLst/>
              <a:rect l="l" t="t" r="r" b="b"/>
              <a:pathLst>
                <a:path w="2497" h="2131" extrusionOk="0">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35" name="Google Shape;1835;p60"/>
            <p:cNvSpPr/>
            <p:nvPr/>
          </p:nvSpPr>
          <p:spPr>
            <a:xfrm>
              <a:off x="4046950" y="3247075"/>
              <a:ext cx="62425" cy="53450"/>
            </a:xfrm>
            <a:custGeom>
              <a:avLst/>
              <a:gdLst/>
              <a:ahLst/>
              <a:cxnLst/>
              <a:rect l="l" t="t" r="r" b="b"/>
              <a:pathLst>
                <a:path w="2497" h="2138" extrusionOk="0">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36" name="Google Shape;1836;p60"/>
            <p:cNvSpPr/>
            <p:nvPr/>
          </p:nvSpPr>
          <p:spPr>
            <a:xfrm>
              <a:off x="4046950" y="3323300"/>
              <a:ext cx="62425" cy="53425"/>
            </a:xfrm>
            <a:custGeom>
              <a:avLst/>
              <a:gdLst/>
              <a:ahLst/>
              <a:cxnLst/>
              <a:rect l="l" t="t" r="r" b="b"/>
              <a:pathLst>
                <a:path w="2497" h="2137" extrusionOk="0">
                  <a:moveTo>
                    <a:pt x="1074" y="0"/>
                  </a:moveTo>
                  <a:cubicBezTo>
                    <a:pt x="481" y="8"/>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37" name="Google Shape;1837;p60"/>
            <p:cNvSpPr/>
            <p:nvPr/>
          </p:nvSpPr>
          <p:spPr>
            <a:xfrm>
              <a:off x="4046950" y="33995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38" name="Google Shape;1838;p60"/>
            <p:cNvSpPr/>
            <p:nvPr/>
          </p:nvSpPr>
          <p:spPr>
            <a:xfrm>
              <a:off x="4046950" y="347572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39" name="Google Shape;1839;p60"/>
            <p:cNvSpPr/>
            <p:nvPr/>
          </p:nvSpPr>
          <p:spPr>
            <a:xfrm>
              <a:off x="4046950" y="3551925"/>
              <a:ext cx="62425" cy="53250"/>
            </a:xfrm>
            <a:custGeom>
              <a:avLst/>
              <a:gdLst/>
              <a:ahLst/>
              <a:cxnLst/>
              <a:rect l="l" t="t" r="r" b="b"/>
              <a:pathLst>
                <a:path w="2497" h="2130" extrusionOk="0">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40" name="Google Shape;1840;p60"/>
            <p:cNvSpPr/>
            <p:nvPr/>
          </p:nvSpPr>
          <p:spPr>
            <a:xfrm>
              <a:off x="4046950" y="3627950"/>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41" name="Google Shape;1841;p60"/>
            <p:cNvSpPr/>
            <p:nvPr/>
          </p:nvSpPr>
          <p:spPr>
            <a:xfrm>
              <a:off x="4046950" y="3704150"/>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42" name="Google Shape;1842;p60"/>
            <p:cNvSpPr/>
            <p:nvPr/>
          </p:nvSpPr>
          <p:spPr>
            <a:xfrm>
              <a:off x="4123175" y="27902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43" name="Google Shape;1843;p60"/>
            <p:cNvSpPr/>
            <p:nvPr/>
          </p:nvSpPr>
          <p:spPr>
            <a:xfrm>
              <a:off x="4123175" y="2866425"/>
              <a:ext cx="62425" cy="53275"/>
            </a:xfrm>
            <a:custGeom>
              <a:avLst/>
              <a:gdLst/>
              <a:ahLst/>
              <a:cxnLst/>
              <a:rect l="l" t="t" r="r" b="b"/>
              <a:pathLst>
                <a:path w="2497" h="2131" extrusionOk="0">
                  <a:moveTo>
                    <a:pt x="1065" y="0"/>
                  </a:moveTo>
                  <a:cubicBezTo>
                    <a:pt x="480" y="0"/>
                    <a:pt x="0" y="472"/>
                    <a:pt x="0" y="1065"/>
                  </a:cubicBezTo>
                  <a:cubicBezTo>
                    <a:pt x="0" y="1707"/>
                    <a:pt x="523" y="2131"/>
                    <a:pt x="1070" y="2131"/>
                  </a:cubicBezTo>
                  <a:cubicBezTo>
                    <a:pt x="1333" y="2131"/>
                    <a:pt x="1602" y="2032"/>
                    <a:pt x="1821" y="1813"/>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44" name="Google Shape;1844;p60"/>
            <p:cNvSpPr/>
            <p:nvPr/>
          </p:nvSpPr>
          <p:spPr>
            <a:xfrm>
              <a:off x="4123175" y="2942425"/>
              <a:ext cx="62425" cy="53450"/>
            </a:xfrm>
            <a:custGeom>
              <a:avLst/>
              <a:gdLst/>
              <a:ahLst/>
              <a:cxnLst/>
              <a:rect l="l" t="t" r="r" b="b"/>
              <a:pathLst>
                <a:path w="2497" h="2138" extrusionOk="0">
                  <a:moveTo>
                    <a:pt x="1065" y="1"/>
                  </a:moveTo>
                  <a:cubicBezTo>
                    <a:pt x="480" y="1"/>
                    <a:pt x="0"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45" name="Google Shape;1845;p60"/>
            <p:cNvSpPr/>
            <p:nvPr/>
          </p:nvSpPr>
          <p:spPr>
            <a:xfrm>
              <a:off x="4123175" y="3018650"/>
              <a:ext cx="62425" cy="53425"/>
            </a:xfrm>
            <a:custGeom>
              <a:avLst/>
              <a:gdLst/>
              <a:ahLst/>
              <a:cxnLst/>
              <a:rect l="l" t="t" r="r" b="b"/>
              <a:pathLst>
                <a:path w="2497" h="2137" extrusionOk="0">
                  <a:moveTo>
                    <a:pt x="1065" y="0"/>
                  </a:moveTo>
                  <a:cubicBezTo>
                    <a:pt x="480" y="0"/>
                    <a:pt x="0" y="480"/>
                    <a:pt x="0" y="1065"/>
                  </a:cubicBezTo>
                  <a:cubicBezTo>
                    <a:pt x="0" y="1709"/>
                    <a:pt x="526" y="2137"/>
                    <a:pt x="1074" y="2137"/>
                  </a:cubicBezTo>
                  <a:cubicBezTo>
                    <a:pt x="1336" y="2137"/>
                    <a:pt x="1603" y="2039"/>
                    <a:pt x="1821"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46" name="Google Shape;1846;p60"/>
            <p:cNvSpPr/>
            <p:nvPr/>
          </p:nvSpPr>
          <p:spPr>
            <a:xfrm>
              <a:off x="4123175" y="309485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47" name="Google Shape;1847;p60"/>
            <p:cNvSpPr/>
            <p:nvPr/>
          </p:nvSpPr>
          <p:spPr>
            <a:xfrm>
              <a:off x="4123175" y="3171075"/>
              <a:ext cx="62425" cy="53350"/>
            </a:xfrm>
            <a:custGeom>
              <a:avLst/>
              <a:gdLst/>
              <a:ahLst/>
              <a:cxnLst/>
              <a:rect l="l" t="t" r="r" b="b"/>
              <a:pathLst>
                <a:path w="2497" h="2134" extrusionOk="0">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48" name="Google Shape;1848;p60"/>
            <p:cNvSpPr/>
            <p:nvPr/>
          </p:nvSpPr>
          <p:spPr>
            <a:xfrm>
              <a:off x="4123175" y="3247075"/>
              <a:ext cx="62425" cy="53450"/>
            </a:xfrm>
            <a:custGeom>
              <a:avLst/>
              <a:gdLst/>
              <a:ahLst/>
              <a:cxnLst/>
              <a:rect l="l" t="t" r="r" b="b"/>
              <a:pathLst>
                <a:path w="2497" h="2138" extrusionOk="0">
                  <a:moveTo>
                    <a:pt x="1065" y="1"/>
                  </a:moveTo>
                  <a:cubicBezTo>
                    <a:pt x="480" y="9"/>
                    <a:pt x="0" y="480"/>
                    <a:pt x="0" y="1074"/>
                  </a:cubicBezTo>
                  <a:cubicBezTo>
                    <a:pt x="0" y="1712"/>
                    <a:pt x="525" y="2137"/>
                    <a:pt x="1073" y="2137"/>
                  </a:cubicBezTo>
                  <a:cubicBezTo>
                    <a:pt x="1335" y="2137"/>
                    <a:pt x="1603" y="2040"/>
                    <a:pt x="1821" y="1822"/>
                  </a:cubicBezTo>
                  <a:cubicBezTo>
                    <a:pt x="2496" y="1155"/>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49" name="Google Shape;1849;p60"/>
            <p:cNvSpPr/>
            <p:nvPr/>
          </p:nvSpPr>
          <p:spPr>
            <a:xfrm>
              <a:off x="4123175" y="3323300"/>
              <a:ext cx="62425" cy="53425"/>
            </a:xfrm>
            <a:custGeom>
              <a:avLst/>
              <a:gdLst/>
              <a:ahLst/>
              <a:cxnLst/>
              <a:rect l="l" t="t" r="r" b="b"/>
              <a:pathLst>
                <a:path w="2497" h="2137" extrusionOk="0">
                  <a:moveTo>
                    <a:pt x="1065" y="0"/>
                  </a:moveTo>
                  <a:cubicBezTo>
                    <a:pt x="480" y="0"/>
                    <a:pt x="0" y="480"/>
                    <a:pt x="0" y="1065"/>
                  </a:cubicBezTo>
                  <a:cubicBezTo>
                    <a:pt x="0" y="1709"/>
                    <a:pt x="526" y="2137"/>
                    <a:pt x="1074" y="2137"/>
                  </a:cubicBezTo>
                  <a:cubicBezTo>
                    <a:pt x="1336" y="2137"/>
                    <a:pt x="1603" y="2039"/>
                    <a:pt x="1821" y="1821"/>
                  </a:cubicBezTo>
                  <a:cubicBezTo>
                    <a:pt x="2496" y="1154"/>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50" name="Google Shape;1850;p60"/>
            <p:cNvSpPr/>
            <p:nvPr/>
          </p:nvSpPr>
          <p:spPr>
            <a:xfrm>
              <a:off x="4123175" y="33995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51" name="Google Shape;1851;p60"/>
            <p:cNvSpPr/>
            <p:nvPr/>
          </p:nvSpPr>
          <p:spPr>
            <a:xfrm>
              <a:off x="4123175" y="3475725"/>
              <a:ext cx="62425" cy="53350"/>
            </a:xfrm>
            <a:custGeom>
              <a:avLst/>
              <a:gdLst/>
              <a:ahLst/>
              <a:cxnLst/>
              <a:rect l="l" t="t" r="r" b="b"/>
              <a:pathLst>
                <a:path w="2497" h="2134" extrusionOk="0">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52" name="Google Shape;1852;p60"/>
            <p:cNvSpPr/>
            <p:nvPr/>
          </p:nvSpPr>
          <p:spPr>
            <a:xfrm>
              <a:off x="4123175" y="3551925"/>
              <a:ext cx="62425" cy="53250"/>
            </a:xfrm>
            <a:custGeom>
              <a:avLst/>
              <a:gdLst/>
              <a:ahLst/>
              <a:cxnLst/>
              <a:rect l="l" t="t" r="r" b="b"/>
              <a:pathLst>
                <a:path w="2497" h="2130" extrusionOk="0">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53" name="Google Shape;1853;p60"/>
            <p:cNvSpPr/>
            <p:nvPr/>
          </p:nvSpPr>
          <p:spPr>
            <a:xfrm>
              <a:off x="4123175" y="3627950"/>
              <a:ext cx="62425" cy="53425"/>
            </a:xfrm>
            <a:custGeom>
              <a:avLst/>
              <a:gdLst/>
              <a:ahLst/>
              <a:cxnLst/>
              <a:rect l="l" t="t" r="r" b="b"/>
              <a:pathLst>
                <a:path w="2497"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54" name="Google Shape;1854;p60"/>
            <p:cNvSpPr/>
            <p:nvPr/>
          </p:nvSpPr>
          <p:spPr>
            <a:xfrm>
              <a:off x="4199400" y="301865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55" name="Google Shape;1855;p60"/>
            <p:cNvSpPr/>
            <p:nvPr/>
          </p:nvSpPr>
          <p:spPr>
            <a:xfrm>
              <a:off x="4199400" y="309485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56" name="Google Shape;1856;p60"/>
            <p:cNvSpPr/>
            <p:nvPr/>
          </p:nvSpPr>
          <p:spPr>
            <a:xfrm>
              <a:off x="4199400" y="317107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57" name="Google Shape;1857;p60"/>
            <p:cNvSpPr/>
            <p:nvPr/>
          </p:nvSpPr>
          <p:spPr>
            <a:xfrm>
              <a:off x="4199400" y="3247075"/>
              <a:ext cx="62200" cy="53450"/>
            </a:xfrm>
            <a:custGeom>
              <a:avLst/>
              <a:gdLst/>
              <a:ahLst/>
              <a:cxnLst/>
              <a:rect l="l" t="t" r="r" b="b"/>
              <a:pathLst>
                <a:path w="2488" h="2138" extrusionOk="0">
                  <a:moveTo>
                    <a:pt x="1065" y="1"/>
                  </a:moveTo>
                  <a:cubicBezTo>
                    <a:pt x="480" y="9"/>
                    <a:pt x="0" y="480"/>
                    <a:pt x="0" y="1074"/>
                  </a:cubicBezTo>
                  <a:cubicBezTo>
                    <a:pt x="0" y="1712"/>
                    <a:pt x="524"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58" name="Google Shape;1858;p60"/>
            <p:cNvSpPr/>
            <p:nvPr/>
          </p:nvSpPr>
          <p:spPr>
            <a:xfrm>
              <a:off x="4275600" y="3018650"/>
              <a:ext cx="62225" cy="53425"/>
            </a:xfrm>
            <a:custGeom>
              <a:avLst/>
              <a:gdLst/>
              <a:ahLst/>
              <a:cxnLst/>
              <a:rect l="l" t="t" r="r" b="b"/>
              <a:pathLst>
                <a:path w="2489" h="2137" extrusionOk="0">
                  <a:moveTo>
                    <a:pt x="1066" y="0"/>
                  </a:moveTo>
                  <a:cubicBezTo>
                    <a:pt x="472"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59" name="Google Shape;1859;p60"/>
            <p:cNvSpPr/>
            <p:nvPr/>
          </p:nvSpPr>
          <p:spPr>
            <a:xfrm>
              <a:off x="4275600" y="309485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3"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60" name="Google Shape;1860;p60"/>
            <p:cNvSpPr/>
            <p:nvPr/>
          </p:nvSpPr>
          <p:spPr>
            <a:xfrm>
              <a:off x="4275600" y="3171075"/>
              <a:ext cx="62225" cy="53275"/>
            </a:xfrm>
            <a:custGeom>
              <a:avLst/>
              <a:gdLst/>
              <a:ahLst/>
              <a:cxnLst/>
              <a:rect l="l" t="t" r="r" b="b"/>
              <a:pathLst>
                <a:path w="2489" h="2131" extrusionOk="0">
                  <a:moveTo>
                    <a:pt x="1066" y="0"/>
                  </a:moveTo>
                  <a:cubicBezTo>
                    <a:pt x="472" y="0"/>
                    <a:pt x="1" y="472"/>
                    <a:pt x="1" y="1065"/>
                  </a:cubicBezTo>
                  <a:cubicBezTo>
                    <a:pt x="1" y="1707"/>
                    <a:pt x="523" y="2131"/>
                    <a:pt x="1067" y="2131"/>
                  </a:cubicBezTo>
                  <a:cubicBezTo>
                    <a:pt x="1329" y="2131"/>
                    <a:pt x="1597" y="2032"/>
                    <a:pt x="1813" y="1813"/>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61" name="Google Shape;1861;p60"/>
            <p:cNvSpPr/>
            <p:nvPr/>
          </p:nvSpPr>
          <p:spPr>
            <a:xfrm>
              <a:off x="4275600" y="3247075"/>
              <a:ext cx="62225" cy="53450"/>
            </a:xfrm>
            <a:custGeom>
              <a:avLst/>
              <a:gdLst/>
              <a:ahLst/>
              <a:cxnLst/>
              <a:rect l="l" t="t" r="r" b="b"/>
              <a:pathLst>
                <a:path w="2489" h="2138" extrusionOk="0">
                  <a:moveTo>
                    <a:pt x="1066" y="1"/>
                  </a:moveTo>
                  <a:cubicBezTo>
                    <a:pt x="472"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62" name="Google Shape;1862;p60"/>
            <p:cNvSpPr/>
            <p:nvPr/>
          </p:nvSpPr>
          <p:spPr>
            <a:xfrm>
              <a:off x="4275475" y="3323300"/>
              <a:ext cx="62350" cy="53425"/>
            </a:xfrm>
            <a:custGeom>
              <a:avLst/>
              <a:gdLst/>
              <a:ahLst/>
              <a:cxnLst/>
              <a:rect l="l" t="t" r="r" b="b"/>
              <a:pathLst>
                <a:path w="2494" h="2137" extrusionOk="0">
                  <a:moveTo>
                    <a:pt x="1071" y="0"/>
                  </a:moveTo>
                  <a:cubicBezTo>
                    <a:pt x="485" y="8"/>
                    <a:pt x="6" y="480"/>
                    <a:pt x="6" y="1065"/>
                  </a:cubicBezTo>
                  <a:cubicBezTo>
                    <a:pt x="0" y="1709"/>
                    <a:pt x="527" y="2137"/>
                    <a:pt x="1075" y="2137"/>
                  </a:cubicBezTo>
                  <a:cubicBezTo>
                    <a:pt x="1337" y="2137"/>
                    <a:pt x="1603" y="2039"/>
                    <a:pt x="1818" y="1821"/>
                  </a:cubicBezTo>
                  <a:cubicBezTo>
                    <a:pt x="2493" y="1154"/>
                    <a:pt x="2022" y="0"/>
                    <a:pt x="1071"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63" name="Google Shape;1863;p60"/>
            <p:cNvSpPr/>
            <p:nvPr/>
          </p:nvSpPr>
          <p:spPr>
            <a:xfrm>
              <a:off x="4199400" y="332330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64" name="Google Shape;1864;p60"/>
            <p:cNvSpPr/>
            <p:nvPr/>
          </p:nvSpPr>
          <p:spPr>
            <a:xfrm>
              <a:off x="4199400" y="339950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65" name="Google Shape;1865;p60"/>
            <p:cNvSpPr/>
            <p:nvPr/>
          </p:nvSpPr>
          <p:spPr>
            <a:xfrm>
              <a:off x="4199400" y="3475725"/>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66" name="Google Shape;1866;p60"/>
            <p:cNvSpPr/>
            <p:nvPr/>
          </p:nvSpPr>
          <p:spPr>
            <a:xfrm>
              <a:off x="4199400" y="3551925"/>
              <a:ext cx="62200" cy="53250"/>
            </a:xfrm>
            <a:custGeom>
              <a:avLst/>
              <a:gdLst/>
              <a:ahLst/>
              <a:cxnLst/>
              <a:rect l="l" t="t" r="r" b="b"/>
              <a:pathLst>
                <a:path w="2488" h="2130" extrusionOk="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67" name="Google Shape;1867;p60"/>
            <p:cNvSpPr/>
            <p:nvPr/>
          </p:nvSpPr>
          <p:spPr>
            <a:xfrm>
              <a:off x="4199400" y="3627950"/>
              <a:ext cx="62200" cy="53425"/>
            </a:xfrm>
            <a:custGeom>
              <a:avLst/>
              <a:gdLst/>
              <a:ahLst/>
              <a:cxnLst/>
              <a:rect l="l" t="t" r="r" b="b"/>
              <a:pathLst>
                <a:path w="2488" h="2137" extrusionOk="0">
                  <a:moveTo>
                    <a:pt x="1065" y="0"/>
                  </a:moveTo>
                  <a:cubicBezTo>
                    <a:pt x="480" y="8"/>
                    <a:pt x="0" y="480"/>
                    <a:pt x="0" y="1073"/>
                  </a:cubicBezTo>
                  <a:cubicBezTo>
                    <a:pt x="0" y="1711"/>
                    <a:pt x="524"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68" name="Google Shape;1868;p60"/>
            <p:cNvSpPr/>
            <p:nvPr/>
          </p:nvSpPr>
          <p:spPr>
            <a:xfrm>
              <a:off x="4199400" y="3704150"/>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69" name="Google Shape;1869;p60"/>
            <p:cNvSpPr/>
            <p:nvPr/>
          </p:nvSpPr>
          <p:spPr>
            <a:xfrm>
              <a:off x="4123175" y="3704150"/>
              <a:ext cx="62425" cy="53450"/>
            </a:xfrm>
            <a:custGeom>
              <a:avLst/>
              <a:gdLst/>
              <a:ahLst/>
              <a:cxnLst/>
              <a:rect l="l" t="t" r="r" b="b"/>
              <a:pathLst>
                <a:path w="2497" h="2138" extrusionOk="0">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70" name="Google Shape;1870;p60"/>
            <p:cNvSpPr/>
            <p:nvPr/>
          </p:nvSpPr>
          <p:spPr>
            <a:xfrm>
              <a:off x="4123175" y="3780375"/>
              <a:ext cx="62425" cy="53425"/>
            </a:xfrm>
            <a:custGeom>
              <a:avLst/>
              <a:gdLst/>
              <a:ahLst/>
              <a:cxnLst/>
              <a:rect l="l" t="t" r="r" b="b"/>
              <a:pathLst>
                <a:path w="2497" h="2137" extrusionOk="0">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71" name="Google Shape;1871;p60"/>
            <p:cNvSpPr/>
            <p:nvPr/>
          </p:nvSpPr>
          <p:spPr>
            <a:xfrm>
              <a:off x="4046950" y="3780375"/>
              <a:ext cx="62425" cy="53425"/>
            </a:xfrm>
            <a:custGeom>
              <a:avLst/>
              <a:gdLst/>
              <a:ahLst/>
              <a:cxnLst/>
              <a:rect l="l" t="t" r="r" b="b"/>
              <a:pathLst>
                <a:path w="2497" h="2137" extrusionOk="0">
                  <a:moveTo>
                    <a:pt x="1074" y="0"/>
                  </a:moveTo>
                  <a:cubicBezTo>
                    <a:pt x="481" y="0"/>
                    <a:pt x="9"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72" name="Google Shape;1872;p60"/>
            <p:cNvSpPr/>
            <p:nvPr/>
          </p:nvSpPr>
          <p:spPr>
            <a:xfrm>
              <a:off x="4046950" y="3856775"/>
              <a:ext cx="62425" cy="53250"/>
            </a:xfrm>
            <a:custGeom>
              <a:avLst/>
              <a:gdLst/>
              <a:ahLst/>
              <a:cxnLst/>
              <a:rect l="l" t="t" r="r" b="b"/>
              <a:pathLst>
                <a:path w="2497" h="2130" extrusionOk="0">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73" name="Google Shape;1873;p60"/>
            <p:cNvSpPr/>
            <p:nvPr/>
          </p:nvSpPr>
          <p:spPr>
            <a:xfrm>
              <a:off x="4046950" y="4009000"/>
              <a:ext cx="62425" cy="53350"/>
            </a:xfrm>
            <a:custGeom>
              <a:avLst/>
              <a:gdLst/>
              <a:ahLst/>
              <a:cxnLst/>
              <a:rect l="l" t="t" r="r" b="b"/>
              <a:pathLst>
                <a:path w="2497" h="2134" extrusionOk="0">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74" name="Google Shape;1874;p60"/>
            <p:cNvSpPr/>
            <p:nvPr/>
          </p:nvSpPr>
          <p:spPr>
            <a:xfrm>
              <a:off x="4046950" y="3932800"/>
              <a:ext cx="62425" cy="53425"/>
            </a:xfrm>
            <a:custGeom>
              <a:avLst/>
              <a:gdLst/>
              <a:ahLst/>
              <a:cxnLst/>
              <a:rect l="l" t="t" r="r" b="b"/>
              <a:pathLst>
                <a:path w="2497" h="2137" extrusionOk="0">
                  <a:moveTo>
                    <a:pt x="1074" y="0"/>
                  </a:moveTo>
                  <a:cubicBezTo>
                    <a:pt x="481" y="8"/>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75" name="Google Shape;1875;p60"/>
            <p:cNvSpPr/>
            <p:nvPr/>
          </p:nvSpPr>
          <p:spPr>
            <a:xfrm>
              <a:off x="3970950" y="3932800"/>
              <a:ext cx="62225" cy="53425"/>
            </a:xfrm>
            <a:custGeom>
              <a:avLst/>
              <a:gdLst/>
              <a:ahLst/>
              <a:cxnLst/>
              <a:rect l="l" t="t" r="r" b="b"/>
              <a:pathLst>
                <a:path w="2489" h="2137" extrusionOk="0">
                  <a:moveTo>
                    <a:pt x="1065" y="0"/>
                  </a:moveTo>
                  <a:cubicBezTo>
                    <a:pt x="472" y="0"/>
                    <a:pt x="1" y="480"/>
                    <a:pt x="1" y="1065"/>
                  </a:cubicBezTo>
                  <a:cubicBezTo>
                    <a:pt x="1" y="1709"/>
                    <a:pt x="526" y="2137"/>
                    <a:pt x="1072" y="2137"/>
                  </a:cubicBezTo>
                  <a:cubicBezTo>
                    <a:pt x="1332" y="2137"/>
                    <a:pt x="1598" y="2039"/>
                    <a:pt x="1813" y="1821"/>
                  </a:cubicBezTo>
                  <a:cubicBezTo>
                    <a:pt x="2488" y="1155"/>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76" name="Google Shape;1876;p60"/>
            <p:cNvSpPr/>
            <p:nvPr/>
          </p:nvSpPr>
          <p:spPr>
            <a:xfrm>
              <a:off x="3589875" y="26377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77" name="Google Shape;1877;p60"/>
            <p:cNvSpPr/>
            <p:nvPr/>
          </p:nvSpPr>
          <p:spPr>
            <a:xfrm>
              <a:off x="3589875"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78" name="Google Shape;1878;p60"/>
            <p:cNvSpPr/>
            <p:nvPr/>
          </p:nvSpPr>
          <p:spPr>
            <a:xfrm>
              <a:off x="3589875"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79" name="Google Shape;1879;p60"/>
            <p:cNvSpPr/>
            <p:nvPr/>
          </p:nvSpPr>
          <p:spPr>
            <a:xfrm>
              <a:off x="3589875"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80" name="Google Shape;1880;p60"/>
            <p:cNvSpPr/>
            <p:nvPr/>
          </p:nvSpPr>
          <p:spPr>
            <a:xfrm>
              <a:off x="3589875" y="2942425"/>
              <a:ext cx="62225" cy="53450"/>
            </a:xfrm>
            <a:custGeom>
              <a:avLst/>
              <a:gdLst/>
              <a:ahLst/>
              <a:cxnLst/>
              <a:rect l="l" t="t" r="r" b="b"/>
              <a:pathLst>
                <a:path w="2489" h="2138" extrusionOk="0">
                  <a:moveTo>
                    <a:pt x="1066" y="1"/>
                  </a:moveTo>
                  <a:cubicBezTo>
                    <a:pt x="480" y="9"/>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81" name="Google Shape;1881;p60"/>
            <p:cNvSpPr/>
            <p:nvPr/>
          </p:nvSpPr>
          <p:spPr>
            <a:xfrm>
              <a:off x="3589875" y="3018650"/>
              <a:ext cx="62225" cy="53425"/>
            </a:xfrm>
            <a:custGeom>
              <a:avLst/>
              <a:gdLst/>
              <a:ahLst/>
              <a:cxnLst/>
              <a:rect l="l" t="t" r="r" b="b"/>
              <a:pathLst>
                <a:path w="2489" h="2137" extrusionOk="0">
                  <a:moveTo>
                    <a:pt x="1066" y="0"/>
                  </a:moveTo>
                  <a:cubicBezTo>
                    <a:pt x="480" y="0"/>
                    <a:pt x="1" y="480"/>
                    <a:pt x="1" y="1065"/>
                  </a:cubicBezTo>
                  <a:cubicBezTo>
                    <a:pt x="1" y="1709"/>
                    <a:pt x="526" y="2137"/>
                    <a:pt x="1075" y="2137"/>
                  </a:cubicBezTo>
                  <a:cubicBezTo>
                    <a:pt x="1337" y="2137"/>
                    <a:pt x="1604" y="2039"/>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82" name="Google Shape;1882;p60"/>
            <p:cNvSpPr/>
            <p:nvPr/>
          </p:nvSpPr>
          <p:spPr>
            <a:xfrm>
              <a:off x="3589875" y="309485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83" name="Google Shape;1883;p60"/>
            <p:cNvSpPr/>
            <p:nvPr/>
          </p:nvSpPr>
          <p:spPr>
            <a:xfrm>
              <a:off x="3285225"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84" name="Google Shape;1884;p60"/>
            <p:cNvSpPr/>
            <p:nvPr/>
          </p:nvSpPr>
          <p:spPr>
            <a:xfrm>
              <a:off x="3285225" y="2942425"/>
              <a:ext cx="62225" cy="53450"/>
            </a:xfrm>
            <a:custGeom>
              <a:avLst/>
              <a:gdLst/>
              <a:ahLst/>
              <a:cxnLst/>
              <a:rect l="l" t="t" r="r" b="b"/>
              <a:pathLst>
                <a:path w="2489" h="2138" extrusionOk="0">
                  <a:moveTo>
                    <a:pt x="1066" y="1"/>
                  </a:moveTo>
                  <a:cubicBezTo>
                    <a:pt x="480" y="9"/>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85" name="Google Shape;1885;p60"/>
            <p:cNvSpPr/>
            <p:nvPr/>
          </p:nvSpPr>
          <p:spPr>
            <a:xfrm>
              <a:off x="3285225" y="3018650"/>
              <a:ext cx="62225" cy="53425"/>
            </a:xfrm>
            <a:custGeom>
              <a:avLst/>
              <a:gdLst/>
              <a:ahLst/>
              <a:cxnLst/>
              <a:rect l="l" t="t" r="r" b="b"/>
              <a:pathLst>
                <a:path w="2489" h="2137" extrusionOk="0">
                  <a:moveTo>
                    <a:pt x="1066" y="0"/>
                  </a:moveTo>
                  <a:cubicBezTo>
                    <a:pt x="480" y="0"/>
                    <a:pt x="1" y="480"/>
                    <a:pt x="1" y="1065"/>
                  </a:cubicBezTo>
                  <a:cubicBezTo>
                    <a:pt x="1" y="1709"/>
                    <a:pt x="526" y="2137"/>
                    <a:pt x="1075"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86" name="Google Shape;1886;p60"/>
            <p:cNvSpPr/>
            <p:nvPr/>
          </p:nvSpPr>
          <p:spPr>
            <a:xfrm>
              <a:off x="3361450" y="2790200"/>
              <a:ext cx="62200" cy="53350"/>
            </a:xfrm>
            <a:custGeom>
              <a:avLst/>
              <a:gdLst/>
              <a:ahLst/>
              <a:cxnLst/>
              <a:rect l="l" t="t" r="r" b="b"/>
              <a:pathLst>
                <a:path w="2488" h="2134" extrusionOk="0">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87" name="Google Shape;1887;p60"/>
            <p:cNvSpPr/>
            <p:nvPr/>
          </p:nvSpPr>
          <p:spPr>
            <a:xfrm>
              <a:off x="3361450" y="2866425"/>
              <a:ext cx="62200" cy="53275"/>
            </a:xfrm>
            <a:custGeom>
              <a:avLst/>
              <a:gdLst/>
              <a:ahLst/>
              <a:cxnLst/>
              <a:rect l="l" t="t" r="r" b="b"/>
              <a:pathLst>
                <a:path w="2488" h="2131" extrusionOk="0">
                  <a:moveTo>
                    <a:pt x="1065" y="0"/>
                  </a:moveTo>
                  <a:cubicBezTo>
                    <a:pt x="472"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88" name="Google Shape;1888;p60"/>
            <p:cNvSpPr/>
            <p:nvPr/>
          </p:nvSpPr>
          <p:spPr>
            <a:xfrm>
              <a:off x="3361450" y="2942425"/>
              <a:ext cx="62200" cy="53450"/>
            </a:xfrm>
            <a:custGeom>
              <a:avLst/>
              <a:gdLst/>
              <a:ahLst/>
              <a:cxnLst/>
              <a:rect l="l" t="t" r="r" b="b"/>
              <a:pathLst>
                <a:path w="2488" h="2138" extrusionOk="0">
                  <a:moveTo>
                    <a:pt x="1065" y="1"/>
                  </a:moveTo>
                  <a:cubicBezTo>
                    <a:pt x="472" y="9"/>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89" name="Google Shape;1889;p60"/>
            <p:cNvSpPr/>
            <p:nvPr/>
          </p:nvSpPr>
          <p:spPr>
            <a:xfrm>
              <a:off x="3361450" y="3018650"/>
              <a:ext cx="62200" cy="53425"/>
            </a:xfrm>
            <a:custGeom>
              <a:avLst/>
              <a:gdLst/>
              <a:ahLst/>
              <a:cxnLst/>
              <a:rect l="l" t="t" r="r" b="b"/>
              <a:pathLst>
                <a:path w="2488" h="2137" extrusionOk="0">
                  <a:moveTo>
                    <a:pt x="1065" y="0"/>
                  </a:moveTo>
                  <a:cubicBezTo>
                    <a:pt x="472"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90" name="Google Shape;1890;p60"/>
            <p:cNvSpPr/>
            <p:nvPr/>
          </p:nvSpPr>
          <p:spPr>
            <a:xfrm>
              <a:off x="3361450" y="3094850"/>
              <a:ext cx="62200" cy="53350"/>
            </a:xfrm>
            <a:custGeom>
              <a:avLst/>
              <a:gdLst/>
              <a:ahLst/>
              <a:cxnLst/>
              <a:rect l="l" t="t" r="r" b="b"/>
              <a:pathLst>
                <a:path w="2488" h="2134" extrusionOk="0">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91" name="Google Shape;1891;p60"/>
            <p:cNvSpPr/>
            <p:nvPr/>
          </p:nvSpPr>
          <p:spPr>
            <a:xfrm>
              <a:off x="3437450" y="2637775"/>
              <a:ext cx="62425" cy="53450"/>
            </a:xfrm>
            <a:custGeom>
              <a:avLst/>
              <a:gdLst/>
              <a:ahLst/>
              <a:cxnLst/>
              <a:rect l="l" t="t" r="r" b="b"/>
              <a:pathLst>
                <a:path w="2497" h="2138" extrusionOk="0">
                  <a:moveTo>
                    <a:pt x="1074" y="1"/>
                  </a:moveTo>
                  <a:cubicBezTo>
                    <a:pt x="480" y="9"/>
                    <a:pt x="9" y="480"/>
                    <a:pt x="1" y="1074"/>
                  </a:cubicBezTo>
                  <a:cubicBezTo>
                    <a:pt x="1" y="1712"/>
                    <a:pt x="529" y="2137"/>
                    <a:pt x="1077" y="2137"/>
                  </a:cubicBezTo>
                  <a:cubicBezTo>
                    <a:pt x="1339" y="2137"/>
                    <a:pt x="1606" y="2040"/>
                    <a:pt x="1822"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92" name="Google Shape;1892;p60"/>
            <p:cNvSpPr/>
            <p:nvPr/>
          </p:nvSpPr>
          <p:spPr>
            <a:xfrm>
              <a:off x="3437450" y="271400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93" name="Google Shape;1893;p60"/>
            <p:cNvSpPr/>
            <p:nvPr/>
          </p:nvSpPr>
          <p:spPr>
            <a:xfrm>
              <a:off x="3437450" y="2790200"/>
              <a:ext cx="62425" cy="53350"/>
            </a:xfrm>
            <a:custGeom>
              <a:avLst/>
              <a:gdLst/>
              <a:ahLst/>
              <a:cxnLst/>
              <a:rect l="l" t="t" r="r" b="b"/>
              <a:pathLst>
                <a:path w="2497" h="2134" extrusionOk="0">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94" name="Google Shape;1894;p60"/>
            <p:cNvSpPr/>
            <p:nvPr/>
          </p:nvSpPr>
          <p:spPr>
            <a:xfrm>
              <a:off x="3437450" y="2866425"/>
              <a:ext cx="62425" cy="53275"/>
            </a:xfrm>
            <a:custGeom>
              <a:avLst/>
              <a:gdLst/>
              <a:ahLst/>
              <a:cxnLst/>
              <a:rect l="l" t="t" r="r" b="b"/>
              <a:pathLst>
                <a:path w="2497" h="2131" extrusionOk="0">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95" name="Google Shape;1895;p60"/>
            <p:cNvSpPr/>
            <p:nvPr/>
          </p:nvSpPr>
          <p:spPr>
            <a:xfrm>
              <a:off x="3437450" y="2942425"/>
              <a:ext cx="62425" cy="53450"/>
            </a:xfrm>
            <a:custGeom>
              <a:avLst/>
              <a:gdLst/>
              <a:ahLst/>
              <a:cxnLst/>
              <a:rect l="l" t="t" r="r" b="b"/>
              <a:pathLst>
                <a:path w="2497" h="2138" extrusionOk="0">
                  <a:moveTo>
                    <a:pt x="1074" y="1"/>
                  </a:moveTo>
                  <a:cubicBezTo>
                    <a:pt x="480" y="9"/>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96" name="Google Shape;1896;p60"/>
            <p:cNvSpPr/>
            <p:nvPr/>
          </p:nvSpPr>
          <p:spPr>
            <a:xfrm>
              <a:off x="3437450" y="3018650"/>
              <a:ext cx="62425" cy="53425"/>
            </a:xfrm>
            <a:custGeom>
              <a:avLst/>
              <a:gdLst/>
              <a:ahLst/>
              <a:cxnLst/>
              <a:rect l="l" t="t" r="r" b="b"/>
              <a:pathLst>
                <a:path w="2497" h="2137" extrusionOk="0">
                  <a:moveTo>
                    <a:pt x="1074" y="0"/>
                  </a:moveTo>
                  <a:cubicBezTo>
                    <a:pt x="480" y="0"/>
                    <a:pt x="9" y="480"/>
                    <a:pt x="1" y="1065"/>
                  </a:cubicBezTo>
                  <a:cubicBezTo>
                    <a:pt x="1" y="1709"/>
                    <a:pt x="530" y="2137"/>
                    <a:pt x="1078" y="2137"/>
                  </a:cubicBezTo>
                  <a:cubicBezTo>
                    <a:pt x="1340" y="2137"/>
                    <a:pt x="1606" y="2039"/>
                    <a:pt x="1822" y="1821"/>
                  </a:cubicBezTo>
                  <a:cubicBezTo>
                    <a:pt x="2496"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97" name="Google Shape;1897;p60"/>
            <p:cNvSpPr/>
            <p:nvPr/>
          </p:nvSpPr>
          <p:spPr>
            <a:xfrm>
              <a:off x="3437450" y="3094850"/>
              <a:ext cx="62425" cy="53350"/>
            </a:xfrm>
            <a:custGeom>
              <a:avLst/>
              <a:gdLst/>
              <a:ahLst/>
              <a:cxnLst/>
              <a:rect l="l" t="t" r="r" b="b"/>
              <a:pathLst>
                <a:path w="2497" h="2134" extrusionOk="0">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98" name="Google Shape;1898;p60"/>
            <p:cNvSpPr/>
            <p:nvPr/>
          </p:nvSpPr>
          <p:spPr>
            <a:xfrm>
              <a:off x="3513675" y="2637775"/>
              <a:ext cx="62425" cy="53450"/>
            </a:xfrm>
            <a:custGeom>
              <a:avLst/>
              <a:gdLst/>
              <a:ahLst/>
              <a:cxnLst/>
              <a:rect l="l" t="t" r="r" b="b"/>
              <a:pathLst>
                <a:path w="2497" h="2138" extrusionOk="0">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899" name="Google Shape;1899;p60"/>
            <p:cNvSpPr/>
            <p:nvPr/>
          </p:nvSpPr>
          <p:spPr>
            <a:xfrm>
              <a:off x="3513675"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00" name="Google Shape;1900;p60"/>
            <p:cNvSpPr/>
            <p:nvPr/>
          </p:nvSpPr>
          <p:spPr>
            <a:xfrm>
              <a:off x="3513675" y="27902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01" name="Google Shape;1901;p60"/>
            <p:cNvSpPr/>
            <p:nvPr/>
          </p:nvSpPr>
          <p:spPr>
            <a:xfrm>
              <a:off x="3513675" y="2866425"/>
              <a:ext cx="62425" cy="53275"/>
            </a:xfrm>
            <a:custGeom>
              <a:avLst/>
              <a:gdLst/>
              <a:ahLst/>
              <a:cxnLst/>
              <a:rect l="l" t="t" r="r" b="b"/>
              <a:pathLst>
                <a:path w="2497" h="2131" extrusionOk="0">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02" name="Google Shape;1902;p60"/>
            <p:cNvSpPr/>
            <p:nvPr/>
          </p:nvSpPr>
          <p:spPr>
            <a:xfrm>
              <a:off x="3513675" y="2942425"/>
              <a:ext cx="62425" cy="53450"/>
            </a:xfrm>
            <a:custGeom>
              <a:avLst/>
              <a:gdLst/>
              <a:ahLst/>
              <a:cxnLst/>
              <a:rect l="l" t="t" r="r" b="b"/>
              <a:pathLst>
                <a:path w="2497" h="2138" extrusionOk="0">
                  <a:moveTo>
                    <a:pt x="1065" y="1"/>
                  </a:moveTo>
                  <a:cubicBezTo>
                    <a:pt x="480" y="9"/>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03" name="Google Shape;1903;p60"/>
            <p:cNvSpPr/>
            <p:nvPr/>
          </p:nvSpPr>
          <p:spPr>
            <a:xfrm>
              <a:off x="3513675" y="3018650"/>
              <a:ext cx="62425" cy="53425"/>
            </a:xfrm>
            <a:custGeom>
              <a:avLst/>
              <a:gdLst/>
              <a:ahLst/>
              <a:cxnLst/>
              <a:rect l="l" t="t" r="r" b="b"/>
              <a:pathLst>
                <a:path w="2497" h="2137" extrusionOk="0">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04" name="Google Shape;1904;p60"/>
            <p:cNvSpPr/>
            <p:nvPr/>
          </p:nvSpPr>
          <p:spPr>
            <a:xfrm>
              <a:off x="3513675" y="309485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05" name="Google Shape;1905;p60"/>
            <p:cNvSpPr/>
            <p:nvPr/>
          </p:nvSpPr>
          <p:spPr>
            <a:xfrm>
              <a:off x="3513675" y="3171075"/>
              <a:ext cx="62425" cy="53275"/>
            </a:xfrm>
            <a:custGeom>
              <a:avLst/>
              <a:gdLst/>
              <a:ahLst/>
              <a:cxnLst/>
              <a:rect l="l" t="t" r="r" b="b"/>
              <a:pathLst>
                <a:path w="2497" h="2131" extrusionOk="0">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06" name="Google Shape;1906;p60"/>
            <p:cNvSpPr/>
            <p:nvPr/>
          </p:nvSpPr>
          <p:spPr>
            <a:xfrm>
              <a:off x="3589875" y="317107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07" name="Google Shape;1907;p60"/>
            <p:cNvSpPr/>
            <p:nvPr/>
          </p:nvSpPr>
          <p:spPr>
            <a:xfrm>
              <a:off x="3666100" y="26377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08" name="Google Shape;1908;p60"/>
            <p:cNvSpPr/>
            <p:nvPr/>
          </p:nvSpPr>
          <p:spPr>
            <a:xfrm>
              <a:off x="3666100" y="2714000"/>
              <a:ext cx="62200" cy="53350"/>
            </a:xfrm>
            <a:custGeom>
              <a:avLst/>
              <a:gdLst/>
              <a:ahLst/>
              <a:cxnLst/>
              <a:rect l="l" t="t" r="r" b="b"/>
              <a:pathLst>
                <a:path w="2488"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09" name="Google Shape;1909;p60"/>
            <p:cNvSpPr/>
            <p:nvPr/>
          </p:nvSpPr>
          <p:spPr>
            <a:xfrm>
              <a:off x="3666100" y="279020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10" name="Google Shape;1910;p60"/>
            <p:cNvSpPr/>
            <p:nvPr/>
          </p:nvSpPr>
          <p:spPr>
            <a:xfrm>
              <a:off x="3666100" y="2942425"/>
              <a:ext cx="62200" cy="53450"/>
            </a:xfrm>
            <a:custGeom>
              <a:avLst/>
              <a:gdLst/>
              <a:ahLst/>
              <a:cxnLst/>
              <a:rect l="l" t="t" r="r" b="b"/>
              <a:pathLst>
                <a:path w="2488" h="2138" extrusionOk="0">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11" name="Google Shape;1911;p60"/>
            <p:cNvSpPr/>
            <p:nvPr/>
          </p:nvSpPr>
          <p:spPr>
            <a:xfrm>
              <a:off x="3666100" y="3018650"/>
              <a:ext cx="62200" cy="53425"/>
            </a:xfrm>
            <a:custGeom>
              <a:avLst/>
              <a:gdLst/>
              <a:ahLst/>
              <a:cxnLst/>
              <a:rect l="l" t="t" r="r" b="b"/>
              <a:pathLst>
                <a:path w="2488"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12" name="Google Shape;1912;p60"/>
            <p:cNvSpPr/>
            <p:nvPr/>
          </p:nvSpPr>
          <p:spPr>
            <a:xfrm>
              <a:off x="3666100" y="309485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13" name="Google Shape;1913;p60"/>
            <p:cNvSpPr/>
            <p:nvPr/>
          </p:nvSpPr>
          <p:spPr>
            <a:xfrm>
              <a:off x="3666100" y="3171075"/>
              <a:ext cx="62200" cy="53275"/>
            </a:xfrm>
            <a:custGeom>
              <a:avLst/>
              <a:gdLst/>
              <a:ahLst/>
              <a:cxnLst/>
              <a:rect l="l" t="t" r="r" b="b"/>
              <a:pathLst>
                <a:path w="2488" h="2131" extrusionOk="0">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14" name="Google Shape;1914;p60"/>
            <p:cNvSpPr/>
            <p:nvPr/>
          </p:nvSpPr>
          <p:spPr>
            <a:xfrm>
              <a:off x="3742300" y="2637775"/>
              <a:ext cx="62225" cy="53450"/>
            </a:xfrm>
            <a:custGeom>
              <a:avLst/>
              <a:gdLst/>
              <a:ahLst/>
              <a:cxnLst/>
              <a:rect l="l" t="t" r="r" b="b"/>
              <a:pathLst>
                <a:path w="2489" h="2138" extrusionOk="0">
                  <a:moveTo>
                    <a:pt x="1066" y="1"/>
                  </a:moveTo>
                  <a:cubicBezTo>
                    <a:pt x="481" y="1"/>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15" name="Google Shape;1915;p60"/>
            <p:cNvSpPr/>
            <p:nvPr/>
          </p:nvSpPr>
          <p:spPr>
            <a:xfrm>
              <a:off x="3742300" y="2714000"/>
              <a:ext cx="62225" cy="53350"/>
            </a:xfrm>
            <a:custGeom>
              <a:avLst/>
              <a:gdLst/>
              <a:ahLst/>
              <a:cxnLst/>
              <a:rect l="l" t="t" r="r" b="b"/>
              <a:pathLst>
                <a:path w="2489" h="2134" extrusionOk="0">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16" name="Google Shape;1916;p60"/>
            <p:cNvSpPr/>
            <p:nvPr/>
          </p:nvSpPr>
          <p:spPr>
            <a:xfrm>
              <a:off x="3742300" y="2790200"/>
              <a:ext cx="62225" cy="53350"/>
            </a:xfrm>
            <a:custGeom>
              <a:avLst/>
              <a:gdLst/>
              <a:ahLst/>
              <a:cxnLst/>
              <a:rect l="l" t="t" r="r" b="b"/>
              <a:pathLst>
                <a:path w="2489" h="2134" extrusionOk="0">
                  <a:moveTo>
                    <a:pt x="1066" y="1"/>
                  </a:moveTo>
                  <a:cubicBezTo>
                    <a:pt x="481" y="1"/>
                    <a:pt x="1" y="472"/>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17" name="Google Shape;1917;p60"/>
            <p:cNvSpPr/>
            <p:nvPr/>
          </p:nvSpPr>
          <p:spPr>
            <a:xfrm>
              <a:off x="3742300" y="2942425"/>
              <a:ext cx="62225" cy="53450"/>
            </a:xfrm>
            <a:custGeom>
              <a:avLst/>
              <a:gdLst/>
              <a:ahLst/>
              <a:cxnLst/>
              <a:rect l="l" t="t" r="r" b="b"/>
              <a:pathLst>
                <a:path w="2489" h="2138" extrusionOk="0">
                  <a:moveTo>
                    <a:pt x="1066" y="1"/>
                  </a:moveTo>
                  <a:cubicBezTo>
                    <a:pt x="481" y="1"/>
                    <a:pt x="1" y="480"/>
                    <a:pt x="1" y="1066"/>
                  </a:cubicBezTo>
                  <a:cubicBezTo>
                    <a:pt x="1" y="1709"/>
                    <a:pt x="526" y="2137"/>
                    <a:pt x="1072" y="2137"/>
                  </a:cubicBezTo>
                  <a:cubicBezTo>
                    <a:pt x="1333" y="2137"/>
                    <a:pt x="1598" y="2040"/>
                    <a:pt x="1814" y="1822"/>
                  </a:cubicBezTo>
                  <a:cubicBezTo>
                    <a:pt x="2489" y="1155"/>
                    <a:pt x="2017" y="9"/>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18" name="Google Shape;1918;p60"/>
            <p:cNvSpPr/>
            <p:nvPr/>
          </p:nvSpPr>
          <p:spPr>
            <a:xfrm>
              <a:off x="3742300" y="3018650"/>
              <a:ext cx="62225" cy="53350"/>
            </a:xfrm>
            <a:custGeom>
              <a:avLst/>
              <a:gdLst/>
              <a:ahLst/>
              <a:cxnLst/>
              <a:rect l="l" t="t" r="r" b="b"/>
              <a:pathLst>
                <a:path w="2489" h="2134" extrusionOk="0">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19" name="Google Shape;1919;p60"/>
            <p:cNvSpPr/>
            <p:nvPr/>
          </p:nvSpPr>
          <p:spPr>
            <a:xfrm>
              <a:off x="3742300" y="3094850"/>
              <a:ext cx="62225" cy="53350"/>
            </a:xfrm>
            <a:custGeom>
              <a:avLst/>
              <a:gdLst/>
              <a:ahLst/>
              <a:cxnLst/>
              <a:rect l="l" t="t" r="r" b="b"/>
              <a:pathLst>
                <a:path w="2489" h="2134" extrusionOk="0">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20" name="Google Shape;1920;p60"/>
            <p:cNvSpPr/>
            <p:nvPr/>
          </p:nvSpPr>
          <p:spPr>
            <a:xfrm>
              <a:off x="3742300" y="3171075"/>
              <a:ext cx="62225" cy="53300"/>
            </a:xfrm>
            <a:custGeom>
              <a:avLst/>
              <a:gdLst/>
              <a:ahLst/>
              <a:cxnLst/>
              <a:rect l="l" t="t" r="r" b="b"/>
              <a:pathLst>
                <a:path w="2489" h="2132" extrusionOk="0">
                  <a:moveTo>
                    <a:pt x="1066" y="0"/>
                  </a:moveTo>
                  <a:cubicBezTo>
                    <a:pt x="481" y="0"/>
                    <a:pt x="1" y="472"/>
                    <a:pt x="1" y="1065"/>
                  </a:cubicBezTo>
                  <a:cubicBezTo>
                    <a:pt x="1" y="1705"/>
                    <a:pt x="528" y="2131"/>
                    <a:pt x="1076" y="2131"/>
                  </a:cubicBezTo>
                  <a:cubicBezTo>
                    <a:pt x="1335" y="2131"/>
                    <a:pt x="1599" y="2036"/>
                    <a:pt x="1814"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21" name="Google Shape;1921;p60"/>
            <p:cNvSpPr/>
            <p:nvPr/>
          </p:nvSpPr>
          <p:spPr>
            <a:xfrm>
              <a:off x="3742300" y="3247075"/>
              <a:ext cx="62225" cy="53450"/>
            </a:xfrm>
            <a:custGeom>
              <a:avLst/>
              <a:gdLst/>
              <a:ahLst/>
              <a:cxnLst/>
              <a:rect l="l" t="t" r="r" b="b"/>
              <a:pathLst>
                <a:path w="2489" h="2138" extrusionOk="0">
                  <a:moveTo>
                    <a:pt x="1066" y="1"/>
                  </a:moveTo>
                  <a:cubicBezTo>
                    <a:pt x="481" y="9"/>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22" name="Google Shape;1922;p60"/>
            <p:cNvSpPr/>
            <p:nvPr/>
          </p:nvSpPr>
          <p:spPr>
            <a:xfrm>
              <a:off x="3818525" y="271400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23" name="Google Shape;1923;p60"/>
            <p:cNvSpPr/>
            <p:nvPr/>
          </p:nvSpPr>
          <p:spPr>
            <a:xfrm>
              <a:off x="3818525" y="27902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24" name="Google Shape;1924;p60"/>
            <p:cNvSpPr/>
            <p:nvPr/>
          </p:nvSpPr>
          <p:spPr>
            <a:xfrm>
              <a:off x="3818525" y="2942425"/>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25" name="Google Shape;1925;p60"/>
            <p:cNvSpPr/>
            <p:nvPr/>
          </p:nvSpPr>
          <p:spPr>
            <a:xfrm>
              <a:off x="3818525" y="301865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26" name="Google Shape;1926;p60"/>
            <p:cNvSpPr/>
            <p:nvPr/>
          </p:nvSpPr>
          <p:spPr>
            <a:xfrm>
              <a:off x="3818525" y="309485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27" name="Google Shape;1927;p60"/>
            <p:cNvSpPr/>
            <p:nvPr/>
          </p:nvSpPr>
          <p:spPr>
            <a:xfrm>
              <a:off x="3818525" y="317107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28" name="Google Shape;1928;p60"/>
            <p:cNvSpPr/>
            <p:nvPr/>
          </p:nvSpPr>
          <p:spPr>
            <a:xfrm>
              <a:off x="3818525" y="3247075"/>
              <a:ext cx="62225" cy="53450"/>
            </a:xfrm>
            <a:custGeom>
              <a:avLst/>
              <a:gdLst/>
              <a:ahLst/>
              <a:cxnLst/>
              <a:rect l="l" t="t" r="r" b="b"/>
              <a:pathLst>
                <a:path w="2489"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29" name="Google Shape;1929;p60"/>
            <p:cNvSpPr/>
            <p:nvPr/>
          </p:nvSpPr>
          <p:spPr>
            <a:xfrm>
              <a:off x="3818525" y="33233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30" name="Google Shape;1930;p60"/>
            <p:cNvSpPr/>
            <p:nvPr/>
          </p:nvSpPr>
          <p:spPr>
            <a:xfrm>
              <a:off x="3818525" y="33995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31" name="Google Shape;1931;p60"/>
            <p:cNvSpPr/>
            <p:nvPr/>
          </p:nvSpPr>
          <p:spPr>
            <a:xfrm>
              <a:off x="3818525" y="3780375"/>
              <a:ext cx="62425" cy="53425"/>
            </a:xfrm>
            <a:custGeom>
              <a:avLst/>
              <a:gdLst/>
              <a:ahLst/>
              <a:cxnLst/>
              <a:rect l="l" t="t" r="r" b="b"/>
              <a:pathLst>
                <a:path w="2497" h="2137" extrusionOk="0">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32" name="Google Shape;1932;p60"/>
            <p:cNvSpPr/>
            <p:nvPr/>
          </p:nvSpPr>
          <p:spPr>
            <a:xfrm>
              <a:off x="3894725" y="279020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33" name="Google Shape;1933;p60"/>
            <p:cNvSpPr/>
            <p:nvPr/>
          </p:nvSpPr>
          <p:spPr>
            <a:xfrm>
              <a:off x="3894725" y="3932800"/>
              <a:ext cx="62225" cy="53425"/>
            </a:xfrm>
            <a:custGeom>
              <a:avLst/>
              <a:gdLst/>
              <a:ahLst/>
              <a:cxnLst/>
              <a:rect l="l" t="t" r="r" b="b"/>
              <a:pathLst>
                <a:path w="2489" h="2137" extrusionOk="0">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34" name="Google Shape;1934;p60"/>
            <p:cNvSpPr/>
            <p:nvPr/>
          </p:nvSpPr>
          <p:spPr>
            <a:xfrm>
              <a:off x="3894725" y="3856775"/>
              <a:ext cx="62175" cy="53250"/>
            </a:xfrm>
            <a:custGeom>
              <a:avLst/>
              <a:gdLst/>
              <a:ahLst/>
              <a:cxnLst/>
              <a:rect l="l" t="t" r="r" b="b"/>
              <a:pathLst>
                <a:path w="2487" h="2130" extrusionOk="0">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35" name="Google Shape;1935;p60"/>
            <p:cNvSpPr/>
            <p:nvPr/>
          </p:nvSpPr>
          <p:spPr>
            <a:xfrm>
              <a:off x="3894725" y="3780375"/>
              <a:ext cx="62425" cy="53425"/>
            </a:xfrm>
            <a:custGeom>
              <a:avLst/>
              <a:gdLst/>
              <a:ahLst/>
              <a:cxnLst/>
              <a:rect l="l" t="t" r="r" b="b"/>
              <a:pathLst>
                <a:path w="2497" h="2137" extrusionOk="0">
                  <a:moveTo>
                    <a:pt x="1066" y="0"/>
                  </a:moveTo>
                  <a:cubicBezTo>
                    <a:pt x="481"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36" name="Google Shape;1936;p60"/>
            <p:cNvSpPr/>
            <p:nvPr/>
          </p:nvSpPr>
          <p:spPr>
            <a:xfrm>
              <a:off x="3894725" y="3704150"/>
              <a:ext cx="62225" cy="53450"/>
            </a:xfrm>
            <a:custGeom>
              <a:avLst/>
              <a:gdLst/>
              <a:ahLst/>
              <a:cxnLst/>
              <a:rect l="l" t="t" r="r" b="b"/>
              <a:pathLst>
                <a:path w="2489" h="2138" extrusionOk="0">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37" name="Google Shape;1937;p60"/>
            <p:cNvSpPr/>
            <p:nvPr/>
          </p:nvSpPr>
          <p:spPr>
            <a:xfrm>
              <a:off x="3894725" y="3627950"/>
              <a:ext cx="62225" cy="53425"/>
            </a:xfrm>
            <a:custGeom>
              <a:avLst/>
              <a:gdLst/>
              <a:ahLst/>
              <a:cxnLst/>
              <a:rect l="l" t="t" r="r" b="b"/>
              <a:pathLst>
                <a:path w="2489" h="2137" extrusionOk="0">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38" name="Google Shape;1938;p60"/>
            <p:cNvSpPr/>
            <p:nvPr/>
          </p:nvSpPr>
          <p:spPr>
            <a:xfrm>
              <a:off x="3894725" y="3551925"/>
              <a:ext cx="62175" cy="53250"/>
            </a:xfrm>
            <a:custGeom>
              <a:avLst/>
              <a:gdLst/>
              <a:ahLst/>
              <a:cxnLst/>
              <a:rect l="l" t="t" r="r" b="b"/>
              <a:pathLst>
                <a:path w="2487" h="2130" extrusionOk="0">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39" name="Google Shape;1939;p60"/>
            <p:cNvSpPr/>
            <p:nvPr/>
          </p:nvSpPr>
          <p:spPr>
            <a:xfrm>
              <a:off x="3894725" y="3475725"/>
              <a:ext cx="62225" cy="53350"/>
            </a:xfrm>
            <a:custGeom>
              <a:avLst/>
              <a:gdLst/>
              <a:ahLst/>
              <a:cxnLst/>
              <a:rect l="l" t="t" r="r" b="b"/>
              <a:pathLst>
                <a:path w="2489" h="2134" extrusionOk="0">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40" name="Google Shape;1940;p60"/>
            <p:cNvSpPr/>
            <p:nvPr/>
          </p:nvSpPr>
          <p:spPr>
            <a:xfrm>
              <a:off x="3894725" y="339950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41" name="Google Shape;1941;p60"/>
            <p:cNvSpPr/>
            <p:nvPr/>
          </p:nvSpPr>
          <p:spPr>
            <a:xfrm>
              <a:off x="3894600" y="3323300"/>
              <a:ext cx="62350" cy="53425"/>
            </a:xfrm>
            <a:custGeom>
              <a:avLst/>
              <a:gdLst/>
              <a:ahLst/>
              <a:cxnLst/>
              <a:rect l="l" t="t" r="r" b="b"/>
              <a:pathLst>
                <a:path w="2494" h="2137" extrusionOk="0">
                  <a:moveTo>
                    <a:pt x="1071" y="0"/>
                  </a:moveTo>
                  <a:cubicBezTo>
                    <a:pt x="486" y="8"/>
                    <a:pt x="6" y="480"/>
                    <a:pt x="6" y="1065"/>
                  </a:cubicBezTo>
                  <a:cubicBezTo>
                    <a:pt x="0" y="1709"/>
                    <a:pt x="528" y="2137"/>
                    <a:pt x="1076" y="2137"/>
                  </a:cubicBezTo>
                  <a:cubicBezTo>
                    <a:pt x="1337" y="2137"/>
                    <a:pt x="1603" y="2039"/>
                    <a:pt x="1819" y="1821"/>
                  </a:cubicBezTo>
                  <a:cubicBezTo>
                    <a:pt x="2494" y="1154"/>
                    <a:pt x="2022" y="0"/>
                    <a:pt x="1071"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42" name="Google Shape;1942;p60"/>
            <p:cNvSpPr/>
            <p:nvPr/>
          </p:nvSpPr>
          <p:spPr>
            <a:xfrm>
              <a:off x="3894725" y="3247075"/>
              <a:ext cx="62225" cy="53450"/>
            </a:xfrm>
            <a:custGeom>
              <a:avLst/>
              <a:gdLst/>
              <a:ahLst/>
              <a:cxnLst/>
              <a:rect l="l" t="t" r="r" b="b"/>
              <a:pathLst>
                <a:path w="2489" h="2138" extrusionOk="0">
                  <a:moveTo>
                    <a:pt x="1066" y="1"/>
                  </a:moveTo>
                  <a:cubicBezTo>
                    <a:pt x="481" y="9"/>
                    <a:pt x="1" y="480"/>
                    <a:pt x="1" y="1074"/>
                  </a:cubicBezTo>
                  <a:cubicBezTo>
                    <a:pt x="1" y="1712"/>
                    <a:pt x="525" y="2137"/>
                    <a:pt x="1074" y="2137"/>
                  </a:cubicBezTo>
                  <a:cubicBezTo>
                    <a:pt x="1336" y="2137"/>
                    <a:pt x="1604" y="2040"/>
                    <a:pt x="1822" y="1822"/>
                  </a:cubicBezTo>
                  <a:cubicBezTo>
                    <a:pt x="2489"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43" name="Google Shape;1943;p60"/>
            <p:cNvSpPr/>
            <p:nvPr/>
          </p:nvSpPr>
          <p:spPr>
            <a:xfrm>
              <a:off x="3894725" y="317107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44" name="Google Shape;1944;p60"/>
            <p:cNvSpPr/>
            <p:nvPr/>
          </p:nvSpPr>
          <p:spPr>
            <a:xfrm>
              <a:off x="3894725" y="309485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45" name="Google Shape;1945;p60"/>
            <p:cNvSpPr/>
            <p:nvPr/>
          </p:nvSpPr>
          <p:spPr>
            <a:xfrm>
              <a:off x="3894725" y="3018650"/>
              <a:ext cx="62225" cy="53425"/>
            </a:xfrm>
            <a:custGeom>
              <a:avLst/>
              <a:gdLst/>
              <a:ahLst/>
              <a:cxnLst/>
              <a:rect l="l" t="t" r="r" b="b"/>
              <a:pathLst>
                <a:path w="2489" h="2137" extrusionOk="0">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46" name="Google Shape;1946;p60"/>
            <p:cNvSpPr/>
            <p:nvPr/>
          </p:nvSpPr>
          <p:spPr>
            <a:xfrm>
              <a:off x="3894725" y="2942425"/>
              <a:ext cx="62225" cy="53450"/>
            </a:xfrm>
            <a:custGeom>
              <a:avLst/>
              <a:gdLst/>
              <a:ahLst/>
              <a:cxnLst/>
              <a:rect l="l" t="t" r="r" b="b"/>
              <a:pathLst>
                <a:path w="2489" h="2138" extrusionOk="0">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47" name="Google Shape;1947;p60"/>
            <p:cNvSpPr/>
            <p:nvPr/>
          </p:nvSpPr>
          <p:spPr>
            <a:xfrm>
              <a:off x="3894725" y="286642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48" name="Google Shape;1948;p60"/>
            <p:cNvSpPr/>
            <p:nvPr/>
          </p:nvSpPr>
          <p:spPr>
            <a:xfrm>
              <a:off x="3818525" y="286642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49" name="Google Shape;1949;p60"/>
            <p:cNvSpPr/>
            <p:nvPr/>
          </p:nvSpPr>
          <p:spPr>
            <a:xfrm>
              <a:off x="3742300" y="2866425"/>
              <a:ext cx="62225" cy="53225"/>
            </a:xfrm>
            <a:custGeom>
              <a:avLst/>
              <a:gdLst/>
              <a:ahLst/>
              <a:cxnLst/>
              <a:rect l="l" t="t" r="r" b="b"/>
              <a:pathLst>
                <a:path w="2489" h="2129" extrusionOk="0">
                  <a:moveTo>
                    <a:pt x="1066" y="0"/>
                  </a:moveTo>
                  <a:cubicBezTo>
                    <a:pt x="481" y="0"/>
                    <a:pt x="1" y="472"/>
                    <a:pt x="1" y="1065"/>
                  </a:cubicBezTo>
                  <a:cubicBezTo>
                    <a:pt x="1" y="1703"/>
                    <a:pt x="525" y="2129"/>
                    <a:pt x="1071" y="2129"/>
                  </a:cubicBezTo>
                  <a:cubicBezTo>
                    <a:pt x="1332" y="2129"/>
                    <a:pt x="1598" y="2031"/>
                    <a:pt x="1814" y="1813"/>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50" name="Google Shape;1950;p60"/>
            <p:cNvSpPr/>
            <p:nvPr/>
          </p:nvSpPr>
          <p:spPr>
            <a:xfrm>
              <a:off x="3666100" y="2866425"/>
              <a:ext cx="62200" cy="53275"/>
            </a:xfrm>
            <a:custGeom>
              <a:avLst/>
              <a:gdLst/>
              <a:ahLst/>
              <a:cxnLst/>
              <a:rect l="l" t="t" r="r" b="b"/>
              <a:pathLst>
                <a:path w="2488" h="2131" extrusionOk="0">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51" name="Google Shape;1951;p60"/>
            <p:cNvSpPr/>
            <p:nvPr/>
          </p:nvSpPr>
          <p:spPr>
            <a:xfrm>
              <a:off x="4504050" y="32470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52" name="Google Shape;1952;p60"/>
            <p:cNvSpPr/>
            <p:nvPr/>
          </p:nvSpPr>
          <p:spPr>
            <a:xfrm>
              <a:off x="4504050" y="3171075"/>
              <a:ext cx="62200" cy="53350"/>
            </a:xfrm>
            <a:custGeom>
              <a:avLst/>
              <a:gdLst/>
              <a:ahLst/>
              <a:cxnLst/>
              <a:rect l="l" t="t" r="r" b="b"/>
              <a:pathLst>
                <a:path w="2488" h="2134" extrusionOk="0">
                  <a:moveTo>
                    <a:pt x="1065" y="0"/>
                  </a:moveTo>
                  <a:cubicBezTo>
                    <a:pt x="480" y="0"/>
                    <a:pt x="0" y="472"/>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53" name="Google Shape;1953;p60"/>
            <p:cNvSpPr/>
            <p:nvPr/>
          </p:nvSpPr>
          <p:spPr>
            <a:xfrm>
              <a:off x="4504050" y="309485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54" name="Google Shape;1954;p60"/>
            <p:cNvSpPr/>
            <p:nvPr/>
          </p:nvSpPr>
          <p:spPr>
            <a:xfrm>
              <a:off x="4427825" y="3323300"/>
              <a:ext cx="62425" cy="53425"/>
            </a:xfrm>
            <a:custGeom>
              <a:avLst/>
              <a:gdLst/>
              <a:ahLst/>
              <a:cxnLst/>
              <a:rect l="l" t="t" r="r" b="b"/>
              <a:pathLst>
                <a:path w="2497" h="2137" extrusionOk="0">
                  <a:moveTo>
                    <a:pt x="1065" y="0"/>
                  </a:moveTo>
                  <a:cubicBezTo>
                    <a:pt x="480" y="8"/>
                    <a:pt x="9" y="480"/>
                    <a:pt x="1" y="1065"/>
                  </a:cubicBezTo>
                  <a:cubicBezTo>
                    <a:pt x="1" y="1709"/>
                    <a:pt x="526" y="2137"/>
                    <a:pt x="1074" y="2137"/>
                  </a:cubicBezTo>
                  <a:cubicBezTo>
                    <a:pt x="1336" y="2137"/>
                    <a:pt x="1603" y="2039"/>
                    <a:pt x="1822" y="1821"/>
                  </a:cubicBezTo>
                  <a:cubicBezTo>
                    <a:pt x="2496" y="1154"/>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55" name="Google Shape;1955;p60"/>
            <p:cNvSpPr/>
            <p:nvPr/>
          </p:nvSpPr>
          <p:spPr>
            <a:xfrm>
              <a:off x="4427825" y="3247075"/>
              <a:ext cx="62425" cy="53450"/>
            </a:xfrm>
            <a:custGeom>
              <a:avLst/>
              <a:gdLst/>
              <a:ahLst/>
              <a:cxnLst/>
              <a:rect l="l" t="t" r="r" b="b"/>
              <a:pathLst>
                <a:path w="2497" h="2138" extrusionOk="0">
                  <a:moveTo>
                    <a:pt x="1065" y="1"/>
                  </a:moveTo>
                  <a:cubicBezTo>
                    <a:pt x="480" y="9"/>
                    <a:pt x="1" y="480"/>
                    <a:pt x="1" y="1074"/>
                  </a:cubicBezTo>
                  <a:cubicBezTo>
                    <a:pt x="1" y="1712"/>
                    <a:pt x="529" y="2137"/>
                    <a:pt x="1077" y="2137"/>
                  </a:cubicBezTo>
                  <a:cubicBezTo>
                    <a:pt x="1339" y="2137"/>
                    <a:pt x="1606" y="2040"/>
                    <a:pt x="1822" y="1822"/>
                  </a:cubicBezTo>
                  <a:cubicBezTo>
                    <a:pt x="2496" y="1155"/>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56" name="Google Shape;1956;p60"/>
            <p:cNvSpPr/>
            <p:nvPr/>
          </p:nvSpPr>
          <p:spPr>
            <a:xfrm>
              <a:off x="4427825" y="3171075"/>
              <a:ext cx="62425" cy="53275"/>
            </a:xfrm>
            <a:custGeom>
              <a:avLst/>
              <a:gdLst/>
              <a:ahLst/>
              <a:cxnLst/>
              <a:rect l="l" t="t" r="r" b="b"/>
              <a:pathLst>
                <a:path w="2497" h="2131" extrusionOk="0">
                  <a:moveTo>
                    <a:pt x="1065" y="0"/>
                  </a:moveTo>
                  <a:cubicBezTo>
                    <a:pt x="480" y="0"/>
                    <a:pt x="9" y="472"/>
                    <a:pt x="1" y="1065"/>
                  </a:cubicBezTo>
                  <a:cubicBezTo>
                    <a:pt x="1" y="1707"/>
                    <a:pt x="523" y="2131"/>
                    <a:pt x="1070" y="2131"/>
                  </a:cubicBezTo>
                  <a:cubicBezTo>
                    <a:pt x="1333" y="2131"/>
                    <a:pt x="1602" y="2032"/>
                    <a:pt x="1822" y="1813"/>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57" name="Google Shape;1957;p60"/>
            <p:cNvSpPr/>
            <p:nvPr/>
          </p:nvSpPr>
          <p:spPr>
            <a:xfrm>
              <a:off x="4427825" y="3094850"/>
              <a:ext cx="62425" cy="53350"/>
            </a:xfrm>
            <a:custGeom>
              <a:avLst/>
              <a:gdLst/>
              <a:ahLst/>
              <a:cxnLst/>
              <a:rect l="l" t="t" r="r" b="b"/>
              <a:pathLst>
                <a:path w="2497" h="2134" extrusionOk="0">
                  <a:moveTo>
                    <a:pt x="1065" y="1"/>
                  </a:moveTo>
                  <a:cubicBezTo>
                    <a:pt x="480" y="1"/>
                    <a:pt x="1"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58" name="Google Shape;1958;p60"/>
            <p:cNvSpPr/>
            <p:nvPr/>
          </p:nvSpPr>
          <p:spPr>
            <a:xfrm>
              <a:off x="4427825" y="3018650"/>
              <a:ext cx="62425" cy="53425"/>
            </a:xfrm>
            <a:custGeom>
              <a:avLst/>
              <a:gdLst/>
              <a:ahLst/>
              <a:cxnLst/>
              <a:rect l="l" t="t" r="r" b="b"/>
              <a:pathLst>
                <a:path w="2497" h="2137" extrusionOk="0">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59" name="Google Shape;1959;p60"/>
            <p:cNvSpPr/>
            <p:nvPr/>
          </p:nvSpPr>
          <p:spPr>
            <a:xfrm>
              <a:off x="4351600" y="33995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60" name="Google Shape;1960;p60"/>
            <p:cNvSpPr/>
            <p:nvPr/>
          </p:nvSpPr>
          <p:spPr>
            <a:xfrm>
              <a:off x="4351600" y="3323300"/>
              <a:ext cx="62425" cy="53425"/>
            </a:xfrm>
            <a:custGeom>
              <a:avLst/>
              <a:gdLst/>
              <a:ahLst/>
              <a:cxnLst/>
              <a:rect l="l" t="t" r="r" b="b"/>
              <a:pathLst>
                <a:path w="2497" h="2137" extrusionOk="0">
                  <a:moveTo>
                    <a:pt x="1074" y="0"/>
                  </a:moveTo>
                  <a:cubicBezTo>
                    <a:pt x="481" y="0"/>
                    <a:pt x="9" y="480"/>
                    <a:pt x="1" y="1065"/>
                  </a:cubicBezTo>
                  <a:cubicBezTo>
                    <a:pt x="1" y="1709"/>
                    <a:pt x="530" y="2137"/>
                    <a:pt x="1078" y="2137"/>
                  </a:cubicBezTo>
                  <a:cubicBezTo>
                    <a:pt x="1340" y="2137"/>
                    <a:pt x="1607" y="2039"/>
                    <a:pt x="1822" y="1821"/>
                  </a:cubicBezTo>
                  <a:cubicBezTo>
                    <a:pt x="2497" y="1154"/>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61" name="Google Shape;1961;p60"/>
            <p:cNvSpPr/>
            <p:nvPr/>
          </p:nvSpPr>
          <p:spPr>
            <a:xfrm>
              <a:off x="4351600" y="309485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62" name="Google Shape;1962;p60"/>
            <p:cNvSpPr/>
            <p:nvPr/>
          </p:nvSpPr>
          <p:spPr>
            <a:xfrm>
              <a:off x="4351600" y="3018650"/>
              <a:ext cx="62425" cy="53425"/>
            </a:xfrm>
            <a:custGeom>
              <a:avLst/>
              <a:gdLst/>
              <a:ahLst/>
              <a:cxnLst/>
              <a:rect l="l" t="t" r="r" b="b"/>
              <a:pathLst>
                <a:path w="2497" h="2137" extrusionOk="0">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63" name="Google Shape;1963;p60"/>
            <p:cNvSpPr/>
            <p:nvPr/>
          </p:nvSpPr>
          <p:spPr>
            <a:xfrm>
              <a:off x="4351600" y="2942425"/>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7" y="2040"/>
                    <a:pt x="1822" y="1822"/>
                  </a:cubicBezTo>
                  <a:cubicBezTo>
                    <a:pt x="2497" y="1155"/>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64" name="Google Shape;1964;p60"/>
            <p:cNvSpPr/>
            <p:nvPr/>
          </p:nvSpPr>
          <p:spPr>
            <a:xfrm>
              <a:off x="4275600" y="3780375"/>
              <a:ext cx="62425" cy="53425"/>
            </a:xfrm>
            <a:custGeom>
              <a:avLst/>
              <a:gdLst/>
              <a:ahLst/>
              <a:cxnLst/>
              <a:rect l="l" t="t" r="r" b="b"/>
              <a:pathLst>
                <a:path w="2497" h="2137" extrusionOk="0">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65" name="Google Shape;1965;p60"/>
            <p:cNvSpPr/>
            <p:nvPr/>
          </p:nvSpPr>
          <p:spPr>
            <a:xfrm>
              <a:off x="4275600"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66" name="Google Shape;1966;p60"/>
            <p:cNvSpPr/>
            <p:nvPr/>
          </p:nvSpPr>
          <p:spPr>
            <a:xfrm>
              <a:off x="4275600" y="3627950"/>
              <a:ext cx="62225" cy="53425"/>
            </a:xfrm>
            <a:custGeom>
              <a:avLst/>
              <a:gdLst/>
              <a:ahLst/>
              <a:cxnLst/>
              <a:rect l="l" t="t" r="r" b="b"/>
              <a:pathLst>
                <a:path w="2489" h="2137" extrusionOk="0">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67" name="Google Shape;1967;p60"/>
            <p:cNvSpPr/>
            <p:nvPr/>
          </p:nvSpPr>
          <p:spPr>
            <a:xfrm>
              <a:off x="4275600" y="355192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3" y="1814"/>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68" name="Google Shape;1968;p60"/>
            <p:cNvSpPr/>
            <p:nvPr/>
          </p:nvSpPr>
          <p:spPr>
            <a:xfrm>
              <a:off x="4275600" y="3475725"/>
              <a:ext cx="62225" cy="53350"/>
            </a:xfrm>
            <a:custGeom>
              <a:avLst/>
              <a:gdLst/>
              <a:ahLst/>
              <a:cxnLst/>
              <a:rect l="l" t="t" r="r" b="b"/>
              <a:pathLst>
                <a:path w="2489" h="2134" extrusionOk="0">
                  <a:moveTo>
                    <a:pt x="1066" y="0"/>
                  </a:moveTo>
                  <a:cubicBezTo>
                    <a:pt x="472"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69" name="Google Shape;1969;p60"/>
            <p:cNvSpPr/>
            <p:nvPr/>
          </p:nvSpPr>
          <p:spPr>
            <a:xfrm>
              <a:off x="4275600" y="3399500"/>
              <a:ext cx="62225" cy="53350"/>
            </a:xfrm>
            <a:custGeom>
              <a:avLst/>
              <a:gdLst/>
              <a:ahLst/>
              <a:cxnLst/>
              <a:rect l="l" t="t" r="r" b="b"/>
              <a:pathLst>
                <a:path w="2489" h="2134" extrusionOk="0">
                  <a:moveTo>
                    <a:pt x="1066" y="1"/>
                  </a:moveTo>
                  <a:cubicBezTo>
                    <a:pt x="472"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70" name="Google Shape;1970;p60"/>
            <p:cNvSpPr/>
            <p:nvPr/>
          </p:nvSpPr>
          <p:spPr>
            <a:xfrm>
              <a:off x="4275600"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71" name="Google Shape;1971;p60"/>
            <p:cNvSpPr/>
            <p:nvPr/>
          </p:nvSpPr>
          <p:spPr>
            <a:xfrm>
              <a:off x="4275600" y="2866425"/>
              <a:ext cx="62225" cy="53275"/>
            </a:xfrm>
            <a:custGeom>
              <a:avLst/>
              <a:gdLst/>
              <a:ahLst/>
              <a:cxnLst/>
              <a:rect l="l" t="t" r="r" b="b"/>
              <a:pathLst>
                <a:path w="2489" h="2131" extrusionOk="0">
                  <a:moveTo>
                    <a:pt x="1066" y="0"/>
                  </a:moveTo>
                  <a:cubicBezTo>
                    <a:pt x="472"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72" name="Google Shape;1972;p60"/>
            <p:cNvSpPr/>
            <p:nvPr/>
          </p:nvSpPr>
          <p:spPr>
            <a:xfrm>
              <a:off x="4199400" y="3856775"/>
              <a:ext cx="62200" cy="53250"/>
            </a:xfrm>
            <a:custGeom>
              <a:avLst/>
              <a:gdLst/>
              <a:ahLst/>
              <a:cxnLst/>
              <a:rect l="l" t="t" r="r" b="b"/>
              <a:pathLst>
                <a:path w="2488" h="2130" extrusionOk="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73" name="Google Shape;1973;p60"/>
            <p:cNvSpPr/>
            <p:nvPr/>
          </p:nvSpPr>
          <p:spPr>
            <a:xfrm>
              <a:off x="4199400" y="3780375"/>
              <a:ext cx="62400" cy="53425"/>
            </a:xfrm>
            <a:custGeom>
              <a:avLst/>
              <a:gdLst/>
              <a:ahLst/>
              <a:cxnLst/>
              <a:rect l="l" t="t" r="r" b="b"/>
              <a:pathLst>
                <a:path w="2496" h="2137" extrusionOk="0">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74" name="Google Shape;1974;p60"/>
            <p:cNvSpPr/>
            <p:nvPr/>
          </p:nvSpPr>
          <p:spPr>
            <a:xfrm>
              <a:off x="4199400" y="286642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75" name="Google Shape;1975;p60"/>
            <p:cNvSpPr/>
            <p:nvPr/>
          </p:nvSpPr>
          <p:spPr>
            <a:xfrm>
              <a:off x="4199400" y="279020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76" name="Google Shape;1976;p60"/>
            <p:cNvSpPr/>
            <p:nvPr/>
          </p:nvSpPr>
          <p:spPr>
            <a:xfrm>
              <a:off x="4123175" y="4085225"/>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4" y="2037"/>
                    <a:pt x="1821" y="1821"/>
                  </a:cubicBezTo>
                  <a:cubicBezTo>
                    <a:pt x="2496" y="1147"/>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77" name="Google Shape;1977;p60"/>
            <p:cNvSpPr/>
            <p:nvPr/>
          </p:nvSpPr>
          <p:spPr>
            <a:xfrm>
              <a:off x="4123175" y="4009000"/>
              <a:ext cx="62425" cy="53350"/>
            </a:xfrm>
            <a:custGeom>
              <a:avLst/>
              <a:gdLst/>
              <a:ahLst/>
              <a:cxnLst/>
              <a:rect l="l" t="t" r="r" b="b"/>
              <a:pathLst>
                <a:path w="2497" h="2134" extrusionOk="0">
                  <a:moveTo>
                    <a:pt x="1065" y="1"/>
                  </a:moveTo>
                  <a:cubicBezTo>
                    <a:pt x="480" y="1"/>
                    <a:pt x="0" y="480"/>
                    <a:pt x="0" y="1066"/>
                  </a:cubicBezTo>
                  <a:cubicBezTo>
                    <a:pt x="0" y="1710"/>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78" name="Google Shape;1978;p60"/>
            <p:cNvSpPr/>
            <p:nvPr/>
          </p:nvSpPr>
          <p:spPr>
            <a:xfrm>
              <a:off x="4123175" y="3932800"/>
              <a:ext cx="62425" cy="53425"/>
            </a:xfrm>
            <a:custGeom>
              <a:avLst/>
              <a:gdLst/>
              <a:ahLst/>
              <a:cxnLst/>
              <a:rect l="l" t="t" r="r" b="b"/>
              <a:pathLst>
                <a:path w="2497" h="2137" extrusionOk="0">
                  <a:moveTo>
                    <a:pt x="1065" y="0"/>
                  </a:moveTo>
                  <a:cubicBezTo>
                    <a:pt x="480" y="0"/>
                    <a:pt x="0" y="480"/>
                    <a:pt x="0" y="1065"/>
                  </a:cubicBezTo>
                  <a:cubicBezTo>
                    <a:pt x="0" y="1709"/>
                    <a:pt x="526" y="2137"/>
                    <a:pt x="1074" y="2137"/>
                  </a:cubicBezTo>
                  <a:cubicBezTo>
                    <a:pt x="1336" y="2137"/>
                    <a:pt x="1603" y="2039"/>
                    <a:pt x="1821" y="1821"/>
                  </a:cubicBezTo>
                  <a:cubicBezTo>
                    <a:pt x="2496" y="1155"/>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79" name="Google Shape;1979;p60"/>
            <p:cNvSpPr/>
            <p:nvPr/>
          </p:nvSpPr>
          <p:spPr>
            <a:xfrm>
              <a:off x="4123175" y="3856775"/>
              <a:ext cx="62425" cy="53250"/>
            </a:xfrm>
            <a:custGeom>
              <a:avLst/>
              <a:gdLst/>
              <a:ahLst/>
              <a:cxnLst/>
              <a:rect l="l" t="t" r="r" b="b"/>
              <a:pathLst>
                <a:path w="2497" h="2130" extrusionOk="0">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80" name="Google Shape;1980;p60"/>
            <p:cNvSpPr/>
            <p:nvPr/>
          </p:nvSpPr>
          <p:spPr>
            <a:xfrm>
              <a:off x="4123175"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81" name="Google Shape;1981;p60"/>
            <p:cNvSpPr/>
            <p:nvPr/>
          </p:nvSpPr>
          <p:spPr>
            <a:xfrm>
              <a:off x="4046950" y="408522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82" name="Google Shape;1982;p60"/>
            <p:cNvSpPr/>
            <p:nvPr/>
          </p:nvSpPr>
          <p:spPr>
            <a:xfrm>
              <a:off x="4046950" y="2714000"/>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83" name="Google Shape;1983;p60"/>
            <p:cNvSpPr/>
            <p:nvPr/>
          </p:nvSpPr>
          <p:spPr>
            <a:xfrm>
              <a:off x="4046950" y="2637775"/>
              <a:ext cx="62425" cy="53450"/>
            </a:xfrm>
            <a:custGeom>
              <a:avLst/>
              <a:gdLst/>
              <a:ahLst/>
              <a:cxnLst/>
              <a:rect l="l" t="t" r="r" b="b"/>
              <a:pathLst>
                <a:path w="2497" h="2138" extrusionOk="0">
                  <a:moveTo>
                    <a:pt x="1074" y="1"/>
                  </a:moveTo>
                  <a:cubicBezTo>
                    <a:pt x="481"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84" name="Google Shape;1984;p60"/>
            <p:cNvSpPr/>
            <p:nvPr/>
          </p:nvSpPr>
          <p:spPr>
            <a:xfrm>
              <a:off x="3970950" y="4085225"/>
              <a:ext cx="62225" cy="53350"/>
            </a:xfrm>
            <a:custGeom>
              <a:avLst/>
              <a:gdLst/>
              <a:ahLst/>
              <a:cxnLst/>
              <a:rect l="l" t="t" r="r" b="b"/>
              <a:pathLst>
                <a:path w="2489" h="2134" extrusionOk="0">
                  <a:moveTo>
                    <a:pt x="1065" y="0"/>
                  </a:moveTo>
                  <a:cubicBezTo>
                    <a:pt x="472" y="0"/>
                    <a:pt x="1" y="480"/>
                    <a:pt x="1" y="1065"/>
                  </a:cubicBezTo>
                  <a:cubicBezTo>
                    <a:pt x="1" y="1709"/>
                    <a:pt x="526" y="2133"/>
                    <a:pt x="1072" y="2133"/>
                  </a:cubicBezTo>
                  <a:cubicBezTo>
                    <a:pt x="1333" y="2133"/>
                    <a:pt x="1598" y="2037"/>
                    <a:pt x="1813" y="1821"/>
                  </a:cubicBezTo>
                  <a:cubicBezTo>
                    <a:pt x="2488" y="1147"/>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85" name="Google Shape;1985;p60"/>
            <p:cNvSpPr/>
            <p:nvPr/>
          </p:nvSpPr>
          <p:spPr>
            <a:xfrm>
              <a:off x="3970950" y="2714000"/>
              <a:ext cx="62225" cy="53350"/>
            </a:xfrm>
            <a:custGeom>
              <a:avLst/>
              <a:gdLst/>
              <a:ahLst/>
              <a:cxnLst/>
              <a:rect l="l" t="t" r="r" b="b"/>
              <a:pathLst>
                <a:path w="2489" h="2134"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86" name="Google Shape;1986;p60"/>
            <p:cNvSpPr/>
            <p:nvPr/>
          </p:nvSpPr>
          <p:spPr>
            <a:xfrm>
              <a:off x="3970950" y="2637775"/>
              <a:ext cx="62225" cy="53450"/>
            </a:xfrm>
            <a:custGeom>
              <a:avLst/>
              <a:gdLst/>
              <a:ahLst/>
              <a:cxnLst/>
              <a:rect l="l" t="t" r="r" b="b"/>
              <a:pathLst>
                <a:path w="2489" h="2138" extrusionOk="0">
                  <a:moveTo>
                    <a:pt x="1065" y="1"/>
                  </a:moveTo>
                  <a:cubicBezTo>
                    <a:pt x="472" y="1"/>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87" name="Google Shape;1987;p60"/>
            <p:cNvSpPr/>
            <p:nvPr/>
          </p:nvSpPr>
          <p:spPr>
            <a:xfrm>
              <a:off x="3894725" y="4085225"/>
              <a:ext cx="62225" cy="53350"/>
            </a:xfrm>
            <a:custGeom>
              <a:avLst/>
              <a:gdLst/>
              <a:ahLst/>
              <a:cxnLst/>
              <a:rect l="l" t="t" r="r" b="b"/>
              <a:pathLst>
                <a:path w="2489" h="2134" extrusionOk="0">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88" name="Google Shape;1988;p60"/>
            <p:cNvSpPr/>
            <p:nvPr/>
          </p:nvSpPr>
          <p:spPr>
            <a:xfrm>
              <a:off x="3894725" y="4009000"/>
              <a:ext cx="62225" cy="53350"/>
            </a:xfrm>
            <a:custGeom>
              <a:avLst/>
              <a:gdLst/>
              <a:ahLst/>
              <a:cxnLst/>
              <a:rect l="l" t="t" r="r" b="b"/>
              <a:pathLst>
                <a:path w="2489" h="2134" extrusionOk="0">
                  <a:moveTo>
                    <a:pt x="1066" y="1"/>
                  </a:moveTo>
                  <a:cubicBezTo>
                    <a:pt x="481"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89" name="Google Shape;1989;p60"/>
            <p:cNvSpPr/>
            <p:nvPr/>
          </p:nvSpPr>
          <p:spPr>
            <a:xfrm>
              <a:off x="3894725" y="2714000"/>
              <a:ext cx="62225" cy="53350"/>
            </a:xfrm>
            <a:custGeom>
              <a:avLst/>
              <a:gdLst/>
              <a:ahLst/>
              <a:cxnLst/>
              <a:rect l="l" t="t" r="r" b="b"/>
              <a:pathLst>
                <a:path w="2489" h="2134"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90" name="Google Shape;1990;p60"/>
            <p:cNvSpPr/>
            <p:nvPr/>
          </p:nvSpPr>
          <p:spPr>
            <a:xfrm>
              <a:off x="3894725" y="2637775"/>
              <a:ext cx="62225" cy="53450"/>
            </a:xfrm>
            <a:custGeom>
              <a:avLst/>
              <a:gdLst/>
              <a:ahLst/>
              <a:cxnLst/>
              <a:rect l="l" t="t" r="r" b="b"/>
              <a:pathLst>
                <a:path w="2489" h="2138" extrusionOk="0">
                  <a:moveTo>
                    <a:pt x="1066" y="1"/>
                  </a:moveTo>
                  <a:cubicBezTo>
                    <a:pt x="481" y="9"/>
                    <a:pt x="1" y="480"/>
                    <a:pt x="1" y="1074"/>
                  </a:cubicBezTo>
                  <a:cubicBezTo>
                    <a:pt x="1" y="1712"/>
                    <a:pt x="525" y="2137"/>
                    <a:pt x="1074" y="2137"/>
                  </a:cubicBezTo>
                  <a:cubicBezTo>
                    <a:pt x="1336" y="2137"/>
                    <a:pt x="1604" y="2040"/>
                    <a:pt x="1822"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91" name="Google Shape;1991;p60"/>
            <p:cNvSpPr/>
            <p:nvPr/>
          </p:nvSpPr>
          <p:spPr>
            <a:xfrm>
              <a:off x="3818525" y="4009000"/>
              <a:ext cx="62225" cy="53350"/>
            </a:xfrm>
            <a:custGeom>
              <a:avLst/>
              <a:gdLst/>
              <a:ahLst/>
              <a:cxnLst/>
              <a:rect l="l" t="t" r="r" b="b"/>
              <a:pathLst>
                <a:path w="2489" h="2134" extrusionOk="0">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92" name="Google Shape;1992;p60"/>
            <p:cNvSpPr/>
            <p:nvPr/>
          </p:nvSpPr>
          <p:spPr>
            <a:xfrm>
              <a:off x="3818525" y="39328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93" name="Google Shape;1993;p60"/>
            <p:cNvSpPr/>
            <p:nvPr/>
          </p:nvSpPr>
          <p:spPr>
            <a:xfrm>
              <a:off x="3818525" y="385677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94" name="Google Shape;1994;p60"/>
            <p:cNvSpPr/>
            <p:nvPr/>
          </p:nvSpPr>
          <p:spPr>
            <a:xfrm>
              <a:off x="3818525" y="3704150"/>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95" name="Google Shape;1995;p60"/>
            <p:cNvSpPr/>
            <p:nvPr/>
          </p:nvSpPr>
          <p:spPr>
            <a:xfrm>
              <a:off x="3818525" y="3627950"/>
              <a:ext cx="62225" cy="53425"/>
            </a:xfrm>
            <a:custGeom>
              <a:avLst/>
              <a:gdLst/>
              <a:ahLst/>
              <a:cxnLst/>
              <a:rect l="l" t="t" r="r" b="b"/>
              <a:pathLst>
                <a:path w="2489"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96" name="Google Shape;1996;p60"/>
            <p:cNvSpPr/>
            <p:nvPr/>
          </p:nvSpPr>
          <p:spPr>
            <a:xfrm>
              <a:off x="3818525" y="355192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97" name="Google Shape;1997;p60"/>
            <p:cNvSpPr/>
            <p:nvPr/>
          </p:nvSpPr>
          <p:spPr>
            <a:xfrm>
              <a:off x="3818525" y="34757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98" name="Google Shape;1998;p60"/>
            <p:cNvSpPr/>
            <p:nvPr/>
          </p:nvSpPr>
          <p:spPr>
            <a:xfrm>
              <a:off x="3818525" y="2637775"/>
              <a:ext cx="62225" cy="53450"/>
            </a:xfrm>
            <a:custGeom>
              <a:avLst/>
              <a:gdLst/>
              <a:ahLst/>
              <a:cxnLst/>
              <a:rect l="l" t="t" r="r" b="b"/>
              <a:pathLst>
                <a:path w="2489"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1999" name="Google Shape;1999;p60"/>
            <p:cNvSpPr/>
            <p:nvPr/>
          </p:nvSpPr>
          <p:spPr>
            <a:xfrm>
              <a:off x="3742300" y="3780375"/>
              <a:ext cx="62225" cy="53425"/>
            </a:xfrm>
            <a:custGeom>
              <a:avLst/>
              <a:gdLst/>
              <a:ahLst/>
              <a:cxnLst/>
              <a:rect l="l" t="t" r="r" b="b"/>
              <a:pathLst>
                <a:path w="2489" h="2137" extrusionOk="0">
                  <a:moveTo>
                    <a:pt x="1066" y="0"/>
                  </a:moveTo>
                  <a:cubicBezTo>
                    <a:pt x="481" y="0"/>
                    <a:pt x="1" y="480"/>
                    <a:pt x="1" y="1065"/>
                  </a:cubicBezTo>
                  <a:cubicBezTo>
                    <a:pt x="1" y="1709"/>
                    <a:pt x="526" y="2137"/>
                    <a:pt x="1075" y="2137"/>
                  </a:cubicBezTo>
                  <a:cubicBezTo>
                    <a:pt x="1337" y="2137"/>
                    <a:pt x="1604" y="2039"/>
                    <a:pt x="1822" y="1821"/>
                  </a:cubicBezTo>
                  <a:cubicBezTo>
                    <a:pt x="2489" y="1155"/>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00" name="Google Shape;2000;p60"/>
            <p:cNvSpPr/>
            <p:nvPr/>
          </p:nvSpPr>
          <p:spPr>
            <a:xfrm>
              <a:off x="3742300" y="3704150"/>
              <a:ext cx="62225" cy="53450"/>
            </a:xfrm>
            <a:custGeom>
              <a:avLst/>
              <a:gdLst/>
              <a:ahLst/>
              <a:cxnLst/>
              <a:rect l="l" t="t" r="r" b="b"/>
              <a:pathLst>
                <a:path w="2489" h="2138" extrusionOk="0">
                  <a:moveTo>
                    <a:pt x="1066" y="1"/>
                  </a:moveTo>
                  <a:cubicBezTo>
                    <a:pt x="481" y="1"/>
                    <a:pt x="1" y="480"/>
                    <a:pt x="1" y="1066"/>
                  </a:cubicBezTo>
                  <a:cubicBezTo>
                    <a:pt x="1" y="1709"/>
                    <a:pt x="526" y="2137"/>
                    <a:pt x="1072" y="2137"/>
                  </a:cubicBezTo>
                  <a:cubicBezTo>
                    <a:pt x="1333" y="2137"/>
                    <a:pt x="1598" y="2040"/>
                    <a:pt x="1814" y="1822"/>
                  </a:cubicBezTo>
                  <a:cubicBezTo>
                    <a:pt x="2489"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01" name="Google Shape;2001;p60"/>
            <p:cNvSpPr/>
            <p:nvPr/>
          </p:nvSpPr>
          <p:spPr>
            <a:xfrm>
              <a:off x="3742300" y="3475725"/>
              <a:ext cx="62225" cy="53350"/>
            </a:xfrm>
            <a:custGeom>
              <a:avLst/>
              <a:gdLst/>
              <a:ahLst/>
              <a:cxnLst/>
              <a:rect l="l" t="t" r="r" b="b"/>
              <a:pathLst>
                <a:path w="2489" h="2134" extrusionOk="0">
                  <a:moveTo>
                    <a:pt x="1066" y="0"/>
                  </a:moveTo>
                  <a:cubicBezTo>
                    <a:pt x="481"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02" name="Google Shape;2002;p60"/>
            <p:cNvSpPr/>
            <p:nvPr/>
          </p:nvSpPr>
          <p:spPr>
            <a:xfrm>
              <a:off x="3742300" y="3399500"/>
              <a:ext cx="62225" cy="53350"/>
            </a:xfrm>
            <a:custGeom>
              <a:avLst/>
              <a:gdLst/>
              <a:ahLst/>
              <a:cxnLst/>
              <a:rect l="l" t="t" r="r" b="b"/>
              <a:pathLst>
                <a:path w="2489" h="2134" extrusionOk="0">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03" name="Google Shape;2003;p60"/>
            <p:cNvSpPr/>
            <p:nvPr/>
          </p:nvSpPr>
          <p:spPr>
            <a:xfrm>
              <a:off x="3742175" y="3323300"/>
              <a:ext cx="62350" cy="53425"/>
            </a:xfrm>
            <a:custGeom>
              <a:avLst/>
              <a:gdLst/>
              <a:ahLst/>
              <a:cxnLst/>
              <a:rect l="l" t="t" r="r" b="b"/>
              <a:pathLst>
                <a:path w="2494" h="2137" extrusionOk="0">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04" name="Google Shape;2004;p60"/>
            <p:cNvSpPr/>
            <p:nvPr/>
          </p:nvSpPr>
          <p:spPr>
            <a:xfrm>
              <a:off x="3742300" y="2561575"/>
              <a:ext cx="62225" cy="53425"/>
            </a:xfrm>
            <a:custGeom>
              <a:avLst/>
              <a:gdLst/>
              <a:ahLst/>
              <a:cxnLst/>
              <a:rect l="l" t="t" r="r" b="b"/>
              <a:pathLst>
                <a:path w="2489" h="2137" extrusionOk="0">
                  <a:moveTo>
                    <a:pt x="1066" y="0"/>
                  </a:moveTo>
                  <a:cubicBezTo>
                    <a:pt x="481" y="8"/>
                    <a:pt x="1" y="480"/>
                    <a:pt x="1" y="1073"/>
                  </a:cubicBezTo>
                  <a:cubicBezTo>
                    <a:pt x="1" y="1711"/>
                    <a:pt x="525" y="2137"/>
                    <a:pt x="1071" y="2137"/>
                  </a:cubicBezTo>
                  <a:cubicBezTo>
                    <a:pt x="1332" y="2137"/>
                    <a:pt x="1598" y="2039"/>
                    <a:pt x="1814" y="1821"/>
                  </a:cubicBezTo>
                  <a:cubicBezTo>
                    <a:pt x="2489" y="1154"/>
                    <a:pt x="2017" y="8"/>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05" name="Google Shape;2005;p60"/>
            <p:cNvSpPr/>
            <p:nvPr/>
          </p:nvSpPr>
          <p:spPr>
            <a:xfrm>
              <a:off x="3665950" y="3323300"/>
              <a:ext cx="62350" cy="53425"/>
            </a:xfrm>
            <a:custGeom>
              <a:avLst/>
              <a:gdLst/>
              <a:ahLst/>
              <a:cxnLst/>
              <a:rect l="l" t="t" r="r" b="b"/>
              <a:pathLst>
                <a:path w="2494" h="2137" extrusionOk="0">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06" name="Google Shape;2006;p60"/>
            <p:cNvSpPr/>
            <p:nvPr/>
          </p:nvSpPr>
          <p:spPr>
            <a:xfrm>
              <a:off x="3666100" y="32470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07" name="Google Shape;2007;p60"/>
            <p:cNvSpPr/>
            <p:nvPr/>
          </p:nvSpPr>
          <p:spPr>
            <a:xfrm>
              <a:off x="366610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08" name="Google Shape;2008;p60"/>
            <p:cNvSpPr/>
            <p:nvPr/>
          </p:nvSpPr>
          <p:spPr>
            <a:xfrm>
              <a:off x="3589875" y="32470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09" name="Google Shape;2009;p60"/>
            <p:cNvSpPr/>
            <p:nvPr/>
          </p:nvSpPr>
          <p:spPr>
            <a:xfrm>
              <a:off x="3589875" y="2561575"/>
              <a:ext cx="62225" cy="53425"/>
            </a:xfrm>
            <a:custGeom>
              <a:avLst/>
              <a:gdLst/>
              <a:ahLst/>
              <a:cxnLst/>
              <a:rect l="l" t="t" r="r" b="b"/>
              <a:pathLst>
                <a:path w="2489" h="2137" extrusionOk="0">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10" name="Google Shape;2010;p60"/>
            <p:cNvSpPr/>
            <p:nvPr/>
          </p:nvSpPr>
          <p:spPr>
            <a:xfrm>
              <a:off x="3589875" y="2485550"/>
              <a:ext cx="62225" cy="53300"/>
            </a:xfrm>
            <a:custGeom>
              <a:avLst/>
              <a:gdLst/>
              <a:ahLst/>
              <a:cxnLst/>
              <a:rect l="l" t="t" r="r" b="b"/>
              <a:pathLst>
                <a:path w="2489" h="2132" extrusionOk="0">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11" name="Google Shape;2011;p60"/>
            <p:cNvSpPr/>
            <p:nvPr/>
          </p:nvSpPr>
          <p:spPr>
            <a:xfrm>
              <a:off x="3513675" y="3247075"/>
              <a:ext cx="62425" cy="53450"/>
            </a:xfrm>
            <a:custGeom>
              <a:avLst/>
              <a:gdLst/>
              <a:ahLst/>
              <a:cxnLst/>
              <a:rect l="l" t="t" r="r" b="b"/>
              <a:pathLst>
                <a:path w="2497" h="2138" extrusionOk="0">
                  <a:moveTo>
                    <a:pt x="1065" y="1"/>
                  </a:moveTo>
                  <a:cubicBezTo>
                    <a:pt x="480" y="9"/>
                    <a:pt x="0" y="480"/>
                    <a:pt x="0" y="1074"/>
                  </a:cubicBezTo>
                  <a:cubicBezTo>
                    <a:pt x="0" y="1712"/>
                    <a:pt x="525" y="2137"/>
                    <a:pt x="1073" y="2137"/>
                  </a:cubicBezTo>
                  <a:cubicBezTo>
                    <a:pt x="1335" y="2137"/>
                    <a:pt x="1603" y="2040"/>
                    <a:pt x="1821" y="1822"/>
                  </a:cubicBezTo>
                  <a:cubicBezTo>
                    <a:pt x="2496"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12" name="Google Shape;2012;p60"/>
            <p:cNvSpPr/>
            <p:nvPr/>
          </p:nvSpPr>
          <p:spPr>
            <a:xfrm>
              <a:off x="3513675" y="2561575"/>
              <a:ext cx="62425" cy="53425"/>
            </a:xfrm>
            <a:custGeom>
              <a:avLst/>
              <a:gdLst/>
              <a:ahLst/>
              <a:cxnLst/>
              <a:rect l="l" t="t" r="r" b="b"/>
              <a:pathLst>
                <a:path w="2497"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13" name="Google Shape;2013;p60"/>
            <p:cNvSpPr/>
            <p:nvPr/>
          </p:nvSpPr>
          <p:spPr>
            <a:xfrm>
              <a:off x="3513675" y="2485550"/>
              <a:ext cx="62425" cy="53300"/>
            </a:xfrm>
            <a:custGeom>
              <a:avLst/>
              <a:gdLst/>
              <a:ahLst/>
              <a:cxnLst/>
              <a:rect l="l" t="t" r="r" b="b"/>
              <a:pathLst>
                <a:path w="2497" h="2132" extrusionOk="0">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14" name="Google Shape;2014;p60"/>
            <p:cNvSpPr/>
            <p:nvPr/>
          </p:nvSpPr>
          <p:spPr>
            <a:xfrm>
              <a:off x="3437450" y="3247075"/>
              <a:ext cx="62425" cy="53450"/>
            </a:xfrm>
            <a:custGeom>
              <a:avLst/>
              <a:gdLst/>
              <a:ahLst/>
              <a:cxnLst/>
              <a:rect l="l" t="t" r="r" b="b"/>
              <a:pathLst>
                <a:path w="2497" h="2138" extrusionOk="0">
                  <a:moveTo>
                    <a:pt x="1074" y="1"/>
                  </a:moveTo>
                  <a:cubicBezTo>
                    <a:pt x="480" y="9"/>
                    <a:pt x="9" y="480"/>
                    <a:pt x="1" y="1074"/>
                  </a:cubicBezTo>
                  <a:cubicBezTo>
                    <a:pt x="1" y="1712"/>
                    <a:pt x="529" y="2137"/>
                    <a:pt x="1077" y="2137"/>
                  </a:cubicBezTo>
                  <a:cubicBezTo>
                    <a:pt x="1339" y="2137"/>
                    <a:pt x="1606" y="2040"/>
                    <a:pt x="1822" y="1822"/>
                  </a:cubicBezTo>
                  <a:cubicBezTo>
                    <a:pt x="2496" y="1155"/>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15" name="Google Shape;2015;p60"/>
            <p:cNvSpPr/>
            <p:nvPr/>
          </p:nvSpPr>
          <p:spPr>
            <a:xfrm>
              <a:off x="3437450" y="3171075"/>
              <a:ext cx="62425" cy="53275"/>
            </a:xfrm>
            <a:custGeom>
              <a:avLst/>
              <a:gdLst/>
              <a:ahLst/>
              <a:cxnLst/>
              <a:rect l="l" t="t" r="r" b="b"/>
              <a:pathLst>
                <a:path w="2497" h="2131" extrusionOk="0">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16" name="Google Shape;2016;p60"/>
            <p:cNvSpPr/>
            <p:nvPr/>
          </p:nvSpPr>
          <p:spPr>
            <a:xfrm>
              <a:off x="3437450" y="2561575"/>
              <a:ext cx="62425" cy="53425"/>
            </a:xfrm>
            <a:custGeom>
              <a:avLst/>
              <a:gdLst/>
              <a:ahLst/>
              <a:cxnLst/>
              <a:rect l="l" t="t" r="r" b="b"/>
              <a:pathLst>
                <a:path w="2497" h="2137" extrusionOk="0">
                  <a:moveTo>
                    <a:pt x="1074" y="0"/>
                  </a:moveTo>
                  <a:cubicBezTo>
                    <a:pt x="480" y="8"/>
                    <a:pt x="9" y="480"/>
                    <a:pt x="1" y="1073"/>
                  </a:cubicBezTo>
                  <a:cubicBezTo>
                    <a:pt x="1" y="1711"/>
                    <a:pt x="529" y="2137"/>
                    <a:pt x="1077" y="2137"/>
                  </a:cubicBezTo>
                  <a:cubicBezTo>
                    <a:pt x="1339" y="2137"/>
                    <a:pt x="1606" y="2039"/>
                    <a:pt x="1822" y="1821"/>
                  </a:cubicBezTo>
                  <a:cubicBezTo>
                    <a:pt x="2496" y="1154"/>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17" name="Google Shape;2017;p60"/>
            <p:cNvSpPr/>
            <p:nvPr/>
          </p:nvSpPr>
          <p:spPr>
            <a:xfrm>
              <a:off x="3437450" y="2485550"/>
              <a:ext cx="62425" cy="53300"/>
            </a:xfrm>
            <a:custGeom>
              <a:avLst/>
              <a:gdLst/>
              <a:ahLst/>
              <a:cxnLst/>
              <a:rect l="l" t="t" r="r" b="b"/>
              <a:pathLst>
                <a:path w="2497" h="2132" extrusionOk="0">
                  <a:moveTo>
                    <a:pt x="1074" y="1"/>
                  </a:moveTo>
                  <a:cubicBezTo>
                    <a:pt x="480" y="1"/>
                    <a:pt x="9" y="480"/>
                    <a:pt x="1" y="1066"/>
                  </a:cubicBezTo>
                  <a:cubicBezTo>
                    <a:pt x="1" y="1708"/>
                    <a:pt x="527"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18" name="Google Shape;2018;p60"/>
            <p:cNvSpPr/>
            <p:nvPr/>
          </p:nvSpPr>
          <p:spPr>
            <a:xfrm>
              <a:off x="3361450" y="3171075"/>
              <a:ext cx="62200" cy="53275"/>
            </a:xfrm>
            <a:custGeom>
              <a:avLst/>
              <a:gdLst/>
              <a:ahLst/>
              <a:cxnLst/>
              <a:rect l="l" t="t" r="r" b="b"/>
              <a:pathLst>
                <a:path w="2488" h="2131" extrusionOk="0">
                  <a:moveTo>
                    <a:pt x="1065" y="0"/>
                  </a:moveTo>
                  <a:cubicBezTo>
                    <a:pt x="472" y="0"/>
                    <a:pt x="0" y="472"/>
                    <a:pt x="0" y="1065"/>
                  </a:cubicBezTo>
                  <a:cubicBezTo>
                    <a:pt x="0" y="1707"/>
                    <a:pt x="523" y="2131"/>
                    <a:pt x="1067" y="2131"/>
                  </a:cubicBezTo>
                  <a:cubicBezTo>
                    <a:pt x="1329" y="2131"/>
                    <a:pt x="1597" y="2032"/>
                    <a:pt x="1813" y="1813"/>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19" name="Google Shape;2019;p60"/>
            <p:cNvSpPr/>
            <p:nvPr/>
          </p:nvSpPr>
          <p:spPr>
            <a:xfrm>
              <a:off x="3361450" y="2714000"/>
              <a:ext cx="62200" cy="53350"/>
            </a:xfrm>
            <a:custGeom>
              <a:avLst/>
              <a:gdLst/>
              <a:ahLst/>
              <a:cxnLst/>
              <a:rect l="l" t="t" r="r" b="b"/>
              <a:pathLst>
                <a:path w="2488" h="2134"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20" name="Google Shape;2020;p60"/>
            <p:cNvSpPr/>
            <p:nvPr/>
          </p:nvSpPr>
          <p:spPr>
            <a:xfrm>
              <a:off x="3361450" y="2637775"/>
              <a:ext cx="62200" cy="53450"/>
            </a:xfrm>
            <a:custGeom>
              <a:avLst/>
              <a:gdLst/>
              <a:ahLst/>
              <a:cxnLst/>
              <a:rect l="l" t="t" r="r" b="b"/>
              <a:pathLst>
                <a:path w="2488" h="2138" extrusionOk="0">
                  <a:moveTo>
                    <a:pt x="1065" y="1"/>
                  </a:moveTo>
                  <a:cubicBezTo>
                    <a:pt x="472"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21" name="Google Shape;2021;p60"/>
            <p:cNvSpPr/>
            <p:nvPr/>
          </p:nvSpPr>
          <p:spPr>
            <a:xfrm>
              <a:off x="3361450" y="2561575"/>
              <a:ext cx="62200" cy="53425"/>
            </a:xfrm>
            <a:custGeom>
              <a:avLst/>
              <a:gdLst/>
              <a:ahLst/>
              <a:cxnLst/>
              <a:rect l="l" t="t" r="r" b="b"/>
              <a:pathLst>
                <a:path w="2488" h="2137" extrusionOk="0">
                  <a:moveTo>
                    <a:pt x="1065" y="0"/>
                  </a:moveTo>
                  <a:cubicBezTo>
                    <a:pt x="472" y="8"/>
                    <a:pt x="0" y="480"/>
                    <a:pt x="0" y="1073"/>
                  </a:cubicBezTo>
                  <a:cubicBezTo>
                    <a:pt x="0" y="1711"/>
                    <a:pt x="525" y="2137"/>
                    <a:pt x="1070" y="2137"/>
                  </a:cubicBezTo>
                  <a:cubicBezTo>
                    <a:pt x="1332" y="2137"/>
                    <a:pt x="1597" y="2039"/>
                    <a:pt x="1813" y="1821"/>
                  </a:cubicBezTo>
                  <a:cubicBezTo>
                    <a:pt x="2488"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22" name="Google Shape;2022;p60"/>
            <p:cNvSpPr/>
            <p:nvPr/>
          </p:nvSpPr>
          <p:spPr>
            <a:xfrm>
              <a:off x="3285225" y="317107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23" name="Google Shape;2023;p60"/>
            <p:cNvSpPr/>
            <p:nvPr/>
          </p:nvSpPr>
          <p:spPr>
            <a:xfrm>
              <a:off x="3285225" y="309485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24" name="Google Shape;2024;p60"/>
            <p:cNvSpPr/>
            <p:nvPr/>
          </p:nvSpPr>
          <p:spPr>
            <a:xfrm>
              <a:off x="3285225"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25" name="Google Shape;2025;p60"/>
            <p:cNvSpPr/>
            <p:nvPr/>
          </p:nvSpPr>
          <p:spPr>
            <a:xfrm>
              <a:off x="3285225"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26" name="Google Shape;2026;p60"/>
            <p:cNvSpPr/>
            <p:nvPr/>
          </p:nvSpPr>
          <p:spPr>
            <a:xfrm>
              <a:off x="3209025" y="309485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27" name="Google Shape;2027;p60"/>
            <p:cNvSpPr/>
            <p:nvPr/>
          </p:nvSpPr>
          <p:spPr>
            <a:xfrm>
              <a:off x="3209025" y="301865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28" name="Google Shape;2028;p60"/>
            <p:cNvSpPr/>
            <p:nvPr/>
          </p:nvSpPr>
          <p:spPr>
            <a:xfrm>
              <a:off x="3209025" y="2942425"/>
              <a:ext cx="62200" cy="53450"/>
            </a:xfrm>
            <a:custGeom>
              <a:avLst/>
              <a:gdLst/>
              <a:ahLst/>
              <a:cxnLst/>
              <a:rect l="l" t="t" r="r" b="b"/>
              <a:pathLst>
                <a:path w="2488" h="2138" extrusionOk="0">
                  <a:moveTo>
                    <a:pt x="1065" y="1"/>
                  </a:moveTo>
                  <a:cubicBezTo>
                    <a:pt x="480" y="9"/>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29" name="Google Shape;2029;p60"/>
            <p:cNvSpPr/>
            <p:nvPr/>
          </p:nvSpPr>
          <p:spPr>
            <a:xfrm>
              <a:off x="3209025" y="286642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30" name="Google Shape;2030;p60"/>
            <p:cNvSpPr/>
            <p:nvPr/>
          </p:nvSpPr>
          <p:spPr>
            <a:xfrm>
              <a:off x="3209025" y="279020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31" name="Google Shape;2031;p60"/>
            <p:cNvSpPr/>
            <p:nvPr/>
          </p:nvSpPr>
          <p:spPr>
            <a:xfrm>
              <a:off x="4199400" y="29424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32" name="Google Shape;2032;p60"/>
            <p:cNvSpPr/>
            <p:nvPr/>
          </p:nvSpPr>
          <p:spPr>
            <a:xfrm>
              <a:off x="3132800" y="111432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33" name="Google Shape;2033;p60"/>
            <p:cNvSpPr/>
            <p:nvPr/>
          </p:nvSpPr>
          <p:spPr>
            <a:xfrm>
              <a:off x="3056800" y="11143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34" name="Google Shape;2034;p60"/>
            <p:cNvSpPr/>
            <p:nvPr/>
          </p:nvSpPr>
          <p:spPr>
            <a:xfrm>
              <a:off x="4351600" y="1647400"/>
              <a:ext cx="62425" cy="53450"/>
            </a:xfrm>
            <a:custGeom>
              <a:avLst/>
              <a:gdLst/>
              <a:ahLst/>
              <a:cxnLst/>
              <a:rect l="l" t="t" r="r" b="b"/>
              <a:pathLst>
                <a:path w="2497" h="2138" extrusionOk="0">
                  <a:moveTo>
                    <a:pt x="1074" y="1"/>
                  </a:moveTo>
                  <a:cubicBezTo>
                    <a:pt x="481" y="1"/>
                    <a:pt x="9" y="481"/>
                    <a:pt x="1" y="1066"/>
                  </a:cubicBezTo>
                  <a:cubicBezTo>
                    <a:pt x="1" y="1710"/>
                    <a:pt x="530" y="2138"/>
                    <a:pt x="1078" y="2138"/>
                  </a:cubicBezTo>
                  <a:cubicBezTo>
                    <a:pt x="1340" y="2138"/>
                    <a:pt x="1607" y="2040"/>
                    <a:pt x="1822" y="1822"/>
                  </a:cubicBezTo>
                  <a:cubicBezTo>
                    <a:pt x="2497" y="1155"/>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35" name="Google Shape;2035;p60"/>
            <p:cNvSpPr/>
            <p:nvPr/>
          </p:nvSpPr>
          <p:spPr>
            <a:xfrm>
              <a:off x="4351600" y="1723625"/>
              <a:ext cx="62425" cy="53350"/>
            </a:xfrm>
            <a:custGeom>
              <a:avLst/>
              <a:gdLst/>
              <a:ahLst/>
              <a:cxnLst/>
              <a:rect l="l" t="t" r="r" b="b"/>
              <a:pathLst>
                <a:path w="2497" h="2134" extrusionOk="0">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36" name="Google Shape;2036;p60"/>
            <p:cNvSpPr/>
            <p:nvPr/>
          </p:nvSpPr>
          <p:spPr>
            <a:xfrm>
              <a:off x="4351600" y="17998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37" name="Google Shape;2037;p60"/>
            <p:cNvSpPr/>
            <p:nvPr/>
          </p:nvSpPr>
          <p:spPr>
            <a:xfrm>
              <a:off x="4351600" y="1876050"/>
              <a:ext cx="62425" cy="53350"/>
            </a:xfrm>
            <a:custGeom>
              <a:avLst/>
              <a:gdLst/>
              <a:ahLst/>
              <a:cxnLst/>
              <a:rect l="l" t="t" r="r" b="b"/>
              <a:pathLst>
                <a:path w="2497" h="2134" extrusionOk="0">
                  <a:moveTo>
                    <a:pt x="1074" y="1"/>
                  </a:moveTo>
                  <a:cubicBezTo>
                    <a:pt x="481" y="1"/>
                    <a:pt x="9" y="472"/>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38" name="Google Shape;2038;p60"/>
            <p:cNvSpPr/>
            <p:nvPr/>
          </p:nvSpPr>
          <p:spPr>
            <a:xfrm>
              <a:off x="4351600" y="1952050"/>
              <a:ext cx="62425" cy="53450"/>
            </a:xfrm>
            <a:custGeom>
              <a:avLst/>
              <a:gdLst/>
              <a:ahLst/>
              <a:cxnLst/>
              <a:rect l="l" t="t" r="r" b="b"/>
              <a:pathLst>
                <a:path w="2497" h="2138" extrusionOk="0">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39" name="Google Shape;2039;p60"/>
            <p:cNvSpPr/>
            <p:nvPr/>
          </p:nvSpPr>
          <p:spPr>
            <a:xfrm>
              <a:off x="4351600" y="2028275"/>
              <a:ext cx="62425" cy="53450"/>
            </a:xfrm>
            <a:custGeom>
              <a:avLst/>
              <a:gdLst/>
              <a:ahLst/>
              <a:cxnLst/>
              <a:rect l="l" t="t" r="r" b="b"/>
              <a:pathLst>
                <a:path w="2497" h="2138" extrusionOk="0">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40" name="Google Shape;2040;p60"/>
            <p:cNvSpPr/>
            <p:nvPr/>
          </p:nvSpPr>
          <p:spPr>
            <a:xfrm>
              <a:off x="4351600" y="21045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41" name="Google Shape;2041;p60"/>
            <p:cNvSpPr/>
            <p:nvPr/>
          </p:nvSpPr>
          <p:spPr>
            <a:xfrm>
              <a:off x="3970950" y="1876050"/>
              <a:ext cx="62225" cy="53350"/>
            </a:xfrm>
            <a:custGeom>
              <a:avLst/>
              <a:gdLst/>
              <a:ahLst/>
              <a:cxnLst/>
              <a:rect l="l" t="t" r="r" b="b"/>
              <a:pathLst>
                <a:path w="2489" h="2134" extrusionOk="0">
                  <a:moveTo>
                    <a:pt x="1065" y="1"/>
                  </a:moveTo>
                  <a:cubicBezTo>
                    <a:pt x="472" y="1"/>
                    <a:pt x="1" y="472"/>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42" name="Google Shape;2042;p60"/>
            <p:cNvSpPr/>
            <p:nvPr/>
          </p:nvSpPr>
          <p:spPr>
            <a:xfrm>
              <a:off x="3970950" y="1952050"/>
              <a:ext cx="62225" cy="53450"/>
            </a:xfrm>
            <a:custGeom>
              <a:avLst/>
              <a:gdLst/>
              <a:ahLst/>
              <a:cxnLst/>
              <a:rect l="l" t="t" r="r" b="b"/>
              <a:pathLst>
                <a:path w="2489" h="2138" extrusionOk="0">
                  <a:moveTo>
                    <a:pt x="1065" y="1"/>
                  </a:moveTo>
                  <a:cubicBezTo>
                    <a:pt x="472" y="9"/>
                    <a:pt x="1" y="481"/>
                    <a:pt x="1" y="1074"/>
                  </a:cubicBezTo>
                  <a:cubicBezTo>
                    <a:pt x="1" y="1712"/>
                    <a:pt x="525" y="2138"/>
                    <a:pt x="1071" y="2138"/>
                  </a:cubicBezTo>
                  <a:cubicBezTo>
                    <a:pt x="1332" y="2138"/>
                    <a:pt x="1598" y="2040"/>
                    <a:pt x="1813" y="1822"/>
                  </a:cubicBezTo>
                  <a:cubicBezTo>
                    <a:pt x="2488" y="1155"/>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43" name="Google Shape;2043;p60"/>
            <p:cNvSpPr/>
            <p:nvPr/>
          </p:nvSpPr>
          <p:spPr>
            <a:xfrm>
              <a:off x="366610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44" name="Google Shape;2044;p60"/>
            <p:cNvSpPr/>
            <p:nvPr/>
          </p:nvSpPr>
          <p:spPr>
            <a:xfrm>
              <a:off x="3742300" y="2028275"/>
              <a:ext cx="62225" cy="53450"/>
            </a:xfrm>
            <a:custGeom>
              <a:avLst/>
              <a:gdLst/>
              <a:ahLst/>
              <a:cxnLst/>
              <a:rect l="l" t="t" r="r" b="b"/>
              <a:pathLst>
                <a:path w="2489" h="2138" extrusionOk="0">
                  <a:moveTo>
                    <a:pt x="1066" y="1"/>
                  </a:moveTo>
                  <a:cubicBezTo>
                    <a:pt x="481" y="1"/>
                    <a:pt x="1" y="480"/>
                    <a:pt x="1" y="1065"/>
                  </a:cubicBezTo>
                  <a:cubicBezTo>
                    <a:pt x="1" y="1709"/>
                    <a:pt x="526" y="2137"/>
                    <a:pt x="1072" y="2137"/>
                  </a:cubicBezTo>
                  <a:cubicBezTo>
                    <a:pt x="1333" y="2137"/>
                    <a:pt x="1598" y="2040"/>
                    <a:pt x="1814" y="1821"/>
                  </a:cubicBezTo>
                  <a:cubicBezTo>
                    <a:pt x="2489"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45" name="Google Shape;2045;p60"/>
            <p:cNvSpPr/>
            <p:nvPr/>
          </p:nvSpPr>
          <p:spPr>
            <a:xfrm>
              <a:off x="3742300" y="1952050"/>
              <a:ext cx="62225" cy="53450"/>
            </a:xfrm>
            <a:custGeom>
              <a:avLst/>
              <a:gdLst/>
              <a:ahLst/>
              <a:cxnLst/>
              <a:rect l="l" t="t" r="r" b="b"/>
              <a:pathLst>
                <a:path w="2489" h="2138" extrusionOk="0">
                  <a:moveTo>
                    <a:pt x="1066" y="1"/>
                  </a:moveTo>
                  <a:cubicBezTo>
                    <a:pt x="481" y="9"/>
                    <a:pt x="1" y="481"/>
                    <a:pt x="1" y="1074"/>
                  </a:cubicBezTo>
                  <a:cubicBezTo>
                    <a:pt x="1" y="1712"/>
                    <a:pt x="525" y="2138"/>
                    <a:pt x="1071" y="2138"/>
                  </a:cubicBezTo>
                  <a:cubicBezTo>
                    <a:pt x="1332" y="2138"/>
                    <a:pt x="1598" y="2040"/>
                    <a:pt x="1814" y="1822"/>
                  </a:cubicBezTo>
                  <a:cubicBezTo>
                    <a:pt x="2489" y="1155"/>
                    <a:pt x="2017" y="9"/>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46" name="Google Shape;2046;p60"/>
            <p:cNvSpPr/>
            <p:nvPr/>
          </p:nvSpPr>
          <p:spPr>
            <a:xfrm>
              <a:off x="3818525" y="1952050"/>
              <a:ext cx="62225" cy="53450"/>
            </a:xfrm>
            <a:custGeom>
              <a:avLst/>
              <a:gdLst/>
              <a:ahLst/>
              <a:cxnLst/>
              <a:rect l="l" t="t" r="r" b="b"/>
              <a:pathLst>
                <a:path w="2489"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47" name="Google Shape;2047;p60"/>
            <p:cNvSpPr/>
            <p:nvPr/>
          </p:nvSpPr>
          <p:spPr>
            <a:xfrm>
              <a:off x="3894725" y="1952050"/>
              <a:ext cx="62225" cy="53450"/>
            </a:xfrm>
            <a:custGeom>
              <a:avLst/>
              <a:gdLst/>
              <a:ahLst/>
              <a:cxnLst/>
              <a:rect l="l" t="t" r="r" b="b"/>
              <a:pathLst>
                <a:path w="2489" h="2138" extrusionOk="0">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48" name="Google Shape;2048;p60"/>
            <p:cNvSpPr/>
            <p:nvPr/>
          </p:nvSpPr>
          <p:spPr>
            <a:xfrm>
              <a:off x="3894725" y="2028275"/>
              <a:ext cx="62225" cy="53450"/>
            </a:xfrm>
            <a:custGeom>
              <a:avLst/>
              <a:gdLst/>
              <a:ahLst/>
              <a:cxnLst/>
              <a:rect l="l" t="t" r="r" b="b"/>
              <a:pathLst>
                <a:path w="2489" h="2138" extrusionOk="0">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49" name="Google Shape;2049;p60"/>
            <p:cNvSpPr/>
            <p:nvPr/>
          </p:nvSpPr>
          <p:spPr>
            <a:xfrm>
              <a:off x="3970950" y="2028275"/>
              <a:ext cx="62225" cy="53450"/>
            </a:xfrm>
            <a:custGeom>
              <a:avLst/>
              <a:gdLst/>
              <a:ahLst/>
              <a:cxnLst/>
              <a:rect l="l" t="t" r="r" b="b"/>
              <a:pathLst>
                <a:path w="2489" h="2138" extrusionOk="0">
                  <a:moveTo>
                    <a:pt x="1065" y="1"/>
                  </a:moveTo>
                  <a:cubicBezTo>
                    <a:pt x="472" y="1"/>
                    <a:pt x="1" y="480"/>
                    <a:pt x="1" y="1065"/>
                  </a:cubicBezTo>
                  <a:cubicBezTo>
                    <a:pt x="1" y="1709"/>
                    <a:pt x="526" y="2137"/>
                    <a:pt x="1072" y="2137"/>
                  </a:cubicBezTo>
                  <a:cubicBezTo>
                    <a:pt x="1332" y="2137"/>
                    <a:pt x="1598" y="2040"/>
                    <a:pt x="1813" y="1821"/>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50" name="Google Shape;2050;p60"/>
            <p:cNvSpPr/>
            <p:nvPr/>
          </p:nvSpPr>
          <p:spPr>
            <a:xfrm>
              <a:off x="3970950" y="2104500"/>
              <a:ext cx="62225" cy="53325"/>
            </a:xfrm>
            <a:custGeom>
              <a:avLst/>
              <a:gdLst/>
              <a:ahLst/>
              <a:cxnLst/>
              <a:rect l="l" t="t" r="r" b="b"/>
              <a:pathLst>
                <a:path w="2489" h="2133"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51" name="Google Shape;2051;p60"/>
            <p:cNvSpPr/>
            <p:nvPr/>
          </p:nvSpPr>
          <p:spPr>
            <a:xfrm>
              <a:off x="4046950" y="1876050"/>
              <a:ext cx="62425" cy="53275"/>
            </a:xfrm>
            <a:custGeom>
              <a:avLst/>
              <a:gdLst/>
              <a:ahLst/>
              <a:cxnLst/>
              <a:rect l="l" t="t" r="r" b="b"/>
              <a:pathLst>
                <a:path w="2497" h="2131" extrusionOk="0">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52" name="Google Shape;2052;p60"/>
            <p:cNvSpPr/>
            <p:nvPr/>
          </p:nvSpPr>
          <p:spPr>
            <a:xfrm>
              <a:off x="4046950" y="1952050"/>
              <a:ext cx="62425" cy="53450"/>
            </a:xfrm>
            <a:custGeom>
              <a:avLst/>
              <a:gdLst/>
              <a:ahLst/>
              <a:cxnLst/>
              <a:rect l="l" t="t" r="r" b="b"/>
              <a:pathLst>
                <a:path w="2497" h="2138" extrusionOk="0">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53" name="Google Shape;2053;p60"/>
            <p:cNvSpPr/>
            <p:nvPr/>
          </p:nvSpPr>
          <p:spPr>
            <a:xfrm>
              <a:off x="4046950" y="2028275"/>
              <a:ext cx="62425" cy="53450"/>
            </a:xfrm>
            <a:custGeom>
              <a:avLst/>
              <a:gdLst/>
              <a:ahLst/>
              <a:cxnLst/>
              <a:rect l="l" t="t" r="r" b="b"/>
              <a:pathLst>
                <a:path w="2497" h="2138" extrusionOk="0">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54" name="Google Shape;2054;p60"/>
            <p:cNvSpPr/>
            <p:nvPr/>
          </p:nvSpPr>
          <p:spPr>
            <a:xfrm>
              <a:off x="4046950" y="21045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55" name="Google Shape;2055;p60"/>
            <p:cNvSpPr/>
            <p:nvPr/>
          </p:nvSpPr>
          <p:spPr>
            <a:xfrm>
              <a:off x="4123175" y="172362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56" name="Google Shape;2056;p60"/>
            <p:cNvSpPr/>
            <p:nvPr/>
          </p:nvSpPr>
          <p:spPr>
            <a:xfrm>
              <a:off x="4123175" y="17998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57" name="Google Shape;2057;p60"/>
            <p:cNvSpPr/>
            <p:nvPr/>
          </p:nvSpPr>
          <p:spPr>
            <a:xfrm>
              <a:off x="4123175" y="1876050"/>
              <a:ext cx="62425" cy="53350"/>
            </a:xfrm>
            <a:custGeom>
              <a:avLst/>
              <a:gdLst/>
              <a:ahLst/>
              <a:cxnLst/>
              <a:rect l="l" t="t" r="r" b="b"/>
              <a:pathLst>
                <a:path w="2497" h="2134" extrusionOk="0">
                  <a:moveTo>
                    <a:pt x="1065" y="1"/>
                  </a:moveTo>
                  <a:cubicBezTo>
                    <a:pt x="480" y="1"/>
                    <a:pt x="0" y="472"/>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58" name="Google Shape;2058;p60"/>
            <p:cNvSpPr/>
            <p:nvPr/>
          </p:nvSpPr>
          <p:spPr>
            <a:xfrm>
              <a:off x="4123175" y="1952050"/>
              <a:ext cx="62425" cy="53450"/>
            </a:xfrm>
            <a:custGeom>
              <a:avLst/>
              <a:gdLst/>
              <a:ahLst/>
              <a:cxnLst/>
              <a:rect l="l" t="t" r="r" b="b"/>
              <a:pathLst>
                <a:path w="2497"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59" name="Google Shape;2059;p60"/>
            <p:cNvSpPr/>
            <p:nvPr/>
          </p:nvSpPr>
          <p:spPr>
            <a:xfrm>
              <a:off x="4123175" y="2028275"/>
              <a:ext cx="62425" cy="53450"/>
            </a:xfrm>
            <a:custGeom>
              <a:avLst/>
              <a:gdLst/>
              <a:ahLst/>
              <a:cxnLst/>
              <a:rect l="l" t="t" r="r" b="b"/>
              <a:pathLst>
                <a:path w="2497" h="2138" extrusionOk="0">
                  <a:moveTo>
                    <a:pt x="1065" y="1"/>
                  </a:moveTo>
                  <a:cubicBezTo>
                    <a:pt x="480" y="1"/>
                    <a:pt x="0" y="480"/>
                    <a:pt x="0" y="1065"/>
                  </a:cubicBezTo>
                  <a:cubicBezTo>
                    <a:pt x="0" y="1709"/>
                    <a:pt x="526" y="2137"/>
                    <a:pt x="1074" y="2137"/>
                  </a:cubicBezTo>
                  <a:cubicBezTo>
                    <a:pt x="1336" y="2137"/>
                    <a:pt x="1603" y="2040"/>
                    <a:pt x="1821" y="1821"/>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60" name="Google Shape;2060;p60"/>
            <p:cNvSpPr/>
            <p:nvPr/>
          </p:nvSpPr>
          <p:spPr>
            <a:xfrm>
              <a:off x="4123175"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61" name="Google Shape;2061;p60"/>
            <p:cNvSpPr/>
            <p:nvPr/>
          </p:nvSpPr>
          <p:spPr>
            <a:xfrm>
              <a:off x="4199400"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62" name="Google Shape;2062;p60"/>
            <p:cNvSpPr/>
            <p:nvPr/>
          </p:nvSpPr>
          <p:spPr>
            <a:xfrm>
              <a:off x="4199400"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63" name="Google Shape;2063;p60"/>
            <p:cNvSpPr/>
            <p:nvPr/>
          </p:nvSpPr>
          <p:spPr>
            <a:xfrm>
              <a:off x="4199400" y="1876050"/>
              <a:ext cx="62200" cy="53275"/>
            </a:xfrm>
            <a:custGeom>
              <a:avLst/>
              <a:gdLst/>
              <a:ahLst/>
              <a:cxnLst/>
              <a:rect l="l" t="t" r="r" b="b"/>
              <a:pathLst>
                <a:path w="2488" h="2131" extrusionOk="0">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64" name="Google Shape;2064;p60"/>
            <p:cNvSpPr/>
            <p:nvPr/>
          </p:nvSpPr>
          <p:spPr>
            <a:xfrm>
              <a:off x="4199400" y="1952050"/>
              <a:ext cx="62200" cy="53450"/>
            </a:xfrm>
            <a:custGeom>
              <a:avLst/>
              <a:gdLst/>
              <a:ahLst/>
              <a:cxnLst/>
              <a:rect l="l" t="t" r="r" b="b"/>
              <a:pathLst>
                <a:path w="2488" h="2138" extrusionOk="0">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65" name="Google Shape;2065;p60"/>
            <p:cNvSpPr/>
            <p:nvPr/>
          </p:nvSpPr>
          <p:spPr>
            <a:xfrm>
              <a:off x="4199400"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66" name="Google Shape;2066;p60"/>
            <p:cNvSpPr/>
            <p:nvPr/>
          </p:nvSpPr>
          <p:spPr>
            <a:xfrm>
              <a:off x="4199400" y="21045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67" name="Google Shape;2067;p60"/>
            <p:cNvSpPr/>
            <p:nvPr/>
          </p:nvSpPr>
          <p:spPr>
            <a:xfrm>
              <a:off x="4199400" y="2180700"/>
              <a:ext cx="62200" cy="53350"/>
            </a:xfrm>
            <a:custGeom>
              <a:avLst/>
              <a:gdLst/>
              <a:ahLst/>
              <a:cxnLst/>
              <a:rect l="l" t="t" r="r" b="b"/>
              <a:pathLst>
                <a:path w="2488" h="2134" extrusionOk="0">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68" name="Google Shape;2068;p60"/>
            <p:cNvSpPr/>
            <p:nvPr/>
          </p:nvSpPr>
          <p:spPr>
            <a:xfrm>
              <a:off x="4275600"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69" name="Google Shape;2069;p60"/>
            <p:cNvSpPr/>
            <p:nvPr/>
          </p:nvSpPr>
          <p:spPr>
            <a:xfrm>
              <a:off x="4275600"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70" name="Google Shape;2070;p60"/>
            <p:cNvSpPr/>
            <p:nvPr/>
          </p:nvSpPr>
          <p:spPr>
            <a:xfrm>
              <a:off x="4275600"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71" name="Google Shape;2071;p60"/>
            <p:cNvSpPr/>
            <p:nvPr/>
          </p:nvSpPr>
          <p:spPr>
            <a:xfrm>
              <a:off x="4275600"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29" y="2131"/>
                    <a:pt x="1597" y="2033"/>
                    <a:pt x="1813" y="1813"/>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72" name="Google Shape;2072;p60"/>
            <p:cNvSpPr/>
            <p:nvPr/>
          </p:nvSpPr>
          <p:spPr>
            <a:xfrm>
              <a:off x="427560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3" y="1822"/>
                  </a:cubicBezTo>
                  <a:cubicBezTo>
                    <a:pt x="2488"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73" name="Google Shape;2073;p60"/>
            <p:cNvSpPr/>
            <p:nvPr/>
          </p:nvSpPr>
          <p:spPr>
            <a:xfrm>
              <a:off x="4275600"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3" y="1821"/>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74" name="Google Shape;2074;p60"/>
            <p:cNvSpPr/>
            <p:nvPr/>
          </p:nvSpPr>
          <p:spPr>
            <a:xfrm>
              <a:off x="4275600"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75" name="Google Shape;2075;p60"/>
            <p:cNvSpPr/>
            <p:nvPr/>
          </p:nvSpPr>
          <p:spPr>
            <a:xfrm>
              <a:off x="4275600"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76" name="Google Shape;2076;p60"/>
            <p:cNvSpPr/>
            <p:nvPr/>
          </p:nvSpPr>
          <p:spPr>
            <a:xfrm>
              <a:off x="4351600" y="2180700"/>
              <a:ext cx="62425" cy="53350"/>
            </a:xfrm>
            <a:custGeom>
              <a:avLst/>
              <a:gdLst/>
              <a:ahLst/>
              <a:cxnLst/>
              <a:rect l="l" t="t" r="r" b="b"/>
              <a:pathLst>
                <a:path w="2497" h="2134" extrusionOk="0">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77" name="Google Shape;2077;p60"/>
            <p:cNvSpPr/>
            <p:nvPr/>
          </p:nvSpPr>
          <p:spPr>
            <a:xfrm>
              <a:off x="4427825" y="1647400"/>
              <a:ext cx="62425" cy="53450"/>
            </a:xfrm>
            <a:custGeom>
              <a:avLst/>
              <a:gdLst/>
              <a:ahLst/>
              <a:cxnLst/>
              <a:rect l="l" t="t" r="r" b="b"/>
              <a:pathLst>
                <a:path w="2497" h="2138" extrusionOk="0">
                  <a:moveTo>
                    <a:pt x="1065" y="1"/>
                  </a:moveTo>
                  <a:cubicBezTo>
                    <a:pt x="480" y="9"/>
                    <a:pt x="9"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78" name="Google Shape;2078;p60"/>
            <p:cNvSpPr/>
            <p:nvPr/>
          </p:nvSpPr>
          <p:spPr>
            <a:xfrm>
              <a:off x="4427825" y="1723625"/>
              <a:ext cx="62425" cy="53350"/>
            </a:xfrm>
            <a:custGeom>
              <a:avLst/>
              <a:gdLst/>
              <a:ahLst/>
              <a:cxnLst/>
              <a:rect l="l" t="t" r="r" b="b"/>
              <a:pathLst>
                <a:path w="2497" h="2134" extrusionOk="0">
                  <a:moveTo>
                    <a:pt x="1065" y="1"/>
                  </a:moveTo>
                  <a:cubicBezTo>
                    <a:pt x="480" y="1"/>
                    <a:pt x="9"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79" name="Google Shape;2079;p60"/>
            <p:cNvSpPr/>
            <p:nvPr/>
          </p:nvSpPr>
          <p:spPr>
            <a:xfrm>
              <a:off x="4427825" y="1799850"/>
              <a:ext cx="62425" cy="53325"/>
            </a:xfrm>
            <a:custGeom>
              <a:avLst/>
              <a:gdLst/>
              <a:ahLst/>
              <a:cxnLst/>
              <a:rect l="l" t="t" r="r" b="b"/>
              <a:pathLst>
                <a:path w="2497" h="2133" extrusionOk="0">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80" name="Google Shape;2080;p60"/>
            <p:cNvSpPr/>
            <p:nvPr/>
          </p:nvSpPr>
          <p:spPr>
            <a:xfrm>
              <a:off x="4427825" y="1876050"/>
              <a:ext cx="62425" cy="53275"/>
            </a:xfrm>
            <a:custGeom>
              <a:avLst/>
              <a:gdLst/>
              <a:ahLst/>
              <a:cxnLst/>
              <a:rect l="l" t="t" r="r" b="b"/>
              <a:pathLst>
                <a:path w="2497" h="2131" extrusionOk="0">
                  <a:moveTo>
                    <a:pt x="1065" y="1"/>
                  </a:moveTo>
                  <a:cubicBezTo>
                    <a:pt x="480" y="1"/>
                    <a:pt x="9" y="472"/>
                    <a:pt x="1" y="1066"/>
                  </a:cubicBezTo>
                  <a:cubicBezTo>
                    <a:pt x="1" y="1707"/>
                    <a:pt x="523" y="2131"/>
                    <a:pt x="1070" y="2131"/>
                  </a:cubicBezTo>
                  <a:cubicBezTo>
                    <a:pt x="1333" y="2131"/>
                    <a:pt x="1602" y="2033"/>
                    <a:pt x="1822" y="1813"/>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81" name="Google Shape;2081;p60"/>
            <p:cNvSpPr/>
            <p:nvPr/>
          </p:nvSpPr>
          <p:spPr>
            <a:xfrm>
              <a:off x="4427825" y="1952050"/>
              <a:ext cx="62425" cy="53450"/>
            </a:xfrm>
            <a:custGeom>
              <a:avLst/>
              <a:gdLst/>
              <a:ahLst/>
              <a:cxnLst/>
              <a:rect l="l" t="t" r="r" b="b"/>
              <a:pathLst>
                <a:path w="2497" h="2138" extrusionOk="0">
                  <a:moveTo>
                    <a:pt x="1065" y="1"/>
                  </a:moveTo>
                  <a:cubicBezTo>
                    <a:pt x="480" y="9"/>
                    <a:pt x="9" y="481"/>
                    <a:pt x="1" y="1074"/>
                  </a:cubicBezTo>
                  <a:cubicBezTo>
                    <a:pt x="1" y="1712"/>
                    <a:pt x="525" y="2138"/>
                    <a:pt x="1073" y="2138"/>
                  </a:cubicBezTo>
                  <a:cubicBezTo>
                    <a:pt x="1335" y="2138"/>
                    <a:pt x="1603" y="2040"/>
                    <a:pt x="1822" y="1822"/>
                  </a:cubicBezTo>
                  <a:cubicBezTo>
                    <a:pt x="2496" y="1155"/>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82" name="Google Shape;2082;p60"/>
            <p:cNvSpPr/>
            <p:nvPr/>
          </p:nvSpPr>
          <p:spPr>
            <a:xfrm>
              <a:off x="4427825" y="2028275"/>
              <a:ext cx="62425" cy="53450"/>
            </a:xfrm>
            <a:custGeom>
              <a:avLst/>
              <a:gdLst/>
              <a:ahLst/>
              <a:cxnLst/>
              <a:rect l="l" t="t" r="r" b="b"/>
              <a:pathLst>
                <a:path w="2497" h="2138" extrusionOk="0">
                  <a:moveTo>
                    <a:pt x="1065" y="1"/>
                  </a:moveTo>
                  <a:cubicBezTo>
                    <a:pt x="480" y="1"/>
                    <a:pt x="9" y="480"/>
                    <a:pt x="1" y="1065"/>
                  </a:cubicBezTo>
                  <a:cubicBezTo>
                    <a:pt x="1" y="1709"/>
                    <a:pt x="526" y="2137"/>
                    <a:pt x="1074" y="2137"/>
                  </a:cubicBezTo>
                  <a:cubicBezTo>
                    <a:pt x="1336" y="2137"/>
                    <a:pt x="1603" y="2040"/>
                    <a:pt x="1822" y="1821"/>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83" name="Google Shape;2083;p60"/>
            <p:cNvSpPr/>
            <p:nvPr/>
          </p:nvSpPr>
          <p:spPr>
            <a:xfrm>
              <a:off x="4427825" y="2104500"/>
              <a:ext cx="62425" cy="53325"/>
            </a:xfrm>
            <a:custGeom>
              <a:avLst/>
              <a:gdLst/>
              <a:ahLst/>
              <a:cxnLst/>
              <a:rect l="l" t="t" r="r" b="b"/>
              <a:pathLst>
                <a:path w="2497" h="2133" extrusionOk="0">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84" name="Google Shape;2084;p60"/>
            <p:cNvSpPr/>
            <p:nvPr/>
          </p:nvSpPr>
          <p:spPr>
            <a:xfrm>
              <a:off x="4427825" y="2180700"/>
              <a:ext cx="62425" cy="53350"/>
            </a:xfrm>
            <a:custGeom>
              <a:avLst/>
              <a:gdLst/>
              <a:ahLst/>
              <a:cxnLst/>
              <a:rect l="l" t="t" r="r" b="b"/>
              <a:pathLst>
                <a:path w="2497" h="2134" extrusionOk="0">
                  <a:moveTo>
                    <a:pt x="1065" y="1"/>
                  </a:moveTo>
                  <a:cubicBezTo>
                    <a:pt x="480" y="1"/>
                    <a:pt x="9" y="480"/>
                    <a:pt x="1" y="1066"/>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85" name="Google Shape;2085;p60"/>
            <p:cNvSpPr/>
            <p:nvPr/>
          </p:nvSpPr>
          <p:spPr>
            <a:xfrm>
              <a:off x="4427825" y="1571400"/>
              <a:ext cx="62350" cy="53250"/>
            </a:xfrm>
            <a:custGeom>
              <a:avLst/>
              <a:gdLst/>
              <a:ahLst/>
              <a:cxnLst/>
              <a:rect l="l" t="t" r="r" b="b"/>
              <a:pathLst>
                <a:path w="2494" h="2130" extrusionOk="0">
                  <a:moveTo>
                    <a:pt x="1075" y="1"/>
                  </a:moveTo>
                  <a:cubicBezTo>
                    <a:pt x="1072" y="1"/>
                    <a:pt x="1069" y="1"/>
                    <a:pt x="1065" y="1"/>
                  </a:cubicBezTo>
                  <a:cubicBezTo>
                    <a:pt x="480" y="1"/>
                    <a:pt x="9" y="472"/>
                    <a:pt x="1" y="1066"/>
                  </a:cubicBezTo>
                  <a:cubicBezTo>
                    <a:pt x="1" y="1703"/>
                    <a:pt x="525" y="2129"/>
                    <a:pt x="1073" y="2129"/>
                  </a:cubicBezTo>
                  <a:cubicBezTo>
                    <a:pt x="1335" y="2129"/>
                    <a:pt x="1603" y="2032"/>
                    <a:pt x="1822" y="1813"/>
                  </a:cubicBezTo>
                  <a:cubicBezTo>
                    <a:pt x="2494" y="1149"/>
                    <a:pt x="2020" y="1"/>
                    <a:pt x="107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86" name="Google Shape;2086;p60"/>
            <p:cNvSpPr/>
            <p:nvPr/>
          </p:nvSpPr>
          <p:spPr>
            <a:xfrm>
              <a:off x="4351600" y="1571400"/>
              <a:ext cx="62425" cy="53250"/>
            </a:xfrm>
            <a:custGeom>
              <a:avLst/>
              <a:gdLst/>
              <a:ahLst/>
              <a:cxnLst/>
              <a:rect l="l" t="t" r="r" b="b"/>
              <a:pathLst>
                <a:path w="2497" h="2130" extrusionOk="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87" name="Google Shape;2087;p60"/>
            <p:cNvSpPr/>
            <p:nvPr/>
          </p:nvSpPr>
          <p:spPr>
            <a:xfrm>
              <a:off x="427560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88" name="Google Shape;2088;p60"/>
            <p:cNvSpPr/>
            <p:nvPr/>
          </p:nvSpPr>
          <p:spPr>
            <a:xfrm>
              <a:off x="427560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89" name="Google Shape;2089;p60"/>
            <p:cNvSpPr/>
            <p:nvPr/>
          </p:nvSpPr>
          <p:spPr>
            <a:xfrm>
              <a:off x="419940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90" name="Google Shape;2090;p60"/>
            <p:cNvSpPr/>
            <p:nvPr/>
          </p:nvSpPr>
          <p:spPr>
            <a:xfrm>
              <a:off x="4199400" y="1571400"/>
              <a:ext cx="62200" cy="53250"/>
            </a:xfrm>
            <a:custGeom>
              <a:avLst/>
              <a:gdLst/>
              <a:ahLst/>
              <a:cxnLst/>
              <a:rect l="l" t="t" r="r" b="b"/>
              <a:pathLst>
                <a:path w="2488" h="2130" extrusionOk="0">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91" name="Google Shape;2091;p60"/>
            <p:cNvSpPr/>
            <p:nvPr/>
          </p:nvSpPr>
          <p:spPr>
            <a:xfrm>
              <a:off x="419940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92" name="Google Shape;2092;p60"/>
            <p:cNvSpPr/>
            <p:nvPr/>
          </p:nvSpPr>
          <p:spPr>
            <a:xfrm>
              <a:off x="4199400"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93" name="Google Shape;2093;p60"/>
            <p:cNvSpPr/>
            <p:nvPr/>
          </p:nvSpPr>
          <p:spPr>
            <a:xfrm>
              <a:off x="4123175" y="2180700"/>
              <a:ext cx="62425" cy="53350"/>
            </a:xfrm>
            <a:custGeom>
              <a:avLst/>
              <a:gdLst/>
              <a:ahLst/>
              <a:cxnLst/>
              <a:rect l="l" t="t" r="r" b="b"/>
              <a:pathLst>
                <a:path w="2497" h="2134" extrusionOk="0">
                  <a:moveTo>
                    <a:pt x="1065" y="1"/>
                  </a:moveTo>
                  <a:cubicBezTo>
                    <a:pt x="480" y="1"/>
                    <a:pt x="0" y="480"/>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94" name="Google Shape;2094;p60"/>
            <p:cNvSpPr/>
            <p:nvPr/>
          </p:nvSpPr>
          <p:spPr>
            <a:xfrm>
              <a:off x="4123175" y="1647400"/>
              <a:ext cx="62425" cy="53450"/>
            </a:xfrm>
            <a:custGeom>
              <a:avLst/>
              <a:gdLst/>
              <a:ahLst/>
              <a:cxnLst/>
              <a:rect l="l" t="t" r="r" b="b"/>
              <a:pathLst>
                <a:path w="2497" h="2138" extrusionOk="0">
                  <a:moveTo>
                    <a:pt x="1065" y="1"/>
                  </a:moveTo>
                  <a:cubicBezTo>
                    <a:pt x="480" y="1"/>
                    <a:pt x="0" y="481"/>
                    <a:pt x="0" y="1066"/>
                  </a:cubicBezTo>
                  <a:cubicBezTo>
                    <a:pt x="0" y="1710"/>
                    <a:pt x="526" y="2138"/>
                    <a:pt x="1074" y="2138"/>
                  </a:cubicBezTo>
                  <a:cubicBezTo>
                    <a:pt x="1336" y="2138"/>
                    <a:pt x="1603" y="2040"/>
                    <a:pt x="1821" y="1822"/>
                  </a:cubicBezTo>
                  <a:cubicBezTo>
                    <a:pt x="2496" y="1155"/>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95" name="Google Shape;2095;p60"/>
            <p:cNvSpPr/>
            <p:nvPr/>
          </p:nvSpPr>
          <p:spPr>
            <a:xfrm>
              <a:off x="4123175" y="1571400"/>
              <a:ext cx="62425" cy="53250"/>
            </a:xfrm>
            <a:custGeom>
              <a:avLst/>
              <a:gdLst/>
              <a:ahLst/>
              <a:cxnLst/>
              <a:rect l="l" t="t" r="r" b="b"/>
              <a:pathLst>
                <a:path w="2497"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96" name="Google Shape;2096;p60"/>
            <p:cNvSpPr/>
            <p:nvPr/>
          </p:nvSpPr>
          <p:spPr>
            <a:xfrm>
              <a:off x="4123175" y="14952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97" name="Google Shape;2097;p60"/>
            <p:cNvSpPr/>
            <p:nvPr/>
          </p:nvSpPr>
          <p:spPr>
            <a:xfrm>
              <a:off x="4123175" y="141897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98" name="Google Shape;2098;p60"/>
            <p:cNvSpPr/>
            <p:nvPr/>
          </p:nvSpPr>
          <p:spPr>
            <a:xfrm>
              <a:off x="4123175" y="1342750"/>
              <a:ext cx="62425" cy="53450"/>
            </a:xfrm>
            <a:custGeom>
              <a:avLst/>
              <a:gdLst/>
              <a:ahLst/>
              <a:cxnLst/>
              <a:rect l="l" t="t" r="r" b="b"/>
              <a:pathLst>
                <a:path w="2497" h="2138" extrusionOk="0">
                  <a:moveTo>
                    <a:pt x="1065" y="1"/>
                  </a:moveTo>
                  <a:cubicBezTo>
                    <a:pt x="480" y="1"/>
                    <a:pt x="0" y="481"/>
                    <a:pt x="0" y="1066"/>
                  </a:cubicBezTo>
                  <a:cubicBezTo>
                    <a:pt x="0" y="1710"/>
                    <a:pt x="526" y="2138"/>
                    <a:pt x="1074" y="2138"/>
                  </a:cubicBezTo>
                  <a:cubicBezTo>
                    <a:pt x="1336" y="2138"/>
                    <a:pt x="1603" y="2040"/>
                    <a:pt x="1821"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099" name="Google Shape;2099;p60"/>
            <p:cNvSpPr/>
            <p:nvPr/>
          </p:nvSpPr>
          <p:spPr>
            <a:xfrm>
              <a:off x="4046950" y="2180700"/>
              <a:ext cx="62425" cy="53350"/>
            </a:xfrm>
            <a:custGeom>
              <a:avLst/>
              <a:gdLst/>
              <a:ahLst/>
              <a:cxnLst/>
              <a:rect l="l" t="t" r="r" b="b"/>
              <a:pathLst>
                <a:path w="2497" h="2134" extrusionOk="0">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00" name="Google Shape;2100;p60"/>
            <p:cNvSpPr/>
            <p:nvPr/>
          </p:nvSpPr>
          <p:spPr>
            <a:xfrm>
              <a:off x="4046950" y="17998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01" name="Google Shape;2101;p60"/>
            <p:cNvSpPr/>
            <p:nvPr/>
          </p:nvSpPr>
          <p:spPr>
            <a:xfrm>
              <a:off x="4046950" y="1723625"/>
              <a:ext cx="62425" cy="53350"/>
            </a:xfrm>
            <a:custGeom>
              <a:avLst/>
              <a:gdLst/>
              <a:ahLst/>
              <a:cxnLst/>
              <a:rect l="l" t="t" r="r" b="b"/>
              <a:pathLst>
                <a:path w="2497" h="2134" extrusionOk="0">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02" name="Google Shape;2102;p60"/>
            <p:cNvSpPr/>
            <p:nvPr/>
          </p:nvSpPr>
          <p:spPr>
            <a:xfrm>
              <a:off x="4046950" y="1647400"/>
              <a:ext cx="62425" cy="53450"/>
            </a:xfrm>
            <a:custGeom>
              <a:avLst/>
              <a:gdLst/>
              <a:ahLst/>
              <a:cxnLst/>
              <a:rect l="l" t="t" r="r" b="b"/>
              <a:pathLst>
                <a:path w="2497" h="2138" extrusionOk="0">
                  <a:moveTo>
                    <a:pt x="1074" y="1"/>
                  </a:moveTo>
                  <a:cubicBezTo>
                    <a:pt x="481" y="9"/>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03" name="Google Shape;2103;p60"/>
            <p:cNvSpPr/>
            <p:nvPr/>
          </p:nvSpPr>
          <p:spPr>
            <a:xfrm>
              <a:off x="4046950" y="1571400"/>
              <a:ext cx="62425" cy="53250"/>
            </a:xfrm>
            <a:custGeom>
              <a:avLst/>
              <a:gdLst/>
              <a:ahLst/>
              <a:cxnLst/>
              <a:rect l="l" t="t" r="r" b="b"/>
              <a:pathLst>
                <a:path w="2497" h="2130" extrusionOk="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04" name="Google Shape;2104;p60"/>
            <p:cNvSpPr/>
            <p:nvPr/>
          </p:nvSpPr>
          <p:spPr>
            <a:xfrm>
              <a:off x="4046950" y="14952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05" name="Google Shape;2105;p60"/>
            <p:cNvSpPr/>
            <p:nvPr/>
          </p:nvSpPr>
          <p:spPr>
            <a:xfrm>
              <a:off x="4046950" y="1418975"/>
              <a:ext cx="62425" cy="53350"/>
            </a:xfrm>
            <a:custGeom>
              <a:avLst/>
              <a:gdLst/>
              <a:ahLst/>
              <a:cxnLst/>
              <a:rect l="l" t="t" r="r" b="b"/>
              <a:pathLst>
                <a:path w="2497" h="2134" extrusionOk="0">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06" name="Google Shape;2106;p60"/>
            <p:cNvSpPr/>
            <p:nvPr/>
          </p:nvSpPr>
          <p:spPr>
            <a:xfrm>
              <a:off x="4046950" y="1342750"/>
              <a:ext cx="62425" cy="53450"/>
            </a:xfrm>
            <a:custGeom>
              <a:avLst/>
              <a:gdLst/>
              <a:ahLst/>
              <a:cxnLst/>
              <a:rect l="l" t="t" r="r" b="b"/>
              <a:pathLst>
                <a:path w="2497" h="2138" extrusionOk="0">
                  <a:moveTo>
                    <a:pt x="1074" y="1"/>
                  </a:moveTo>
                  <a:cubicBezTo>
                    <a:pt x="481" y="1"/>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07" name="Google Shape;2107;p60"/>
            <p:cNvSpPr/>
            <p:nvPr/>
          </p:nvSpPr>
          <p:spPr>
            <a:xfrm>
              <a:off x="3970950" y="2256925"/>
              <a:ext cx="62350" cy="53425"/>
            </a:xfrm>
            <a:custGeom>
              <a:avLst/>
              <a:gdLst/>
              <a:ahLst/>
              <a:cxnLst/>
              <a:rect l="l" t="t" r="r" b="b"/>
              <a:pathLst>
                <a:path w="2494" h="2137" extrusionOk="0">
                  <a:moveTo>
                    <a:pt x="1075" y="0"/>
                  </a:moveTo>
                  <a:cubicBezTo>
                    <a:pt x="1072" y="0"/>
                    <a:pt x="1069" y="0"/>
                    <a:pt x="1065" y="0"/>
                  </a:cubicBezTo>
                  <a:cubicBezTo>
                    <a:pt x="472" y="0"/>
                    <a:pt x="1" y="480"/>
                    <a:pt x="1" y="1065"/>
                  </a:cubicBezTo>
                  <a:cubicBezTo>
                    <a:pt x="1" y="1709"/>
                    <a:pt x="526" y="2137"/>
                    <a:pt x="1074" y="2137"/>
                  </a:cubicBezTo>
                  <a:cubicBezTo>
                    <a:pt x="1336" y="2137"/>
                    <a:pt x="1603" y="2039"/>
                    <a:pt x="1822" y="1821"/>
                  </a:cubicBezTo>
                  <a:cubicBezTo>
                    <a:pt x="2494" y="1149"/>
                    <a:pt x="2020" y="0"/>
                    <a:pt x="107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08" name="Google Shape;2108;p60"/>
            <p:cNvSpPr/>
            <p:nvPr/>
          </p:nvSpPr>
          <p:spPr>
            <a:xfrm>
              <a:off x="3970950" y="2180700"/>
              <a:ext cx="62225" cy="53350"/>
            </a:xfrm>
            <a:custGeom>
              <a:avLst/>
              <a:gdLst/>
              <a:ahLst/>
              <a:cxnLst/>
              <a:rect l="l" t="t" r="r" b="b"/>
              <a:pathLst>
                <a:path w="2489" h="2134" extrusionOk="0">
                  <a:moveTo>
                    <a:pt x="1065" y="1"/>
                  </a:moveTo>
                  <a:cubicBezTo>
                    <a:pt x="472" y="1"/>
                    <a:pt x="1" y="480"/>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09" name="Google Shape;2109;p60"/>
            <p:cNvSpPr/>
            <p:nvPr/>
          </p:nvSpPr>
          <p:spPr>
            <a:xfrm>
              <a:off x="3970950" y="1799850"/>
              <a:ext cx="62225" cy="53325"/>
            </a:xfrm>
            <a:custGeom>
              <a:avLst/>
              <a:gdLst/>
              <a:ahLst/>
              <a:cxnLst/>
              <a:rect l="l" t="t" r="r" b="b"/>
              <a:pathLst>
                <a:path w="2489" h="2133"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10" name="Google Shape;2110;p60"/>
            <p:cNvSpPr/>
            <p:nvPr/>
          </p:nvSpPr>
          <p:spPr>
            <a:xfrm>
              <a:off x="3970950" y="1647400"/>
              <a:ext cx="62225" cy="53450"/>
            </a:xfrm>
            <a:custGeom>
              <a:avLst/>
              <a:gdLst/>
              <a:ahLst/>
              <a:cxnLst/>
              <a:rect l="l" t="t" r="r" b="b"/>
              <a:pathLst>
                <a:path w="2489" h="2138" extrusionOk="0">
                  <a:moveTo>
                    <a:pt x="1065" y="1"/>
                  </a:moveTo>
                  <a:cubicBezTo>
                    <a:pt x="472" y="1"/>
                    <a:pt x="1" y="481"/>
                    <a:pt x="1" y="1066"/>
                  </a:cubicBezTo>
                  <a:cubicBezTo>
                    <a:pt x="1" y="1710"/>
                    <a:pt x="526" y="2138"/>
                    <a:pt x="1072" y="2138"/>
                  </a:cubicBezTo>
                  <a:cubicBezTo>
                    <a:pt x="1332" y="2138"/>
                    <a:pt x="1598" y="2040"/>
                    <a:pt x="1813" y="1822"/>
                  </a:cubicBezTo>
                  <a:cubicBezTo>
                    <a:pt x="2488" y="1155"/>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11" name="Google Shape;2111;p60"/>
            <p:cNvSpPr/>
            <p:nvPr/>
          </p:nvSpPr>
          <p:spPr>
            <a:xfrm>
              <a:off x="3970950" y="1571400"/>
              <a:ext cx="62225" cy="53250"/>
            </a:xfrm>
            <a:custGeom>
              <a:avLst/>
              <a:gdLst/>
              <a:ahLst/>
              <a:cxnLst/>
              <a:rect l="l" t="t" r="r" b="b"/>
              <a:pathLst>
                <a:path w="2489" h="2130" extrusionOk="0">
                  <a:moveTo>
                    <a:pt x="1065" y="1"/>
                  </a:moveTo>
                  <a:cubicBezTo>
                    <a:pt x="472" y="1"/>
                    <a:pt x="1" y="472"/>
                    <a:pt x="1" y="1066"/>
                  </a:cubicBezTo>
                  <a:cubicBezTo>
                    <a:pt x="1" y="1703"/>
                    <a:pt x="525" y="2129"/>
                    <a:pt x="1071" y="2129"/>
                  </a:cubicBezTo>
                  <a:cubicBezTo>
                    <a:pt x="1332" y="2129"/>
                    <a:pt x="1598" y="2032"/>
                    <a:pt x="1813" y="1813"/>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12" name="Google Shape;2112;p60"/>
            <p:cNvSpPr/>
            <p:nvPr/>
          </p:nvSpPr>
          <p:spPr>
            <a:xfrm>
              <a:off x="3970950" y="1495200"/>
              <a:ext cx="62225" cy="53325"/>
            </a:xfrm>
            <a:custGeom>
              <a:avLst/>
              <a:gdLst/>
              <a:ahLst/>
              <a:cxnLst/>
              <a:rect l="l" t="t" r="r" b="b"/>
              <a:pathLst>
                <a:path w="2489" h="2133"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13" name="Google Shape;2113;p60"/>
            <p:cNvSpPr/>
            <p:nvPr/>
          </p:nvSpPr>
          <p:spPr>
            <a:xfrm>
              <a:off x="3970950" y="1418975"/>
              <a:ext cx="62225" cy="53350"/>
            </a:xfrm>
            <a:custGeom>
              <a:avLst/>
              <a:gdLst/>
              <a:ahLst/>
              <a:cxnLst/>
              <a:rect l="l" t="t" r="r" b="b"/>
              <a:pathLst>
                <a:path w="2489" h="2134" extrusionOk="0">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14" name="Google Shape;2114;p60"/>
            <p:cNvSpPr/>
            <p:nvPr/>
          </p:nvSpPr>
          <p:spPr>
            <a:xfrm>
              <a:off x="3970950" y="1342750"/>
              <a:ext cx="62225" cy="53450"/>
            </a:xfrm>
            <a:custGeom>
              <a:avLst/>
              <a:gdLst/>
              <a:ahLst/>
              <a:cxnLst/>
              <a:rect l="l" t="t" r="r" b="b"/>
              <a:pathLst>
                <a:path w="2489" h="2138" extrusionOk="0">
                  <a:moveTo>
                    <a:pt x="1065" y="1"/>
                  </a:moveTo>
                  <a:cubicBezTo>
                    <a:pt x="472" y="1"/>
                    <a:pt x="1" y="481"/>
                    <a:pt x="1" y="1066"/>
                  </a:cubicBezTo>
                  <a:cubicBezTo>
                    <a:pt x="1" y="1710"/>
                    <a:pt x="526" y="2138"/>
                    <a:pt x="1072" y="2138"/>
                  </a:cubicBezTo>
                  <a:cubicBezTo>
                    <a:pt x="1332" y="2138"/>
                    <a:pt x="1598" y="2040"/>
                    <a:pt x="1813"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15" name="Google Shape;2115;p60"/>
            <p:cNvSpPr/>
            <p:nvPr/>
          </p:nvSpPr>
          <p:spPr>
            <a:xfrm>
              <a:off x="3970950" y="1114325"/>
              <a:ext cx="62225" cy="53350"/>
            </a:xfrm>
            <a:custGeom>
              <a:avLst/>
              <a:gdLst/>
              <a:ahLst/>
              <a:cxnLst/>
              <a:rect l="l" t="t" r="r" b="b"/>
              <a:pathLst>
                <a:path w="2489" h="2134" extrusionOk="0">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16" name="Google Shape;2116;p60"/>
            <p:cNvSpPr/>
            <p:nvPr/>
          </p:nvSpPr>
          <p:spPr>
            <a:xfrm>
              <a:off x="3894725" y="21045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17" name="Google Shape;2117;p60"/>
            <p:cNvSpPr/>
            <p:nvPr/>
          </p:nvSpPr>
          <p:spPr>
            <a:xfrm>
              <a:off x="3894725" y="1876050"/>
              <a:ext cx="62225" cy="53275"/>
            </a:xfrm>
            <a:custGeom>
              <a:avLst/>
              <a:gdLst/>
              <a:ahLst/>
              <a:cxnLst/>
              <a:rect l="l" t="t" r="r" b="b"/>
              <a:pathLst>
                <a:path w="2489" h="2131" extrusionOk="0">
                  <a:moveTo>
                    <a:pt x="1066" y="1"/>
                  </a:moveTo>
                  <a:cubicBezTo>
                    <a:pt x="481" y="1"/>
                    <a:pt x="1" y="472"/>
                    <a:pt x="1" y="1066"/>
                  </a:cubicBezTo>
                  <a:cubicBezTo>
                    <a:pt x="1" y="1707"/>
                    <a:pt x="523" y="2131"/>
                    <a:pt x="1070" y="2131"/>
                  </a:cubicBezTo>
                  <a:cubicBezTo>
                    <a:pt x="1334" y="2131"/>
                    <a:pt x="1603" y="2033"/>
                    <a:pt x="1822" y="1813"/>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18" name="Google Shape;2118;p60"/>
            <p:cNvSpPr/>
            <p:nvPr/>
          </p:nvSpPr>
          <p:spPr>
            <a:xfrm>
              <a:off x="3894725" y="179985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19" name="Google Shape;2119;p60"/>
            <p:cNvSpPr/>
            <p:nvPr/>
          </p:nvSpPr>
          <p:spPr>
            <a:xfrm>
              <a:off x="3894725" y="172362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20" name="Google Shape;2120;p60"/>
            <p:cNvSpPr/>
            <p:nvPr/>
          </p:nvSpPr>
          <p:spPr>
            <a:xfrm>
              <a:off x="3894725" y="1647400"/>
              <a:ext cx="62225" cy="53450"/>
            </a:xfrm>
            <a:custGeom>
              <a:avLst/>
              <a:gdLst/>
              <a:ahLst/>
              <a:cxnLst/>
              <a:rect l="l" t="t" r="r" b="b"/>
              <a:pathLst>
                <a:path w="2489" h="2138" extrusionOk="0">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21" name="Google Shape;2121;p60"/>
            <p:cNvSpPr/>
            <p:nvPr/>
          </p:nvSpPr>
          <p:spPr>
            <a:xfrm>
              <a:off x="3894725" y="1571400"/>
              <a:ext cx="62175" cy="53250"/>
            </a:xfrm>
            <a:custGeom>
              <a:avLst/>
              <a:gdLst/>
              <a:ahLst/>
              <a:cxnLst/>
              <a:rect l="l" t="t" r="r" b="b"/>
              <a:pathLst>
                <a:path w="2487" h="2130" extrusionOk="0">
                  <a:moveTo>
                    <a:pt x="1076" y="1"/>
                  </a:moveTo>
                  <a:cubicBezTo>
                    <a:pt x="1073" y="1"/>
                    <a:pt x="1069" y="1"/>
                    <a:pt x="1066" y="1"/>
                  </a:cubicBezTo>
                  <a:cubicBezTo>
                    <a:pt x="481" y="1"/>
                    <a:pt x="1" y="472"/>
                    <a:pt x="1" y="1066"/>
                  </a:cubicBezTo>
                  <a:cubicBezTo>
                    <a:pt x="1" y="1703"/>
                    <a:pt x="525" y="2129"/>
                    <a:pt x="1074" y="2129"/>
                  </a:cubicBezTo>
                  <a:cubicBezTo>
                    <a:pt x="1336" y="2129"/>
                    <a:pt x="1604" y="2032"/>
                    <a:pt x="1822" y="1813"/>
                  </a:cubicBezTo>
                  <a:cubicBezTo>
                    <a:pt x="2486" y="1149"/>
                    <a:pt x="2020" y="1"/>
                    <a:pt x="107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22" name="Google Shape;2122;p60"/>
            <p:cNvSpPr/>
            <p:nvPr/>
          </p:nvSpPr>
          <p:spPr>
            <a:xfrm>
              <a:off x="3894725" y="14952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23" name="Google Shape;2123;p60"/>
            <p:cNvSpPr/>
            <p:nvPr/>
          </p:nvSpPr>
          <p:spPr>
            <a:xfrm>
              <a:off x="3894725" y="141897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24" name="Google Shape;2124;p60"/>
            <p:cNvSpPr/>
            <p:nvPr/>
          </p:nvSpPr>
          <p:spPr>
            <a:xfrm>
              <a:off x="3894725" y="1342750"/>
              <a:ext cx="62225" cy="53450"/>
            </a:xfrm>
            <a:custGeom>
              <a:avLst/>
              <a:gdLst/>
              <a:ahLst/>
              <a:cxnLst/>
              <a:rect l="l" t="t" r="r" b="b"/>
              <a:pathLst>
                <a:path w="2489" h="2138" extrusionOk="0">
                  <a:moveTo>
                    <a:pt x="1066" y="1"/>
                  </a:moveTo>
                  <a:cubicBezTo>
                    <a:pt x="481" y="1"/>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25" name="Google Shape;2125;p60"/>
            <p:cNvSpPr/>
            <p:nvPr/>
          </p:nvSpPr>
          <p:spPr>
            <a:xfrm>
              <a:off x="3894725" y="111432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26" name="Google Shape;2126;p60"/>
            <p:cNvSpPr/>
            <p:nvPr/>
          </p:nvSpPr>
          <p:spPr>
            <a:xfrm>
              <a:off x="3818525"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0" y="0"/>
                    <a:pt x="107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27" name="Google Shape;2127;p60"/>
            <p:cNvSpPr/>
            <p:nvPr/>
          </p:nvSpPr>
          <p:spPr>
            <a:xfrm>
              <a:off x="3818525" y="2180700"/>
              <a:ext cx="62225" cy="53350"/>
            </a:xfrm>
            <a:custGeom>
              <a:avLst/>
              <a:gdLst/>
              <a:ahLst/>
              <a:cxnLst/>
              <a:rect l="l" t="t" r="r" b="b"/>
              <a:pathLst>
                <a:path w="2489"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28" name="Google Shape;2128;p60"/>
            <p:cNvSpPr/>
            <p:nvPr/>
          </p:nvSpPr>
          <p:spPr>
            <a:xfrm>
              <a:off x="3818525"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29" name="Google Shape;2129;p60"/>
            <p:cNvSpPr/>
            <p:nvPr/>
          </p:nvSpPr>
          <p:spPr>
            <a:xfrm>
              <a:off x="3818525" y="1876050"/>
              <a:ext cx="62225" cy="53275"/>
            </a:xfrm>
            <a:custGeom>
              <a:avLst/>
              <a:gdLst/>
              <a:ahLst/>
              <a:cxnLst/>
              <a:rect l="l" t="t" r="r" b="b"/>
              <a:pathLst>
                <a:path w="2489" h="2131" extrusionOk="0">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30" name="Google Shape;2130;p60"/>
            <p:cNvSpPr/>
            <p:nvPr/>
          </p:nvSpPr>
          <p:spPr>
            <a:xfrm>
              <a:off x="3818525" y="17236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31" name="Google Shape;2131;p60"/>
            <p:cNvSpPr/>
            <p:nvPr/>
          </p:nvSpPr>
          <p:spPr>
            <a:xfrm>
              <a:off x="3818525"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32" name="Google Shape;2132;p60"/>
            <p:cNvSpPr/>
            <p:nvPr/>
          </p:nvSpPr>
          <p:spPr>
            <a:xfrm>
              <a:off x="3818525" y="1571400"/>
              <a:ext cx="62225" cy="53250"/>
            </a:xfrm>
            <a:custGeom>
              <a:avLst/>
              <a:gdLst/>
              <a:ahLst/>
              <a:cxnLst/>
              <a:rect l="l" t="t" r="r" b="b"/>
              <a:pathLst>
                <a:path w="2489"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33" name="Google Shape;2133;p60"/>
            <p:cNvSpPr/>
            <p:nvPr/>
          </p:nvSpPr>
          <p:spPr>
            <a:xfrm>
              <a:off x="3818525" y="14952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34" name="Google Shape;2134;p60"/>
            <p:cNvSpPr/>
            <p:nvPr/>
          </p:nvSpPr>
          <p:spPr>
            <a:xfrm>
              <a:off x="3818525"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35" name="Google Shape;2135;p60"/>
            <p:cNvSpPr/>
            <p:nvPr/>
          </p:nvSpPr>
          <p:spPr>
            <a:xfrm>
              <a:off x="3818525" y="11905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36" name="Google Shape;2136;p60"/>
            <p:cNvSpPr/>
            <p:nvPr/>
          </p:nvSpPr>
          <p:spPr>
            <a:xfrm>
              <a:off x="3818525" y="11143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37" name="Google Shape;2137;p60"/>
            <p:cNvSpPr/>
            <p:nvPr/>
          </p:nvSpPr>
          <p:spPr>
            <a:xfrm>
              <a:off x="3742300" y="2180700"/>
              <a:ext cx="62225" cy="53350"/>
            </a:xfrm>
            <a:custGeom>
              <a:avLst/>
              <a:gdLst/>
              <a:ahLst/>
              <a:cxnLst/>
              <a:rect l="l" t="t" r="r" b="b"/>
              <a:pathLst>
                <a:path w="2489" h="2134" extrusionOk="0">
                  <a:moveTo>
                    <a:pt x="1066" y="1"/>
                  </a:moveTo>
                  <a:cubicBezTo>
                    <a:pt x="481"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38" name="Google Shape;2138;p60"/>
            <p:cNvSpPr/>
            <p:nvPr/>
          </p:nvSpPr>
          <p:spPr>
            <a:xfrm>
              <a:off x="3742300" y="2104500"/>
              <a:ext cx="62225" cy="53325"/>
            </a:xfrm>
            <a:custGeom>
              <a:avLst/>
              <a:gdLst/>
              <a:ahLst/>
              <a:cxnLst/>
              <a:rect l="l" t="t" r="r" b="b"/>
              <a:pathLst>
                <a:path w="2489" h="2133" extrusionOk="0">
                  <a:moveTo>
                    <a:pt x="1066" y="0"/>
                  </a:moveTo>
                  <a:cubicBezTo>
                    <a:pt x="481" y="0"/>
                    <a:pt x="1" y="480"/>
                    <a:pt x="1" y="1065"/>
                  </a:cubicBezTo>
                  <a:cubicBezTo>
                    <a:pt x="1" y="1709"/>
                    <a:pt x="526" y="2133"/>
                    <a:pt x="1072" y="2133"/>
                  </a:cubicBezTo>
                  <a:cubicBezTo>
                    <a:pt x="1333" y="2133"/>
                    <a:pt x="1598" y="2036"/>
                    <a:pt x="1814" y="1821"/>
                  </a:cubicBezTo>
                  <a:cubicBezTo>
                    <a:pt x="2489" y="1154"/>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39" name="Google Shape;2139;p60"/>
            <p:cNvSpPr/>
            <p:nvPr/>
          </p:nvSpPr>
          <p:spPr>
            <a:xfrm>
              <a:off x="3742300" y="1876050"/>
              <a:ext cx="62225" cy="53300"/>
            </a:xfrm>
            <a:custGeom>
              <a:avLst/>
              <a:gdLst/>
              <a:ahLst/>
              <a:cxnLst/>
              <a:rect l="l" t="t" r="r" b="b"/>
              <a:pathLst>
                <a:path w="2489" h="2132" extrusionOk="0">
                  <a:moveTo>
                    <a:pt x="1066" y="1"/>
                  </a:moveTo>
                  <a:cubicBezTo>
                    <a:pt x="481" y="1"/>
                    <a:pt x="1" y="472"/>
                    <a:pt x="1" y="1066"/>
                  </a:cubicBezTo>
                  <a:cubicBezTo>
                    <a:pt x="1" y="1705"/>
                    <a:pt x="528" y="2132"/>
                    <a:pt x="1076" y="2132"/>
                  </a:cubicBezTo>
                  <a:cubicBezTo>
                    <a:pt x="1335" y="2132"/>
                    <a:pt x="1599" y="2036"/>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40" name="Google Shape;2140;p60"/>
            <p:cNvSpPr/>
            <p:nvPr/>
          </p:nvSpPr>
          <p:spPr>
            <a:xfrm>
              <a:off x="3742300" y="1799850"/>
              <a:ext cx="62225" cy="53325"/>
            </a:xfrm>
            <a:custGeom>
              <a:avLst/>
              <a:gdLst/>
              <a:ahLst/>
              <a:cxnLst/>
              <a:rect l="l" t="t" r="r" b="b"/>
              <a:pathLst>
                <a:path w="2489" h="2133" extrusionOk="0">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41" name="Google Shape;2141;p60"/>
            <p:cNvSpPr/>
            <p:nvPr/>
          </p:nvSpPr>
          <p:spPr>
            <a:xfrm>
              <a:off x="3742300" y="1723625"/>
              <a:ext cx="62225" cy="53350"/>
            </a:xfrm>
            <a:custGeom>
              <a:avLst/>
              <a:gdLst/>
              <a:ahLst/>
              <a:cxnLst/>
              <a:rect l="l" t="t" r="r" b="b"/>
              <a:pathLst>
                <a:path w="2489" h="2134" extrusionOk="0">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42" name="Google Shape;2142;p60"/>
            <p:cNvSpPr/>
            <p:nvPr/>
          </p:nvSpPr>
          <p:spPr>
            <a:xfrm>
              <a:off x="3742300" y="1647400"/>
              <a:ext cx="62225" cy="53450"/>
            </a:xfrm>
            <a:custGeom>
              <a:avLst/>
              <a:gdLst/>
              <a:ahLst/>
              <a:cxnLst/>
              <a:rect l="l" t="t" r="r" b="b"/>
              <a:pathLst>
                <a:path w="2489" h="2138" extrusionOk="0">
                  <a:moveTo>
                    <a:pt x="1066" y="1"/>
                  </a:moveTo>
                  <a:cubicBezTo>
                    <a:pt x="481" y="1"/>
                    <a:pt x="1" y="481"/>
                    <a:pt x="1" y="1066"/>
                  </a:cubicBezTo>
                  <a:cubicBezTo>
                    <a:pt x="1" y="1710"/>
                    <a:pt x="526" y="2138"/>
                    <a:pt x="1072" y="2138"/>
                  </a:cubicBezTo>
                  <a:cubicBezTo>
                    <a:pt x="1333" y="2138"/>
                    <a:pt x="1598" y="2040"/>
                    <a:pt x="1814" y="1822"/>
                  </a:cubicBezTo>
                  <a:cubicBezTo>
                    <a:pt x="2489" y="1155"/>
                    <a:pt x="2017" y="9"/>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43" name="Google Shape;2143;p60"/>
            <p:cNvSpPr/>
            <p:nvPr/>
          </p:nvSpPr>
          <p:spPr>
            <a:xfrm>
              <a:off x="3742300" y="1571400"/>
              <a:ext cx="62225" cy="53250"/>
            </a:xfrm>
            <a:custGeom>
              <a:avLst/>
              <a:gdLst/>
              <a:ahLst/>
              <a:cxnLst/>
              <a:rect l="l" t="t" r="r" b="b"/>
              <a:pathLst>
                <a:path w="2489" h="2130" extrusionOk="0">
                  <a:moveTo>
                    <a:pt x="1066" y="1"/>
                  </a:moveTo>
                  <a:cubicBezTo>
                    <a:pt x="481"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44" name="Google Shape;2144;p60"/>
            <p:cNvSpPr/>
            <p:nvPr/>
          </p:nvSpPr>
          <p:spPr>
            <a:xfrm>
              <a:off x="3742300" y="1495200"/>
              <a:ext cx="62225" cy="53325"/>
            </a:xfrm>
            <a:custGeom>
              <a:avLst/>
              <a:gdLst/>
              <a:ahLst/>
              <a:cxnLst/>
              <a:rect l="l" t="t" r="r" b="b"/>
              <a:pathLst>
                <a:path w="2489" h="2133" extrusionOk="0">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45" name="Google Shape;2145;p60"/>
            <p:cNvSpPr/>
            <p:nvPr/>
          </p:nvSpPr>
          <p:spPr>
            <a:xfrm>
              <a:off x="3742300" y="1114325"/>
              <a:ext cx="62225" cy="53350"/>
            </a:xfrm>
            <a:custGeom>
              <a:avLst/>
              <a:gdLst/>
              <a:ahLst/>
              <a:cxnLst/>
              <a:rect l="l" t="t" r="r" b="b"/>
              <a:pathLst>
                <a:path w="2489" h="2134" extrusionOk="0">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46" name="Google Shape;2146;p60"/>
            <p:cNvSpPr/>
            <p:nvPr/>
          </p:nvSpPr>
          <p:spPr>
            <a:xfrm>
              <a:off x="3666100" y="21045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47" name="Google Shape;2147;p60"/>
            <p:cNvSpPr/>
            <p:nvPr/>
          </p:nvSpPr>
          <p:spPr>
            <a:xfrm>
              <a:off x="3666100" y="2028275"/>
              <a:ext cx="62200" cy="53450"/>
            </a:xfrm>
            <a:custGeom>
              <a:avLst/>
              <a:gdLst/>
              <a:ahLst/>
              <a:cxnLst/>
              <a:rect l="l" t="t" r="r" b="b"/>
              <a:pathLst>
                <a:path w="2488"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48" name="Google Shape;2148;p60"/>
            <p:cNvSpPr/>
            <p:nvPr/>
          </p:nvSpPr>
          <p:spPr>
            <a:xfrm>
              <a:off x="3666100" y="1876050"/>
              <a:ext cx="62200" cy="53275"/>
            </a:xfrm>
            <a:custGeom>
              <a:avLst/>
              <a:gdLst/>
              <a:ahLst/>
              <a:cxnLst/>
              <a:rect l="l" t="t" r="r" b="b"/>
              <a:pathLst>
                <a:path w="2488" h="2131" extrusionOk="0">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49" name="Google Shape;2149;p60"/>
            <p:cNvSpPr/>
            <p:nvPr/>
          </p:nvSpPr>
          <p:spPr>
            <a:xfrm>
              <a:off x="3666100" y="1647400"/>
              <a:ext cx="62200" cy="53450"/>
            </a:xfrm>
            <a:custGeom>
              <a:avLst/>
              <a:gdLst/>
              <a:ahLst/>
              <a:cxnLst/>
              <a:rect l="l" t="t" r="r" b="b"/>
              <a:pathLst>
                <a:path w="2488"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50" name="Google Shape;2150;p60"/>
            <p:cNvSpPr/>
            <p:nvPr/>
          </p:nvSpPr>
          <p:spPr>
            <a:xfrm>
              <a:off x="3666100" y="1571400"/>
              <a:ext cx="62150" cy="53250"/>
            </a:xfrm>
            <a:custGeom>
              <a:avLst/>
              <a:gdLst/>
              <a:ahLst/>
              <a:cxnLst/>
              <a:rect l="l" t="t" r="r" b="b"/>
              <a:pathLst>
                <a:path w="2486" h="2130" extrusionOk="0">
                  <a:moveTo>
                    <a:pt x="1075" y="1"/>
                  </a:moveTo>
                  <a:cubicBezTo>
                    <a:pt x="1072" y="1"/>
                    <a:pt x="1069" y="1"/>
                    <a:pt x="1065" y="1"/>
                  </a:cubicBezTo>
                  <a:cubicBezTo>
                    <a:pt x="480" y="1"/>
                    <a:pt x="0" y="472"/>
                    <a:pt x="0" y="1066"/>
                  </a:cubicBezTo>
                  <a:cubicBezTo>
                    <a:pt x="0" y="1703"/>
                    <a:pt x="525" y="2129"/>
                    <a:pt x="1073" y="2129"/>
                  </a:cubicBezTo>
                  <a:cubicBezTo>
                    <a:pt x="1335" y="2129"/>
                    <a:pt x="1603" y="2032"/>
                    <a:pt x="1821" y="1813"/>
                  </a:cubicBezTo>
                  <a:cubicBezTo>
                    <a:pt x="2486" y="1149"/>
                    <a:pt x="2020" y="1"/>
                    <a:pt x="107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51" name="Google Shape;2151;p60"/>
            <p:cNvSpPr/>
            <p:nvPr/>
          </p:nvSpPr>
          <p:spPr>
            <a:xfrm>
              <a:off x="3589875"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52" name="Google Shape;2152;p60"/>
            <p:cNvSpPr/>
            <p:nvPr/>
          </p:nvSpPr>
          <p:spPr>
            <a:xfrm>
              <a:off x="3589875"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53" name="Google Shape;2153;p60"/>
            <p:cNvSpPr/>
            <p:nvPr/>
          </p:nvSpPr>
          <p:spPr>
            <a:xfrm>
              <a:off x="3589875"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54" name="Google Shape;2154;p60"/>
            <p:cNvSpPr/>
            <p:nvPr/>
          </p:nvSpPr>
          <p:spPr>
            <a:xfrm>
              <a:off x="3589875"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55" name="Google Shape;2155;p60"/>
            <p:cNvSpPr/>
            <p:nvPr/>
          </p:nvSpPr>
          <p:spPr>
            <a:xfrm>
              <a:off x="358987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56" name="Google Shape;2156;p60"/>
            <p:cNvSpPr/>
            <p:nvPr/>
          </p:nvSpPr>
          <p:spPr>
            <a:xfrm>
              <a:off x="3513675"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57" name="Google Shape;2157;p60"/>
            <p:cNvSpPr/>
            <p:nvPr/>
          </p:nvSpPr>
          <p:spPr>
            <a:xfrm>
              <a:off x="3513675" y="2180700"/>
              <a:ext cx="62425" cy="53350"/>
            </a:xfrm>
            <a:custGeom>
              <a:avLst/>
              <a:gdLst/>
              <a:ahLst/>
              <a:cxnLst/>
              <a:rect l="l" t="t" r="r" b="b"/>
              <a:pathLst>
                <a:path w="2497" h="2134" extrusionOk="0">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58" name="Google Shape;2158;p60"/>
            <p:cNvSpPr/>
            <p:nvPr/>
          </p:nvSpPr>
          <p:spPr>
            <a:xfrm>
              <a:off x="3513675"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59" name="Google Shape;2159;p60"/>
            <p:cNvSpPr/>
            <p:nvPr/>
          </p:nvSpPr>
          <p:spPr>
            <a:xfrm>
              <a:off x="3513675" y="2028275"/>
              <a:ext cx="62425" cy="53450"/>
            </a:xfrm>
            <a:custGeom>
              <a:avLst/>
              <a:gdLst/>
              <a:ahLst/>
              <a:cxnLst/>
              <a:rect l="l" t="t" r="r" b="b"/>
              <a:pathLst>
                <a:path w="2497"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60" name="Google Shape;2160;p60"/>
            <p:cNvSpPr/>
            <p:nvPr/>
          </p:nvSpPr>
          <p:spPr>
            <a:xfrm>
              <a:off x="3513675" y="1952050"/>
              <a:ext cx="62425" cy="53450"/>
            </a:xfrm>
            <a:custGeom>
              <a:avLst/>
              <a:gdLst/>
              <a:ahLst/>
              <a:cxnLst/>
              <a:rect l="l" t="t" r="r" b="b"/>
              <a:pathLst>
                <a:path w="2497"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61" name="Google Shape;2161;p60"/>
            <p:cNvSpPr/>
            <p:nvPr/>
          </p:nvSpPr>
          <p:spPr>
            <a:xfrm>
              <a:off x="3513675" y="1876050"/>
              <a:ext cx="62425" cy="53275"/>
            </a:xfrm>
            <a:custGeom>
              <a:avLst/>
              <a:gdLst/>
              <a:ahLst/>
              <a:cxnLst/>
              <a:rect l="l" t="t" r="r" b="b"/>
              <a:pathLst>
                <a:path w="2497"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62" name="Google Shape;2162;p60"/>
            <p:cNvSpPr/>
            <p:nvPr/>
          </p:nvSpPr>
          <p:spPr>
            <a:xfrm>
              <a:off x="3513675" y="17998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63" name="Google Shape;2163;p60"/>
            <p:cNvSpPr/>
            <p:nvPr/>
          </p:nvSpPr>
          <p:spPr>
            <a:xfrm>
              <a:off x="3437450" y="2333125"/>
              <a:ext cx="62425" cy="53450"/>
            </a:xfrm>
            <a:custGeom>
              <a:avLst/>
              <a:gdLst/>
              <a:ahLst/>
              <a:cxnLst/>
              <a:rect l="l" t="t" r="r" b="b"/>
              <a:pathLst>
                <a:path w="2497" h="2138" extrusionOk="0">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64" name="Google Shape;2164;p60"/>
            <p:cNvSpPr/>
            <p:nvPr/>
          </p:nvSpPr>
          <p:spPr>
            <a:xfrm>
              <a:off x="3437450" y="2256925"/>
              <a:ext cx="62575" cy="53425"/>
            </a:xfrm>
            <a:custGeom>
              <a:avLst/>
              <a:gdLst/>
              <a:ahLst/>
              <a:cxnLst/>
              <a:rect l="l" t="t" r="r" b="b"/>
              <a:pathLst>
                <a:path w="2503" h="2137" extrusionOk="0">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65" name="Google Shape;2165;p60"/>
            <p:cNvSpPr/>
            <p:nvPr/>
          </p:nvSpPr>
          <p:spPr>
            <a:xfrm>
              <a:off x="3437450" y="2180700"/>
              <a:ext cx="62425" cy="53350"/>
            </a:xfrm>
            <a:custGeom>
              <a:avLst/>
              <a:gdLst/>
              <a:ahLst/>
              <a:cxnLst/>
              <a:rect l="l" t="t" r="r" b="b"/>
              <a:pathLst>
                <a:path w="2497" h="2134" extrusionOk="0">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66" name="Google Shape;2166;p60"/>
            <p:cNvSpPr/>
            <p:nvPr/>
          </p:nvSpPr>
          <p:spPr>
            <a:xfrm>
              <a:off x="3437450" y="2028275"/>
              <a:ext cx="62425" cy="53450"/>
            </a:xfrm>
            <a:custGeom>
              <a:avLst/>
              <a:gdLst/>
              <a:ahLst/>
              <a:cxnLst/>
              <a:rect l="l" t="t" r="r" b="b"/>
              <a:pathLst>
                <a:path w="2497" h="2138" extrusionOk="0">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67" name="Google Shape;2167;p60"/>
            <p:cNvSpPr/>
            <p:nvPr/>
          </p:nvSpPr>
          <p:spPr>
            <a:xfrm>
              <a:off x="3437450" y="1876050"/>
              <a:ext cx="62425" cy="53275"/>
            </a:xfrm>
            <a:custGeom>
              <a:avLst/>
              <a:gdLst/>
              <a:ahLst/>
              <a:cxnLst/>
              <a:rect l="l" t="t" r="r" b="b"/>
              <a:pathLst>
                <a:path w="2497" h="2131" extrusionOk="0">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68" name="Google Shape;2168;p60"/>
            <p:cNvSpPr/>
            <p:nvPr/>
          </p:nvSpPr>
          <p:spPr>
            <a:xfrm>
              <a:off x="3437450" y="179985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69" name="Google Shape;2169;p60"/>
            <p:cNvSpPr/>
            <p:nvPr/>
          </p:nvSpPr>
          <p:spPr>
            <a:xfrm>
              <a:off x="3437450" y="172362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70" name="Google Shape;2170;p60"/>
            <p:cNvSpPr/>
            <p:nvPr/>
          </p:nvSpPr>
          <p:spPr>
            <a:xfrm>
              <a:off x="3361450" y="2333125"/>
              <a:ext cx="62200" cy="53450"/>
            </a:xfrm>
            <a:custGeom>
              <a:avLst/>
              <a:gdLst/>
              <a:ahLst/>
              <a:cxnLst/>
              <a:rect l="l" t="t" r="r" b="b"/>
              <a:pathLst>
                <a:path w="2488" h="2138" extrusionOk="0">
                  <a:moveTo>
                    <a:pt x="1065" y="1"/>
                  </a:moveTo>
                  <a:cubicBezTo>
                    <a:pt x="472" y="1"/>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71" name="Google Shape;2171;p60"/>
            <p:cNvSpPr/>
            <p:nvPr/>
          </p:nvSpPr>
          <p:spPr>
            <a:xfrm>
              <a:off x="3361450"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72" name="Google Shape;2172;p60"/>
            <p:cNvSpPr/>
            <p:nvPr/>
          </p:nvSpPr>
          <p:spPr>
            <a:xfrm>
              <a:off x="3361450" y="2180700"/>
              <a:ext cx="62200" cy="53350"/>
            </a:xfrm>
            <a:custGeom>
              <a:avLst/>
              <a:gdLst/>
              <a:ahLst/>
              <a:cxnLst/>
              <a:rect l="l" t="t" r="r" b="b"/>
              <a:pathLst>
                <a:path w="2488" h="2134" extrusionOk="0">
                  <a:moveTo>
                    <a:pt x="1065" y="1"/>
                  </a:moveTo>
                  <a:cubicBezTo>
                    <a:pt x="472" y="1"/>
                    <a:pt x="0" y="480"/>
                    <a:pt x="0" y="1066"/>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73" name="Google Shape;2173;p60"/>
            <p:cNvSpPr/>
            <p:nvPr/>
          </p:nvSpPr>
          <p:spPr>
            <a:xfrm>
              <a:off x="3361450" y="179985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74" name="Google Shape;2174;p60"/>
            <p:cNvSpPr/>
            <p:nvPr/>
          </p:nvSpPr>
          <p:spPr>
            <a:xfrm>
              <a:off x="3285225" y="1876050"/>
              <a:ext cx="62225" cy="53275"/>
            </a:xfrm>
            <a:custGeom>
              <a:avLst/>
              <a:gdLst/>
              <a:ahLst/>
              <a:cxnLst/>
              <a:rect l="l" t="t" r="r" b="b"/>
              <a:pathLst>
                <a:path w="2489" h="2131" extrusionOk="0">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75" name="Google Shape;2175;p60"/>
            <p:cNvSpPr/>
            <p:nvPr/>
          </p:nvSpPr>
          <p:spPr>
            <a:xfrm>
              <a:off x="3132800" y="1647400"/>
              <a:ext cx="62425" cy="53450"/>
            </a:xfrm>
            <a:custGeom>
              <a:avLst/>
              <a:gdLst/>
              <a:ahLst/>
              <a:cxnLst/>
              <a:rect l="l" t="t" r="r" b="b"/>
              <a:pathLst>
                <a:path w="2497" h="2138" extrusionOk="0">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76" name="Google Shape;2176;p60"/>
            <p:cNvSpPr/>
            <p:nvPr/>
          </p:nvSpPr>
          <p:spPr>
            <a:xfrm>
              <a:off x="305680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77" name="Google Shape;2177;p60"/>
            <p:cNvSpPr/>
            <p:nvPr/>
          </p:nvSpPr>
          <p:spPr>
            <a:xfrm>
              <a:off x="305680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78" name="Google Shape;2178;p60"/>
            <p:cNvSpPr/>
            <p:nvPr/>
          </p:nvSpPr>
          <p:spPr>
            <a:xfrm>
              <a:off x="298057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79" name="Google Shape;2179;p60"/>
            <p:cNvSpPr/>
            <p:nvPr/>
          </p:nvSpPr>
          <p:spPr>
            <a:xfrm>
              <a:off x="298057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80" name="Google Shape;2180;p60"/>
            <p:cNvSpPr/>
            <p:nvPr/>
          </p:nvSpPr>
          <p:spPr>
            <a:xfrm>
              <a:off x="2980575" y="1342750"/>
              <a:ext cx="62225" cy="53450"/>
            </a:xfrm>
            <a:custGeom>
              <a:avLst/>
              <a:gdLst/>
              <a:ahLst/>
              <a:cxnLst/>
              <a:rect l="l" t="t" r="r" b="b"/>
              <a:pathLst>
                <a:path w="2489" h="2138" extrusionOk="0">
                  <a:moveTo>
                    <a:pt x="1066" y="1"/>
                  </a:moveTo>
                  <a:cubicBezTo>
                    <a:pt x="480" y="1"/>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81" name="Google Shape;2181;p60"/>
            <p:cNvSpPr/>
            <p:nvPr/>
          </p:nvSpPr>
          <p:spPr>
            <a:xfrm>
              <a:off x="2980575"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82" name="Google Shape;2182;p60"/>
            <p:cNvSpPr/>
            <p:nvPr/>
          </p:nvSpPr>
          <p:spPr>
            <a:xfrm>
              <a:off x="2980575" y="11905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83" name="Google Shape;2183;p60"/>
            <p:cNvSpPr/>
            <p:nvPr/>
          </p:nvSpPr>
          <p:spPr>
            <a:xfrm>
              <a:off x="2980575" y="11143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84" name="Google Shape;2184;p60"/>
            <p:cNvSpPr/>
            <p:nvPr/>
          </p:nvSpPr>
          <p:spPr>
            <a:xfrm>
              <a:off x="2904375"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85" name="Google Shape;2185;p60"/>
            <p:cNvSpPr/>
            <p:nvPr/>
          </p:nvSpPr>
          <p:spPr>
            <a:xfrm>
              <a:off x="2904375"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86" name="Google Shape;2186;p60"/>
            <p:cNvSpPr/>
            <p:nvPr/>
          </p:nvSpPr>
          <p:spPr>
            <a:xfrm>
              <a:off x="2904375"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87" name="Google Shape;2187;p60"/>
            <p:cNvSpPr/>
            <p:nvPr/>
          </p:nvSpPr>
          <p:spPr>
            <a:xfrm>
              <a:off x="2904375"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88" name="Google Shape;2188;p60"/>
            <p:cNvSpPr/>
            <p:nvPr/>
          </p:nvSpPr>
          <p:spPr>
            <a:xfrm>
              <a:off x="2904375" y="11905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89" name="Google Shape;2189;p60"/>
            <p:cNvSpPr/>
            <p:nvPr/>
          </p:nvSpPr>
          <p:spPr>
            <a:xfrm>
              <a:off x="2904375"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90" name="Google Shape;2190;p60"/>
            <p:cNvSpPr/>
            <p:nvPr/>
          </p:nvSpPr>
          <p:spPr>
            <a:xfrm>
              <a:off x="2904375" y="1038125"/>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91" name="Google Shape;2191;p60"/>
            <p:cNvSpPr/>
            <p:nvPr/>
          </p:nvSpPr>
          <p:spPr>
            <a:xfrm>
              <a:off x="2828150" y="1571400"/>
              <a:ext cx="62150" cy="53250"/>
            </a:xfrm>
            <a:custGeom>
              <a:avLst/>
              <a:gdLst/>
              <a:ahLst/>
              <a:cxnLst/>
              <a:rect l="l" t="t" r="r" b="b"/>
              <a:pathLst>
                <a:path w="2486" h="2130" extrusionOk="0">
                  <a:moveTo>
                    <a:pt x="1076" y="1"/>
                  </a:moveTo>
                  <a:cubicBezTo>
                    <a:pt x="1072" y="1"/>
                    <a:pt x="1069" y="1"/>
                    <a:pt x="1066" y="1"/>
                  </a:cubicBezTo>
                  <a:cubicBezTo>
                    <a:pt x="480" y="1"/>
                    <a:pt x="1" y="472"/>
                    <a:pt x="1" y="1066"/>
                  </a:cubicBezTo>
                  <a:cubicBezTo>
                    <a:pt x="1" y="1703"/>
                    <a:pt x="525" y="2129"/>
                    <a:pt x="1073" y="2129"/>
                  </a:cubicBezTo>
                  <a:cubicBezTo>
                    <a:pt x="1336" y="2129"/>
                    <a:pt x="1603" y="2032"/>
                    <a:pt x="1822" y="1813"/>
                  </a:cubicBezTo>
                  <a:cubicBezTo>
                    <a:pt x="2486" y="1149"/>
                    <a:pt x="2020" y="1"/>
                    <a:pt x="107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92" name="Google Shape;2192;p60"/>
            <p:cNvSpPr/>
            <p:nvPr/>
          </p:nvSpPr>
          <p:spPr>
            <a:xfrm>
              <a:off x="282815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93" name="Google Shape;2193;p60"/>
            <p:cNvSpPr/>
            <p:nvPr/>
          </p:nvSpPr>
          <p:spPr>
            <a:xfrm>
              <a:off x="282815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94" name="Google Shape;2194;p60"/>
            <p:cNvSpPr/>
            <p:nvPr/>
          </p:nvSpPr>
          <p:spPr>
            <a:xfrm>
              <a:off x="282815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95" name="Google Shape;2195;p60"/>
            <p:cNvSpPr/>
            <p:nvPr/>
          </p:nvSpPr>
          <p:spPr>
            <a:xfrm>
              <a:off x="2828150"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96" name="Google Shape;2196;p60"/>
            <p:cNvSpPr/>
            <p:nvPr/>
          </p:nvSpPr>
          <p:spPr>
            <a:xfrm>
              <a:off x="2828150" y="11905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97" name="Google Shape;2197;p60"/>
            <p:cNvSpPr/>
            <p:nvPr/>
          </p:nvSpPr>
          <p:spPr>
            <a:xfrm>
              <a:off x="2828150" y="11143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98" name="Google Shape;2198;p60"/>
            <p:cNvSpPr/>
            <p:nvPr/>
          </p:nvSpPr>
          <p:spPr>
            <a:xfrm>
              <a:off x="2828150" y="1038125"/>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199" name="Google Shape;2199;p60"/>
            <p:cNvSpPr/>
            <p:nvPr/>
          </p:nvSpPr>
          <p:spPr>
            <a:xfrm>
              <a:off x="27519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00" name="Google Shape;2200;p60"/>
            <p:cNvSpPr/>
            <p:nvPr/>
          </p:nvSpPr>
          <p:spPr>
            <a:xfrm>
              <a:off x="275195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01" name="Google Shape;2201;p60"/>
            <p:cNvSpPr/>
            <p:nvPr/>
          </p:nvSpPr>
          <p:spPr>
            <a:xfrm>
              <a:off x="2751950"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02" name="Google Shape;2202;p60"/>
            <p:cNvSpPr/>
            <p:nvPr/>
          </p:nvSpPr>
          <p:spPr>
            <a:xfrm>
              <a:off x="2751950"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03" name="Google Shape;2203;p60"/>
            <p:cNvSpPr/>
            <p:nvPr/>
          </p:nvSpPr>
          <p:spPr>
            <a:xfrm>
              <a:off x="2751950"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04" name="Google Shape;2204;p60"/>
            <p:cNvSpPr/>
            <p:nvPr/>
          </p:nvSpPr>
          <p:spPr>
            <a:xfrm>
              <a:off x="2751950" y="11905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05" name="Google Shape;2205;p60"/>
            <p:cNvSpPr/>
            <p:nvPr/>
          </p:nvSpPr>
          <p:spPr>
            <a:xfrm>
              <a:off x="2751950"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06" name="Google Shape;2206;p60"/>
            <p:cNvSpPr/>
            <p:nvPr/>
          </p:nvSpPr>
          <p:spPr>
            <a:xfrm>
              <a:off x="2751950" y="1038125"/>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07" name="Google Shape;2207;p60"/>
            <p:cNvSpPr/>
            <p:nvPr/>
          </p:nvSpPr>
          <p:spPr>
            <a:xfrm>
              <a:off x="267592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08" name="Google Shape;2208;p60"/>
            <p:cNvSpPr/>
            <p:nvPr/>
          </p:nvSpPr>
          <p:spPr>
            <a:xfrm>
              <a:off x="267592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09" name="Google Shape;2209;p60"/>
            <p:cNvSpPr/>
            <p:nvPr/>
          </p:nvSpPr>
          <p:spPr>
            <a:xfrm>
              <a:off x="267592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10" name="Google Shape;2210;p60"/>
            <p:cNvSpPr/>
            <p:nvPr/>
          </p:nvSpPr>
          <p:spPr>
            <a:xfrm>
              <a:off x="267592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11" name="Google Shape;2211;p60"/>
            <p:cNvSpPr/>
            <p:nvPr/>
          </p:nvSpPr>
          <p:spPr>
            <a:xfrm>
              <a:off x="2675925" y="1266550"/>
              <a:ext cx="62225" cy="53450"/>
            </a:xfrm>
            <a:custGeom>
              <a:avLst/>
              <a:gdLst/>
              <a:ahLst/>
              <a:cxnLst/>
              <a:rect l="l" t="t" r="r" b="b"/>
              <a:pathLst>
                <a:path w="2489" h="2138" extrusionOk="0">
                  <a:moveTo>
                    <a:pt x="1066" y="0"/>
                  </a:moveTo>
                  <a:cubicBezTo>
                    <a:pt x="472" y="9"/>
                    <a:pt x="1" y="480"/>
                    <a:pt x="1" y="1074"/>
                  </a:cubicBezTo>
                  <a:cubicBezTo>
                    <a:pt x="1" y="1711"/>
                    <a:pt x="525" y="2137"/>
                    <a:pt x="1071" y="2137"/>
                  </a:cubicBezTo>
                  <a:cubicBezTo>
                    <a:pt x="1332" y="2137"/>
                    <a:pt x="1598" y="2040"/>
                    <a:pt x="1814" y="1821"/>
                  </a:cubicBezTo>
                  <a:cubicBezTo>
                    <a:pt x="2488" y="1155"/>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12" name="Google Shape;2212;p60"/>
            <p:cNvSpPr/>
            <p:nvPr/>
          </p:nvSpPr>
          <p:spPr>
            <a:xfrm>
              <a:off x="2675925" y="11905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13" name="Google Shape;2213;p60"/>
            <p:cNvSpPr/>
            <p:nvPr/>
          </p:nvSpPr>
          <p:spPr>
            <a:xfrm>
              <a:off x="2675925" y="11143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14" name="Google Shape;2214;p60"/>
            <p:cNvSpPr/>
            <p:nvPr/>
          </p:nvSpPr>
          <p:spPr>
            <a:xfrm>
              <a:off x="2675925" y="1038125"/>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15" name="Google Shape;2215;p60"/>
            <p:cNvSpPr/>
            <p:nvPr/>
          </p:nvSpPr>
          <p:spPr>
            <a:xfrm>
              <a:off x="2599725"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16" name="Google Shape;2216;p60"/>
            <p:cNvSpPr/>
            <p:nvPr/>
          </p:nvSpPr>
          <p:spPr>
            <a:xfrm>
              <a:off x="2599725"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17" name="Google Shape;2217;p60"/>
            <p:cNvSpPr/>
            <p:nvPr/>
          </p:nvSpPr>
          <p:spPr>
            <a:xfrm>
              <a:off x="2599725"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18" name="Google Shape;2218;p60"/>
            <p:cNvSpPr/>
            <p:nvPr/>
          </p:nvSpPr>
          <p:spPr>
            <a:xfrm>
              <a:off x="2599725"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19" name="Google Shape;2219;p60"/>
            <p:cNvSpPr/>
            <p:nvPr/>
          </p:nvSpPr>
          <p:spPr>
            <a:xfrm>
              <a:off x="2599725"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20" name="Google Shape;2220;p60"/>
            <p:cNvSpPr/>
            <p:nvPr/>
          </p:nvSpPr>
          <p:spPr>
            <a:xfrm>
              <a:off x="2599725"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21" name="Google Shape;2221;p60"/>
            <p:cNvSpPr/>
            <p:nvPr/>
          </p:nvSpPr>
          <p:spPr>
            <a:xfrm>
              <a:off x="2599725" y="11905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22" name="Google Shape;2222;p60"/>
            <p:cNvSpPr/>
            <p:nvPr/>
          </p:nvSpPr>
          <p:spPr>
            <a:xfrm>
              <a:off x="2599725"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23" name="Google Shape;2223;p60"/>
            <p:cNvSpPr/>
            <p:nvPr/>
          </p:nvSpPr>
          <p:spPr>
            <a:xfrm>
              <a:off x="2599725" y="1038125"/>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24" name="Google Shape;2224;p60"/>
            <p:cNvSpPr/>
            <p:nvPr/>
          </p:nvSpPr>
          <p:spPr>
            <a:xfrm>
              <a:off x="252350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25" name="Google Shape;2225;p60"/>
            <p:cNvSpPr/>
            <p:nvPr/>
          </p:nvSpPr>
          <p:spPr>
            <a:xfrm>
              <a:off x="2523500" y="164740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26" name="Google Shape;2226;p60"/>
            <p:cNvSpPr/>
            <p:nvPr/>
          </p:nvSpPr>
          <p:spPr>
            <a:xfrm>
              <a:off x="2523500"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27" name="Google Shape;2227;p60"/>
            <p:cNvSpPr/>
            <p:nvPr/>
          </p:nvSpPr>
          <p:spPr>
            <a:xfrm>
              <a:off x="252350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28" name="Google Shape;2228;p60"/>
            <p:cNvSpPr/>
            <p:nvPr/>
          </p:nvSpPr>
          <p:spPr>
            <a:xfrm>
              <a:off x="252350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29" name="Google Shape;2229;p60"/>
            <p:cNvSpPr/>
            <p:nvPr/>
          </p:nvSpPr>
          <p:spPr>
            <a:xfrm>
              <a:off x="252350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30" name="Google Shape;2230;p60"/>
            <p:cNvSpPr/>
            <p:nvPr/>
          </p:nvSpPr>
          <p:spPr>
            <a:xfrm>
              <a:off x="2523500"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31" name="Google Shape;2231;p60"/>
            <p:cNvSpPr/>
            <p:nvPr/>
          </p:nvSpPr>
          <p:spPr>
            <a:xfrm>
              <a:off x="2523500" y="1190550"/>
              <a:ext cx="62225" cy="53425"/>
            </a:xfrm>
            <a:custGeom>
              <a:avLst/>
              <a:gdLst/>
              <a:ahLst/>
              <a:cxnLst/>
              <a:rect l="l" t="t" r="r" b="b"/>
              <a:pathLst>
                <a:path w="2489" h="2137" extrusionOk="0">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32" name="Google Shape;2232;p60"/>
            <p:cNvSpPr/>
            <p:nvPr/>
          </p:nvSpPr>
          <p:spPr>
            <a:xfrm>
              <a:off x="2523500" y="11143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33" name="Google Shape;2233;p60"/>
            <p:cNvSpPr/>
            <p:nvPr/>
          </p:nvSpPr>
          <p:spPr>
            <a:xfrm>
              <a:off x="2523500" y="1038125"/>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34" name="Google Shape;2234;p60"/>
            <p:cNvSpPr/>
            <p:nvPr/>
          </p:nvSpPr>
          <p:spPr>
            <a:xfrm>
              <a:off x="2447300" y="17236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35" name="Google Shape;2235;p60"/>
            <p:cNvSpPr/>
            <p:nvPr/>
          </p:nvSpPr>
          <p:spPr>
            <a:xfrm>
              <a:off x="2447300" y="1647400"/>
              <a:ext cx="62400" cy="53450"/>
            </a:xfrm>
            <a:custGeom>
              <a:avLst/>
              <a:gdLst/>
              <a:ahLst/>
              <a:cxnLst/>
              <a:rect l="l" t="t" r="r" b="b"/>
              <a:pathLst>
                <a:path w="2496" h="2138" extrusionOk="0">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36" name="Google Shape;2236;p60"/>
            <p:cNvSpPr/>
            <p:nvPr/>
          </p:nvSpPr>
          <p:spPr>
            <a:xfrm>
              <a:off x="2447300" y="1571400"/>
              <a:ext cx="62400" cy="53250"/>
            </a:xfrm>
            <a:custGeom>
              <a:avLst/>
              <a:gdLst/>
              <a:ahLst/>
              <a:cxnLst/>
              <a:rect l="l" t="t" r="r" b="b"/>
              <a:pathLst>
                <a:path w="2496" h="2130" extrusionOk="0">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37" name="Google Shape;2237;p60"/>
            <p:cNvSpPr/>
            <p:nvPr/>
          </p:nvSpPr>
          <p:spPr>
            <a:xfrm>
              <a:off x="2447300" y="149520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38" name="Google Shape;2238;p60"/>
            <p:cNvSpPr/>
            <p:nvPr/>
          </p:nvSpPr>
          <p:spPr>
            <a:xfrm>
              <a:off x="2447300" y="1418975"/>
              <a:ext cx="62400" cy="53350"/>
            </a:xfrm>
            <a:custGeom>
              <a:avLst/>
              <a:gdLst/>
              <a:ahLst/>
              <a:cxnLst/>
              <a:rect l="l" t="t" r="r" b="b"/>
              <a:pathLst>
                <a:path w="2496" h="2134" extrusionOk="0">
                  <a:moveTo>
                    <a:pt x="1065" y="1"/>
                  </a:moveTo>
                  <a:cubicBezTo>
                    <a:pt x="480" y="1"/>
                    <a:pt x="8"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39" name="Google Shape;2239;p60"/>
            <p:cNvSpPr/>
            <p:nvPr/>
          </p:nvSpPr>
          <p:spPr>
            <a:xfrm>
              <a:off x="2447300" y="134275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40" name="Google Shape;2240;p60"/>
            <p:cNvSpPr/>
            <p:nvPr/>
          </p:nvSpPr>
          <p:spPr>
            <a:xfrm>
              <a:off x="2447300" y="1266550"/>
              <a:ext cx="62400" cy="53450"/>
            </a:xfrm>
            <a:custGeom>
              <a:avLst/>
              <a:gdLst/>
              <a:ahLst/>
              <a:cxnLst/>
              <a:rect l="l" t="t" r="r" b="b"/>
              <a:pathLst>
                <a:path w="2496" h="2138" extrusionOk="0">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41" name="Google Shape;2241;p60"/>
            <p:cNvSpPr/>
            <p:nvPr/>
          </p:nvSpPr>
          <p:spPr>
            <a:xfrm>
              <a:off x="2447300" y="1190550"/>
              <a:ext cx="62400" cy="53325"/>
            </a:xfrm>
            <a:custGeom>
              <a:avLst/>
              <a:gdLst/>
              <a:ahLst/>
              <a:cxnLst/>
              <a:rect l="l" t="t" r="r" b="b"/>
              <a:pathLst>
                <a:path w="2496" h="2133" extrusionOk="0">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42" name="Google Shape;2242;p60"/>
            <p:cNvSpPr/>
            <p:nvPr/>
          </p:nvSpPr>
          <p:spPr>
            <a:xfrm>
              <a:off x="2447300" y="11143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43" name="Google Shape;2243;p60"/>
            <p:cNvSpPr/>
            <p:nvPr/>
          </p:nvSpPr>
          <p:spPr>
            <a:xfrm>
              <a:off x="2447300" y="1038125"/>
              <a:ext cx="62400" cy="53325"/>
            </a:xfrm>
            <a:custGeom>
              <a:avLst/>
              <a:gdLst/>
              <a:ahLst/>
              <a:cxnLst/>
              <a:rect l="l" t="t" r="r" b="b"/>
              <a:pathLst>
                <a:path w="2496" h="2133" extrusionOk="0">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44" name="Google Shape;2244;p60"/>
            <p:cNvSpPr/>
            <p:nvPr/>
          </p:nvSpPr>
          <p:spPr>
            <a:xfrm>
              <a:off x="2371275"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45" name="Google Shape;2245;p60"/>
            <p:cNvSpPr/>
            <p:nvPr/>
          </p:nvSpPr>
          <p:spPr>
            <a:xfrm>
              <a:off x="237127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46" name="Google Shape;2246;p60"/>
            <p:cNvSpPr/>
            <p:nvPr/>
          </p:nvSpPr>
          <p:spPr>
            <a:xfrm>
              <a:off x="237127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47" name="Google Shape;2247;p60"/>
            <p:cNvSpPr/>
            <p:nvPr/>
          </p:nvSpPr>
          <p:spPr>
            <a:xfrm>
              <a:off x="237127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48" name="Google Shape;2248;p60"/>
            <p:cNvSpPr/>
            <p:nvPr/>
          </p:nvSpPr>
          <p:spPr>
            <a:xfrm>
              <a:off x="237127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49" name="Google Shape;2249;p60"/>
            <p:cNvSpPr/>
            <p:nvPr/>
          </p:nvSpPr>
          <p:spPr>
            <a:xfrm>
              <a:off x="2371275" y="1266550"/>
              <a:ext cx="62225" cy="53450"/>
            </a:xfrm>
            <a:custGeom>
              <a:avLst/>
              <a:gdLst/>
              <a:ahLst/>
              <a:cxnLst/>
              <a:rect l="l" t="t" r="r" b="b"/>
              <a:pathLst>
                <a:path w="2489" h="2138" extrusionOk="0">
                  <a:moveTo>
                    <a:pt x="1066" y="0"/>
                  </a:moveTo>
                  <a:cubicBezTo>
                    <a:pt x="472" y="9"/>
                    <a:pt x="1" y="480"/>
                    <a:pt x="1" y="1074"/>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50" name="Google Shape;2250;p60"/>
            <p:cNvSpPr/>
            <p:nvPr/>
          </p:nvSpPr>
          <p:spPr>
            <a:xfrm>
              <a:off x="2371275" y="11905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51" name="Google Shape;2251;p60"/>
            <p:cNvSpPr/>
            <p:nvPr/>
          </p:nvSpPr>
          <p:spPr>
            <a:xfrm>
              <a:off x="2371275" y="11143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52" name="Google Shape;2252;p60"/>
            <p:cNvSpPr/>
            <p:nvPr/>
          </p:nvSpPr>
          <p:spPr>
            <a:xfrm>
              <a:off x="2371275" y="1038125"/>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53" name="Google Shape;2253;p60"/>
            <p:cNvSpPr/>
            <p:nvPr/>
          </p:nvSpPr>
          <p:spPr>
            <a:xfrm>
              <a:off x="2295075" y="1342750"/>
              <a:ext cx="62200" cy="53450"/>
            </a:xfrm>
            <a:custGeom>
              <a:avLst/>
              <a:gdLst/>
              <a:ahLst/>
              <a:cxnLst/>
              <a:rect l="l" t="t" r="r" b="b"/>
              <a:pathLst>
                <a:path w="2488" h="2138" extrusionOk="0">
                  <a:moveTo>
                    <a:pt x="1065" y="1"/>
                  </a:moveTo>
                  <a:cubicBezTo>
                    <a:pt x="472" y="1"/>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54" name="Google Shape;2254;p60"/>
            <p:cNvSpPr/>
            <p:nvPr/>
          </p:nvSpPr>
          <p:spPr>
            <a:xfrm>
              <a:off x="2295075" y="1266550"/>
              <a:ext cx="62200" cy="53450"/>
            </a:xfrm>
            <a:custGeom>
              <a:avLst/>
              <a:gdLst/>
              <a:ahLst/>
              <a:cxnLst/>
              <a:rect l="l" t="t" r="r" b="b"/>
              <a:pathLst>
                <a:path w="2488" h="2138" extrusionOk="0">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55" name="Google Shape;2255;p60"/>
            <p:cNvSpPr/>
            <p:nvPr/>
          </p:nvSpPr>
          <p:spPr>
            <a:xfrm>
              <a:off x="2295075" y="119055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56" name="Google Shape;2256;p60"/>
            <p:cNvSpPr/>
            <p:nvPr/>
          </p:nvSpPr>
          <p:spPr>
            <a:xfrm>
              <a:off x="2295075" y="111432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57" name="Google Shape;2257;p60"/>
            <p:cNvSpPr/>
            <p:nvPr/>
          </p:nvSpPr>
          <p:spPr>
            <a:xfrm>
              <a:off x="2218650" y="1266550"/>
              <a:ext cx="62225" cy="53450"/>
            </a:xfrm>
            <a:custGeom>
              <a:avLst/>
              <a:gdLst/>
              <a:ahLst/>
              <a:cxnLst/>
              <a:rect l="l" t="t" r="r" b="b"/>
              <a:pathLst>
                <a:path w="2489" h="2138" extrusionOk="0">
                  <a:moveTo>
                    <a:pt x="1074" y="0"/>
                  </a:moveTo>
                  <a:cubicBezTo>
                    <a:pt x="480" y="9"/>
                    <a:pt x="0" y="480"/>
                    <a:pt x="0" y="1074"/>
                  </a:cubicBezTo>
                  <a:cubicBezTo>
                    <a:pt x="0" y="1711"/>
                    <a:pt x="525" y="2137"/>
                    <a:pt x="1073" y="2137"/>
                  </a:cubicBezTo>
                  <a:cubicBezTo>
                    <a:pt x="1335" y="2137"/>
                    <a:pt x="1603" y="2040"/>
                    <a:pt x="1821" y="1821"/>
                  </a:cubicBezTo>
                  <a:cubicBezTo>
                    <a:pt x="2488" y="1155"/>
                    <a:pt x="2017" y="9"/>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58" name="Google Shape;2258;p60"/>
            <p:cNvSpPr/>
            <p:nvPr/>
          </p:nvSpPr>
          <p:spPr>
            <a:xfrm>
              <a:off x="2218650" y="1190550"/>
              <a:ext cx="62225" cy="53325"/>
            </a:xfrm>
            <a:custGeom>
              <a:avLst/>
              <a:gdLst/>
              <a:ahLst/>
              <a:cxnLst/>
              <a:rect l="l" t="t" r="r" b="b"/>
              <a:pathLst>
                <a:path w="2489" h="2133" extrusionOk="0">
                  <a:moveTo>
                    <a:pt x="1074" y="0"/>
                  </a:moveTo>
                  <a:cubicBezTo>
                    <a:pt x="480" y="0"/>
                    <a:pt x="0" y="480"/>
                    <a:pt x="0" y="1065"/>
                  </a:cubicBezTo>
                  <a:cubicBezTo>
                    <a:pt x="0" y="1709"/>
                    <a:pt x="526" y="2133"/>
                    <a:pt x="1074" y="2133"/>
                  </a:cubicBezTo>
                  <a:cubicBezTo>
                    <a:pt x="1336" y="2133"/>
                    <a:pt x="1603" y="2036"/>
                    <a:pt x="1821" y="1821"/>
                  </a:cubicBezTo>
                  <a:cubicBezTo>
                    <a:pt x="2488" y="1154"/>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59" name="Google Shape;2259;p60"/>
            <p:cNvSpPr/>
            <p:nvPr/>
          </p:nvSpPr>
          <p:spPr>
            <a:xfrm>
              <a:off x="2218650" y="1114325"/>
              <a:ext cx="62225" cy="53350"/>
            </a:xfrm>
            <a:custGeom>
              <a:avLst/>
              <a:gdLst/>
              <a:ahLst/>
              <a:cxnLst/>
              <a:rect l="l" t="t" r="r" b="b"/>
              <a:pathLst>
                <a:path w="2489" h="2134" extrusionOk="0">
                  <a:moveTo>
                    <a:pt x="1074" y="1"/>
                  </a:moveTo>
                  <a:cubicBezTo>
                    <a:pt x="480" y="1"/>
                    <a:pt x="0" y="480"/>
                    <a:pt x="0" y="1065"/>
                  </a:cubicBezTo>
                  <a:cubicBezTo>
                    <a:pt x="0" y="1709"/>
                    <a:pt x="526" y="2133"/>
                    <a:pt x="1074" y="2133"/>
                  </a:cubicBezTo>
                  <a:cubicBezTo>
                    <a:pt x="1336" y="2133"/>
                    <a:pt x="1603" y="2037"/>
                    <a:pt x="1821" y="1822"/>
                  </a:cubicBezTo>
                  <a:cubicBezTo>
                    <a:pt x="2488" y="1155"/>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60" name="Google Shape;2260;p60"/>
            <p:cNvSpPr/>
            <p:nvPr/>
          </p:nvSpPr>
          <p:spPr>
            <a:xfrm>
              <a:off x="2142425" y="1266550"/>
              <a:ext cx="62425" cy="53450"/>
            </a:xfrm>
            <a:custGeom>
              <a:avLst/>
              <a:gdLst/>
              <a:ahLst/>
              <a:cxnLst/>
              <a:rect l="l" t="t" r="r" b="b"/>
              <a:pathLst>
                <a:path w="2497" h="2138" extrusionOk="0">
                  <a:moveTo>
                    <a:pt x="1074" y="0"/>
                  </a:moveTo>
                  <a:cubicBezTo>
                    <a:pt x="481"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61" name="Google Shape;2261;p60"/>
            <p:cNvSpPr/>
            <p:nvPr/>
          </p:nvSpPr>
          <p:spPr>
            <a:xfrm>
              <a:off x="2142425" y="11905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62" name="Google Shape;2262;p60"/>
            <p:cNvSpPr/>
            <p:nvPr/>
          </p:nvSpPr>
          <p:spPr>
            <a:xfrm>
              <a:off x="2751950" y="3627950"/>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63" name="Google Shape;2263;p60"/>
            <p:cNvSpPr/>
            <p:nvPr/>
          </p:nvSpPr>
          <p:spPr>
            <a:xfrm>
              <a:off x="2751950" y="3551925"/>
              <a:ext cx="62350" cy="53300"/>
            </a:xfrm>
            <a:custGeom>
              <a:avLst/>
              <a:gdLst/>
              <a:ahLst/>
              <a:cxnLst/>
              <a:rect l="l" t="t" r="r" b="b"/>
              <a:pathLst>
                <a:path w="2494" h="2132" extrusionOk="0">
                  <a:moveTo>
                    <a:pt x="1075" y="1"/>
                  </a:moveTo>
                  <a:cubicBezTo>
                    <a:pt x="1072" y="1"/>
                    <a:pt x="1068" y="1"/>
                    <a:pt x="1065" y="1"/>
                  </a:cubicBezTo>
                  <a:cubicBezTo>
                    <a:pt x="480" y="1"/>
                    <a:pt x="0" y="480"/>
                    <a:pt x="0" y="1066"/>
                  </a:cubicBezTo>
                  <a:cubicBezTo>
                    <a:pt x="6" y="1708"/>
                    <a:pt x="530" y="2131"/>
                    <a:pt x="1075" y="2131"/>
                  </a:cubicBezTo>
                  <a:cubicBezTo>
                    <a:pt x="1337" y="2131"/>
                    <a:pt x="1604" y="2033"/>
                    <a:pt x="1821" y="1814"/>
                  </a:cubicBezTo>
                  <a:cubicBezTo>
                    <a:pt x="2493" y="1141"/>
                    <a:pt x="2020" y="1"/>
                    <a:pt x="107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64" name="Google Shape;2264;p60"/>
            <p:cNvSpPr/>
            <p:nvPr/>
          </p:nvSpPr>
          <p:spPr>
            <a:xfrm>
              <a:off x="2751950" y="3475725"/>
              <a:ext cx="62350" cy="53275"/>
            </a:xfrm>
            <a:custGeom>
              <a:avLst/>
              <a:gdLst/>
              <a:ahLst/>
              <a:cxnLst/>
              <a:rect l="l" t="t" r="r" b="b"/>
              <a:pathLst>
                <a:path w="2494" h="2131" extrusionOk="0">
                  <a:moveTo>
                    <a:pt x="1075" y="0"/>
                  </a:moveTo>
                  <a:cubicBezTo>
                    <a:pt x="1072" y="0"/>
                    <a:pt x="1068" y="0"/>
                    <a:pt x="1065" y="0"/>
                  </a:cubicBezTo>
                  <a:cubicBezTo>
                    <a:pt x="480" y="0"/>
                    <a:pt x="0" y="480"/>
                    <a:pt x="0" y="1065"/>
                  </a:cubicBezTo>
                  <a:cubicBezTo>
                    <a:pt x="0" y="1707"/>
                    <a:pt x="526" y="2131"/>
                    <a:pt x="1073" y="2131"/>
                  </a:cubicBezTo>
                  <a:cubicBezTo>
                    <a:pt x="1336" y="2131"/>
                    <a:pt x="1604" y="2032"/>
                    <a:pt x="1821" y="1813"/>
                  </a:cubicBezTo>
                  <a:cubicBezTo>
                    <a:pt x="2493" y="1149"/>
                    <a:pt x="2020" y="0"/>
                    <a:pt x="107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65" name="Google Shape;2265;p60"/>
            <p:cNvSpPr/>
            <p:nvPr/>
          </p:nvSpPr>
          <p:spPr>
            <a:xfrm>
              <a:off x="2675925" y="3856775"/>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66" name="Google Shape;2266;p60"/>
            <p:cNvSpPr/>
            <p:nvPr/>
          </p:nvSpPr>
          <p:spPr>
            <a:xfrm>
              <a:off x="2675725" y="3780375"/>
              <a:ext cx="62425" cy="53475"/>
            </a:xfrm>
            <a:custGeom>
              <a:avLst/>
              <a:gdLst/>
              <a:ahLst/>
              <a:cxnLst/>
              <a:rect l="l" t="t" r="r" b="b"/>
              <a:pathLst>
                <a:path w="2497" h="2139" extrusionOk="0">
                  <a:moveTo>
                    <a:pt x="1074" y="0"/>
                  </a:moveTo>
                  <a:cubicBezTo>
                    <a:pt x="480" y="0"/>
                    <a:pt x="1" y="480"/>
                    <a:pt x="9" y="1073"/>
                  </a:cubicBezTo>
                  <a:cubicBezTo>
                    <a:pt x="9" y="1715"/>
                    <a:pt x="535" y="2139"/>
                    <a:pt x="1081" y="2139"/>
                  </a:cubicBezTo>
                  <a:cubicBezTo>
                    <a:pt x="1345" y="2139"/>
                    <a:pt x="1613" y="2040"/>
                    <a:pt x="1830" y="1821"/>
                  </a:cubicBezTo>
                  <a:cubicBezTo>
                    <a:pt x="2496" y="1146"/>
                    <a:pt x="2025"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67" name="Google Shape;2267;p60"/>
            <p:cNvSpPr/>
            <p:nvPr/>
          </p:nvSpPr>
          <p:spPr>
            <a:xfrm>
              <a:off x="2675925"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68" name="Google Shape;2268;p60"/>
            <p:cNvSpPr/>
            <p:nvPr/>
          </p:nvSpPr>
          <p:spPr>
            <a:xfrm>
              <a:off x="2675925" y="3627950"/>
              <a:ext cx="62225" cy="53425"/>
            </a:xfrm>
            <a:custGeom>
              <a:avLst/>
              <a:gdLst/>
              <a:ahLst/>
              <a:cxnLst/>
              <a:rect l="l" t="t" r="r" b="b"/>
              <a:pathLst>
                <a:path w="2489" h="2137" extrusionOk="0">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69" name="Google Shape;2269;p60"/>
            <p:cNvSpPr/>
            <p:nvPr/>
          </p:nvSpPr>
          <p:spPr>
            <a:xfrm>
              <a:off x="2675925" y="3551925"/>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70" name="Google Shape;2270;p60"/>
            <p:cNvSpPr/>
            <p:nvPr/>
          </p:nvSpPr>
          <p:spPr>
            <a:xfrm>
              <a:off x="2675925" y="34757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71" name="Google Shape;2271;p60"/>
            <p:cNvSpPr/>
            <p:nvPr/>
          </p:nvSpPr>
          <p:spPr>
            <a:xfrm>
              <a:off x="2599725" y="385677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72" name="Google Shape;2272;p60"/>
            <p:cNvSpPr/>
            <p:nvPr/>
          </p:nvSpPr>
          <p:spPr>
            <a:xfrm>
              <a:off x="2599725" y="3780375"/>
              <a:ext cx="62400" cy="53475"/>
            </a:xfrm>
            <a:custGeom>
              <a:avLst/>
              <a:gdLst/>
              <a:ahLst/>
              <a:cxnLst/>
              <a:rect l="l" t="t" r="r" b="b"/>
              <a:pathLst>
                <a:path w="2496" h="2139" extrusionOk="0">
                  <a:moveTo>
                    <a:pt x="1065" y="0"/>
                  </a:moveTo>
                  <a:cubicBezTo>
                    <a:pt x="472" y="0"/>
                    <a:pt x="0" y="480"/>
                    <a:pt x="0" y="1073"/>
                  </a:cubicBezTo>
                  <a:cubicBezTo>
                    <a:pt x="0" y="1715"/>
                    <a:pt x="526" y="2139"/>
                    <a:pt x="1073" y="2139"/>
                  </a:cubicBezTo>
                  <a:cubicBezTo>
                    <a:pt x="1336" y="2139"/>
                    <a:pt x="1604" y="2040"/>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73" name="Google Shape;2273;p60"/>
            <p:cNvSpPr/>
            <p:nvPr/>
          </p:nvSpPr>
          <p:spPr>
            <a:xfrm>
              <a:off x="2599725" y="3704150"/>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74" name="Google Shape;2274;p60"/>
            <p:cNvSpPr/>
            <p:nvPr/>
          </p:nvSpPr>
          <p:spPr>
            <a:xfrm>
              <a:off x="2599725" y="3627950"/>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75" name="Google Shape;2275;p60"/>
            <p:cNvSpPr/>
            <p:nvPr/>
          </p:nvSpPr>
          <p:spPr>
            <a:xfrm>
              <a:off x="2599725" y="355192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76" name="Google Shape;2276;p60"/>
            <p:cNvSpPr/>
            <p:nvPr/>
          </p:nvSpPr>
          <p:spPr>
            <a:xfrm>
              <a:off x="2599725" y="3475725"/>
              <a:ext cx="62200" cy="53350"/>
            </a:xfrm>
            <a:custGeom>
              <a:avLst/>
              <a:gdLst/>
              <a:ahLst/>
              <a:cxnLst/>
              <a:rect l="l" t="t" r="r" b="b"/>
              <a:pathLst>
                <a:path w="2488" h="2134" extrusionOk="0">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77" name="Google Shape;2277;p60"/>
            <p:cNvSpPr/>
            <p:nvPr/>
          </p:nvSpPr>
          <p:spPr>
            <a:xfrm>
              <a:off x="2523500" y="3932800"/>
              <a:ext cx="62225" cy="53475"/>
            </a:xfrm>
            <a:custGeom>
              <a:avLst/>
              <a:gdLst/>
              <a:ahLst/>
              <a:cxnLst/>
              <a:rect l="l" t="t" r="r" b="b"/>
              <a:pathLst>
                <a:path w="2489" h="2139" extrusionOk="0">
                  <a:moveTo>
                    <a:pt x="1066" y="0"/>
                  </a:moveTo>
                  <a:cubicBezTo>
                    <a:pt x="480" y="0"/>
                    <a:pt x="1" y="480"/>
                    <a:pt x="1" y="1073"/>
                  </a:cubicBezTo>
                  <a:cubicBezTo>
                    <a:pt x="6" y="1715"/>
                    <a:pt x="530" y="2139"/>
                    <a:pt x="1075" y="2139"/>
                  </a:cubicBezTo>
                  <a:cubicBezTo>
                    <a:pt x="1338" y="2139"/>
                    <a:pt x="1605" y="2041"/>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78" name="Google Shape;2278;p60"/>
            <p:cNvSpPr/>
            <p:nvPr/>
          </p:nvSpPr>
          <p:spPr>
            <a:xfrm>
              <a:off x="2523500" y="3856775"/>
              <a:ext cx="62225" cy="53300"/>
            </a:xfrm>
            <a:custGeom>
              <a:avLst/>
              <a:gdLst/>
              <a:ahLst/>
              <a:cxnLst/>
              <a:rect l="l" t="t" r="r" b="b"/>
              <a:pathLst>
                <a:path w="2489" h="2132" extrusionOk="0">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79" name="Google Shape;2279;p60"/>
            <p:cNvSpPr/>
            <p:nvPr/>
          </p:nvSpPr>
          <p:spPr>
            <a:xfrm>
              <a:off x="2523500" y="3780375"/>
              <a:ext cx="62425" cy="53475"/>
            </a:xfrm>
            <a:custGeom>
              <a:avLst/>
              <a:gdLst/>
              <a:ahLst/>
              <a:cxnLst/>
              <a:rect l="l" t="t" r="r" b="b"/>
              <a:pathLst>
                <a:path w="2497" h="2139" extrusionOk="0">
                  <a:moveTo>
                    <a:pt x="1066" y="0"/>
                  </a:moveTo>
                  <a:cubicBezTo>
                    <a:pt x="480" y="0"/>
                    <a:pt x="1" y="480"/>
                    <a:pt x="1" y="1073"/>
                  </a:cubicBezTo>
                  <a:cubicBezTo>
                    <a:pt x="6" y="1715"/>
                    <a:pt x="530" y="2139"/>
                    <a:pt x="1078" y="2139"/>
                  </a:cubicBezTo>
                  <a:cubicBezTo>
                    <a:pt x="1341" y="2139"/>
                    <a:pt x="1610" y="2040"/>
                    <a:pt x="1830" y="1821"/>
                  </a:cubicBezTo>
                  <a:cubicBezTo>
                    <a:pt x="2496"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80" name="Google Shape;2280;p60"/>
            <p:cNvSpPr/>
            <p:nvPr/>
          </p:nvSpPr>
          <p:spPr>
            <a:xfrm>
              <a:off x="2523500" y="3704150"/>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81" name="Google Shape;2281;p60"/>
            <p:cNvSpPr/>
            <p:nvPr/>
          </p:nvSpPr>
          <p:spPr>
            <a:xfrm>
              <a:off x="2523500" y="3627950"/>
              <a:ext cx="62225" cy="53475"/>
            </a:xfrm>
            <a:custGeom>
              <a:avLst/>
              <a:gdLst/>
              <a:ahLst/>
              <a:cxnLst/>
              <a:rect l="l" t="t" r="r" b="b"/>
              <a:pathLst>
                <a:path w="2489" h="2139" extrusionOk="0">
                  <a:moveTo>
                    <a:pt x="1066" y="0"/>
                  </a:moveTo>
                  <a:cubicBezTo>
                    <a:pt x="480" y="8"/>
                    <a:pt x="1" y="488"/>
                    <a:pt x="1" y="1073"/>
                  </a:cubicBezTo>
                  <a:cubicBezTo>
                    <a:pt x="1" y="1715"/>
                    <a:pt x="527" y="2139"/>
                    <a:pt x="1073" y="2139"/>
                  </a:cubicBezTo>
                  <a:cubicBezTo>
                    <a:pt x="1337" y="2139"/>
                    <a:pt x="1605" y="2040"/>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82" name="Google Shape;2282;p60"/>
            <p:cNvSpPr/>
            <p:nvPr/>
          </p:nvSpPr>
          <p:spPr>
            <a:xfrm>
              <a:off x="2523500" y="3551925"/>
              <a:ext cx="62225" cy="53300"/>
            </a:xfrm>
            <a:custGeom>
              <a:avLst/>
              <a:gdLst/>
              <a:ahLst/>
              <a:cxnLst/>
              <a:rect l="l" t="t" r="r" b="b"/>
              <a:pathLst>
                <a:path w="2489" h="2132" extrusionOk="0">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83" name="Google Shape;2283;p60"/>
            <p:cNvSpPr/>
            <p:nvPr/>
          </p:nvSpPr>
          <p:spPr>
            <a:xfrm>
              <a:off x="2523500" y="3475725"/>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84" name="Google Shape;2284;p60"/>
            <p:cNvSpPr/>
            <p:nvPr/>
          </p:nvSpPr>
          <p:spPr>
            <a:xfrm>
              <a:off x="2523500" y="33995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85" name="Google Shape;2285;p60"/>
            <p:cNvSpPr/>
            <p:nvPr/>
          </p:nvSpPr>
          <p:spPr>
            <a:xfrm>
              <a:off x="2447300" y="4085225"/>
              <a:ext cx="62400" cy="53350"/>
            </a:xfrm>
            <a:custGeom>
              <a:avLst/>
              <a:gdLst/>
              <a:ahLst/>
              <a:cxnLst/>
              <a:rect l="l" t="t" r="r" b="b"/>
              <a:pathLst>
                <a:path w="2496" h="2134" extrusionOk="0">
                  <a:moveTo>
                    <a:pt x="1065" y="0"/>
                  </a:moveTo>
                  <a:cubicBezTo>
                    <a:pt x="480" y="0"/>
                    <a:pt x="8" y="480"/>
                    <a:pt x="0" y="1065"/>
                  </a:cubicBezTo>
                  <a:cubicBezTo>
                    <a:pt x="0" y="1709"/>
                    <a:pt x="525" y="2133"/>
                    <a:pt x="1074" y="2133"/>
                  </a:cubicBezTo>
                  <a:cubicBezTo>
                    <a:pt x="1336" y="2133"/>
                    <a:pt x="1603" y="2037"/>
                    <a:pt x="1821" y="1821"/>
                  </a:cubicBezTo>
                  <a:cubicBezTo>
                    <a:pt x="2496" y="1147"/>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86" name="Google Shape;2286;p60"/>
            <p:cNvSpPr/>
            <p:nvPr/>
          </p:nvSpPr>
          <p:spPr>
            <a:xfrm>
              <a:off x="2447300" y="4009000"/>
              <a:ext cx="62400" cy="53350"/>
            </a:xfrm>
            <a:custGeom>
              <a:avLst/>
              <a:gdLst/>
              <a:ahLst/>
              <a:cxnLst/>
              <a:rect l="l" t="t" r="r" b="b"/>
              <a:pathLst>
                <a:path w="2496" h="2134" extrusionOk="0">
                  <a:moveTo>
                    <a:pt x="1065" y="1"/>
                  </a:moveTo>
                  <a:cubicBezTo>
                    <a:pt x="480" y="1"/>
                    <a:pt x="0" y="480"/>
                    <a:pt x="0" y="1066"/>
                  </a:cubicBezTo>
                  <a:cubicBezTo>
                    <a:pt x="0" y="1710"/>
                    <a:pt x="529" y="2134"/>
                    <a:pt x="1078" y="2134"/>
                  </a:cubicBezTo>
                  <a:cubicBezTo>
                    <a:pt x="1339" y="2134"/>
                    <a:pt x="1606"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87" name="Google Shape;2287;p60"/>
            <p:cNvSpPr/>
            <p:nvPr/>
          </p:nvSpPr>
          <p:spPr>
            <a:xfrm>
              <a:off x="2447300" y="3932800"/>
              <a:ext cx="62200" cy="53475"/>
            </a:xfrm>
            <a:custGeom>
              <a:avLst/>
              <a:gdLst/>
              <a:ahLst/>
              <a:cxnLst/>
              <a:rect l="l" t="t" r="r" b="b"/>
              <a:pathLst>
                <a:path w="2488" h="2139" extrusionOk="0">
                  <a:moveTo>
                    <a:pt x="1065" y="0"/>
                  </a:moveTo>
                  <a:cubicBezTo>
                    <a:pt x="480" y="0"/>
                    <a:pt x="0" y="480"/>
                    <a:pt x="0" y="1073"/>
                  </a:cubicBezTo>
                  <a:cubicBezTo>
                    <a:pt x="6" y="1715"/>
                    <a:pt x="530" y="2139"/>
                    <a:pt x="1075" y="2139"/>
                  </a:cubicBezTo>
                  <a:cubicBezTo>
                    <a:pt x="1337" y="2139"/>
                    <a:pt x="1604" y="2041"/>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88" name="Google Shape;2288;p60"/>
            <p:cNvSpPr/>
            <p:nvPr/>
          </p:nvSpPr>
          <p:spPr>
            <a:xfrm>
              <a:off x="2447300" y="3856775"/>
              <a:ext cx="62200" cy="53300"/>
            </a:xfrm>
            <a:custGeom>
              <a:avLst/>
              <a:gdLst/>
              <a:ahLst/>
              <a:cxnLst/>
              <a:rect l="l" t="t" r="r" b="b"/>
              <a:pathLst>
                <a:path w="2488" h="2132" extrusionOk="0">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89" name="Google Shape;2289;p60"/>
            <p:cNvSpPr/>
            <p:nvPr/>
          </p:nvSpPr>
          <p:spPr>
            <a:xfrm>
              <a:off x="2447300" y="3780375"/>
              <a:ext cx="62400" cy="53475"/>
            </a:xfrm>
            <a:custGeom>
              <a:avLst/>
              <a:gdLst/>
              <a:ahLst/>
              <a:cxnLst/>
              <a:rect l="l" t="t" r="r" b="b"/>
              <a:pathLst>
                <a:path w="2496" h="2139" extrusionOk="0">
                  <a:moveTo>
                    <a:pt x="1065" y="0"/>
                  </a:moveTo>
                  <a:cubicBezTo>
                    <a:pt x="480" y="0"/>
                    <a:pt x="0" y="480"/>
                    <a:pt x="0" y="1073"/>
                  </a:cubicBezTo>
                  <a:cubicBezTo>
                    <a:pt x="6" y="1715"/>
                    <a:pt x="530" y="2139"/>
                    <a:pt x="1077" y="2139"/>
                  </a:cubicBezTo>
                  <a:cubicBezTo>
                    <a:pt x="1341" y="2139"/>
                    <a:pt x="1610" y="2040"/>
                    <a:pt x="1829"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90" name="Google Shape;2290;p60"/>
            <p:cNvSpPr/>
            <p:nvPr/>
          </p:nvSpPr>
          <p:spPr>
            <a:xfrm>
              <a:off x="2447300" y="3704150"/>
              <a:ext cx="62400" cy="53450"/>
            </a:xfrm>
            <a:custGeom>
              <a:avLst/>
              <a:gdLst/>
              <a:ahLst/>
              <a:cxnLst/>
              <a:rect l="l" t="t" r="r" b="b"/>
              <a:pathLst>
                <a:path w="2496" h="2138" extrusionOk="0">
                  <a:moveTo>
                    <a:pt x="1065" y="1"/>
                  </a:moveTo>
                  <a:cubicBezTo>
                    <a:pt x="480" y="1"/>
                    <a:pt x="8"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91" name="Google Shape;2291;p60"/>
            <p:cNvSpPr/>
            <p:nvPr/>
          </p:nvSpPr>
          <p:spPr>
            <a:xfrm>
              <a:off x="2447300" y="3627950"/>
              <a:ext cx="62400" cy="53425"/>
            </a:xfrm>
            <a:custGeom>
              <a:avLst/>
              <a:gdLst/>
              <a:ahLst/>
              <a:cxnLst/>
              <a:rect l="l" t="t" r="r" b="b"/>
              <a:pathLst>
                <a:path w="2496" h="2137" extrusionOk="0">
                  <a:moveTo>
                    <a:pt x="1065" y="0"/>
                  </a:moveTo>
                  <a:cubicBezTo>
                    <a:pt x="480" y="8"/>
                    <a:pt x="0" y="480"/>
                    <a:pt x="0" y="1073"/>
                  </a:cubicBezTo>
                  <a:cubicBezTo>
                    <a:pt x="0" y="1711"/>
                    <a:pt x="528" y="2137"/>
                    <a:pt x="1076" y="2137"/>
                  </a:cubicBezTo>
                  <a:cubicBezTo>
                    <a:pt x="1339" y="2137"/>
                    <a:pt x="1605" y="2039"/>
                    <a:pt x="1821" y="1821"/>
                  </a:cubicBezTo>
                  <a:cubicBezTo>
                    <a:pt x="2496"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92" name="Google Shape;2292;p60"/>
            <p:cNvSpPr/>
            <p:nvPr/>
          </p:nvSpPr>
          <p:spPr>
            <a:xfrm>
              <a:off x="2447300" y="3551925"/>
              <a:ext cx="62200" cy="53300"/>
            </a:xfrm>
            <a:custGeom>
              <a:avLst/>
              <a:gdLst/>
              <a:ahLst/>
              <a:cxnLst/>
              <a:rect l="l" t="t" r="r" b="b"/>
              <a:pathLst>
                <a:path w="2488" h="2132" extrusionOk="0">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93" name="Google Shape;2293;p60"/>
            <p:cNvSpPr/>
            <p:nvPr/>
          </p:nvSpPr>
          <p:spPr>
            <a:xfrm>
              <a:off x="2447300" y="3475725"/>
              <a:ext cx="62400" cy="53350"/>
            </a:xfrm>
            <a:custGeom>
              <a:avLst/>
              <a:gdLst/>
              <a:ahLst/>
              <a:cxnLst/>
              <a:rect l="l" t="t" r="r" b="b"/>
              <a:pathLst>
                <a:path w="2496" h="2134" extrusionOk="0">
                  <a:moveTo>
                    <a:pt x="1065" y="0"/>
                  </a:moveTo>
                  <a:cubicBezTo>
                    <a:pt x="480" y="0"/>
                    <a:pt x="0" y="480"/>
                    <a:pt x="0" y="1065"/>
                  </a:cubicBezTo>
                  <a:cubicBezTo>
                    <a:pt x="0" y="1709"/>
                    <a:pt x="525" y="2133"/>
                    <a:pt x="1074" y="2133"/>
                  </a:cubicBezTo>
                  <a:cubicBezTo>
                    <a:pt x="1336" y="2133"/>
                    <a:pt x="1603" y="2037"/>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94" name="Google Shape;2294;p60"/>
            <p:cNvSpPr/>
            <p:nvPr/>
          </p:nvSpPr>
          <p:spPr>
            <a:xfrm>
              <a:off x="2447300" y="3399500"/>
              <a:ext cx="62400" cy="53350"/>
            </a:xfrm>
            <a:custGeom>
              <a:avLst/>
              <a:gdLst/>
              <a:ahLst/>
              <a:cxnLst/>
              <a:rect l="l" t="t" r="r" b="b"/>
              <a:pathLst>
                <a:path w="2496" h="2134" extrusionOk="0">
                  <a:moveTo>
                    <a:pt x="1065" y="1"/>
                  </a:moveTo>
                  <a:cubicBezTo>
                    <a:pt x="480" y="1"/>
                    <a:pt x="0" y="480"/>
                    <a:pt x="0" y="1066"/>
                  </a:cubicBezTo>
                  <a:cubicBezTo>
                    <a:pt x="0" y="1709"/>
                    <a:pt x="525"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95" name="Google Shape;2295;p60"/>
            <p:cNvSpPr/>
            <p:nvPr/>
          </p:nvSpPr>
          <p:spPr>
            <a:xfrm>
              <a:off x="2447300" y="3323300"/>
              <a:ext cx="62400" cy="53425"/>
            </a:xfrm>
            <a:custGeom>
              <a:avLst/>
              <a:gdLst/>
              <a:ahLst/>
              <a:cxnLst/>
              <a:rect l="l" t="t" r="r" b="b"/>
              <a:pathLst>
                <a:path w="2496" h="2137" extrusionOk="0">
                  <a:moveTo>
                    <a:pt x="1065" y="0"/>
                  </a:moveTo>
                  <a:cubicBezTo>
                    <a:pt x="480" y="0"/>
                    <a:pt x="8" y="480"/>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96" name="Google Shape;2296;p60"/>
            <p:cNvSpPr/>
            <p:nvPr/>
          </p:nvSpPr>
          <p:spPr>
            <a:xfrm>
              <a:off x="2371275" y="4237450"/>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97" name="Google Shape;2297;p60"/>
            <p:cNvSpPr/>
            <p:nvPr/>
          </p:nvSpPr>
          <p:spPr>
            <a:xfrm>
              <a:off x="2371275" y="4161425"/>
              <a:ext cx="62225" cy="53300"/>
            </a:xfrm>
            <a:custGeom>
              <a:avLst/>
              <a:gdLst/>
              <a:ahLst/>
              <a:cxnLst/>
              <a:rect l="l" t="t" r="r" b="b"/>
              <a:pathLst>
                <a:path w="2489" h="2132" extrusionOk="0">
                  <a:moveTo>
                    <a:pt x="1066" y="1"/>
                  </a:moveTo>
                  <a:cubicBezTo>
                    <a:pt x="472" y="1"/>
                    <a:pt x="1" y="472"/>
                    <a:pt x="1" y="1066"/>
                  </a:cubicBezTo>
                  <a:cubicBezTo>
                    <a:pt x="1" y="1708"/>
                    <a:pt x="523" y="2131"/>
                    <a:pt x="1067" y="2131"/>
                  </a:cubicBezTo>
                  <a:cubicBezTo>
                    <a:pt x="1329" y="2131"/>
                    <a:pt x="1597" y="2033"/>
                    <a:pt x="1814" y="1814"/>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98" name="Google Shape;2298;p60"/>
            <p:cNvSpPr/>
            <p:nvPr/>
          </p:nvSpPr>
          <p:spPr>
            <a:xfrm>
              <a:off x="2371275" y="40852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8" y="1147"/>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299" name="Google Shape;2299;p60"/>
            <p:cNvSpPr/>
            <p:nvPr/>
          </p:nvSpPr>
          <p:spPr>
            <a:xfrm>
              <a:off x="2371275" y="4009000"/>
              <a:ext cx="62225" cy="53350"/>
            </a:xfrm>
            <a:custGeom>
              <a:avLst/>
              <a:gdLst/>
              <a:ahLst/>
              <a:cxnLst/>
              <a:rect l="l" t="t" r="r" b="b"/>
              <a:pathLst>
                <a:path w="2489" h="2134" extrusionOk="0">
                  <a:moveTo>
                    <a:pt x="1066" y="1"/>
                  </a:moveTo>
                  <a:cubicBezTo>
                    <a:pt x="472" y="1"/>
                    <a:pt x="1" y="480"/>
                    <a:pt x="1" y="1066"/>
                  </a:cubicBezTo>
                  <a:cubicBezTo>
                    <a:pt x="1" y="1710"/>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00" name="Google Shape;2300;p60"/>
            <p:cNvSpPr/>
            <p:nvPr/>
          </p:nvSpPr>
          <p:spPr>
            <a:xfrm>
              <a:off x="2371075" y="3932800"/>
              <a:ext cx="62425" cy="53475"/>
            </a:xfrm>
            <a:custGeom>
              <a:avLst/>
              <a:gdLst/>
              <a:ahLst/>
              <a:cxnLst/>
              <a:rect l="l" t="t" r="r" b="b"/>
              <a:pathLst>
                <a:path w="2497" h="2139" extrusionOk="0">
                  <a:moveTo>
                    <a:pt x="1074" y="0"/>
                  </a:moveTo>
                  <a:cubicBezTo>
                    <a:pt x="480" y="0"/>
                    <a:pt x="1" y="480"/>
                    <a:pt x="1" y="1073"/>
                  </a:cubicBezTo>
                  <a:cubicBezTo>
                    <a:pt x="6" y="1715"/>
                    <a:pt x="530" y="2139"/>
                    <a:pt x="1075" y="2139"/>
                  </a:cubicBezTo>
                  <a:cubicBezTo>
                    <a:pt x="1337" y="2139"/>
                    <a:pt x="1605" y="2041"/>
                    <a:pt x="1822" y="1821"/>
                  </a:cubicBezTo>
                  <a:cubicBezTo>
                    <a:pt x="2496"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01" name="Google Shape;2301;p60"/>
            <p:cNvSpPr/>
            <p:nvPr/>
          </p:nvSpPr>
          <p:spPr>
            <a:xfrm>
              <a:off x="2371075" y="3856775"/>
              <a:ext cx="62425" cy="53300"/>
            </a:xfrm>
            <a:custGeom>
              <a:avLst/>
              <a:gdLst/>
              <a:ahLst/>
              <a:cxnLst/>
              <a:rect l="l" t="t" r="r" b="b"/>
              <a:pathLst>
                <a:path w="2497" h="2132" extrusionOk="0">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02" name="Google Shape;2302;p60"/>
            <p:cNvSpPr/>
            <p:nvPr/>
          </p:nvSpPr>
          <p:spPr>
            <a:xfrm>
              <a:off x="2371075" y="3780375"/>
              <a:ext cx="62425" cy="53475"/>
            </a:xfrm>
            <a:custGeom>
              <a:avLst/>
              <a:gdLst/>
              <a:ahLst/>
              <a:cxnLst/>
              <a:rect l="l" t="t" r="r" b="b"/>
              <a:pathLst>
                <a:path w="2497" h="2139" extrusionOk="0">
                  <a:moveTo>
                    <a:pt x="1074" y="0"/>
                  </a:moveTo>
                  <a:cubicBezTo>
                    <a:pt x="480" y="0"/>
                    <a:pt x="1" y="480"/>
                    <a:pt x="1" y="1073"/>
                  </a:cubicBezTo>
                  <a:cubicBezTo>
                    <a:pt x="6" y="1715"/>
                    <a:pt x="530" y="2139"/>
                    <a:pt x="1078" y="2139"/>
                  </a:cubicBezTo>
                  <a:cubicBezTo>
                    <a:pt x="1341" y="2139"/>
                    <a:pt x="1610" y="2040"/>
                    <a:pt x="1830" y="1821"/>
                  </a:cubicBezTo>
                  <a:cubicBezTo>
                    <a:pt x="2496" y="1146"/>
                    <a:pt x="2025"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03" name="Google Shape;2303;p60"/>
            <p:cNvSpPr/>
            <p:nvPr/>
          </p:nvSpPr>
          <p:spPr>
            <a:xfrm>
              <a:off x="2371275"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04" name="Google Shape;2304;p60"/>
            <p:cNvSpPr/>
            <p:nvPr/>
          </p:nvSpPr>
          <p:spPr>
            <a:xfrm>
              <a:off x="2371275" y="3627950"/>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05" name="Google Shape;2305;p60"/>
            <p:cNvSpPr/>
            <p:nvPr/>
          </p:nvSpPr>
          <p:spPr>
            <a:xfrm>
              <a:off x="2371075" y="3551925"/>
              <a:ext cx="62425" cy="53300"/>
            </a:xfrm>
            <a:custGeom>
              <a:avLst/>
              <a:gdLst/>
              <a:ahLst/>
              <a:cxnLst/>
              <a:rect l="l" t="t" r="r" b="b"/>
              <a:pathLst>
                <a:path w="2497" h="2132" extrusionOk="0">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06" name="Google Shape;2306;p60"/>
            <p:cNvSpPr/>
            <p:nvPr/>
          </p:nvSpPr>
          <p:spPr>
            <a:xfrm>
              <a:off x="2371075" y="3475725"/>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7"/>
                    <a:pt x="1822" y="1821"/>
                  </a:cubicBezTo>
                  <a:cubicBezTo>
                    <a:pt x="2496"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07" name="Google Shape;2307;p60"/>
            <p:cNvSpPr/>
            <p:nvPr/>
          </p:nvSpPr>
          <p:spPr>
            <a:xfrm>
              <a:off x="2371075" y="3399500"/>
              <a:ext cx="62425" cy="53350"/>
            </a:xfrm>
            <a:custGeom>
              <a:avLst/>
              <a:gdLst/>
              <a:ahLst/>
              <a:cxnLst/>
              <a:rect l="l" t="t" r="r" b="b"/>
              <a:pathLst>
                <a:path w="2497" h="2134" extrusionOk="0">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08" name="Google Shape;2308;p60"/>
            <p:cNvSpPr/>
            <p:nvPr/>
          </p:nvSpPr>
          <p:spPr>
            <a:xfrm>
              <a:off x="2371075" y="3323300"/>
              <a:ext cx="62425" cy="53425"/>
            </a:xfrm>
            <a:custGeom>
              <a:avLst/>
              <a:gdLst/>
              <a:ahLst/>
              <a:cxnLst/>
              <a:rect l="l" t="t" r="r" b="b"/>
              <a:pathLst>
                <a:path w="2497" h="2137" extrusionOk="0">
                  <a:moveTo>
                    <a:pt x="1074" y="0"/>
                  </a:moveTo>
                  <a:cubicBezTo>
                    <a:pt x="480" y="0"/>
                    <a:pt x="9" y="480"/>
                    <a:pt x="1" y="1065"/>
                  </a:cubicBezTo>
                  <a:cubicBezTo>
                    <a:pt x="1" y="1709"/>
                    <a:pt x="526" y="2137"/>
                    <a:pt x="1074" y="2137"/>
                  </a:cubicBezTo>
                  <a:cubicBezTo>
                    <a:pt x="1336" y="2137"/>
                    <a:pt x="1603" y="2039"/>
                    <a:pt x="1822" y="1821"/>
                  </a:cubicBezTo>
                  <a:cubicBezTo>
                    <a:pt x="2496" y="1154"/>
                    <a:pt x="2025"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09" name="Google Shape;2309;p60"/>
            <p:cNvSpPr/>
            <p:nvPr/>
          </p:nvSpPr>
          <p:spPr>
            <a:xfrm>
              <a:off x="2371075" y="3247075"/>
              <a:ext cx="62425" cy="53450"/>
            </a:xfrm>
            <a:custGeom>
              <a:avLst/>
              <a:gdLst/>
              <a:ahLst/>
              <a:cxnLst/>
              <a:rect l="l" t="t" r="r" b="b"/>
              <a:pathLst>
                <a:path w="2497" h="2138" extrusionOk="0">
                  <a:moveTo>
                    <a:pt x="1074" y="1"/>
                  </a:moveTo>
                  <a:cubicBezTo>
                    <a:pt x="480" y="9"/>
                    <a:pt x="9" y="480"/>
                    <a:pt x="1" y="1066"/>
                  </a:cubicBezTo>
                  <a:cubicBezTo>
                    <a:pt x="1" y="1709"/>
                    <a:pt x="526" y="2137"/>
                    <a:pt x="1074" y="2137"/>
                  </a:cubicBezTo>
                  <a:cubicBezTo>
                    <a:pt x="1336" y="2137"/>
                    <a:pt x="1603" y="2040"/>
                    <a:pt x="1822" y="1822"/>
                  </a:cubicBezTo>
                  <a:cubicBezTo>
                    <a:pt x="2496" y="1155"/>
                    <a:pt x="2025"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10" name="Google Shape;2310;p60"/>
            <p:cNvSpPr/>
            <p:nvPr/>
          </p:nvSpPr>
          <p:spPr>
            <a:xfrm>
              <a:off x="2295075" y="4313650"/>
              <a:ext cx="62200" cy="53450"/>
            </a:xfrm>
            <a:custGeom>
              <a:avLst/>
              <a:gdLst/>
              <a:ahLst/>
              <a:cxnLst/>
              <a:rect l="l" t="t" r="r" b="b"/>
              <a:pathLst>
                <a:path w="2488" h="2138" extrusionOk="0">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11" name="Google Shape;2311;p60"/>
            <p:cNvSpPr/>
            <p:nvPr/>
          </p:nvSpPr>
          <p:spPr>
            <a:xfrm>
              <a:off x="2295075" y="4237450"/>
              <a:ext cx="62200" cy="53425"/>
            </a:xfrm>
            <a:custGeom>
              <a:avLst/>
              <a:gdLst/>
              <a:ahLst/>
              <a:cxnLst/>
              <a:rect l="l" t="t" r="r" b="b"/>
              <a:pathLst>
                <a:path w="2488" h="2137" extrusionOk="0">
                  <a:moveTo>
                    <a:pt x="1065" y="0"/>
                  </a:moveTo>
                  <a:cubicBezTo>
                    <a:pt x="472" y="8"/>
                    <a:pt x="0" y="480"/>
                    <a:pt x="0" y="1073"/>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12" name="Google Shape;2312;p60"/>
            <p:cNvSpPr/>
            <p:nvPr/>
          </p:nvSpPr>
          <p:spPr>
            <a:xfrm>
              <a:off x="2295075" y="4161425"/>
              <a:ext cx="62200" cy="53300"/>
            </a:xfrm>
            <a:custGeom>
              <a:avLst/>
              <a:gdLst/>
              <a:ahLst/>
              <a:cxnLst/>
              <a:rect l="l" t="t" r="r" b="b"/>
              <a:pathLst>
                <a:path w="2488" h="2132" extrusionOk="0">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13" name="Google Shape;2313;p60"/>
            <p:cNvSpPr/>
            <p:nvPr/>
          </p:nvSpPr>
          <p:spPr>
            <a:xfrm>
              <a:off x="2295075" y="4085225"/>
              <a:ext cx="62200" cy="53350"/>
            </a:xfrm>
            <a:custGeom>
              <a:avLst/>
              <a:gdLst/>
              <a:ahLst/>
              <a:cxnLst/>
              <a:rect l="l" t="t" r="r" b="b"/>
              <a:pathLst>
                <a:path w="2488" h="2134" extrusionOk="0">
                  <a:moveTo>
                    <a:pt x="1065" y="0"/>
                  </a:moveTo>
                  <a:cubicBezTo>
                    <a:pt x="472" y="0"/>
                    <a:pt x="0" y="480"/>
                    <a:pt x="0" y="1065"/>
                  </a:cubicBezTo>
                  <a:cubicBezTo>
                    <a:pt x="0" y="1709"/>
                    <a:pt x="525" y="2133"/>
                    <a:pt x="1072" y="2133"/>
                  </a:cubicBezTo>
                  <a:cubicBezTo>
                    <a:pt x="1332" y="2133"/>
                    <a:pt x="1598" y="2037"/>
                    <a:pt x="1813" y="1821"/>
                  </a:cubicBezTo>
                  <a:cubicBezTo>
                    <a:pt x="2488" y="1147"/>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14" name="Google Shape;2314;p60"/>
            <p:cNvSpPr/>
            <p:nvPr/>
          </p:nvSpPr>
          <p:spPr>
            <a:xfrm>
              <a:off x="2295075" y="4009000"/>
              <a:ext cx="62200" cy="53350"/>
            </a:xfrm>
            <a:custGeom>
              <a:avLst/>
              <a:gdLst/>
              <a:ahLst/>
              <a:cxnLst/>
              <a:rect l="l" t="t" r="r" b="b"/>
              <a:pathLst>
                <a:path w="2488" h="2134" extrusionOk="0">
                  <a:moveTo>
                    <a:pt x="1065" y="1"/>
                  </a:moveTo>
                  <a:cubicBezTo>
                    <a:pt x="472"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15" name="Google Shape;2315;p60"/>
            <p:cNvSpPr/>
            <p:nvPr/>
          </p:nvSpPr>
          <p:spPr>
            <a:xfrm>
              <a:off x="2294850" y="3932800"/>
              <a:ext cx="62425" cy="53475"/>
            </a:xfrm>
            <a:custGeom>
              <a:avLst/>
              <a:gdLst/>
              <a:ahLst/>
              <a:cxnLst/>
              <a:rect l="l" t="t" r="r" b="b"/>
              <a:pathLst>
                <a:path w="2497" h="2139" extrusionOk="0">
                  <a:moveTo>
                    <a:pt x="1074" y="0"/>
                  </a:moveTo>
                  <a:cubicBezTo>
                    <a:pt x="481" y="0"/>
                    <a:pt x="1" y="480"/>
                    <a:pt x="9" y="1073"/>
                  </a:cubicBezTo>
                  <a:cubicBezTo>
                    <a:pt x="9" y="1715"/>
                    <a:pt x="531" y="2139"/>
                    <a:pt x="1078" y="2139"/>
                  </a:cubicBezTo>
                  <a:cubicBezTo>
                    <a:pt x="1342" y="2139"/>
                    <a:pt x="1611" y="2041"/>
                    <a:pt x="1830"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16" name="Google Shape;2316;p60"/>
            <p:cNvSpPr/>
            <p:nvPr/>
          </p:nvSpPr>
          <p:spPr>
            <a:xfrm>
              <a:off x="2295075" y="385677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17" name="Google Shape;2317;p60"/>
            <p:cNvSpPr/>
            <p:nvPr/>
          </p:nvSpPr>
          <p:spPr>
            <a:xfrm>
              <a:off x="2294850" y="3780375"/>
              <a:ext cx="62625" cy="53475"/>
            </a:xfrm>
            <a:custGeom>
              <a:avLst/>
              <a:gdLst/>
              <a:ahLst/>
              <a:cxnLst/>
              <a:rect l="l" t="t" r="r" b="b"/>
              <a:pathLst>
                <a:path w="2505" h="2139" extrusionOk="0">
                  <a:moveTo>
                    <a:pt x="1074" y="0"/>
                  </a:moveTo>
                  <a:cubicBezTo>
                    <a:pt x="481" y="0"/>
                    <a:pt x="1" y="480"/>
                    <a:pt x="9" y="1073"/>
                  </a:cubicBezTo>
                  <a:cubicBezTo>
                    <a:pt x="9" y="1715"/>
                    <a:pt x="535" y="2139"/>
                    <a:pt x="1082" y="2139"/>
                  </a:cubicBezTo>
                  <a:cubicBezTo>
                    <a:pt x="1345" y="2139"/>
                    <a:pt x="1613" y="2040"/>
                    <a:pt x="1830" y="1821"/>
                  </a:cubicBezTo>
                  <a:cubicBezTo>
                    <a:pt x="2505" y="1146"/>
                    <a:pt x="2025"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18" name="Google Shape;2318;p60"/>
            <p:cNvSpPr/>
            <p:nvPr/>
          </p:nvSpPr>
          <p:spPr>
            <a:xfrm>
              <a:off x="2295075" y="3704150"/>
              <a:ext cx="62200" cy="53450"/>
            </a:xfrm>
            <a:custGeom>
              <a:avLst/>
              <a:gdLst/>
              <a:ahLst/>
              <a:cxnLst/>
              <a:rect l="l" t="t" r="r" b="b"/>
              <a:pathLst>
                <a:path w="2488" h="2138" extrusionOk="0">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19" name="Google Shape;2319;p60"/>
            <p:cNvSpPr/>
            <p:nvPr/>
          </p:nvSpPr>
          <p:spPr>
            <a:xfrm>
              <a:off x="2295075" y="3627950"/>
              <a:ext cx="62200" cy="53425"/>
            </a:xfrm>
            <a:custGeom>
              <a:avLst/>
              <a:gdLst/>
              <a:ahLst/>
              <a:cxnLst/>
              <a:rect l="l" t="t" r="r" b="b"/>
              <a:pathLst>
                <a:path w="2488" h="2137" extrusionOk="0">
                  <a:moveTo>
                    <a:pt x="1065" y="0"/>
                  </a:moveTo>
                  <a:cubicBezTo>
                    <a:pt x="472"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20" name="Google Shape;2320;p60"/>
            <p:cNvSpPr/>
            <p:nvPr/>
          </p:nvSpPr>
          <p:spPr>
            <a:xfrm>
              <a:off x="2295075" y="355192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21" name="Google Shape;2321;p60"/>
            <p:cNvSpPr/>
            <p:nvPr/>
          </p:nvSpPr>
          <p:spPr>
            <a:xfrm>
              <a:off x="2295075" y="3475725"/>
              <a:ext cx="62200" cy="53350"/>
            </a:xfrm>
            <a:custGeom>
              <a:avLst/>
              <a:gdLst/>
              <a:ahLst/>
              <a:cxnLst/>
              <a:rect l="l" t="t" r="r" b="b"/>
              <a:pathLst>
                <a:path w="2488" h="2134" extrusionOk="0">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22" name="Google Shape;2322;p60"/>
            <p:cNvSpPr/>
            <p:nvPr/>
          </p:nvSpPr>
          <p:spPr>
            <a:xfrm>
              <a:off x="2295075" y="3399500"/>
              <a:ext cx="62200" cy="53350"/>
            </a:xfrm>
            <a:custGeom>
              <a:avLst/>
              <a:gdLst/>
              <a:ahLst/>
              <a:cxnLst/>
              <a:rect l="l" t="t" r="r" b="b"/>
              <a:pathLst>
                <a:path w="2488" h="2134" extrusionOk="0">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23" name="Google Shape;2323;p60"/>
            <p:cNvSpPr/>
            <p:nvPr/>
          </p:nvSpPr>
          <p:spPr>
            <a:xfrm>
              <a:off x="2294925" y="3323300"/>
              <a:ext cx="62350" cy="53425"/>
            </a:xfrm>
            <a:custGeom>
              <a:avLst/>
              <a:gdLst/>
              <a:ahLst/>
              <a:cxnLst/>
              <a:rect l="l" t="t" r="r" b="b"/>
              <a:pathLst>
                <a:path w="2494" h="2137" extrusionOk="0">
                  <a:moveTo>
                    <a:pt x="1071" y="0"/>
                  </a:moveTo>
                  <a:cubicBezTo>
                    <a:pt x="486" y="8"/>
                    <a:pt x="6" y="480"/>
                    <a:pt x="6" y="1065"/>
                  </a:cubicBezTo>
                  <a:cubicBezTo>
                    <a:pt x="1" y="1709"/>
                    <a:pt x="528" y="2137"/>
                    <a:pt x="1076" y="2137"/>
                  </a:cubicBezTo>
                  <a:cubicBezTo>
                    <a:pt x="1337" y="2137"/>
                    <a:pt x="1604" y="2039"/>
                    <a:pt x="1819" y="1821"/>
                  </a:cubicBezTo>
                  <a:cubicBezTo>
                    <a:pt x="2494" y="1154"/>
                    <a:pt x="2022" y="0"/>
                    <a:pt x="1071"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24" name="Google Shape;2324;p60"/>
            <p:cNvSpPr/>
            <p:nvPr/>
          </p:nvSpPr>
          <p:spPr>
            <a:xfrm>
              <a:off x="2294925" y="3247075"/>
              <a:ext cx="62350" cy="53450"/>
            </a:xfrm>
            <a:custGeom>
              <a:avLst/>
              <a:gdLst/>
              <a:ahLst/>
              <a:cxnLst/>
              <a:rect l="l" t="t" r="r" b="b"/>
              <a:pathLst>
                <a:path w="2494" h="2138" extrusionOk="0">
                  <a:moveTo>
                    <a:pt x="1071" y="1"/>
                  </a:moveTo>
                  <a:cubicBezTo>
                    <a:pt x="486" y="9"/>
                    <a:pt x="6" y="480"/>
                    <a:pt x="6" y="1066"/>
                  </a:cubicBezTo>
                  <a:cubicBezTo>
                    <a:pt x="1" y="1709"/>
                    <a:pt x="524" y="2137"/>
                    <a:pt x="1072" y="2137"/>
                  </a:cubicBezTo>
                  <a:cubicBezTo>
                    <a:pt x="1334" y="2137"/>
                    <a:pt x="1601" y="2040"/>
                    <a:pt x="1819" y="1822"/>
                  </a:cubicBezTo>
                  <a:cubicBezTo>
                    <a:pt x="2494" y="1155"/>
                    <a:pt x="2022" y="1"/>
                    <a:pt x="1071"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25" name="Google Shape;2325;p60"/>
            <p:cNvSpPr/>
            <p:nvPr/>
          </p:nvSpPr>
          <p:spPr>
            <a:xfrm>
              <a:off x="2295075" y="3171075"/>
              <a:ext cx="62200" cy="53275"/>
            </a:xfrm>
            <a:custGeom>
              <a:avLst/>
              <a:gdLst/>
              <a:ahLst/>
              <a:cxnLst/>
              <a:rect l="l" t="t" r="r" b="b"/>
              <a:pathLst>
                <a:path w="2488" h="2131" extrusionOk="0">
                  <a:moveTo>
                    <a:pt x="1065" y="0"/>
                  </a:moveTo>
                  <a:cubicBezTo>
                    <a:pt x="472" y="0"/>
                    <a:pt x="0" y="472"/>
                    <a:pt x="0" y="1065"/>
                  </a:cubicBezTo>
                  <a:cubicBezTo>
                    <a:pt x="0" y="1707"/>
                    <a:pt x="522" y="2131"/>
                    <a:pt x="1067" y="2131"/>
                  </a:cubicBezTo>
                  <a:cubicBezTo>
                    <a:pt x="1329" y="2131"/>
                    <a:pt x="1596" y="2032"/>
                    <a:pt x="1813" y="1813"/>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26" name="Google Shape;2326;p60"/>
            <p:cNvSpPr/>
            <p:nvPr/>
          </p:nvSpPr>
          <p:spPr>
            <a:xfrm>
              <a:off x="2295075" y="2028275"/>
              <a:ext cx="62200" cy="53450"/>
            </a:xfrm>
            <a:custGeom>
              <a:avLst/>
              <a:gdLst/>
              <a:ahLst/>
              <a:cxnLst/>
              <a:rect l="l" t="t" r="r" b="b"/>
              <a:pathLst>
                <a:path w="2488" h="2138" extrusionOk="0">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27" name="Google Shape;2327;p60"/>
            <p:cNvSpPr/>
            <p:nvPr/>
          </p:nvSpPr>
          <p:spPr>
            <a:xfrm>
              <a:off x="2218650" y="4389875"/>
              <a:ext cx="62225" cy="53350"/>
            </a:xfrm>
            <a:custGeom>
              <a:avLst/>
              <a:gdLst/>
              <a:ahLst/>
              <a:cxnLst/>
              <a:rect l="l" t="t" r="r" b="b"/>
              <a:pathLst>
                <a:path w="2489" h="2134" extrusionOk="0">
                  <a:moveTo>
                    <a:pt x="1074" y="0"/>
                  </a:moveTo>
                  <a:cubicBezTo>
                    <a:pt x="480" y="0"/>
                    <a:pt x="0" y="480"/>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28" name="Google Shape;2328;p60"/>
            <p:cNvSpPr/>
            <p:nvPr/>
          </p:nvSpPr>
          <p:spPr>
            <a:xfrm>
              <a:off x="2218650" y="4313650"/>
              <a:ext cx="62225" cy="53450"/>
            </a:xfrm>
            <a:custGeom>
              <a:avLst/>
              <a:gdLst/>
              <a:ahLst/>
              <a:cxnLst/>
              <a:rect l="l" t="t" r="r" b="b"/>
              <a:pathLst>
                <a:path w="2489" h="2138" extrusionOk="0">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29" name="Google Shape;2329;p60"/>
            <p:cNvSpPr/>
            <p:nvPr/>
          </p:nvSpPr>
          <p:spPr>
            <a:xfrm>
              <a:off x="2218650" y="4237450"/>
              <a:ext cx="62225" cy="53425"/>
            </a:xfrm>
            <a:custGeom>
              <a:avLst/>
              <a:gdLst/>
              <a:ahLst/>
              <a:cxnLst/>
              <a:rect l="l" t="t" r="r" b="b"/>
              <a:pathLst>
                <a:path w="2489" h="2137" extrusionOk="0">
                  <a:moveTo>
                    <a:pt x="1074" y="0"/>
                  </a:moveTo>
                  <a:cubicBezTo>
                    <a:pt x="480" y="8"/>
                    <a:pt x="0" y="480"/>
                    <a:pt x="0" y="1073"/>
                  </a:cubicBezTo>
                  <a:cubicBezTo>
                    <a:pt x="0" y="1711"/>
                    <a:pt x="525" y="2137"/>
                    <a:pt x="1073" y="2137"/>
                  </a:cubicBezTo>
                  <a:cubicBezTo>
                    <a:pt x="1335" y="2137"/>
                    <a:pt x="1603" y="2040"/>
                    <a:pt x="1821" y="1821"/>
                  </a:cubicBezTo>
                  <a:cubicBezTo>
                    <a:pt x="2488" y="1155"/>
                    <a:pt x="2017" y="8"/>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30" name="Google Shape;2330;p60"/>
            <p:cNvSpPr/>
            <p:nvPr/>
          </p:nvSpPr>
          <p:spPr>
            <a:xfrm>
              <a:off x="2218650" y="4161425"/>
              <a:ext cx="62225" cy="53250"/>
            </a:xfrm>
            <a:custGeom>
              <a:avLst/>
              <a:gdLst/>
              <a:ahLst/>
              <a:cxnLst/>
              <a:rect l="l" t="t" r="r" b="b"/>
              <a:pathLst>
                <a:path w="2489" h="2130" extrusionOk="0">
                  <a:moveTo>
                    <a:pt x="1074" y="1"/>
                  </a:moveTo>
                  <a:cubicBezTo>
                    <a:pt x="480" y="1"/>
                    <a:pt x="0" y="472"/>
                    <a:pt x="0" y="1066"/>
                  </a:cubicBezTo>
                  <a:cubicBezTo>
                    <a:pt x="0" y="1704"/>
                    <a:pt x="525" y="2129"/>
                    <a:pt x="1073" y="2129"/>
                  </a:cubicBezTo>
                  <a:cubicBezTo>
                    <a:pt x="1335" y="2129"/>
                    <a:pt x="1603" y="2032"/>
                    <a:pt x="1821" y="1814"/>
                  </a:cubicBezTo>
                  <a:cubicBezTo>
                    <a:pt x="2488"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31" name="Google Shape;2331;p60"/>
            <p:cNvSpPr/>
            <p:nvPr/>
          </p:nvSpPr>
          <p:spPr>
            <a:xfrm>
              <a:off x="2218650" y="4085225"/>
              <a:ext cx="62225" cy="53350"/>
            </a:xfrm>
            <a:custGeom>
              <a:avLst/>
              <a:gdLst/>
              <a:ahLst/>
              <a:cxnLst/>
              <a:rect l="l" t="t" r="r" b="b"/>
              <a:pathLst>
                <a:path w="2489" h="2134" extrusionOk="0">
                  <a:moveTo>
                    <a:pt x="1074" y="0"/>
                  </a:moveTo>
                  <a:cubicBezTo>
                    <a:pt x="480" y="0"/>
                    <a:pt x="0" y="472"/>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32" name="Google Shape;2332;p60"/>
            <p:cNvSpPr/>
            <p:nvPr/>
          </p:nvSpPr>
          <p:spPr>
            <a:xfrm>
              <a:off x="2218650" y="4009000"/>
              <a:ext cx="62225" cy="53350"/>
            </a:xfrm>
            <a:custGeom>
              <a:avLst/>
              <a:gdLst/>
              <a:ahLst/>
              <a:cxnLst/>
              <a:rect l="l" t="t" r="r" b="b"/>
              <a:pathLst>
                <a:path w="2489" h="2134" extrusionOk="0">
                  <a:moveTo>
                    <a:pt x="1074" y="1"/>
                  </a:moveTo>
                  <a:cubicBezTo>
                    <a:pt x="480" y="1"/>
                    <a:pt x="0" y="480"/>
                    <a:pt x="0" y="1066"/>
                  </a:cubicBezTo>
                  <a:cubicBezTo>
                    <a:pt x="0" y="1710"/>
                    <a:pt x="526" y="2134"/>
                    <a:pt x="1074" y="2134"/>
                  </a:cubicBezTo>
                  <a:cubicBezTo>
                    <a:pt x="1336" y="2134"/>
                    <a:pt x="1603" y="2037"/>
                    <a:pt x="1821" y="1822"/>
                  </a:cubicBezTo>
                  <a:cubicBezTo>
                    <a:pt x="2488"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33" name="Google Shape;2333;p60"/>
            <p:cNvSpPr/>
            <p:nvPr/>
          </p:nvSpPr>
          <p:spPr>
            <a:xfrm>
              <a:off x="2218650" y="3932800"/>
              <a:ext cx="62225" cy="53475"/>
            </a:xfrm>
            <a:custGeom>
              <a:avLst/>
              <a:gdLst/>
              <a:ahLst/>
              <a:cxnLst/>
              <a:rect l="l" t="t" r="r" b="b"/>
              <a:pathLst>
                <a:path w="2489" h="2139" extrusionOk="0">
                  <a:moveTo>
                    <a:pt x="1074" y="0"/>
                  </a:moveTo>
                  <a:cubicBezTo>
                    <a:pt x="480" y="0"/>
                    <a:pt x="0" y="480"/>
                    <a:pt x="0" y="1073"/>
                  </a:cubicBezTo>
                  <a:cubicBezTo>
                    <a:pt x="6" y="1715"/>
                    <a:pt x="530" y="2139"/>
                    <a:pt x="1075" y="2139"/>
                  </a:cubicBezTo>
                  <a:cubicBezTo>
                    <a:pt x="1337" y="2139"/>
                    <a:pt x="1605" y="2041"/>
                    <a:pt x="1821" y="1821"/>
                  </a:cubicBezTo>
                  <a:cubicBezTo>
                    <a:pt x="2488" y="1146"/>
                    <a:pt x="2017" y="8"/>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34" name="Google Shape;2334;p60"/>
            <p:cNvSpPr/>
            <p:nvPr/>
          </p:nvSpPr>
          <p:spPr>
            <a:xfrm>
              <a:off x="2218650" y="3856775"/>
              <a:ext cx="62225" cy="53300"/>
            </a:xfrm>
            <a:custGeom>
              <a:avLst/>
              <a:gdLst/>
              <a:ahLst/>
              <a:cxnLst/>
              <a:rect l="l" t="t" r="r" b="b"/>
              <a:pathLst>
                <a:path w="2489" h="2132" extrusionOk="0">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35" name="Google Shape;2335;p60"/>
            <p:cNvSpPr/>
            <p:nvPr/>
          </p:nvSpPr>
          <p:spPr>
            <a:xfrm>
              <a:off x="2218650" y="3780375"/>
              <a:ext cx="62425" cy="53475"/>
            </a:xfrm>
            <a:custGeom>
              <a:avLst/>
              <a:gdLst/>
              <a:ahLst/>
              <a:cxnLst/>
              <a:rect l="l" t="t" r="r" b="b"/>
              <a:pathLst>
                <a:path w="2497" h="2139" extrusionOk="0">
                  <a:moveTo>
                    <a:pt x="1074" y="0"/>
                  </a:moveTo>
                  <a:cubicBezTo>
                    <a:pt x="480" y="0"/>
                    <a:pt x="0" y="480"/>
                    <a:pt x="0" y="1073"/>
                  </a:cubicBezTo>
                  <a:cubicBezTo>
                    <a:pt x="6" y="1715"/>
                    <a:pt x="530" y="2139"/>
                    <a:pt x="1077" y="2139"/>
                  </a:cubicBezTo>
                  <a:cubicBezTo>
                    <a:pt x="1341" y="2139"/>
                    <a:pt x="1610" y="2040"/>
                    <a:pt x="1830" y="1821"/>
                  </a:cubicBezTo>
                  <a:cubicBezTo>
                    <a:pt x="2496"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36" name="Google Shape;2336;p60"/>
            <p:cNvSpPr/>
            <p:nvPr/>
          </p:nvSpPr>
          <p:spPr>
            <a:xfrm>
              <a:off x="2218650" y="3704150"/>
              <a:ext cx="62225" cy="53450"/>
            </a:xfrm>
            <a:custGeom>
              <a:avLst/>
              <a:gdLst/>
              <a:ahLst/>
              <a:cxnLst/>
              <a:rect l="l" t="t" r="r" b="b"/>
              <a:pathLst>
                <a:path w="2489" h="2138" extrusionOk="0">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37" name="Google Shape;2337;p60"/>
            <p:cNvSpPr/>
            <p:nvPr/>
          </p:nvSpPr>
          <p:spPr>
            <a:xfrm>
              <a:off x="2218650" y="3627950"/>
              <a:ext cx="62225" cy="53425"/>
            </a:xfrm>
            <a:custGeom>
              <a:avLst/>
              <a:gdLst/>
              <a:ahLst/>
              <a:cxnLst/>
              <a:rect l="l" t="t" r="r" b="b"/>
              <a:pathLst>
                <a:path w="2489" h="2137" extrusionOk="0">
                  <a:moveTo>
                    <a:pt x="1074" y="0"/>
                  </a:moveTo>
                  <a:cubicBezTo>
                    <a:pt x="480" y="8"/>
                    <a:pt x="0" y="480"/>
                    <a:pt x="0" y="1073"/>
                  </a:cubicBezTo>
                  <a:cubicBezTo>
                    <a:pt x="0" y="1711"/>
                    <a:pt x="525" y="2137"/>
                    <a:pt x="1073" y="2137"/>
                  </a:cubicBezTo>
                  <a:cubicBezTo>
                    <a:pt x="1335" y="2137"/>
                    <a:pt x="1603" y="2039"/>
                    <a:pt x="1821" y="1821"/>
                  </a:cubicBezTo>
                  <a:cubicBezTo>
                    <a:pt x="2488" y="1154"/>
                    <a:pt x="2017" y="8"/>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38" name="Google Shape;2338;p60"/>
            <p:cNvSpPr/>
            <p:nvPr/>
          </p:nvSpPr>
          <p:spPr>
            <a:xfrm>
              <a:off x="2218650" y="3551925"/>
              <a:ext cx="62225" cy="53300"/>
            </a:xfrm>
            <a:custGeom>
              <a:avLst/>
              <a:gdLst/>
              <a:ahLst/>
              <a:cxnLst/>
              <a:rect l="l" t="t" r="r" b="b"/>
              <a:pathLst>
                <a:path w="2489" h="2132" extrusionOk="0">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39" name="Google Shape;2339;p60"/>
            <p:cNvSpPr/>
            <p:nvPr/>
          </p:nvSpPr>
          <p:spPr>
            <a:xfrm>
              <a:off x="2218650" y="3475725"/>
              <a:ext cx="62225" cy="53350"/>
            </a:xfrm>
            <a:custGeom>
              <a:avLst/>
              <a:gdLst/>
              <a:ahLst/>
              <a:cxnLst/>
              <a:rect l="l" t="t" r="r" b="b"/>
              <a:pathLst>
                <a:path w="2489" h="2134" extrusionOk="0">
                  <a:moveTo>
                    <a:pt x="1074" y="0"/>
                  </a:moveTo>
                  <a:cubicBezTo>
                    <a:pt x="480" y="0"/>
                    <a:pt x="0" y="480"/>
                    <a:pt x="0" y="1065"/>
                  </a:cubicBezTo>
                  <a:cubicBezTo>
                    <a:pt x="0" y="1709"/>
                    <a:pt x="526" y="2133"/>
                    <a:pt x="1074" y="2133"/>
                  </a:cubicBezTo>
                  <a:cubicBezTo>
                    <a:pt x="1336" y="2133"/>
                    <a:pt x="1603" y="2037"/>
                    <a:pt x="1821" y="1821"/>
                  </a:cubicBezTo>
                  <a:cubicBezTo>
                    <a:pt x="2488"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40" name="Google Shape;2340;p60"/>
            <p:cNvSpPr/>
            <p:nvPr/>
          </p:nvSpPr>
          <p:spPr>
            <a:xfrm>
              <a:off x="2218650" y="3399500"/>
              <a:ext cx="62425" cy="53350"/>
            </a:xfrm>
            <a:custGeom>
              <a:avLst/>
              <a:gdLst/>
              <a:ahLst/>
              <a:cxnLst/>
              <a:rect l="l" t="t" r="r" b="b"/>
              <a:pathLst>
                <a:path w="2497" h="2134" extrusionOk="0">
                  <a:moveTo>
                    <a:pt x="1074" y="1"/>
                  </a:moveTo>
                  <a:cubicBezTo>
                    <a:pt x="480" y="1"/>
                    <a:pt x="9" y="480"/>
                    <a:pt x="0" y="1066"/>
                  </a:cubicBezTo>
                  <a:cubicBezTo>
                    <a:pt x="0" y="1709"/>
                    <a:pt x="526" y="2134"/>
                    <a:pt x="1074" y="2134"/>
                  </a:cubicBezTo>
                  <a:cubicBezTo>
                    <a:pt x="1336" y="2134"/>
                    <a:pt x="1603" y="2037"/>
                    <a:pt x="1821" y="1822"/>
                  </a:cubicBezTo>
                  <a:cubicBezTo>
                    <a:pt x="2496" y="1155"/>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41" name="Google Shape;2341;p60"/>
            <p:cNvSpPr/>
            <p:nvPr/>
          </p:nvSpPr>
          <p:spPr>
            <a:xfrm>
              <a:off x="2218650" y="3323300"/>
              <a:ext cx="62425" cy="53425"/>
            </a:xfrm>
            <a:custGeom>
              <a:avLst/>
              <a:gdLst/>
              <a:ahLst/>
              <a:cxnLst/>
              <a:rect l="l" t="t" r="r" b="b"/>
              <a:pathLst>
                <a:path w="2497" h="2137" extrusionOk="0">
                  <a:moveTo>
                    <a:pt x="1074" y="0"/>
                  </a:moveTo>
                  <a:cubicBezTo>
                    <a:pt x="480" y="0"/>
                    <a:pt x="9" y="480"/>
                    <a:pt x="0" y="1065"/>
                  </a:cubicBezTo>
                  <a:cubicBezTo>
                    <a:pt x="0" y="1709"/>
                    <a:pt x="526" y="2137"/>
                    <a:pt x="1074" y="2137"/>
                  </a:cubicBezTo>
                  <a:cubicBezTo>
                    <a:pt x="1336" y="2137"/>
                    <a:pt x="1603" y="2039"/>
                    <a:pt x="1821" y="1821"/>
                  </a:cubicBezTo>
                  <a:cubicBezTo>
                    <a:pt x="2496" y="1154"/>
                    <a:pt x="2017" y="8"/>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42" name="Google Shape;2342;p60"/>
            <p:cNvSpPr/>
            <p:nvPr/>
          </p:nvSpPr>
          <p:spPr>
            <a:xfrm>
              <a:off x="2218650" y="3247075"/>
              <a:ext cx="62425" cy="53500"/>
            </a:xfrm>
            <a:custGeom>
              <a:avLst/>
              <a:gdLst/>
              <a:ahLst/>
              <a:cxnLst/>
              <a:rect l="l" t="t" r="r" b="b"/>
              <a:pathLst>
                <a:path w="2497" h="2140" extrusionOk="0">
                  <a:moveTo>
                    <a:pt x="1074" y="1"/>
                  </a:moveTo>
                  <a:cubicBezTo>
                    <a:pt x="480" y="9"/>
                    <a:pt x="9" y="480"/>
                    <a:pt x="0" y="1066"/>
                  </a:cubicBezTo>
                  <a:cubicBezTo>
                    <a:pt x="0" y="1711"/>
                    <a:pt x="529" y="2140"/>
                    <a:pt x="1079" y="2140"/>
                  </a:cubicBezTo>
                  <a:cubicBezTo>
                    <a:pt x="1339" y="2140"/>
                    <a:pt x="1605" y="2044"/>
                    <a:pt x="1821" y="1830"/>
                  </a:cubicBezTo>
                  <a:cubicBezTo>
                    <a:pt x="2496" y="1155"/>
                    <a:pt x="2017" y="9"/>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43" name="Google Shape;2343;p60"/>
            <p:cNvSpPr/>
            <p:nvPr/>
          </p:nvSpPr>
          <p:spPr>
            <a:xfrm>
              <a:off x="2218650" y="3171075"/>
              <a:ext cx="62225" cy="53300"/>
            </a:xfrm>
            <a:custGeom>
              <a:avLst/>
              <a:gdLst/>
              <a:ahLst/>
              <a:cxnLst/>
              <a:rect l="l" t="t" r="r" b="b"/>
              <a:pathLst>
                <a:path w="2489" h="2132" extrusionOk="0">
                  <a:moveTo>
                    <a:pt x="1074" y="0"/>
                  </a:moveTo>
                  <a:cubicBezTo>
                    <a:pt x="480" y="0"/>
                    <a:pt x="0" y="472"/>
                    <a:pt x="0" y="1065"/>
                  </a:cubicBezTo>
                  <a:cubicBezTo>
                    <a:pt x="0" y="1705"/>
                    <a:pt x="528" y="2131"/>
                    <a:pt x="1078" y="2131"/>
                  </a:cubicBezTo>
                  <a:cubicBezTo>
                    <a:pt x="1339" y="2131"/>
                    <a:pt x="1604" y="2036"/>
                    <a:pt x="1821" y="1821"/>
                  </a:cubicBezTo>
                  <a:cubicBezTo>
                    <a:pt x="2488"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44" name="Google Shape;2344;p60"/>
            <p:cNvSpPr/>
            <p:nvPr/>
          </p:nvSpPr>
          <p:spPr>
            <a:xfrm>
              <a:off x="2218650" y="2180700"/>
              <a:ext cx="62225" cy="53350"/>
            </a:xfrm>
            <a:custGeom>
              <a:avLst/>
              <a:gdLst/>
              <a:ahLst/>
              <a:cxnLst/>
              <a:rect l="l" t="t" r="r" b="b"/>
              <a:pathLst>
                <a:path w="2489" h="2134" extrusionOk="0">
                  <a:moveTo>
                    <a:pt x="1074" y="1"/>
                  </a:moveTo>
                  <a:cubicBezTo>
                    <a:pt x="480" y="1"/>
                    <a:pt x="0" y="472"/>
                    <a:pt x="0" y="1066"/>
                  </a:cubicBezTo>
                  <a:cubicBezTo>
                    <a:pt x="0" y="1709"/>
                    <a:pt x="526" y="2133"/>
                    <a:pt x="1074" y="2133"/>
                  </a:cubicBezTo>
                  <a:cubicBezTo>
                    <a:pt x="1336" y="2133"/>
                    <a:pt x="1603" y="2037"/>
                    <a:pt x="1821" y="1822"/>
                  </a:cubicBezTo>
                  <a:cubicBezTo>
                    <a:pt x="2488"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45" name="Google Shape;2345;p60"/>
            <p:cNvSpPr/>
            <p:nvPr/>
          </p:nvSpPr>
          <p:spPr>
            <a:xfrm>
              <a:off x="2218650" y="2028275"/>
              <a:ext cx="62225" cy="53450"/>
            </a:xfrm>
            <a:custGeom>
              <a:avLst/>
              <a:gdLst/>
              <a:ahLst/>
              <a:cxnLst/>
              <a:rect l="l" t="t" r="r" b="b"/>
              <a:pathLst>
                <a:path w="2489" h="2138" extrusionOk="0">
                  <a:moveTo>
                    <a:pt x="1074" y="1"/>
                  </a:moveTo>
                  <a:cubicBezTo>
                    <a:pt x="480" y="1"/>
                    <a:pt x="0" y="480"/>
                    <a:pt x="0" y="1065"/>
                  </a:cubicBezTo>
                  <a:cubicBezTo>
                    <a:pt x="0" y="1709"/>
                    <a:pt x="526" y="2137"/>
                    <a:pt x="1074" y="2137"/>
                  </a:cubicBezTo>
                  <a:cubicBezTo>
                    <a:pt x="1336" y="2137"/>
                    <a:pt x="1603" y="2040"/>
                    <a:pt x="1821" y="1821"/>
                  </a:cubicBezTo>
                  <a:cubicBezTo>
                    <a:pt x="2488" y="1155"/>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46" name="Google Shape;2346;p60"/>
            <p:cNvSpPr/>
            <p:nvPr/>
          </p:nvSpPr>
          <p:spPr>
            <a:xfrm>
              <a:off x="2218650" y="1952050"/>
              <a:ext cx="62225" cy="53450"/>
            </a:xfrm>
            <a:custGeom>
              <a:avLst/>
              <a:gdLst/>
              <a:ahLst/>
              <a:cxnLst/>
              <a:rect l="l" t="t" r="r" b="b"/>
              <a:pathLst>
                <a:path w="2489" h="2138" extrusionOk="0">
                  <a:moveTo>
                    <a:pt x="1074" y="1"/>
                  </a:moveTo>
                  <a:cubicBezTo>
                    <a:pt x="480" y="9"/>
                    <a:pt x="0" y="481"/>
                    <a:pt x="0" y="1074"/>
                  </a:cubicBezTo>
                  <a:cubicBezTo>
                    <a:pt x="0" y="1712"/>
                    <a:pt x="525" y="2138"/>
                    <a:pt x="1073" y="2138"/>
                  </a:cubicBezTo>
                  <a:cubicBezTo>
                    <a:pt x="1335" y="2138"/>
                    <a:pt x="1603" y="2040"/>
                    <a:pt x="1821" y="1822"/>
                  </a:cubicBezTo>
                  <a:cubicBezTo>
                    <a:pt x="2488" y="1155"/>
                    <a:pt x="2017" y="9"/>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47" name="Google Shape;2347;p60"/>
            <p:cNvSpPr/>
            <p:nvPr/>
          </p:nvSpPr>
          <p:spPr>
            <a:xfrm>
              <a:off x="2142425" y="4618300"/>
              <a:ext cx="62425" cy="53450"/>
            </a:xfrm>
            <a:custGeom>
              <a:avLst/>
              <a:gdLst/>
              <a:ahLst/>
              <a:cxnLst/>
              <a:rect l="l" t="t" r="r" b="b"/>
              <a:pathLst>
                <a:path w="2497" h="2138" extrusionOk="0">
                  <a:moveTo>
                    <a:pt x="1074" y="1"/>
                  </a:moveTo>
                  <a:cubicBezTo>
                    <a:pt x="481" y="9"/>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48" name="Google Shape;2348;p60"/>
            <p:cNvSpPr/>
            <p:nvPr/>
          </p:nvSpPr>
          <p:spPr>
            <a:xfrm>
              <a:off x="2142425" y="438987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49" name="Google Shape;2349;p60"/>
            <p:cNvSpPr/>
            <p:nvPr/>
          </p:nvSpPr>
          <p:spPr>
            <a:xfrm>
              <a:off x="2142425" y="4313650"/>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50" name="Google Shape;2350;p60"/>
            <p:cNvSpPr/>
            <p:nvPr/>
          </p:nvSpPr>
          <p:spPr>
            <a:xfrm>
              <a:off x="2142425" y="4237450"/>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51" name="Google Shape;2351;p60"/>
            <p:cNvSpPr/>
            <p:nvPr/>
          </p:nvSpPr>
          <p:spPr>
            <a:xfrm>
              <a:off x="2142425" y="4161425"/>
              <a:ext cx="62425" cy="53300"/>
            </a:xfrm>
            <a:custGeom>
              <a:avLst/>
              <a:gdLst/>
              <a:ahLst/>
              <a:cxnLst/>
              <a:rect l="l" t="t" r="r" b="b"/>
              <a:pathLst>
                <a:path w="2497" h="2132" extrusionOk="0">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52" name="Google Shape;2352;p60"/>
            <p:cNvSpPr/>
            <p:nvPr/>
          </p:nvSpPr>
          <p:spPr>
            <a:xfrm>
              <a:off x="2142425" y="408522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53" name="Google Shape;2353;p60"/>
            <p:cNvSpPr/>
            <p:nvPr/>
          </p:nvSpPr>
          <p:spPr>
            <a:xfrm>
              <a:off x="2142425" y="4009000"/>
              <a:ext cx="62425" cy="53350"/>
            </a:xfrm>
            <a:custGeom>
              <a:avLst/>
              <a:gdLst/>
              <a:ahLst/>
              <a:cxnLst/>
              <a:rect l="l" t="t" r="r" b="b"/>
              <a:pathLst>
                <a:path w="2497" h="2134" extrusionOk="0">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54" name="Google Shape;2354;p60"/>
            <p:cNvSpPr/>
            <p:nvPr/>
          </p:nvSpPr>
          <p:spPr>
            <a:xfrm>
              <a:off x="2142425" y="3932800"/>
              <a:ext cx="62425" cy="53475"/>
            </a:xfrm>
            <a:custGeom>
              <a:avLst/>
              <a:gdLst/>
              <a:ahLst/>
              <a:cxnLst/>
              <a:rect l="l" t="t" r="r" b="b"/>
              <a:pathLst>
                <a:path w="2497" h="2139" extrusionOk="0">
                  <a:moveTo>
                    <a:pt x="1074" y="0"/>
                  </a:moveTo>
                  <a:cubicBezTo>
                    <a:pt x="481" y="0"/>
                    <a:pt x="1" y="480"/>
                    <a:pt x="1" y="1073"/>
                  </a:cubicBezTo>
                  <a:cubicBezTo>
                    <a:pt x="6" y="1715"/>
                    <a:pt x="530" y="2139"/>
                    <a:pt x="1075" y="2139"/>
                  </a:cubicBezTo>
                  <a:cubicBezTo>
                    <a:pt x="1338" y="2139"/>
                    <a:pt x="1605" y="2041"/>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55" name="Google Shape;2355;p60"/>
            <p:cNvSpPr/>
            <p:nvPr/>
          </p:nvSpPr>
          <p:spPr>
            <a:xfrm>
              <a:off x="2142425" y="3856775"/>
              <a:ext cx="62425" cy="53300"/>
            </a:xfrm>
            <a:custGeom>
              <a:avLst/>
              <a:gdLst/>
              <a:ahLst/>
              <a:cxnLst/>
              <a:rect l="l" t="t" r="r" b="b"/>
              <a:pathLst>
                <a:path w="2497" h="2132" extrusionOk="0">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56" name="Google Shape;2356;p60"/>
            <p:cNvSpPr/>
            <p:nvPr/>
          </p:nvSpPr>
          <p:spPr>
            <a:xfrm>
              <a:off x="2142425" y="3780375"/>
              <a:ext cx="62425" cy="53475"/>
            </a:xfrm>
            <a:custGeom>
              <a:avLst/>
              <a:gdLst/>
              <a:ahLst/>
              <a:cxnLst/>
              <a:rect l="l" t="t" r="r" b="b"/>
              <a:pathLst>
                <a:path w="2497" h="2139" extrusionOk="0">
                  <a:moveTo>
                    <a:pt x="1074" y="0"/>
                  </a:moveTo>
                  <a:cubicBezTo>
                    <a:pt x="481" y="0"/>
                    <a:pt x="1" y="480"/>
                    <a:pt x="1" y="1073"/>
                  </a:cubicBezTo>
                  <a:cubicBezTo>
                    <a:pt x="6" y="1715"/>
                    <a:pt x="530" y="2139"/>
                    <a:pt x="1078" y="2139"/>
                  </a:cubicBezTo>
                  <a:cubicBezTo>
                    <a:pt x="1342" y="2139"/>
                    <a:pt x="1611" y="2040"/>
                    <a:pt x="1830"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57" name="Google Shape;2357;p60"/>
            <p:cNvSpPr/>
            <p:nvPr/>
          </p:nvSpPr>
          <p:spPr>
            <a:xfrm>
              <a:off x="2142425" y="3704150"/>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58" name="Google Shape;2358;p60"/>
            <p:cNvSpPr/>
            <p:nvPr/>
          </p:nvSpPr>
          <p:spPr>
            <a:xfrm>
              <a:off x="2142425" y="3627950"/>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59" name="Google Shape;2359;p60"/>
            <p:cNvSpPr/>
            <p:nvPr/>
          </p:nvSpPr>
          <p:spPr>
            <a:xfrm>
              <a:off x="2142425" y="3551925"/>
              <a:ext cx="62425" cy="53300"/>
            </a:xfrm>
            <a:custGeom>
              <a:avLst/>
              <a:gdLst/>
              <a:ahLst/>
              <a:cxnLst/>
              <a:rect l="l" t="t" r="r" b="b"/>
              <a:pathLst>
                <a:path w="2497" h="2132" extrusionOk="0">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60" name="Google Shape;2360;p60"/>
            <p:cNvSpPr/>
            <p:nvPr/>
          </p:nvSpPr>
          <p:spPr>
            <a:xfrm>
              <a:off x="2142425" y="3475725"/>
              <a:ext cx="62425" cy="53350"/>
            </a:xfrm>
            <a:custGeom>
              <a:avLst/>
              <a:gdLst/>
              <a:ahLst/>
              <a:cxnLst/>
              <a:rect l="l" t="t" r="r" b="b"/>
              <a:pathLst>
                <a:path w="2497" h="2134" extrusionOk="0">
                  <a:moveTo>
                    <a:pt x="1074" y="0"/>
                  </a:moveTo>
                  <a:cubicBezTo>
                    <a:pt x="481" y="0"/>
                    <a:pt x="1"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61" name="Google Shape;2361;p60"/>
            <p:cNvSpPr/>
            <p:nvPr/>
          </p:nvSpPr>
          <p:spPr>
            <a:xfrm>
              <a:off x="2142425" y="3399500"/>
              <a:ext cx="62425" cy="53350"/>
            </a:xfrm>
            <a:custGeom>
              <a:avLst/>
              <a:gdLst/>
              <a:ahLst/>
              <a:cxnLst/>
              <a:rect l="l" t="t" r="r" b="b"/>
              <a:pathLst>
                <a:path w="2497" h="2134" extrusionOk="0">
                  <a:moveTo>
                    <a:pt x="1074" y="1"/>
                  </a:moveTo>
                  <a:cubicBezTo>
                    <a:pt x="481" y="1"/>
                    <a:pt x="9" y="480"/>
                    <a:pt x="1" y="1066"/>
                  </a:cubicBezTo>
                  <a:cubicBezTo>
                    <a:pt x="1" y="1709"/>
                    <a:pt x="526" y="2134"/>
                    <a:pt x="1075" y="2134"/>
                  </a:cubicBezTo>
                  <a:cubicBezTo>
                    <a:pt x="1337" y="2134"/>
                    <a:pt x="1604" y="2037"/>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62" name="Google Shape;2362;p60"/>
            <p:cNvSpPr/>
            <p:nvPr/>
          </p:nvSpPr>
          <p:spPr>
            <a:xfrm>
              <a:off x="2142425" y="3323300"/>
              <a:ext cx="62425" cy="53425"/>
            </a:xfrm>
            <a:custGeom>
              <a:avLst/>
              <a:gdLst/>
              <a:ahLst/>
              <a:cxnLst/>
              <a:rect l="l" t="t" r="r" b="b"/>
              <a:pathLst>
                <a:path w="2497" h="2137" extrusionOk="0">
                  <a:moveTo>
                    <a:pt x="1074" y="0"/>
                  </a:moveTo>
                  <a:cubicBezTo>
                    <a:pt x="481" y="0"/>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63" name="Google Shape;2363;p60"/>
            <p:cNvSpPr/>
            <p:nvPr/>
          </p:nvSpPr>
          <p:spPr>
            <a:xfrm>
              <a:off x="2142425" y="3247075"/>
              <a:ext cx="62425" cy="53450"/>
            </a:xfrm>
            <a:custGeom>
              <a:avLst/>
              <a:gdLst/>
              <a:ahLst/>
              <a:cxnLst/>
              <a:rect l="l" t="t" r="r" b="b"/>
              <a:pathLst>
                <a:path w="2497" h="2138" extrusionOk="0">
                  <a:moveTo>
                    <a:pt x="1074" y="1"/>
                  </a:moveTo>
                  <a:cubicBezTo>
                    <a:pt x="481" y="9"/>
                    <a:pt x="9" y="480"/>
                    <a:pt x="1" y="1066"/>
                  </a:cubicBezTo>
                  <a:cubicBezTo>
                    <a:pt x="1" y="1709"/>
                    <a:pt x="526" y="2137"/>
                    <a:pt x="1075" y="2137"/>
                  </a:cubicBezTo>
                  <a:cubicBezTo>
                    <a:pt x="1337" y="2137"/>
                    <a:pt x="1604" y="2040"/>
                    <a:pt x="1822" y="1822"/>
                  </a:cubicBezTo>
                  <a:cubicBezTo>
                    <a:pt x="2497" y="1155"/>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64" name="Google Shape;2364;p60"/>
            <p:cNvSpPr/>
            <p:nvPr/>
          </p:nvSpPr>
          <p:spPr>
            <a:xfrm>
              <a:off x="2142425" y="3171075"/>
              <a:ext cx="62425" cy="53275"/>
            </a:xfrm>
            <a:custGeom>
              <a:avLst/>
              <a:gdLst/>
              <a:ahLst/>
              <a:cxnLst/>
              <a:rect l="l" t="t" r="r" b="b"/>
              <a:pathLst>
                <a:path w="2497" h="2131" extrusionOk="0">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65" name="Google Shape;2365;p60"/>
            <p:cNvSpPr/>
            <p:nvPr/>
          </p:nvSpPr>
          <p:spPr>
            <a:xfrm>
              <a:off x="2142425" y="2180700"/>
              <a:ext cx="62425" cy="53350"/>
            </a:xfrm>
            <a:custGeom>
              <a:avLst/>
              <a:gdLst/>
              <a:ahLst/>
              <a:cxnLst/>
              <a:rect l="l" t="t" r="r" b="b"/>
              <a:pathLst>
                <a:path w="2497" h="2134" extrusionOk="0">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66" name="Google Shape;2366;p60"/>
            <p:cNvSpPr/>
            <p:nvPr/>
          </p:nvSpPr>
          <p:spPr>
            <a:xfrm>
              <a:off x="2142425" y="2028275"/>
              <a:ext cx="62425" cy="53450"/>
            </a:xfrm>
            <a:custGeom>
              <a:avLst/>
              <a:gdLst/>
              <a:ahLst/>
              <a:cxnLst/>
              <a:rect l="l" t="t" r="r" b="b"/>
              <a:pathLst>
                <a:path w="2497" h="2138" extrusionOk="0">
                  <a:moveTo>
                    <a:pt x="1074" y="1"/>
                  </a:moveTo>
                  <a:cubicBezTo>
                    <a:pt x="481"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67" name="Google Shape;2367;p60"/>
            <p:cNvSpPr/>
            <p:nvPr/>
          </p:nvSpPr>
          <p:spPr>
            <a:xfrm>
              <a:off x="2142425" y="1952050"/>
              <a:ext cx="62425" cy="53450"/>
            </a:xfrm>
            <a:custGeom>
              <a:avLst/>
              <a:gdLst/>
              <a:ahLst/>
              <a:cxnLst/>
              <a:rect l="l" t="t" r="r" b="b"/>
              <a:pathLst>
                <a:path w="2497" h="2138" extrusionOk="0">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68" name="Google Shape;2368;p60"/>
            <p:cNvSpPr/>
            <p:nvPr/>
          </p:nvSpPr>
          <p:spPr>
            <a:xfrm>
              <a:off x="2142425" y="1876050"/>
              <a:ext cx="62425" cy="53275"/>
            </a:xfrm>
            <a:custGeom>
              <a:avLst/>
              <a:gdLst/>
              <a:ahLst/>
              <a:cxnLst/>
              <a:rect l="l" t="t" r="r" b="b"/>
              <a:pathLst>
                <a:path w="2497" h="2131" extrusionOk="0">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69" name="Google Shape;2369;p60"/>
            <p:cNvSpPr/>
            <p:nvPr/>
          </p:nvSpPr>
          <p:spPr>
            <a:xfrm>
              <a:off x="2142425" y="17998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70" name="Google Shape;2370;p60"/>
            <p:cNvSpPr/>
            <p:nvPr/>
          </p:nvSpPr>
          <p:spPr>
            <a:xfrm>
              <a:off x="2142425" y="1571400"/>
              <a:ext cx="62425" cy="53250"/>
            </a:xfrm>
            <a:custGeom>
              <a:avLst/>
              <a:gdLst/>
              <a:ahLst/>
              <a:cxnLst/>
              <a:rect l="l" t="t" r="r" b="b"/>
              <a:pathLst>
                <a:path w="2497" h="2130" extrusionOk="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71" name="Google Shape;2371;p60"/>
            <p:cNvSpPr/>
            <p:nvPr/>
          </p:nvSpPr>
          <p:spPr>
            <a:xfrm>
              <a:off x="2142425" y="14952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72" name="Google Shape;2372;p60"/>
            <p:cNvSpPr/>
            <p:nvPr/>
          </p:nvSpPr>
          <p:spPr>
            <a:xfrm>
              <a:off x="2142425" y="1038125"/>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73" name="Google Shape;2373;p60"/>
            <p:cNvSpPr/>
            <p:nvPr/>
          </p:nvSpPr>
          <p:spPr>
            <a:xfrm>
              <a:off x="2066425" y="4618300"/>
              <a:ext cx="62225" cy="53450"/>
            </a:xfrm>
            <a:custGeom>
              <a:avLst/>
              <a:gdLst/>
              <a:ahLst/>
              <a:cxnLst/>
              <a:rect l="l" t="t" r="r" b="b"/>
              <a:pathLst>
                <a:path w="2489" h="2138" extrusionOk="0">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74" name="Google Shape;2374;p60"/>
            <p:cNvSpPr/>
            <p:nvPr/>
          </p:nvSpPr>
          <p:spPr>
            <a:xfrm>
              <a:off x="2066425" y="4542300"/>
              <a:ext cx="62225" cy="53275"/>
            </a:xfrm>
            <a:custGeom>
              <a:avLst/>
              <a:gdLst/>
              <a:ahLst/>
              <a:cxnLst/>
              <a:rect l="l" t="t" r="r" b="b"/>
              <a:pathLst>
                <a:path w="2489" h="2131" extrusionOk="0">
                  <a:moveTo>
                    <a:pt x="1065" y="0"/>
                  </a:moveTo>
                  <a:cubicBezTo>
                    <a:pt x="472" y="0"/>
                    <a:pt x="0" y="472"/>
                    <a:pt x="0" y="1065"/>
                  </a:cubicBezTo>
                  <a:cubicBezTo>
                    <a:pt x="0" y="1707"/>
                    <a:pt x="523" y="2131"/>
                    <a:pt x="1067" y="2131"/>
                  </a:cubicBezTo>
                  <a:cubicBezTo>
                    <a:pt x="1329" y="2131"/>
                    <a:pt x="1597" y="2033"/>
                    <a:pt x="1813" y="1813"/>
                  </a:cubicBezTo>
                  <a:cubicBezTo>
                    <a:pt x="2488" y="1147"/>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75" name="Google Shape;2375;p60"/>
            <p:cNvSpPr/>
            <p:nvPr/>
          </p:nvSpPr>
          <p:spPr>
            <a:xfrm>
              <a:off x="2066425" y="4466075"/>
              <a:ext cx="62225" cy="53300"/>
            </a:xfrm>
            <a:custGeom>
              <a:avLst/>
              <a:gdLst/>
              <a:ahLst/>
              <a:cxnLst/>
              <a:rect l="l" t="t" r="r" b="b"/>
              <a:pathLst>
                <a:path w="2489" h="2132" extrusionOk="0">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76" name="Google Shape;2376;p60"/>
            <p:cNvSpPr/>
            <p:nvPr/>
          </p:nvSpPr>
          <p:spPr>
            <a:xfrm>
              <a:off x="2066425" y="4389875"/>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7"/>
                    <a:pt x="1813" y="1821"/>
                  </a:cubicBezTo>
                  <a:cubicBezTo>
                    <a:pt x="2488" y="1147"/>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77" name="Google Shape;2377;p60"/>
            <p:cNvSpPr/>
            <p:nvPr/>
          </p:nvSpPr>
          <p:spPr>
            <a:xfrm>
              <a:off x="2066425" y="4313650"/>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78" name="Google Shape;2378;p60"/>
            <p:cNvSpPr/>
            <p:nvPr/>
          </p:nvSpPr>
          <p:spPr>
            <a:xfrm>
              <a:off x="2066425" y="4237450"/>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40"/>
                    <a:pt x="1813" y="1821"/>
                  </a:cubicBezTo>
                  <a:cubicBezTo>
                    <a:pt x="2488" y="1155"/>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79" name="Google Shape;2379;p60"/>
            <p:cNvSpPr/>
            <p:nvPr/>
          </p:nvSpPr>
          <p:spPr>
            <a:xfrm>
              <a:off x="2066425" y="4161425"/>
              <a:ext cx="62225" cy="53300"/>
            </a:xfrm>
            <a:custGeom>
              <a:avLst/>
              <a:gdLst/>
              <a:ahLst/>
              <a:cxnLst/>
              <a:rect l="l" t="t" r="r" b="b"/>
              <a:pathLst>
                <a:path w="2489" h="2132" extrusionOk="0">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80" name="Google Shape;2380;p60"/>
            <p:cNvSpPr/>
            <p:nvPr/>
          </p:nvSpPr>
          <p:spPr>
            <a:xfrm>
              <a:off x="2066425" y="3704150"/>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81" name="Google Shape;2381;p60"/>
            <p:cNvSpPr/>
            <p:nvPr/>
          </p:nvSpPr>
          <p:spPr>
            <a:xfrm>
              <a:off x="2066425" y="3627950"/>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82" name="Google Shape;2382;p60"/>
            <p:cNvSpPr/>
            <p:nvPr/>
          </p:nvSpPr>
          <p:spPr>
            <a:xfrm>
              <a:off x="2066425" y="3551925"/>
              <a:ext cx="62225" cy="53300"/>
            </a:xfrm>
            <a:custGeom>
              <a:avLst/>
              <a:gdLst/>
              <a:ahLst/>
              <a:cxnLst/>
              <a:rect l="l" t="t" r="r" b="b"/>
              <a:pathLst>
                <a:path w="2489" h="2132" extrusionOk="0">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83" name="Google Shape;2383;p60"/>
            <p:cNvSpPr/>
            <p:nvPr/>
          </p:nvSpPr>
          <p:spPr>
            <a:xfrm>
              <a:off x="2066425" y="3475725"/>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84" name="Google Shape;2384;p60"/>
            <p:cNvSpPr/>
            <p:nvPr/>
          </p:nvSpPr>
          <p:spPr>
            <a:xfrm>
              <a:off x="2066275" y="3399500"/>
              <a:ext cx="62375" cy="53350"/>
            </a:xfrm>
            <a:custGeom>
              <a:avLst/>
              <a:gdLst/>
              <a:ahLst/>
              <a:cxnLst/>
              <a:rect l="l" t="t" r="r" b="b"/>
              <a:pathLst>
                <a:path w="2495" h="2134" extrusionOk="0">
                  <a:moveTo>
                    <a:pt x="1071" y="1"/>
                  </a:moveTo>
                  <a:cubicBezTo>
                    <a:pt x="478" y="1"/>
                    <a:pt x="6" y="480"/>
                    <a:pt x="6" y="1066"/>
                  </a:cubicBezTo>
                  <a:cubicBezTo>
                    <a:pt x="1" y="1709"/>
                    <a:pt x="528" y="2134"/>
                    <a:pt x="1076" y="2134"/>
                  </a:cubicBezTo>
                  <a:cubicBezTo>
                    <a:pt x="1338" y="2134"/>
                    <a:pt x="1604" y="2037"/>
                    <a:pt x="1819" y="1822"/>
                  </a:cubicBezTo>
                  <a:cubicBezTo>
                    <a:pt x="2494" y="1147"/>
                    <a:pt x="2014" y="1"/>
                    <a:pt x="1071"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85" name="Google Shape;2385;p60"/>
            <p:cNvSpPr/>
            <p:nvPr/>
          </p:nvSpPr>
          <p:spPr>
            <a:xfrm>
              <a:off x="2066275" y="3323300"/>
              <a:ext cx="62375" cy="53425"/>
            </a:xfrm>
            <a:custGeom>
              <a:avLst/>
              <a:gdLst/>
              <a:ahLst/>
              <a:cxnLst/>
              <a:rect l="l" t="t" r="r" b="b"/>
              <a:pathLst>
                <a:path w="2495" h="2137" extrusionOk="0">
                  <a:moveTo>
                    <a:pt x="1071" y="0"/>
                  </a:moveTo>
                  <a:cubicBezTo>
                    <a:pt x="478" y="8"/>
                    <a:pt x="6" y="480"/>
                    <a:pt x="6" y="1065"/>
                  </a:cubicBezTo>
                  <a:cubicBezTo>
                    <a:pt x="1" y="1709"/>
                    <a:pt x="524" y="2137"/>
                    <a:pt x="1072" y="2137"/>
                  </a:cubicBezTo>
                  <a:cubicBezTo>
                    <a:pt x="1334" y="2137"/>
                    <a:pt x="1601" y="2039"/>
                    <a:pt x="1819" y="1821"/>
                  </a:cubicBezTo>
                  <a:cubicBezTo>
                    <a:pt x="2494" y="1154"/>
                    <a:pt x="2023" y="0"/>
                    <a:pt x="1071"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86" name="Google Shape;2386;p60"/>
            <p:cNvSpPr/>
            <p:nvPr/>
          </p:nvSpPr>
          <p:spPr>
            <a:xfrm>
              <a:off x="2066275" y="3247075"/>
              <a:ext cx="62375" cy="53450"/>
            </a:xfrm>
            <a:custGeom>
              <a:avLst/>
              <a:gdLst/>
              <a:ahLst/>
              <a:cxnLst/>
              <a:rect l="l" t="t" r="r" b="b"/>
              <a:pathLst>
                <a:path w="2495" h="2138" extrusionOk="0">
                  <a:moveTo>
                    <a:pt x="1071" y="1"/>
                  </a:moveTo>
                  <a:cubicBezTo>
                    <a:pt x="486" y="9"/>
                    <a:pt x="6" y="480"/>
                    <a:pt x="6" y="1066"/>
                  </a:cubicBezTo>
                  <a:cubicBezTo>
                    <a:pt x="1" y="1709"/>
                    <a:pt x="524" y="2137"/>
                    <a:pt x="1072" y="2137"/>
                  </a:cubicBezTo>
                  <a:cubicBezTo>
                    <a:pt x="1334" y="2137"/>
                    <a:pt x="1601" y="2040"/>
                    <a:pt x="1819" y="1822"/>
                  </a:cubicBezTo>
                  <a:cubicBezTo>
                    <a:pt x="2494" y="1155"/>
                    <a:pt x="2023" y="1"/>
                    <a:pt x="1071"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87" name="Google Shape;2387;p60"/>
            <p:cNvSpPr/>
            <p:nvPr/>
          </p:nvSpPr>
          <p:spPr>
            <a:xfrm>
              <a:off x="2066425" y="3171075"/>
              <a:ext cx="62225" cy="53275"/>
            </a:xfrm>
            <a:custGeom>
              <a:avLst/>
              <a:gdLst/>
              <a:ahLst/>
              <a:cxnLst/>
              <a:rect l="l" t="t" r="r" b="b"/>
              <a:pathLst>
                <a:path w="2489" h="2131" extrusionOk="0">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88" name="Google Shape;2388;p60"/>
            <p:cNvSpPr/>
            <p:nvPr/>
          </p:nvSpPr>
          <p:spPr>
            <a:xfrm>
              <a:off x="2066425" y="3094850"/>
              <a:ext cx="62225" cy="53350"/>
            </a:xfrm>
            <a:custGeom>
              <a:avLst/>
              <a:gdLst/>
              <a:ahLst/>
              <a:cxnLst/>
              <a:rect l="l" t="t" r="r" b="b"/>
              <a:pathLst>
                <a:path w="2489" h="2134" extrusionOk="0">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89" name="Google Shape;2389;p60"/>
            <p:cNvSpPr/>
            <p:nvPr/>
          </p:nvSpPr>
          <p:spPr>
            <a:xfrm>
              <a:off x="2066425" y="2942425"/>
              <a:ext cx="62225" cy="53450"/>
            </a:xfrm>
            <a:custGeom>
              <a:avLst/>
              <a:gdLst/>
              <a:ahLst/>
              <a:cxnLst/>
              <a:rect l="l" t="t" r="r" b="b"/>
              <a:pathLst>
                <a:path w="2489" h="2138" extrusionOk="0">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90" name="Google Shape;2390;p60"/>
            <p:cNvSpPr/>
            <p:nvPr/>
          </p:nvSpPr>
          <p:spPr>
            <a:xfrm>
              <a:off x="2066425"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91" name="Google Shape;2391;p60"/>
            <p:cNvSpPr/>
            <p:nvPr/>
          </p:nvSpPr>
          <p:spPr>
            <a:xfrm>
              <a:off x="2066425" y="2180700"/>
              <a:ext cx="62225" cy="53350"/>
            </a:xfrm>
            <a:custGeom>
              <a:avLst/>
              <a:gdLst/>
              <a:ahLst/>
              <a:cxnLst/>
              <a:rect l="l" t="t" r="r" b="b"/>
              <a:pathLst>
                <a:path w="2489" h="2134" extrusionOk="0">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92" name="Google Shape;2392;p60"/>
            <p:cNvSpPr/>
            <p:nvPr/>
          </p:nvSpPr>
          <p:spPr>
            <a:xfrm>
              <a:off x="2066425" y="21045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93" name="Google Shape;2393;p60"/>
            <p:cNvSpPr/>
            <p:nvPr/>
          </p:nvSpPr>
          <p:spPr>
            <a:xfrm>
              <a:off x="2066425" y="2028275"/>
              <a:ext cx="62225" cy="53450"/>
            </a:xfrm>
            <a:custGeom>
              <a:avLst/>
              <a:gdLst/>
              <a:ahLst/>
              <a:cxnLst/>
              <a:rect l="l" t="t" r="r" b="b"/>
              <a:pathLst>
                <a:path w="2489" h="2138" extrusionOk="0">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94" name="Google Shape;2394;p60"/>
            <p:cNvSpPr/>
            <p:nvPr/>
          </p:nvSpPr>
          <p:spPr>
            <a:xfrm>
              <a:off x="2066425" y="1876050"/>
              <a:ext cx="62225" cy="53275"/>
            </a:xfrm>
            <a:custGeom>
              <a:avLst/>
              <a:gdLst/>
              <a:ahLst/>
              <a:cxnLst/>
              <a:rect l="l" t="t" r="r" b="b"/>
              <a:pathLst>
                <a:path w="2489" h="2131" extrusionOk="0">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95" name="Google Shape;2395;p60"/>
            <p:cNvSpPr/>
            <p:nvPr/>
          </p:nvSpPr>
          <p:spPr>
            <a:xfrm>
              <a:off x="2066425" y="1647400"/>
              <a:ext cx="62225" cy="53450"/>
            </a:xfrm>
            <a:custGeom>
              <a:avLst/>
              <a:gdLst/>
              <a:ahLst/>
              <a:cxnLst/>
              <a:rect l="l" t="t" r="r" b="b"/>
              <a:pathLst>
                <a:path w="2489" h="2138" extrusionOk="0">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96" name="Google Shape;2396;p60"/>
            <p:cNvSpPr/>
            <p:nvPr/>
          </p:nvSpPr>
          <p:spPr>
            <a:xfrm>
              <a:off x="2066425" y="1571400"/>
              <a:ext cx="62225" cy="53250"/>
            </a:xfrm>
            <a:custGeom>
              <a:avLst/>
              <a:gdLst/>
              <a:ahLst/>
              <a:cxnLst/>
              <a:rect l="l" t="t" r="r" b="b"/>
              <a:pathLst>
                <a:path w="2489" h="2130" extrusionOk="0">
                  <a:moveTo>
                    <a:pt x="1065" y="1"/>
                  </a:moveTo>
                  <a:cubicBezTo>
                    <a:pt x="472" y="1"/>
                    <a:pt x="0" y="472"/>
                    <a:pt x="0" y="1066"/>
                  </a:cubicBezTo>
                  <a:cubicBezTo>
                    <a:pt x="0" y="1703"/>
                    <a:pt x="525" y="2129"/>
                    <a:pt x="1071" y="2129"/>
                  </a:cubicBezTo>
                  <a:cubicBezTo>
                    <a:pt x="1332" y="2129"/>
                    <a:pt x="1598" y="2032"/>
                    <a:pt x="1813" y="1813"/>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97" name="Google Shape;2397;p60"/>
            <p:cNvSpPr/>
            <p:nvPr/>
          </p:nvSpPr>
          <p:spPr>
            <a:xfrm>
              <a:off x="2066425" y="14952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98" name="Google Shape;2398;p60"/>
            <p:cNvSpPr/>
            <p:nvPr/>
          </p:nvSpPr>
          <p:spPr>
            <a:xfrm>
              <a:off x="2066425" y="141897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399" name="Google Shape;2399;p60"/>
            <p:cNvSpPr/>
            <p:nvPr/>
          </p:nvSpPr>
          <p:spPr>
            <a:xfrm>
              <a:off x="2066425" y="111432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00" name="Google Shape;2400;p60"/>
            <p:cNvSpPr/>
            <p:nvPr/>
          </p:nvSpPr>
          <p:spPr>
            <a:xfrm>
              <a:off x="2066425" y="1038125"/>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01" name="Google Shape;2401;p60"/>
            <p:cNvSpPr/>
            <p:nvPr/>
          </p:nvSpPr>
          <p:spPr>
            <a:xfrm>
              <a:off x="1990200" y="4542300"/>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3" y="2131"/>
                    <a:pt x="1603" y="2033"/>
                    <a:pt x="1822" y="1813"/>
                  </a:cubicBezTo>
                  <a:cubicBezTo>
                    <a:pt x="2489" y="1147"/>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02" name="Google Shape;2402;p60"/>
            <p:cNvSpPr/>
            <p:nvPr/>
          </p:nvSpPr>
          <p:spPr>
            <a:xfrm>
              <a:off x="1990200" y="4466075"/>
              <a:ext cx="62225" cy="53300"/>
            </a:xfrm>
            <a:custGeom>
              <a:avLst/>
              <a:gdLst/>
              <a:ahLst/>
              <a:cxnLst/>
              <a:rect l="l" t="t" r="r" b="b"/>
              <a:pathLst>
                <a:path w="2489" h="2132" extrusionOk="0">
                  <a:moveTo>
                    <a:pt x="1066" y="1"/>
                  </a:moveTo>
                  <a:cubicBezTo>
                    <a:pt x="481" y="1"/>
                    <a:pt x="1" y="472"/>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03" name="Google Shape;2403;p60"/>
            <p:cNvSpPr/>
            <p:nvPr/>
          </p:nvSpPr>
          <p:spPr>
            <a:xfrm>
              <a:off x="1990200" y="4389875"/>
              <a:ext cx="62225" cy="53350"/>
            </a:xfrm>
            <a:custGeom>
              <a:avLst/>
              <a:gdLst/>
              <a:ahLst/>
              <a:cxnLst/>
              <a:rect l="l" t="t" r="r" b="b"/>
              <a:pathLst>
                <a:path w="2489" h="2134" extrusionOk="0">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04" name="Google Shape;2404;p60"/>
            <p:cNvSpPr/>
            <p:nvPr/>
          </p:nvSpPr>
          <p:spPr>
            <a:xfrm>
              <a:off x="1990200" y="3627950"/>
              <a:ext cx="62225" cy="53425"/>
            </a:xfrm>
            <a:custGeom>
              <a:avLst/>
              <a:gdLst/>
              <a:ahLst/>
              <a:cxnLst/>
              <a:rect l="l" t="t" r="r" b="b"/>
              <a:pathLst>
                <a:path w="2489" h="2137" extrusionOk="0">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05" name="Google Shape;2405;p60"/>
            <p:cNvSpPr/>
            <p:nvPr/>
          </p:nvSpPr>
          <p:spPr>
            <a:xfrm>
              <a:off x="1990200" y="3551925"/>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06" name="Google Shape;2406;p60"/>
            <p:cNvSpPr/>
            <p:nvPr/>
          </p:nvSpPr>
          <p:spPr>
            <a:xfrm>
              <a:off x="1990200" y="3475725"/>
              <a:ext cx="62225" cy="53350"/>
            </a:xfrm>
            <a:custGeom>
              <a:avLst/>
              <a:gdLst/>
              <a:ahLst/>
              <a:cxnLst/>
              <a:rect l="l" t="t" r="r" b="b"/>
              <a:pathLst>
                <a:path w="2489" h="2134" extrusionOk="0">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07" name="Google Shape;2407;p60"/>
            <p:cNvSpPr/>
            <p:nvPr/>
          </p:nvSpPr>
          <p:spPr>
            <a:xfrm>
              <a:off x="1990200" y="339950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08" name="Google Shape;2408;p60"/>
            <p:cNvSpPr/>
            <p:nvPr/>
          </p:nvSpPr>
          <p:spPr>
            <a:xfrm>
              <a:off x="1990075" y="3323300"/>
              <a:ext cx="62350" cy="53425"/>
            </a:xfrm>
            <a:custGeom>
              <a:avLst/>
              <a:gdLst/>
              <a:ahLst/>
              <a:cxnLst/>
              <a:rect l="l" t="t" r="r" b="b"/>
              <a:pathLst>
                <a:path w="2494" h="2137" extrusionOk="0">
                  <a:moveTo>
                    <a:pt x="1071" y="0"/>
                  </a:moveTo>
                  <a:cubicBezTo>
                    <a:pt x="486" y="8"/>
                    <a:pt x="6" y="480"/>
                    <a:pt x="6" y="1065"/>
                  </a:cubicBezTo>
                  <a:cubicBezTo>
                    <a:pt x="0" y="1709"/>
                    <a:pt x="528" y="2137"/>
                    <a:pt x="1075" y="2137"/>
                  </a:cubicBezTo>
                  <a:cubicBezTo>
                    <a:pt x="1337" y="2137"/>
                    <a:pt x="1603" y="2039"/>
                    <a:pt x="1819" y="1821"/>
                  </a:cubicBezTo>
                  <a:cubicBezTo>
                    <a:pt x="2494" y="1154"/>
                    <a:pt x="2022" y="0"/>
                    <a:pt x="1071"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09" name="Google Shape;2409;p60"/>
            <p:cNvSpPr/>
            <p:nvPr/>
          </p:nvSpPr>
          <p:spPr>
            <a:xfrm>
              <a:off x="1990075" y="3247075"/>
              <a:ext cx="62350" cy="53450"/>
            </a:xfrm>
            <a:custGeom>
              <a:avLst/>
              <a:gdLst/>
              <a:ahLst/>
              <a:cxnLst/>
              <a:rect l="l" t="t" r="r" b="b"/>
              <a:pathLst>
                <a:path w="2494" h="2138" extrusionOk="0">
                  <a:moveTo>
                    <a:pt x="1071" y="1"/>
                  </a:moveTo>
                  <a:cubicBezTo>
                    <a:pt x="486" y="9"/>
                    <a:pt x="6" y="480"/>
                    <a:pt x="6" y="1066"/>
                  </a:cubicBezTo>
                  <a:cubicBezTo>
                    <a:pt x="0" y="1709"/>
                    <a:pt x="528" y="2137"/>
                    <a:pt x="1075" y="2137"/>
                  </a:cubicBezTo>
                  <a:cubicBezTo>
                    <a:pt x="1337" y="2137"/>
                    <a:pt x="1603" y="2040"/>
                    <a:pt x="1819" y="1822"/>
                  </a:cubicBezTo>
                  <a:cubicBezTo>
                    <a:pt x="2494" y="1155"/>
                    <a:pt x="2022" y="1"/>
                    <a:pt x="1071"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10" name="Google Shape;2410;p60"/>
            <p:cNvSpPr/>
            <p:nvPr/>
          </p:nvSpPr>
          <p:spPr>
            <a:xfrm>
              <a:off x="1990200" y="317107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11" name="Google Shape;2411;p60"/>
            <p:cNvSpPr/>
            <p:nvPr/>
          </p:nvSpPr>
          <p:spPr>
            <a:xfrm>
              <a:off x="1990200" y="2942425"/>
              <a:ext cx="62225" cy="53450"/>
            </a:xfrm>
            <a:custGeom>
              <a:avLst/>
              <a:gdLst/>
              <a:ahLst/>
              <a:cxnLst/>
              <a:rect l="l" t="t" r="r" b="b"/>
              <a:pathLst>
                <a:path w="2489" h="2138" extrusionOk="0">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12" name="Google Shape;2412;p60"/>
            <p:cNvSpPr/>
            <p:nvPr/>
          </p:nvSpPr>
          <p:spPr>
            <a:xfrm>
              <a:off x="1990200" y="286642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13" name="Google Shape;2413;p60"/>
            <p:cNvSpPr/>
            <p:nvPr/>
          </p:nvSpPr>
          <p:spPr>
            <a:xfrm>
              <a:off x="1990200" y="2333125"/>
              <a:ext cx="62225" cy="53450"/>
            </a:xfrm>
            <a:custGeom>
              <a:avLst/>
              <a:gdLst/>
              <a:ahLst/>
              <a:cxnLst/>
              <a:rect l="l" t="t" r="r" b="b"/>
              <a:pathLst>
                <a:path w="2489" h="2138" extrusionOk="0">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14" name="Google Shape;2414;p60"/>
            <p:cNvSpPr/>
            <p:nvPr/>
          </p:nvSpPr>
          <p:spPr>
            <a:xfrm>
              <a:off x="1990200" y="2256925"/>
              <a:ext cx="62375" cy="53425"/>
            </a:xfrm>
            <a:custGeom>
              <a:avLst/>
              <a:gdLst/>
              <a:ahLst/>
              <a:cxnLst/>
              <a:rect l="l" t="t" r="r" b="b"/>
              <a:pathLst>
                <a:path w="2495" h="2137" extrusionOk="0">
                  <a:moveTo>
                    <a:pt x="1076" y="0"/>
                  </a:moveTo>
                  <a:cubicBezTo>
                    <a:pt x="1073" y="0"/>
                    <a:pt x="1069" y="0"/>
                    <a:pt x="1066" y="0"/>
                  </a:cubicBezTo>
                  <a:cubicBezTo>
                    <a:pt x="472" y="0"/>
                    <a:pt x="1" y="480"/>
                    <a:pt x="1" y="1065"/>
                  </a:cubicBezTo>
                  <a:cubicBezTo>
                    <a:pt x="1" y="1709"/>
                    <a:pt x="530" y="2137"/>
                    <a:pt x="1078" y="2137"/>
                  </a:cubicBezTo>
                  <a:cubicBezTo>
                    <a:pt x="1340" y="2137"/>
                    <a:pt x="1607" y="2039"/>
                    <a:pt x="1822" y="1821"/>
                  </a:cubicBezTo>
                  <a:cubicBezTo>
                    <a:pt x="2494" y="1149"/>
                    <a:pt x="2020" y="0"/>
                    <a:pt x="107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15" name="Google Shape;2415;p60"/>
            <p:cNvSpPr/>
            <p:nvPr/>
          </p:nvSpPr>
          <p:spPr>
            <a:xfrm>
              <a:off x="1990200" y="2180700"/>
              <a:ext cx="62225" cy="53350"/>
            </a:xfrm>
            <a:custGeom>
              <a:avLst/>
              <a:gdLst/>
              <a:ahLst/>
              <a:cxnLst/>
              <a:rect l="l" t="t" r="r" b="b"/>
              <a:pathLst>
                <a:path w="2489" h="2134" extrusionOk="0">
                  <a:moveTo>
                    <a:pt x="1066" y="1"/>
                  </a:moveTo>
                  <a:cubicBezTo>
                    <a:pt x="481" y="1"/>
                    <a:pt x="1" y="480"/>
                    <a:pt x="1" y="1066"/>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16" name="Google Shape;2416;p60"/>
            <p:cNvSpPr/>
            <p:nvPr/>
          </p:nvSpPr>
          <p:spPr>
            <a:xfrm>
              <a:off x="1990200" y="21045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17" name="Google Shape;2417;p60"/>
            <p:cNvSpPr/>
            <p:nvPr/>
          </p:nvSpPr>
          <p:spPr>
            <a:xfrm>
              <a:off x="1990200" y="2028275"/>
              <a:ext cx="62225" cy="53450"/>
            </a:xfrm>
            <a:custGeom>
              <a:avLst/>
              <a:gdLst/>
              <a:ahLst/>
              <a:cxnLst/>
              <a:rect l="l" t="t" r="r" b="b"/>
              <a:pathLst>
                <a:path w="2489" h="2138" extrusionOk="0">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18" name="Google Shape;2418;p60"/>
            <p:cNvSpPr/>
            <p:nvPr/>
          </p:nvSpPr>
          <p:spPr>
            <a:xfrm>
              <a:off x="1990200" y="1952050"/>
              <a:ext cx="62225" cy="53450"/>
            </a:xfrm>
            <a:custGeom>
              <a:avLst/>
              <a:gdLst/>
              <a:ahLst/>
              <a:cxnLst/>
              <a:rect l="l" t="t" r="r" b="b"/>
              <a:pathLst>
                <a:path w="2489" h="2138" extrusionOk="0">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19" name="Google Shape;2419;p60"/>
            <p:cNvSpPr/>
            <p:nvPr/>
          </p:nvSpPr>
          <p:spPr>
            <a:xfrm>
              <a:off x="1990200" y="1876050"/>
              <a:ext cx="62225" cy="53275"/>
            </a:xfrm>
            <a:custGeom>
              <a:avLst/>
              <a:gdLst/>
              <a:ahLst/>
              <a:cxnLst/>
              <a:rect l="l" t="t" r="r" b="b"/>
              <a:pathLst>
                <a:path w="2489" h="2131" extrusionOk="0">
                  <a:moveTo>
                    <a:pt x="1066" y="1"/>
                  </a:moveTo>
                  <a:cubicBezTo>
                    <a:pt x="481" y="1"/>
                    <a:pt x="1" y="472"/>
                    <a:pt x="1" y="1066"/>
                  </a:cubicBezTo>
                  <a:cubicBezTo>
                    <a:pt x="1" y="1707"/>
                    <a:pt x="523" y="2131"/>
                    <a:pt x="1070" y="2131"/>
                  </a:cubicBezTo>
                  <a:cubicBezTo>
                    <a:pt x="1333" y="2131"/>
                    <a:pt x="1603" y="2033"/>
                    <a:pt x="1822" y="1813"/>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20" name="Google Shape;2420;p60"/>
            <p:cNvSpPr/>
            <p:nvPr/>
          </p:nvSpPr>
          <p:spPr>
            <a:xfrm>
              <a:off x="1990200" y="179985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21" name="Google Shape;2421;p60"/>
            <p:cNvSpPr/>
            <p:nvPr/>
          </p:nvSpPr>
          <p:spPr>
            <a:xfrm>
              <a:off x="1990200" y="1647400"/>
              <a:ext cx="62225" cy="53450"/>
            </a:xfrm>
            <a:custGeom>
              <a:avLst/>
              <a:gdLst/>
              <a:ahLst/>
              <a:cxnLst/>
              <a:rect l="l" t="t" r="r" b="b"/>
              <a:pathLst>
                <a:path w="2489" h="2138" extrusionOk="0">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22" name="Google Shape;2422;p60"/>
            <p:cNvSpPr/>
            <p:nvPr/>
          </p:nvSpPr>
          <p:spPr>
            <a:xfrm>
              <a:off x="1990200" y="1571400"/>
              <a:ext cx="62225" cy="53250"/>
            </a:xfrm>
            <a:custGeom>
              <a:avLst/>
              <a:gdLst/>
              <a:ahLst/>
              <a:cxnLst/>
              <a:rect l="l" t="t" r="r" b="b"/>
              <a:pathLst>
                <a:path w="2489" h="2130" extrusionOk="0">
                  <a:moveTo>
                    <a:pt x="1066" y="1"/>
                  </a:moveTo>
                  <a:cubicBezTo>
                    <a:pt x="481" y="1"/>
                    <a:pt x="1" y="472"/>
                    <a:pt x="1" y="1066"/>
                  </a:cubicBezTo>
                  <a:cubicBezTo>
                    <a:pt x="1" y="1703"/>
                    <a:pt x="525" y="2129"/>
                    <a:pt x="1074" y="2129"/>
                  </a:cubicBezTo>
                  <a:cubicBezTo>
                    <a:pt x="1336" y="2129"/>
                    <a:pt x="1604" y="2032"/>
                    <a:pt x="1822" y="1813"/>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23" name="Google Shape;2423;p60"/>
            <p:cNvSpPr/>
            <p:nvPr/>
          </p:nvSpPr>
          <p:spPr>
            <a:xfrm>
              <a:off x="1990200" y="14952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24" name="Google Shape;2424;p60"/>
            <p:cNvSpPr/>
            <p:nvPr/>
          </p:nvSpPr>
          <p:spPr>
            <a:xfrm>
              <a:off x="1990200" y="141897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25" name="Google Shape;2425;p60"/>
            <p:cNvSpPr/>
            <p:nvPr/>
          </p:nvSpPr>
          <p:spPr>
            <a:xfrm>
              <a:off x="1990200" y="111432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26" name="Google Shape;2426;p60"/>
            <p:cNvSpPr/>
            <p:nvPr/>
          </p:nvSpPr>
          <p:spPr>
            <a:xfrm>
              <a:off x="1990200" y="1038125"/>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27" name="Google Shape;2427;p60"/>
            <p:cNvSpPr/>
            <p:nvPr/>
          </p:nvSpPr>
          <p:spPr>
            <a:xfrm>
              <a:off x="1914000" y="3551925"/>
              <a:ext cx="62225" cy="53300"/>
            </a:xfrm>
            <a:custGeom>
              <a:avLst/>
              <a:gdLst/>
              <a:ahLst/>
              <a:cxnLst/>
              <a:rect l="l" t="t" r="r" b="b"/>
              <a:pathLst>
                <a:path w="2489" h="2132" extrusionOk="0">
                  <a:moveTo>
                    <a:pt x="1065" y="1"/>
                  </a:moveTo>
                  <a:cubicBezTo>
                    <a:pt x="480" y="1"/>
                    <a:pt x="0" y="480"/>
                    <a:pt x="0" y="1066"/>
                  </a:cubicBezTo>
                  <a:cubicBezTo>
                    <a:pt x="0" y="1708"/>
                    <a:pt x="526" y="2131"/>
                    <a:pt x="1073" y="2131"/>
                  </a:cubicBezTo>
                  <a:cubicBezTo>
                    <a:pt x="1337" y="2131"/>
                    <a:pt x="1605" y="2033"/>
                    <a:pt x="1821" y="1814"/>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28" name="Google Shape;2428;p60"/>
            <p:cNvSpPr/>
            <p:nvPr/>
          </p:nvSpPr>
          <p:spPr>
            <a:xfrm>
              <a:off x="1914000" y="34757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29" name="Google Shape;2429;p60"/>
            <p:cNvSpPr/>
            <p:nvPr/>
          </p:nvSpPr>
          <p:spPr>
            <a:xfrm>
              <a:off x="1914000" y="33995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30" name="Google Shape;2430;p60"/>
            <p:cNvSpPr/>
            <p:nvPr/>
          </p:nvSpPr>
          <p:spPr>
            <a:xfrm>
              <a:off x="1914000" y="3323300"/>
              <a:ext cx="62225" cy="53425"/>
            </a:xfrm>
            <a:custGeom>
              <a:avLst/>
              <a:gdLst/>
              <a:ahLst/>
              <a:cxnLst/>
              <a:rect l="l" t="t" r="r" b="b"/>
              <a:pathLst>
                <a:path w="2489" h="2137" extrusionOk="0">
                  <a:moveTo>
                    <a:pt x="1065" y="0"/>
                  </a:moveTo>
                  <a:cubicBezTo>
                    <a:pt x="480" y="8"/>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31" name="Google Shape;2431;p60"/>
            <p:cNvSpPr/>
            <p:nvPr/>
          </p:nvSpPr>
          <p:spPr>
            <a:xfrm>
              <a:off x="1914000" y="3247075"/>
              <a:ext cx="62425" cy="53450"/>
            </a:xfrm>
            <a:custGeom>
              <a:avLst/>
              <a:gdLst/>
              <a:ahLst/>
              <a:cxnLst/>
              <a:rect l="l" t="t" r="r" b="b"/>
              <a:pathLst>
                <a:path w="2497" h="2138" extrusionOk="0">
                  <a:moveTo>
                    <a:pt x="1065" y="1"/>
                  </a:moveTo>
                  <a:cubicBezTo>
                    <a:pt x="480" y="9"/>
                    <a:pt x="9"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32" name="Google Shape;2432;p60"/>
            <p:cNvSpPr/>
            <p:nvPr/>
          </p:nvSpPr>
          <p:spPr>
            <a:xfrm>
              <a:off x="1914000" y="317107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33" name="Google Shape;2433;p60"/>
            <p:cNvSpPr/>
            <p:nvPr/>
          </p:nvSpPr>
          <p:spPr>
            <a:xfrm>
              <a:off x="1914000" y="286642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34" name="Google Shape;2434;p60"/>
            <p:cNvSpPr/>
            <p:nvPr/>
          </p:nvSpPr>
          <p:spPr>
            <a:xfrm>
              <a:off x="1914000" y="271400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35" name="Google Shape;2435;p60"/>
            <p:cNvSpPr/>
            <p:nvPr/>
          </p:nvSpPr>
          <p:spPr>
            <a:xfrm>
              <a:off x="1914000" y="240935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36" name="Google Shape;2436;p60"/>
            <p:cNvSpPr/>
            <p:nvPr/>
          </p:nvSpPr>
          <p:spPr>
            <a:xfrm>
              <a:off x="1914000" y="2333125"/>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37" name="Google Shape;2437;p60"/>
            <p:cNvSpPr/>
            <p:nvPr/>
          </p:nvSpPr>
          <p:spPr>
            <a:xfrm>
              <a:off x="1914000"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30" y="1821"/>
                  </a:cubicBezTo>
                  <a:cubicBezTo>
                    <a:pt x="2494" y="1149"/>
                    <a:pt x="2020" y="0"/>
                    <a:pt x="107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38" name="Google Shape;2438;p60"/>
            <p:cNvSpPr/>
            <p:nvPr/>
          </p:nvSpPr>
          <p:spPr>
            <a:xfrm>
              <a:off x="1914000" y="2180700"/>
              <a:ext cx="62225" cy="53350"/>
            </a:xfrm>
            <a:custGeom>
              <a:avLst/>
              <a:gdLst/>
              <a:ahLst/>
              <a:cxnLst/>
              <a:rect l="l" t="t" r="r" b="b"/>
              <a:pathLst>
                <a:path w="2489"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39" name="Google Shape;2439;p60"/>
            <p:cNvSpPr/>
            <p:nvPr/>
          </p:nvSpPr>
          <p:spPr>
            <a:xfrm>
              <a:off x="1914000" y="21045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40" name="Google Shape;2440;p60"/>
            <p:cNvSpPr/>
            <p:nvPr/>
          </p:nvSpPr>
          <p:spPr>
            <a:xfrm>
              <a:off x="1914000"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41" name="Google Shape;2441;p60"/>
            <p:cNvSpPr/>
            <p:nvPr/>
          </p:nvSpPr>
          <p:spPr>
            <a:xfrm>
              <a:off x="1914000"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42" name="Google Shape;2442;p60"/>
            <p:cNvSpPr/>
            <p:nvPr/>
          </p:nvSpPr>
          <p:spPr>
            <a:xfrm>
              <a:off x="1914000"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43" name="Google Shape;2443;p60"/>
            <p:cNvSpPr/>
            <p:nvPr/>
          </p:nvSpPr>
          <p:spPr>
            <a:xfrm>
              <a:off x="1914000" y="11905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44" name="Google Shape;2444;p60"/>
            <p:cNvSpPr/>
            <p:nvPr/>
          </p:nvSpPr>
          <p:spPr>
            <a:xfrm>
              <a:off x="1914000" y="11143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45" name="Google Shape;2445;p60"/>
            <p:cNvSpPr/>
            <p:nvPr/>
          </p:nvSpPr>
          <p:spPr>
            <a:xfrm>
              <a:off x="1837775" y="3171075"/>
              <a:ext cx="62425" cy="53275"/>
            </a:xfrm>
            <a:custGeom>
              <a:avLst/>
              <a:gdLst/>
              <a:ahLst/>
              <a:cxnLst/>
              <a:rect l="l" t="t" r="r" b="b"/>
              <a:pathLst>
                <a:path w="2497" h="2131" extrusionOk="0">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46" name="Google Shape;2446;p60"/>
            <p:cNvSpPr/>
            <p:nvPr/>
          </p:nvSpPr>
          <p:spPr>
            <a:xfrm>
              <a:off x="1837775" y="2866425"/>
              <a:ext cx="62425" cy="53275"/>
            </a:xfrm>
            <a:custGeom>
              <a:avLst/>
              <a:gdLst/>
              <a:ahLst/>
              <a:cxnLst/>
              <a:rect l="l" t="t" r="r" b="b"/>
              <a:pathLst>
                <a:path w="2497" h="2131" extrusionOk="0">
                  <a:moveTo>
                    <a:pt x="1066" y="0"/>
                  </a:moveTo>
                  <a:cubicBezTo>
                    <a:pt x="481" y="0"/>
                    <a:pt x="1" y="472"/>
                    <a:pt x="1" y="1065"/>
                  </a:cubicBezTo>
                  <a:cubicBezTo>
                    <a:pt x="1" y="1707"/>
                    <a:pt x="527" y="2131"/>
                    <a:pt x="1074" y="2131"/>
                  </a:cubicBezTo>
                  <a:cubicBezTo>
                    <a:pt x="1337" y="2131"/>
                    <a:pt x="1605" y="2032"/>
                    <a:pt x="1822" y="1813"/>
                  </a:cubicBezTo>
                  <a:cubicBezTo>
                    <a:pt x="2497"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47" name="Google Shape;2447;p60"/>
            <p:cNvSpPr/>
            <p:nvPr/>
          </p:nvSpPr>
          <p:spPr>
            <a:xfrm>
              <a:off x="1837775" y="2714000"/>
              <a:ext cx="62425" cy="53350"/>
            </a:xfrm>
            <a:custGeom>
              <a:avLst/>
              <a:gdLst/>
              <a:ahLst/>
              <a:cxnLst/>
              <a:rect l="l" t="t" r="r" b="b"/>
              <a:pathLst>
                <a:path w="2497" h="2134" extrusionOk="0">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48" name="Google Shape;2448;p60"/>
            <p:cNvSpPr/>
            <p:nvPr/>
          </p:nvSpPr>
          <p:spPr>
            <a:xfrm>
              <a:off x="1837775" y="2637775"/>
              <a:ext cx="62425" cy="53450"/>
            </a:xfrm>
            <a:custGeom>
              <a:avLst/>
              <a:gdLst/>
              <a:ahLst/>
              <a:cxnLst/>
              <a:rect l="l" t="t" r="r" b="b"/>
              <a:pathLst>
                <a:path w="2497" h="2138" extrusionOk="0">
                  <a:moveTo>
                    <a:pt x="1066" y="1"/>
                  </a:moveTo>
                  <a:cubicBezTo>
                    <a:pt x="481" y="9"/>
                    <a:pt x="1" y="480"/>
                    <a:pt x="1" y="1074"/>
                  </a:cubicBezTo>
                  <a:cubicBezTo>
                    <a:pt x="1" y="1712"/>
                    <a:pt x="529" y="2137"/>
                    <a:pt x="1077" y="2137"/>
                  </a:cubicBezTo>
                  <a:cubicBezTo>
                    <a:pt x="1339" y="2137"/>
                    <a:pt x="1606" y="2040"/>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49" name="Google Shape;2449;p60"/>
            <p:cNvSpPr/>
            <p:nvPr/>
          </p:nvSpPr>
          <p:spPr>
            <a:xfrm>
              <a:off x="1837775" y="2561575"/>
              <a:ext cx="62425" cy="53425"/>
            </a:xfrm>
            <a:custGeom>
              <a:avLst/>
              <a:gdLst/>
              <a:ahLst/>
              <a:cxnLst/>
              <a:rect l="l" t="t" r="r" b="b"/>
              <a:pathLst>
                <a:path w="2497" h="2137" extrusionOk="0">
                  <a:moveTo>
                    <a:pt x="1066" y="0"/>
                  </a:moveTo>
                  <a:cubicBezTo>
                    <a:pt x="481" y="8"/>
                    <a:pt x="9" y="480"/>
                    <a:pt x="1" y="1073"/>
                  </a:cubicBezTo>
                  <a:cubicBezTo>
                    <a:pt x="1" y="1711"/>
                    <a:pt x="525" y="2137"/>
                    <a:pt x="1074" y="2137"/>
                  </a:cubicBezTo>
                  <a:cubicBezTo>
                    <a:pt x="1336" y="2137"/>
                    <a:pt x="1604" y="2039"/>
                    <a:pt x="1822" y="1821"/>
                  </a:cubicBezTo>
                  <a:cubicBezTo>
                    <a:pt x="2497" y="1154"/>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50" name="Google Shape;2450;p60"/>
            <p:cNvSpPr/>
            <p:nvPr/>
          </p:nvSpPr>
          <p:spPr>
            <a:xfrm>
              <a:off x="1837775" y="2485550"/>
              <a:ext cx="62425" cy="53300"/>
            </a:xfrm>
            <a:custGeom>
              <a:avLst/>
              <a:gdLst/>
              <a:ahLst/>
              <a:cxnLst/>
              <a:rect l="l" t="t" r="r" b="b"/>
              <a:pathLst>
                <a:path w="2497" h="2132" extrusionOk="0">
                  <a:moveTo>
                    <a:pt x="1066" y="1"/>
                  </a:moveTo>
                  <a:cubicBezTo>
                    <a:pt x="481" y="1"/>
                    <a:pt x="1" y="480"/>
                    <a:pt x="1" y="1066"/>
                  </a:cubicBezTo>
                  <a:cubicBezTo>
                    <a:pt x="1" y="1708"/>
                    <a:pt x="527" y="2131"/>
                    <a:pt x="1074" y="2131"/>
                  </a:cubicBezTo>
                  <a:cubicBezTo>
                    <a:pt x="1337" y="2131"/>
                    <a:pt x="1605" y="2033"/>
                    <a:pt x="1822" y="1814"/>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51" name="Google Shape;2451;p60"/>
            <p:cNvSpPr/>
            <p:nvPr/>
          </p:nvSpPr>
          <p:spPr>
            <a:xfrm>
              <a:off x="1837775" y="2409350"/>
              <a:ext cx="62425" cy="53350"/>
            </a:xfrm>
            <a:custGeom>
              <a:avLst/>
              <a:gdLst/>
              <a:ahLst/>
              <a:cxnLst/>
              <a:rect l="l" t="t" r="r" b="b"/>
              <a:pathLst>
                <a:path w="2497" h="2134"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52" name="Google Shape;2452;p60"/>
            <p:cNvSpPr/>
            <p:nvPr/>
          </p:nvSpPr>
          <p:spPr>
            <a:xfrm>
              <a:off x="1837775" y="2333125"/>
              <a:ext cx="62425" cy="53450"/>
            </a:xfrm>
            <a:custGeom>
              <a:avLst/>
              <a:gdLst/>
              <a:ahLst/>
              <a:cxnLst/>
              <a:rect l="l" t="t" r="r" b="b"/>
              <a:pathLst>
                <a:path w="2497" h="2138" extrusionOk="0">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53" name="Google Shape;2453;p60"/>
            <p:cNvSpPr/>
            <p:nvPr/>
          </p:nvSpPr>
          <p:spPr>
            <a:xfrm>
              <a:off x="1837775" y="2256925"/>
              <a:ext cx="62575" cy="53425"/>
            </a:xfrm>
            <a:custGeom>
              <a:avLst/>
              <a:gdLst/>
              <a:ahLst/>
              <a:cxnLst/>
              <a:rect l="l" t="t" r="r" b="b"/>
              <a:pathLst>
                <a:path w="2503" h="2137" extrusionOk="0">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54" name="Google Shape;2454;p60"/>
            <p:cNvSpPr/>
            <p:nvPr/>
          </p:nvSpPr>
          <p:spPr>
            <a:xfrm>
              <a:off x="1837775" y="2180700"/>
              <a:ext cx="62425" cy="53350"/>
            </a:xfrm>
            <a:custGeom>
              <a:avLst/>
              <a:gdLst/>
              <a:ahLst/>
              <a:cxnLst/>
              <a:rect l="l" t="t" r="r" b="b"/>
              <a:pathLst>
                <a:path w="2497" h="2134" extrusionOk="0">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55" name="Google Shape;2455;p60"/>
            <p:cNvSpPr/>
            <p:nvPr/>
          </p:nvSpPr>
          <p:spPr>
            <a:xfrm>
              <a:off x="1837775" y="2104500"/>
              <a:ext cx="62425" cy="53325"/>
            </a:xfrm>
            <a:custGeom>
              <a:avLst/>
              <a:gdLst/>
              <a:ahLst/>
              <a:cxnLst/>
              <a:rect l="l" t="t" r="r" b="b"/>
              <a:pathLst>
                <a:path w="2497" h="2133" extrusionOk="0">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56" name="Google Shape;2456;p60"/>
            <p:cNvSpPr/>
            <p:nvPr/>
          </p:nvSpPr>
          <p:spPr>
            <a:xfrm>
              <a:off x="1837775" y="2028275"/>
              <a:ext cx="62425" cy="53450"/>
            </a:xfrm>
            <a:custGeom>
              <a:avLst/>
              <a:gdLst/>
              <a:ahLst/>
              <a:cxnLst/>
              <a:rect l="l" t="t" r="r" b="b"/>
              <a:pathLst>
                <a:path w="2497" h="2138" extrusionOk="0">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57" name="Google Shape;2457;p60"/>
            <p:cNvSpPr/>
            <p:nvPr/>
          </p:nvSpPr>
          <p:spPr>
            <a:xfrm>
              <a:off x="1837775" y="1952050"/>
              <a:ext cx="62425" cy="53450"/>
            </a:xfrm>
            <a:custGeom>
              <a:avLst/>
              <a:gdLst/>
              <a:ahLst/>
              <a:cxnLst/>
              <a:rect l="l" t="t" r="r" b="b"/>
              <a:pathLst>
                <a:path w="2497" h="2138" extrusionOk="0">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58" name="Google Shape;2458;p60"/>
            <p:cNvSpPr/>
            <p:nvPr/>
          </p:nvSpPr>
          <p:spPr>
            <a:xfrm>
              <a:off x="1837775" y="1647400"/>
              <a:ext cx="62425" cy="53450"/>
            </a:xfrm>
            <a:custGeom>
              <a:avLst/>
              <a:gdLst/>
              <a:ahLst/>
              <a:cxnLst/>
              <a:rect l="l" t="t" r="r" b="b"/>
              <a:pathLst>
                <a:path w="2497" h="2138" extrusionOk="0">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59" name="Google Shape;2459;p60"/>
            <p:cNvSpPr/>
            <p:nvPr/>
          </p:nvSpPr>
          <p:spPr>
            <a:xfrm>
              <a:off x="1837775" y="1571400"/>
              <a:ext cx="62425" cy="53250"/>
            </a:xfrm>
            <a:custGeom>
              <a:avLst/>
              <a:gdLst/>
              <a:ahLst/>
              <a:cxnLst/>
              <a:rect l="l" t="t" r="r" b="b"/>
              <a:pathLst>
                <a:path w="2497" h="2130" extrusionOk="0">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60" name="Google Shape;2460;p60"/>
            <p:cNvSpPr/>
            <p:nvPr/>
          </p:nvSpPr>
          <p:spPr>
            <a:xfrm>
              <a:off x="1837775" y="1418975"/>
              <a:ext cx="62425" cy="53350"/>
            </a:xfrm>
            <a:custGeom>
              <a:avLst/>
              <a:gdLst/>
              <a:ahLst/>
              <a:cxnLst/>
              <a:rect l="l" t="t" r="r" b="b"/>
              <a:pathLst>
                <a:path w="2497" h="2134" extrusionOk="0">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61" name="Google Shape;2461;p60"/>
            <p:cNvSpPr/>
            <p:nvPr/>
          </p:nvSpPr>
          <p:spPr>
            <a:xfrm>
              <a:off x="1837775" y="119055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62" name="Google Shape;2462;p60"/>
            <p:cNvSpPr/>
            <p:nvPr/>
          </p:nvSpPr>
          <p:spPr>
            <a:xfrm>
              <a:off x="1837775" y="1114325"/>
              <a:ext cx="62425" cy="53350"/>
            </a:xfrm>
            <a:custGeom>
              <a:avLst/>
              <a:gdLst/>
              <a:ahLst/>
              <a:cxnLst/>
              <a:rect l="l" t="t" r="r" b="b"/>
              <a:pathLst>
                <a:path w="2497" h="2134" extrusionOk="0">
                  <a:moveTo>
                    <a:pt x="1066" y="1"/>
                  </a:moveTo>
                  <a:cubicBezTo>
                    <a:pt x="481"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63" name="Google Shape;2463;p60"/>
            <p:cNvSpPr/>
            <p:nvPr/>
          </p:nvSpPr>
          <p:spPr>
            <a:xfrm>
              <a:off x="1761775" y="3171075"/>
              <a:ext cx="62225" cy="53275"/>
            </a:xfrm>
            <a:custGeom>
              <a:avLst/>
              <a:gdLst/>
              <a:ahLst/>
              <a:cxnLst/>
              <a:rect l="l" t="t" r="r" b="b"/>
              <a:pathLst>
                <a:path w="2489" h="2131" extrusionOk="0">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64" name="Google Shape;2464;p60"/>
            <p:cNvSpPr/>
            <p:nvPr/>
          </p:nvSpPr>
          <p:spPr>
            <a:xfrm>
              <a:off x="1761775" y="3094850"/>
              <a:ext cx="62225" cy="53350"/>
            </a:xfrm>
            <a:custGeom>
              <a:avLst/>
              <a:gdLst/>
              <a:ahLst/>
              <a:cxnLst/>
              <a:rect l="l" t="t" r="r" b="b"/>
              <a:pathLst>
                <a:path w="2489" h="2134" extrusionOk="0">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65" name="Google Shape;2465;p60"/>
            <p:cNvSpPr/>
            <p:nvPr/>
          </p:nvSpPr>
          <p:spPr>
            <a:xfrm>
              <a:off x="1761775" y="3018650"/>
              <a:ext cx="62225" cy="53425"/>
            </a:xfrm>
            <a:custGeom>
              <a:avLst/>
              <a:gdLst/>
              <a:ahLst/>
              <a:cxnLst/>
              <a:rect l="l" t="t" r="r" b="b"/>
              <a:pathLst>
                <a:path w="2489" h="2137" extrusionOk="0">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66" name="Google Shape;2466;p60"/>
            <p:cNvSpPr/>
            <p:nvPr/>
          </p:nvSpPr>
          <p:spPr>
            <a:xfrm>
              <a:off x="1761775" y="2561575"/>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67" name="Google Shape;2467;p60"/>
            <p:cNvSpPr/>
            <p:nvPr/>
          </p:nvSpPr>
          <p:spPr>
            <a:xfrm>
              <a:off x="1761775" y="2485550"/>
              <a:ext cx="62225" cy="53300"/>
            </a:xfrm>
            <a:custGeom>
              <a:avLst/>
              <a:gdLst/>
              <a:ahLst/>
              <a:cxnLst/>
              <a:rect l="l" t="t" r="r" b="b"/>
              <a:pathLst>
                <a:path w="2489" h="2132" extrusionOk="0">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68" name="Google Shape;2468;p60"/>
            <p:cNvSpPr/>
            <p:nvPr/>
          </p:nvSpPr>
          <p:spPr>
            <a:xfrm>
              <a:off x="1761775" y="2409350"/>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69" name="Google Shape;2469;p60"/>
            <p:cNvSpPr/>
            <p:nvPr/>
          </p:nvSpPr>
          <p:spPr>
            <a:xfrm>
              <a:off x="1761775" y="2333125"/>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70" name="Google Shape;2470;p60"/>
            <p:cNvSpPr/>
            <p:nvPr/>
          </p:nvSpPr>
          <p:spPr>
            <a:xfrm>
              <a:off x="1761775"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71" name="Google Shape;2471;p60"/>
            <p:cNvSpPr/>
            <p:nvPr/>
          </p:nvSpPr>
          <p:spPr>
            <a:xfrm>
              <a:off x="1761775" y="2180700"/>
              <a:ext cx="62225" cy="53350"/>
            </a:xfrm>
            <a:custGeom>
              <a:avLst/>
              <a:gdLst/>
              <a:ahLst/>
              <a:cxnLst/>
              <a:rect l="l" t="t" r="r" b="b"/>
              <a:pathLst>
                <a:path w="2489" h="2134" extrusionOk="0">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72" name="Google Shape;2472;p60"/>
            <p:cNvSpPr/>
            <p:nvPr/>
          </p:nvSpPr>
          <p:spPr>
            <a:xfrm>
              <a:off x="1761775" y="21045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73" name="Google Shape;2473;p60"/>
            <p:cNvSpPr/>
            <p:nvPr/>
          </p:nvSpPr>
          <p:spPr>
            <a:xfrm>
              <a:off x="1761775" y="2028275"/>
              <a:ext cx="62225" cy="53450"/>
            </a:xfrm>
            <a:custGeom>
              <a:avLst/>
              <a:gdLst/>
              <a:ahLst/>
              <a:cxnLst/>
              <a:rect l="l" t="t" r="r" b="b"/>
              <a:pathLst>
                <a:path w="2489" h="2138" extrusionOk="0">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74" name="Google Shape;2474;p60"/>
            <p:cNvSpPr/>
            <p:nvPr/>
          </p:nvSpPr>
          <p:spPr>
            <a:xfrm>
              <a:off x="1761775" y="1952050"/>
              <a:ext cx="62225" cy="53450"/>
            </a:xfrm>
            <a:custGeom>
              <a:avLst/>
              <a:gdLst/>
              <a:ahLst/>
              <a:cxnLst/>
              <a:rect l="l" t="t" r="r" b="b"/>
              <a:pathLst>
                <a:path w="2489" h="2138" extrusionOk="0">
                  <a:moveTo>
                    <a:pt x="1065" y="1"/>
                  </a:moveTo>
                  <a:cubicBezTo>
                    <a:pt x="472" y="9"/>
                    <a:pt x="0" y="481"/>
                    <a:pt x="0" y="1074"/>
                  </a:cubicBezTo>
                  <a:cubicBezTo>
                    <a:pt x="0" y="1712"/>
                    <a:pt x="525" y="2138"/>
                    <a:pt x="1071" y="2138"/>
                  </a:cubicBezTo>
                  <a:cubicBezTo>
                    <a:pt x="1332" y="2138"/>
                    <a:pt x="1598" y="2040"/>
                    <a:pt x="1813" y="1822"/>
                  </a:cubicBezTo>
                  <a:cubicBezTo>
                    <a:pt x="2488" y="1155"/>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75" name="Google Shape;2475;p60"/>
            <p:cNvSpPr/>
            <p:nvPr/>
          </p:nvSpPr>
          <p:spPr>
            <a:xfrm>
              <a:off x="1761775" y="1647400"/>
              <a:ext cx="62225" cy="53450"/>
            </a:xfrm>
            <a:custGeom>
              <a:avLst/>
              <a:gdLst/>
              <a:ahLst/>
              <a:cxnLst/>
              <a:rect l="l" t="t" r="r" b="b"/>
              <a:pathLst>
                <a:path w="2489" h="2138" extrusionOk="0">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76" name="Google Shape;2476;p60"/>
            <p:cNvSpPr/>
            <p:nvPr/>
          </p:nvSpPr>
          <p:spPr>
            <a:xfrm>
              <a:off x="1761775" y="141897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77" name="Google Shape;2477;p60"/>
            <p:cNvSpPr/>
            <p:nvPr/>
          </p:nvSpPr>
          <p:spPr>
            <a:xfrm>
              <a:off x="1761775" y="119055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78" name="Google Shape;2478;p60"/>
            <p:cNvSpPr/>
            <p:nvPr/>
          </p:nvSpPr>
          <p:spPr>
            <a:xfrm>
              <a:off x="1761775" y="111432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79" name="Google Shape;2479;p60"/>
            <p:cNvSpPr/>
            <p:nvPr/>
          </p:nvSpPr>
          <p:spPr>
            <a:xfrm>
              <a:off x="1685550" y="3018650"/>
              <a:ext cx="62225" cy="53425"/>
            </a:xfrm>
            <a:custGeom>
              <a:avLst/>
              <a:gdLst/>
              <a:ahLst/>
              <a:cxnLst/>
              <a:rect l="l" t="t" r="r" b="b"/>
              <a:pathLst>
                <a:path w="2489" h="2137" extrusionOk="0">
                  <a:moveTo>
                    <a:pt x="1066" y="0"/>
                  </a:moveTo>
                  <a:cubicBezTo>
                    <a:pt x="472"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80" name="Google Shape;2480;p60"/>
            <p:cNvSpPr/>
            <p:nvPr/>
          </p:nvSpPr>
          <p:spPr>
            <a:xfrm>
              <a:off x="1685550"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81" name="Google Shape;2481;p60"/>
            <p:cNvSpPr/>
            <p:nvPr/>
          </p:nvSpPr>
          <p:spPr>
            <a:xfrm>
              <a:off x="1685550" y="2866425"/>
              <a:ext cx="62225" cy="53275"/>
            </a:xfrm>
            <a:custGeom>
              <a:avLst/>
              <a:gdLst/>
              <a:ahLst/>
              <a:cxnLst/>
              <a:rect l="l" t="t" r="r" b="b"/>
              <a:pathLst>
                <a:path w="2489" h="2131" extrusionOk="0">
                  <a:moveTo>
                    <a:pt x="1066" y="0"/>
                  </a:moveTo>
                  <a:cubicBezTo>
                    <a:pt x="472"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82" name="Google Shape;2482;p60"/>
            <p:cNvSpPr/>
            <p:nvPr/>
          </p:nvSpPr>
          <p:spPr>
            <a:xfrm>
              <a:off x="1685550"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83" name="Google Shape;2483;p60"/>
            <p:cNvSpPr/>
            <p:nvPr/>
          </p:nvSpPr>
          <p:spPr>
            <a:xfrm>
              <a:off x="1685550" y="2485550"/>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84" name="Google Shape;2484;p60"/>
            <p:cNvSpPr/>
            <p:nvPr/>
          </p:nvSpPr>
          <p:spPr>
            <a:xfrm>
              <a:off x="168555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85" name="Google Shape;2485;p60"/>
            <p:cNvSpPr/>
            <p:nvPr/>
          </p:nvSpPr>
          <p:spPr>
            <a:xfrm>
              <a:off x="168555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86" name="Google Shape;2486;p60"/>
            <p:cNvSpPr/>
            <p:nvPr/>
          </p:nvSpPr>
          <p:spPr>
            <a:xfrm>
              <a:off x="1685550" y="2256925"/>
              <a:ext cx="62375" cy="53425"/>
            </a:xfrm>
            <a:custGeom>
              <a:avLst/>
              <a:gdLst/>
              <a:ahLst/>
              <a:cxnLst/>
              <a:rect l="l" t="t" r="r" b="b"/>
              <a:pathLst>
                <a:path w="2495" h="2137" extrusionOk="0">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87" name="Google Shape;2487;p60"/>
            <p:cNvSpPr/>
            <p:nvPr/>
          </p:nvSpPr>
          <p:spPr>
            <a:xfrm>
              <a:off x="1685550"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88" name="Google Shape;2488;p60"/>
            <p:cNvSpPr/>
            <p:nvPr/>
          </p:nvSpPr>
          <p:spPr>
            <a:xfrm>
              <a:off x="1685550"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89" name="Google Shape;2489;p60"/>
            <p:cNvSpPr/>
            <p:nvPr/>
          </p:nvSpPr>
          <p:spPr>
            <a:xfrm>
              <a:off x="1685550"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90" name="Google Shape;2490;p60"/>
            <p:cNvSpPr/>
            <p:nvPr/>
          </p:nvSpPr>
          <p:spPr>
            <a:xfrm>
              <a:off x="168555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91" name="Google Shape;2491;p60"/>
            <p:cNvSpPr/>
            <p:nvPr/>
          </p:nvSpPr>
          <p:spPr>
            <a:xfrm>
              <a:off x="1685550" y="1876050"/>
              <a:ext cx="62225" cy="53275"/>
            </a:xfrm>
            <a:custGeom>
              <a:avLst/>
              <a:gdLst/>
              <a:ahLst/>
              <a:cxnLst/>
              <a:rect l="l" t="t" r="r" b="b"/>
              <a:pathLst>
                <a:path w="2489" h="2131" extrusionOk="0">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92" name="Google Shape;2492;p60"/>
            <p:cNvSpPr/>
            <p:nvPr/>
          </p:nvSpPr>
          <p:spPr>
            <a:xfrm>
              <a:off x="1685550"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93" name="Google Shape;2493;p60"/>
            <p:cNvSpPr/>
            <p:nvPr/>
          </p:nvSpPr>
          <p:spPr>
            <a:xfrm>
              <a:off x="1685550"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94" name="Google Shape;2494;p60"/>
            <p:cNvSpPr/>
            <p:nvPr/>
          </p:nvSpPr>
          <p:spPr>
            <a:xfrm>
              <a:off x="1685550" y="11143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95" name="Google Shape;2495;p60"/>
            <p:cNvSpPr/>
            <p:nvPr/>
          </p:nvSpPr>
          <p:spPr>
            <a:xfrm>
              <a:off x="1609350" y="2942425"/>
              <a:ext cx="62200" cy="53450"/>
            </a:xfrm>
            <a:custGeom>
              <a:avLst/>
              <a:gdLst/>
              <a:ahLst/>
              <a:cxnLst/>
              <a:rect l="l" t="t" r="r" b="b"/>
              <a:pathLst>
                <a:path w="2488" h="2138" extrusionOk="0">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96" name="Google Shape;2496;p60"/>
            <p:cNvSpPr/>
            <p:nvPr/>
          </p:nvSpPr>
          <p:spPr>
            <a:xfrm>
              <a:off x="1609350" y="2866425"/>
              <a:ext cx="62200" cy="53275"/>
            </a:xfrm>
            <a:custGeom>
              <a:avLst/>
              <a:gdLst/>
              <a:ahLst/>
              <a:cxnLst/>
              <a:rect l="l" t="t" r="r" b="b"/>
              <a:pathLst>
                <a:path w="2488" h="2131" extrusionOk="0">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97" name="Google Shape;2497;p60"/>
            <p:cNvSpPr/>
            <p:nvPr/>
          </p:nvSpPr>
          <p:spPr>
            <a:xfrm>
              <a:off x="160935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98" name="Google Shape;2498;p60"/>
            <p:cNvSpPr/>
            <p:nvPr/>
          </p:nvSpPr>
          <p:spPr>
            <a:xfrm>
              <a:off x="1609350" y="2485550"/>
              <a:ext cx="62200" cy="53300"/>
            </a:xfrm>
            <a:custGeom>
              <a:avLst/>
              <a:gdLst/>
              <a:ahLst/>
              <a:cxnLst/>
              <a:rect l="l" t="t" r="r" b="b"/>
              <a:pathLst>
                <a:path w="2488" h="2132" extrusionOk="0">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499" name="Google Shape;2499;p60"/>
            <p:cNvSpPr/>
            <p:nvPr/>
          </p:nvSpPr>
          <p:spPr>
            <a:xfrm>
              <a:off x="1609350" y="2409350"/>
              <a:ext cx="62200" cy="53350"/>
            </a:xfrm>
            <a:custGeom>
              <a:avLst/>
              <a:gdLst/>
              <a:ahLst/>
              <a:cxnLst/>
              <a:rect l="l" t="t" r="r" b="b"/>
              <a:pathLst>
                <a:path w="2488"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00" name="Google Shape;2500;p60"/>
            <p:cNvSpPr/>
            <p:nvPr/>
          </p:nvSpPr>
          <p:spPr>
            <a:xfrm>
              <a:off x="1609350" y="2333125"/>
              <a:ext cx="62200" cy="53450"/>
            </a:xfrm>
            <a:custGeom>
              <a:avLst/>
              <a:gdLst/>
              <a:ahLst/>
              <a:cxnLst/>
              <a:rect l="l" t="t" r="r" b="b"/>
              <a:pathLst>
                <a:path w="2488"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01" name="Google Shape;2501;p60"/>
            <p:cNvSpPr/>
            <p:nvPr/>
          </p:nvSpPr>
          <p:spPr>
            <a:xfrm>
              <a:off x="1609350"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02" name="Google Shape;2502;p60"/>
            <p:cNvSpPr/>
            <p:nvPr/>
          </p:nvSpPr>
          <p:spPr>
            <a:xfrm>
              <a:off x="1609350" y="2180700"/>
              <a:ext cx="62200" cy="53350"/>
            </a:xfrm>
            <a:custGeom>
              <a:avLst/>
              <a:gdLst/>
              <a:ahLst/>
              <a:cxnLst/>
              <a:rect l="l" t="t" r="r" b="b"/>
              <a:pathLst>
                <a:path w="2488"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03" name="Google Shape;2503;p60"/>
            <p:cNvSpPr/>
            <p:nvPr/>
          </p:nvSpPr>
          <p:spPr>
            <a:xfrm>
              <a:off x="1609350" y="21045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04" name="Google Shape;2504;p60"/>
            <p:cNvSpPr/>
            <p:nvPr/>
          </p:nvSpPr>
          <p:spPr>
            <a:xfrm>
              <a:off x="1609350" y="2028275"/>
              <a:ext cx="62200" cy="53450"/>
            </a:xfrm>
            <a:custGeom>
              <a:avLst/>
              <a:gdLst/>
              <a:ahLst/>
              <a:cxnLst/>
              <a:rect l="l" t="t" r="r" b="b"/>
              <a:pathLst>
                <a:path w="2488"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05" name="Google Shape;2505;p60"/>
            <p:cNvSpPr/>
            <p:nvPr/>
          </p:nvSpPr>
          <p:spPr>
            <a:xfrm>
              <a:off x="160935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06" name="Google Shape;2506;p60"/>
            <p:cNvSpPr/>
            <p:nvPr/>
          </p:nvSpPr>
          <p:spPr>
            <a:xfrm>
              <a:off x="1609350" y="1876050"/>
              <a:ext cx="62200" cy="53275"/>
            </a:xfrm>
            <a:custGeom>
              <a:avLst/>
              <a:gdLst/>
              <a:ahLst/>
              <a:cxnLst/>
              <a:rect l="l" t="t" r="r" b="b"/>
              <a:pathLst>
                <a:path w="2488" h="2131" extrusionOk="0">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07" name="Google Shape;2507;p60"/>
            <p:cNvSpPr/>
            <p:nvPr/>
          </p:nvSpPr>
          <p:spPr>
            <a:xfrm>
              <a:off x="160935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08" name="Google Shape;2508;p60"/>
            <p:cNvSpPr/>
            <p:nvPr/>
          </p:nvSpPr>
          <p:spPr>
            <a:xfrm>
              <a:off x="1609350" y="1647400"/>
              <a:ext cx="62200" cy="53450"/>
            </a:xfrm>
            <a:custGeom>
              <a:avLst/>
              <a:gdLst/>
              <a:ahLst/>
              <a:cxnLst/>
              <a:rect l="l" t="t" r="r" b="b"/>
              <a:pathLst>
                <a:path w="2488" h="2138" extrusionOk="0">
                  <a:moveTo>
                    <a:pt x="1065" y="1"/>
                  </a:moveTo>
                  <a:cubicBezTo>
                    <a:pt x="480" y="9"/>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09" name="Google Shape;2509;p60"/>
            <p:cNvSpPr/>
            <p:nvPr/>
          </p:nvSpPr>
          <p:spPr>
            <a:xfrm>
              <a:off x="16093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10" name="Google Shape;2510;p60"/>
            <p:cNvSpPr/>
            <p:nvPr/>
          </p:nvSpPr>
          <p:spPr>
            <a:xfrm>
              <a:off x="160935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11" name="Google Shape;2511;p60"/>
            <p:cNvSpPr/>
            <p:nvPr/>
          </p:nvSpPr>
          <p:spPr>
            <a:xfrm>
              <a:off x="1609350"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12" name="Google Shape;2512;p60"/>
            <p:cNvSpPr/>
            <p:nvPr/>
          </p:nvSpPr>
          <p:spPr>
            <a:xfrm>
              <a:off x="1609350" y="11143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13" name="Google Shape;2513;p60"/>
            <p:cNvSpPr/>
            <p:nvPr/>
          </p:nvSpPr>
          <p:spPr>
            <a:xfrm>
              <a:off x="1533125" y="2942425"/>
              <a:ext cx="62425" cy="53450"/>
            </a:xfrm>
            <a:custGeom>
              <a:avLst/>
              <a:gdLst/>
              <a:ahLst/>
              <a:cxnLst/>
              <a:rect l="l" t="t" r="r" b="b"/>
              <a:pathLst>
                <a:path w="2497" h="2138" extrusionOk="0">
                  <a:moveTo>
                    <a:pt x="1066" y="1"/>
                  </a:moveTo>
                  <a:cubicBezTo>
                    <a:pt x="480" y="9"/>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14" name="Google Shape;2514;p60"/>
            <p:cNvSpPr/>
            <p:nvPr/>
          </p:nvSpPr>
          <p:spPr>
            <a:xfrm>
              <a:off x="1533125" y="2866425"/>
              <a:ext cx="62425" cy="53275"/>
            </a:xfrm>
            <a:custGeom>
              <a:avLst/>
              <a:gdLst/>
              <a:ahLst/>
              <a:cxnLst/>
              <a:rect l="l" t="t" r="r" b="b"/>
              <a:pathLst>
                <a:path w="2497" h="2131" extrusionOk="0">
                  <a:moveTo>
                    <a:pt x="1066" y="0"/>
                  </a:moveTo>
                  <a:cubicBezTo>
                    <a:pt x="480" y="0"/>
                    <a:pt x="1" y="472"/>
                    <a:pt x="1" y="1065"/>
                  </a:cubicBezTo>
                  <a:cubicBezTo>
                    <a:pt x="1" y="1707"/>
                    <a:pt x="523" y="2131"/>
                    <a:pt x="1070" y="2131"/>
                  </a:cubicBezTo>
                  <a:cubicBezTo>
                    <a:pt x="1333" y="2131"/>
                    <a:pt x="1602" y="2032"/>
                    <a:pt x="1822" y="1813"/>
                  </a:cubicBezTo>
                  <a:cubicBezTo>
                    <a:pt x="2497"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15" name="Google Shape;2515;p60"/>
            <p:cNvSpPr/>
            <p:nvPr/>
          </p:nvSpPr>
          <p:spPr>
            <a:xfrm>
              <a:off x="1533125" y="2561575"/>
              <a:ext cx="62425" cy="53425"/>
            </a:xfrm>
            <a:custGeom>
              <a:avLst/>
              <a:gdLst/>
              <a:ahLst/>
              <a:cxnLst/>
              <a:rect l="l" t="t" r="r" b="b"/>
              <a:pathLst>
                <a:path w="2497" h="2137" extrusionOk="0">
                  <a:moveTo>
                    <a:pt x="1066" y="0"/>
                  </a:moveTo>
                  <a:cubicBezTo>
                    <a:pt x="480" y="8"/>
                    <a:pt x="1" y="480"/>
                    <a:pt x="1" y="1073"/>
                  </a:cubicBezTo>
                  <a:cubicBezTo>
                    <a:pt x="1" y="1711"/>
                    <a:pt x="525" y="2137"/>
                    <a:pt x="1073" y="2137"/>
                  </a:cubicBezTo>
                  <a:cubicBezTo>
                    <a:pt x="1336" y="2137"/>
                    <a:pt x="1603" y="2039"/>
                    <a:pt x="1822" y="1821"/>
                  </a:cubicBezTo>
                  <a:cubicBezTo>
                    <a:pt x="2497" y="1154"/>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16" name="Google Shape;2516;p60"/>
            <p:cNvSpPr/>
            <p:nvPr/>
          </p:nvSpPr>
          <p:spPr>
            <a:xfrm>
              <a:off x="1533125" y="2485550"/>
              <a:ext cx="62425" cy="53300"/>
            </a:xfrm>
            <a:custGeom>
              <a:avLst/>
              <a:gdLst/>
              <a:ahLst/>
              <a:cxnLst/>
              <a:rect l="l" t="t" r="r" b="b"/>
              <a:pathLst>
                <a:path w="2497" h="2132" extrusionOk="0">
                  <a:moveTo>
                    <a:pt x="1066" y="1"/>
                  </a:moveTo>
                  <a:cubicBezTo>
                    <a:pt x="480" y="1"/>
                    <a:pt x="1" y="480"/>
                    <a:pt x="1" y="1066"/>
                  </a:cubicBezTo>
                  <a:cubicBezTo>
                    <a:pt x="1" y="1708"/>
                    <a:pt x="523" y="2131"/>
                    <a:pt x="1070" y="2131"/>
                  </a:cubicBezTo>
                  <a:cubicBezTo>
                    <a:pt x="1333" y="2131"/>
                    <a:pt x="1602" y="2033"/>
                    <a:pt x="1822" y="1814"/>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17" name="Google Shape;2517;p60"/>
            <p:cNvSpPr/>
            <p:nvPr/>
          </p:nvSpPr>
          <p:spPr>
            <a:xfrm>
              <a:off x="1533125" y="2409350"/>
              <a:ext cx="62425" cy="53350"/>
            </a:xfrm>
            <a:custGeom>
              <a:avLst/>
              <a:gdLst/>
              <a:ahLst/>
              <a:cxnLst/>
              <a:rect l="l" t="t" r="r" b="b"/>
              <a:pathLst>
                <a:path w="2497" h="2134" extrusionOk="0">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18" name="Google Shape;2518;p60"/>
            <p:cNvSpPr/>
            <p:nvPr/>
          </p:nvSpPr>
          <p:spPr>
            <a:xfrm>
              <a:off x="1533125" y="2333125"/>
              <a:ext cx="62425" cy="53450"/>
            </a:xfrm>
            <a:custGeom>
              <a:avLst/>
              <a:gdLst/>
              <a:ahLst/>
              <a:cxnLst/>
              <a:rect l="l" t="t" r="r" b="b"/>
              <a:pathLst>
                <a:path w="2497" h="2138" extrusionOk="0">
                  <a:moveTo>
                    <a:pt x="1066" y="1"/>
                  </a:moveTo>
                  <a:cubicBezTo>
                    <a:pt x="480"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19" name="Google Shape;2519;p60"/>
            <p:cNvSpPr/>
            <p:nvPr/>
          </p:nvSpPr>
          <p:spPr>
            <a:xfrm>
              <a:off x="1533125" y="2256925"/>
              <a:ext cx="62575" cy="53425"/>
            </a:xfrm>
            <a:custGeom>
              <a:avLst/>
              <a:gdLst/>
              <a:ahLst/>
              <a:cxnLst/>
              <a:rect l="l" t="t" r="r" b="b"/>
              <a:pathLst>
                <a:path w="2503" h="2137" extrusionOk="0">
                  <a:moveTo>
                    <a:pt x="1076" y="0"/>
                  </a:moveTo>
                  <a:cubicBezTo>
                    <a:pt x="1073" y="0"/>
                    <a:pt x="1069" y="0"/>
                    <a:pt x="1066" y="0"/>
                  </a:cubicBezTo>
                  <a:cubicBezTo>
                    <a:pt x="480"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20" name="Google Shape;2520;p60"/>
            <p:cNvSpPr/>
            <p:nvPr/>
          </p:nvSpPr>
          <p:spPr>
            <a:xfrm>
              <a:off x="1533125" y="2180700"/>
              <a:ext cx="62425" cy="53350"/>
            </a:xfrm>
            <a:custGeom>
              <a:avLst/>
              <a:gdLst/>
              <a:ahLst/>
              <a:cxnLst/>
              <a:rect l="l" t="t" r="r" b="b"/>
              <a:pathLst>
                <a:path w="2497" h="2134" extrusionOk="0">
                  <a:moveTo>
                    <a:pt x="1066" y="1"/>
                  </a:moveTo>
                  <a:cubicBezTo>
                    <a:pt x="480" y="1"/>
                    <a:pt x="1"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21" name="Google Shape;2521;p60"/>
            <p:cNvSpPr/>
            <p:nvPr/>
          </p:nvSpPr>
          <p:spPr>
            <a:xfrm>
              <a:off x="1533125" y="210450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22" name="Google Shape;2522;p60"/>
            <p:cNvSpPr/>
            <p:nvPr/>
          </p:nvSpPr>
          <p:spPr>
            <a:xfrm>
              <a:off x="1533125" y="2028275"/>
              <a:ext cx="62425" cy="53450"/>
            </a:xfrm>
            <a:custGeom>
              <a:avLst/>
              <a:gdLst/>
              <a:ahLst/>
              <a:cxnLst/>
              <a:rect l="l" t="t" r="r" b="b"/>
              <a:pathLst>
                <a:path w="2497" h="2138" extrusionOk="0">
                  <a:moveTo>
                    <a:pt x="1066" y="1"/>
                  </a:moveTo>
                  <a:cubicBezTo>
                    <a:pt x="480" y="1"/>
                    <a:pt x="1"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23" name="Google Shape;2523;p60"/>
            <p:cNvSpPr/>
            <p:nvPr/>
          </p:nvSpPr>
          <p:spPr>
            <a:xfrm>
              <a:off x="1533125" y="1952050"/>
              <a:ext cx="62425" cy="53450"/>
            </a:xfrm>
            <a:custGeom>
              <a:avLst/>
              <a:gdLst/>
              <a:ahLst/>
              <a:cxnLst/>
              <a:rect l="l" t="t" r="r" b="b"/>
              <a:pathLst>
                <a:path w="2497" h="2138" extrusionOk="0">
                  <a:moveTo>
                    <a:pt x="1066" y="1"/>
                  </a:moveTo>
                  <a:cubicBezTo>
                    <a:pt x="480" y="9"/>
                    <a:pt x="1" y="481"/>
                    <a:pt x="1" y="1074"/>
                  </a:cubicBezTo>
                  <a:cubicBezTo>
                    <a:pt x="1" y="1712"/>
                    <a:pt x="525" y="2138"/>
                    <a:pt x="1073" y="2138"/>
                  </a:cubicBezTo>
                  <a:cubicBezTo>
                    <a:pt x="1336" y="2138"/>
                    <a:pt x="1603" y="2040"/>
                    <a:pt x="1822" y="1822"/>
                  </a:cubicBezTo>
                  <a:cubicBezTo>
                    <a:pt x="2497"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24" name="Google Shape;2524;p60"/>
            <p:cNvSpPr/>
            <p:nvPr/>
          </p:nvSpPr>
          <p:spPr>
            <a:xfrm>
              <a:off x="1533125" y="1876050"/>
              <a:ext cx="62425" cy="53275"/>
            </a:xfrm>
            <a:custGeom>
              <a:avLst/>
              <a:gdLst/>
              <a:ahLst/>
              <a:cxnLst/>
              <a:rect l="l" t="t" r="r" b="b"/>
              <a:pathLst>
                <a:path w="2497" h="2131" extrusionOk="0">
                  <a:moveTo>
                    <a:pt x="1066" y="1"/>
                  </a:moveTo>
                  <a:cubicBezTo>
                    <a:pt x="480" y="1"/>
                    <a:pt x="1" y="472"/>
                    <a:pt x="1" y="1066"/>
                  </a:cubicBezTo>
                  <a:cubicBezTo>
                    <a:pt x="1" y="1707"/>
                    <a:pt x="523" y="2131"/>
                    <a:pt x="1070" y="2131"/>
                  </a:cubicBezTo>
                  <a:cubicBezTo>
                    <a:pt x="1333" y="2131"/>
                    <a:pt x="1602" y="2033"/>
                    <a:pt x="1822" y="1813"/>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25" name="Google Shape;2525;p60"/>
            <p:cNvSpPr/>
            <p:nvPr/>
          </p:nvSpPr>
          <p:spPr>
            <a:xfrm>
              <a:off x="1533125" y="179985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26" name="Google Shape;2526;p60"/>
            <p:cNvSpPr/>
            <p:nvPr/>
          </p:nvSpPr>
          <p:spPr>
            <a:xfrm>
              <a:off x="1533125" y="172362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27" name="Google Shape;2527;p60"/>
            <p:cNvSpPr/>
            <p:nvPr/>
          </p:nvSpPr>
          <p:spPr>
            <a:xfrm>
              <a:off x="1533125" y="1647400"/>
              <a:ext cx="62425" cy="53450"/>
            </a:xfrm>
            <a:custGeom>
              <a:avLst/>
              <a:gdLst/>
              <a:ahLst/>
              <a:cxnLst/>
              <a:rect l="l" t="t" r="r" b="b"/>
              <a:pathLst>
                <a:path w="2497" h="2138" extrusionOk="0">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28" name="Google Shape;2528;p60"/>
            <p:cNvSpPr/>
            <p:nvPr/>
          </p:nvSpPr>
          <p:spPr>
            <a:xfrm>
              <a:off x="1533125" y="1342750"/>
              <a:ext cx="62425" cy="53450"/>
            </a:xfrm>
            <a:custGeom>
              <a:avLst/>
              <a:gdLst/>
              <a:ahLst/>
              <a:cxnLst/>
              <a:rect l="l" t="t" r="r" b="b"/>
              <a:pathLst>
                <a:path w="2497" h="2138" extrusionOk="0">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29" name="Google Shape;2529;p60"/>
            <p:cNvSpPr/>
            <p:nvPr/>
          </p:nvSpPr>
          <p:spPr>
            <a:xfrm>
              <a:off x="1456925" y="2866425"/>
              <a:ext cx="62425" cy="53275"/>
            </a:xfrm>
            <a:custGeom>
              <a:avLst/>
              <a:gdLst/>
              <a:ahLst/>
              <a:cxnLst/>
              <a:rect l="l" t="t" r="r" b="b"/>
              <a:pathLst>
                <a:path w="2497" h="2131" extrusionOk="0">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30" name="Google Shape;2530;p60"/>
            <p:cNvSpPr/>
            <p:nvPr/>
          </p:nvSpPr>
          <p:spPr>
            <a:xfrm>
              <a:off x="1456925" y="2790200"/>
              <a:ext cx="62425" cy="53350"/>
            </a:xfrm>
            <a:custGeom>
              <a:avLst/>
              <a:gdLst/>
              <a:ahLst/>
              <a:cxnLst/>
              <a:rect l="l" t="t" r="r" b="b"/>
              <a:pathLst>
                <a:path w="2497" h="2134" extrusionOk="0">
                  <a:moveTo>
                    <a:pt x="1065" y="1"/>
                  </a:moveTo>
                  <a:cubicBezTo>
                    <a:pt x="480" y="1"/>
                    <a:pt x="8"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31" name="Google Shape;2531;p60"/>
            <p:cNvSpPr/>
            <p:nvPr/>
          </p:nvSpPr>
          <p:spPr>
            <a:xfrm>
              <a:off x="1456925"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32" name="Google Shape;2532;p60"/>
            <p:cNvSpPr/>
            <p:nvPr/>
          </p:nvSpPr>
          <p:spPr>
            <a:xfrm>
              <a:off x="1456925" y="2637775"/>
              <a:ext cx="62425" cy="53450"/>
            </a:xfrm>
            <a:custGeom>
              <a:avLst/>
              <a:gdLst/>
              <a:ahLst/>
              <a:cxnLst/>
              <a:rect l="l" t="t" r="r" b="b"/>
              <a:pathLst>
                <a:path w="2497" h="2138" extrusionOk="0">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33" name="Google Shape;2533;p60"/>
            <p:cNvSpPr/>
            <p:nvPr/>
          </p:nvSpPr>
          <p:spPr>
            <a:xfrm>
              <a:off x="1456925" y="2561575"/>
              <a:ext cx="62425" cy="53425"/>
            </a:xfrm>
            <a:custGeom>
              <a:avLst/>
              <a:gdLst/>
              <a:ahLst/>
              <a:cxnLst/>
              <a:rect l="l" t="t" r="r" b="b"/>
              <a:pathLst>
                <a:path w="2497" h="2137" extrusionOk="0">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34" name="Google Shape;2534;p60"/>
            <p:cNvSpPr/>
            <p:nvPr/>
          </p:nvSpPr>
          <p:spPr>
            <a:xfrm>
              <a:off x="1456925" y="2485550"/>
              <a:ext cx="62425" cy="53300"/>
            </a:xfrm>
            <a:custGeom>
              <a:avLst/>
              <a:gdLst/>
              <a:ahLst/>
              <a:cxnLst/>
              <a:rect l="l" t="t" r="r" b="b"/>
              <a:pathLst>
                <a:path w="2497" h="2132" extrusionOk="0">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35" name="Google Shape;2535;p60"/>
            <p:cNvSpPr/>
            <p:nvPr/>
          </p:nvSpPr>
          <p:spPr>
            <a:xfrm>
              <a:off x="1456925" y="2409350"/>
              <a:ext cx="62425" cy="53350"/>
            </a:xfrm>
            <a:custGeom>
              <a:avLst/>
              <a:gdLst/>
              <a:ahLst/>
              <a:cxnLst/>
              <a:rect l="l" t="t" r="r" b="b"/>
              <a:pathLst>
                <a:path w="2497" h="2134" extrusionOk="0">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36" name="Google Shape;2536;p60"/>
            <p:cNvSpPr/>
            <p:nvPr/>
          </p:nvSpPr>
          <p:spPr>
            <a:xfrm>
              <a:off x="1456925" y="2333125"/>
              <a:ext cx="62425" cy="53450"/>
            </a:xfrm>
            <a:custGeom>
              <a:avLst/>
              <a:gdLst/>
              <a:ahLst/>
              <a:cxnLst/>
              <a:rect l="l" t="t" r="r" b="b"/>
              <a:pathLst>
                <a:path w="2497"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37" name="Google Shape;2537;p60"/>
            <p:cNvSpPr/>
            <p:nvPr/>
          </p:nvSpPr>
          <p:spPr>
            <a:xfrm>
              <a:off x="1456925"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38" name="Google Shape;2538;p60"/>
            <p:cNvSpPr/>
            <p:nvPr/>
          </p:nvSpPr>
          <p:spPr>
            <a:xfrm>
              <a:off x="1456925" y="2180700"/>
              <a:ext cx="62425" cy="53350"/>
            </a:xfrm>
            <a:custGeom>
              <a:avLst/>
              <a:gdLst/>
              <a:ahLst/>
              <a:cxnLst/>
              <a:rect l="l" t="t" r="r" b="b"/>
              <a:pathLst>
                <a:path w="2497" h="2134" extrusionOk="0">
                  <a:moveTo>
                    <a:pt x="1065" y="1"/>
                  </a:moveTo>
                  <a:cubicBezTo>
                    <a:pt x="480" y="1"/>
                    <a:pt x="8"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39" name="Google Shape;2539;p60"/>
            <p:cNvSpPr/>
            <p:nvPr/>
          </p:nvSpPr>
          <p:spPr>
            <a:xfrm>
              <a:off x="1456925"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40" name="Google Shape;2540;p60"/>
            <p:cNvSpPr/>
            <p:nvPr/>
          </p:nvSpPr>
          <p:spPr>
            <a:xfrm>
              <a:off x="1456925" y="2028275"/>
              <a:ext cx="62425" cy="53450"/>
            </a:xfrm>
            <a:custGeom>
              <a:avLst/>
              <a:gdLst/>
              <a:ahLst/>
              <a:cxnLst/>
              <a:rect l="l" t="t" r="r" b="b"/>
              <a:pathLst>
                <a:path w="2497" h="2138" extrusionOk="0">
                  <a:moveTo>
                    <a:pt x="1065" y="1"/>
                  </a:moveTo>
                  <a:cubicBezTo>
                    <a:pt x="480" y="1"/>
                    <a:pt x="8"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41" name="Google Shape;2541;p60"/>
            <p:cNvSpPr/>
            <p:nvPr/>
          </p:nvSpPr>
          <p:spPr>
            <a:xfrm>
              <a:off x="1456925" y="1952050"/>
              <a:ext cx="62425" cy="53450"/>
            </a:xfrm>
            <a:custGeom>
              <a:avLst/>
              <a:gdLst/>
              <a:ahLst/>
              <a:cxnLst/>
              <a:rect l="l" t="t" r="r" b="b"/>
              <a:pathLst>
                <a:path w="2497" h="2138" extrusionOk="0">
                  <a:moveTo>
                    <a:pt x="1065" y="1"/>
                  </a:moveTo>
                  <a:cubicBezTo>
                    <a:pt x="480" y="9"/>
                    <a:pt x="8"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42" name="Google Shape;2542;p60"/>
            <p:cNvSpPr/>
            <p:nvPr/>
          </p:nvSpPr>
          <p:spPr>
            <a:xfrm>
              <a:off x="1456925" y="1876050"/>
              <a:ext cx="62425" cy="53275"/>
            </a:xfrm>
            <a:custGeom>
              <a:avLst/>
              <a:gdLst/>
              <a:ahLst/>
              <a:cxnLst/>
              <a:rect l="l" t="t" r="r" b="b"/>
              <a:pathLst>
                <a:path w="2497"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43" name="Google Shape;2543;p60"/>
            <p:cNvSpPr/>
            <p:nvPr/>
          </p:nvSpPr>
          <p:spPr>
            <a:xfrm>
              <a:off x="1456925" y="1799850"/>
              <a:ext cx="62425" cy="53325"/>
            </a:xfrm>
            <a:custGeom>
              <a:avLst/>
              <a:gdLst/>
              <a:ahLst/>
              <a:cxnLst/>
              <a:rect l="l" t="t" r="r" b="b"/>
              <a:pathLst>
                <a:path w="2497" h="2133" extrusionOk="0">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44" name="Google Shape;2544;p60"/>
            <p:cNvSpPr/>
            <p:nvPr/>
          </p:nvSpPr>
          <p:spPr>
            <a:xfrm>
              <a:off x="1456925" y="172362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45" name="Google Shape;2545;p60"/>
            <p:cNvSpPr/>
            <p:nvPr/>
          </p:nvSpPr>
          <p:spPr>
            <a:xfrm>
              <a:off x="1456925" y="1647400"/>
              <a:ext cx="62425" cy="53450"/>
            </a:xfrm>
            <a:custGeom>
              <a:avLst/>
              <a:gdLst/>
              <a:ahLst/>
              <a:cxnLst/>
              <a:rect l="l" t="t" r="r" b="b"/>
              <a:pathLst>
                <a:path w="2497" h="2138" extrusionOk="0">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46" name="Google Shape;2546;p60"/>
            <p:cNvSpPr/>
            <p:nvPr/>
          </p:nvSpPr>
          <p:spPr>
            <a:xfrm>
              <a:off x="1456925" y="1571400"/>
              <a:ext cx="62425" cy="53250"/>
            </a:xfrm>
            <a:custGeom>
              <a:avLst/>
              <a:gdLst/>
              <a:ahLst/>
              <a:cxnLst/>
              <a:rect l="l" t="t" r="r" b="b"/>
              <a:pathLst>
                <a:path w="2497" h="2130" extrusionOk="0">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47" name="Google Shape;2547;p60"/>
            <p:cNvSpPr/>
            <p:nvPr/>
          </p:nvSpPr>
          <p:spPr>
            <a:xfrm>
              <a:off x="1456925" y="1266550"/>
              <a:ext cx="62425" cy="53450"/>
            </a:xfrm>
            <a:custGeom>
              <a:avLst/>
              <a:gdLst/>
              <a:ahLst/>
              <a:cxnLst/>
              <a:rect l="l" t="t" r="r" b="b"/>
              <a:pathLst>
                <a:path w="2497" h="2138" extrusionOk="0">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48" name="Google Shape;2548;p60"/>
            <p:cNvSpPr/>
            <p:nvPr/>
          </p:nvSpPr>
          <p:spPr>
            <a:xfrm>
              <a:off x="1380900" y="27902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49" name="Google Shape;2549;p60"/>
            <p:cNvSpPr/>
            <p:nvPr/>
          </p:nvSpPr>
          <p:spPr>
            <a:xfrm>
              <a:off x="1380900" y="271400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50" name="Google Shape;2550;p60"/>
            <p:cNvSpPr/>
            <p:nvPr/>
          </p:nvSpPr>
          <p:spPr>
            <a:xfrm>
              <a:off x="1380900" y="2637775"/>
              <a:ext cx="62225" cy="53450"/>
            </a:xfrm>
            <a:custGeom>
              <a:avLst/>
              <a:gdLst/>
              <a:ahLst/>
              <a:cxnLst/>
              <a:rect l="l" t="t" r="r" b="b"/>
              <a:pathLst>
                <a:path w="2489" h="2138" extrusionOk="0">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51" name="Google Shape;2551;p60"/>
            <p:cNvSpPr/>
            <p:nvPr/>
          </p:nvSpPr>
          <p:spPr>
            <a:xfrm>
              <a:off x="1380900"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52" name="Google Shape;2552;p60"/>
            <p:cNvSpPr/>
            <p:nvPr/>
          </p:nvSpPr>
          <p:spPr>
            <a:xfrm>
              <a:off x="1380900" y="2485550"/>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53" name="Google Shape;2553;p60"/>
            <p:cNvSpPr/>
            <p:nvPr/>
          </p:nvSpPr>
          <p:spPr>
            <a:xfrm>
              <a:off x="138090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54" name="Google Shape;2554;p60"/>
            <p:cNvSpPr/>
            <p:nvPr/>
          </p:nvSpPr>
          <p:spPr>
            <a:xfrm>
              <a:off x="138090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55" name="Google Shape;2555;p60"/>
            <p:cNvSpPr/>
            <p:nvPr/>
          </p:nvSpPr>
          <p:spPr>
            <a:xfrm>
              <a:off x="1380900" y="2256925"/>
              <a:ext cx="62375" cy="53425"/>
            </a:xfrm>
            <a:custGeom>
              <a:avLst/>
              <a:gdLst/>
              <a:ahLst/>
              <a:cxnLst/>
              <a:rect l="l" t="t" r="r" b="b"/>
              <a:pathLst>
                <a:path w="2495" h="2137" extrusionOk="0">
                  <a:moveTo>
                    <a:pt x="1076" y="0"/>
                  </a:moveTo>
                  <a:cubicBezTo>
                    <a:pt x="1072"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56" name="Google Shape;2556;p60"/>
            <p:cNvSpPr/>
            <p:nvPr/>
          </p:nvSpPr>
          <p:spPr>
            <a:xfrm>
              <a:off x="1380900"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57" name="Google Shape;2557;p60"/>
            <p:cNvSpPr/>
            <p:nvPr/>
          </p:nvSpPr>
          <p:spPr>
            <a:xfrm>
              <a:off x="1380900"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58" name="Google Shape;2558;p60"/>
            <p:cNvSpPr/>
            <p:nvPr/>
          </p:nvSpPr>
          <p:spPr>
            <a:xfrm>
              <a:off x="1380900"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59" name="Google Shape;2559;p60"/>
            <p:cNvSpPr/>
            <p:nvPr/>
          </p:nvSpPr>
          <p:spPr>
            <a:xfrm>
              <a:off x="138090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60" name="Google Shape;2560;p60"/>
            <p:cNvSpPr/>
            <p:nvPr/>
          </p:nvSpPr>
          <p:spPr>
            <a:xfrm>
              <a:off x="1380900"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61" name="Google Shape;2561;p60"/>
            <p:cNvSpPr/>
            <p:nvPr/>
          </p:nvSpPr>
          <p:spPr>
            <a:xfrm>
              <a:off x="1380900"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62" name="Google Shape;2562;p60"/>
            <p:cNvSpPr/>
            <p:nvPr/>
          </p:nvSpPr>
          <p:spPr>
            <a:xfrm>
              <a:off x="1380900"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63" name="Google Shape;2563;p60"/>
            <p:cNvSpPr/>
            <p:nvPr/>
          </p:nvSpPr>
          <p:spPr>
            <a:xfrm>
              <a:off x="1380900"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64" name="Google Shape;2564;p60"/>
            <p:cNvSpPr/>
            <p:nvPr/>
          </p:nvSpPr>
          <p:spPr>
            <a:xfrm>
              <a:off x="138090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65" name="Google Shape;2565;p60"/>
            <p:cNvSpPr/>
            <p:nvPr/>
          </p:nvSpPr>
          <p:spPr>
            <a:xfrm>
              <a:off x="138090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66" name="Google Shape;2566;p60"/>
            <p:cNvSpPr/>
            <p:nvPr/>
          </p:nvSpPr>
          <p:spPr>
            <a:xfrm>
              <a:off x="130470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67" name="Google Shape;2567;p60"/>
            <p:cNvSpPr/>
            <p:nvPr/>
          </p:nvSpPr>
          <p:spPr>
            <a:xfrm>
              <a:off x="1304700" y="2485550"/>
              <a:ext cx="62200" cy="53300"/>
            </a:xfrm>
            <a:custGeom>
              <a:avLst/>
              <a:gdLst/>
              <a:ahLst/>
              <a:cxnLst/>
              <a:rect l="l" t="t" r="r" b="b"/>
              <a:pathLst>
                <a:path w="2488" h="2132" extrusionOk="0">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68" name="Google Shape;2568;p60"/>
            <p:cNvSpPr/>
            <p:nvPr/>
          </p:nvSpPr>
          <p:spPr>
            <a:xfrm>
              <a:off x="1304700" y="2409350"/>
              <a:ext cx="62200" cy="53350"/>
            </a:xfrm>
            <a:custGeom>
              <a:avLst/>
              <a:gdLst/>
              <a:ahLst/>
              <a:cxnLst/>
              <a:rect l="l" t="t" r="r" b="b"/>
              <a:pathLst>
                <a:path w="2488"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69" name="Google Shape;2569;p60"/>
            <p:cNvSpPr/>
            <p:nvPr/>
          </p:nvSpPr>
          <p:spPr>
            <a:xfrm>
              <a:off x="1304700"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70" name="Google Shape;2570;p60"/>
            <p:cNvSpPr/>
            <p:nvPr/>
          </p:nvSpPr>
          <p:spPr>
            <a:xfrm>
              <a:off x="1304700"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71" name="Google Shape;2571;p60"/>
            <p:cNvSpPr/>
            <p:nvPr/>
          </p:nvSpPr>
          <p:spPr>
            <a:xfrm>
              <a:off x="1304700" y="2180700"/>
              <a:ext cx="62200" cy="53350"/>
            </a:xfrm>
            <a:custGeom>
              <a:avLst/>
              <a:gdLst/>
              <a:ahLst/>
              <a:cxnLst/>
              <a:rect l="l" t="t" r="r" b="b"/>
              <a:pathLst>
                <a:path w="2488"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72" name="Google Shape;2572;p60"/>
            <p:cNvSpPr/>
            <p:nvPr/>
          </p:nvSpPr>
          <p:spPr>
            <a:xfrm>
              <a:off x="1304700" y="21045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73" name="Google Shape;2573;p60"/>
            <p:cNvSpPr/>
            <p:nvPr/>
          </p:nvSpPr>
          <p:spPr>
            <a:xfrm>
              <a:off x="1304700"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74" name="Google Shape;2574;p60"/>
            <p:cNvSpPr/>
            <p:nvPr/>
          </p:nvSpPr>
          <p:spPr>
            <a:xfrm>
              <a:off x="130470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75" name="Google Shape;2575;p60"/>
            <p:cNvSpPr/>
            <p:nvPr/>
          </p:nvSpPr>
          <p:spPr>
            <a:xfrm>
              <a:off x="1304700" y="1876050"/>
              <a:ext cx="62200" cy="53275"/>
            </a:xfrm>
            <a:custGeom>
              <a:avLst/>
              <a:gdLst/>
              <a:ahLst/>
              <a:cxnLst/>
              <a:rect l="l" t="t" r="r" b="b"/>
              <a:pathLst>
                <a:path w="2488" h="2131" extrusionOk="0">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76" name="Google Shape;2576;p60"/>
            <p:cNvSpPr/>
            <p:nvPr/>
          </p:nvSpPr>
          <p:spPr>
            <a:xfrm>
              <a:off x="1304700" y="179985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77" name="Google Shape;2577;p60"/>
            <p:cNvSpPr/>
            <p:nvPr/>
          </p:nvSpPr>
          <p:spPr>
            <a:xfrm>
              <a:off x="130470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78" name="Google Shape;2578;p60"/>
            <p:cNvSpPr/>
            <p:nvPr/>
          </p:nvSpPr>
          <p:spPr>
            <a:xfrm>
              <a:off x="1304700"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79" name="Google Shape;2579;p60"/>
            <p:cNvSpPr/>
            <p:nvPr/>
          </p:nvSpPr>
          <p:spPr>
            <a:xfrm>
              <a:off x="130470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80" name="Google Shape;2580;p60"/>
            <p:cNvSpPr/>
            <p:nvPr/>
          </p:nvSpPr>
          <p:spPr>
            <a:xfrm>
              <a:off x="130470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81" name="Google Shape;2581;p60"/>
            <p:cNvSpPr/>
            <p:nvPr/>
          </p:nvSpPr>
          <p:spPr>
            <a:xfrm>
              <a:off x="1304700" y="141897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82" name="Google Shape;2582;p60"/>
            <p:cNvSpPr/>
            <p:nvPr/>
          </p:nvSpPr>
          <p:spPr>
            <a:xfrm>
              <a:off x="1304700" y="119055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83" name="Google Shape;2583;p60"/>
            <p:cNvSpPr/>
            <p:nvPr/>
          </p:nvSpPr>
          <p:spPr>
            <a:xfrm>
              <a:off x="1228475"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84" name="Google Shape;2584;p60"/>
            <p:cNvSpPr/>
            <p:nvPr/>
          </p:nvSpPr>
          <p:spPr>
            <a:xfrm>
              <a:off x="1228475" y="26377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85" name="Google Shape;2585;p60"/>
            <p:cNvSpPr/>
            <p:nvPr/>
          </p:nvSpPr>
          <p:spPr>
            <a:xfrm>
              <a:off x="1228475" y="2561575"/>
              <a:ext cx="62225" cy="53425"/>
            </a:xfrm>
            <a:custGeom>
              <a:avLst/>
              <a:gdLst/>
              <a:ahLst/>
              <a:cxnLst/>
              <a:rect l="l" t="t" r="r" b="b"/>
              <a:pathLst>
                <a:path w="2489" h="2137" extrusionOk="0">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86" name="Google Shape;2586;p60"/>
            <p:cNvSpPr/>
            <p:nvPr/>
          </p:nvSpPr>
          <p:spPr>
            <a:xfrm>
              <a:off x="1228475" y="2485550"/>
              <a:ext cx="62225" cy="53300"/>
            </a:xfrm>
            <a:custGeom>
              <a:avLst/>
              <a:gdLst/>
              <a:ahLst/>
              <a:cxnLst/>
              <a:rect l="l" t="t" r="r" b="b"/>
              <a:pathLst>
                <a:path w="2489" h="2132" extrusionOk="0">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87" name="Google Shape;2587;p60"/>
            <p:cNvSpPr/>
            <p:nvPr/>
          </p:nvSpPr>
          <p:spPr>
            <a:xfrm>
              <a:off x="1228475"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88" name="Google Shape;2588;p60"/>
            <p:cNvSpPr/>
            <p:nvPr/>
          </p:nvSpPr>
          <p:spPr>
            <a:xfrm>
              <a:off x="1228475" y="2333125"/>
              <a:ext cx="62225" cy="53450"/>
            </a:xfrm>
            <a:custGeom>
              <a:avLst/>
              <a:gdLst/>
              <a:ahLst/>
              <a:cxnLst/>
              <a:rect l="l" t="t" r="r" b="b"/>
              <a:pathLst>
                <a:path w="2489" h="2138" extrusionOk="0">
                  <a:moveTo>
                    <a:pt x="1066" y="1"/>
                  </a:moveTo>
                  <a:cubicBezTo>
                    <a:pt x="480" y="1"/>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89" name="Google Shape;2589;p60"/>
            <p:cNvSpPr/>
            <p:nvPr/>
          </p:nvSpPr>
          <p:spPr>
            <a:xfrm>
              <a:off x="1228475" y="2256925"/>
              <a:ext cx="62375" cy="53425"/>
            </a:xfrm>
            <a:custGeom>
              <a:avLst/>
              <a:gdLst/>
              <a:ahLst/>
              <a:cxnLst/>
              <a:rect l="l" t="t" r="r" b="b"/>
              <a:pathLst>
                <a:path w="2495" h="2137" extrusionOk="0">
                  <a:moveTo>
                    <a:pt x="1076" y="0"/>
                  </a:moveTo>
                  <a:cubicBezTo>
                    <a:pt x="1072" y="0"/>
                    <a:pt x="1069" y="0"/>
                    <a:pt x="1066" y="0"/>
                  </a:cubicBezTo>
                  <a:cubicBezTo>
                    <a:pt x="480" y="0"/>
                    <a:pt x="1" y="480"/>
                    <a:pt x="1" y="1065"/>
                  </a:cubicBezTo>
                  <a:cubicBezTo>
                    <a:pt x="1" y="1709"/>
                    <a:pt x="530" y="2137"/>
                    <a:pt x="1081" y="2137"/>
                  </a:cubicBezTo>
                  <a:cubicBezTo>
                    <a:pt x="1344" y="2137"/>
                    <a:pt x="1612" y="2039"/>
                    <a:pt x="1830" y="1821"/>
                  </a:cubicBezTo>
                  <a:cubicBezTo>
                    <a:pt x="2494" y="1149"/>
                    <a:pt x="2020" y="0"/>
                    <a:pt x="107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90" name="Google Shape;2590;p60"/>
            <p:cNvSpPr/>
            <p:nvPr/>
          </p:nvSpPr>
          <p:spPr>
            <a:xfrm>
              <a:off x="1228475"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91" name="Google Shape;2591;p60"/>
            <p:cNvSpPr/>
            <p:nvPr/>
          </p:nvSpPr>
          <p:spPr>
            <a:xfrm>
              <a:off x="1228475"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92" name="Google Shape;2592;p60"/>
            <p:cNvSpPr/>
            <p:nvPr/>
          </p:nvSpPr>
          <p:spPr>
            <a:xfrm>
              <a:off x="1228475"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93" name="Google Shape;2593;p60"/>
            <p:cNvSpPr/>
            <p:nvPr/>
          </p:nvSpPr>
          <p:spPr>
            <a:xfrm>
              <a:off x="1228475"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94" name="Google Shape;2594;p60"/>
            <p:cNvSpPr/>
            <p:nvPr/>
          </p:nvSpPr>
          <p:spPr>
            <a:xfrm>
              <a:off x="1228475" y="1876050"/>
              <a:ext cx="62225" cy="53275"/>
            </a:xfrm>
            <a:custGeom>
              <a:avLst/>
              <a:gdLst/>
              <a:ahLst/>
              <a:cxnLst/>
              <a:rect l="l" t="t" r="r" b="b"/>
              <a:pathLst>
                <a:path w="2489" h="2131" extrusionOk="0">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95" name="Google Shape;2595;p60"/>
            <p:cNvSpPr/>
            <p:nvPr/>
          </p:nvSpPr>
          <p:spPr>
            <a:xfrm>
              <a:off x="1228475"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96" name="Google Shape;2596;p60"/>
            <p:cNvSpPr/>
            <p:nvPr/>
          </p:nvSpPr>
          <p:spPr>
            <a:xfrm>
              <a:off x="122847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97" name="Google Shape;2597;p60"/>
            <p:cNvSpPr/>
            <p:nvPr/>
          </p:nvSpPr>
          <p:spPr>
            <a:xfrm>
              <a:off x="122847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98" name="Google Shape;2598;p60"/>
            <p:cNvSpPr/>
            <p:nvPr/>
          </p:nvSpPr>
          <p:spPr>
            <a:xfrm>
              <a:off x="1228475"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599" name="Google Shape;2599;p60"/>
            <p:cNvSpPr/>
            <p:nvPr/>
          </p:nvSpPr>
          <p:spPr>
            <a:xfrm>
              <a:off x="1228475"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00" name="Google Shape;2600;p60"/>
            <p:cNvSpPr/>
            <p:nvPr/>
          </p:nvSpPr>
          <p:spPr>
            <a:xfrm>
              <a:off x="1228475"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01" name="Google Shape;2601;p60"/>
            <p:cNvSpPr/>
            <p:nvPr/>
          </p:nvSpPr>
          <p:spPr>
            <a:xfrm>
              <a:off x="1152275" y="2561575"/>
              <a:ext cx="62400" cy="53425"/>
            </a:xfrm>
            <a:custGeom>
              <a:avLst/>
              <a:gdLst/>
              <a:ahLst/>
              <a:cxnLst/>
              <a:rect l="l" t="t" r="r" b="b"/>
              <a:pathLst>
                <a:path w="2496" h="2137" extrusionOk="0">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02" name="Google Shape;2602;p60"/>
            <p:cNvSpPr/>
            <p:nvPr/>
          </p:nvSpPr>
          <p:spPr>
            <a:xfrm>
              <a:off x="1152275" y="2485550"/>
              <a:ext cx="62400" cy="53300"/>
            </a:xfrm>
            <a:custGeom>
              <a:avLst/>
              <a:gdLst/>
              <a:ahLst/>
              <a:cxnLst/>
              <a:rect l="l" t="t" r="r" b="b"/>
              <a:pathLst>
                <a:path w="2496" h="2132" extrusionOk="0">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03" name="Google Shape;2603;p60"/>
            <p:cNvSpPr/>
            <p:nvPr/>
          </p:nvSpPr>
          <p:spPr>
            <a:xfrm>
              <a:off x="1152275" y="2409350"/>
              <a:ext cx="62400" cy="53350"/>
            </a:xfrm>
            <a:custGeom>
              <a:avLst/>
              <a:gdLst/>
              <a:ahLst/>
              <a:cxnLst/>
              <a:rect l="l" t="t" r="r" b="b"/>
              <a:pathLst>
                <a:path w="2496" h="2134" extrusionOk="0">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04" name="Google Shape;2604;p60"/>
            <p:cNvSpPr/>
            <p:nvPr/>
          </p:nvSpPr>
          <p:spPr>
            <a:xfrm>
              <a:off x="1152275" y="2333125"/>
              <a:ext cx="62400" cy="53450"/>
            </a:xfrm>
            <a:custGeom>
              <a:avLst/>
              <a:gdLst/>
              <a:ahLst/>
              <a:cxnLst/>
              <a:rect l="l" t="t" r="r" b="b"/>
              <a:pathLst>
                <a:path w="2496"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05" name="Google Shape;2605;p60"/>
            <p:cNvSpPr/>
            <p:nvPr/>
          </p:nvSpPr>
          <p:spPr>
            <a:xfrm>
              <a:off x="1152275"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06" name="Google Shape;2606;p60"/>
            <p:cNvSpPr/>
            <p:nvPr/>
          </p:nvSpPr>
          <p:spPr>
            <a:xfrm>
              <a:off x="1152275" y="2180700"/>
              <a:ext cx="62400" cy="53350"/>
            </a:xfrm>
            <a:custGeom>
              <a:avLst/>
              <a:gdLst/>
              <a:ahLst/>
              <a:cxnLst/>
              <a:rect l="l" t="t" r="r" b="b"/>
              <a:pathLst>
                <a:path w="2496" h="2134" extrusionOk="0">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07" name="Google Shape;2607;p60"/>
            <p:cNvSpPr/>
            <p:nvPr/>
          </p:nvSpPr>
          <p:spPr>
            <a:xfrm>
              <a:off x="1152275" y="2104500"/>
              <a:ext cx="62400" cy="53325"/>
            </a:xfrm>
            <a:custGeom>
              <a:avLst/>
              <a:gdLst/>
              <a:ahLst/>
              <a:cxnLst/>
              <a:rect l="l" t="t" r="r" b="b"/>
              <a:pathLst>
                <a:path w="2496"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08" name="Google Shape;2608;p60"/>
            <p:cNvSpPr/>
            <p:nvPr/>
          </p:nvSpPr>
          <p:spPr>
            <a:xfrm>
              <a:off x="1152275" y="2028275"/>
              <a:ext cx="62400" cy="53450"/>
            </a:xfrm>
            <a:custGeom>
              <a:avLst/>
              <a:gdLst/>
              <a:ahLst/>
              <a:cxnLst/>
              <a:rect l="l" t="t" r="r" b="b"/>
              <a:pathLst>
                <a:path w="2496"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09" name="Google Shape;2609;p60"/>
            <p:cNvSpPr/>
            <p:nvPr/>
          </p:nvSpPr>
          <p:spPr>
            <a:xfrm>
              <a:off x="1152275" y="1952050"/>
              <a:ext cx="62400" cy="53450"/>
            </a:xfrm>
            <a:custGeom>
              <a:avLst/>
              <a:gdLst/>
              <a:ahLst/>
              <a:cxnLst/>
              <a:rect l="l" t="t" r="r" b="b"/>
              <a:pathLst>
                <a:path w="2496"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10" name="Google Shape;2610;p60"/>
            <p:cNvSpPr/>
            <p:nvPr/>
          </p:nvSpPr>
          <p:spPr>
            <a:xfrm>
              <a:off x="1152275" y="1876050"/>
              <a:ext cx="62400" cy="53275"/>
            </a:xfrm>
            <a:custGeom>
              <a:avLst/>
              <a:gdLst/>
              <a:ahLst/>
              <a:cxnLst/>
              <a:rect l="l" t="t" r="r" b="b"/>
              <a:pathLst>
                <a:path w="2496"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11" name="Google Shape;2611;p60"/>
            <p:cNvSpPr/>
            <p:nvPr/>
          </p:nvSpPr>
          <p:spPr>
            <a:xfrm>
              <a:off x="1152275" y="1799850"/>
              <a:ext cx="62400" cy="53325"/>
            </a:xfrm>
            <a:custGeom>
              <a:avLst/>
              <a:gdLst/>
              <a:ahLst/>
              <a:cxnLst/>
              <a:rect l="l" t="t" r="r" b="b"/>
              <a:pathLst>
                <a:path w="2496"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12" name="Google Shape;2612;p60"/>
            <p:cNvSpPr/>
            <p:nvPr/>
          </p:nvSpPr>
          <p:spPr>
            <a:xfrm>
              <a:off x="1152275" y="1723625"/>
              <a:ext cx="62400" cy="53350"/>
            </a:xfrm>
            <a:custGeom>
              <a:avLst/>
              <a:gdLst/>
              <a:ahLst/>
              <a:cxnLst/>
              <a:rect l="l" t="t" r="r" b="b"/>
              <a:pathLst>
                <a:path w="2496"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13" name="Google Shape;2613;p60"/>
            <p:cNvSpPr/>
            <p:nvPr/>
          </p:nvSpPr>
          <p:spPr>
            <a:xfrm>
              <a:off x="1152275" y="164740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14" name="Google Shape;2614;p60"/>
            <p:cNvSpPr/>
            <p:nvPr/>
          </p:nvSpPr>
          <p:spPr>
            <a:xfrm>
              <a:off x="1152275" y="1571400"/>
              <a:ext cx="62400" cy="53250"/>
            </a:xfrm>
            <a:custGeom>
              <a:avLst/>
              <a:gdLst/>
              <a:ahLst/>
              <a:cxnLst/>
              <a:rect l="l" t="t" r="r" b="b"/>
              <a:pathLst>
                <a:path w="2496"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15" name="Google Shape;2615;p60"/>
            <p:cNvSpPr/>
            <p:nvPr/>
          </p:nvSpPr>
          <p:spPr>
            <a:xfrm>
              <a:off x="1152275" y="134275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16" name="Google Shape;2616;p60"/>
            <p:cNvSpPr/>
            <p:nvPr/>
          </p:nvSpPr>
          <p:spPr>
            <a:xfrm>
              <a:off x="1076050" y="240935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17" name="Google Shape;2617;p60"/>
            <p:cNvSpPr/>
            <p:nvPr/>
          </p:nvSpPr>
          <p:spPr>
            <a:xfrm>
              <a:off x="1076050" y="2333125"/>
              <a:ext cx="62425" cy="53450"/>
            </a:xfrm>
            <a:custGeom>
              <a:avLst/>
              <a:gdLst/>
              <a:ahLst/>
              <a:cxnLst/>
              <a:rect l="l" t="t" r="r" b="b"/>
              <a:pathLst>
                <a:path w="2497" h="2138" extrusionOk="0">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18" name="Google Shape;2618;p60"/>
            <p:cNvSpPr/>
            <p:nvPr/>
          </p:nvSpPr>
          <p:spPr>
            <a:xfrm>
              <a:off x="1076050" y="2256925"/>
              <a:ext cx="62575" cy="53425"/>
            </a:xfrm>
            <a:custGeom>
              <a:avLst/>
              <a:gdLst/>
              <a:ahLst/>
              <a:cxnLst/>
              <a:rect l="l" t="t" r="r" b="b"/>
              <a:pathLst>
                <a:path w="2503" h="2137" extrusionOk="0">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19" name="Google Shape;2619;p60"/>
            <p:cNvSpPr/>
            <p:nvPr/>
          </p:nvSpPr>
          <p:spPr>
            <a:xfrm>
              <a:off x="1076050" y="2180700"/>
              <a:ext cx="62425" cy="53350"/>
            </a:xfrm>
            <a:custGeom>
              <a:avLst/>
              <a:gdLst/>
              <a:ahLst/>
              <a:cxnLst/>
              <a:rect l="l" t="t" r="r" b="b"/>
              <a:pathLst>
                <a:path w="2497" h="2134" extrusionOk="0">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20" name="Google Shape;2620;p60"/>
            <p:cNvSpPr/>
            <p:nvPr/>
          </p:nvSpPr>
          <p:spPr>
            <a:xfrm>
              <a:off x="1076050" y="210450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21" name="Google Shape;2621;p60"/>
            <p:cNvSpPr/>
            <p:nvPr/>
          </p:nvSpPr>
          <p:spPr>
            <a:xfrm>
              <a:off x="1076050" y="2028275"/>
              <a:ext cx="62425" cy="53450"/>
            </a:xfrm>
            <a:custGeom>
              <a:avLst/>
              <a:gdLst/>
              <a:ahLst/>
              <a:cxnLst/>
              <a:rect l="l" t="t" r="r" b="b"/>
              <a:pathLst>
                <a:path w="2497" h="2138" extrusionOk="0">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22" name="Google Shape;2622;p60"/>
            <p:cNvSpPr/>
            <p:nvPr/>
          </p:nvSpPr>
          <p:spPr>
            <a:xfrm>
              <a:off x="1076050" y="1952050"/>
              <a:ext cx="62425" cy="53450"/>
            </a:xfrm>
            <a:custGeom>
              <a:avLst/>
              <a:gdLst/>
              <a:ahLst/>
              <a:cxnLst/>
              <a:rect l="l" t="t" r="r" b="b"/>
              <a:pathLst>
                <a:path w="2497" h="2138" extrusionOk="0">
                  <a:moveTo>
                    <a:pt x="1074" y="1"/>
                  </a:moveTo>
                  <a:cubicBezTo>
                    <a:pt x="480" y="9"/>
                    <a:pt x="9" y="481"/>
                    <a:pt x="1" y="1074"/>
                  </a:cubicBezTo>
                  <a:cubicBezTo>
                    <a:pt x="1" y="1712"/>
                    <a:pt x="529" y="2138"/>
                    <a:pt x="1077" y="2138"/>
                  </a:cubicBezTo>
                  <a:cubicBezTo>
                    <a:pt x="1339" y="2138"/>
                    <a:pt x="1606" y="2040"/>
                    <a:pt x="1822" y="1822"/>
                  </a:cubicBezTo>
                  <a:cubicBezTo>
                    <a:pt x="2496" y="1155"/>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23" name="Google Shape;2623;p60"/>
            <p:cNvSpPr/>
            <p:nvPr/>
          </p:nvSpPr>
          <p:spPr>
            <a:xfrm>
              <a:off x="1076050" y="1876050"/>
              <a:ext cx="62425" cy="53275"/>
            </a:xfrm>
            <a:custGeom>
              <a:avLst/>
              <a:gdLst/>
              <a:ahLst/>
              <a:cxnLst/>
              <a:rect l="l" t="t" r="r" b="b"/>
              <a:pathLst>
                <a:path w="2497" h="2131" extrusionOk="0">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24" name="Google Shape;2624;p60"/>
            <p:cNvSpPr/>
            <p:nvPr/>
          </p:nvSpPr>
          <p:spPr>
            <a:xfrm>
              <a:off x="1076050" y="179985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25" name="Google Shape;2625;p60"/>
            <p:cNvSpPr/>
            <p:nvPr/>
          </p:nvSpPr>
          <p:spPr>
            <a:xfrm>
              <a:off x="1076050" y="172362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26" name="Google Shape;2626;p60"/>
            <p:cNvSpPr/>
            <p:nvPr/>
          </p:nvSpPr>
          <p:spPr>
            <a:xfrm>
              <a:off x="1076050" y="1647400"/>
              <a:ext cx="62425" cy="53450"/>
            </a:xfrm>
            <a:custGeom>
              <a:avLst/>
              <a:gdLst/>
              <a:ahLst/>
              <a:cxnLst/>
              <a:rect l="l" t="t" r="r" b="b"/>
              <a:pathLst>
                <a:path w="2497" h="2138" extrusionOk="0">
                  <a:moveTo>
                    <a:pt x="1074" y="1"/>
                  </a:moveTo>
                  <a:cubicBezTo>
                    <a:pt x="480" y="9"/>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27" name="Google Shape;2627;p60"/>
            <p:cNvSpPr/>
            <p:nvPr/>
          </p:nvSpPr>
          <p:spPr>
            <a:xfrm>
              <a:off x="1076050" y="1571400"/>
              <a:ext cx="62425" cy="53250"/>
            </a:xfrm>
            <a:custGeom>
              <a:avLst/>
              <a:gdLst/>
              <a:ahLst/>
              <a:cxnLst/>
              <a:rect l="l" t="t" r="r" b="b"/>
              <a:pathLst>
                <a:path w="2497" h="2130" extrusionOk="0">
                  <a:moveTo>
                    <a:pt x="1074" y="1"/>
                  </a:moveTo>
                  <a:cubicBezTo>
                    <a:pt x="480" y="1"/>
                    <a:pt x="9" y="472"/>
                    <a:pt x="1" y="1066"/>
                  </a:cubicBezTo>
                  <a:cubicBezTo>
                    <a:pt x="1" y="1703"/>
                    <a:pt x="529" y="2129"/>
                    <a:pt x="1077" y="2129"/>
                  </a:cubicBezTo>
                  <a:cubicBezTo>
                    <a:pt x="1339" y="2129"/>
                    <a:pt x="1606" y="2032"/>
                    <a:pt x="1822" y="1813"/>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28" name="Google Shape;2628;p60"/>
            <p:cNvSpPr/>
            <p:nvPr/>
          </p:nvSpPr>
          <p:spPr>
            <a:xfrm>
              <a:off x="1076050" y="141897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29" name="Google Shape;2629;p60"/>
            <p:cNvSpPr/>
            <p:nvPr/>
          </p:nvSpPr>
          <p:spPr>
            <a:xfrm>
              <a:off x="1076050" y="1342750"/>
              <a:ext cx="62425" cy="53450"/>
            </a:xfrm>
            <a:custGeom>
              <a:avLst/>
              <a:gdLst/>
              <a:ahLst/>
              <a:cxnLst/>
              <a:rect l="l" t="t" r="r" b="b"/>
              <a:pathLst>
                <a:path w="2497" h="2138" extrusionOk="0">
                  <a:moveTo>
                    <a:pt x="1074" y="1"/>
                  </a:moveTo>
                  <a:cubicBezTo>
                    <a:pt x="480" y="1"/>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30" name="Google Shape;2630;p60"/>
            <p:cNvSpPr/>
            <p:nvPr/>
          </p:nvSpPr>
          <p:spPr>
            <a:xfrm>
              <a:off x="1076050" y="1266550"/>
              <a:ext cx="62425" cy="53450"/>
            </a:xfrm>
            <a:custGeom>
              <a:avLst/>
              <a:gdLst/>
              <a:ahLst/>
              <a:cxnLst/>
              <a:rect l="l" t="t" r="r" b="b"/>
              <a:pathLst>
                <a:path w="2497" h="2138" extrusionOk="0">
                  <a:moveTo>
                    <a:pt x="1074" y="0"/>
                  </a:moveTo>
                  <a:cubicBezTo>
                    <a:pt x="480" y="9"/>
                    <a:pt x="9" y="480"/>
                    <a:pt x="1" y="1074"/>
                  </a:cubicBezTo>
                  <a:cubicBezTo>
                    <a:pt x="1" y="1711"/>
                    <a:pt x="529" y="2137"/>
                    <a:pt x="1077" y="2137"/>
                  </a:cubicBezTo>
                  <a:cubicBezTo>
                    <a:pt x="1339" y="2137"/>
                    <a:pt x="1606" y="2040"/>
                    <a:pt x="1822" y="1821"/>
                  </a:cubicBezTo>
                  <a:cubicBezTo>
                    <a:pt x="2496" y="1155"/>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31" name="Google Shape;2631;p60"/>
            <p:cNvSpPr/>
            <p:nvPr/>
          </p:nvSpPr>
          <p:spPr>
            <a:xfrm>
              <a:off x="1000050" y="210450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32" name="Google Shape;2632;p60"/>
            <p:cNvSpPr/>
            <p:nvPr/>
          </p:nvSpPr>
          <p:spPr>
            <a:xfrm>
              <a:off x="1000050" y="2028275"/>
              <a:ext cx="62200" cy="53450"/>
            </a:xfrm>
            <a:custGeom>
              <a:avLst/>
              <a:gdLst/>
              <a:ahLst/>
              <a:cxnLst/>
              <a:rect l="l" t="t" r="r" b="b"/>
              <a:pathLst>
                <a:path w="2488" h="2138" extrusionOk="0">
                  <a:moveTo>
                    <a:pt x="1065" y="1"/>
                  </a:moveTo>
                  <a:cubicBezTo>
                    <a:pt x="472" y="1"/>
                    <a:pt x="0" y="480"/>
                    <a:pt x="0" y="1065"/>
                  </a:cubicBezTo>
                  <a:cubicBezTo>
                    <a:pt x="0" y="1709"/>
                    <a:pt x="525" y="2137"/>
                    <a:pt x="1072" y="2137"/>
                  </a:cubicBezTo>
                  <a:cubicBezTo>
                    <a:pt x="1332" y="2137"/>
                    <a:pt x="1598" y="2040"/>
                    <a:pt x="1813" y="1821"/>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33" name="Google Shape;2633;p60"/>
            <p:cNvSpPr/>
            <p:nvPr/>
          </p:nvSpPr>
          <p:spPr>
            <a:xfrm>
              <a:off x="1000050" y="1952050"/>
              <a:ext cx="62200" cy="53450"/>
            </a:xfrm>
            <a:custGeom>
              <a:avLst/>
              <a:gdLst/>
              <a:ahLst/>
              <a:cxnLst/>
              <a:rect l="l" t="t" r="r" b="b"/>
              <a:pathLst>
                <a:path w="2488" h="2138" extrusionOk="0">
                  <a:moveTo>
                    <a:pt x="1065" y="1"/>
                  </a:moveTo>
                  <a:cubicBezTo>
                    <a:pt x="472" y="9"/>
                    <a:pt x="0" y="481"/>
                    <a:pt x="0" y="1074"/>
                  </a:cubicBezTo>
                  <a:cubicBezTo>
                    <a:pt x="0" y="1712"/>
                    <a:pt x="525" y="2138"/>
                    <a:pt x="1070" y="2138"/>
                  </a:cubicBezTo>
                  <a:cubicBezTo>
                    <a:pt x="1332" y="2138"/>
                    <a:pt x="1597" y="2040"/>
                    <a:pt x="1813"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34" name="Google Shape;2634;p60"/>
            <p:cNvSpPr/>
            <p:nvPr/>
          </p:nvSpPr>
          <p:spPr>
            <a:xfrm>
              <a:off x="1000050" y="1876050"/>
              <a:ext cx="62200" cy="53275"/>
            </a:xfrm>
            <a:custGeom>
              <a:avLst/>
              <a:gdLst/>
              <a:ahLst/>
              <a:cxnLst/>
              <a:rect l="l" t="t" r="r" b="b"/>
              <a:pathLst>
                <a:path w="2488" h="2131" extrusionOk="0">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35" name="Google Shape;2635;p60"/>
            <p:cNvSpPr/>
            <p:nvPr/>
          </p:nvSpPr>
          <p:spPr>
            <a:xfrm>
              <a:off x="1000050" y="179985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36" name="Google Shape;2636;p60"/>
            <p:cNvSpPr/>
            <p:nvPr/>
          </p:nvSpPr>
          <p:spPr>
            <a:xfrm>
              <a:off x="1000050" y="1723625"/>
              <a:ext cx="62200" cy="53350"/>
            </a:xfrm>
            <a:custGeom>
              <a:avLst/>
              <a:gdLst/>
              <a:ahLst/>
              <a:cxnLst/>
              <a:rect l="l" t="t" r="r" b="b"/>
              <a:pathLst>
                <a:path w="2488" h="2134" extrusionOk="0">
                  <a:moveTo>
                    <a:pt x="1065" y="1"/>
                  </a:moveTo>
                  <a:cubicBezTo>
                    <a:pt x="472" y="1"/>
                    <a:pt x="0" y="480"/>
                    <a:pt x="0" y="1065"/>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37" name="Google Shape;2637;p60"/>
            <p:cNvSpPr/>
            <p:nvPr/>
          </p:nvSpPr>
          <p:spPr>
            <a:xfrm>
              <a:off x="1000050" y="1647400"/>
              <a:ext cx="62200" cy="53450"/>
            </a:xfrm>
            <a:custGeom>
              <a:avLst/>
              <a:gdLst/>
              <a:ahLst/>
              <a:cxnLst/>
              <a:rect l="l" t="t" r="r" b="b"/>
              <a:pathLst>
                <a:path w="2488" h="2138" extrusionOk="0">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38" name="Google Shape;2638;p60"/>
            <p:cNvSpPr/>
            <p:nvPr/>
          </p:nvSpPr>
          <p:spPr>
            <a:xfrm>
              <a:off x="1000050" y="1571400"/>
              <a:ext cx="62200" cy="53250"/>
            </a:xfrm>
            <a:custGeom>
              <a:avLst/>
              <a:gdLst/>
              <a:ahLst/>
              <a:cxnLst/>
              <a:rect l="l" t="t" r="r" b="b"/>
              <a:pathLst>
                <a:path w="2488" h="2130" extrusionOk="0">
                  <a:moveTo>
                    <a:pt x="1065" y="1"/>
                  </a:moveTo>
                  <a:cubicBezTo>
                    <a:pt x="472" y="1"/>
                    <a:pt x="0" y="472"/>
                    <a:pt x="0" y="1066"/>
                  </a:cubicBezTo>
                  <a:cubicBezTo>
                    <a:pt x="0" y="1703"/>
                    <a:pt x="525" y="2129"/>
                    <a:pt x="1070" y="2129"/>
                  </a:cubicBezTo>
                  <a:cubicBezTo>
                    <a:pt x="1332" y="2129"/>
                    <a:pt x="1597" y="2032"/>
                    <a:pt x="1813"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39" name="Google Shape;2639;p60"/>
            <p:cNvSpPr/>
            <p:nvPr/>
          </p:nvSpPr>
          <p:spPr>
            <a:xfrm>
              <a:off x="1000050" y="1342750"/>
              <a:ext cx="62200" cy="53450"/>
            </a:xfrm>
            <a:custGeom>
              <a:avLst/>
              <a:gdLst/>
              <a:ahLst/>
              <a:cxnLst/>
              <a:rect l="l" t="t" r="r" b="b"/>
              <a:pathLst>
                <a:path w="2488" h="2138" extrusionOk="0">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40" name="Google Shape;2640;p60"/>
            <p:cNvSpPr/>
            <p:nvPr/>
          </p:nvSpPr>
          <p:spPr>
            <a:xfrm>
              <a:off x="923825"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41" name="Google Shape;2641;p60"/>
            <p:cNvSpPr/>
            <p:nvPr/>
          </p:nvSpPr>
          <p:spPr>
            <a:xfrm>
              <a:off x="923825"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42" name="Google Shape;2642;p60"/>
            <p:cNvSpPr/>
            <p:nvPr/>
          </p:nvSpPr>
          <p:spPr>
            <a:xfrm>
              <a:off x="923825" y="1876050"/>
              <a:ext cx="62225" cy="53350"/>
            </a:xfrm>
            <a:custGeom>
              <a:avLst/>
              <a:gdLst/>
              <a:ahLst/>
              <a:cxnLst/>
              <a:rect l="l" t="t" r="r" b="b"/>
              <a:pathLst>
                <a:path w="2489" h="2134" extrusionOk="0">
                  <a:moveTo>
                    <a:pt x="1066" y="1"/>
                  </a:moveTo>
                  <a:cubicBezTo>
                    <a:pt x="480" y="1"/>
                    <a:pt x="1" y="472"/>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43" name="Google Shape;2643;p60"/>
            <p:cNvSpPr/>
            <p:nvPr/>
          </p:nvSpPr>
          <p:spPr>
            <a:xfrm>
              <a:off x="923825"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44" name="Google Shape;2644;p60"/>
            <p:cNvSpPr/>
            <p:nvPr/>
          </p:nvSpPr>
          <p:spPr>
            <a:xfrm>
              <a:off x="92382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45" name="Google Shape;2645;p60"/>
            <p:cNvSpPr/>
            <p:nvPr/>
          </p:nvSpPr>
          <p:spPr>
            <a:xfrm>
              <a:off x="92382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46" name="Google Shape;2646;p60"/>
            <p:cNvSpPr/>
            <p:nvPr/>
          </p:nvSpPr>
          <p:spPr>
            <a:xfrm>
              <a:off x="923825"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47" name="Google Shape;2647;p60"/>
            <p:cNvSpPr/>
            <p:nvPr/>
          </p:nvSpPr>
          <p:spPr>
            <a:xfrm>
              <a:off x="847625"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48" name="Google Shape;2648;p60"/>
            <p:cNvSpPr/>
            <p:nvPr/>
          </p:nvSpPr>
          <p:spPr>
            <a:xfrm>
              <a:off x="847625" y="1876050"/>
              <a:ext cx="62200" cy="53275"/>
            </a:xfrm>
            <a:custGeom>
              <a:avLst/>
              <a:gdLst/>
              <a:ahLst/>
              <a:cxnLst/>
              <a:rect l="l" t="t" r="r" b="b"/>
              <a:pathLst>
                <a:path w="2488" h="2131" extrusionOk="0">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49" name="Google Shape;2649;p60"/>
            <p:cNvSpPr/>
            <p:nvPr/>
          </p:nvSpPr>
          <p:spPr>
            <a:xfrm>
              <a:off x="847625"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50" name="Google Shape;2650;p60"/>
            <p:cNvSpPr/>
            <p:nvPr/>
          </p:nvSpPr>
          <p:spPr>
            <a:xfrm>
              <a:off x="847625"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51" name="Google Shape;2651;p60"/>
            <p:cNvSpPr/>
            <p:nvPr/>
          </p:nvSpPr>
          <p:spPr>
            <a:xfrm>
              <a:off x="847625"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52" name="Google Shape;2652;p60"/>
            <p:cNvSpPr/>
            <p:nvPr/>
          </p:nvSpPr>
          <p:spPr>
            <a:xfrm>
              <a:off x="847625"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53" name="Google Shape;2653;p60"/>
            <p:cNvSpPr/>
            <p:nvPr/>
          </p:nvSpPr>
          <p:spPr>
            <a:xfrm>
              <a:off x="771400" y="179985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54" name="Google Shape;2654;p60"/>
            <p:cNvSpPr/>
            <p:nvPr/>
          </p:nvSpPr>
          <p:spPr>
            <a:xfrm>
              <a:off x="771400" y="172362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55" name="Google Shape;2655;p60"/>
            <p:cNvSpPr/>
            <p:nvPr/>
          </p:nvSpPr>
          <p:spPr>
            <a:xfrm>
              <a:off x="771400" y="1647400"/>
              <a:ext cx="62425" cy="53450"/>
            </a:xfrm>
            <a:custGeom>
              <a:avLst/>
              <a:gdLst/>
              <a:ahLst/>
              <a:cxnLst/>
              <a:rect l="l" t="t" r="r" b="b"/>
              <a:pathLst>
                <a:path w="2497" h="2138" extrusionOk="0">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56" name="Google Shape;2656;p60"/>
            <p:cNvSpPr/>
            <p:nvPr/>
          </p:nvSpPr>
          <p:spPr>
            <a:xfrm>
              <a:off x="771400" y="1571400"/>
              <a:ext cx="62425" cy="53250"/>
            </a:xfrm>
            <a:custGeom>
              <a:avLst/>
              <a:gdLst/>
              <a:ahLst/>
              <a:cxnLst/>
              <a:rect l="l" t="t" r="r" b="b"/>
              <a:pathLst>
                <a:path w="2497" h="2130" extrusionOk="0">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57" name="Google Shape;2657;p60"/>
            <p:cNvSpPr/>
            <p:nvPr/>
          </p:nvSpPr>
          <p:spPr>
            <a:xfrm>
              <a:off x="695200" y="1799850"/>
              <a:ext cx="62200" cy="53325"/>
            </a:xfrm>
            <a:custGeom>
              <a:avLst/>
              <a:gdLst/>
              <a:ahLst/>
              <a:cxnLst/>
              <a:rect l="l" t="t" r="r" b="b"/>
              <a:pathLst>
                <a:path w="2488" h="2133" extrusionOk="0">
                  <a:moveTo>
                    <a:pt x="1065" y="0"/>
                  </a:moveTo>
                  <a:cubicBezTo>
                    <a:pt x="480" y="0"/>
                    <a:pt x="0" y="472"/>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58" name="Google Shape;2658;p60"/>
            <p:cNvSpPr/>
            <p:nvPr/>
          </p:nvSpPr>
          <p:spPr>
            <a:xfrm>
              <a:off x="695200" y="1723625"/>
              <a:ext cx="62200" cy="53350"/>
            </a:xfrm>
            <a:custGeom>
              <a:avLst/>
              <a:gdLst/>
              <a:ahLst/>
              <a:cxnLst/>
              <a:rect l="l" t="t" r="r" b="b"/>
              <a:pathLst>
                <a:path w="2488" h="2134" extrusionOk="0">
                  <a:moveTo>
                    <a:pt x="1065" y="1"/>
                  </a:moveTo>
                  <a:cubicBezTo>
                    <a:pt x="480" y="1"/>
                    <a:pt x="0" y="480"/>
                    <a:pt x="0" y="1065"/>
                  </a:cubicBezTo>
                  <a:cubicBezTo>
                    <a:pt x="0" y="1709"/>
                    <a:pt x="525" y="2133"/>
                    <a:pt x="1072" y="2133"/>
                  </a:cubicBezTo>
                  <a:cubicBezTo>
                    <a:pt x="1332" y="2133"/>
                    <a:pt x="1598" y="2037"/>
                    <a:pt x="1813"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59" name="Google Shape;2659;p60"/>
            <p:cNvSpPr/>
            <p:nvPr/>
          </p:nvSpPr>
          <p:spPr>
            <a:xfrm>
              <a:off x="695200" y="1647400"/>
              <a:ext cx="62200" cy="53450"/>
            </a:xfrm>
            <a:custGeom>
              <a:avLst/>
              <a:gdLst/>
              <a:ahLst/>
              <a:cxnLst/>
              <a:rect l="l" t="t" r="r" b="b"/>
              <a:pathLst>
                <a:path w="2488" h="2138" extrusionOk="0">
                  <a:moveTo>
                    <a:pt x="1065" y="1"/>
                  </a:moveTo>
                  <a:cubicBezTo>
                    <a:pt x="480" y="1"/>
                    <a:pt x="0" y="481"/>
                    <a:pt x="0" y="1066"/>
                  </a:cubicBezTo>
                  <a:cubicBezTo>
                    <a:pt x="0" y="1710"/>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60" name="Google Shape;2660;p60"/>
            <p:cNvSpPr/>
            <p:nvPr/>
          </p:nvSpPr>
          <p:spPr>
            <a:xfrm>
              <a:off x="695200" y="1571400"/>
              <a:ext cx="62200" cy="53250"/>
            </a:xfrm>
            <a:custGeom>
              <a:avLst/>
              <a:gdLst/>
              <a:ahLst/>
              <a:cxnLst/>
              <a:rect l="l" t="t" r="r" b="b"/>
              <a:pathLst>
                <a:path w="2488" h="2130" extrusionOk="0">
                  <a:moveTo>
                    <a:pt x="1065" y="1"/>
                  </a:moveTo>
                  <a:cubicBezTo>
                    <a:pt x="480"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61" name="Google Shape;2661;p60"/>
            <p:cNvSpPr/>
            <p:nvPr/>
          </p:nvSpPr>
          <p:spPr>
            <a:xfrm>
              <a:off x="618975"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62" name="Google Shape;2662;p60"/>
            <p:cNvSpPr/>
            <p:nvPr/>
          </p:nvSpPr>
          <p:spPr>
            <a:xfrm>
              <a:off x="61897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63" name="Google Shape;2663;p60"/>
            <p:cNvSpPr/>
            <p:nvPr/>
          </p:nvSpPr>
          <p:spPr>
            <a:xfrm>
              <a:off x="618975" y="1647400"/>
              <a:ext cx="62225" cy="53450"/>
            </a:xfrm>
            <a:custGeom>
              <a:avLst/>
              <a:gdLst/>
              <a:ahLst/>
              <a:cxnLst/>
              <a:rect l="l" t="t" r="r" b="b"/>
              <a:pathLst>
                <a:path w="2489" h="2138" extrusionOk="0">
                  <a:moveTo>
                    <a:pt x="1066" y="1"/>
                  </a:moveTo>
                  <a:cubicBezTo>
                    <a:pt x="480" y="9"/>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64" name="Google Shape;2664;p60"/>
            <p:cNvSpPr/>
            <p:nvPr/>
          </p:nvSpPr>
          <p:spPr>
            <a:xfrm>
              <a:off x="618975"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65" name="Google Shape;2665;p60"/>
            <p:cNvSpPr/>
            <p:nvPr/>
          </p:nvSpPr>
          <p:spPr>
            <a:xfrm>
              <a:off x="542775" y="179985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66" name="Google Shape;2666;p60"/>
            <p:cNvSpPr/>
            <p:nvPr/>
          </p:nvSpPr>
          <p:spPr>
            <a:xfrm>
              <a:off x="542775" y="17236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67" name="Google Shape;2667;p60"/>
            <p:cNvSpPr/>
            <p:nvPr/>
          </p:nvSpPr>
          <p:spPr>
            <a:xfrm>
              <a:off x="542775" y="164740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68" name="Google Shape;2668;p60"/>
            <p:cNvSpPr/>
            <p:nvPr/>
          </p:nvSpPr>
          <p:spPr>
            <a:xfrm>
              <a:off x="542775" y="1571400"/>
              <a:ext cx="62400" cy="53250"/>
            </a:xfrm>
            <a:custGeom>
              <a:avLst/>
              <a:gdLst/>
              <a:ahLst/>
              <a:cxnLst/>
              <a:rect l="l" t="t" r="r" b="b"/>
              <a:pathLst>
                <a:path w="2496" h="2130" extrusionOk="0">
                  <a:moveTo>
                    <a:pt x="1065" y="1"/>
                  </a:moveTo>
                  <a:cubicBezTo>
                    <a:pt x="480" y="1"/>
                    <a:pt x="0" y="472"/>
                    <a:pt x="0" y="1066"/>
                  </a:cubicBezTo>
                  <a:cubicBezTo>
                    <a:pt x="0" y="1703"/>
                    <a:pt x="524"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69" name="Google Shape;2669;p60"/>
            <p:cNvSpPr/>
            <p:nvPr/>
          </p:nvSpPr>
          <p:spPr>
            <a:xfrm>
              <a:off x="466550" y="1799850"/>
              <a:ext cx="62425" cy="53325"/>
            </a:xfrm>
            <a:custGeom>
              <a:avLst/>
              <a:gdLst/>
              <a:ahLst/>
              <a:cxnLst/>
              <a:rect l="l" t="t" r="r" b="b"/>
              <a:pathLst>
                <a:path w="2497" h="2133" extrusionOk="0">
                  <a:moveTo>
                    <a:pt x="1074" y="0"/>
                  </a:moveTo>
                  <a:cubicBezTo>
                    <a:pt x="480" y="0"/>
                    <a:pt x="9" y="480"/>
                    <a:pt x="0" y="1065"/>
                  </a:cubicBezTo>
                  <a:cubicBezTo>
                    <a:pt x="0" y="1709"/>
                    <a:pt x="530" y="2133"/>
                    <a:pt x="1078" y="2133"/>
                  </a:cubicBezTo>
                  <a:cubicBezTo>
                    <a:pt x="1340" y="2133"/>
                    <a:pt x="1606" y="2036"/>
                    <a:pt x="1821" y="1821"/>
                  </a:cubicBezTo>
                  <a:cubicBezTo>
                    <a:pt x="2496"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70" name="Google Shape;2670;p60"/>
            <p:cNvSpPr/>
            <p:nvPr/>
          </p:nvSpPr>
          <p:spPr>
            <a:xfrm>
              <a:off x="466550" y="1723625"/>
              <a:ext cx="62425" cy="53350"/>
            </a:xfrm>
            <a:custGeom>
              <a:avLst/>
              <a:gdLst/>
              <a:ahLst/>
              <a:cxnLst/>
              <a:rect l="l" t="t" r="r" b="b"/>
              <a:pathLst>
                <a:path w="2497" h="2134" extrusionOk="0">
                  <a:moveTo>
                    <a:pt x="1074" y="1"/>
                  </a:moveTo>
                  <a:cubicBezTo>
                    <a:pt x="480" y="1"/>
                    <a:pt x="9" y="480"/>
                    <a:pt x="0" y="1065"/>
                  </a:cubicBezTo>
                  <a:cubicBezTo>
                    <a:pt x="0" y="1709"/>
                    <a:pt x="530" y="2133"/>
                    <a:pt x="1078" y="2133"/>
                  </a:cubicBezTo>
                  <a:cubicBezTo>
                    <a:pt x="1340" y="2133"/>
                    <a:pt x="1606" y="2037"/>
                    <a:pt x="1821"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71" name="Google Shape;2671;p60"/>
            <p:cNvSpPr/>
            <p:nvPr/>
          </p:nvSpPr>
          <p:spPr>
            <a:xfrm>
              <a:off x="466550" y="1647400"/>
              <a:ext cx="62425" cy="53450"/>
            </a:xfrm>
            <a:custGeom>
              <a:avLst/>
              <a:gdLst/>
              <a:ahLst/>
              <a:cxnLst/>
              <a:rect l="l" t="t" r="r" b="b"/>
              <a:pathLst>
                <a:path w="2497" h="2138" extrusionOk="0">
                  <a:moveTo>
                    <a:pt x="1074" y="1"/>
                  </a:moveTo>
                  <a:cubicBezTo>
                    <a:pt x="480" y="9"/>
                    <a:pt x="9" y="481"/>
                    <a:pt x="0" y="1066"/>
                  </a:cubicBezTo>
                  <a:cubicBezTo>
                    <a:pt x="0" y="1710"/>
                    <a:pt x="529" y="2138"/>
                    <a:pt x="1078" y="2138"/>
                  </a:cubicBezTo>
                  <a:cubicBezTo>
                    <a:pt x="1340" y="2138"/>
                    <a:pt x="1606" y="2040"/>
                    <a:pt x="1821"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72" name="Google Shape;2672;p60"/>
            <p:cNvSpPr/>
            <p:nvPr/>
          </p:nvSpPr>
          <p:spPr>
            <a:xfrm>
              <a:off x="466550" y="1571400"/>
              <a:ext cx="62425" cy="53250"/>
            </a:xfrm>
            <a:custGeom>
              <a:avLst/>
              <a:gdLst/>
              <a:ahLst/>
              <a:cxnLst/>
              <a:rect l="l" t="t" r="r" b="b"/>
              <a:pathLst>
                <a:path w="2497" h="2130" extrusionOk="0">
                  <a:moveTo>
                    <a:pt x="1074" y="1"/>
                  </a:moveTo>
                  <a:cubicBezTo>
                    <a:pt x="480" y="1"/>
                    <a:pt x="9" y="472"/>
                    <a:pt x="0" y="1066"/>
                  </a:cubicBezTo>
                  <a:cubicBezTo>
                    <a:pt x="0" y="1703"/>
                    <a:pt x="529" y="2129"/>
                    <a:pt x="1077" y="2129"/>
                  </a:cubicBezTo>
                  <a:cubicBezTo>
                    <a:pt x="1339" y="2129"/>
                    <a:pt x="1606" y="2032"/>
                    <a:pt x="1821" y="1813"/>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73" name="Google Shape;2673;p60"/>
            <p:cNvSpPr/>
            <p:nvPr/>
          </p:nvSpPr>
          <p:spPr>
            <a:xfrm>
              <a:off x="390550" y="1876050"/>
              <a:ext cx="62350" cy="53275"/>
            </a:xfrm>
            <a:custGeom>
              <a:avLst/>
              <a:gdLst/>
              <a:ahLst/>
              <a:cxnLst/>
              <a:rect l="l" t="t" r="r" b="b"/>
              <a:pathLst>
                <a:path w="2494" h="2131" extrusionOk="0">
                  <a:moveTo>
                    <a:pt x="1075" y="1"/>
                  </a:moveTo>
                  <a:cubicBezTo>
                    <a:pt x="1072" y="1"/>
                    <a:pt x="1068" y="1"/>
                    <a:pt x="1065" y="1"/>
                  </a:cubicBezTo>
                  <a:cubicBezTo>
                    <a:pt x="480" y="1"/>
                    <a:pt x="0" y="480"/>
                    <a:pt x="0" y="1066"/>
                  </a:cubicBezTo>
                  <a:cubicBezTo>
                    <a:pt x="0" y="1707"/>
                    <a:pt x="522" y="2131"/>
                    <a:pt x="1069" y="2131"/>
                  </a:cubicBezTo>
                  <a:cubicBezTo>
                    <a:pt x="1333" y="2131"/>
                    <a:pt x="1602" y="2033"/>
                    <a:pt x="1821" y="1813"/>
                  </a:cubicBezTo>
                  <a:cubicBezTo>
                    <a:pt x="2493" y="1149"/>
                    <a:pt x="2020" y="1"/>
                    <a:pt x="107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74" name="Google Shape;2674;p60"/>
            <p:cNvSpPr/>
            <p:nvPr/>
          </p:nvSpPr>
          <p:spPr>
            <a:xfrm>
              <a:off x="390550" y="1799825"/>
              <a:ext cx="62350" cy="53300"/>
            </a:xfrm>
            <a:custGeom>
              <a:avLst/>
              <a:gdLst/>
              <a:ahLst/>
              <a:cxnLst/>
              <a:rect l="l" t="t" r="r" b="b"/>
              <a:pathLst>
                <a:path w="2494" h="2132" extrusionOk="0">
                  <a:moveTo>
                    <a:pt x="1075" y="1"/>
                  </a:moveTo>
                  <a:cubicBezTo>
                    <a:pt x="1072" y="1"/>
                    <a:pt x="1068" y="1"/>
                    <a:pt x="1065" y="1"/>
                  </a:cubicBezTo>
                  <a:cubicBezTo>
                    <a:pt x="480" y="1"/>
                    <a:pt x="0" y="481"/>
                    <a:pt x="0" y="1066"/>
                  </a:cubicBezTo>
                  <a:cubicBezTo>
                    <a:pt x="0" y="1708"/>
                    <a:pt x="526" y="2131"/>
                    <a:pt x="1073" y="2131"/>
                  </a:cubicBezTo>
                  <a:cubicBezTo>
                    <a:pt x="1336" y="2131"/>
                    <a:pt x="1604" y="2033"/>
                    <a:pt x="1821" y="1814"/>
                  </a:cubicBezTo>
                  <a:cubicBezTo>
                    <a:pt x="2493" y="1150"/>
                    <a:pt x="2020" y="1"/>
                    <a:pt x="107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75" name="Google Shape;2675;p60"/>
            <p:cNvSpPr/>
            <p:nvPr/>
          </p:nvSpPr>
          <p:spPr>
            <a:xfrm>
              <a:off x="390550" y="1723625"/>
              <a:ext cx="62400" cy="53350"/>
            </a:xfrm>
            <a:custGeom>
              <a:avLst/>
              <a:gdLst/>
              <a:ahLst/>
              <a:cxnLst/>
              <a:rect l="l" t="t" r="r" b="b"/>
              <a:pathLst>
                <a:path w="2496" h="2134" extrusionOk="0">
                  <a:moveTo>
                    <a:pt x="1065" y="1"/>
                  </a:moveTo>
                  <a:cubicBezTo>
                    <a:pt x="480" y="1"/>
                    <a:pt x="0" y="480"/>
                    <a:pt x="0" y="1065"/>
                  </a:cubicBezTo>
                  <a:cubicBezTo>
                    <a:pt x="0" y="1709"/>
                    <a:pt x="529" y="2133"/>
                    <a:pt x="1078" y="2133"/>
                  </a:cubicBezTo>
                  <a:cubicBezTo>
                    <a:pt x="1339" y="2133"/>
                    <a:pt x="1606"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76" name="Google Shape;2676;p60"/>
            <p:cNvSpPr/>
            <p:nvPr/>
          </p:nvSpPr>
          <p:spPr>
            <a:xfrm>
              <a:off x="390550" y="1647400"/>
              <a:ext cx="62400" cy="53450"/>
            </a:xfrm>
            <a:custGeom>
              <a:avLst/>
              <a:gdLst/>
              <a:ahLst/>
              <a:cxnLst/>
              <a:rect l="l" t="t" r="r" b="b"/>
              <a:pathLst>
                <a:path w="2496" h="2138" extrusionOk="0">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77" name="Google Shape;2677;p60"/>
            <p:cNvSpPr/>
            <p:nvPr/>
          </p:nvSpPr>
          <p:spPr>
            <a:xfrm>
              <a:off x="390550" y="1571400"/>
              <a:ext cx="62350" cy="53275"/>
            </a:xfrm>
            <a:custGeom>
              <a:avLst/>
              <a:gdLst/>
              <a:ahLst/>
              <a:cxnLst/>
              <a:rect l="l" t="t" r="r" b="b"/>
              <a:pathLst>
                <a:path w="2494" h="2131" extrusionOk="0">
                  <a:moveTo>
                    <a:pt x="1075" y="1"/>
                  </a:moveTo>
                  <a:cubicBezTo>
                    <a:pt x="1072" y="1"/>
                    <a:pt x="1068" y="1"/>
                    <a:pt x="1065" y="1"/>
                  </a:cubicBezTo>
                  <a:cubicBezTo>
                    <a:pt x="480" y="1"/>
                    <a:pt x="0" y="472"/>
                    <a:pt x="0" y="1066"/>
                  </a:cubicBezTo>
                  <a:cubicBezTo>
                    <a:pt x="0" y="1708"/>
                    <a:pt x="522" y="2131"/>
                    <a:pt x="1069" y="2131"/>
                  </a:cubicBezTo>
                  <a:cubicBezTo>
                    <a:pt x="1333" y="2131"/>
                    <a:pt x="1602" y="2033"/>
                    <a:pt x="1821" y="1813"/>
                  </a:cubicBezTo>
                  <a:cubicBezTo>
                    <a:pt x="2493" y="1141"/>
                    <a:pt x="2020" y="1"/>
                    <a:pt x="107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78" name="Google Shape;2678;p60"/>
            <p:cNvSpPr/>
            <p:nvPr/>
          </p:nvSpPr>
          <p:spPr>
            <a:xfrm>
              <a:off x="314325" y="1952050"/>
              <a:ext cx="62225" cy="53450"/>
            </a:xfrm>
            <a:custGeom>
              <a:avLst/>
              <a:gdLst/>
              <a:ahLst/>
              <a:cxnLst/>
              <a:rect l="l" t="t" r="r" b="b"/>
              <a:pathLst>
                <a:path w="2489" h="2138" extrusionOk="0">
                  <a:moveTo>
                    <a:pt x="1065" y="1"/>
                  </a:moveTo>
                  <a:cubicBezTo>
                    <a:pt x="480" y="9"/>
                    <a:pt x="1" y="481"/>
                    <a:pt x="1" y="1074"/>
                  </a:cubicBezTo>
                  <a:cubicBezTo>
                    <a:pt x="1" y="1712"/>
                    <a:pt x="525" y="2138"/>
                    <a:pt x="1073" y="2138"/>
                  </a:cubicBezTo>
                  <a:cubicBezTo>
                    <a:pt x="1335" y="2138"/>
                    <a:pt x="1603" y="2040"/>
                    <a:pt x="1822"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79" name="Google Shape;2679;p60"/>
            <p:cNvSpPr/>
            <p:nvPr/>
          </p:nvSpPr>
          <p:spPr>
            <a:xfrm>
              <a:off x="314325" y="1876050"/>
              <a:ext cx="62225" cy="53275"/>
            </a:xfrm>
            <a:custGeom>
              <a:avLst/>
              <a:gdLst/>
              <a:ahLst/>
              <a:cxnLst/>
              <a:rect l="l" t="t" r="r" b="b"/>
              <a:pathLst>
                <a:path w="2489" h="2131" extrusionOk="0">
                  <a:moveTo>
                    <a:pt x="1065" y="1"/>
                  </a:moveTo>
                  <a:cubicBezTo>
                    <a:pt x="480" y="1"/>
                    <a:pt x="1" y="472"/>
                    <a:pt x="1" y="1066"/>
                  </a:cubicBezTo>
                  <a:cubicBezTo>
                    <a:pt x="1" y="1707"/>
                    <a:pt x="523" y="2131"/>
                    <a:pt x="1070" y="2131"/>
                  </a:cubicBezTo>
                  <a:cubicBezTo>
                    <a:pt x="1333" y="2131"/>
                    <a:pt x="1602" y="2033"/>
                    <a:pt x="1822" y="1813"/>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80" name="Google Shape;2680;p60"/>
            <p:cNvSpPr/>
            <p:nvPr/>
          </p:nvSpPr>
          <p:spPr>
            <a:xfrm>
              <a:off x="314325" y="1799850"/>
              <a:ext cx="62225" cy="53325"/>
            </a:xfrm>
            <a:custGeom>
              <a:avLst/>
              <a:gdLst/>
              <a:ahLst/>
              <a:cxnLst/>
              <a:rect l="l" t="t" r="r" b="b"/>
              <a:pathLst>
                <a:path w="2489" h="2133" extrusionOk="0">
                  <a:moveTo>
                    <a:pt x="1065" y="0"/>
                  </a:moveTo>
                  <a:cubicBezTo>
                    <a:pt x="480" y="0"/>
                    <a:pt x="1" y="480"/>
                    <a:pt x="1" y="1065"/>
                  </a:cubicBezTo>
                  <a:cubicBezTo>
                    <a:pt x="1" y="1709"/>
                    <a:pt x="526" y="2133"/>
                    <a:pt x="1075" y="2133"/>
                  </a:cubicBezTo>
                  <a:cubicBezTo>
                    <a:pt x="1336" y="2133"/>
                    <a:pt x="1604" y="2036"/>
                    <a:pt x="1822"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81" name="Google Shape;2681;p60"/>
            <p:cNvSpPr/>
            <p:nvPr/>
          </p:nvSpPr>
          <p:spPr>
            <a:xfrm>
              <a:off x="314325" y="1723625"/>
              <a:ext cx="62225" cy="53350"/>
            </a:xfrm>
            <a:custGeom>
              <a:avLst/>
              <a:gdLst/>
              <a:ahLst/>
              <a:cxnLst/>
              <a:rect l="l" t="t" r="r" b="b"/>
              <a:pathLst>
                <a:path w="2489" h="2134" extrusionOk="0">
                  <a:moveTo>
                    <a:pt x="1065" y="1"/>
                  </a:moveTo>
                  <a:cubicBezTo>
                    <a:pt x="480" y="1"/>
                    <a:pt x="1" y="480"/>
                    <a:pt x="1" y="1065"/>
                  </a:cubicBezTo>
                  <a:cubicBezTo>
                    <a:pt x="1" y="1709"/>
                    <a:pt x="526" y="2133"/>
                    <a:pt x="1075" y="2133"/>
                  </a:cubicBezTo>
                  <a:cubicBezTo>
                    <a:pt x="1336" y="2133"/>
                    <a:pt x="1604" y="2037"/>
                    <a:pt x="1822"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82" name="Google Shape;2682;p60"/>
            <p:cNvSpPr/>
            <p:nvPr/>
          </p:nvSpPr>
          <p:spPr>
            <a:xfrm>
              <a:off x="314325" y="1647400"/>
              <a:ext cx="62225" cy="53450"/>
            </a:xfrm>
            <a:custGeom>
              <a:avLst/>
              <a:gdLst/>
              <a:ahLst/>
              <a:cxnLst/>
              <a:rect l="l" t="t" r="r" b="b"/>
              <a:pathLst>
                <a:path w="2489" h="2138" extrusionOk="0">
                  <a:moveTo>
                    <a:pt x="1065" y="1"/>
                  </a:moveTo>
                  <a:cubicBezTo>
                    <a:pt x="480" y="9"/>
                    <a:pt x="1" y="481"/>
                    <a:pt x="1" y="1066"/>
                  </a:cubicBezTo>
                  <a:cubicBezTo>
                    <a:pt x="1" y="1710"/>
                    <a:pt x="526" y="2138"/>
                    <a:pt x="1074" y="2138"/>
                  </a:cubicBezTo>
                  <a:cubicBezTo>
                    <a:pt x="1336" y="2138"/>
                    <a:pt x="1604" y="2040"/>
                    <a:pt x="1822"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83" name="Google Shape;2683;p60"/>
            <p:cNvSpPr/>
            <p:nvPr/>
          </p:nvSpPr>
          <p:spPr>
            <a:xfrm>
              <a:off x="314325" y="1571400"/>
              <a:ext cx="62150" cy="53250"/>
            </a:xfrm>
            <a:custGeom>
              <a:avLst/>
              <a:gdLst/>
              <a:ahLst/>
              <a:cxnLst/>
              <a:rect l="l" t="t" r="r" b="b"/>
              <a:pathLst>
                <a:path w="2486" h="2130" extrusionOk="0">
                  <a:moveTo>
                    <a:pt x="1075" y="1"/>
                  </a:moveTo>
                  <a:cubicBezTo>
                    <a:pt x="1072" y="1"/>
                    <a:pt x="1069" y="1"/>
                    <a:pt x="1065" y="1"/>
                  </a:cubicBezTo>
                  <a:cubicBezTo>
                    <a:pt x="480" y="1"/>
                    <a:pt x="1" y="472"/>
                    <a:pt x="1" y="1066"/>
                  </a:cubicBezTo>
                  <a:cubicBezTo>
                    <a:pt x="1" y="1703"/>
                    <a:pt x="525" y="2129"/>
                    <a:pt x="1073" y="2129"/>
                  </a:cubicBezTo>
                  <a:cubicBezTo>
                    <a:pt x="1335" y="2129"/>
                    <a:pt x="1603" y="2032"/>
                    <a:pt x="1822" y="1813"/>
                  </a:cubicBezTo>
                  <a:cubicBezTo>
                    <a:pt x="2486" y="1149"/>
                    <a:pt x="2020" y="1"/>
                    <a:pt x="107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84" name="Google Shape;2684;p60"/>
            <p:cNvSpPr/>
            <p:nvPr/>
          </p:nvSpPr>
          <p:spPr>
            <a:xfrm>
              <a:off x="238125" y="1952050"/>
              <a:ext cx="62200" cy="53450"/>
            </a:xfrm>
            <a:custGeom>
              <a:avLst/>
              <a:gdLst/>
              <a:ahLst/>
              <a:cxnLst/>
              <a:rect l="l" t="t" r="r" b="b"/>
              <a:pathLst>
                <a:path w="2488" h="2138" extrusionOk="0">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85" name="Google Shape;2685;p60"/>
            <p:cNvSpPr/>
            <p:nvPr/>
          </p:nvSpPr>
          <p:spPr>
            <a:xfrm>
              <a:off x="238125"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86" name="Google Shape;2686;p60"/>
            <p:cNvSpPr/>
            <p:nvPr/>
          </p:nvSpPr>
          <p:spPr>
            <a:xfrm>
              <a:off x="238125"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87" name="Google Shape;2687;p60"/>
            <p:cNvSpPr/>
            <p:nvPr/>
          </p:nvSpPr>
          <p:spPr>
            <a:xfrm>
              <a:off x="238125"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88" name="Google Shape;2688;p60"/>
            <p:cNvSpPr/>
            <p:nvPr/>
          </p:nvSpPr>
          <p:spPr>
            <a:xfrm>
              <a:off x="4427825" y="2637775"/>
              <a:ext cx="62425" cy="53450"/>
            </a:xfrm>
            <a:custGeom>
              <a:avLst/>
              <a:gdLst/>
              <a:ahLst/>
              <a:cxnLst/>
              <a:rect l="l" t="t" r="r" b="b"/>
              <a:pathLst>
                <a:path w="2497" h="2138" extrusionOk="0">
                  <a:moveTo>
                    <a:pt x="1065" y="1"/>
                  </a:moveTo>
                  <a:cubicBezTo>
                    <a:pt x="480" y="9"/>
                    <a:pt x="1" y="480"/>
                    <a:pt x="1" y="1074"/>
                  </a:cubicBezTo>
                  <a:cubicBezTo>
                    <a:pt x="1" y="1712"/>
                    <a:pt x="529" y="2137"/>
                    <a:pt x="1077" y="2137"/>
                  </a:cubicBezTo>
                  <a:cubicBezTo>
                    <a:pt x="1339" y="2137"/>
                    <a:pt x="1606" y="2040"/>
                    <a:pt x="1822"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89" name="Google Shape;2689;p60"/>
            <p:cNvSpPr/>
            <p:nvPr/>
          </p:nvSpPr>
          <p:spPr>
            <a:xfrm>
              <a:off x="4427825" y="2714000"/>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90" name="Google Shape;2690;p60"/>
            <p:cNvSpPr/>
            <p:nvPr/>
          </p:nvSpPr>
          <p:spPr>
            <a:xfrm>
              <a:off x="4504050" y="271400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91" name="Google Shape;2691;p60"/>
            <p:cNvSpPr/>
            <p:nvPr/>
          </p:nvSpPr>
          <p:spPr>
            <a:xfrm>
              <a:off x="4504050" y="286642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92" name="Google Shape;2692;p60"/>
            <p:cNvSpPr/>
            <p:nvPr/>
          </p:nvSpPr>
          <p:spPr>
            <a:xfrm>
              <a:off x="4580250"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93" name="Google Shape;2693;p60"/>
            <p:cNvSpPr/>
            <p:nvPr/>
          </p:nvSpPr>
          <p:spPr>
            <a:xfrm>
              <a:off x="4504050" y="279020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94" name="Google Shape;2694;p60"/>
            <p:cNvSpPr/>
            <p:nvPr/>
          </p:nvSpPr>
          <p:spPr>
            <a:xfrm>
              <a:off x="5113350" y="1495200"/>
              <a:ext cx="62400" cy="53325"/>
            </a:xfrm>
            <a:custGeom>
              <a:avLst/>
              <a:gdLst/>
              <a:ahLst/>
              <a:cxnLst/>
              <a:rect l="l" t="t" r="r" b="b"/>
              <a:pathLst>
                <a:path w="2496" h="2133"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95" name="Google Shape;2695;p60"/>
            <p:cNvSpPr/>
            <p:nvPr/>
          </p:nvSpPr>
          <p:spPr>
            <a:xfrm>
              <a:off x="5113350" y="1571400"/>
              <a:ext cx="62400" cy="53250"/>
            </a:xfrm>
            <a:custGeom>
              <a:avLst/>
              <a:gdLst/>
              <a:ahLst/>
              <a:cxnLst/>
              <a:rect l="l" t="t" r="r" b="b"/>
              <a:pathLst>
                <a:path w="2496" h="2130" extrusionOk="0">
                  <a:moveTo>
                    <a:pt x="1073" y="1"/>
                  </a:moveTo>
                  <a:cubicBezTo>
                    <a:pt x="480" y="1"/>
                    <a:pt x="8" y="472"/>
                    <a:pt x="0" y="1066"/>
                  </a:cubicBezTo>
                  <a:cubicBezTo>
                    <a:pt x="0" y="1703"/>
                    <a:pt x="525" y="2129"/>
                    <a:pt x="1073" y="2129"/>
                  </a:cubicBezTo>
                  <a:cubicBezTo>
                    <a:pt x="1335" y="2129"/>
                    <a:pt x="1603" y="2032"/>
                    <a:pt x="1821" y="1813"/>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96" name="Google Shape;2696;p60"/>
            <p:cNvSpPr/>
            <p:nvPr/>
          </p:nvSpPr>
          <p:spPr>
            <a:xfrm>
              <a:off x="5113350" y="1647400"/>
              <a:ext cx="62400" cy="53450"/>
            </a:xfrm>
            <a:custGeom>
              <a:avLst/>
              <a:gdLst/>
              <a:ahLst/>
              <a:cxnLst/>
              <a:rect l="l" t="t" r="r" b="b"/>
              <a:pathLst>
                <a:path w="2496" h="2138" extrusionOk="0">
                  <a:moveTo>
                    <a:pt x="1073" y="1"/>
                  </a:moveTo>
                  <a:cubicBezTo>
                    <a:pt x="480" y="1"/>
                    <a:pt x="8" y="481"/>
                    <a:pt x="0" y="1066"/>
                  </a:cubicBezTo>
                  <a:cubicBezTo>
                    <a:pt x="0" y="1710"/>
                    <a:pt x="525" y="2138"/>
                    <a:pt x="1074" y="2138"/>
                  </a:cubicBezTo>
                  <a:cubicBezTo>
                    <a:pt x="1336" y="2138"/>
                    <a:pt x="1603" y="2040"/>
                    <a:pt x="1821" y="1822"/>
                  </a:cubicBezTo>
                  <a:cubicBezTo>
                    <a:pt x="2496" y="1155"/>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97" name="Google Shape;2697;p60"/>
            <p:cNvSpPr/>
            <p:nvPr/>
          </p:nvSpPr>
          <p:spPr>
            <a:xfrm>
              <a:off x="5113350" y="1723625"/>
              <a:ext cx="62400" cy="53350"/>
            </a:xfrm>
            <a:custGeom>
              <a:avLst/>
              <a:gdLst/>
              <a:ahLst/>
              <a:cxnLst/>
              <a:rect l="l" t="t" r="r" b="b"/>
              <a:pathLst>
                <a:path w="2496" h="2134" extrusionOk="0">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98" name="Google Shape;2698;p60"/>
            <p:cNvSpPr/>
            <p:nvPr/>
          </p:nvSpPr>
          <p:spPr>
            <a:xfrm>
              <a:off x="5113350" y="1799850"/>
              <a:ext cx="62400" cy="53325"/>
            </a:xfrm>
            <a:custGeom>
              <a:avLst/>
              <a:gdLst/>
              <a:ahLst/>
              <a:cxnLst/>
              <a:rect l="l" t="t" r="r" b="b"/>
              <a:pathLst>
                <a:path w="2496" h="2133"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699" name="Google Shape;2699;p60"/>
            <p:cNvSpPr/>
            <p:nvPr/>
          </p:nvSpPr>
          <p:spPr>
            <a:xfrm>
              <a:off x="5113350" y="1876050"/>
              <a:ext cx="62400" cy="53350"/>
            </a:xfrm>
            <a:custGeom>
              <a:avLst/>
              <a:gdLst/>
              <a:ahLst/>
              <a:cxnLst/>
              <a:rect l="l" t="t" r="r" b="b"/>
              <a:pathLst>
                <a:path w="2496" h="2134" extrusionOk="0">
                  <a:moveTo>
                    <a:pt x="1073" y="1"/>
                  </a:moveTo>
                  <a:cubicBezTo>
                    <a:pt x="480" y="1"/>
                    <a:pt x="8" y="472"/>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00" name="Google Shape;2700;p60"/>
            <p:cNvSpPr/>
            <p:nvPr/>
          </p:nvSpPr>
          <p:spPr>
            <a:xfrm>
              <a:off x="5113350" y="1952050"/>
              <a:ext cx="62400" cy="53450"/>
            </a:xfrm>
            <a:custGeom>
              <a:avLst/>
              <a:gdLst/>
              <a:ahLst/>
              <a:cxnLst/>
              <a:rect l="l" t="t" r="r" b="b"/>
              <a:pathLst>
                <a:path w="2496" h="2138" extrusionOk="0">
                  <a:moveTo>
                    <a:pt x="1073" y="1"/>
                  </a:moveTo>
                  <a:cubicBezTo>
                    <a:pt x="480" y="9"/>
                    <a:pt x="8" y="481"/>
                    <a:pt x="0" y="1074"/>
                  </a:cubicBezTo>
                  <a:cubicBezTo>
                    <a:pt x="0" y="1712"/>
                    <a:pt x="525" y="2138"/>
                    <a:pt x="1073" y="2138"/>
                  </a:cubicBezTo>
                  <a:cubicBezTo>
                    <a:pt x="1335" y="2138"/>
                    <a:pt x="1603" y="2040"/>
                    <a:pt x="1821" y="1822"/>
                  </a:cubicBezTo>
                  <a:cubicBezTo>
                    <a:pt x="2496" y="1155"/>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01" name="Google Shape;2701;p60"/>
            <p:cNvSpPr/>
            <p:nvPr/>
          </p:nvSpPr>
          <p:spPr>
            <a:xfrm>
              <a:off x="5113350" y="2028275"/>
              <a:ext cx="62400" cy="53450"/>
            </a:xfrm>
            <a:custGeom>
              <a:avLst/>
              <a:gdLst/>
              <a:ahLst/>
              <a:cxnLst/>
              <a:rect l="l" t="t" r="r" b="b"/>
              <a:pathLst>
                <a:path w="2496" h="2138" extrusionOk="0">
                  <a:moveTo>
                    <a:pt x="1073" y="1"/>
                  </a:moveTo>
                  <a:cubicBezTo>
                    <a:pt x="480" y="1"/>
                    <a:pt x="8" y="480"/>
                    <a:pt x="0" y="1065"/>
                  </a:cubicBezTo>
                  <a:cubicBezTo>
                    <a:pt x="0" y="1709"/>
                    <a:pt x="525" y="2137"/>
                    <a:pt x="1074" y="2137"/>
                  </a:cubicBezTo>
                  <a:cubicBezTo>
                    <a:pt x="1336" y="2137"/>
                    <a:pt x="1603" y="2040"/>
                    <a:pt x="1821" y="1821"/>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02" name="Google Shape;2702;p60"/>
            <p:cNvSpPr/>
            <p:nvPr/>
          </p:nvSpPr>
          <p:spPr>
            <a:xfrm>
              <a:off x="5113350" y="2104500"/>
              <a:ext cx="62400" cy="53325"/>
            </a:xfrm>
            <a:custGeom>
              <a:avLst/>
              <a:gdLst/>
              <a:ahLst/>
              <a:cxnLst/>
              <a:rect l="l" t="t" r="r" b="b"/>
              <a:pathLst>
                <a:path w="2496" h="2133"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03" name="Google Shape;2703;p60"/>
            <p:cNvSpPr/>
            <p:nvPr/>
          </p:nvSpPr>
          <p:spPr>
            <a:xfrm>
              <a:off x="5113350" y="2180700"/>
              <a:ext cx="62400" cy="53350"/>
            </a:xfrm>
            <a:custGeom>
              <a:avLst/>
              <a:gdLst/>
              <a:ahLst/>
              <a:cxnLst/>
              <a:rect l="l" t="t" r="r" b="b"/>
              <a:pathLst>
                <a:path w="2496" h="2134" extrusionOk="0">
                  <a:moveTo>
                    <a:pt x="1073" y="1"/>
                  </a:moveTo>
                  <a:cubicBezTo>
                    <a:pt x="480" y="1"/>
                    <a:pt x="8" y="480"/>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04" name="Google Shape;2704;p60"/>
            <p:cNvSpPr/>
            <p:nvPr/>
          </p:nvSpPr>
          <p:spPr>
            <a:xfrm>
              <a:off x="5113350" y="2256925"/>
              <a:ext cx="62550" cy="53425"/>
            </a:xfrm>
            <a:custGeom>
              <a:avLst/>
              <a:gdLst/>
              <a:ahLst/>
              <a:cxnLst/>
              <a:rect l="l" t="t" r="r" b="b"/>
              <a:pathLst>
                <a:path w="2502" h="2137" extrusionOk="0">
                  <a:moveTo>
                    <a:pt x="1083" y="0"/>
                  </a:moveTo>
                  <a:cubicBezTo>
                    <a:pt x="1080" y="0"/>
                    <a:pt x="1077" y="0"/>
                    <a:pt x="1073" y="0"/>
                  </a:cubicBezTo>
                  <a:cubicBezTo>
                    <a:pt x="480" y="0"/>
                    <a:pt x="0" y="480"/>
                    <a:pt x="0" y="1065"/>
                  </a:cubicBezTo>
                  <a:cubicBezTo>
                    <a:pt x="0" y="1709"/>
                    <a:pt x="529" y="2137"/>
                    <a:pt x="1080" y="2137"/>
                  </a:cubicBezTo>
                  <a:cubicBezTo>
                    <a:pt x="1343" y="2137"/>
                    <a:pt x="1611" y="2039"/>
                    <a:pt x="1829" y="1821"/>
                  </a:cubicBezTo>
                  <a:cubicBezTo>
                    <a:pt x="2502" y="1149"/>
                    <a:pt x="2028" y="0"/>
                    <a:pt x="1083"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05" name="Google Shape;2705;p60"/>
            <p:cNvSpPr/>
            <p:nvPr/>
          </p:nvSpPr>
          <p:spPr>
            <a:xfrm>
              <a:off x="5113350" y="2333125"/>
              <a:ext cx="62400" cy="53450"/>
            </a:xfrm>
            <a:custGeom>
              <a:avLst/>
              <a:gdLst/>
              <a:ahLst/>
              <a:cxnLst/>
              <a:rect l="l" t="t" r="r" b="b"/>
              <a:pathLst>
                <a:path w="2496" h="2138" extrusionOk="0">
                  <a:moveTo>
                    <a:pt x="1073" y="1"/>
                  </a:moveTo>
                  <a:cubicBezTo>
                    <a:pt x="480" y="1"/>
                    <a:pt x="0" y="480"/>
                    <a:pt x="0" y="1066"/>
                  </a:cubicBezTo>
                  <a:cubicBezTo>
                    <a:pt x="0" y="1709"/>
                    <a:pt x="525" y="2137"/>
                    <a:pt x="1074" y="2137"/>
                  </a:cubicBezTo>
                  <a:cubicBezTo>
                    <a:pt x="1336" y="2137"/>
                    <a:pt x="1603" y="2040"/>
                    <a:pt x="1821" y="1822"/>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06" name="Google Shape;2706;p60"/>
            <p:cNvSpPr/>
            <p:nvPr/>
          </p:nvSpPr>
          <p:spPr>
            <a:xfrm>
              <a:off x="5113350" y="2409350"/>
              <a:ext cx="62400" cy="53350"/>
            </a:xfrm>
            <a:custGeom>
              <a:avLst/>
              <a:gdLst/>
              <a:ahLst/>
              <a:cxnLst/>
              <a:rect l="l" t="t" r="r" b="b"/>
              <a:pathLst>
                <a:path w="2496" h="2134"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07" name="Google Shape;2707;p60"/>
            <p:cNvSpPr/>
            <p:nvPr/>
          </p:nvSpPr>
          <p:spPr>
            <a:xfrm>
              <a:off x="5113350" y="2485550"/>
              <a:ext cx="62400" cy="53300"/>
            </a:xfrm>
            <a:custGeom>
              <a:avLst/>
              <a:gdLst/>
              <a:ahLst/>
              <a:cxnLst/>
              <a:rect l="l" t="t" r="r" b="b"/>
              <a:pathLst>
                <a:path w="2496" h="2132" extrusionOk="0">
                  <a:moveTo>
                    <a:pt x="1073" y="1"/>
                  </a:moveTo>
                  <a:cubicBezTo>
                    <a:pt x="480" y="1"/>
                    <a:pt x="0" y="472"/>
                    <a:pt x="0" y="1066"/>
                  </a:cubicBezTo>
                  <a:cubicBezTo>
                    <a:pt x="0" y="1708"/>
                    <a:pt x="526" y="2131"/>
                    <a:pt x="1073" y="2131"/>
                  </a:cubicBezTo>
                  <a:cubicBezTo>
                    <a:pt x="1336" y="2131"/>
                    <a:pt x="1604" y="2033"/>
                    <a:pt x="1821" y="1814"/>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08" name="Google Shape;2708;p60"/>
            <p:cNvSpPr/>
            <p:nvPr/>
          </p:nvSpPr>
          <p:spPr>
            <a:xfrm>
              <a:off x="4732475" y="149520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09" name="Google Shape;2709;p60"/>
            <p:cNvSpPr/>
            <p:nvPr/>
          </p:nvSpPr>
          <p:spPr>
            <a:xfrm>
              <a:off x="4732475" y="1571400"/>
              <a:ext cx="62425" cy="53250"/>
            </a:xfrm>
            <a:custGeom>
              <a:avLst/>
              <a:gdLst/>
              <a:ahLst/>
              <a:cxnLst/>
              <a:rect l="l" t="t" r="r" b="b"/>
              <a:pathLst>
                <a:path w="2497" h="2130" extrusionOk="0">
                  <a:moveTo>
                    <a:pt x="1074" y="1"/>
                  </a:moveTo>
                  <a:cubicBezTo>
                    <a:pt x="480" y="1"/>
                    <a:pt x="9" y="472"/>
                    <a:pt x="1" y="1066"/>
                  </a:cubicBezTo>
                  <a:cubicBezTo>
                    <a:pt x="1" y="1703"/>
                    <a:pt x="525" y="2129"/>
                    <a:pt x="1073" y="2129"/>
                  </a:cubicBezTo>
                  <a:cubicBezTo>
                    <a:pt x="1335" y="2129"/>
                    <a:pt x="1603" y="2032"/>
                    <a:pt x="1822" y="1813"/>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10" name="Google Shape;2710;p60"/>
            <p:cNvSpPr/>
            <p:nvPr/>
          </p:nvSpPr>
          <p:spPr>
            <a:xfrm>
              <a:off x="4732475" y="1647400"/>
              <a:ext cx="62425" cy="53450"/>
            </a:xfrm>
            <a:custGeom>
              <a:avLst/>
              <a:gdLst/>
              <a:ahLst/>
              <a:cxnLst/>
              <a:rect l="l" t="t" r="r" b="b"/>
              <a:pathLst>
                <a:path w="2497" h="2138" extrusionOk="0">
                  <a:moveTo>
                    <a:pt x="1074" y="1"/>
                  </a:moveTo>
                  <a:cubicBezTo>
                    <a:pt x="480" y="1"/>
                    <a:pt x="9" y="481"/>
                    <a:pt x="1" y="1066"/>
                  </a:cubicBezTo>
                  <a:cubicBezTo>
                    <a:pt x="1" y="1710"/>
                    <a:pt x="526" y="2138"/>
                    <a:pt x="1074" y="2138"/>
                  </a:cubicBezTo>
                  <a:cubicBezTo>
                    <a:pt x="1336" y="2138"/>
                    <a:pt x="1604" y="2040"/>
                    <a:pt x="1822" y="1822"/>
                  </a:cubicBezTo>
                  <a:cubicBezTo>
                    <a:pt x="2496" y="1155"/>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11" name="Google Shape;2711;p60"/>
            <p:cNvSpPr/>
            <p:nvPr/>
          </p:nvSpPr>
          <p:spPr>
            <a:xfrm>
              <a:off x="4732475" y="172362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12" name="Google Shape;2712;p60"/>
            <p:cNvSpPr/>
            <p:nvPr/>
          </p:nvSpPr>
          <p:spPr>
            <a:xfrm>
              <a:off x="4732475" y="179985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13" name="Google Shape;2713;p60"/>
            <p:cNvSpPr/>
            <p:nvPr/>
          </p:nvSpPr>
          <p:spPr>
            <a:xfrm>
              <a:off x="4732475" y="1876050"/>
              <a:ext cx="62425" cy="53350"/>
            </a:xfrm>
            <a:custGeom>
              <a:avLst/>
              <a:gdLst/>
              <a:ahLst/>
              <a:cxnLst/>
              <a:rect l="l" t="t" r="r" b="b"/>
              <a:pathLst>
                <a:path w="2497" h="2134" extrusionOk="0">
                  <a:moveTo>
                    <a:pt x="1074" y="1"/>
                  </a:moveTo>
                  <a:cubicBezTo>
                    <a:pt x="480" y="1"/>
                    <a:pt x="9" y="472"/>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14" name="Google Shape;2714;p60"/>
            <p:cNvSpPr/>
            <p:nvPr/>
          </p:nvSpPr>
          <p:spPr>
            <a:xfrm>
              <a:off x="4732475" y="1952050"/>
              <a:ext cx="62425" cy="53450"/>
            </a:xfrm>
            <a:custGeom>
              <a:avLst/>
              <a:gdLst/>
              <a:ahLst/>
              <a:cxnLst/>
              <a:rect l="l" t="t" r="r" b="b"/>
              <a:pathLst>
                <a:path w="2497" h="2138" extrusionOk="0">
                  <a:moveTo>
                    <a:pt x="1074" y="1"/>
                  </a:moveTo>
                  <a:cubicBezTo>
                    <a:pt x="480" y="9"/>
                    <a:pt x="9" y="481"/>
                    <a:pt x="1" y="1074"/>
                  </a:cubicBezTo>
                  <a:cubicBezTo>
                    <a:pt x="1" y="1712"/>
                    <a:pt x="525" y="2138"/>
                    <a:pt x="1073" y="2138"/>
                  </a:cubicBezTo>
                  <a:cubicBezTo>
                    <a:pt x="1335" y="2138"/>
                    <a:pt x="1603" y="2040"/>
                    <a:pt x="1822" y="1822"/>
                  </a:cubicBezTo>
                  <a:cubicBezTo>
                    <a:pt x="2496" y="1155"/>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15" name="Google Shape;2715;p60"/>
            <p:cNvSpPr/>
            <p:nvPr/>
          </p:nvSpPr>
          <p:spPr>
            <a:xfrm>
              <a:off x="4732475" y="2028275"/>
              <a:ext cx="62425" cy="53450"/>
            </a:xfrm>
            <a:custGeom>
              <a:avLst/>
              <a:gdLst/>
              <a:ahLst/>
              <a:cxnLst/>
              <a:rect l="l" t="t" r="r" b="b"/>
              <a:pathLst>
                <a:path w="2497" h="2138" extrusionOk="0">
                  <a:moveTo>
                    <a:pt x="1074" y="1"/>
                  </a:moveTo>
                  <a:cubicBezTo>
                    <a:pt x="480" y="1"/>
                    <a:pt x="9" y="480"/>
                    <a:pt x="1" y="1065"/>
                  </a:cubicBezTo>
                  <a:cubicBezTo>
                    <a:pt x="1" y="1709"/>
                    <a:pt x="526" y="2137"/>
                    <a:pt x="1074" y="2137"/>
                  </a:cubicBezTo>
                  <a:cubicBezTo>
                    <a:pt x="1336" y="2137"/>
                    <a:pt x="1604" y="2040"/>
                    <a:pt x="1822" y="1821"/>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16" name="Google Shape;2716;p60"/>
            <p:cNvSpPr/>
            <p:nvPr/>
          </p:nvSpPr>
          <p:spPr>
            <a:xfrm>
              <a:off x="4732475" y="210450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17" name="Google Shape;2717;p60"/>
            <p:cNvSpPr/>
            <p:nvPr/>
          </p:nvSpPr>
          <p:spPr>
            <a:xfrm>
              <a:off x="4732475" y="2180700"/>
              <a:ext cx="62425" cy="53350"/>
            </a:xfrm>
            <a:custGeom>
              <a:avLst/>
              <a:gdLst/>
              <a:ahLst/>
              <a:cxnLst/>
              <a:rect l="l" t="t" r="r" b="b"/>
              <a:pathLst>
                <a:path w="2497" h="2134" extrusionOk="0">
                  <a:moveTo>
                    <a:pt x="1074" y="1"/>
                  </a:moveTo>
                  <a:cubicBezTo>
                    <a:pt x="480" y="1"/>
                    <a:pt x="9" y="480"/>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18" name="Google Shape;2718;p60"/>
            <p:cNvSpPr/>
            <p:nvPr/>
          </p:nvSpPr>
          <p:spPr>
            <a:xfrm>
              <a:off x="4732475" y="2256925"/>
              <a:ext cx="62575" cy="53425"/>
            </a:xfrm>
            <a:custGeom>
              <a:avLst/>
              <a:gdLst/>
              <a:ahLst/>
              <a:cxnLst/>
              <a:rect l="l" t="t" r="r" b="b"/>
              <a:pathLst>
                <a:path w="2503" h="2137" extrusionOk="0">
                  <a:moveTo>
                    <a:pt x="1084" y="0"/>
                  </a:moveTo>
                  <a:cubicBezTo>
                    <a:pt x="1080" y="0"/>
                    <a:pt x="1077" y="0"/>
                    <a:pt x="1074" y="0"/>
                  </a:cubicBezTo>
                  <a:cubicBezTo>
                    <a:pt x="480" y="0"/>
                    <a:pt x="1" y="480"/>
                    <a:pt x="1" y="1065"/>
                  </a:cubicBezTo>
                  <a:cubicBezTo>
                    <a:pt x="1" y="1709"/>
                    <a:pt x="529" y="2137"/>
                    <a:pt x="1080"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19" name="Google Shape;2719;p60"/>
            <p:cNvSpPr/>
            <p:nvPr/>
          </p:nvSpPr>
          <p:spPr>
            <a:xfrm>
              <a:off x="4732475" y="2333125"/>
              <a:ext cx="62425" cy="53450"/>
            </a:xfrm>
            <a:custGeom>
              <a:avLst/>
              <a:gdLst/>
              <a:ahLst/>
              <a:cxnLst/>
              <a:rect l="l" t="t" r="r" b="b"/>
              <a:pathLst>
                <a:path w="2497" h="2138" extrusionOk="0">
                  <a:moveTo>
                    <a:pt x="1074" y="1"/>
                  </a:moveTo>
                  <a:cubicBezTo>
                    <a:pt x="480" y="1"/>
                    <a:pt x="1" y="480"/>
                    <a:pt x="1" y="1066"/>
                  </a:cubicBezTo>
                  <a:cubicBezTo>
                    <a:pt x="1" y="1709"/>
                    <a:pt x="526" y="2137"/>
                    <a:pt x="1074" y="2137"/>
                  </a:cubicBezTo>
                  <a:cubicBezTo>
                    <a:pt x="1336" y="2137"/>
                    <a:pt x="1604" y="2040"/>
                    <a:pt x="1822"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20" name="Google Shape;2720;p60"/>
            <p:cNvSpPr/>
            <p:nvPr/>
          </p:nvSpPr>
          <p:spPr>
            <a:xfrm>
              <a:off x="4351600" y="2256925"/>
              <a:ext cx="62575" cy="53425"/>
            </a:xfrm>
            <a:custGeom>
              <a:avLst/>
              <a:gdLst/>
              <a:ahLst/>
              <a:cxnLst/>
              <a:rect l="l" t="t" r="r" b="b"/>
              <a:pathLst>
                <a:path w="2503" h="2137" extrusionOk="0">
                  <a:moveTo>
                    <a:pt x="1084" y="0"/>
                  </a:moveTo>
                  <a:cubicBezTo>
                    <a:pt x="1081" y="0"/>
                    <a:pt x="1077" y="0"/>
                    <a:pt x="1074" y="0"/>
                  </a:cubicBezTo>
                  <a:cubicBezTo>
                    <a:pt x="481" y="0"/>
                    <a:pt x="9"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21" name="Google Shape;2721;p60"/>
            <p:cNvSpPr/>
            <p:nvPr/>
          </p:nvSpPr>
          <p:spPr>
            <a:xfrm>
              <a:off x="4351600" y="2485550"/>
              <a:ext cx="62425" cy="53300"/>
            </a:xfrm>
            <a:custGeom>
              <a:avLst/>
              <a:gdLst/>
              <a:ahLst/>
              <a:cxnLst/>
              <a:rect l="l" t="t" r="r" b="b"/>
              <a:pathLst>
                <a:path w="2497" h="2132" extrusionOk="0">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22" name="Google Shape;2722;p60"/>
            <p:cNvSpPr/>
            <p:nvPr/>
          </p:nvSpPr>
          <p:spPr>
            <a:xfrm>
              <a:off x="4351600" y="2409350"/>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23" name="Google Shape;2723;p60"/>
            <p:cNvSpPr/>
            <p:nvPr/>
          </p:nvSpPr>
          <p:spPr>
            <a:xfrm>
              <a:off x="4351600" y="2333125"/>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24" name="Google Shape;2724;p60"/>
            <p:cNvSpPr/>
            <p:nvPr/>
          </p:nvSpPr>
          <p:spPr>
            <a:xfrm>
              <a:off x="4427825" y="2256925"/>
              <a:ext cx="62575" cy="53425"/>
            </a:xfrm>
            <a:custGeom>
              <a:avLst/>
              <a:gdLst/>
              <a:ahLst/>
              <a:cxnLst/>
              <a:rect l="l" t="t" r="r" b="b"/>
              <a:pathLst>
                <a:path w="2503" h="2137" extrusionOk="0">
                  <a:moveTo>
                    <a:pt x="1076" y="0"/>
                  </a:moveTo>
                  <a:cubicBezTo>
                    <a:pt x="1072" y="0"/>
                    <a:pt x="1069" y="0"/>
                    <a:pt x="1065" y="0"/>
                  </a:cubicBezTo>
                  <a:cubicBezTo>
                    <a:pt x="480" y="0"/>
                    <a:pt x="1" y="480"/>
                    <a:pt x="1" y="1065"/>
                  </a:cubicBezTo>
                  <a:cubicBezTo>
                    <a:pt x="1" y="1709"/>
                    <a:pt x="529" y="2137"/>
                    <a:pt x="1080" y="2137"/>
                  </a:cubicBezTo>
                  <a:cubicBezTo>
                    <a:pt x="1343" y="2137"/>
                    <a:pt x="1612" y="2039"/>
                    <a:pt x="1830" y="1821"/>
                  </a:cubicBezTo>
                  <a:cubicBezTo>
                    <a:pt x="2502" y="1149"/>
                    <a:pt x="2028" y="0"/>
                    <a:pt x="107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25" name="Google Shape;2725;p60"/>
            <p:cNvSpPr/>
            <p:nvPr/>
          </p:nvSpPr>
          <p:spPr>
            <a:xfrm>
              <a:off x="4427825" y="2333125"/>
              <a:ext cx="62425" cy="53450"/>
            </a:xfrm>
            <a:custGeom>
              <a:avLst/>
              <a:gdLst/>
              <a:ahLst/>
              <a:cxnLst/>
              <a:rect l="l" t="t" r="r" b="b"/>
              <a:pathLst>
                <a:path w="2497" h="2138" extrusionOk="0">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26" name="Google Shape;2726;p60"/>
            <p:cNvSpPr/>
            <p:nvPr/>
          </p:nvSpPr>
          <p:spPr>
            <a:xfrm>
              <a:off x="45040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27" name="Google Shape;2727;p60"/>
            <p:cNvSpPr/>
            <p:nvPr/>
          </p:nvSpPr>
          <p:spPr>
            <a:xfrm>
              <a:off x="450405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28" name="Google Shape;2728;p60"/>
            <p:cNvSpPr/>
            <p:nvPr/>
          </p:nvSpPr>
          <p:spPr>
            <a:xfrm>
              <a:off x="4504050"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29" name="Google Shape;2729;p60"/>
            <p:cNvSpPr/>
            <p:nvPr/>
          </p:nvSpPr>
          <p:spPr>
            <a:xfrm>
              <a:off x="4504050"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30" name="Google Shape;2730;p60"/>
            <p:cNvSpPr/>
            <p:nvPr/>
          </p:nvSpPr>
          <p:spPr>
            <a:xfrm>
              <a:off x="4504050" y="1876050"/>
              <a:ext cx="62200" cy="53350"/>
            </a:xfrm>
            <a:custGeom>
              <a:avLst/>
              <a:gdLst/>
              <a:ahLst/>
              <a:cxnLst/>
              <a:rect l="l" t="t" r="r" b="b"/>
              <a:pathLst>
                <a:path w="2488" h="2134" extrusionOk="0">
                  <a:moveTo>
                    <a:pt x="1065" y="1"/>
                  </a:moveTo>
                  <a:cubicBezTo>
                    <a:pt x="480" y="1"/>
                    <a:pt x="0" y="472"/>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31" name="Google Shape;2731;p60"/>
            <p:cNvSpPr/>
            <p:nvPr/>
          </p:nvSpPr>
          <p:spPr>
            <a:xfrm>
              <a:off x="450405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32" name="Google Shape;2732;p60"/>
            <p:cNvSpPr/>
            <p:nvPr/>
          </p:nvSpPr>
          <p:spPr>
            <a:xfrm>
              <a:off x="4504050"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33" name="Google Shape;2733;p60"/>
            <p:cNvSpPr/>
            <p:nvPr/>
          </p:nvSpPr>
          <p:spPr>
            <a:xfrm>
              <a:off x="4504050" y="21045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34" name="Google Shape;2734;p60"/>
            <p:cNvSpPr/>
            <p:nvPr/>
          </p:nvSpPr>
          <p:spPr>
            <a:xfrm>
              <a:off x="4504050" y="2180700"/>
              <a:ext cx="62200" cy="53350"/>
            </a:xfrm>
            <a:custGeom>
              <a:avLst/>
              <a:gdLst/>
              <a:ahLst/>
              <a:cxnLst/>
              <a:rect l="l" t="t" r="r" b="b"/>
              <a:pathLst>
                <a:path w="2488" h="2134" extrusionOk="0">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35" name="Google Shape;2735;p60"/>
            <p:cNvSpPr/>
            <p:nvPr/>
          </p:nvSpPr>
          <p:spPr>
            <a:xfrm>
              <a:off x="4504050" y="2256925"/>
              <a:ext cx="62350" cy="53425"/>
            </a:xfrm>
            <a:custGeom>
              <a:avLst/>
              <a:gdLst/>
              <a:ahLst/>
              <a:cxnLst/>
              <a:rect l="l" t="t" r="r" b="b"/>
              <a:pathLst>
                <a:path w="2494" h="2137" extrusionOk="0">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20" y="0"/>
                    <a:pt x="107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36" name="Google Shape;2736;p60"/>
            <p:cNvSpPr/>
            <p:nvPr/>
          </p:nvSpPr>
          <p:spPr>
            <a:xfrm>
              <a:off x="4504050"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37" name="Google Shape;2737;p60"/>
            <p:cNvSpPr/>
            <p:nvPr/>
          </p:nvSpPr>
          <p:spPr>
            <a:xfrm>
              <a:off x="4504050" y="240935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38" name="Google Shape;2738;p60"/>
            <p:cNvSpPr/>
            <p:nvPr/>
          </p:nvSpPr>
          <p:spPr>
            <a:xfrm>
              <a:off x="4580250"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39" name="Google Shape;2739;p60"/>
            <p:cNvSpPr/>
            <p:nvPr/>
          </p:nvSpPr>
          <p:spPr>
            <a:xfrm>
              <a:off x="4580250" y="164740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40" name="Google Shape;2740;p60"/>
            <p:cNvSpPr/>
            <p:nvPr/>
          </p:nvSpPr>
          <p:spPr>
            <a:xfrm>
              <a:off x="458025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41" name="Google Shape;2741;p60"/>
            <p:cNvSpPr/>
            <p:nvPr/>
          </p:nvSpPr>
          <p:spPr>
            <a:xfrm>
              <a:off x="4580250"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42" name="Google Shape;2742;p60"/>
            <p:cNvSpPr/>
            <p:nvPr/>
          </p:nvSpPr>
          <p:spPr>
            <a:xfrm>
              <a:off x="4580250" y="1876050"/>
              <a:ext cx="62225" cy="53275"/>
            </a:xfrm>
            <a:custGeom>
              <a:avLst/>
              <a:gdLst/>
              <a:ahLst/>
              <a:cxnLst/>
              <a:rect l="l" t="t" r="r" b="b"/>
              <a:pathLst>
                <a:path w="2489" h="2131" extrusionOk="0">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43" name="Google Shape;2743;p60"/>
            <p:cNvSpPr/>
            <p:nvPr/>
          </p:nvSpPr>
          <p:spPr>
            <a:xfrm>
              <a:off x="4580250"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44" name="Google Shape;2744;p60"/>
            <p:cNvSpPr/>
            <p:nvPr/>
          </p:nvSpPr>
          <p:spPr>
            <a:xfrm>
              <a:off x="4580250" y="2028275"/>
              <a:ext cx="62225" cy="53450"/>
            </a:xfrm>
            <a:custGeom>
              <a:avLst/>
              <a:gdLst/>
              <a:ahLst/>
              <a:cxnLst/>
              <a:rect l="l" t="t" r="r" b="b"/>
              <a:pathLst>
                <a:path w="2489" h="2138" extrusionOk="0">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45" name="Google Shape;2745;p60"/>
            <p:cNvSpPr/>
            <p:nvPr/>
          </p:nvSpPr>
          <p:spPr>
            <a:xfrm>
              <a:off x="4580250"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46" name="Google Shape;2746;p60"/>
            <p:cNvSpPr/>
            <p:nvPr/>
          </p:nvSpPr>
          <p:spPr>
            <a:xfrm>
              <a:off x="4580250"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47" name="Google Shape;2747;p60"/>
            <p:cNvSpPr/>
            <p:nvPr/>
          </p:nvSpPr>
          <p:spPr>
            <a:xfrm>
              <a:off x="4580250" y="2256925"/>
              <a:ext cx="62350" cy="53425"/>
            </a:xfrm>
            <a:custGeom>
              <a:avLst/>
              <a:gdLst/>
              <a:ahLst/>
              <a:cxnLst/>
              <a:rect l="l" t="t" r="r" b="b"/>
              <a:pathLst>
                <a:path w="2494" h="2137" extrusionOk="0">
                  <a:moveTo>
                    <a:pt x="1076" y="0"/>
                  </a:moveTo>
                  <a:cubicBezTo>
                    <a:pt x="1072" y="0"/>
                    <a:pt x="1069" y="0"/>
                    <a:pt x="1066" y="0"/>
                  </a:cubicBezTo>
                  <a:cubicBezTo>
                    <a:pt x="480" y="0"/>
                    <a:pt x="1" y="480"/>
                    <a:pt x="1" y="1065"/>
                  </a:cubicBezTo>
                  <a:cubicBezTo>
                    <a:pt x="1" y="1709"/>
                    <a:pt x="529"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48" name="Google Shape;2748;p60"/>
            <p:cNvSpPr/>
            <p:nvPr/>
          </p:nvSpPr>
          <p:spPr>
            <a:xfrm>
              <a:off x="4580250" y="2333125"/>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49" name="Google Shape;2749;p60"/>
            <p:cNvSpPr/>
            <p:nvPr/>
          </p:nvSpPr>
          <p:spPr>
            <a:xfrm>
              <a:off x="4580250"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50" name="Google Shape;2750;p60"/>
            <p:cNvSpPr/>
            <p:nvPr/>
          </p:nvSpPr>
          <p:spPr>
            <a:xfrm>
              <a:off x="4656475" y="1571400"/>
              <a:ext cx="62200" cy="53250"/>
            </a:xfrm>
            <a:custGeom>
              <a:avLst/>
              <a:gdLst/>
              <a:ahLst/>
              <a:cxnLst/>
              <a:rect l="l" t="t" r="r" b="b"/>
              <a:pathLst>
                <a:path w="2488" h="2130" extrusionOk="0">
                  <a:moveTo>
                    <a:pt x="1065" y="1"/>
                  </a:moveTo>
                  <a:cubicBezTo>
                    <a:pt x="472"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51" name="Google Shape;2751;p60"/>
            <p:cNvSpPr/>
            <p:nvPr/>
          </p:nvSpPr>
          <p:spPr>
            <a:xfrm>
              <a:off x="4656475" y="1647400"/>
              <a:ext cx="62200" cy="53450"/>
            </a:xfrm>
            <a:custGeom>
              <a:avLst/>
              <a:gdLst/>
              <a:ahLst/>
              <a:cxnLst/>
              <a:rect l="l" t="t" r="r" b="b"/>
              <a:pathLst>
                <a:path w="2488" h="2138" extrusionOk="0">
                  <a:moveTo>
                    <a:pt x="1065" y="1"/>
                  </a:moveTo>
                  <a:cubicBezTo>
                    <a:pt x="472" y="9"/>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52" name="Google Shape;2752;p60"/>
            <p:cNvSpPr/>
            <p:nvPr/>
          </p:nvSpPr>
          <p:spPr>
            <a:xfrm>
              <a:off x="4656475" y="172362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53" name="Google Shape;2753;p60"/>
            <p:cNvSpPr/>
            <p:nvPr/>
          </p:nvSpPr>
          <p:spPr>
            <a:xfrm>
              <a:off x="4656475" y="179985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54" name="Google Shape;2754;p60"/>
            <p:cNvSpPr/>
            <p:nvPr/>
          </p:nvSpPr>
          <p:spPr>
            <a:xfrm>
              <a:off x="4656475" y="1876050"/>
              <a:ext cx="62200" cy="53275"/>
            </a:xfrm>
            <a:custGeom>
              <a:avLst/>
              <a:gdLst/>
              <a:ahLst/>
              <a:cxnLst/>
              <a:rect l="l" t="t" r="r" b="b"/>
              <a:pathLst>
                <a:path w="2488" h="2131" extrusionOk="0">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55" name="Google Shape;2755;p60"/>
            <p:cNvSpPr/>
            <p:nvPr/>
          </p:nvSpPr>
          <p:spPr>
            <a:xfrm>
              <a:off x="4656475" y="1952050"/>
              <a:ext cx="62200" cy="53450"/>
            </a:xfrm>
            <a:custGeom>
              <a:avLst/>
              <a:gdLst/>
              <a:ahLst/>
              <a:cxnLst/>
              <a:rect l="l" t="t" r="r" b="b"/>
              <a:pathLst>
                <a:path w="2488" h="2138" extrusionOk="0">
                  <a:moveTo>
                    <a:pt x="1065" y="1"/>
                  </a:moveTo>
                  <a:cubicBezTo>
                    <a:pt x="472" y="9"/>
                    <a:pt x="0" y="481"/>
                    <a:pt x="0" y="1074"/>
                  </a:cubicBezTo>
                  <a:cubicBezTo>
                    <a:pt x="0" y="1712"/>
                    <a:pt x="525"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56" name="Google Shape;2756;p60"/>
            <p:cNvSpPr/>
            <p:nvPr/>
          </p:nvSpPr>
          <p:spPr>
            <a:xfrm>
              <a:off x="4656475" y="2028275"/>
              <a:ext cx="62200" cy="53450"/>
            </a:xfrm>
            <a:custGeom>
              <a:avLst/>
              <a:gdLst/>
              <a:ahLst/>
              <a:cxnLst/>
              <a:rect l="l" t="t" r="r" b="b"/>
              <a:pathLst>
                <a:path w="2488" h="2138" extrusionOk="0">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57" name="Google Shape;2757;p60"/>
            <p:cNvSpPr/>
            <p:nvPr/>
          </p:nvSpPr>
          <p:spPr>
            <a:xfrm>
              <a:off x="4656475" y="210450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58" name="Google Shape;2758;p60"/>
            <p:cNvSpPr/>
            <p:nvPr/>
          </p:nvSpPr>
          <p:spPr>
            <a:xfrm>
              <a:off x="4656475" y="2180700"/>
              <a:ext cx="62200" cy="53350"/>
            </a:xfrm>
            <a:custGeom>
              <a:avLst/>
              <a:gdLst/>
              <a:ahLst/>
              <a:cxnLst/>
              <a:rect l="l" t="t" r="r" b="b"/>
              <a:pathLst>
                <a:path w="2488" h="2134" extrusionOk="0">
                  <a:moveTo>
                    <a:pt x="1065" y="1"/>
                  </a:moveTo>
                  <a:cubicBezTo>
                    <a:pt x="472" y="1"/>
                    <a:pt x="0" y="480"/>
                    <a:pt x="0" y="1066"/>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59" name="Google Shape;2759;p60"/>
            <p:cNvSpPr/>
            <p:nvPr/>
          </p:nvSpPr>
          <p:spPr>
            <a:xfrm>
              <a:off x="4656475" y="2256925"/>
              <a:ext cx="62350" cy="53425"/>
            </a:xfrm>
            <a:custGeom>
              <a:avLst/>
              <a:gdLst/>
              <a:ahLst/>
              <a:cxnLst/>
              <a:rect l="l" t="t" r="r" b="b"/>
              <a:pathLst>
                <a:path w="2494" h="2137" extrusionOk="0">
                  <a:moveTo>
                    <a:pt x="1075" y="0"/>
                  </a:moveTo>
                  <a:cubicBezTo>
                    <a:pt x="1072" y="0"/>
                    <a:pt x="1068"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60" name="Google Shape;2760;p60"/>
            <p:cNvSpPr/>
            <p:nvPr/>
          </p:nvSpPr>
          <p:spPr>
            <a:xfrm>
              <a:off x="4656475" y="2333125"/>
              <a:ext cx="62200" cy="53450"/>
            </a:xfrm>
            <a:custGeom>
              <a:avLst/>
              <a:gdLst/>
              <a:ahLst/>
              <a:cxnLst/>
              <a:rect l="l" t="t" r="r" b="b"/>
              <a:pathLst>
                <a:path w="2488" h="2138" extrusionOk="0">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61" name="Google Shape;2761;p60"/>
            <p:cNvSpPr/>
            <p:nvPr/>
          </p:nvSpPr>
          <p:spPr>
            <a:xfrm>
              <a:off x="4656475" y="2409350"/>
              <a:ext cx="62200" cy="53350"/>
            </a:xfrm>
            <a:custGeom>
              <a:avLst/>
              <a:gdLst/>
              <a:ahLst/>
              <a:cxnLst/>
              <a:rect l="l" t="t" r="r" b="b"/>
              <a:pathLst>
                <a:path w="2488" h="2134"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62" name="Google Shape;2762;p60"/>
            <p:cNvSpPr/>
            <p:nvPr/>
          </p:nvSpPr>
          <p:spPr>
            <a:xfrm>
              <a:off x="4732475" y="2409350"/>
              <a:ext cx="62425" cy="53350"/>
            </a:xfrm>
            <a:custGeom>
              <a:avLst/>
              <a:gdLst/>
              <a:ahLst/>
              <a:cxnLst/>
              <a:rect l="l" t="t" r="r" b="b"/>
              <a:pathLst>
                <a:path w="2497" h="2134"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63" name="Google Shape;2763;p60"/>
            <p:cNvSpPr/>
            <p:nvPr/>
          </p:nvSpPr>
          <p:spPr>
            <a:xfrm>
              <a:off x="4732475" y="2485550"/>
              <a:ext cx="62425" cy="53300"/>
            </a:xfrm>
            <a:custGeom>
              <a:avLst/>
              <a:gdLst/>
              <a:ahLst/>
              <a:cxnLst/>
              <a:rect l="l" t="t" r="r" b="b"/>
              <a:pathLst>
                <a:path w="2497" h="2132" extrusionOk="0">
                  <a:moveTo>
                    <a:pt x="1074" y="1"/>
                  </a:moveTo>
                  <a:cubicBezTo>
                    <a:pt x="480" y="1"/>
                    <a:pt x="1" y="472"/>
                    <a:pt x="1" y="1066"/>
                  </a:cubicBezTo>
                  <a:cubicBezTo>
                    <a:pt x="1" y="1708"/>
                    <a:pt x="526"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64" name="Google Shape;2764;p60"/>
            <p:cNvSpPr/>
            <p:nvPr/>
          </p:nvSpPr>
          <p:spPr>
            <a:xfrm>
              <a:off x="4808700" y="149520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65" name="Google Shape;2765;p60"/>
            <p:cNvSpPr/>
            <p:nvPr/>
          </p:nvSpPr>
          <p:spPr>
            <a:xfrm>
              <a:off x="4808700" y="1571400"/>
              <a:ext cx="62400" cy="53250"/>
            </a:xfrm>
            <a:custGeom>
              <a:avLst/>
              <a:gdLst/>
              <a:ahLst/>
              <a:cxnLst/>
              <a:rect l="l" t="t" r="r" b="b"/>
              <a:pathLst>
                <a:path w="2496"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66" name="Google Shape;2766;p60"/>
            <p:cNvSpPr/>
            <p:nvPr/>
          </p:nvSpPr>
          <p:spPr>
            <a:xfrm>
              <a:off x="4808700" y="1647400"/>
              <a:ext cx="62400" cy="53450"/>
            </a:xfrm>
            <a:custGeom>
              <a:avLst/>
              <a:gdLst/>
              <a:ahLst/>
              <a:cxnLst/>
              <a:rect l="l" t="t" r="r" b="b"/>
              <a:pathLst>
                <a:path w="2496" h="2138" extrusionOk="0">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67" name="Google Shape;2767;p60"/>
            <p:cNvSpPr/>
            <p:nvPr/>
          </p:nvSpPr>
          <p:spPr>
            <a:xfrm>
              <a:off x="4808700" y="17236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68" name="Google Shape;2768;p60"/>
            <p:cNvSpPr/>
            <p:nvPr/>
          </p:nvSpPr>
          <p:spPr>
            <a:xfrm>
              <a:off x="4808700" y="179985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69" name="Google Shape;2769;p60"/>
            <p:cNvSpPr/>
            <p:nvPr/>
          </p:nvSpPr>
          <p:spPr>
            <a:xfrm>
              <a:off x="4808700" y="1876050"/>
              <a:ext cx="62400" cy="53275"/>
            </a:xfrm>
            <a:custGeom>
              <a:avLst/>
              <a:gdLst/>
              <a:ahLst/>
              <a:cxnLst/>
              <a:rect l="l" t="t" r="r" b="b"/>
              <a:pathLst>
                <a:path w="2496"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70" name="Google Shape;2770;p60"/>
            <p:cNvSpPr/>
            <p:nvPr/>
          </p:nvSpPr>
          <p:spPr>
            <a:xfrm>
              <a:off x="4808700" y="1952050"/>
              <a:ext cx="62400" cy="53450"/>
            </a:xfrm>
            <a:custGeom>
              <a:avLst/>
              <a:gdLst/>
              <a:ahLst/>
              <a:cxnLst/>
              <a:rect l="l" t="t" r="r" b="b"/>
              <a:pathLst>
                <a:path w="2496"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71" name="Google Shape;2771;p60"/>
            <p:cNvSpPr/>
            <p:nvPr/>
          </p:nvSpPr>
          <p:spPr>
            <a:xfrm>
              <a:off x="4808700" y="2028275"/>
              <a:ext cx="62400" cy="53450"/>
            </a:xfrm>
            <a:custGeom>
              <a:avLst/>
              <a:gdLst/>
              <a:ahLst/>
              <a:cxnLst/>
              <a:rect l="l" t="t" r="r" b="b"/>
              <a:pathLst>
                <a:path w="2496"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72" name="Google Shape;2772;p60"/>
            <p:cNvSpPr/>
            <p:nvPr/>
          </p:nvSpPr>
          <p:spPr>
            <a:xfrm>
              <a:off x="4808700" y="210450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73" name="Google Shape;2773;p60"/>
            <p:cNvSpPr/>
            <p:nvPr/>
          </p:nvSpPr>
          <p:spPr>
            <a:xfrm>
              <a:off x="4808700" y="2180700"/>
              <a:ext cx="62400" cy="53350"/>
            </a:xfrm>
            <a:custGeom>
              <a:avLst/>
              <a:gdLst/>
              <a:ahLst/>
              <a:cxnLst/>
              <a:rect l="l" t="t" r="r" b="b"/>
              <a:pathLst>
                <a:path w="2496" h="2134" extrusionOk="0">
                  <a:moveTo>
                    <a:pt x="1065" y="1"/>
                  </a:moveTo>
                  <a:cubicBezTo>
                    <a:pt x="480" y="1"/>
                    <a:pt x="0" y="480"/>
                    <a:pt x="0" y="1066"/>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74" name="Google Shape;2774;p60"/>
            <p:cNvSpPr/>
            <p:nvPr/>
          </p:nvSpPr>
          <p:spPr>
            <a:xfrm>
              <a:off x="4808700" y="2256925"/>
              <a:ext cx="62550" cy="53425"/>
            </a:xfrm>
            <a:custGeom>
              <a:avLst/>
              <a:gdLst/>
              <a:ahLst/>
              <a:cxnLst/>
              <a:rect l="l" t="t" r="r" b="b"/>
              <a:pathLst>
                <a:path w="2502" h="2137" extrusionOk="0">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75" name="Google Shape;2775;p60"/>
            <p:cNvSpPr/>
            <p:nvPr/>
          </p:nvSpPr>
          <p:spPr>
            <a:xfrm>
              <a:off x="4808700" y="2333125"/>
              <a:ext cx="62400" cy="53450"/>
            </a:xfrm>
            <a:custGeom>
              <a:avLst/>
              <a:gdLst/>
              <a:ahLst/>
              <a:cxnLst/>
              <a:rect l="l" t="t" r="r" b="b"/>
              <a:pathLst>
                <a:path w="2496"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76" name="Google Shape;2776;p60"/>
            <p:cNvSpPr/>
            <p:nvPr/>
          </p:nvSpPr>
          <p:spPr>
            <a:xfrm>
              <a:off x="4808700" y="2409350"/>
              <a:ext cx="62400" cy="53350"/>
            </a:xfrm>
            <a:custGeom>
              <a:avLst/>
              <a:gdLst/>
              <a:ahLst/>
              <a:cxnLst/>
              <a:rect l="l" t="t" r="r" b="b"/>
              <a:pathLst>
                <a:path w="2496" h="2134"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77" name="Google Shape;2777;p60"/>
            <p:cNvSpPr/>
            <p:nvPr/>
          </p:nvSpPr>
          <p:spPr>
            <a:xfrm>
              <a:off x="4808700" y="2485550"/>
              <a:ext cx="62400" cy="53300"/>
            </a:xfrm>
            <a:custGeom>
              <a:avLst/>
              <a:gdLst/>
              <a:ahLst/>
              <a:cxnLst/>
              <a:rect l="l" t="t" r="r" b="b"/>
              <a:pathLst>
                <a:path w="2496" h="2132" extrusionOk="0">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78" name="Google Shape;2778;p60"/>
            <p:cNvSpPr/>
            <p:nvPr/>
          </p:nvSpPr>
          <p:spPr>
            <a:xfrm>
              <a:off x="488490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79" name="Google Shape;2779;p60"/>
            <p:cNvSpPr/>
            <p:nvPr/>
          </p:nvSpPr>
          <p:spPr>
            <a:xfrm>
              <a:off x="4884900"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80" name="Google Shape;2780;p60"/>
            <p:cNvSpPr/>
            <p:nvPr/>
          </p:nvSpPr>
          <p:spPr>
            <a:xfrm>
              <a:off x="4884900" y="164740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81" name="Google Shape;2781;p60"/>
            <p:cNvSpPr/>
            <p:nvPr/>
          </p:nvSpPr>
          <p:spPr>
            <a:xfrm>
              <a:off x="488490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82" name="Google Shape;2782;p60"/>
            <p:cNvSpPr/>
            <p:nvPr/>
          </p:nvSpPr>
          <p:spPr>
            <a:xfrm>
              <a:off x="4884900"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83" name="Google Shape;2783;p60"/>
            <p:cNvSpPr/>
            <p:nvPr/>
          </p:nvSpPr>
          <p:spPr>
            <a:xfrm>
              <a:off x="4884900" y="1876050"/>
              <a:ext cx="62225" cy="53350"/>
            </a:xfrm>
            <a:custGeom>
              <a:avLst/>
              <a:gdLst/>
              <a:ahLst/>
              <a:cxnLst/>
              <a:rect l="l" t="t" r="r" b="b"/>
              <a:pathLst>
                <a:path w="2489" h="2134" extrusionOk="0">
                  <a:moveTo>
                    <a:pt x="1066" y="1"/>
                  </a:moveTo>
                  <a:cubicBezTo>
                    <a:pt x="480" y="1"/>
                    <a:pt x="1" y="472"/>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84" name="Google Shape;2784;p60"/>
            <p:cNvSpPr/>
            <p:nvPr/>
          </p:nvSpPr>
          <p:spPr>
            <a:xfrm>
              <a:off x="4884900"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85" name="Google Shape;2785;p60"/>
            <p:cNvSpPr/>
            <p:nvPr/>
          </p:nvSpPr>
          <p:spPr>
            <a:xfrm>
              <a:off x="4884900" y="2028275"/>
              <a:ext cx="62225" cy="53450"/>
            </a:xfrm>
            <a:custGeom>
              <a:avLst/>
              <a:gdLst/>
              <a:ahLst/>
              <a:cxnLst/>
              <a:rect l="l" t="t" r="r" b="b"/>
              <a:pathLst>
                <a:path w="2489" h="2138" extrusionOk="0">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86" name="Google Shape;2786;p60"/>
            <p:cNvSpPr/>
            <p:nvPr/>
          </p:nvSpPr>
          <p:spPr>
            <a:xfrm>
              <a:off x="4884900"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87" name="Google Shape;2787;p60"/>
            <p:cNvSpPr/>
            <p:nvPr/>
          </p:nvSpPr>
          <p:spPr>
            <a:xfrm>
              <a:off x="4884900"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88" name="Google Shape;2788;p60"/>
            <p:cNvSpPr/>
            <p:nvPr/>
          </p:nvSpPr>
          <p:spPr>
            <a:xfrm>
              <a:off x="4884900" y="2256925"/>
              <a:ext cx="62375" cy="53425"/>
            </a:xfrm>
            <a:custGeom>
              <a:avLst/>
              <a:gdLst/>
              <a:ahLst/>
              <a:cxnLst/>
              <a:rect l="l" t="t" r="r" b="b"/>
              <a:pathLst>
                <a:path w="2495" h="2137" extrusionOk="0">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89" name="Google Shape;2789;p60"/>
            <p:cNvSpPr/>
            <p:nvPr/>
          </p:nvSpPr>
          <p:spPr>
            <a:xfrm>
              <a:off x="4884900" y="2333125"/>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90" name="Google Shape;2790;p60"/>
            <p:cNvSpPr/>
            <p:nvPr/>
          </p:nvSpPr>
          <p:spPr>
            <a:xfrm>
              <a:off x="4884900"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91" name="Google Shape;2791;p60"/>
            <p:cNvSpPr/>
            <p:nvPr/>
          </p:nvSpPr>
          <p:spPr>
            <a:xfrm>
              <a:off x="4884900" y="2485550"/>
              <a:ext cx="62225" cy="53300"/>
            </a:xfrm>
            <a:custGeom>
              <a:avLst/>
              <a:gdLst/>
              <a:ahLst/>
              <a:cxnLst/>
              <a:rect l="l" t="t" r="r" b="b"/>
              <a:pathLst>
                <a:path w="2489" h="2132" extrusionOk="0">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92" name="Google Shape;2792;p60"/>
            <p:cNvSpPr/>
            <p:nvPr/>
          </p:nvSpPr>
          <p:spPr>
            <a:xfrm>
              <a:off x="4884900" y="2561575"/>
              <a:ext cx="62225" cy="53425"/>
            </a:xfrm>
            <a:custGeom>
              <a:avLst/>
              <a:gdLst/>
              <a:ahLst/>
              <a:cxnLst/>
              <a:rect l="l" t="t" r="r" b="b"/>
              <a:pathLst>
                <a:path w="2489" h="2137" extrusionOk="0">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93" name="Google Shape;2793;p60"/>
            <p:cNvSpPr/>
            <p:nvPr/>
          </p:nvSpPr>
          <p:spPr>
            <a:xfrm>
              <a:off x="4961125"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94" name="Google Shape;2794;p60"/>
            <p:cNvSpPr/>
            <p:nvPr/>
          </p:nvSpPr>
          <p:spPr>
            <a:xfrm>
              <a:off x="4961125"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95" name="Google Shape;2795;p60"/>
            <p:cNvSpPr/>
            <p:nvPr/>
          </p:nvSpPr>
          <p:spPr>
            <a:xfrm>
              <a:off x="4961125"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96" name="Google Shape;2796;p60"/>
            <p:cNvSpPr/>
            <p:nvPr/>
          </p:nvSpPr>
          <p:spPr>
            <a:xfrm>
              <a:off x="4961125"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97" name="Google Shape;2797;p60"/>
            <p:cNvSpPr/>
            <p:nvPr/>
          </p:nvSpPr>
          <p:spPr>
            <a:xfrm>
              <a:off x="4961125" y="1876050"/>
              <a:ext cx="62200" cy="53275"/>
            </a:xfrm>
            <a:custGeom>
              <a:avLst/>
              <a:gdLst/>
              <a:ahLst/>
              <a:cxnLst/>
              <a:rect l="l" t="t" r="r" b="b"/>
              <a:pathLst>
                <a:path w="2488" h="2131" extrusionOk="0">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98" name="Google Shape;2798;p60"/>
            <p:cNvSpPr/>
            <p:nvPr/>
          </p:nvSpPr>
          <p:spPr>
            <a:xfrm>
              <a:off x="4961125"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799" name="Google Shape;2799;p60"/>
            <p:cNvSpPr/>
            <p:nvPr/>
          </p:nvSpPr>
          <p:spPr>
            <a:xfrm>
              <a:off x="4961125"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00" name="Google Shape;2800;p60"/>
            <p:cNvSpPr/>
            <p:nvPr/>
          </p:nvSpPr>
          <p:spPr>
            <a:xfrm>
              <a:off x="4961125" y="21045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01" name="Google Shape;2801;p60"/>
            <p:cNvSpPr/>
            <p:nvPr/>
          </p:nvSpPr>
          <p:spPr>
            <a:xfrm>
              <a:off x="4961125" y="2180700"/>
              <a:ext cx="62200" cy="53350"/>
            </a:xfrm>
            <a:custGeom>
              <a:avLst/>
              <a:gdLst/>
              <a:ahLst/>
              <a:cxnLst/>
              <a:rect l="l" t="t" r="r" b="b"/>
              <a:pathLst>
                <a:path w="2488" h="2134" extrusionOk="0">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02" name="Google Shape;2802;p60"/>
            <p:cNvSpPr/>
            <p:nvPr/>
          </p:nvSpPr>
          <p:spPr>
            <a:xfrm>
              <a:off x="4961125" y="2256925"/>
              <a:ext cx="62350" cy="53425"/>
            </a:xfrm>
            <a:custGeom>
              <a:avLst/>
              <a:gdLst/>
              <a:ahLst/>
              <a:cxnLst/>
              <a:rect l="l" t="t" r="r" b="b"/>
              <a:pathLst>
                <a:path w="2494" h="2137" extrusionOk="0">
                  <a:moveTo>
                    <a:pt x="1075" y="0"/>
                  </a:moveTo>
                  <a:cubicBezTo>
                    <a:pt x="1072" y="0"/>
                    <a:pt x="1068" y="0"/>
                    <a:pt x="1065" y="0"/>
                  </a:cubicBezTo>
                  <a:cubicBezTo>
                    <a:pt x="472" y="0"/>
                    <a:pt x="0" y="480"/>
                    <a:pt x="0" y="1065"/>
                  </a:cubicBezTo>
                  <a:cubicBezTo>
                    <a:pt x="0" y="1709"/>
                    <a:pt x="529" y="2137"/>
                    <a:pt x="1078" y="2137"/>
                  </a:cubicBezTo>
                  <a:cubicBezTo>
                    <a:pt x="1339" y="2137"/>
                    <a:pt x="1606" y="2039"/>
                    <a:pt x="1821" y="1821"/>
                  </a:cubicBezTo>
                  <a:cubicBezTo>
                    <a:pt x="2494" y="1149"/>
                    <a:pt x="2020" y="0"/>
                    <a:pt x="107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03" name="Google Shape;2803;p60"/>
            <p:cNvSpPr/>
            <p:nvPr/>
          </p:nvSpPr>
          <p:spPr>
            <a:xfrm>
              <a:off x="4961125"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04" name="Google Shape;2804;p60"/>
            <p:cNvSpPr/>
            <p:nvPr/>
          </p:nvSpPr>
          <p:spPr>
            <a:xfrm>
              <a:off x="4961125" y="240935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05" name="Google Shape;2805;p60"/>
            <p:cNvSpPr/>
            <p:nvPr/>
          </p:nvSpPr>
          <p:spPr>
            <a:xfrm>
              <a:off x="4961125" y="2485550"/>
              <a:ext cx="62200" cy="53300"/>
            </a:xfrm>
            <a:custGeom>
              <a:avLst/>
              <a:gdLst/>
              <a:ahLst/>
              <a:cxnLst/>
              <a:rect l="l" t="t" r="r" b="b"/>
              <a:pathLst>
                <a:path w="2488" h="2132" extrusionOk="0">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06" name="Google Shape;2806;p60"/>
            <p:cNvSpPr/>
            <p:nvPr/>
          </p:nvSpPr>
          <p:spPr>
            <a:xfrm>
              <a:off x="4961125"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07" name="Google Shape;2807;p60"/>
            <p:cNvSpPr/>
            <p:nvPr/>
          </p:nvSpPr>
          <p:spPr>
            <a:xfrm>
              <a:off x="503732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08" name="Google Shape;2808;p60"/>
            <p:cNvSpPr/>
            <p:nvPr/>
          </p:nvSpPr>
          <p:spPr>
            <a:xfrm>
              <a:off x="5037325"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09" name="Google Shape;2809;p60"/>
            <p:cNvSpPr/>
            <p:nvPr/>
          </p:nvSpPr>
          <p:spPr>
            <a:xfrm>
              <a:off x="5037325"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10" name="Google Shape;2810;p60"/>
            <p:cNvSpPr/>
            <p:nvPr/>
          </p:nvSpPr>
          <p:spPr>
            <a:xfrm>
              <a:off x="5037325"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11" name="Google Shape;2811;p60"/>
            <p:cNvSpPr/>
            <p:nvPr/>
          </p:nvSpPr>
          <p:spPr>
            <a:xfrm>
              <a:off x="5037325"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12" name="Google Shape;2812;p60"/>
            <p:cNvSpPr/>
            <p:nvPr/>
          </p:nvSpPr>
          <p:spPr>
            <a:xfrm>
              <a:off x="5037325"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13" name="Google Shape;2813;p60"/>
            <p:cNvSpPr/>
            <p:nvPr/>
          </p:nvSpPr>
          <p:spPr>
            <a:xfrm>
              <a:off x="5037325"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14" name="Google Shape;2814;p60"/>
            <p:cNvSpPr/>
            <p:nvPr/>
          </p:nvSpPr>
          <p:spPr>
            <a:xfrm>
              <a:off x="5037325"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15" name="Google Shape;2815;p60"/>
            <p:cNvSpPr/>
            <p:nvPr/>
          </p:nvSpPr>
          <p:spPr>
            <a:xfrm>
              <a:off x="5037325"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16" name="Google Shape;2816;p60"/>
            <p:cNvSpPr/>
            <p:nvPr/>
          </p:nvSpPr>
          <p:spPr>
            <a:xfrm>
              <a:off x="5037325" y="2256925"/>
              <a:ext cx="62375" cy="53425"/>
            </a:xfrm>
            <a:custGeom>
              <a:avLst/>
              <a:gdLst/>
              <a:ahLst/>
              <a:cxnLst/>
              <a:rect l="l" t="t" r="r" b="b"/>
              <a:pathLst>
                <a:path w="2495" h="2137" extrusionOk="0">
                  <a:moveTo>
                    <a:pt x="1076" y="0"/>
                  </a:moveTo>
                  <a:cubicBezTo>
                    <a:pt x="1072" y="0"/>
                    <a:pt x="1069" y="0"/>
                    <a:pt x="1066" y="0"/>
                  </a:cubicBezTo>
                  <a:cubicBezTo>
                    <a:pt x="472" y="0"/>
                    <a:pt x="1" y="480"/>
                    <a:pt x="1" y="1065"/>
                  </a:cubicBezTo>
                  <a:cubicBezTo>
                    <a:pt x="1" y="1709"/>
                    <a:pt x="526" y="2137"/>
                    <a:pt x="1075" y="2137"/>
                  </a:cubicBezTo>
                  <a:cubicBezTo>
                    <a:pt x="1336" y="2137"/>
                    <a:pt x="1604" y="2039"/>
                    <a:pt x="1822" y="1821"/>
                  </a:cubicBezTo>
                  <a:cubicBezTo>
                    <a:pt x="2494" y="1149"/>
                    <a:pt x="2020" y="0"/>
                    <a:pt x="107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17" name="Google Shape;2817;p60"/>
            <p:cNvSpPr/>
            <p:nvPr/>
          </p:nvSpPr>
          <p:spPr>
            <a:xfrm>
              <a:off x="5037325"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18" name="Google Shape;2818;p60"/>
            <p:cNvSpPr/>
            <p:nvPr/>
          </p:nvSpPr>
          <p:spPr>
            <a:xfrm>
              <a:off x="5037325"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19" name="Google Shape;2819;p60"/>
            <p:cNvSpPr/>
            <p:nvPr/>
          </p:nvSpPr>
          <p:spPr>
            <a:xfrm>
              <a:off x="5037325" y="2485550"/>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20" name="Google Shape;2820;p60"/>
            <p:cNvSpPr/>
            <p:nvPr/>
          </p:nvSpPr>
          <p:spPr>
            <a:xfrm>
              <a:off x="5037325"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21" name="Google Shape;2821;p60"/>
            <p:cNvSpPr/>
            <p:nvPr/>
          </p:nvSpPr>
          <p:spPr>
            <a:xfrm>
              <a:off x="5113350" y="2561575"/>
              <a:ext cx="62400" cy="53425"/>
            </a:xfrm>
            <a:custGeom>
              <a:avLst/>
              <a:gdLst/>
              <a:ahLst/>
              <a:cxnLst/>
              <a:rect l="l" t="t" r="r" b="b"/>
              <a:pathLst>
                <a:path w="2496" h="2137" extrusionOk="0">
                  <a:moveTo>
                    <a:pt x="1073" y="0"/>
                  </a:moveTo>
                  <a:cubicBezTo>
                    <a:pt x="480" y="8"/>
                    <a:pt x="8" y="480"/>
                    <a:pt x="0" y="1073"/>
                  </a:cubicBezTo>
                  <a:cubicBezTo>
                    <a:pt x="0" y="1711"/>
                    <a:pt x="525" y="2137"/>
                    <a:pt x="1073" y="2137"/>
                  </a:cubicBezTo>
                  <a:cubicBezTo>
                    <a:pt x="1335" y="2137"/>
                    <a:pt x="1603" y="2039"/>
                    <a:pt x="1821" y="1821"/>
                  </a:cubicBezTo>
                  <a:cubicBezTo>
                    <a:pt x="2496" y="1154"/>
                    <a:pt x="2016" y="0"/>
                    <a:pt x="1073"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22" name="Google Shape;2822;p60"/>
            <p:cNvSpPr/>
            <p:nvPr/>
          </p:nvSpPr>
          <p:spPr>
            <a:xfrm>
              <a:off x="5113350" y="2637775"/>
              <a:ext cx="62400" cy="53450"/>
            </a:xfrm>
            <a:custGeom>
              <a:avLst/>
              <a:gdLst/>
              <a:ahLst/>
              <a:cxnLst/>
              <a:rect l="l" t="t" r="r" b="b"/>
              <a:pathLst>
                <a:path w="2496" h="2138" extrusionOk="0">
                  <a:moveTo>
                    <a:pt x="1073" y="1"/>
                  </a:moveTo>
                  <a:cubicBezTo>
                    <a:pt x="480" y="1"/>
                    <a:pt x="0" y="480"/>
                    <a:pt x="0" y="1074"/>
                  </a:cubicBezTo>
                  <a:cubicBezTo>
                    <a:pt x="0" y="1712"/>
                    <a:pt x="528" y="2137"/>
                    <a:pt x="1076" y="2137"/>
                  </a:cubicBezTo>
                  <a:cubicBezTo>
                    <a:pt x="1339" y="2137"/>
                    <a:pt x="1605" y="2040"/>
                    <a:pt x="1821" y="1822"/>
                  </a:cubicBezTo>
                  <a:cubicBezTo>
                    <a:pt x="2496" y="1155"/>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23" name="Google Shape;2823;p60"/>
            <p:cNvSpPr/>
            <p:nvPr/>
          </p:nvSpPr>
          <p:spPr>
            <a:xfrm>
              <a:off x="5189550" y="141897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4" y="1822"/>
                  </a:cubicBezTo>
                  <a:cubicBezTo>
                    <a:pt x="2488"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24" name="Google Shape;2824;p60"/>
            <p:cNvSpPr/>
            <p:nvPr/>
          </p:nvSpPr>
          <p:spPr>
            <a:xfrm>
              <a:off x="5189550" y="1495200"/>
              <a:ext cx="62225" cy="53325"/>
            </a:xfrm>
            <a:custGeom>
              <a:avLst/>
              <a:gdLst/>
              <a:ahLst/>
              <a:cxnLst/>
              <a:rect l="l" t="t" r="r" b="b"/>
              <a:pathLst>
                <a:path w="2489" h="2133" extrusionOk="0">
                  <a:moveTo>
                    <a:pt x="1066" y="0"/>
                  </a:moveTo>
                  <a:cubicBezTo>
                    <a:pt x="480" y="0"/>
                    <a:pt x="1" y="472"/>
                    <a:pt x="1" y="1065"/>
                  </a:cubicBezTo>
                  <a:cubicBezTo>
                    <a:pt x="1" y="1709"/>
                    <a:pt x="522" y="2133"/>
                    <a:pt x="1069" y="2133"/>
                  </a:cubicBezTo>
                  <a:cubicBezTo>
                    <a:pt x="1329" y="2133"/>
                    <a:pt x="1596" y="2036"/>
                    <a:pt x="1814" y="1821"/>
                  </a:cubicBezTo>
                  <a:cubicBezTo>
                    <a:pt x="2488" y="1154"/>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25" name="Google Shape;2825;p60"/>
            <p:cNvSpPr/>
            <p:nvPr/>
          </p:nvSpPr>
          <p:spPr>
            <a:xfrm>
              <a:off x="5189550" y="1571400"/>
              <a:ext cx="62225" cy="53300"/>
            </a:xfrm>
            <a:custGeom>
              <a:avLst/>
              <a:gdLst/>
              <a:ahLst/>
              <a:cxnLst/>
              <a:rect l="l" t="t" r="r" b="b"/>
              <a:pathLst>
                <a:path w="2489" h="2132" extrusionOk="0">
                  <a:moveTo>
                    <a:pt x="1051" y="0"/>
                  </a:moveTo>
                  <a:cubicBezTo>
                    <a:pt x="472" y="0"/>
                    <a:pt x="1" y="477"/>
                    <a:pt x="1" y="1066"/>
                  </a:cubicBezTo>
                  <a:cubicBezTo>
                    <a:pt x="1" y="1705"/>
                    <a:pt x="524" y="2132"/>
                    <a:pt x="1072" y="2132"/>
                  </a:cubicBezTo>
                  <a:cubicBezTo>
                    <a:pt x="1332" y="2132"/>
                    <a:pt x="1597" y="2036"/>
                    <a:pt x="1814" y="1822"/>
                  </a:cubicBezTo>
                  <a:cubicBezTo>
                    <a:pt x="2488" y="1147"/>
                    <a:pt x="2017" y="1"/>
                    <a:pt x="1066" y="1"/>
                  </a:cubicBezTo>
                  <a:cubicBezTo>
                    <a:pt x="1061" y="1"/>
                    <a:pt x="1056" y="0"/>
                    <a:pt x="1051"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26" name="Google Shape;2826;p60"/>
            <p:cNvSpPr/>
            <p:nvPr/>
          </p:nvSpPr>
          <p:spPr>
            <a:xfrm>
              <a:off x="5189550" y="1647400"/>
              <a:ext cx="62225" cy="53450"/>
            </a:xfrm>
            <a:custGeom>
              <a:avLst/>
              <a:gdLst/>
              <a:ahLst/>
              <a:cxnLst/>
              <a:rect l="l" t="t" r="r" b="b"/>
              <a:pathLst>
                <a:path w="2489" h="2138" extrusionOk="0">
                  <a:moveTo>
                    <a:pt x="1066" y="1"/>
                  </a:moveTo>
                  <a:cubicBezTo>
                    <a:pt x="480" y="1"/>
                    <a:pt x="1" y="481"/>
                    <a:pt x="1" y="1066"/>
                  </a:cubicBezTo>
                  <a:cubicBezTo>
                    <a:pt x="1" y="1710"/>
                    <a:pt x="522" y="2138"/>
                    <a:pt x="1068" y="2138"/>
                  </a:cubicBezTo>
                  <a:cubicBezTo>
                    <a:pt x="1329" y="2138"/>
                    <a:pt x="1596" y="2040"/>
                    <a:pt x="1814" y="1822"/>
                  </a:cubicBezTo>
                  <a:cubicBezTo>
                    <a:pt x="2488" y="1155"/>
                    <a:pt x="2017" y="9"/>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27" name="Google Shape;2827;p60"/>
            <p:cNvSpPr/>
            <p:nvPr/>
          </p:nvSpPr>
          <p:spPr>
            <a:xfrm>
              <a:off x="5189550" y="172362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4" y="1822"/>
                  </a:cubicBezTo>
                  <a:cubicBezTo>
                    <a:pt x="2488" y="1155"/>
                    <a:pt x="2017" y="9"/>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28" name="Google Shape;2828;p60"/>
            <p:cNvSpPr/>
            <p:nvPr/>
          </p:nvSpPr>
          <p:spPr>
            <a:xfrm>
              <a:off x="5189550" y="1799850"/>
              <a:ext cx="62225" cy="53325"/>
            </a:xfrm>
            <a:custGeom>
              <a:avLst/>
              <a:gdLst/>
              <a:ahLst/>
              <a:cxnLst/>
              <a:rect l="l" t="t" r="r" b="b"/>
              <a:pathLst>
                <a:path w="2489" h="2133" extrusionOk="0">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29" name="Google Shape;2829;p60"/>
            <p:cNvSpPr/>
            <p:nvPr/>
          </p:nvSpPr>
          <p:spPr>
            <a:xfrm>
              <a:off x="5189550" y="1876050"/>
              <a:ext cx="62225" cy="53300"/>
            </a:xfrm>
            <a:custGeom>
              <a:avLst/>
              <a:gdLst/>
              <a:ahLst/>
              <a:cxnLst/>
              <a:rect l="l" t="t" r="r" b="b"/>
              <a:pathLst>
                <a:path w="2489" h="2132" extrusionOk="0">
                  <a:moveTo>
                    <a:pt x="1066" y="1"/>
                  </a:moveTo>
                  <a:cubicBezTo>
                    <a:pt x="480" y="1"/>
                    <a:pt x="1" y="472"/>
                    <a:pt x="1" y="1066"/>
                  </a:cubicBezTo>
                  <a:cubicBezTo>
                    <a:pt x="1" y="1705"/>
                    <a:pt x="524"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30" name="Google Shape;2830;p60"/>
            <p:cNvSpPr/>
            <p:nvPr/>
          </p:nvSpPr>
          <p:spPr>
            <a:xfrm>
              <a:off x="5189550" y="1952050"/>
              <a:ext cx="62225" cy="53450"/>
            </a:xfrm>
            <a:custGeom>
              <a:avLst/>
              <a:gdLst/>
              <a:ahLst/>
              <a:cxnLst/>
              <a:rect l="l" t="t" r="r" b="b"/>
              <a:pathLst>
                <a:path w="2489" h="2138" extrusionOk="0">
                  <a:moveTo>
                    <a:pt x="1066" y="1"/>
                  </a:moveTo>
                  <a:cubicBezTo>
                    <a:pt x="480" y="1"/>
                    <a:pt x="1" y="481"/>
                    <a:pt x="1" y="1074"/>
                  </a:cubicBezTo>
                  <a:cubicBezTo>
                    <a:pt x="1" y="1712"/>
                    <a:pt x="525" y="2138"/>
                    <a:pt x="1071" y="2138"/>
                  </a:cubicBezTo>
                  <a:cubicBezTo>
                    <a:pt x="1332" y="2138"/>
                    <a:pt x="1598" y="2040"/>
                    <a:pt x="1814" y="1822"/>
                  </a:cubicBezTo>
                  <a:cubicBezTo>
                    <a:pt x="2488" y="1155"/>
                    <a:pt x="2017" y="9"/>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31" name="Google Shape;2831;p60"/>
            <p:cNvSpPr/>
            <p:nvPr/>
          </p:nvSpPr>
          <p:spPr>
            <a:xfrm>
              <a:off x="5189550" y="202827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4" y="1821"/>
                  </a:cubicBezTo>
                  <a:cubicBezTo>
                    <a:pt x="2488" y="1155"/>
                    <a:pt x="2017" y="9"/>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32" name="Google Shape;2832;p60"/>
            <p:cNvSpPr/>
            <p:nvPr/>
          </p:nvSpPr>
          <p:spPr>
            <a:xfrm>
              <a:off x="5189550" y="2104500"/>
              <a:ext cx="62225" cy="53325"/>
            </a:xfrm>
            <a:custGeom>
              <a:avLst/>
              <a:gdLst/>
              <a:ahLst/>
              <a:cxnLst/>
              <a:rect l="l" t="t" r="r" b="b"/>
              <a:pathLst>
                <a:path w="2489" h="2133" extrusionOk="0">
                  <a:moveTo>
                    <a:pt x="1066" y="0"/>
                  </a:moveTo>
                  <a:cubicBezTo>
                    <a:pt x="480" y="0"/>
                    <a:pt x="1" y="480"/>
                    <a:pt x="1" y="1065"/>
                  </a:cubicBezTo>
                  <a:cubicBezTo>
                    <a:pt x="1" y="1709"/>
                    <a:pt x="522" y="2133"/>
                    <a:pt x="1069" y="2133"/>
                  </a:cubicBezTo>
                  <a:cubicBezTo>
                    <a:pt x="1329" y="2133"/>
                    <a:pt x="1596" y="2036"/>
                    <a:pt x="1814" y="1821"/>
                  </a:cubicBezTo>
                  <a:cubicBezTo>
                    <a:pt x="2488" y="1154"/>
                    <a:pt x="2017" y="8"/>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33" name="Google Shape;2833;p60"/>
            <p:cNvSpPr/>
            <p:nvPr/>
          </p:nvSpPr>
          <p:spPr>
            <a:xfrm>
              <a:off x="5189550" y="2180700"/>
              <a:ext cx="62225" cy="53350"/>
            </a:xfrm>
            <a:custGeom>
              <a:avLst/>
              <a:gdLst/>
              <a:ahLst/>
              <a:cxnLst/>
              <a:rect l="l" t="t" r="r" b="b"/>
              <a:pathLst>
                <a:path w="2489" h="2134" extrusionOk="0">
                  <a:moveTo>
                    <a:pt x="1066" y="1"/>
                  </a:moveTo>
                  <a:cubicBezTo>
                    <a:pt x="480" y="1"/>
                    <a:pt x="1" y="472"/>
                    <a:pt x="1" y="1066"/>
                  </a:cubicBezTo>
                  <a:cubicBezTo>
                    <a:pt x="1" y="1709"/>
                    <a:pt x="522" y="2133"/>
                    <a:pt x="1069" y="2133"/>
                  </a:cubicBezTo>
                  <a:cubicBezTo>
                    <a:pt x="1329" y="2133"/>
                    <a:pt x="1596" y="2037"/>
                    <a:pt x="1814" y="1822"/>
                  </a:cubicBezTo>
                  <a:cubicBezTo>
                    <a:pt x="2488"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34" name="Google Shape;2834;p60"/>
            <p:cNvSpPr/>
            <p:nvPr/>
          </p:nvSpPr>
          <p:spPr>
            <a:xfrm>
              <a:off x="5189550" y="2256925"/>
              <a:ext cx="62425" cy="53425"/>
            </a:xfrm>
            <a:custGeom>
              <a:avLst/>
              <a:gdLst/>
              <a:ahLst/>
              <a:cxnLst/>
              <a:rect l="l" t="t" r="r" b="b"/>
              <a:pathLst>
                <a:path w="2497" h="2137" extrusionOk="0">
                  <a:moveTo>
                    <a:pt x="1066" y="0"/>
                  </a:moveTo>
                  <a:cubicBezTo>
                    <a:pt x="480" y="0"/>
                    <a:pt x="1" y="472"/>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35" name="Google Shape;2835;p60"/>
            <p:cNvSpPr/>
            <p:nvPr/>
          </p:nvSpPr>
          <p:spPr>
            <a:xfrm>
              <a:off x="5189550" y="2333125"/>
              <a:ext cx="62225" cy="53350"/>
            </a:xfrm>
            <a:custGeom>
              <a:avLst/>
              <a:gdLst/>
              <a:ahLst/>
              <a:cxnLst/>
              <a:rect l="l" t="t" r="r" b="b"/>
              <a:pathLst>
                <a:path w="2489" h="2134" extrusionOk="0">
                  <a:moveTo>
                    <a:pt x="1066" y="1"/>
                  </a:moveTo>
                  <a:cubicBezTo>
                    <a:pt x="480" y="1"/>
                    <a:pt x="1" y="480"/>
                    <a:pt x="1" y="1066"/>
                  </a:cubicBezTo>
                  <a:cubicBezTo>
                    <a:pt x="1" y="1709"/>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36" name="Google Shape;2836;p60"/>
            <p:cNvSpPr/>
            <p:nvPr/>
          </p:nvSpPr>
          <p:spPr>
            <a:xfrm>
              <a:off x="5189550" y="2409350"/>
              <a:ext cx="62225" cy="53350"/>
            </a:xfrm>
            <a:custGeom>
              <a:avLst/>
              <a:gdLst/>
              <a:ahLst/>
              <a:cxnLst/>
              <a:rect l="l" t="t" r="r" b="b"/>
              <a:pathLst>
                <a:path w="2489" h="2134" extrusionOk="0">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37" name="Google Shape;2837;p60"/>
            <p:cNvSpPr/>
            <p:nvPr/>
          </p:nvSpPr>
          <p:spPr>
            <a:xfrm>
              <a:off x="5189550" y="2485550"/>
              <a:ext cx="62425" cy="53300"/>
            </a:xfrm>
            <a:custGeom>
              <a:avLst/>
              <a:gdLst/>
              <a:ahLst/>
              <a:cxnLst/>
              <a:rect l="l" t="t" r="r" b="b"/>
              <a:pathLst>
                <a:path w="2497" h="2132" extrusionOk="0">
                  <a:moveTo>
                    <a:pt x="1066" y="1"/>
                  </a:moveTo>
                  <a:cubicBezTo>
                    <a:pt x="480" y="1"/>
                    <a:pt x="1" y="480"/>
                    <a:pt x="1" y="1066"/>
                  </a:cubicBezTo>
                  <a:cubicBezTo>
                    <a:pt x="1" y="1708"/>
                    <a:pt x="523" y="2131"/>
                    <a:pt x="1070" y="2131"/>
                  </a:cubicBezTo>
                  <a:cubicBezTo>
                    <a:pt x="1333" y="2131"/>
                    <a:pt x="1602" y="2033"/>
                    <a:pt x="1822" y="1814"/>
                  </a:cubicBezTo>
                  <a:cubicBezTo>
                    <a:pt x="2496"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38" name="Google Shape;2838;p60"/>
            <p:cNvSpPr/>
            <p:nvPr/>
          </p:nvSpPr>
          <p:spPr>
            <a:xfrm>
              <a:off x="5189550" y="2561575"/>
              <a:ext cx="62225" cy="53425"/>
            </a:xfrm>
            <a:custGeom>
              <a:avLst/>
              <a:gdLst/>
              <a:ahLst/>
              <a:cxnLst/>
              <a:rect l="l" t="t" r="r" b="b"/>
              <a:pathLst>
                <a:path w="2489" h="2137" extrusionOk="0">
                  <a:moveTo>
                    <a:pt x="1066" y="0"/>
                  </a:moveTo>
                  <a:cubicBezTo>
                    <a:pt x="480" y="0"/>
                    <a:pt x="1" y="480"/>
                    <a:pt x="1" y="1073"/>
                  </a:cubicBezTo>
                  <a:cubicBezTo>
                    <a:pt x="1" y="1711"/>
                    <a:pt x="521" y="2137"/>
                    <a:pt x="1067" y="2137"/>
                  </a:cubicBezTo>
                  <a:cubicBezTo>
                    <a:pt x="1328" y="2137"/>
                    <a:pt x="1595" y="2039"/>
                    <a:pt x="1814" y="1821"/>
                  </a:cubicBezTo>
                  <a:cubicBezTo>
                    <a:pt x="2488" y="1154"/>
                    <a:pt x="2017" y="8"/>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39" name="Google Shape;2839;p60"/>
            <p:cNvSpPr/>
            <p:nvPr/>
          </p:nvSpPr>
          <p:spPr>
            <a:xfrm>
              <a:off x="5189550" y="2714000"/>
              <a:ext cx="62225" cy="53350"/>
            </a:xfrm>
            <a:custGeom>
              <a:avLst/>
              <a:gdLst/>
              <a:ahLst/>
              <a:cxnLst/>
              <a:rect l="l" t="t" r="r" b="b"/>
              <a:pathLst>
                <a:path w="2489" h="2134" extrusionOk="0">
                  <a:moveTo>
                    <a:pt x="1066" y="0"/>
                  </a:moveTo>
                  <a:cubicBezTo>
                    <a:pt x="480" y="0"/>
                    <a:pt x="1" y="480"/>
                    <a:pt x="1" y="1065"/>
                  </a:cubicBezTo>
                  <a:cubicBezTo>
                    <a:pt x="1" y="1709"/>
                    <a:pt x="522" y="2133"/>
                    <a:pt x="1069" y="2133"/>
                  </a:cubicBezTo>
                  <a:cubicBezTo>
                    <a:pt x="1329" y="2133"/>
                    <a:pt x="1596" y="2036"/>
                    <a:pt x="1814" y="1821"/>
                  </a:cubicBezTo>
                  <a:cubicBezTo>
                    <a:pt x="2488" y="1155"/>
                    <a:pt x="2017" y="8"/>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40" name="Google Shape;2840;p60"/>
            <p:cNvSpPr/>
            <p:nvPr/>
          </p:nvSpPr>
          <p:spPr>
            <a:xfrm>
              <a:off x="5189550" y="2637775"/>
              <a:ext cx="62425" cy="53450"/>
            </a:xfrm>
            <a:custGeom>
              <a:avLst/>
              <a:gdLst/>
              <a:ahLst/>
              <a:cxnLst/>
              <a:rect l="l" t="t" r="r" b="b"/>
              <a:pathLst>
                <a:path w="2497" h="2138" extrusionOk="0">
                  <a:moveTo>
                    <a:pt x="1066" y="1"/>
                  </a:moveTo>
                  <a:cubicBezTo>
                    <a:pt x="480" y="9"/>
                    <a:pt x="1" y="480"/>
                    <a:pt x="1" y="1074"/>
                  </a:cubicBezTo>
                  <a:cubicBezTo>
                    <a:pt x="1" y="1712"/>
                    <a:pt x="525" y="2137"/>
                    <a:pt x="1073" y="2137"/>
                  </a:cubicBezTo>
                  <a:cubicBezTo>
                    <a:pt x="1336" y="2137"/>
                    <a:pt x="1603" y="2040"/>
                    <a:pt x="1822" y="1822"/>
                  </a:cubicBezTo>
                  <a:cubicBezTo>
                    <a:pt x="2496"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41" name="Google Shape;2841;p60"/>
            <p:cNvSpPr/>
            <p:nvPr/>
          </p:nvSpPr>
          <p:spPr>
            <a:xfrm>
              <a:off x="5265775" y="1342750"/>
              <a:ext cx="62200" cy="53350"/>
            </a:xfrm>
            <a:custGeom>
              <a:avLst/>
              <a:gdLst/>
              <a:ahLst/>
              <a:cxnLst/>
              <a:rect l="l" t="t" r="r" b="b"/>
              <a:pathLst>
                <a:path w="2488" h="2134" extrusionOk="0">
                  <a:moveTo>
                    <a:pt x="1065" y="1"/>
                  </a:moveTo>
                  <a:cubicBezTo>
                    <a:pt x="480" y="1"/>
                    <a:pt x="0" y="481"/>
                    <a:pt x="0" y="1066"/>
                  </a:cubicBezTo>
                  <a:cubicBezTo>
                    <a:pt x="0" y="1710"/>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42" name="Google Shape;2842;p60"/>
            <p:cNvSpPr/>
            <p:nvPr/>
          </p:nvSpPr>
          <p:spPr>
            <a:xfrm>
              <a:off x="5265775" y="1418975"/>
              <a:ext cx="62200" cy="53350"/>
            </a:xfrm>
            <a:custGeom>
              <a:avLst/>
              <a:gdLst/>
              <a:ahLst/>
              <a:cxnLst/>
              <a:rect l="l" t="t" r="r" b="b"/>
              <a:pathLst>
                <a:path w="2488" h="2134" extrusionOk="0">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43" name="Google Shape;2843;p60"/>
            <p:cNvSpPr/>
            <p:nvPr/>
          </p:nvSpPr>
          <p:spPr>
            <a:xfrm>
              <a:off x="5265775" y="1495200"/>
              <a:ext cx="62200" cy="53325"/>
            </a:xfrm>
            <a:custGeom>
              <a:avLst/>
              <a:gdLst/>
              <a:ahLst/>
              <a:cxnLst/>
              <a:rect l="l" t="t" r="r" b="b"/>
              <a:pathLst>
                <a:path w="2488" h="2133" extrusionOk="0">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44" name="Google Shape;2844;p60"/>
            <p:cNvSpPr/>
            <p:nvPr/>
          </p:nvSpPr>
          <p:spPr>
            <a:xfrm>
              <a:off x="5265775" y="1571400"/>
              <a:ext cx="62200" cy="53300"/>
            </a:xfrm>
            <a:custGeom>
              <a:avLst/>
              <a:gdLst/>
              <a:ahLst/>
              <a:cxnLst/>
              <a:rect l="l" t="t" r="r" b="b"/>
              <a:pathLst>
                <a:path w="2488" h="2132" extrusionOk="0">
                  <a:moveTo>
                    <a:pt x="1051" y="0"/>
                  </a:moveTo>
                  <a:cubicBezTo>
                    <a:pt x="472" y="0"/>
                    <a:pt x="0" y="477"/>
                    <a:pt x="0" y="1066"/>
                  </a:cubicBezTo>
                  <a:cubicBezTo>
                    <a:pt x="0" y="1705"/>
                    <a:pt x="524" y="2132"/>
                    <a:pt x="1072" y="2132"/>
                  </a:cubicBezTo>
                  <a:cubicBezTo>
                    <a:pt x="1331" y="2132"/>
                    <a:pt x="1596" y="2036"/>
                    <a:pt x="1813" y="1822"/>
                  </a:cubicBezTo>
                  <a:cubicBezTo>
                    <a:pt x="2488" y="1147"/>
                    <a:pt x="2016" y="1"/>
                    <a:pt x="1065" y="1"/>
                  </a:cubicBezTo>
                  <a:cubicBezTo>
                    <a:pt x="1060" y="1"/>
                    <a:pt x="1055" y="0"/>
                    <a:pt x="1051"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45" name="Google Shape;2845;p60"/>
            <p:cNvSpPr/>
            <p:nvPr/>
          </p:nvSpPr>
          <p:spPr>
            <a:xfrm>
              <a:off x="5265775" y="1647400"/>
              <a:ext cx="62200" cy="53450"/>
            </a:xfrm>
            <a:custGeom>
              <a:avLst/>
              <a:gdLst/>
              <a:ahLst/>
              <a:cxnLst/>
              <a:rect l="l" t="t" r="r" b="b"/>
              <a:pathLst>
                <a:path w="2488" h="2138" extrusionOk="0">
                  <a:moveTo>
                    <a:pt x="1065" y="1"/>
                  </a:moveTo>
                  <a:cubicBezTo>
                    <a:pt x="480" y="1"/>
                    <a:pt x="0" y="481"/>
                    <a:pt x="0" y="1066"/>
                  </a:cubicBezTo>
                  <a:cubicBezTo>
                    <a:pt x="0" y="1710"/>
                    <a:pt x="522" y="2138"/>
                    <a:pt x="1068" y="2138"/>
                  </a:cubicBezTo>
                  <a:cubicBezTo>
                    <a:pt x="1329" y="2138"/>
                    <a:pt x="1595" y="2040"/>
                    <a:pt x="1813" y="1822"/>
                  </a:cubicBezTo>
                  <a:cubicBezTo>
                    <a:pt x="2488" y="1155"/>
                    <a:pt x="2016" y="9"/>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46" name="Google Shape;2846;p60"/>
            <p:cNvSpPr/>
            <p:nvPr/>
          </p:nvSpPr>
          <p:spPr>
            <a:xfrm>
              <a:off x="5265775" y="1723625"/>
              <a:ext cx="62200" cy="53350"/>
            </a:xfrm>
            <a:custGeom>
              <a:avLst/>
              <a:gdLst/>
              <a:ahLst/>
              <a:cxnLst/>
              <a:rect l="l" t="t" r="r" b="b"/>
              <a:pathLst>
                <a:path w="2488" h="2134" extrusionOk="0">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47" name="Google Shape;2847;p60"/>
            <p:cNvSpPr/>
            <p:nvPr/>
          </p:nvSpPr>
          <p:spPr>
            <a:xfrm>
              <a:off x="5265775" y="1799850"/>
              <a:ext cx="62200" cy="53325"/>
            </a:xfrm>
            <a:custGeom>
              <a:avLst/>
              <a:gdLst/>
              <a:ahLst/>
              <a:cxnLst/>
              <a:rect l="l" t="t" r="r" b="b"/>
              <a:pathLst>
                <a:path w="2488" h="2133" extrusionOk="0">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48" name="Google Shape;2848;p60"/>
            <p:cNvSpPr/>
            <p:nvPr/>
          </p:nvSpPr>
          <p:spPr>
            <a:xfrm>
              <a:off x="5265775" y="1876050"/>
              <a:ext cx="62200" cy="53300"/>
            </a:xfrm>
            <a:custGeom>
              <a:avLst/>
              <a:gdLst/>
              <a:ahLst/>
              <a:cxnLst/>
              <a:rect l="l" t="t" r="r" b="b"/>
              <a:pathLst>
                <a:path w="2488" h="2132" extrusionOk="0">
                  <a:moveTo>
                    <a:pt x="1065" y="1"/>
                  </a:moveTo>
                  <a:cubicBezTo>
                    <a:pt x="480" y="1"/>
                    <a:pt x="0" y="472"/>
                    <a:pt x="0" y="1066"/>
                  </a:cubicBezTo>
                  <a:cubicBezTo>
                    <a:pt x="0" y="1705"/>
                    <a:pt x="524" y="2132"/>
                    <a:pt x="1072" y="2132"/>
                  </a:cubicBezTo>
                  <a:cubicBezTo>
                    <a:pt x="1331" y="2132"/>
                    <a:pt x="1596" y="2036"/>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49" name="Google Shape;2849;p60"/>
            <p:cNvSpPr/>
            <p:nvPr/>
          </p:nvSpPr>
          <p:spPr>
            <a:xfrm>
              <a:off x="5265775" y="1952050"/>
              <a:ext cx="62200" cy="53450"/>
            </a:xfrm>
            <a:custGeom>
              <a:avLst/>
              <a:gdLst/>
              <a:ahLst/>
              <a:cxnLst/>
              <a:rect l="l" t="t" r="r" b="b"/>
              <a:pathLst>
                <a:path w="2488" h="2138" extrusionOk="0">
                  <a:moveTo>
                    <a:pt x="1065" y="1"/>
                  </a:moveTo>
                  <a:cubicBezTo>
                    <a:pt x="480" y="1"/>
                    <a:pt x="0" y="481"/>
                    <a:pt x="0" y="1074"/>
                  </a:cubicBezTo>
                  <a:cubicBezTo>
                    <a:pt x="0" y="1712"/>
                    <a:pt x="521" y="2138"/>
                    <a:pt x="1067" y="2138"/>
                  </a:cubicBezTo>
                  <a:cubicBezTo>
                    <a:pt x="1328" y="2138"/>
                    <a:pt x="1595" y="2040"/>
                    <a:pt x="1813" y="1822"/>
                  </a:cubicBezTo>
                  <a:cubicBezTo>
                    <a:pt x="2488" y="1155"/>
                    <a:pt x="2016" y="9"/>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50" name="Google Shape;2850;p60"/>
            <p:cNvSpPr/>
            <p:nvPr/>
          </p:nvSpPr>
          <p:spPr>
            <a:xfrm>
              <a:off x="5265775" y="2028275"/>
              <a:ext cx="62200" cy="53350"/>
            </a:xfrm>
            <a:custGeom>
              <a:avLst/>
              <a:gdLst/>
              <a:ahLst/>
              <a:cxnLst/>
              <a:rect l="l" t="t" r="r" b="b"/>
              <a:pathLst>
                <a:path w="2488" h="2134" extrusionOk="0">
                  <a:moveTo>
                    <a:pt x="1065" y="1"/>
                  </a:moveTo>
                  <a:cubicBezTo>
                    <a:pt x="480" y="1"/>
                    <a:pt x="0" y="480"/>
                    <a:pt x="0" y="1065"/>
                  </a:cubicBezTo>
                  <a:cubicBezTo>
                    <a:pt x="0" y="1709"/>
                    <a:pt x="522" y="2133"/>
                    <a:pt x="1068" y="2133"/>
                  </a:cubicBezTo>
                  <a:cubicBezTo>
                    <a:pt x="1329" y="2133"/>
                    <a:pt x="1595" y="2037"/>
                    <a:pt x="1813" y="1821"/>
                  </a:cubicBezTo>
                  <a:cubicBezTo>
                    <a:pt x="2488" y="1155"/>
                    <a:pt x="2016" y="9"/>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51" name="Google Shape;2851;p60"/>
            <p:cNvSpPr/>
            <p:nvPr/>
          </p:nvSpPr>
          <p:spPr>
            <a:xfrm>
              <a:off x="5265775" y="2104500"/>
              <a:ext cx="62200" cy="53325"/>
            </a:xfrm>
            <a:custGeom>
              <a:avLst/>
              <a:gdLst/>
              <a:ahLst/>
              <a:cxnLst/>
              <a:rect l="l" t="t" r="r" b="b"/>
              <a:pathLst>
                <a:path w="2488" h="2133" extrusionOk="0">
                  <a:moveTo>
                    <a:pt x="1065" y="0"/>
                  </a:moveTo>
                  <a:cubicBezTo>
                    <a:pt x="480" y="0"/>
                    <a:pt x="0" y="480"/>
                    <a:pt x="0" y="1065"/>
                  </a:cubicBezTo>
                  <a:cubicBezTo>
                    <a:pt x="0" y="1709"/>
                    <a:pt x="522" y="2133"/>
                    <a:pt x="1068" y="2133"/>
                  </a:cubicBezTo>
                  <a:cubicBezTo>
                    <a:pt x="1329" y="2133"/>
                    <a:pt x="1595" y="2036"/>
                    <a:pt x="1813" y="1821"/>
                  </a:cubicBezTo>
                  <a:cubicBezTo>
                    <a:pt x="2488" y="1154"/>
                    <a:pt x="2016" y="8"/>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52" name="Google Shape;2852;p60"/>
            <p:cNvSpPr/>
            <p:nvPr/>
          </p:nvSpPr>
          <p:spPr>
            <a:xfrm>
              <a:off x="5265775" y="2180700"/>
              <a:ext cx="62200" cy="53350"/>
            </a:xfrm>
            <a:custGeom>
              <a:avLst/>
              <a:gdLst/>
              <a:ahLst/>
              <a:cxnLst/>
              <a:rect l="l" t="t" r="r" b="b"/>
              <a:pathLst>
                <a:path w="2488" h="2134" extrusionOk="0">
                  <a:moveTo>
                    <a:pt x="1065" y="1"/>
                  </a:moveTo>
                  <a:cubicBezTo>
                    <a:pt x="480" y="1"/>
                    <a:pt x="0" y="472"/>
                    <a:pt x="0" y="1066"/>
                  </a:cubicBezTo>
                  <a:cubicBezTo>
                    <a:pt x="0" y="1709"/>
                    <a:pt x="522" y="2133"/>
                    <a:pt x="1068" y="2133"/>
                  </a:cubicBezTo>
                  <a:cubicBezTo>
                    <a:pt x="1329" y="2133"/>
                    <a:pt x="1595" y="2037"/>
                    <a:pt x="1813"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53" name="Google Shape;2853;p60"/>
            <p:cNvSpPr/>
            <p:nvPr/>
          </p:nvSpPr>
          <p:spPr>
            <a:xfrm>
              <a:off x="5265775" y="2256925"/>
              <a:ext cx="62400" cy="53425"/>
            </a:xfrm>
            <a:custGeom>
              <a:avLst/>
              <a:gdLst/>
              <a:ahLst/>
              <a:cxnLst/>
              <a:rect l="l" t="t" r="r" b="b"/>
              <a:pathLst>
                <a:path w="2496" h="2137" extrusionOk="0">
                  <a:moveTo>
                    <a:pt x="1065" y="0"/>
                  </a:moveTo>
                  <a:cubicBezTo>
                    <a:pt x="480" y="0"/>
                    <a:pt x="0" y="472"/>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54" name="Google Shape;2854;p60"/>
            <p:cNvSpPr/>
            <p:nvPr/>
          </p:nvSpPr>
          <p:spPr>
            <a:xfrm>
              <a:off x="5265775" y="2333125"/>
              <a:ext cx="62200" cy="53350"/>
            </a:xfrm>
            <a:custGeom>
              <a:avLst/>
              <a:gdLst/>
              <a:ahLst/>
              <a:cxnLst/>
              <a:rect l="l" t="t" r="r" b="b"/>
              <a:pathLst>
                <a:path w="2488" h="2134" extrusionOk="0">
                  <a:moveTo>
                    <a:pt x="1065" y="1"/>
                  </a:moveTo>
                  <a:cubicBezTo>
                    <a:pt x="480" y="1"/>
                    <a:pt x="0" y="480"/>
                    <a:pt x="0" y="1066"/>
                  </a:cubicBezTo>
                  <a:cubicBezTo>
                    <a:pt x="0" y="1709"/>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55" name="Google Shape;2855;p60"/>
            <p:cNvSpPr/>
            <p:nvPr/>
          </p:nvSpPr>
          <p:spPr>
            <a:xfrm>
              <a:off x="5265775" y="2409350"/>
              <a:ext cx="62200" cy="53350"/>
            </a:xfrm>
            <a:custGeom>
              <a:avLst/>
              <a:gdLst/>
              <a:ahLst/>
              <a:cxnLst/>
              <a:rect l="l" t="t" r="r" b="b"/>
              <a:pathLst>
                <a:path w="2488" h="2134" extrusionOk="0">
                  <a:moveTo>
                    <a:pt x="1065" y="0"/>
                  </a:moveTo>
                  <a:cubicBezTo>
                    <a:pt x="480" y="0"/>
                    <a:pt x="0" y="472"/>
                    <a:pt x="0" y="1065"/>
                  </a:cubicBezTo>
                  <a:cubicBezTo>
                    <a:pt x="0" y="1709"/>
                    <a:pt x="522" y="2133"/>
                    <a:pt x="1068" y="2133"/>
                  </a:cubicBezTo>
                  <a:cubicBezTo>
                    <a:pt x="1329" y="2133"/>
                    <a:pt x="1595" y="2036"/>
                    <a:pt x="1813" y="1821"/>
                  </a:cubicBezTo>
                  <a:cubicBezTo>
                    <a:pt x="2488" y="1155"/>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56" name="Google Shape;2856;p60"/>
            <p:cNvSpPr/>
            <p:nvPr/>
          </p:nvSpPr>
          <p:spPr>
            <a:xfrm>
              <a:off x="5265775" y="2485550"/>
              <a:ext cx="62200" cy="53350"/>
            </a:xfrm>
            <a:custGeom>
              <a:avLst/>
              <a:gdLst/>
              <a:ahLst/>
              <a:cxnLst/>
              <a:rect l="l" t="t" r="r" b="b"/>
              <a:pathLst>
                <a:path w="2488" h="2134" extrusionOk="0">
                  <a:moveTo>
                    <a:pt x="1065" y="1"/>
                  </a:moveTo>
                  <a:cubicBezTo>
                    <a:pt x="480" y="1"/>
                    <a:pt x="0" y="472"/>
                    <a:pt x="0" y="1066"/>
                  </a:cubicBezTo>
                  <a:cubicBezTo>
                    <a:pt x="0" y="1710"/>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57" name="Google Shape;2857;p60"/>
            <p:cNvSpPr/>
            <p:nvPr/>
          </p:nvSpPr>
          <p:spPr>
            <a:xfrm>
              <a:off x="5265775" y="2561575"/>
              <a:ext cx="62200" cy="53425"/>
            </a:xfrm>
            <a:custGeom>
              <a:avLst/>
              <a:gdLst/>
              <a:ahLst/>
              <a:cxnLst/>
              <a:rect l="l" t="t" r="r" b="b"/>
              <a:pathLst>
                <a:path w="2488" h="2137" extrusionOk="0">
                  <a:moveTo>
                    <a:pt x="1065" y="0"/>
                  </a:moveTo>
                  <a:cubicBezTo>
                    <a:pt x="480" y="0"/>
                    <a:pt x="0" y="480"/>
                    <a:pt x="0" y="1073"/>
                  </a:cubicBezTo>
                  <a:cubicBezTo>
                    <a:pt x="0" y="1711"/>
                    <a:pt x="521" y="2137"/>
                    <a:pt x="1067" y="2137"/>
                  </a:cubicBezTo>
                  <a:cubicBezTo>
                    <a:pt x="1328" y="2137"/>
                    <a:pt x="1595" y="2039"/>
                    <a:pt x="1813" y="1821"/>
                  </a:cubicBezTo>
                  <a:cubicBezTo>
                    <a:pt x="2488" y="1154"/>
                    <a:pt x="2016" y="8"/>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58" name="Google Shape;2858;p60"/>
            <p:cNvSpPr/>
            <p:nvPr/>
          </p:nvSpPr>
          <p:spPr>
            <a:xfrm>
              <a:off x="5265775" y="2637775"/>
              <a:ext cx="62200" cy="53450"/>
            </a:xfrm>
            <a:custGeom>
              <a:avLst/>
              <a:gdLst/>
              <a:ahLst/>
              <a:cxnLst/>
              <a:rect l="l" t="t" r="r" b="b"/>
              <a:pathLst>
                <a:path w="2488" h="2138" extrusionOk="0">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59" name="Google Shape;2859;p60"/>
            <p:cNvSpPr/>
            <p:nvPr/>
          </p:nvSpPr>
          <p:spPr>
            <a:xfrm>
              <a:off x="5341975" y="1342750"/>
              <a:ext cx="62425" cy="53450"/>
            </a:xfrm>
            <a:custGeom>
              <a:avLst/>
              <a:gdLst/>
              <a:ahLst/>
              <a:cxnLst/>
              <a:rect l="l" t="t" r="r" b="b"/>
              <a:pathLst>
                <a:path w="2497" h="2138" extrusionOk="0">
                  <a:moveTo>
                    <a:pt x="1074" y="1"/>
                  </a:moveTo>
                  <a:cubicBezTo>
                    <a:pt x="480" y="1"/>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60" name="Google Shape;2860;p60"/>
            <p:cNvSpPr/>
            <p:nvPr/>
          </p:nvSpPr>
          <p:spPr>
            <a:xfrm>
              <a:off x="5341975" y="141897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61" name="Google Shape;2861;p60"/>
            <p:cNvSpPr/>
            <p:nvPr/>
          </p:nvSpPr>
          <p:spPr>
            <a:xfrm>
              <a:off x="5341975" y="149520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62" name="Google Shape;2862;p60"/>
            <p:cNvSpPr/>
            <p:nvPr/>
          </p:nvSpPr>
          <p:spPr>
            <a:xfrm>
              <a:off x="5341975" y="1571400"/>
              <a:ext cx="62375" cy="53250"/>
            </a:xfrm>
            <a:custGeom>
              <a:avLst/>
              <a:gdLst/>
              <a:ahLst/>
              <a:cxnLst/>
              <a:rect l="l" t="t" r="r" b="b"/>
              <a:pathLst>
                <a:path w="2495" h="2130" extrusionOk="0">
                  <a:moveTo>
                    <a:pt x="1084" y="1"/>
                  </a:moveTo>
                  <a:cubicBezTo>
                    <a:pt x="1080" y="1"/>
                    <a:pt x="1077" y="1"/>
                    <a:pt x="1074" y="1"/>
                  </a:cubicBezTo>
                  <a:cubicBezTo>
                    <a:pt x="480" y="1"/>
                    <a:pt x="9" y="472"/>
                    <a:pt x="1" y="1066"/>
                  </a:cubicBezTo>
                  <a:cubicBezTo>
                    <a:pt x="1" y="1703"/>
                    <a:pt x="529" y="2129"/>
                    <a:pt x="1077" y="2129"/>
                  </a:cubicBezTo>
                  <a:cubicBezTo>
                    <a:pt x="1339" y="2129"/>
                    <a:pt x="1606" y="2032"/>
                    <a:pt x="1822" y="1813"/>
                  </a:cubicBezTo>
                  <a:cubicBezTo>
                    <a:pt x="2494" y="1149"/>
                    <a:pt x="2020" y="1"/>
                    <a:pt x="108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63" name="Google Shape;2863;p60"/>
            <p:cNvSpPr/>
            <p:nvPr/>
          </p:nvSpPr>
          <p:spPr>
            <a:xfrm>
              <a:off x="5341975" y="1647400"/>
              <a:ext cx="62425" cy="53450"/>
            </a:xfrm>
            <a:custGeom>
              <a:avLst/>
              <a:gdLst/>
              <a:ahLst/>
              <a:cxnLst/>
              <a:rect l="l" t="t" r="r" b="b"/>
              <a:pathLst>
                <a:path w="2497" h="2138" extrusionOk="0">
                  <a:moveTo>
                    <a:pt x="1074" y="1"/>
                  </a:moveTo>
                  <a:cubicBezTo>
                    <a:pt x="480" y="9"/>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64" name="Google Shape;2864;p60"/>
            <p:cNvSpPr/>
            <p:nvPr/>
          </p:nvSpPr>
          <p:spPr>
            <a:xfrm>
              <a:off x="5341975" y="172362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65" name="Google Shape;2865;p60"/>
            <p:cNvSpPr/>
            <p:nvPr/>
          </p:nvSpPr>
          <p:spPr>
            <a:xfrm>
              <a:off x="5341975" y="179985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66" name="Google Shape;2866;p60"/>
            <p:cNvSpPr/>
            <p:nvPr/>
          </p:nvSpPr>
          <p:spPr>
            <a:xfrm>
              <a:off x="5341975" y="1876050"/>
              <a:ext cx="62425" cy="53275"/>
            </a:xfrm>
            <a:custGeom>
              <a:avLst/>
              <a:gdLst/>
              <a:ahLst/>
              <a:cxnLst/>
              <a:rect l="l" t="t" r="r" b="b"/>
              <a:pathLst>
                <a:path w="2497" h="2131" extrusionOk="0">
                  <a:moveTo>
                    <a:pt x="1074" y="1"/>
                  </a:moveTo>
                  <a:cubicBezTo>
                    <a:pt x="480"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67" name="Google Shape;2867;p60"/>
            <p:cNvSpPr/>
            <p:nvPr/>
          </p:nvSpPr>
          <p:spPr>
            <a:xfrm>
              <a:off x="5341975" y="1952050"/>
              <a:ext cx="62425" cy="53450"/>
            </a:xfrm>
            <a:custGeom>
              <a:avLst/>
              <a:gdLst/>
              <a:ahLst/>
              <a:cxnLst/>
              <a:rect l="l" t="t" r="r" b="b"/>
              <a:pathLst>
                <a:path w="2497" h="2138" extrusionOk="0">
                  <a:moveTo>
                    <a:pt x="1074" y="1"/>
                  </a:moveTo>
                  <a:cubicBezTo>
                    <a:pt x="480"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68" name="Google Shape;2868;p60"/>
            <p:cNvSpPr/>
            <p:nvPr/>
          </p:nvSpPr>
          <p:spPr>
            <a:xfrm>
              <a:off x="5341975" y="2028275"/>
              <a:ext cx="62425" cy="53450"/>
            </a:xfrm>
            <a:custGeom>
              <a:avLst/>
              <a:gdLst/>
              <a:ahLst/>
              <a:cxnLst/>
              <a:rect l="l" t="t" r="r" b="b"/>
              <a:pathLst>
                <a:path w="2497" h="2138" extrusionOk="0">
                  <a:moveTo>
                    <a:pt x="1074" y="1"/>
                  </a:moveTo>
                  <a:cubicBezTo>
                    <a:pt x="480"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69" name="Google Shape;2869;p60"/>
            <p:cNvSpPr/>
            <p:nvPr/>
          </p:nvSpPr>
          <p:spPr>
            <a:xfrm>
              <a:off x="5341975" y="210450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70" name="Google Shape;2870;p60"/>
            <p:cNvSpPr/>
            <p:nvPr/>
          </p:nvSpPr>
          <p:spPr>
            <a:xfrm>
              <a:off x="5341975" y="2180700"/>
              <a:ext cx="62425" cy="53350"/>
            </a:xfrm>
            <a:custGeom>
              <a:avLst/>
              <a:gdLst/>
              <a:ahLst/>
              <a:cxnLst/>
              <a:rect l="l" t="t" r="r" b="b"/>
              <a:pathLst>
                <a:path w="2497" h="2134" extrusionOk="0">
                  <a:moveTo>
                    <a:pt x="1074" y="1"/>
                  </a:moveTo>
                  <a:cubicBezTo>
                    <a:pt x="480" y="1"/>
                    <a:pt x="9" y="480"/>
                    <a:pt x="1" y="1066"/>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71" name="Google Shape;2871;p60"/>
            <p:cNvSpPr/>
            <p:nvPr/>
          </p:nvSpPr>
          <p:spPr>
            <a:xfrm>
              <a:off x="5341975" y="2256925"/>
              <a:ext cx="62575" cy="53425"/>
            </a:xfrm>
            <a:custGeom>
              <a:avLst/>
              <a:gdLst/>
              <a:ahLst/>
              <a:cxnLst/>
              <a:rect l="l" t="t" r="r" b="b"/>
              <a:pathLst>
                <a:path w="2503" h="2137" extrusionOk="0">
                  <a:moveTo>
                    <a:pt x="1084" y="0"/>
                  </a:moveTo>
                  <a:cubicBezTo>
                    <a:pt x="1081"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72" name="Google Shape;2872;p60"/>
            <p:cNvSpPr/>
            <p:nvPr/>
          </p:nvSpPr>
          <p:spPr>
            <a:xfrm>
              <a:off x="5341975" y="2333125"/>
              <a:ext cx="62425" cy="53450"/>
            </a:xfrm>
            <a:custGeom>
              <a:avLst/>
              <a:gdLst/>
              <a:ahLst/>
              <a:cxnLst/>
              <a:rect l="l" t="t" r="r" b="b"/>
              <a:pathLst>
                <a:path w="2497" h="2138" extrusionOk="0">
                  <a:moveTo>
                    <a:pt x="1074" y="1"/>
                  </a:moveTo>
                  <a:cubicBezTo>
                    <a:pt x="480"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73" name="Google Shape;2873;p60"/>
            <p:cNvSpPr/>
            <p:nvPr/>
          </p:nvSpPr>
          <p:spPr>
            <a:xfrm>
              <a:off x="5341975" y="2485550"/>
              <a:ext cx="62425" cy="53300"/>
            </a:xfrm>
            <a:custGeom>
              <a:avLst/>
              <a:gdLst/>
              <a:ahLst/>
              <a:cxnLst/>
              <a:rect l="l" t="t" r="r" b="b"/>
              <a:pathLst>
                <a:path w="2497" h="2132" extrusionOk="0">
                  <a:moveTo>
                    <a:pt x="1074" y="1"/>
                  </a:moveTo>
                  <a:cubicBezTo>
                    <a:pt x="480" y="1"/>
                    <a:pt x="9" y="480"/>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74" name="Google Shape;2874;p60"/>
            <p:cNvSpPr/>
            <p:nvPr/>
          </p:nvSpPr>
          <p:spPr>
            <a:xfrm>
              <a:off x="5341975" y="2561575"/>
              <a:ext cx="62425" cy="53425"/>
            </a:xfrm>
            <a:custGeom>
              <a:avLst/>
              <a:gdLst/>
              <a:ahLst/>
              <a:cxnLst/>
              <a:rect l="l" t="t" r="r" b="b"/>
              <a:pathLst>
                <a:path w="2497" h="2137" extrusionOk="0">
                  <a:moveTo>
                    <a:pt x="1074" y="0"/>
                  </a:moveTo>
                  <a:cubicBezTo>
                    <a:pt x="480"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75" name="Google Shape;2875;p60"/>
            <p:cNvSpPr/>
            <p:nvPr/>
          </p:nvSpPr>
          <p:spPr>
            <a:xfrm>
              <a:off x="5341975" y="2637775"/>
              <a:ext cx="62425" cy="53450"/>
            </a:xfrm>
            <a:custGeom>
              <a:avLst/>
              <a:gdLst/>
              <a:ahLst/>
              <a:cxnLst/>
              <a:rect l="l" t="t" r="r" b="b"/>
              <a:pathLst>
                <a:path w="2497" h="2138" extrusionOk="0">
                  <a:moveTo>
                    <a:pt x="1074" y="1"/>
                  </a:moveTo>
                  <a:cubicBezTo>
                    <a:pt x="480"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76" name="Google Shape;2876;p60"/>
            <p:cNvSpPr/>
            <p:nvPr/>
          </p:nvSpPr>
          <p:spPr>
            <a:xfrm>
              <a:off x="5418200" y="1342750"/>
              <a:ext cx="62425" cy="53450"/>
            </a:xfrm>
            <a:custGeom>
              <a:avLst/>
              <a:gdLst/>
              <a:ahLst/>
              <a:cxnLst/>
              <a:rect l="l" t="t" r="r" b="b"/>
              <a:pathLst>
                <a:path w="2497"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77" name="Google Shape;2877;p60"/>
            <p:cNvSpPr/>
            <p:nvPr/>
          </p:nvSpPr>
          <p:spPr>
            <a:xfrm>
              <a:off x="5418200" y="141897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78" name="Google Shape;2878;p60"/>
            <p:cNvSpPr/>
            <p:nvPr/>
          </p:nvSpPr>
          <p:spPr>
            <a:xfrm>
              <a:off x="5418200" y="14952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79" name="Google Shape;2879;p60"/>
            <p:cNvSpPr/>
            <p:nvPr/>
          </p:nvSpPr>
          <p:spPr>
            <a:xfrm>
              <a:off x="5418200" y="1571400"/>
              <a:ext cx="62425" cy="53250"/>
            </a:xfrm>
            <a:custGeom>
              <a:avLst/>
              <a:gdLst/>
              <a:ahLst/>
              <a:cxnLst/>
              <a:rect l="l" t="t" r="r" b="b"/>
              <a:pathLst>
                <a:path w="2497"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80" name="Google Shape;2880;p60"/>
            <p:cNvSpPr/>
            <p:nvPr/>
          </p:nvSpPr>
          <p:spPr>
            <a:xfrm>
              <a:off x="5418200" y="1647400"/>
              <a:ext cx="62425" cy="53450"/>
            </a:xfrm>
            <a:custGeom>
              <a:avLst/>
              <a:gdLst/>
              <a:ahLst/>
              <a:cxnLst/>
              <a:rect l="l" t="t" r="r" b="b"/>
              <a:pathLst>
                <a:path w="2497"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81" name="Google Shape;2881;p60"/>
            <p:cNvSpPr/>
            <p:nvPr/>
          </p:nvSpPr>
          <p:spPr>
            <a:xfrm>
              <a:off x="5418200" y="172362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82" name="Google Shape;2882;p60"/>
            <p:cNvSpPr/>
            <p:nvPr/>
          </p:nvSpPr>
          <p:spPr>
            <a:xfrm>
              <a:off x="5418200" y="17998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83" name="Google Shape;2883;p60"/>
            <p:cNvSpPr/>
            <p:nvPr/>
          </p:nvSpPr>
          <p:spPr>
            <a:xfrm>
              <a:off x="5418200" y="1876050"/>
              <a:ext cx="62425" cy="53275"/>
            </a:xfrm>
            <a:custGeom>
              <a:avLst/>
              <a:gdLst/>
              <a:ahLst/>
              <a:cxnLst/>
              <a:rect l="l" t="t" r="r" b="b"/>
              <a:pathLst>
                <a:path w="2497"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84" name="Google Shape;2884;p60"/>
            <p:cNvSpPr/>
            <p:nvPr/>
          </p:nvSpPr>
          <p:spPr>
            <a:xfrm>
              <a:off x="5418200" y="1952050"/>
              <a:ext cx="62425" cy="53450"/>
            </a:xfrm>
            <a:custGeom>
              <a:avLst/>
              <a:gdLst/>
              <a:ahLst/>
              <a:cxnLst/>
              <a:rect l="l" t="t" r="r" b="b"/>
              <a:pathLst>
                <a:path w="2497"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85" name="Google Shape;2885;p60"/>
            <p:cNvSpPr/>
            <p:nvPr/>
          </p:nvSpPr>
          <p:spPr>
            <a:xfrm>
              <a:off x="5418200" y="2028275"/>
              <a:ext cx="62425" cy="53450"/>
            </a:xfrm>
            <a:custGeom>
              <a:avLst/>
              <a:gdLst/>
              <a:ahLst/>
              <a:cxnLst/>
              <a:rect l="l" t="t" r="r" b="b"/>
              <a:pathLst>
                <a:path w="2497"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86" name="Google Shape;2886;p60"/>
            <p:cNvSpPr/>
            <p:nvPr/>
          </p:nvSpPr>
          <p:spPr>
            <a:xfrm>
              <a:off x="5418200"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87" name="Google Shape;2887;p60"/>
            <p:cNvSpPr/>
            <p:nvPr/>
          </p:nvSpPr>
          <p:spPr>
            <a:xfrm>
              <a:off x="5418200" y="2180700"/>
              <a:ext cx="62425" cy="53350"/>
            </a:xfrm>
            <a:custGeom>
              <a:avLst/>
              <a:gdLst/>
              <a:ahLst/>
              <a:cxnLst/>
              <a:rect l="l" t="t" r="r" b="b"/>
              <a:pathLst>
                <a:path w="2497" h="2134" extrusionOk="0">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88" name="Google Shape;2888;p60"/>
            <p:cNvSpPr/>
            <p:nvPr/>
          </p:nvSpPr>
          <p:spPr>
            <a:xfrm>
              <a:off x="5418200"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89" name="Google Shape;2889;p60"/>
            <p:cNvSpPr/>
            <p:nvPr/>
          </p:nvSpPr>
          <p:spPr>
            <a:xfrm>
              <a:off x="5418200" y="2333125"/>
              <a:ext cx="62425" cy="53450"/>
            </a:xfrm>
            <a:custGeom>
              <a:avLst/>
              <a:gdLst/>
              <a:ahLst/>
              <a:cxnLst/>
              <a:rect l="l" t="t" r="r" b="b"/>
              <a:pathLst>
                <a:path w="2497"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90" name="Google Shape;2890;p60"/>
            <p:cNvSpPr/>
            <p:nvPr/>
          </p:nvSpPr>
          <p:spPr>
            <a:xfrm>
              <a:off x="5418200" y="2485550"/>
              <a:ext cx="62425" cy="53300"/>
            </a:xfrm>
            <a:custGeom>
              <a:avLst/>
              <a:gdLst/>
              <a:ahLst/>
              <a:cxnLst/>
              <a:rect l="l" t="t" r="r" b="b"/>
              <a:pathLst>
                <a:path w="2497" h="2132" extrusionOk="0">
                  <a:moveTo>
                    <a:pt x="1065" y="1"/>
                  </a:moveTo>
                  <a:cubicBezTo>
                    <a:pt x="480" y="1"/>
                    <a:pt x="0" y="472"/>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91" name="Google Shape;2891;p60"/>
            <p:cNvSpPr/>
            <p:nvPr/>
          </p:nvSpPr>
          <p:spPr>
            <a:xfrm>
              <a:off x="5418200" y="2561575"/>
              <a:ext cx="62425" cy="53425"/>
            </a:xfrm>
            <a:custGeom>
              <a:avLst/>
              <a:gdLst/>
              <a:ahLst/>
              <a:cxnLst/>
              <a:rect l="l" t="t" r="r" b="b"/>
              <a:pathLst>
                <a:path w="2497"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92" name="Google Shape;2892;p60"/>
            <p:cNvSpPr/>
            <p:nvPr/>
          </p:nvSpPr>
          <p:spPr>
            <a:xfrm>
              <a:off x="5418200" y="2637775"/>
              <a:ext cx="62425" cy="53450"/>
            </a:xfrm>
            <a:custGeom>
              <a:avLst/>
              <a:gdLst/>
              <a:ahLst/>
              <a:cxnLst/>
              <a:rect l="l" t="t" r="r" b="b"/>
              <a:pathLst>
                <a:path w="2497" h="2138" extrusionOk="0">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93" name="Google Shape;2893;p60"/>
            <p:cNvSpPr/>
            <p:nvPr/>
          </p:nvSpPr>
          <p:spPr>
            <a:xfrm>
              <a:off x="5418200"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94" name="Google Shape;2894;p60"/>
            <p:cNvSpPr/>
            <p:nvPr/>
          </p:nvSpPr>
          <p:spPr>
            <a:xfrm>
              <a:off x="5494400" y="1266550"/>
              <a:ext cx="62225" cy="53450"/>
            </a:xfrm>
            <a:custGeom>
              <a:avLst/>
              <a:gdLst/>
              <a:ahLst/>
              <a:cxnLst/>
              <a:rect l="l" t="t" r="r" b="b"/>
              <a:pathLst>
                <a:path w="2489" h="2138" extrusionOk="0">
                  <a:moveTo>
                    <a:pt x="1066" y="0"/>
                  </a:moveTo>
                  <a:cubicBezTo>
                    <a:pt x="480" y="9"/>
                    <a:pt x="1" y="480"/>
                    <a:pt x="1" y="1074"/>
                  </a:cubicBezTo>
                  <a:cubicBezTo>
                    <a:pt x="1" y="1711"/>
                    <a:pt x="525" y="2137"/>
                    <a:pt x="1074" y="2137"/>
                  </a:cubicBezTo>
                  <a:cubicBezTo>
                    <a:pt x="1336" y="2137"/>
                    <a:pt x="1604" y="2040"/>
                    <a:pt x="1822" y="1821"/>
                  </a:cubicBezTo>
                  <a:cubicBezTo>
                    <a:pt x="2488" y="1155"/>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95" name="Google Shape;2895;p60"/>
            <p:cNvSpPr/>
            <p:nvPr/>
          </p:nvSpPr>
          <p:spPr>
            <a:xfrm>
              <a:off x="5494400" y="1342750"/>
              <a:ext cx="62225" cy="53450"/>
            </a:xfrm>
            <a:custGeom>
              <a:avLst/>
              <a:gdLst/>
              <a:ahLst/>
              <a:cxnLst/>
              <a:rect l="l" t="t" r="r" b="b"/>
              <a:pathLst>
                <a:path w="2489" h="2138" extrusionOk="0">
                  <a:moveTo>
                    <a:pt x="1066" y="1"/>
                  </a:moveTo>
                  <a:cubicBezTo>
                    <a:pt x="480" y="1"/>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96" name="Google Shape;2896;p60"/>
            <p:cNvSpPr/>
            <p:nvPr/>
          </p:nvSpPr>
          <p:spPr>
            <a:xfrm>
              <a:off x="549440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97" name="Google Shape;2897;p60"/>
            <p:cNvSpPr/>
            <p:nvPr/>
          </p:nvSpPr>
          <p:spPr>
            <a:xfrm>
              <a:off x="549440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98" name="Google Shape;2898;p60"/>
            <p:cNvSpPr/>
            <p:nvPr/>
          </p:nvSpPr>
          <p:spPr>
            <a:xfrm>
              <a:off x="5494400" y="1571400"/>
              <a:ext cx="62225" cy="53250"/>
            </a:xfrm>
            <a:custGeom>
              <a:avLst/>
              <a:gdLst/>
              <a:ahLst/>
              <a:cxnLst/>
              <a:rect l="l" t="t" r="r" b="b"/>
              <a:pathLst>
                <a:path w="2489" h="2130" extrusionOk="0">
                  <a:moveTo>
                    <a:pt x="1066" y="1"/>
                  </a:moveTo>
                  <a:cubicBezTo>
                    <a:pt x="480" y="1"/>
                    <a:pt x="1" y="472"/>
                    <a:pt x="1" y="1066"/>
                  </a:cubicBezTo>
                  <a:cubicBezTo>
                    <a:pt x="1" y="1703"/>
                    <a:pt x="525" y="2129"/>
                    <a:pt x="1074" y="2129"/>
                  </a:cubicBezTo>
                  <a:cubicBezTo>
                    <a:pt x="1336" y="2129"/>
                    <a:pt x="1604" y="2032"/>
                    <a:pt x="1822" y="1813"/>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899" name="Google Shape;2899;p60"/>
            <p:cNvSpPr/>
            <p:nvPr/>
          </p:nvSpPr>
          <p:spPr>
            <a:xfrm>
              <a:off x="633235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00" name="Google Shape;2900;p60"/>
            <p:cNvSpPr/>
            <p:nvPr/>
          </p:nvSpPr>
          <p:spPr>
            <a:xfrm>
              <a:off x="633235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01" name="Google Shape;2901;p60"/>
            <p:cNvSpPr/>
            <p:nvPr/>
          </p:nvSpPr>
          <p:spPr>
            <a:xfrm>
              <a:off x="6408350" y="1418975"/>
              <a:ext cx="62425" cy="53350"/>
            </a:xfrm>
            <a:custGeom>
              <a:avLst/>
              <a:gdLst/>
              <a:ahLst/>
              <a:cxnLst/>
              <a:rect l="l" t="t" r="r" b="b"/>
              <a:pathLst>
                <a:path w="2497" h="2134" extrusionOk="0">
                  <a:moveTo>
                    <a:pt x="1074" y="1"/>
                  </a:moveTo>
                  <a:cubicBezTo>
                    <a:pt x="481" y="1"/>
                    <a:pt x="9" y="480"/>
                    <a:pt x="1" y="1065"/>
                  </a:cubicBezTo>
                  <a:cubicBezTo>
                    <a:pt x="1" y="1709"/>
                    <a:pt x="526" y="2133"/>
                    <a:pt x="1075" y="2133"/>
                  </a:cubicBezTo>
                  <a:cubicBezTo>
                    <a:pt x="1337" y="2133"/>
                    <a:pt x="1604" y="2037"/>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02" name="Google Shape;2902;p60"/>
            <p:cNvSpPr/>
            <p:nvPr/>
          </p:nvSpPr>
          <p:spPr>
            <a:xfrm>
              <a:off x="6408350" y="1495200"/>
              <a:ext cx="62425" cy="53325"/>
            </a:xfrm>
            <a:custGeom>
              <a:avLst/>
              <a:gdLst/>
              <a:ahLst/>
              <a:cxnLst/>
              <a:rect l="l" t="t" r="r" b="b"/>
              <a:pathLst>
                <a:path w="2497" h="2133" extrusionOk="0">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03" name="Google Shape;2903;p60"/>
            <p:cNvSpPr/>
            <p:nvPr/>
          </p:nvSpPr>
          <p:spPr>
            <a:xfrm>
              <a:off x="6484575" y="1342750"/>
              <a:ext cx="62425" cy="53450"/>
            </a:xfrm>
            <a:custGeom>
              <a:avLst/>
              <a:gdLst/>
              <a:ahLst/>
              <a:cxnLst/>
              <a:rect l="l" t="t" r="r" b="b"/>
              <a:pathLst>
                <a:path w="2497" h="2138" extrusionOk="0">
                  <a:moveTo>
                    <a:pt x="1065" y="1"/>
                  </a:moveTo>
                  <a:cubicBezTo>
                    <a:pt x="480" y="1"/>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04" name="Google Shape;2904;p60"/>
            <p:cNvSpPr/>
            <p:nvPr/>
          </p:nvSpPr>
          <p:spPr>
            <a:xfrm>
              <a:off x="6484575" y="1418975"/>
              <a:ext cx="62425" cy="53350"/>
            </a:xfrm>
            <a:custGeom>
              <a:avLst/>
              <a:gdLst/>
              <a:ahLst/>
              <a:cxnLst/>
              <a:rect l="l" t="t" r="r" b="b"/>
              <a:pathLst>
                <a:path w="2497" h="2134" extrusionOk="0">
                  <a:moveTo>
                    <a:pt x="1065" y="1"/>
                  </a:moveTo>
                  <a:cubicBezTo>
                    <a:pt x="480" y="1"/>
                    <a:pt x="1"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05" name="Google Shape;2905;p60"/>
            <p:cNvSpPr/>
            <p:nvPr/>
          </p:nvSpPr>
          <p:spPr>
            <a:xfrm>
              <a:off x="6484575" y="1495200"/>
              <a:ext cx="62425" cy="53325"/>
            </a:xfrm>
            <a:custGeom>
              <a:avLst/>
              <a:gdLst/>
              <a:ahLst/>
              <a:cxnLst/>
              <a:rect l="l" t="t" r="r" b="b"/>
              <a:pathLst>
                <a:path w="2497" h="2133" extrusionOk="0">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06" name="Google Shape;2906;p60"/>
            <p:cNvSpPr/>
            <p:nvPr/>
          </p:nvSpPr>
          <p:spPr>
            <a:xfrm>
              <a:off x="6560800"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07" name="Google Shape;2907;p60"/>
            <p:cNvSpPr/>
            <p:nvPr/>
          </p:nvSpPr>
          <p:spPr>
            <a:xfrm>
              <a:off x="656080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08" name="Google Shape;2908;p60"/>
            <p:cNvSpPr/>
            <p:nvPr/>
          </p:nvSpPr>
          <p:spPr>
            <a:xfrm>
              <a:off x="6637000" y="141897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09" name="Google Shape;2909;p60"/>
            <p:cNvSpPr/>
            <p:nvPr/>
          </p:nvSpPr>
          <p:spPr>
            <a:xfrm>
              <a:off x="7094075" y="149520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10" name="Google Shape;2910;p60"/>
            <p:cNvSpPr/>
            <p:nvPr/>
          </p:nvSpPr>
          <p:spPr>
            <a:xfrm>
              <a:off x="6713225" y="141897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11" name="Google Shape;2911;p60"/>
            <p:cNvSpPr/>
            <p:nvPr/>
          </p:nvSpPr>
          <p:spPr>
            <a:xfrm>
              <a:off x="6789225" y="141897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12" name="Google Shape;2912;p60"/>
            <p:cNvSpPr/>
            <p:nvPr/>
          </p:nvSpPr>
          <p:spPr>
            <a:xfrm>
              <a:off x="6865650" y="141897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13" name="Google Shape;2913;p60"/>
            <p:cNvSpPr/>
            <p:nvPr/>
          </p:nvSpPr>
          <p:spPr>
            <a:xfrm>
              <a:off x="7017875" y="1495200"/>
              <a:ext cx="62400" cy="53325"/>
            </a:xfrm>
            <a:custGeom>
              <a:avLst/>
              <a:gdLst/>
              <a:ahLst/>
              <a:cxnLst/>
              <a:rect l="l" t="t" r="r" b="b"/>
              <a:pathLst>
                <a:path w="2496" h="2133" extrusionOk="0">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14" name="Google Shape;2914;p60"/>
            <p:cNvSpPr/>
            <p:nvPr/>
          </p:nvSpPr>
          <p:spPr>
            <a:xfrm>
              <a:off x="694185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15" name="Google Shape;2915;p60"/>
            <p:cNvSpPr/>
            <p:nvPr/>
          </p:nvSpPr>
          <p:spPr>
            <a:xfrm>
              <a:off x="686565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16" name="Google Shape;2916;p60"/>
            <p:cNvSpPr/>
            <p:nvPr/>
          </p:nvSpPr>
          <p:spPr>
            <a:xfrm>
              <a:off x="6789225" y="149520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17" name="Google Shape;2917;p60"/>
            <p:cNvSpPr/>
            <p:nvPr/>
          </p:nvSpPr>
          <p:spPr>
            <a:xfrm>
              <a:off x="6713225" y="149520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18" name="Google Shape;2918;p60"/>
            <p:cNvSpPr/>
            <p:nvPr/>
          </p:nvSpPr>
          <p:spPr>
            <a:xfrm>
              <a:off x="6637000" y="1495200"/>
              <a:ext cx="62225" cy="53325"/>
            </a:xfrm>
            <a:custGeom>
              <a:avLst/>
              <a:gdLst/>
              <a:ahLst/>
              <a:cxnLst/>
              <a:rect l="l" t="t" r="r" b="b"/>
              <a:pathLst>
                <a:path w="2489" h="2133" extrusionOk="0">
                  <a:moveTo>
                    <a:pt x="1066" y="0"/>
                  </a:moveTo>
                  <a:cubicBezTo>
                    <a:pt x="480"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19" name="Google Shape;2919;p60"/>
            <p:cNvSpPr/>
            <p:nvPr/>
          </p:nvSpPr>
          <p:spPr>
            <a:xfrm>
              <a:off x="6637000" y="1571400"/>
              <a:ext cx="62225" cy="53250"/>
            </a:xfrm>
            <a:custGeom>
              <a:avLst/>
              <a:gdLst/>
              <a:ahLst/>
              <a:cxnLst/>
              <a:rect l="l" t="t" r="r" b="b"/>
              <a:pathLst>
                <a:path w="2489" h="2130" extrusionOk="0">
                  <a:moveTo>
                    <a:pt x="1066" y="1"/>
                  </a:moveTo>
                  <a:cubicBezTo>
                    <a:pt x="480"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20" name="Google Shape;2920;p60"/>
            <p:cNvSpPr/>
            <p:nvPr/>
          </p:nvSpPr>
          <p:spPr>
            <a:xfrm>
              <a:off x="6560800" y="1571400"/>
              <a:ext cx="62200" cy="53250"/>
            </a:xfrm>
            <a:custGeom>
              <a:avLst/>
              <a:gdLst/>
              <a:ahLst/>
              <a:cxnLst/>
              <a:rect l="l" t="t" r="r" b="b"/>
              <a:pathLst>
                <a:path w="2488" h="2130" extrusionOk="0">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21" name="Google Shape;2921;p60"/>
            <p:cNvSpPr/>
            <p:nvPr/>
          </p:nvSpPr>
          <p:spPr>
            <a:xfrm>
              <a:off x="6484575" y="1571400"/>
              <a:ext cx="62425" cy="53250"/>
            </a:xfrm>
            <a:custGeom>
              <a:avLst/>
              <a:gdLst/>
              <a:ahLst/>
              <a:cxnLst/>
              <a:rect l="l" t="t" r="r" b="b"/>
              <a:pathLst>
                <a:path w="2497" h="2130" extrusionOk="0">
                  <a:moveTo>
                    <a:pt x="1065" y="1"/>
                  </a:moveTo>
                  <a:cubicBezTo>
                    <a:pt x="480" y="1"/>
                    <a:pt x="1" y="472"/>
                    <a:pt x="1" y="1066"/>
                  </a:cubicBezTo>
                  <a:cubicBezTo>
                    <a:pt x="1" y="1703"/>
                    <a:pt x="525" y="2129"/>
                    <a:pt x="1073" y="2129"/>
                  </a:cubicBezTo>
                  <a:cubicBezTo>
                    <a:pt x="1335" y="2129"/>
                    <a:pt x="1603" y="2032"/>
                    <a:pt x="1822" y="1813"/>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22" name="Google Shape;2922;p60"/>
            <p:cNvSpPr/>
            <p:nvPr/>
          </p:nvSpPr>
          <p:spPr>
            <a:xfrm>
              <a:off x="6408350" y="1571400"/>
              <a:ext cx="62425" cy="53250"/>
            </a:xfrm>
            <a:custGeom>
              <a:avLst/>
              <a:gdLst/>
              <a:ahLst/>
              <a:cxnLst/>
              <a:rect l="l" t="t" r="r" b="b"/>
              <a:pathLst>
                <a:path w="2497" h="2130" extrusionOk="0">
                  <a:moveTo>
                    <a:pt x="1074" y="1"/>
                  </a:moveTo>
                  <a:cubicBezTo>
                    <a:pt x="481" y="1"/>
                    <a:pt x="9" y="472"/>
                    <a:pt x="1" y="1066"/>
                  </a:cubicBezTo>
                  <a:cubicBezTo>
                    <a:pt x="1" y="1703"/>
                    <a:pt x="525" y="2129"/>
                    <a:pt x="1074" y="2129"/>
                  </a:cubicBezTo>
                  <a:cubicBezTo>
                    <a:pt x="1336" y="2129"/>
                    <a:pt x="1604" y="2032"/>
                    <a:pt x="1822" y="1813"/>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23" name="Google Shape;2923;p60"/>
            <p:cNvSpPr/>
            <p:nvPr/>
          </p:nvSpPr>
          <p:spPr>
            <a:xfrm>
              <a:off x="633235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3" y="1813"/>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24" name="Google Shape;2924;p60"/>
            <p:cNvSpPr/>
            <p:nvPr/>
          </p:nvSpPr>
          <p:spPr>
            <a:xfrm>
              <a:off x="5875275" y="2180700"/>
              <a:ext cx="62225" cy="53350"/>
            </a:xfrm>
            <a:custGeom>
              <a:avLst/>
              <a:gdLst/>
              <a:ahLst/>
              <a:cxnLst/>
              <a:rect l="l" t="t" r="r" b="b"/>
              <a:pathLst>
                <a:path w="2489"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25" name="Google Shape;2925;p60"/>
            <p:cNvSpPr/>
            <p:nvPr/>
          </p:nvSpPr>
          <p:spPr>
            <a:xfrm>
              <a:off x="5875275" y="240935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26" name="Google Shape;2926;p60"/>
            <p:cNvSpPr/>
            <p:nvPr/>
          </p:nvSpPr>
          <p:spPr>
            <a:xfrm>
              <a:off x="595147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27" name="Google Shape;2927;p60"/>
            <p:cNvSpPr/>
            <p:nvPr/>
          </p:nvSpPr>
          <p:spPr>
            <a:xfrm>
              <a:off x="595147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28" name="Google Shape;2928;p60"/>
            <p:cNvSpPr/>
            <p:nvPr/>
          </p:nvSpPr>
          <p:spPr>
            <a:xfrm>
              <a:off x="595147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29" name="Google Shape;2929;p60"/>
            <p:cNvSpPr/>
            <p:nvPr/>
          </p:nvSpPr>
          <p:spPr>
            <a:xfrm>
              <a:off x="5951475"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30" name="Google Shape;2930;p60"/>
            <p:cNvSpPr/>
            <p:nvPr/>
          </p:nvSpPr>
          <p:spPr>
            <a:xfrm>
              <a:off x="5951475"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31" name="Google Shape;2931;p60"/>
            <p:cNvSpPr/>
            <p:nvPr/>
          </p:nvSpPr>
          <p:spPr>
            <a:xfrm>
              <a:off x="5951475"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32" name="Google Shape;2932;p60"/>
            <p:cNvSpPr/>
            <p:nvPr/>
          </p:nvSpPr>
          <p:spPr>
            <a:xfrm>
              <a:off x="5951475" y="1876050"/>
              <a:ext cx="62225" cy="53275"/>
            </a:xfrm>
            <a:custGeom>
              <a:avLst/>
              <a:gdLst/>
              <a:ahLst/>
              <a:cxnLst/>
              <a:rect l="l" t="t" r="r" b="b"/>
              <a:pathLst>
                <a:path w="2489" h="2131" extrusionOk="0">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33" name="Google Shape;2933;p60"/>
            <p:cNvSpPr/>
            <p:nvPr/>
          </p:nvSpPr>
          <p:spPr>
            <a:xfrm>
              <a:off x="5951475"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34" name="Google Shape;2934;p60"/>
            <p:cNvSpPr/>
            <p:nvPr/>
          </p:nvSpPr>
          <p:spPr>
            <a:xfrm>
              <a:off x="5951475"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35" name="Google Shape;2935;p60"/>
            <p:cNvSpPr/>
            <p:nvPr/>
          </p:nvSpPr>
          <p:spPr>
            <a:xfrm>
              <a:off x="6027500" y="1418975"/>
              <a:ext cx="62425" cy="53350"/>
            </a:xfrm>
            <a:custGeom>
              <a:avLst/>
              <a:gdLst/>
              <a:ahLst/>
              <a:cxnLst/>
              <a:rect l="l" t="t" r="r" b="b"/>
              <a:pathLst>
                <a:path w="2497" h="2134" extrusionOk="0">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36" name="Google Shape;2936;p60"/>
            <p:cNvSpPr/>
            <p:nvPr/>
          </p:nvSpPr>
          <p:spPr>
            <a:xfrm>
              <a:off x="6027500" y="1495200"/>
              <a:ext cx="62425" cy="53325"/>
            </a:xfrm>
            <a:custGeom>
              <a:avLst/>
              <a:gdLst/>
              <a:ahLst/>
              <a:cxnLst/>
              <a:rect l="l" t="t" r="r" b="b"/>
              <a:pathLst>
                <a:path w="2497" h="2133" extrusionOk="0">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37" name="Google Shape;2937;p60"/>
            <p:cNvSpPr/>
            <p:nvPr/>
          </p:nvSpPr>
          <p:spPr>
            <a:xfrm>
              <a:off x="6027500" y="1571400"/>
              <a:ext cx="62425" cy="53250"/>
            </a:xfrm>
            <a:custGeom>
              <a:avLst/>
              <a:gdLst/>
              <a:ahLst/>
              <a:cxnLst/>
              <a:rect l="l" t="t" r="r" b="b"/>
              <a:pathLst>
                <a:path w="2497" h="2130" extrusionOk="0">
                  <a:moveTo>
                    <a:pt x="1073" y="1"/>
                  </a:moveTo>
                  <a:cubicBezTo>
                    <a:pt x="480" y="1"/>
                    <a:pt x="9" y="472"/>
                    <a:pt x="0" y="1066"/>
                  </a:cubicBezTo>
                  <a:cubicBezTo>
                    <a:pt x="0" y="1703"/>
                    <a:pt x="529" y="2129"/>
                    <a:pt x="1077" y="2129"/>
                  </a:cubicBezTo>
                  <a:cubicBezTo>
                    <a:pt x="1339" y="2129"/>
                    <a:pt x="1606" y="2032"/>
                    <a:pt x="1821" y="1813"/>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38" name="Google Shape;2938;p60"/>
            <p:cNvSpPr/>
            <p:nvPr/>
          </p:nvSpPr>
          <p:spPr>
            <a:xfrm>
              <a:off x="6027500" y="1647400"/>
              <a:ext cx="62425" cy="53450"/>
            </a:xfrm>
            <a:custGeom>
              <a:avLst/>
              <a:gdLst/>
              <a:ahLst/>
              <a:cxnLst/>
              <a:rect l="l" t="t" r="r" b="b"/>
              <a:pathLst>
                <a:path w="2497" h="2138" extrusionOk="0">
                  <a:moveTo>
                    <a:pt x="1073" y="1"/>
                  </a:moveTo>
                  <a:cubicBezTo>
                    <a:pt x="480" y="1"/>
                    <a:pt x="9" y="481"/>
                    <a:pt x="0" y="1066"/>
                  </a:cubicBezTo>
                  <a:cubicBezTo>
                    <a:pt x="0" y="1710"/>
                    <a:pt x="529" y="2138"/>
                    <a:pt x="1078" y="2138"/>
                  </a:cubicBezTo>
                  <a:cubicBezTo>
                    <a:pt x="1340" y="2138"/>
                    <a:pt x="1606" y="2040"/>
                    <a:pt x="1821" y="1822"/>
                  </a:cubicBezTo>
                  <a:cubicBezTo>
                    <a:pt x="2496" y="1155"/>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39" name="Google Shape;2939;p60"/>
            <p:cNvSpPr/>
            <p:nvPr/>
          </p:nvSpPr>
          <p:spPr>
            <a:xfrm>
              <a:off x="6027500" y="1723625"/>
              <a:ext cx="62425" cy="53350"/>
            </a:xfrm>
            <a:custGeom>
              <a:avLst/>
              <a:gdLst/>
              <a:ahLst/>
              <a:cxnLst/>
              <a:rect l="l" t="t" r="r" b="b"/>
              <a:pathLst>
                <a:path w="2497" h="2134" extrusionOk="0">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40" name="Google Shape;2940;p60"/>
            <p:cNvSpPr/>
            <p:nvPr/>
          </p:nvSpPr>
          <p:spPr>
            <a:xfrm>
              <a:off x="6027500" y="1799850"/>
              <a:ext cx="62425" cy="53325"/>
            </a:xfrm>
            <a:custGeom>
              <a:avLst/>
              <a:gdLst/>
              <a:ahLst/>
              <a:cxnLst/>
              <a:rect l="l" t="t" r="r" b="b"/>
              <a:pathLst>
                <a:path w="2497" h="2133" extrusionOk="0">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41" name="Google Shape;2941;p60"/>
            <p:cNvSpPr/>
            <p:nvPr/>
          </p:nvSpPr>
          <p:spPr>
            <a:xfrm>
              <a:off x="6027500" y="1876050"/>
              <a:ext cx="62425" cy="53350"/>
            </a:xfrm>
            <a:custGeom>
              <a:avLst/>
              <a:gdLst/>
              <a:ahLst/>
              <a:cxnLst/>
              <a:rect l="l" t="t" r="r" b="b"/>
              <a:pathLst>
                <a:path w="2497" h="2134" extrusionOk="0">
                  <a:moveTo>
                    <a:pt x="1073" y="1"/>
                  </a:moveTo>
                  <a:cubicBezTo>
                    <a:pt x="480" y="1"/>
                    <a:pt x="9" y="472"/>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42" name="Google Shape;2942;p60"/>
            <p:cNvSpPr/>
            <p:nvPr/>
          </p:nvSpPr>
          <p:spPr>
            <a:xfrm>
              <a:off x="6027500" y="1952050"/>
              <a:ext cx="62425" cy="53450"/>
            </a:xfrm>
            <a:custGeom>
              <a:avLst/>
              <a:gdLst/>
              <a:ahLst/>
              <a:cxnLst/>
              <a:rect l="l" t="t" r="r" b="b"/>
              <a:pathLst>
                <a:path w="2497" h="2138" extrusionOk="0">
                  <a:moveTo>
                    <a:pt x="1073" y="1"/>
                  </a:moveTo>
                  <a:cubicBezTo>
                    <a:pt x="480" y="9"/>
                    <a:pt x="9" y="481"/>
                    <a:pt x="0" y="1074"/>
                  </a:cubicBezTo>
                  <a:cubicBezTo>
                    <a:pt x="0" y="1712"/>
                    <a:pt x="529" y="2138"/>
                    <a:pt x="1077" y="2138"/>
                  </a:cubicBezTo>
                  <a:cubicBezTo>
                    <a:pt x="1339" y="2138"/>
                    <a:pt x="1606" y="2040"/>
                    <a:pt x="1821" y="1822"/>
                  </a:cubicBezTo>
                  <a:cubicBezTo>
                    <a:pt x="2496" y="1155"/>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43" name="Google Shape;2943;p60"/>
            <p:cNvSpPr/>
            <p:nvPr/>
          </p:nvSpPr>
          <p:spPr>
            <a:xfrm>
              <a:off x="6103700" y="1418975"/>
              <a:ext cx="62425" cy="53350"/>
            </a:xfrm>
            <a:custGeom>
              <a:avLst/>
              <a:gdLst/>
              <a:ahLst/>
              <a:cxnLst/>
              <a:rect l="l" t="t" r="r" b="b"/>
              <a:pathLst>
                <a:path w="2497" h="2134" extrusionOk="0">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44" name="Google Shape;2944;p60"/>
            <p:cNvSpPr/>
            <p:nvPr/>
          </p:nvSpPr>
          <p:spPr>
            <a:xfrm>
              <a:off x="6103700" y="149520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45" name="Google Shape;2945;p60"/>
            <p:cNvSpPr/>
            <p:nvPr/>
          </p:nvSpPr>
          <p:spPr>
            <a:xfrm>
              <a:off x="6103700" y="1571400"/>
              <a:ext cx="62425" cy="53250"/>
            </a:xfrm>
            <a:custGeom>
              <a:avLst/>
              <a:gdLst/>
              <a:ahLst/>
              <a:cxnLst/>
              <a:rect l="l" t="t" r="r" b="b"/>
              <a:pathLst>
                <a:path w="2497" h="2130" extrusionOk="0">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46" name="Google Shape;2946;p60"/>
            <p:cNvSpPr/>
            <p:nvPr/>
          </p:nvSpPr>
          <p:spPr>
            <a:xfrm>
              <a:off x="6103700" y="1647400"/>
              <a:ext cx="62425" cy="53450"/>
            </a:xfrm>
            <a:custGeom>
              <a:avLst/>
              <a:gdLst/>
              <a:ahLst/>
              <a:cxnLst/>
              <a:rect l="l" t="t" r="r" b="b"/>
              <a:pathLst>
                <a:path w="2497" h="2138" extrusionOk="0">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47" name="Google Shape;2947;p60"/>
            <p:cNvSpPr/>
            <p:nvPr/>
          </p:nvSpPr>
          <p:spPr>
            <a:xfrm>
              <a:off x="6103700" y="1723625"/>
              <a:ext cx="62425" cy="53350"/>
            </a:xfrm>
            <a:custGeom>
              <a:avLst/>
              <a:gdLst/>
              <a:ahLst/>
              <a:cxnLst/>
              <a:rect l="l" t="t" r="r" b="b"/>
              <a:pathLst>
                <a:path w="2497" h="2134" extrusionOk="0">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48" name="Google Shape;2948;p60"/>
            <p:cNvSpPr/>
            <p:nvPr/>
          </p:nvSpPr>
          <p:spPr>
            <a:xfrm>
              <a:off x="6103700" y="179985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49" name="Google Shape;2949;p60"/>
            <p:cNvSpPr/>
            <p:nvPr/>
          </p:nvSpPr>
          <p:spPr>
            <a:xfrm>
              <a:off x="6103700" y="1876050"/>
              <a:ext cx="62425" cy="53275"/>
            </a:xfrm>
            <a:custGeom>
              <a:avLst/>
              <a:gdLst/>
              <a:ahLst/>
              <a:cxnLst/>
              <a:rect l="l" t="t" r="r" b="b"/>
              <a:pathLst>
                <a:path w="2497" h="2131" extrusionOk="0">
                  <a:moveTo>
                    <a:pt x="1066" y="1"/>
                  </a:moveTo>
                  <a:cubicBezTo>
                    <a:pt x="481" y="1"/>
                    <a:pt x="9" y="472"/>
                    <a:pt x="1" y="1066"/>
                  </a:cubicBezTo>
                  <a:cubicBezTo>
                    <a:pt x="1" y="1707"/>
                    <a:pt x="523" y="2131"/>
                    <a:pt x="1070" y="2131"/>
                  </a:cubicBezTo>
                  <a:cubicBezTo>
                    <a:pt x="1333" y="2131"/>
                    <a:pt x="1603" y="2033"/>
                    <a:pt x="1822" y="1813"/>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50" name="Google Shape;2950;p60"/>
            <p:cNvSpPr/>
            <p:nvPr/>
          </p:nvSpPr>
          <p:spPr>
            <a:xfrm>
              <a:off x="6103700" y="1952050"/>
              <a:ext cx="62425" cy="53450"/>
            </a:xfrm>
            <a:custGeom>
              <a:avLst/>
              <a:gdLst/>
              <a:ahLst/>
              <a:cxnLst/>
              <a:rect l="l" t="t" r="r" b="b"/>
              <a:pathLst>
                <a:path w="2497" h="2138" extrusionOk="0">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51" name="Google Shape;2951;p60"/>
            <p:cNvSpPr/>
            <p:nvPr/>
          </p:nvSpPr>
          <p:spPr>
            <a:xfrm>
              <a:off x="6179925"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52" name="Google Shape;2952;p60"/>
            <p:cNvSpPr/>
            <p:nvPr/>
          </p:nvSpPr>
          <p:spPr>
            <a:xfrm>
              <a:off x="6179925" y="14952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53" name="Google Shape;2953;p60"/>
            <p:cNvSpPr/>
            <p:nvPr/>
          </p:nvSpPr>
          <p:spPr>
            <a:xfrm>
              <a:off x="6179925" y="1571400"/>
              <a:ext cx="62225" cy="53250"/>
            </a:xfrm>
            <a:custGeom>
              <a:avLst/>
              <a:gdLst/>
              <a:ahLst/>
              <a:cxnLst/>
              <a:rect l="l" t="t" r="r" b="b"/>
              <a:pathLst>
                <a:path w="2489"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54" name="Google Shape;2954;p60"/>
            <p:cNvSpPr/>
            <p:nvPr/>
          </p:nvSpPr>
          <p:spPr>
            <a:xfrm>
              <a:off x="6256150" y="1418975"/>
              <a:ext cx="62200" cy="53350"/>
            </a:xfrm>
            <a:custGeom>
              <a:avLst/>
              <a:gdLst/>
              <a:ahLst/>
              <a:cxnLst/>
              <a:rect l="l" t="t" r="r" b="b"/>
              <a:pathLst>
                <a:path w="2488" h="2134" extrusionOk="0">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55" name="Google Shape;2955;p60"/>
            <p:cNvSpPr/>
            <p:nvPr/>
          </p:nvSpPr>
          <p:spPr>
            <a:xfrm>
              <a:off x="6256150" y="1495200"/>
              <a:ext cx="62200" cy="53325"/>
            </a:xfrm>
            <a:custGeom>
              <a:avLst/>
              <a:gdLst/>
              <a:ahLst/>
              <a:cxnLst/>
              <a:rect l="l" t="t" r="r" b="b"/>
              <a:pathLst>
                <a:path w="2488" h="2133" extrusionOk="0">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56" name="Google Shape;2956;p60"/>
            <p:cNvSpPr/>
            <p:nvPr/>
          </p:nvSpPr>
          <p:spPr>
            <a:xfrm>
              <a:off x="6256150" y="1571400"/>
              <a:ext cx="62200" cy="53250"/>
            </a:xfrm>
            <a:custGeom>
              <a:avLst/>
              <a:gdLst/>
              <a:ahLst/>
              <a:cxnLst/>
              <a:rect l="l" t="t" r="r" b="b"/>
              <a:pathLst>
                <a:path w="2488" h="2130" extrusionOk="0">
                  <a:moveTo>
                    <a:pt x="1065" y="1"/>
                  </a:moveTo>
                  <a:cubicBezTo>
                    <a:pt x="480" y="1"/>
                    <a:pt x="0" y="472"/>
                    <a:pt x="0" y="1066"/>
                  </a:cubicBezTo>
                  <a:cubicBezTo>
                    <a:pt x="0" y="1703"/>
                    <a:pt x="524"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57" name="Google Shape;2957;p60"/>
            <p:cNvSpPr/>
            <p:nvPr/>
          </p:nvSpPr>
          <p:spPr>
            <a:xfrm>
              <a:off x="6256150" y="1647400"/>
              <a:ext cx="62200" cy="53450"/>
            </a:xfrm>
            <a:custGeom>
              <a:avLst/>
              <a:gdLst/>
              <a:ahLst/>
              <a:cxnLst/>
              <a:rect l="l" t="t" r="r" b="b"/>
              <a:pathLst>
                <a:path w="2488" h="2138" extrusionOk="0">
                  <a:moveTo>
                    <a:pt x="1065" y="1"/>
                  </a:moveTo>
                  <a:cubicBezTo>
                    <a:pt x="480" y="1"/>
                    <a:pt x="0" y="481"/>
                    <a:pt x="0" y="1066"/>
                  </a:cubicBezTo>
                  <a:cubicBezTo>
                    <a:pt x="0" y="1710"/>
                    <a:pt x="525" y="2138"/>
                    <a:pt x="1071" y="2138"/>
                  </a:cubicBezTo>
                  <a:cubicBezTo>
                    <a:pt x="1332" y="2138"/>
                    <a:pt x="1597" y="2040"/>
                    <a:pt x="1813"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58" name="Google Shape;2958;p60"/>
            <p:cNvSpPr/>
            <p:nvPr/>
          </p:nvSpPr>
          <p:spPr>
            <a:xfrm>
              <a:off x="6179925"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59" name="Google Shape;2959;p60"/>
            <p:cNvSpPr/>
            <p:nvPr/>
          </p:nvSpPr>
          <p:spPr>
            <a:xfrm>
              <a:off x="6179925" y="17236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60" name="Google Shape;2960;p60"/>
            <p:cNvSpPr/>
            <p:nvPr/>
          </p:nvSpPr>
          <p:spPr>
            <a:xfrm>
              <a:off x="6179925" y="17998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61" name="Google Shape;2961;p60"/>
            <p:cNvSpPr/>
            <p:nvPr/>
          </p:nvSpPr>
          <p:spPr>
            <a:xfrm>
              <a:off x="6179925" y="1876050"/>
              <a:ext cx="62225" cy="53275"/>
            </a:xfrm>
            <a:custGeom>
              <a:avLst/>
              <a:gdLst/>
              <a:ahLst/>
              <a:cxnLst/>
              <a:rect l="l" t="t" r="r" b="b"/>
              <a:pathLst>
                <a:path w="2489" h="2131" extrusionOk="0">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62" name="Google Shape;2962;p60"/>
            <p:cNvSpPr/>
            <p:nvPr/>
          </p:nvSpPr>
          <p:spPr>
            <a:xfrm>
              <a:off x="6179925" y="1952050"/>
              <a:ext cx="62225" cy="53450"/>
            </a:xfrm>
            <a:custGeom>
              <a:avLst/>
              <a:gdLst/>
              <a:ahLst/>
              <a:cxnLst/>
              <a:rect l="l" t="t" r="r" b="b"/>
              <a:pathLst>
                <a:path w="2489"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63" name="Google Shape;2963;p60"/>
            <p:cNvSpPr/>
            <p:nvPr/>
          </p:nvSpPr>
          <p:spPr>
            <a:xfrm>
              <a:off x="6179925"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64" name="Google Shape;2964;p60"/>
            <p:cNvSpPr/>
            <p:nvPr/>
          </p:nvSpPr>
          <p:spPr>
            <a:xfrm>
              <a:off x="6103700" y="2028275"/>
              <a:ext cx="62425" cy="53450"/>
            </a:xfrm>
            <a:custGeom>
              <a:avLst/>
              <a:gdLst/>
              <a:ahLst/>
              <a:cxnLst/>
              <a:rect l="l" t="t" r="r" b="b"/>
              <a:pathLst>
                <a:path w="2497" h="2138" extrusionOk="0">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65" name="Google Shape;2965;p60"/>
            <p:cNvSpPr/>
            <p:nvPr/>
          </p:nvSpPr>
          <p:spPr>
            <a:xfrm>
              <a:off x="6027500" y="2028275"/>
              <a:ext cx="62425" cy="53450"/>
            </a:xfrm>
            <a:custGeom>
              <a:avLst/>
              <a:gdLst/>
              <a:ahLst/>
              <a:cxnLst/>
              <a:rect l="l" t="t" r="r" b="b"/>
              <a:pathLst>
                <a:path w="2497" h="2138" extrusionOk="0">
                  <a:moveTo>
                    <a:pt x="1073" y="1"/>
                  </a:moveTo>
                  <a:cubicBezTo>
                    <a:pt x="480" y="1"/>
                    <a:pt x="9" y="480"/>
                    <a:pt x="0" y="1065"/>
                  </a:cubicBezTo>
                  <a:cubicBezTo>
                    <a:pt x="0" y="1709"/>
                    <a:pt x="529" y="2137"/>
                    <a:pt x="1078" y="2137"/>
                  </a:cubicBezTo>
                  <a:cubicBezTo>
                    <a:pt x="1340" y="2137"/>
                    <a:pt x="1606" y="2040"/>
                    <a:pt x="1821" y="1821"/>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66" name="Google Shape;2966;p60"/>
            <p:cNvSpPr/>
            <p:nvPr/>
          </p:nvSpPr>
          <p:spPr>
            <a:xfrm>
              <a:off x="6027500" y="2104500"/>
              <a:ext cx="62425" cy="53325"/>
            </a:xfrm>
            <a:custGeom>
              <a:avLst/>
              <a:gdLst/>
              <a:ahLst/>
              <a:cxnLst/>
              <a:rect l="l" t="t" r="r" b="b"/>
              <a:pathLst>
                <a:path w="2497" h="2133" extrusionOk="0">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67" name="Google Shape;2967;p60"/>
            <p:cNvSpPr/>
            <p:nvPr/>
          </p:nvSpPr>
          <p:spPr>
            <a:xfrm>
              <a:off x="5951475"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68" name="Google Shape;2968;p60"/>
            <p:cNvSpPr/>
            <p:nvPr/>
          </p:nvSpPr>
          <p:spPr>
            <a:xfrm>
              <a:off x="5494400" y="1647400"/>
              <a:ext cx="62225" cy="53450"/>
            </a:xfrm>
            <a:custGeom>
              <a:avLst/>
              <a:gdLst/>
              <a:ahLst/>
              <a:cxnLst/>
              <a:rect l="l" t="t" r="r" b="b"/>
              <a:pathLst>
                <a:path w="2489" h="2138" extrusionOk="0">
                  <a:moveTo>
                    <a:pt x="1066" y="1"/>
                  </a:moveTo>
                  <a:cubicBezTo>
                    <a:pt x="480" y="1"/>
                    <a:pt x="1" y="481"/>
                    <a:pt x="1" y="1066"/>
                  </a:cubicBezTo>
                  <a:cubicBezTo>
                    <a:pt x="1" y="1710"/>
                    <a:pt x="526" y="2138"/>
                    <a:pt x="1075" y="2138"/>
                  </a:cubicBezTo>
                  <a:cubicBezTo>
                    <a:pt x="1337" y="2138"/>
                    <a:pt x="1604" y="2040"/>
                    <a:pt x="1822" y="1822"/>
                  </a:cubicBezTo>
                  <a:cubicBezTo>
                    <a:pt x="2488"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69" name="Google Shape;2969;p60"/>
            <p:cNvSpPr/>
            <p:nvPr/>
          </p:nvSpPr>
          <p:spPr>
            <a:xfrm>
              <a:off x="549440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70" name="Google Shape;2970;p60"/>
            <p:cNvSpPr/>
            <p:nvPr/>
          </p:nvSpPr>
          <p:spPr>
            <a:xfrm>
              <a:off x="5494400"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71" name="Google Shape;2971;p60"/>
            <p:cNvSpPr/>
            <p:nvPr/>
          </p:nvSpPr>
          <p:spPr>
            <a:xfrm>
              <a:off x="5494400" y="1876050"/>
              <a:ext cx="62225" cy="53300"/>
            </a:xfrm>
            <a:custGeom>
              <a:avLst/>
              <a:gdLst/>
              <a:ahLst/>
              <a:cxnLst/>
              <a:rect l="l" t="t" r="r" b="b"/>
              <a:pathLst>
                <a:path w="2489" h="2132" extrusionOk="0">
                  <a:moveTo>
                    <a:pt x="1066" y="1"/>
                  </a:moveTo>
                  <a:cubicBezTo>
                    <a:pt x="480" y="1"/>
                    <a:pt x="1" y="472"/>
                    <a:pt x="1" y="1066"/>
                  </a:cubicBezTo>
                  <a:cubicBezTo>
                    <a:pt x="1" y="1705"/>
                    <a:pt x="525"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72" name="Google Shape;2972;p60"/>
            <p:cNvSpPr/>
            <p:nvPr/>
          </p:nvSpPr>
          <p:spPr>
            <a:xfrm>
              <a:off x="5494400" y="1952050"/>
              <a:ext cx="62225" cy="53450"/>
            </a:xfrm>
            <a:custGeom>
              <a:avLst/>
              <a:gdLst/>
              <a:ahLst/>
              <a:cxnLst/>
              <a:rect l="l" t="t" r="r" b="b"/>
              <a:pathLst>
                <a:path w="2489" h="2138" extrusionOk="0">
                  <a:moveTo>
                    <a:pt x="1066" y="1"/>
                  </a:moveTo>
                  <a:cubicBezTo>
                    <a:pt x="480" y="9"/>
                    <a:pt x="1" y="481"/>
                    <a:pt x="1" y="1074"/>
                  </a:cubicBezTo>
                  <a:cubicBezTo>
                    <a:pt x="1" y="1712"/>
                    <a:pt x="525"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73" name="Google Shape;2973;p60"/>
            <p:cNvSpPr/>
            <p:nvPr/>
          </p:nvSpPr>
          <p:spPr>
            <a:xfrm>
              <a:off x="5494400"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74" name="Google Shape;2974;p60"/>
            <p:cNvSpPr/>
            <p:nvPr/>
          </p:nvSpPr>
          <p:spPr>
            <a:xfrm>
              <a:off x="5494400"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75" name="Google Shape;2975;p60"/>
            <p:cNvSpPr/>
            <p:nvPr/>
          </p:nvSpPr>
          <p:spPr>
            <a:xfrm>
              <a:off x="5494400"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76" name="Google Shape;2976;p60"/>
            <p:cNvSpPr/>
            <p:nvPr/>
          </p:nvSpPr>
          <p:spPr>
            <a:xfrm>
              <a:off x="5494400" y="2256925"/>
              <a:ext cx="62375" cy="53425"/>
            </a:xfrm>
            <a:custGeom>
              <a:avLst/>
              <a:gdLst/>
              <a:ahLst/>
              <a:cxnLst/>
              <a:rect l="l" t="t" r="r" b="b"/>
              <a:pathLst>
                <a:path w="2495" h="2137" extrusionOk="0">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77" name="Google Shape;2977;p60"/>
            <p:cNvSpPr/>
            <p:nvPr/>
          </p:nvSpPr>
          <p:spPr>
            <a:xfrm>
              <a:off x="5494400" y="2333125"/>
              <a:ext cx="62225" cy="53450"/>
            </a:xfrm>
            <a:custGeom>
              <a:avLst/>
              <a:gdLst/>
              <a:ahLst/>
              <a:cxnLst/>
              <a:rect l="l" t="t" r="r" b="b"/>
              <a:pathLst>
                <a:path w="2489" h="2138" extrusionOk="0">
                  <a:moveTo>
                    <a:pt x="1066" y="1"/>
                  </a:moveTo>
                  <a:cubicBezTo>
                    <a:pt x="480" y="1"/>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78" name="Google Shape;2978;p60"/>
            <p:cNvSpPr/>
            <p:nvPr/>
          </p:nvSpPr>
          <p:spPr>
            <a:xfrm>
              <a:off x="5494400" y="2485550"/>
              <a:ext cx="62225" cy="53300"/>
            </a:xfrm>
            <a:custGeom>
              <a:avLst/>
              <a:gdLst/>
              <a:ahLst/>
              <a:cxnLst/>
              <a:rect l="l" t="t" r="r" b="b"/>
              <a:pathLst>
                <a:path w="2489" h="2132" extrusionOk="0">
                  <a:moveTo>
                    <a:pt x="1066" y="1"/>
                  </a:moveTo>
                  <a:cubicBezTo>
                    <a:pt x="480" y="1"/>
                    <a:pt x="1" y="472"/>
                    <a:pt x="1" y="1066"/>
                  </a:cubicBezTo>
                  <a:cubicBezTo>
                    <a:pt x="1" y="1708"/>
                    <a:pt x="523" y="2131"/>
                    <a:pt x="1070" y="2131"/>
                  </a:cubicBezTo>
                  <a:cubicBezTo>
                    <a:pt x="1333" y="2131"/>
                    <a:pt x="1603" y="2033"/>
                    <a:pt x="1822" y="1814"/>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79" name="Google Shape;2979;p60"/>
            <p:cNvSpPr/>
            <p:nvPr/>
          </p:nvSpPr>
          <p:spPr>
            <a:xfrm>
              <a:off x="5494400" y="2561575"/>
              <a:ext cx="62225" cy="53425"/>
            </a:xfrm>
            <a:custGeom>
              <a:avLst/>
              <a:gdLst/>
              <a:ahLst/>
              <a:cxnLst/>
              <a:rect l="l" t="t" r="r" b="b"/>
              <a:pathLst>
                <a:path w="2489" h="2137" extrusionOk="0">
                  <a:moveTo>
                    <a:pt x="1066" y="0"/>
                  </a:moveTo>
                  <a:cubicBezTo>
                    <a:pt x="480" y="0"/>
                    <a:pt x="1" y="480"/>
                    <a:pt x="1" y="1073"/>
                  </a:cubicBezTo>
                  <a:cubicBezTo>
                    <a:pt x="1" y="1711"/>
                    <a:pt x="522" y="2137"/>
                    <a:pt x="1067" y="2137"/>
                  </a:cubicBezTo>
                  <a:cubicBezTo>
                    <a:pt x="1329" y="2137"/>
                    <a:pt x="1595" y="2039"/>
                    <a:pt x="1814" y="1821"/>
                  </a:cubicBezTo>
                  <a:cubicBezTo>
                    <a:pt x="2488" y="1154"/>
                    <a:pt x="2017" y="8"/>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80" name="Google Shape;2980;p60"/>
            <p:cNvSpPr/>
            <p:nvPr/>
          </p:nvSpPr>
          <p:spPr>
            <a:xfrm>
              <a:off x="5494400" y="2637775"/>
              <a:ext cx="62225" cy="53450"/>
            </a:xfrm>
            <a:custGeom>
              <a:avLst/>
              <a:gdLst/>
              <a:ahLst/>
              <a:cxnLst/>
              <a:rect l="l" t="t" r="r" b="b"/>
              <a:pathLst>
                <a:path w="2489" h="2138" extrusionOk="0">
                  <a:moveTo>
                    <a:pt x="1066" y="1"/>
                  </a:moveTo>
                  <a:cubicBezTo>
                    <a:pt x="480" y="1"/>
                    <a:pt x="1" y="480"/>
                    <a:pt x="1" y="1074"/>
                  </a:cubicBezTo>
                  <a:cubicBezTo>
                    <a:pt x="1" y="1712"/>
                    <a:pt x="525" y="2137"/>
                    <a:pt x="1074" y="2137"/>
                  </a:cubicBezTo>
                  <a:cubicBezTo>
                    <a:pt x="1336" y="2137"/>
                    <a:pt x="1604" y="2040"/>
                    <a:pt x="1822" y="1822"/>
                  </a:cubicBezTo>
                  <a:cubicBezTo>
                    <a:pt x="2488"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81" name="Google Shape;2981;p60"/>
            <p:cNvSpPr/>
            <p:nvPr/>
          </p:nvSpPr>
          <p:spPr>
            <a:xfrm>
              <a:off x="5494400"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82" name="Google Shape;2982;p60"/>
            <p:cNvSpPr/>
            <p:nvPr/>
          </p:nvSpPr>
          <p:spPr>
            <a:xfrm>
              <a:off x="5494400"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83" name="Google Shape;2983;p60"/>
            <p:cNvSpPr/>
            <p:nvPr/>
          </p:nvSpPr>
          <p:spPr>
            <a:xfrm>
              <a:off x="5570625" y="1266550"/>
              <a:ext cx="62200" cy="53450"/>
            </a:xfrm>
            <a:custGeom>
              <a:avLst/>
              <a:gdLst/>
              <a:ahLst/>
              <a:cxnLst/>
              <a:rect l="l" t="t" r="r" b="b"/>
              <a:pathLst>
                <a:path w="2488" h="2138" extrusionOk="0">
                  <a:moveTo>
                    <a:pt x="1065" y="0"/>
                  </a:moveTo>
                  <a:cubicBezTo>
                    <a:pt x="472" y="9"/>
                    <a:pt x="0" y="480"/>
                    <a:pt x="0" y="1074"/>
                  </a:cubicBezTo>
                  <a:cubicBezTo>
                    <a:pt x="0" y="1711"/>
                    <a:pt x="525" y="2137"/>
                    <a:pt x="1071" y="2137"/>
                  </a:cubicBezTo>
                  <a:cubicBezTo>
                    <a:pt x="1332" y="2137"/>
                    <a:pt x="1598" y="2040"/>
                    <a:pt x="1813" y="1821"/>
                  </a:cubicBezTo>
                  <a:cubicBezTo>
                    <a:pt x="2488" y="1155"/>
                    <a:pt x="2016" y="9"/>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84" name="Google Shape;2984;p60"/>
            <p:cNvSpPr/>
            <p:nvPr/>
          </p:nvSpPr>
          <p:spPr>
            <a:xfrm>
              <a:off x="5570625" y="1342750"/>
              <a:ext cx="62200" cy="53450"/>
            </a:xfrm>
            <a:custGeom>
              <a:avLst/>
              <a:gdLst/>
              <a:ahLst/>
              <a:cxnLst/>
              <a:rect l="l" t="t" r="r" b="b"/>
              <a:pathLst>
                <a:path w="2488" h="2138" extrusionOk="0">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85" name="Google Shape;2985;p60"/>
            <p:cNvSpPr/>
            <p:nvPr/>
          </p:nvSpPr>
          <p:spPr>
            <a:xfrm>
              <a:off x="5570625" y="1418975"/>
              <a:ext cx="62200" cy="53350"/>
            </a:xfrm>
            <a:custGeom>
              <a:avLst/>
              <a:gdLst/>
              <a:ahLst/>
              <a:cxnLst/>
              <a:rect l="l" t="t" r="r" b="b"/>
              <a:pathLst>
                <a:path w="2488"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86" name="Google Shape;2986;p60"/>
            <p:cNvSpPr/>
            <p:nvPr/>
          </p:nvSpPr>
          <p:spPr>
            <a:xfrm>
              <a:off x="5570625" y="1495200"/>
              <a:ext cx="62200" cy="53325"/>
            </a:xfrm>
            <a:custGeom>
              <a:avLst/>
              <a:gdLst/>
              <a:ahLst/>
              <a:cxnLst/>
              <a:rect l="l" t="t" r="r" b="b"/>
              <a:pathLst>
                <a:path w="2488" h="2133" extrusionOk="0">
                  <a:moveTo>
                    <a:pt x="1065" y="0"/>
                  </a:moveTo>
                  <a:cubicBezTo>
                    <a:pt x="472" y="0"/>
                    <a:pt x="0" y="472"/>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87" name="Google Shape;2987;p60"/>
            <p:cNvSpPr/>
            <p:nvPr/>
          </p:nvSpPr>
          <p:spPr>
            <a:xfrm>
              <a:off x="5570625" y="1571400"/>
              <a:ext cx="62200" cy="53250"/>
            </a:xfrm>
            <a:custGeom>
              <a:avLst/>
              <a:gdLst/>
              <a:ahLst/>
              <a:cxnLst/>
              <a:rect l="l" t="t" r="r" b="b"/>
              <a:pathLst>
                <a:path w="2488" h="2130" extrusionOk="0">
                  <a:moveTo>
                    <a:pt x="1065" y="1"/>
                  </a:moveTo>
                  <a:cubicBezTo>
                    <a:pt x="472" y="1"/>
                    <a:pt x="0" y="472"/>
                    <a:pt x="0" y="1066"/>
                  </a:cubicBezTo>
                  <a:cubicBezTo>
                    <a:pt x="0" y="1703"/>
                    <a:pt x="525" y="2129"/>
                    <a:pt x="1071" y="2129"/>
                  </a:cubicBezTo>
                  <a:cubicBezTo>
                    <a:pt x="1332" y="2129"/>
                    <a:pt x="1598" y="2032"/>
                    <a:pt x="1813"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88" name="Google Shape;2988;p60"/>
            <p:cNvSpPr/>
            <p:nvPr/>
          </p:nvSpPr>
          <p:spPr>
            <a:xfrm>
              <a:off x="5570625" y="1647400"/>
              <a:ext cx="62200" cy="53450"/>
            </a:xfrm>
            <a:custGeom>
              <a:avLst/>
              <a:gdLst/>
              <a:ahLst/>
              <a:cxnLst/>
              <a:rect l="l" t="t" r="r" b="b"/>
              <a:pathLst>
                <a:path w="2488" h="2138" extrusionOk="0">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89" name="Google Shape;2989;p60"/>
            <p:cNvSpPr/>
            <p:nvPr/>
          </p:nvSpPr>
          <p:spPr>
            <a:xfrm>
              <a:off x="5570625" y="1723625"/>
              <a:ext cx="62200" cy="53350"/>
            </a:xfrm>
            <a:custGeom>
              <a:avLst/>
              <a:gdLst/>
              <a:ahLst/>
              <a:cxnLst/>
              <a:rect l="l" t="t" r="r" b="b"/>
              <a:pathLst>
                <a:path w="2488"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90" name="Google Shape;2990;p60"/>
            <p:cNvSpPr/>
            <p:nvPr/>
          </p:nvSpPr>
          <p:spPr>
            <a:xfrm>
              <a:off x="5570625" y="179985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91" name="Google Shape;2991;p60"/>
            <p:cNvSpPr/>
            <p:nvPr/>
          </p:nvSpPr>
          <p:spPr>
            <a:xfrm>
              <a:off x="5570625" y="1876050"/>
              <a:ext cx="62200" cy="53350"/>
            </a:xfrm>
            <a:custGeom>
              <a:avLst/>
              <a:gdLst/>
              <a:ahLst/>
              <a:cxnLst/>
              <a:rect l="l" t="t" r="r" b="b"/>
              <a:pathLst>
                <a:path w="2488" h="2134" extrusionOk="0">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92" name="Google Shape;2992;p60"/>
            <p:cNvSpPr/>
            <p:nvPr/>
          </p:nvSpPr>
          <p:spPr>
            <a:xfrm>
              <a:off x="5570625" y="1952050"/>
              <a:ext cx="62200" cy="53450"/>
            </a:xfrm>
            <a:custGeom>
              <a:avLst/>
              <a:gdLst/>
              <a:ahLst/>
              <a:cxnLst/>
              <a:rect l="l" t="t" r="r" b="b"/>
              <a:pathLst>
                <a:path w="2488" h="2138" extrusionOk="0">
                  <a:moveTo>
                    <a:pt x="1065" y="1"/>
                  </a:moveTo>
                  <a:cubicBezTo>
                    <a:pt x="472" y="9"/>
                    <a:pt x="0" y="481"/>
                    <a:pt x="0" y="1074"/>
                  </a:cubicBezTo>
                  <a:cubicBezTo>
                    <a:pt x="0" y="1712"/>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93" name="Google Shape;2993;p60"/>
            <p:cNvSpPr/>
            <p:nvPr/>
          </p:nvSpPr>
          <p:spPr>
            <a:xfrm>
              <a:off x="5570625" y="2028275"/>
              <a:ext cx="62200" cy="53450"/>
            </a:xfrm>
            <a:custGeom>
              <a:avLst/>
              <a:gdLst/>
              <a:ahLst/>
              <a:cxnLst/>
              <a:rect l="l" t="t" r="r" b="b"/>
              <a:pathLst>
                <a:path w="2488" h="2138" extrusionOk="0">
                  <a:moveTo>
                    <a:pt x="1065" y="1"/>
                  </a:moveTo>
                  <a:cubicBezTo>
                    <a:pt x="472" y="1"/>
                    <a:pt x="0" y="480"/>
                    <a:pt x="0" y="1065"/>
                  </a:cubicBezTo>
                  <a:cubicBezTo>
                    <a:pt x="0" y="1709"/>
                    <a:pt x="526" y="2137"/>
                    <a:pt x="1072" y="2137"/>
                  </a:cubicBezTo>
                  <a:cubicBezTo>
                    <a:pt x="1332" y="2137"/>
                    <a:pt x="1598" y="2040"/>
                    <a:pt x="1813" y="1821"/>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94" name="Google Shape;2994;p60"/>
            <p:cNvSpPr/>
            <p:nvPr/>
          </p:nvSpPr>
          <p:spPr>
            <a:xfrm>
              <a:off x="5570625" y="210450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95" name="Google Shape;2995;p60"/>
            <p:cNvSpPr/>
            <p:nvPr/>
          </p:nvSpPr>
          <p:spPr>
            <a:xfrm>
              <a:off x="5570625" y="2180700"/>
              <a:ext cx="62200" cy="53350"/>
            </a:xfrm>
            <a:custGeom>
              <a:avLst/>
              <a:gdLst/>
              <a:ahLst/>
              <a:cxnLst/>
              <a:rect l="l" t="t" r="r" b="b"/>
              <a:pathLst>
                <a:path w="2488" h="2134" extrusionOk="0">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96" name="Google Shape;2996;p60"/>
            <p:cNvSpPr/>
            <p:nvPr/>
          </p:nvSpPr>
          <p:spPr>
            <a:xfrm>
              <a:off x="5570625" y="2256925"/>
              <a:ext cx="62425" cy="53425"/>
            </a:xfrm>
            <a:custGeom>
              <a:avLst/>
              <a:gdLst/>
              <a:ahLst/>
              <a:cxnLst/>
              <a:rect l="l" t="t" r="r" b="b"/>
              <a:pathLst>
                <a:path w="2497" h="2137" extrusionOk="0">
                  <a:moveTo>
                    <a:pt x="1065" y="0"/>
                  </a:moveTo>
                  <a:cubicBezTo>
                    <a:pt x="472" y="0"/>
                    <a:pt x="0" y="480"/>
                    <a:pt x="0" y="1065"/>
                  </a:cubicBezTo>
                  <a:cubicBezTo>
                    <a:pt x="0" y="1709"/>
                    <a:pt x="526"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97" name="Google Shape;2997;p60"/>
            <p:cNvSpPr/>
            <p:nvPr/>
          </p:nvSpPr>
          <p:spPr>
            <a:xfrm>
              <a:off x="5570625" y="2333125"/>
              <a:ext cx="62200" cy="53450"/>
            </a:xfrm>
            <a:custGeom>
              <a:avLst/>
              <a:gdLst/>
              <a:ahLst/>
              <a:cxnLst/>
              <a:rect l="l" t="t" r="r" b="b"/>
              <a:pathLst>
                <a:path w="2488" h="2138" extrusionOk="0">
                  <a:moveTo>
                    <a:pt x="1065" y="1"/>
                  </a:moveTo>
                  <a:cubicBezTo>
                    <a:pt x="472" y="1"/>
                    <a:pt x="0" y="480"/>
                    <a:pt x="0" y="1066"/>
                  </a:cubicBezTo>
                  <a:cubicBezTo>
                    <a:pt x="0" y="1709"/>
                    <a:pt x="526" y="2137"/>
                    <a:pt x="1072" y="2137"/>
                  </a:cubicBezTo>
                  <a:cubicBezTo>
                    <a:pt x="1332" y="2137"/>
                    <a:pt x="1598" y="2040"/>
                    <a:pt x="1813"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98" name="Google Shape;2998;p60"/>
            <p:cNvSpPr/>
            <p:nvPr/>
          </p:nvSpPr>
          <p:spPr>
            <a:xfrm>
              <a:off x="5570625" y="2485550"/>
              <a:ext cx="62200" cy="53300"/>
            </a:xfrm>
            <a:custGeom>
              <a:avLst/>
              <a:gdLst/>
              <a:ahLst/>
              <a:cxnLst/>
              <a:rect l="l" t="t" r="r" b="b"/>
              <a:pathLst>
                <a:path w="2488" h="2132" extrusionOk="0">
                  <a:moveTo>
                    <a:pt x="1065" y="1"/>
                  </a:moveTo>
                  <a:cubicBezTo>
                    <a:pt x="480" y="1"/>
                    <a:pt x="0" y="480"/>
                    <a:pt x="0" y="1066"/>
                  </a:cubicBezTo>
                  <a:cubicBezTo>
                    <a:pt x="0" y="1708"/>
                    <a:pt x="523" y="2131"/>
                    <a:pt x="1070"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2999" name="Google Shape;2999;p60"/>
            <p:cNvSpPr/>
            <p:nvPr/>
          </p:nvSpPr>
          <p:spPr>
            <a:xfrm>
              <a:off x="5570625" y="2561575"/>
              <a:ext cx="62200" cy="53425"/>
            </a:xfrm>
            <a:custGeom>
              <a:avLst/>
              <a:gdLst/>
              <a:ahLst/>
              <a:cxnLst/>
              <a:rect l="l" t="t" r="r" b="b"/>
              <a:pathLst>
                <a:path w="2488"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16" y="8"/>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00" name="Google Shape;3000;p60"/>
            <p:cNvSpPr/>
            <p:nvPr/>
          </p:nvSpPr>
          <p:spPr>
            <a:xfrm>
              <a:off x="5570625" y="26377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01" name="Google Shape;3001;p60"/>
            <p:cNvSpPr/>
            <p:nvPr/>
          </p:nvSpPr>
          <p:spPr>
            <a:xfrm>
              <a:off x="5570625" y="2866425"/>
              <a:ext cx="62200" cy="53275"/>
            </a:xfrm>
            <a:custGeom>
              <a:avLst/>
              <a:gdLst/>
              <a:ahLst/>
              <a:cxnLst/>
              <a:rect l="l" t="t" r="r" b="b"/>
              <a:pathLst>
                <a:path w="2488"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02" name="Google Shape;3002;p60"/>
            <p:cNvSpPr/>
            <p:nvPr/>
          </p:nvSpPr>
          <p:spPr>
            <a:xfrm>
              <a:off x="5570625" y="2790200"/>
              <a:ext cx="62200" cy="53350"/>
            </a:xfrm>
            <a:custGeom>
              <a:avLst/>
              <a:gdLst/>
              <a:ahLst/>
              <a:cxnLst/>
              <a:rect l="l" t="t" r="r" b="b"/>
              <a:pathLst>
                <a:path w="2488" h="2134" extrusionOk="0">
                  <a:moveTo>
                    <a:pt x="1065" y="1"/>
                  </a:moveTo>
                  <a:cubicBezTo>
                    <a:pt x="472" y="1"/>
                    <a:pt x="0" y="472"/>
                    <a:pt x="0" y="1066"/>
                  </a:cubicBezTo>
                  <a:cubicBezTo>
                    <a:pt x="0" y="1709"/>
                    <a:pt x="526" y="2134"/>
                    <a:pt x="1072" y="2134"/>
                  </a:cubicBezTo>
                  <a:cubicBezTo>
                    <a:pt x="1333" y="2134"/>
                    <a:pt x="1598" y="2037"/>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03" name="Google Shape;3003;p60"/>
            <p:cNvSpPr/>
            <p:nvPr/>
          </p:nvSpPr>
          <p:spPr>
            <a:xfrm>
              <a:off x="5570625" y="2714000"/>
              <a:ext cx="62200" cy="53350"/>
            </a:xfrm>
            <a:custGeom>
              <a:avLst/>
              <a:gdLst/>
              <a:ahLst/>
              <a:cxnLst/>
              <a:rect l="l" t="t" r="r" b="b"/>
              <a:pathLst>
                <a:path w="2488"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04" name="Google Shape;3004;p60"/>
            <p:cNvSpPr/>
            <p:nvPr/>
          </p:nvSpPr>
          <p:spPr>
            <a:xfrm>
              <a:off x="564682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05" name="Google Shape;3005;p60"/>
            <p:cNvSpPr/>
            <p:nvPr/>
          </p:nvSpPr>
          <p:spPr>
            <a:xfrm>
              <a:off x="564682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06" name="Google Shape;3006;p60"/>
            <p:cNvSpPr/>
            <p:nvPr/>
          </p:nvSpPr>
          <p:spPr>
            <a:xfrm>
              <a:off x="564682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07" name="Google Shape;3007;p60"/>
            <p:cNvSpPr/>
            <p:nvPr/>
          </p:nvSpPr>
          <p:spPr>
            <a:xfrm>
              <a:off x="5646825"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08" name="Google Shape;3008;p60"/>
            <p:cNvSpPr/>
            <p:nvPr/>
          </p:nvSpPr>
          <p:spPr>
            <a:xfrm>
              <a:off x="5646825"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09" name="Google Shape;3009;p60"/>
            <p:cNvSpPr/>
            <p:nvPr/>
          </p:nvSpPr>
          <p:spPr>
            <a:xfrm>
              <a:off x="5646825"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10" name="Google Shape;3010;p60"/>
            <p:cNvSpPr/>
            <p:nvPr/>
          </p:nvSpPr>
          <p:spPr>
            <a:xfrm>
              <a:off x="5646825" y="1876050"/>
              <a:ext cx="62225" cy="53350"/>
            </a:xfrm>
            <a:custGeom>
              <a:avLst/>
              <a:gdLst/>
              <a:ahLst/>
              <a:cxnLst/>
              <a:rect l="l" t="t" r="r" b="b"/>
              <a:pathLst>
                <a:path w="2489" h="2134" extrusionOk="0">
                  <a:moveTo>
                    <a:pt x="1066" y="1"/>
                  </a:moveTo>
                  <a:cubicBezTo>
                    <a:pt x="472"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11" name="Google Shape;3011;p60"/>
            <p:cNvSpPr/>
            <p:nvPr/>
          </p:nvSpPr>
          <p:spPr>
            <a:xfrm>
              <a:off x="5646825"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12" name="Google Shape;3012;p60"/>
            <p:cNvSpPr/>
            <p:nvPr/>
          </p:nvSpPr>
          <p:spPr>
            <a:xfrm>
              <a:off x="5646825"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13" name="Google Shape;3013;p60"/>
            <p:cNvSpPr/>
            <p:nvPr/>
          </p:nvSpPr>
          <p:spPr>
            <a:xfrm>
              <a:off x="5646825"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14" name="Google Shape;3014;p60"/>
            <p:cNvSpPr/>
            <p:nvPr/>
          </p:nvSpPr>
          <p:spPr>
            <a:xfrm>
              <a:off x="5646825"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15" name="Google Shape;3015;p60"/>
            <p:cNvSpPr/>
            <p:nvPr/>
          </p:nvSpPr>
          <p:spPr>
            <a:xfrm>
              <a:off x="5646825" y="2256925"/>
              <a:ext cx="62375" cy="53425"/>
            </a:xfrm>
            <a:custGeom>
              <a:avLst/>
              <a:gdLst/>
              <a:ahLst/>
              <a:cxnLst/>
              <a:rect l="l" t="t" r="r" b="b"/>
              <a:pathLst>
                <a:path w="2495" h="2137" extrusionOk="0">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16" name="Google Shape;3016;p60"/>
            <p:cNvSpPr/>
            <p:nvPr/>
          </p:nvSpPr>
          <p:spPr>
            <a:xfrm>
              <a:off x="5646825"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17" name="Google Shape;3017;p60"/>
            <p:cNvSpPr/>
            <p:nvPr/>
          </p:nvSpPr>
          <p:spPr>
            <a:xfrm>
              <a:off x="5646825" y="2485550"/>
              <a:ext cx="62225" cy="53300"/>
            </a:xfrm>
            <a:custGeom>
              <a:avLst/>
              <a:gdLst/>
              <a:ahLst/>
              <a:cxnLst/>
              <a:rect l="l" t="t" r="r" b="b"/>
              <a:pathLst>
                <a:path w="2489" h="2132" extrusionOk="0">
                  <a:moveTo>
                    <a:pt x="1066" y="1"/>
                  </a:moveTo>
                  <a:cubicBezTo>
                    <a:pt x="472" y="1"/>
                    <a:pt x="1" y="472"/>
                    <a:pt x="1" y="1066"/>
                  </a:cubicBezTo>
                  <a:cubicBezTo>
                    <a:pt x="1" y="1708"/>
                    <a:pt x="523" y="2131"/>
                    <a:pt x="1068" y="2131"/>
                  </a:cubicBezTo>
                  <a:cubicBezTo>
                    <a:pt x="1330" y="2131"/>
                    <a:pt x="1597" y="2033"/>
                    <a:pt x="1814" y="1814"/>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18" name="Google Shape;3018;p60"/>
            <p:cNvSpPr/>
            <p:nvPr/>
          </p:nvSpPr>
          <p:spPr>
            <a:xfrm>
              <a:off x="5646825"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19" name="Google Shape;3019;p60"/>
            <p:cNvSpPr/>
            <p:nvPr/>
          </p:nvSpPr>
          <p:spPr>
            <a:xfrm>
              <a:off x="5646825" y="271400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20" name="Google Shape;3020;p60"/>
            <p:cNvSpPr/>
            <p:nvPr/>
          </p:nvSpPr>
          <p:spPr>
            <a:xfrm>
              <a:off x="5646825" y="2637775"/>
              <a:ext cx="62225" cy="53450"/>
            </a:xfrm>
            <a:custGeom>
              <a:avLst/>
              <a:gdLst/>
              <a:ahLst/>
              <a:cxnLst/>
              <a:rect l="l" t="t" r="r" b="b"/>
              <a:pathLst>
                <a:path w="2489" h="2138" extrusionOk="0">
                  <a:moveTo>
                    <a:pt x="1066" y="1"/>
                  </a:moveTo>
                  <a:cubicBezTo>
                    <a:pt x="472" y="1"/>
                    <a:pt x="1" y="480"/>
                    <a:pt x="1" y="1074"/>
                  </a:cubicBezTo>
                  <a:cubicBezTo>
                    <a:pt x="1" y="1712"/>
                    <a:pt x="525" y="2137"/>
                    <a:pt x="1071" y="2137"/>
                  </a:cubicBezTo>
                  <a:cubicBezTo>
                    <a:pt x="1332" y="2137"/>
                    <a:pt x="1598" y="2040"/>
                    <a:pt x="1814" y="1822"/>
                  </a:cubicBezTo>
                  <a:cubicBezTo>
                    <a:pt x="2489"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21" name="Google Shape;3021;p60"/>
            <p:cNvSpPr/>
            <p:nvPr/>
          </p:nvSpPr>
          <p:spPr>
            <a:xfrm>
              <a:off x="5723050" y="141897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22" name="Google Shape;3022;p60"/>
            <p:cNvSpPr/>
            <p:nvPr/>
          </p:nvSpPr>
          <p:spPr>
            <a:xfrm>
              <a:off x="5723050" y="14952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23" name="Google Shape;3023;p60"/>
            <p:cNvSpPr/>
            <p:nvPr/>
          </p:nvSpPr>
          <p:spPr>
            <a:xfrm>
              <a:off x="5723050" y="1571400"/>
              <a:ext cx="62150" cy="53250"/>
            </a:xfrm>
            <a:custGeom>
              <a:avLst/>
              <a:gdLst/>
              <a:ahLst/>
              <a:cxnLst/>
              <a:rect l="l" t="t" r="r" b="b"/>
              <a:pathLst>
                <a:path w="2486" h="2130" extrusionOk="0">
                  <a:moveTo>
                    <a:pt x="1075" y="1"/>
                  </a:moveTo>
                  <a:cubicBezTo>
                    <a:pt x="1072" y="1"/>
                    <a:pt x="1069" y="1"/>
                    <a:pt x="1065" y="1"/>
                  </a:cubicBezTo>
                  <a:cubicBezTo>
                    <a:pt x="472" y="1"/>
                    <a:pt x="0" y="472"/>
                    <a:pt x="0" y="1066"/>
                  </a:cubicBezTo>
                  <a:cubicBezTo>
                    <a:pt x="0" y="1703"/>
                    <a:pt x="525" y="2129"/>
                    <a:pt x="1071" y="2129"/>
                  </a:cubicBezTo>
                  <a:cubicBezTo>
                    <a:pt x="1332" y="2129"/>
                    <a:pt x="1598" y="2032"/>
                    <a:pt x="1813" y="1813"/>
                  </a:cubicBezTo>
                  <a:cubicBezTo>
                    <a:pt x="2486" y="1149"/>
                    <a:pt x="2012" y="1"/>
                    <a:pt x="107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24" name="Google Shape;3024;p60"/>
            <p:cNvSpPr/>
            <p:nvPr/>
          </p:nvSpPr>
          <p:spPr>
            <a:xfrm>
              <a:off x="5723050" y="1647400"/>
              <a:ext cx="62225" cy="53450"/>
            </a:xfrm>
            <a:custGeom>
              <a:avLst/>
              <a:gdLst/>
              <a:ahLst/>
              <a:cxnLst/>
              <a:rect l="l" t="t" r="r" b="b"/>
              <a:pathLst>
                <a:path w="2489" h="2138" extrusionOk="0">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25" name="Google Shape;3025;p60"/>
            <p:cNvSpPr/>
            <p:nvPr/>
          </p:nvSpPr>
          <p:spPr>
            <a:xfrm>
              <a:off x="5723050" y="172362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26" name="Google Shape;3026;p60"/>
            <p:cNvSpPr/>
            <p:nvPr/>
          </p:nvSpPr>
          <p:spPr>
            <a:xfrm>
              <a:off x="5723050" y="179985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27" name="Google Shape;3027;p60"/>
            <p:cNvSpPr/>
            <p:nvPr/>
          </p:nvSpPr>
          <p:spPr>
            <a:xfrm>
              <a:off x="5723050" y="1876050"/>
              <a:ext cx="62225" cy="53275"/>
            </a:xfrm>
            <a:custGeom>
              <a:avLst/>
              <a:gdLst/>
              <a:ahLst/>
              <a:cxnLst/>
              <a:rect l="l" t="t" r="r" b="b"/>
              <a:pathLst>
                <a:path w="2489" h="2131" extrusionOk="0">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28" name="Google Shape;3028;p60"/>
            <p:cNvSpPr/>
            <p:nvPr/>
          </p:nvSpPr>
          <p:spPr>
            <a:xfrm>
              <a:off x="5723050" y="1952050"/>
              <a:ext cx="62225" cy="53450"/>
            </a:xfrm>
            <a:custGeom>
              <a:avLst/>
              <a:gdLst/>
              <a:ahLst/>
              <a:cxnLst/>
              <a:rect l="l" t="t" r="r" b="b"/>
              <a:pathLst>
                <a:path w="2489" h="2138" extrusionOk="0">
                  <a:moveTo>
                    <a:pt x="1065" y="1"/>
                  </a:moveTo>
                  <a:cubicBezTo>
                    <a:pt x="472" y="9"/>
                    <a:pt x="0" y="481"/>
                    <a:pt x="0" y="1074"/>
                  </a:cubicBezTo>
                  <a:cubicBezTo>
                    <a:pt x="0" y="1712"/>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29" name="Google Shape;3029;p60"/>
            <p:cNvSpPr/>
            <p:nvPr/>
          </p:nvSpPr>
          <p:spPr>
            <a:xfrm>
              <a:off x="5723050" y="2028275"/>
              <a:ext cx="62225" cy="53450"/>
            </a:xfrm>
            <a:custGeom>
              <a:avLst/>
              <a:gdLst/>
              <a:ahLst/>
              <a:cxnLst/>
              <a:rect l="l" t="t" r="r" b="b"/>
              <a:pathLst>
                <a:path w="2489" h="2138" extrusionOk="0">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30" name="Google Shape;3030;p60"/>
            <p:cNvSpPr/>
            <p:nvPr/>
          </p:nvSpPr>
          <p:spPr>
            <a:xfrm>
              <a:off x="5723050" y="21045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31" name="Google Shape;3031;p60"/>
            <p:cNvSpPr/>
            <p:nvPr/>
          </p:nvSpPr>
          <p:spPr>
            <a:xfrm>
              <a:off x="5723050" y="2180700"/>
              <a:ext cx="62225" cy="53350"/>
            </a:xfrm>
            <a:custGeom>
              <a:avLst/>
              <a:gdLst/>
              <a:ahLst/>
              <a:cxnLst/>
              <a:rect l="l" t="t" r="r" b="b"/>
              <a:pathLst>
                <a:path w="2489" h="2134" extrusionOk="0">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32" name="Google Shape;3032;p60"/>
            <p:cNvSpPr/>
            <p:nvPr/>
          </p:nvSpPr>
          <p:spPr>
            <a:xfrm>
              <a:off x="5723050"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33" name="Google Shape;3033;p60"/>
            <p:cNvSpPr/>
            <p:nvPr/>
          </p:nvSpPr>
          <p:spPr>
            <a:xfrm>
              <a:off x="5723050" y="2333125"/>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34" name="Google Shape;3034;p60"/>
            <p:cNvSpPr/>
            <p:nvPr/>
          </p:nvSpPr>
          <p:spPr>
            <a:xfrm>
              <a:off x="5722850" y="2485550"/>
              <a:ext cx="62425" cy="53300"/>
            </a:xfrm>
            <a:custGeom>
              <a:avLst/>
              <a:gdLst/>
              <a:ahLst/>
              <a:cxnLst/>
              <a:rect l="l" t="t" r="r" b="b"/>
              <a:pathLst>
                <a:path w="2497" h="2132" extrusionOk="0">
                  <a:moveTo>
                    <a:pt x="1073" y="1"/>
                  </a:moveTo>
                  <a:cubicBezTo>
                    <a:pt x="480" y="1"/>
                    <a:pt x="8" y="480"/>
                    <a:pt x="0" y="1066"/>
                  </a:cubicBezTo>
                  <a:cubicBezTo>
                    <a:pt x="0" y="1708"/>
                    <a:pt x="526" y="2131"/>
                    <a:pt x="1073" y="2131"/>
                  </a:cubicBezTo>
                  <a:cubicBezTo>
                    <a:pt x="1336" y="2131"/>
                    <a:pt x="1605" y="2033"/>
                    <a:pt x="1821" y="1814"/>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35" name="Google Shape;3035;p60"/>
            <p:cNvSpPr/>
            <p:nvPr/>
          </p:nvSpPr>
          <p:spPr>
            <a:xfrm>
              <a:off x="5723050" y="2561575"/>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36" name="Google Shape;3036;p60"/>
            <p:cNvSpPr/>
            <p:nvPr/>
          </p:nvSpPr>
          <p:spPr>
            <a:xfrm>
              <a:off x="5722850" y="2637775"/>
              <a:ext cx="62425" cy="53450"/>
            </a:xfrm>
            <a:custGeom>
              <a:avLst/>
              <a:gdLst/>
              <a:ahLst/>
              <a:cxnLst/>
              <a:rect l="l" t="t" r="r" b="b"/>
              <a:pathLst>
                <a:path w="2497" h="2138" extrusionOk="0">
                  <a:moveTo>
                    <a:pt x="1073" y="1"/>
                  </a:moveTo>
                  <a:cubicBezTo>
                    <a:pt x="480" y="9"/>
                    <a:pt x="8" y="480"/>
                    <a:pt x="0" y="1074"/>
                  </a:cubicBezTo>
                  <a:cubicBezTo>
                    <a:pt x="0" y="1712"/>
                    <a:pt x="529" y="2137"/>
                    <a:pt x="1077" y="2137"/>
                  </a:cubicBezTo>
                  <a:cubicBezTo>
                    <a:pt x="1339" y="2137"/>
                    <a:pt x="1606" y="2040"/>
                    <a:pt x="1821" y="1822"/>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37" name="Google Shape;3037;p60"/>
            <p:cNvSpPr/>
            <p:nvPr/>
          </p:nvSpPr>
          <p:spPr>
            <a:xfrm>
              <a:off x="5799275" y="1418975"/>
              <a:ext cx="62200" cy="53350"/>
            </a:xfrm>
            <a:custGeom>
              <a:avLst/>
              <a:gdLst/>
              <a:ahLst/>
              <a:cxnLst/>
              <a:rect l="l" t="t" r="r" b="b"/>
              <a:pathLst>
                <a:path w="2488" h="2134" extrusionOk="0">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38" name="Google Shape;3038;p60"/>
            <p:cNvSpPr/>
            <p:nvPr/>
          </p:nvSpPr>
          <p:spPr>
            <a:xfrm>
              <a:off x="5799275" y="1495200"/>
              <a:ext cx="62150" cy="53275"/>
            </a:xfrm>
            <a:custGeom>
              <a:avLst/>
              <a:gdLst/>
              <a:ahLst/>
              <a:cxnLst/>
              <a:rect l="l" t="t" r="r" b="b"/>
              <a:pathLst>
                <a:path w="2486" h="2131" extrusionOk="0">
                  <a:moveTo>
                    <a:pt x="1067" y="0"/>
                  </a:moveTo>
                  <a:cubicBezTo>
                    <a:pt x="1064" y="0"/>
                    <a:pt x="1060" y="0"/>
                    <a:pt x="1057" y="0"/>
                  </a:cubicBezTo>
                  <a:cubicBezTo>
                    <a:pt x="472" y="0"/>
                    <a:pt x="0" y="480"/>
                    <a:pt x="0" y="1065"/>
                  </a:cubicBezTo>
                  <a:cubicBezTo>
                    <a:pt x="0" y="1707"/>
                    <a:pt x="522" y="2130"/>
                    <a:pt x="1067" y="2130"/>
                  </a:cubicBezTo>
                  <a:cubicBezTo>
                    <a:pt x="1329" y="2130"/>
                    <a:pt x="1596" y="2032"/>
                    <a:pt x="1813" y="1813"/>
                  </a:cubicBezTo>
                  <a:cubicBezTo>
                    <a:pt x="2485" y="1149"/>
                    <a:pt x="2011" y="0"/>
                    <a:pt x="1067"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39" name="Google Shape;3039;p60"/>
            <p:cNvSpPr/>
            <p:nvPr/>
          </p:nvSpPr>
          <p:spPr>
            <a:xfrm>
              <a:off x="5799275" y="1571400"/>
              <a:ext cx="62150" cy="53275"/>
            </a:xfrm>
            <a:custGeom>
              <a:avLst/>
              <a:gdLst/>
              <a:ahLst/>
              <a:cxnLst/>
              <a:rect l="l" t="t" r="r" b="b"/>
              <a:pathLst>
                <a:path w="2486" h="2131" extrusionOk="0">
                  <a:moveTo>
                    <a:pt x="1067" y="1"/>
                  </a:moveTo>
                  <a:cubicBezTo>
                    <a:pt x="1064" y="1"/>
                    <a:pt x="1060" y="1"/>
                    <a:pt x="1057" y="1"/>
                  </a:cubicBezTo>
                  <a:cubicBezTo>
                    <a:pt x="472" y="1"/>
                    <a:pt x="0" y="472"/>
                    <a:pt x="0" y="1066"/>
                  </a:cubicBezTo>
                  <a:cubicBezTo>
                    <a:pt x="0" y="1708"/>
                    <a:pt x="522" y="2131"/>
                    <a:pt x="1067" y="2131"/>
                  </a:cubicBezTo>
                  <a:cubicBezTo>
                    <a:pt x="1329" y="2131"/>
                    <a:pt x="1596" y="2033"/>
                    <a:pt x="1813" y="1813"/>
                  </a:cubicBezTo>
                  <a:cubicBezTo>
                    <a:pt x="2485" y="1141"/>
                    <a:pt x="2011" y="1"/>
                    <a:pt x="1067"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40" name="Google Shape;3040;p60"/>
            <p:cNvSpPr/>
            <p:nvPr/>
          </p:nvSpPr>
          <p:spPr>
            <a:xfrm>
              <a:off x="5799275" y="1647400"/>
              <a:ext cx="62200" cy="53450"/>
            </a:xfrm>
            <a:custGeom>
              <a:avLst/>
              <a:gdLst/>
              <a:ahLst/>
              <a:cxnLst/>
              <a:rect l="l" t="t" r="r" b="b"/>
              <a:pathLst>
                <a:path w="2488" h="2138" extrusionOk="0">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41" name="Google Shape;3041;p60"/>
            <p:cNvSpPr/>
            <p:nvPr/>
          </p:nvSpPr>
          <p:spPr>
            <a:xfrm>
              <a:off x="5799275" y="1723625"/>
              <a:ext cx="62200" cy="53350"/>
            </a:xfrm>
            <a:custGeom>
              <a:avLst/>
              <a:gdLst/>
              <a:ahLst/>
              <a:cxnLst/>
              <a:rect l="l" t="t" r="r" b="b"/>
              <a:pathLst>
                <a:path w="2488" h="2134" extrusionOk="0">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42" name="Google Shape;3042;p60"/>
            <p:cNvSpPr/>
            <p:nvPr/>
          </p:nvSpPr>
          <p:spPr>
            <a:xfrm>
              <a:off x="5799275" y="1799825"/>
              <a:ext cx="62150" cy="53300"/>
            </a:xfrm>
            <a:custGeom>
              <a:avLst/>
              <a:gdLst/>
              <a:ahLst/>
              <a:cxnLst/>
              <a:rect l="l" t="t" r="r" b="b"/>
              <a:pathLst>
                <a:path w="2486" h="2132" extrusionOk="0">
                  <a:moveTo>
                    <a:pt x="1067" y="1"/>
                  </a:moveTo>
                  <a:cubicBezTo>
                    <a:pt x="1064" y="1"/>
                    <a:pt x="1060" y="1"/>
                    <a:pt x="1057" y="1"/>
                  </a:cubicBezTo>
                  <a:cubicBezTo>
                    <a:pt x="472" y="1"/>
                    <a:pt x="0" y="481"/>
                    <a:pt x="0" y="1066"/>
                  </a:cubicBezTo>
                  <a:cubicBezTo>
                    <a:pt x="0" y="1708"/>
                    <a:pt x="522" y="2131"/>
                    <a:pt x="1069" y="2131"/>
                  </a:cubicBezTo>
                  <a:cubicBezTo>
                    <a:pt x="1333" y="2131"/>
                    <a:pt x="1602" y="2033"/>
                    <a:pt x="1821" y="1814"/>
                  </a:cubicBezTo>
                  <a:cubicBezTo>
                    <a:pt x="2485" y="1150"/>
                    <a:pt x="2011" y="1"/>
                    <a:pt x="1067"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43" name="Google Shape;3043;p60"/>
            <p:cNvSpPr/>
            <p:nvPr/>
          </p:nvSpPr>
          <p:spPr>
            <a:xfrm>
              <a:off x="5799275" y="1876050"/>
              <a:ext cx="62150" cy="53275"/>
            </a:xfrm>
            <a:custGeom>
              <a:avLst/>
              <a:gdLst/>
              <a:ahLst/>
              <a:cxnLst/>
              <a:rect l="l" t="t" r="r" b="b"/>
              <a:pathLst>
                <a:path w="2486" h="2131" extrusionOk="0">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44" name="Google Shape;3044;p60"/>
            <p:cNvSpPr/>
            <p:nvPr/>
          </p:nvSpPr>
          <p:spPr>
            <a:xfrm>
              <a:off x="5799275" y="1952050"/>
              <a:ext cx="62200" cy="53500"/>
            </a:xfrm>
            <a:custGeom>
              <a:avLst/>
              <a:gdLst/>
              <a:ahLst/>
              <a:cxnLst/>
              <a:rect l="l" t="t" r="r" b="b"/>
              <a:pathLst>
                <a:path w="2488" h="2140" extrusionOk="0">
                  <a:moveTo>
                    <a:pt x="1057" y="1"/>
                  </a:moveTo>
                  <a:cubicBezTo>
                    <a:pt x="472" y="9"/>
                    <a:pt x="0" y="481"/>
                    <a:pt x="0" y="1074"/>
                  </a:cubicBezTo>
                  <a:cubicBezTo>
                    <a:pt x="0" y="1716"/>
                    <a:pt x="522" y="2139"/>
                    <a:pt x="1069" y="2139"/>
                  </a:cubicBezTo>
                  <a:cubicBezTo>
                    <a:pt x="1333" y="2139"/>
                    <a:pt x="1602" y="2041"/>
                    <a:pt x="1821" y="1822"/>
                  </a:cubicBezTo>
                  <a:cubicBezTo>
                    <a:pt x="2488" y="1147"/>
                    <a:pt x="2008" y="1"/>
                    <a:pt x="1057"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45" name="Google Shape;3045;p60"/>
            <p:cNvSpPr/>
            <p:nvPr/>
          </p:nvSpPr>
          <p:spPr>
            <a:xfrm>
              <a:off x="5799275" y="2028275"/>
              <a:ext cx="62200" cy="53450"/>
            </a:xfrm>
            <a:custGeom>
              <a:avLst/>
              <a:gdLst/>
              <a:ahLst/>
              <a:cxnLst/>
              <a:rect l="l" t="t" r="r" b="b"/>
              <a:pathLst>
                <a:path w="2488" h="2138" extrusionOk="0">
                  <a:moveTo>
                    <a:pt x="1057" y="1"/>
                  </a:moveTo>
                  <a:cubicBezTo>
                    <a:pt x="472" y="9"/>
                    <a:pt x="0" y="480"/>
                    <a:pt x="0" y="1065"/>
                  </a:cubicBezTo>
                  <a:cubicBezTo>
                    <a:pt x="0" y="1709"/>
                    <a:pt x="525" y="2137"/>
                    <a:pt x="1074" y="2137"/>
                  </a:cubicBezTo>
                  <a:cubicBezTo>
                    <a:pt x="1336" y="2137"/>
                    <a:pt x="1603" y="2040"/>
                    <a:pt x="1821" y="1821"/>
                  </a:cubicBezTo>
                  <a:cubicBezTo>
                    <a:pt x="2488" y="1147"/>
                    <a:pt x="2008" y="1"/>
                    <a:pt x="1057"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46" name="Google Shape;3046;p60"/>
            <p:cNvSpPr/>
            <p:nvPr/>
          </p:nvSpPr>
          <p:spPr>
            <a:xfrm>
              <a:off x="5875275"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47" name="Google Shape;3047;p60"/>
            <p:cNvSpPr/>
            <p:nvPr/>
          </p:nvSpPr>
          <p:spPr>
            <a:xfrm>
              <a:off x="5875275" y="14952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48" name="Google Shape;3048;p60"/>
            <p:cNvSpPr/>
            <p:nvPr/>
          </p:nvSpPr>
          <p:spPr>
            <a:xfrm>
              <a:off x="5875275" y="1571400"/>
              <a:ext cx="62225" cy="53250"/>
            </a:xfrm>
            <a:custGeom>
              <a:avLst/>
              <a:gdLst/>
              <a:ahLst/>
              <a:cxnLst/>
              <a:rect l="l" t="t" r="r" b="b"/>
              <a:pathLst>
                <a:path w="2489"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49" name="Google Shape;3049;p60"/>
            <p:cNvSpPr/>
            <p:nvPr/>
          </p:nvSpPr>
          <p:spPr>
            <a:xfrm>
              <a:off x="5875275"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55"/>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50" name="Google Shape;3050;p60"/>
            <p:cNvSpPr/>
            <p:nvPr/>
          </p:nvSpPr>
          <p:spPr>
            <a:xfrm>
              <a:off x="5875275" y="17236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51" name="Google Shape;3051;p60"/>
            <p:cNvSpPr/>
            <p:nvPr/>
          </p:nvSpPr>
          <p:spPr>
            <a:xfrm>
              <a:off x="5875275" y="17998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52" name="Google Shape;3052;p60"/>
            <p:cNvSpPr/>
            <p:nvPr/>
          </p:nvSpPr>
          <p:spPr>
            <a:xfrm>
              <a:off x="5875275" y="1876050"/>
              <a:ext cx="62225" cy="53350"/>
            </a:xfrm>
            <a:custGeom>
              <a:avLst/>
              <a:gdLst/>
              <a:ahLst/>
              <a:cxnLst/>
              <a:rect l="l" t="t" r="r" b="b"/>
              <a:pathLst>
                <a:path w="2489" h="2134" extrusionOk="0">
                  <a:moveTo>
                    <a:pt x="1065" y="1"/>
                  </a:moveTo>
                  <a:cubicBezTo>
                    <a:pt x="480" y="1"/>
                    <a:pt x="0" y="472"/>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53" name="Google Shape;3053;p60"/>
            <p:cNvSpPr/>
            <p:nvPr/>
          </p:nvSpPr>
          <p:spPr>
            <a:xfrm>
              <a:off x="5875275" y="1952050"/>
              <a:ext cx="62225" cy="53450"/>
            </a:xfrm>
            <a:custGeom>
              <a:avLst/>
              <a:gdLst/>
              <a:ahLst/>
              <a:cxnLst/>
              <a:rect l="l" t="t" r="r" b="b"/>
              <a:pathLst>
                <a:path w="2489"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54" name="Google Shape;3054;p60"/>
            <p:cNvSpPr/>
            <p:nvPr/>
          </p:nvSpPr>
          <p:spPr>
            <a:xfrm>
              <a:off x="5875275"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55" name="Google Shape;3055;p60"/>
            <p:cNvSpPr/>
            <p:nvPr/>
          </p:nvSpPr>
          <p:spPr>
            <a:xfrm>
              <a:off x="5875275" y="21045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56" name="Google Shape;3056;p60"/>
            <p:cNvSpPr/>
            <p:nvPr/>
          </p:nvSpPr>
          <p:spPr>
            <a:xfrm>
              <a:off x="5799275" y="2104500"/>
              <a:ext cx="62200" cy="53325"/>
            </a:xfrm>
            <a:custGeom>
              <a:avLst/>
              <a:gdLst/>
              <a:ahLst/>
              <a:cxnLst/>
              <a:rect l="l" t="t" r="r" b="b"/>
              <a:pathLst>
                <a:path w="2488" h="2133" extrusionOk="0">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57" name="Google Shape;3057;p60"/>
            <p:cNvSpPr/>
            <p:nvPr/>
          </p:nvSpPr>
          <p:spPr>
            <a:xfrm>
              <a:off x="5799275" y="2180700"/>
              <a:ext cx="62150" cy="53275"/>
            </a:xfrm>
            <a:custGeom>
              <a:avLst/>
              <a:gdLst/>
              <a:ahLst/>
              <a:cxnLst/>
              <a:rect l="l" t="t" r="r" b="b"/>
              <a:pathLst>
                <a:path w="2486" h="2131" extrusionOk="0">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58" name="Google Shape;3058;p60"/>
            <p:cNvSpPr/>
            <p:nvPr/>
          </p:nvSpPr>
          <p:spPr>
            <a:xfrm>
              <a:off x="5799275" y="2256925"/>
              <a:ext cx="62350" cy="53425"/>
            </a:xfrm>
            <a:custGeom>
              <a:avLst/>
              <a:gdLst/>
              <a:ahLst/>
              <a:cxnLst/>
              <a:rect l="l" t="t" r="r" b="b"/>
              <a:pathLst>
                <a:path w="2494" h="2137" extrusionOk="0">
                  <a:moveTo>
                    <a:pt x="1067" y="0"/>
                  </a:moveTo>
                  <a:cubicBezTo>
                    <a:pt x="1064" y="0"/>
                    <a:pt x="1060" y="0"/>
                    <a:pt x="1057" y="0"/>
                  </a:cubicBezTo>
                  <a:cubicBezTo>
                    <a:pt x="472" y="0"/>
                    <a:pt x="0" y="480"/>
                    <a:pt x="0" y="1065"/>
                  </a:cubicBezTo>
                  <a:cubicBezTo>
                    <a:pt x="0" y="1709"/>
                    <a:pt x="529" y="2137"/>
                    <a:pt x="1077" y="2137"/>
                  </a:cubicBezTo>
                  <a:cubicBezTo>
                    <a:pt x="1339" y="2137"/>
                    <a:pt x="1606" y="2039"/>
                    <a:pt x="1821" y="1821"/>
                  </a:cubicBezTo>
                  <a:cubicBezTo>
                    <a:pt x="2493" y="1149"/>
                    <a:pt x="2019" y="0"/>
                    <a:pt x="1067"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59" name="Google Shape;3059;p60"/>
            <p:cNvSpPr/>
            <p:nvPr/>
          </p:nvSpPr>
          <p:spPr>
            <a:xfrm>
              <a:off x="5799275" y="2333125"/>
              <a:ext cx="62200" cy="53450"/>
            </a:xfrm>
            <a:custGeom>
              <a:avLst/>
              <a:gdLst/>
              <a:ahLst/>
              <a:cxnLst/>
              <a:rect l="l" t="t" r="r" b="b"/>
              <a:pathLst>
                <a:path w="2488" h="2138" extrusionOk="0">
                  <a:moveTo>
                    <a:pt x="1057" y="1"/>
                  </a:moveTo>
                  <a:cubicBezTo>
                    <a:pt x="472" y="9"/>
                    <a:pt x="0" y="480"/>
                    <a:pt x="0" y="1066"/>
                  </a:cubicBezTo>
                  <a:cubicBezTo>
                    <a:pt x="0" y="1709"/>
                    <a:pt x="525" y="2137"/>
                    <a:pt x="1071" y="2137"/>
                  </a:cubicBezTo>
                  <a:cubicBezTo>
                    <a:pt x="1332" y="2137"/>
                    <a:pt x="1597" y="2040"/>
                    <a:pt x="1813" y="1822"/>
                  </a:cubicBezTo>
                  <a:cubicBezTo>
                    <a:pt x="2488" y="1147"/>
                    <a:pt x="2008" y="1"/>
                    <a:pt x="1057"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60" name="Google Shape;3060;p60"/>
            <p:cNvSpPr/>
            <p:nvPr/>
          </p:nvSpPr>
          <p:spPr>
            <a:xfrm>
              <a:off x="5799050" y="2637775"/>
              <a:ext cx="62425" cy="53450"/>
            </a:xfrm>
            <a:custGeom>
              <a:avLst/>
              <a:gdLst/>
              <a:ahLst/>
              <a:cxnLst/>
              <a:rect l="l" t="t" r="r" b="b"/>
              <a:pathLst>
                <a:path w="2497" h="2138" extrusionOk="0">
                  <a:moveTo>
                    <a:pt x="1066" y="1"/>
                  </a:moveTo>
                  <a:cubicBezTo>
                    <a:pt x="481" y="9"/>
                    <a:pt x="1" y="480"/>
                    <a:pt x="1" y="1074"/>
                  </a:cubicBezTo>
                  <a:cubicBezTo>
                    <a:pt x="1" y="1712"/>
                    <a:pt x="525" y="2137"/>
                    <a:pt x="1074" y="2137"/>
                  </a:cubicBezTo>
                  <a:cubicBezTo>
                    <a:pt x="1336" y="2137"/>
                    <a:pt x="1604" y="2040"/>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61" name="Google Shape;3061;p60"/>
            <p:cNvSpPr/>
            <p:nvPr/>
          </p:nvSpPr>
          <p:spPr>
            <a:xfrm>
              <a:off x="5799275" y="2561575"/>
              <a:ext cx="62200" cy="53425"/>
            </a:xfrm>
            <a:custGeom>
              <a:avLst/>
              <a:gdLst/>
              <a:ahLst/>
              <a:cxnLst/>
              <a:rect l="l" t="t" r="r" b="b"/>
              <a:pathLst>
                <a:path w="2488" h="2137" extrusionOk="0">
                  <a:moveTo>
                    <a:pt x="1057" y="0"/>
                  </a:moveTo>
                  <a:cubicBezTo>
                    <a:pt x="472" y="8"/>
                    <a:pt x="0" y="480"/>
                    <a:pt x="0" y="1073"/>
                  </a:cubicBezTo>
                  <a:cubicBezTo>
                    <a:pt x="0" y="1711"/>
                    <a:pt x="524" y="2137"/>
                    <a:pt x="1070" y="2137"/>
                  </a:cubicBezTo>
                  <a:cubicBezTo>
                    <a:pt x="1331" y="2137"/>
                    <a:pt x="1597" y="2039"/>
                    <a:pt x="1813" y="1821"/>
                  </a:cubicBezTo>
                  <a:cubicBezTo>
                    <a:pt x="2488" y="1146"/>
                    <a:pt x="2008" y="0"/>
                    <a:pt x="1057"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62" name="Google Shape;3062;p60"/>
            <p:cNvSpPr/>
            <p:nvPr/>
          </p:nvSpPr>
          <p:spPr>
            <a:xfrm>
              <a:off x="5799050" y="2485550"/>
              <a:ext cx="62425" cy="53300"/>
            </a:xfrm>
            <a:custGeom>
              <a:avLst/>
              <a:gdLst/>
              <a:ahLst/>
              <a:cxnLst/>
              <a:rect l="l" t="t" r="r" b="b"/>
              <a:pathLst>
                <a:path w="2497" h="2132" extrusionOk="0">
                  <a:moveTo>
                    <a:pt x="1066" y="1"/>
                  </a:moveTo>
                  <a:cubicBezTo>
                    <a:pt x="481" y="1"/>
                    <a:pt x="1" y="472"/>
                    <a:pt x="1" y="1066"/>
                  </a:cubicBezTo>
                  <a:cubicBezTo>
                    <a:pt x="1" y="1708"/>
                    <a:pt x="523" y="2131"/>
                    <a:pt x="1070" y="2131"/>
                  </a:cubicBezTo>
                  <a:cubicBezTo>
                    <a:pt x="1333" y="2131"/>
                    <a:pt x="1603" y="2033"/>
                    <a:pt x="1822" y="1814"/>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63" name="Google Shape;3063;p60"/>
            <p:cNvSpPr/>
            <p:nvPr/>
          </p:nvSpPr>
          <p:spPr>
            <a:xfrm>
              <a:off x="5799275" y="2409350"/>
              <a:ext cx="62150" cy="53275"/>
            </a:xfrm>
            <a:custGeom>
              <a:avLst/>
              <a:gdLst/>
              <a:ahLst/>
              <a:cxnLst/>
              <a:rect l="l" t="t" r="r" b="b"/>
              <a:pathLst>
                <a:path w="2486" h="2131" extrusionOk="0">
                  <a:moveTo>
                    <a:pt x="1067" y="0"/>
                  </a:moveTo>
                  <a:cubicBezTo>
                    <a:pt x="1064" y="0"/>
                    <a:pt x="1060" y="0"/>
                    <a:pt x="1057" y="0"/>
                  </a:cubicBezTo>
                  <a:cubicBezTo>
                    <a:pt x="472" y="0"/>
                    <a:pt x="0" y="480"/>
                    <a:pt x="0" y="1065"/>
                  </a:cubicBezTo>
                  <a:cubicBezTo>
                    <a:pt x="0" y="1707"/>
                    <a:pt x="522" y="2131"/>
                    <a:pt x="1069" y="2131"/>
                  </a:cubicBezTo>
                  <a:cubicBezTo>
                    <a:pt x="1333" y="2131"/>
                    <a:pt x="1602" y="2032"/>
                    <a:pt x="1821" y="1813"/>
                  </a:cubicBezTo>
                  <a:cubicBezTo>
                    <a:pt x="2485" y="1149"/>
                    <a:pt x="2011" y="0"/>
                    <a:pt x="1067"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64" name="Google Shape;3064;p60"/>
            <p:cNvSpPr/>
            <p:nvPr/>
          </p:nvSpPr>
          <p:spPr>
            <a:xfrm>
              <a:off x="5723050" y="2409350"/>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65" name="Google Shape;3065;p60"/>
            <p:cNvSpPr/>
            <p:nvPr/>
          </p:nvSpPr>
          <p:spPr>
            <a:xfrm>
              <a:off x="5646825"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66" name="Google Shape;3066;p60"/>
            <p:cNvSpPr/>
            <p:nvPr/>
          </p:nvSpPr>
          <p:spPr>
            <a:xfrm>
              <a:off x="5570625" y="2409350"/>
              <a:ext cx="62200" cy="53350"/>
            </a:xfrm>
            <a:custGeom>
              <a:avLst/>
              <a:gdLst/>
              <a:ahLst/>
              <a:cxnLst/>
              <a:rect l="l" t="t" r="r" b="b"/>
              <a:pathLst>
                <a:path w="2488"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67" name="Google Shape;3067;p60"/>
            <p:cNvSpPr/>
            <p:nvPr/>
          </p:nvSpPr>
          <p:spPr>
            <a:xfrm>
              <a:off x="5494400"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68" name="Google Shape;3068;p60"/>
            <p:cNvSpPr/>
            <p:nvPr/>
          </p:nvSpPr>
          <p:spPr>
            <a:xfrm>
              <a:off x="5418200" y="240935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69" name="Google Shape;3069;p60"/>
            <p:cNvSpPr/>
            <p:nvPr/>
          </p:nvSpPr>
          <p:spPr>
            <a:xfrm>
              <a:off x="5341975" y="240935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70" name="Google Shape;3070;p60"/>
            <p:cNvSpPr/>
            <p:nvPr/>
          </p:nvSpPr>
          <p:spPr>
            <a:xfrm>
              <a:off x="6027500" y="3399500"/>
              <a:ext cx="62425" cy="53350"/>
            </a:xfrm>
            <a:custGeom>
              <a:avLst/>
              <a:gdLst/>
              <a:ahLst/>
              <a:cxnLst/>
              <a:rect l="l" t="t" r="r" b="b"/>
              <a:pathLst>
                <a:path w="2497" h="2134" extrusionOk="0">
                  <a:moveTo>
                    <a:pt x="1073" y="1"/>
                  </a:moveTo>
                  <a:cubicBezTo>
                    <a:pt x="480" y="1"/>
                    <a:pt x="9" y="480"/>
                    <a:pt x="0" y="1066"/>
                  </a:cubicBezTo>
                  <a:cubicBezTo>
                    <a:pt x="0" y="1709"/>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71" name="Google Shape;3071;p60"/>
            <p:cNvSpPr/>
            <p:nvPr/>
          </p:nvSpPr>
          <p:spPr>
            <a:xfrm>
              <a:off x="6027500" y="3323300"/>
              <a:ext cx="62425" cy="53425"/>
            </a:xfrm>
            <a:custGeom>
              <a:avLst/>
              <a:gdLst/>
              <a:ahLst/>
              <a:cxnLst/>
              <a:rect l="l" t="t" r="r" b="b"/>
              <a:pathLst>
                <a:path w="2497" h="2137" extrusionOk="0">
                  <a:moveTo>
                    <a:pt x="1073" y="0"/>
                  </a:moveTo>
                  <a:cubicBezTo>
                    <a:pt x="480" y="0"/>
                    <a:pt x="9" y="480"/>
                    <a:pt x="0" y="1065"/>
                  </a:cubicBezTo>
                  <a:cubicBezTo>
                    <a:pt x="0" y="1709"/>
                    <a:pt x="529" y="2137"/>
                    <a:pt x="1078" y="2137"/>
                  </a:cubicBezTo>
                  <a:cubicBezTo>
                    <a:pt x="1340" y="2137"/>
                    <a:pt x="1606" y="2039"/>
                    <a:pt x="1821" y="1821"/>
                  </a:cubicBezTo>
                  <a:cubicBezTo>
                    <a:pt x="2496" y="1154"/>
                    <a:pt x="2016" y="0"/>
                    <a:pt x="1073"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72" name="Google Shape;3072;p60"/>
            <p:cNvSpPr/>
            <p:nvPr/>
          </p:nvSpPr>
          <p:spPr>
            <a:xfrm>
              <a:off x="6103700" y="3171075"/>
              <a:ext cx="62425" cy="53275"/>
            </a:xfrm>
            <a:custGeom>
              <a:avLst/>
              <a:gdLst/>
              <a:ahLst/>
              <a:cxnLst/>
              <a:rect l="l" t="t" r="r" b="b"/>
              <a:pathLst>
                <a:path w="2497" h="2131" extrusionOk="0">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73" name="Google Shape;3073;p60"/>
            <p:cNvSpPr/>
            <p:nvPr/>
          </p:nvSpPr>
          <p:spPr>
            <a:xfrm>
              <a:off x="6103700" y="3094850"/>
              <a:ext cx="62425" cy="53350"/>
            </a:xfrm>
            <a:custGeom>
              <a:avLst/>
              <a:gdLst/>
              <a:ahLst/>
              <a:cxnLst/>
              <a:rect l="l" t="t" r="r" b="b"/>
              <a:pathLst>
                <a:path w="2497" h="2134" extrusionOk="0">
                  <a:moveTo>
                    <a:pt x="1066" y="1"/>
                  </a:moveTo>
                  <a:cubicBezTo>
                    <a:pt x="481" y="1"/>
                    <a:pt x="1" y="480"/>
                    <a:pt x="1" y="1066"/>
                  </a:cubicBezTo>
                  <a:cubicBezTo>
                    <a:pt x="1" y="1709"/>
                    <a:pt x="526" y="2134"/>
                    <a:pt x="1075" y="2134"/>
                  </a:cubicBezTo>
                  <a:cubicBezTo>
                    <a:pt x="1337" y="2134"/>
                    <a:pt x="1604" y="2037"/>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74" name="Google Shape;3074;p60"/>
            <p:cNvSpPr/>
            <p:nvPr/>
          </p:nvSpPr>
          <p:spPr>
            <a:xfrm>
              <a:off x="5951475" y="309485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75" name="Google Shape;3075;p60"/>
            <p:cNvSpPr/>
            <p:nvPr/>
          </p:nvSpPr>
          <p:spPr>
            <a:xfrm>
              <a:off x="5951475"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76" name="Google Shape;3076;p60"/>
            <p:cNvSpPr/>
            <p:nvPr/>
          </p:nvSpPr>
          <p:spPr>
            <a:xfrm>
              <a:off x="5875275" y="33995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77" name="Google Shape;3077;p60"/>
            <p:cNvSpPr/>
            <p:nvPr/>
          </p:nvSpPr>
          <p:spPr>
            <a:xfrm>
              <a:off x="5875275" y="33233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78" name="Google Shape;3078;p60"/>
            <p:cNvSpPr/>
            <p:nvPr/>
          </p:nvSpPr>
          <p:spPr>
            <a:xfrm>
              <a:off x="5875275" y="3247075"/>
              <a:ext cx="62225" cy="53450"/>
            </a:xfrm>
            <a:custGeom>
              <a:avLst/>
              <a:gdLst/>
              <a:ahLst/>
              <a:cxnLst/>
              <a:rect l="l" t="t" r="r" b="b"/>
              <a:pathLst>
                <a:path w="2489"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79" name="Google Shape;3079;p60"/>
            <p:cNvSpPr/>
            <p:nvPr/>
          </p:nvSpPr>
          <p:spPr>
            <a:xfrm>
              <a:off x="5799125" y="3399500"/>
              <a:ext cx="62350" cy="53450"/>
            </a:xfrm>
            <a:custGeom>
              <a:avLst/>
              <a:gdLst/>
              <a:ahLst/>
              <a:cxnLst/>
              <a:rect l="l" t="t" r="r" b="b"/>
              <a:pathLst>
                <a:path w="2494" h="2138" extrusionOk="0">
                  <a:moveTo>
                    <a:pt x="1063" y="1"/>
                  </a:moveTo>
                  <a:cubicBezTo>
                    <a:pt x="478" y="1"/>
                    <a:pt x="6" y="480"/>
                    <a:pt x="6" y="1066"/>
                  </a:cubicBezTo>
                  <a:cubicBezTo>
                    <a:pt x="1" y="1709"/>
                    <a:pt x="528" y="2137"/>
                    <a:pt x="1076" y="2137"/>
                  </a:cubicBezTo>
                  <a:cubicBezTo>
                    <a:pt x="1337" y="2137"/>
                    <a:pt x="1603" y="2040"/>
                    <a:pt x="1819" y="1822"/>
                  </a:cubicBezTo>
                  <a:cubicBezTo>
                    <a:pt x="2494" y="1147"/>
                    <a:pt x="2014" y="1"/>
                    <a:pt x="106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80" name="Google Shape;3080;p60"/>
            <p:cNvSpPr/>
            <p:nvPr/>
          </p:nvSpPr>
          <p:spPr>
            <a:xfrm>
              <a:off x="5799125" y="3323300"/>
              <a:ext cx="62350" cy="53425"/>
            </a:xfrm>
            <a:custGeom>
              <a:avLst/>
              <a:gdLst/>
              <a:ahLst/>
              <a:cxnLst/>
              <a:rect l="l" t="t" r="r" b="b"/>
              <a:pathLst>
                <a:path w="2494" h="2137" extrusionOk="0">
                  <a:moveTo>
                    <a:pt x="1063" y="0"/>
                  </a:moveTo>
                  <a:cubicBezTo>
                    <a:pt x="478" y="8"/>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81" name="Google Shape;3081;p60"/>
            <p:cNvSpPr/>
            <p:nvPr/>
          </p:nvSpPr>
          <p:spPr>
            <a:xfrm>
              <a:off x="6027500" y="3551925"/>
              <a:ext cx="62425" cy="53250"/>
            </a:xfrm>
            <a:custGeom>
              <a:avLst/>
              <a:gdLst/>
              <a:ahLst/>
              <a:cxnLst/>
              <a:rect l="l" t="t" r="r" b="b"/>
              <a:pathLst>
                <a:path w="2497" h="2130" extrusionOk="0">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82" name="Google Shape;3082;p60"/>
            <p:cNvSpPr/>
            <p:nvPr/>
          </p:nvSpPr>
          <p:spPr>
            <a:xfrm>
              <a:off x="5951475" y="355192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83" name="Google Shape;3083;p60"/>
            <p:cNvSpPr/>
            <p:nvPr/>
          </p:nvSpPr>
          <p:spPr>
            <a:xfrm>
              <a:off x="5875275" y="355192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84" name="Google Shape;3084;p60"/>
            <p:cNvSpPr/>
            <p:nvPr/>
          </p:nvSpPr>
          <p:spPr>
            <a:xfrm>
              <a:off x="5799050" y="3551925"/>
              <a:ext cx="62375" cy="53300"/>
            </a:xfrm>
            <a:custGeom>
              <a:avLst/>
              <a:gdLst/>
              <a:ahLst/>
              <a:cxnLst/>
              <a:rect l="l" t="t" r="r" b="b"/>
              <a:pathLst>
                <a:path w="2495" h="2132" extrusionOk="0">
                  <a:moveTo>
                    <a:pt x="1076" y="1"/>
                  </a:moveTo>
                  <a:cubicBezTo>
                    <a:pt x="1073" y="1"/>
                    <a:pt x="1069" y="1"/>
                    <a:pt x="1066" y="1"/>
                  </a:cubicBezTo>
                  <a:cubicBezTo>
                    <a:pt x="481" y="1"/>
                    <a:pt x="1" y="480"/>
                    <a:pt x="9" y="1066"/>
                  </a:cubicBezTo>
                  <a:cubicBezTo>
                    <a:pt x="9" y="1708"/>
                    <a:pt x="531" y="2131"/>
                    <a:pt x="1078" y="2131"/>
                  </a:cubicBezTo>
                  <a:cubicBezTo>
                    <a:pt x="1342" y="2131"/>
                    <a:pt x="1611" y="2033"/>
                    <a:pt x="1830" y="1814"/>
                  </a:cubicBezTo>
                  <a:cubicBezTo>
                    <a:pt x="2494" y="1141"/>
                    <a:pt x="2020" y="1"/>
                    <a:pt x="107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85" name="Google Shape;3085;p60"/>
            <p:cNvSpPr/>
            <p:nvPr/>
          </p:nvSpPr>
          <p:spPr>
            <a:xfrm>
              <a:off x="5723050" y="3551925"/>
              <a:ext cx="62150" cy="53300"/>
            </a:xfrm>
            <a:custGeom>
              <a:avLst/>
              <a:gdLst/>
              <a:ahLst/>
              <a:cxnLst/>
              <a:rect l="l" t="t" r="r" b="b"/>
              <a:pathLst>
                <a:path w="2486" h="2132" extrusionOk="0">
                  <a:moveTo>
                    <a:pt x="1075" y="1"/>
                  </a:moveTo>
                  <a:cubicBezTo>
                    <a:pt x="1072" y="1"/>
                    <a:pt x="1069" y="1"/>
                    <a:pt x="1065" y="1"/>
                  </a:cubicBezTo>
                  <a:cubicBezTo>
                    <a:pt x="472" y="1"/>
                    <a:pt x="0" y="480"/>
                    <a:pt x="0" y="1066"/>
                  </a:cubicBezTo>
                  <a:cubicBezTo>
                    <a:pt x="0" y="1708"/>
                    <a:pt x="523" y="2131"/>
                    <a:pt x="1070" y="2131"/>
                  </a:cubicBezTo>
                  <a:cubicBezTo>
                    <a:pt x="1333" y="2131"/>
                    <a:pt x="1602" y="2033"/>
                    <a:pt x="1821" y="1814"/>
                  </a:cubicBezTo>
                  <a:cubicBezTo>
                    <a:pt x="2486" y="1141"/>
                    <a:pt x="2012" y="1"/>
                    <a:pt x="107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86" name="Google Shape;3086;p60"/>
            <p:cNvSpPr/>
            <p:nvPr/>
          </p:nvSpPr>
          <p:spPr>
            <a:xfrm>
              <a:off x="5723050" y="3475725"/>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87" name="Google Shape;3087;p60"/>
            <p:cNvSpPr/>
            <p:nvPr/>
          </p:nvSpPr>
          <p:spPr>
            <a:xfrm>
              <a:off x="5646825" y="34757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88" name="Google Shape;3088;p60"/>
            <p:cNvSpPr/>
            <p:nvPr/>
          </p:nvSpPr>
          <p:spPr>
            <a:xfrm>
              <a:off x="5646700" y="3399500"/>
              <a:ext cx="62350" cy="53350"/>
            </a:xfrm>
            <a:custGeom>
              <a:avLst/>
              <a:gdLst/>
              <a:ahLst/>
              <a:cxnLst/>
              <a:rect l="l" t="t" r="r" b="b"/>
              <a:pathLst>
                <a:path w="2494" h="2134" extrusionOk="0">
                  <a:moveTo>
                    <a:pt x="1071" y="1"/>
                  </a:moveTo>
                  <a:cubicBezTo>
                    <a:pt x="477" y="1"/>
                    <a:pt x="6" y="480"/>
                    <a:pt x="6" y="1066"/>
                  </a:cubicBezTo>
                  <a:cubicBezTo>
                    <a:pt x="0" y="1709"/>
                    <a:pt x="528" y="2134"/>
                    <a:pt x="1076" y="2134"/>
                  </a:cubicBezTo>
                  <a:cubicBezTo>
                    <a:pt x="1337" y="2134"/>
                    <a:pt x="1603" y="2037"/>
                    <a:pt x="1819" y="1822"/>
                  </a:cubicBezTo>
                  <a:cubicBezTo>
                    <a:pt x="2494" y="1147"/>
                    <a:pt x="2022" y="1"/>
                    <a:pt x="1071"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89" name="Google Shape;3089;p60"/>
            <p:cNvSpPr/>
            <p:nvPr/>
          </p:nvSpPr>
          <p:spPr>
            <a:xfrm>
              <a:off x="5570475" y="3399500"/>
              <a:ext cx="62350" cy="53350"/>
            </a:xfrm>
            <a:custGeom>
              <a:avLst/>
              <a:gdLst/>
              <a:ahLst/>
              <a:cxnLst/>
              <a:rect l="l" t="t" r="r" b="b"/>
              <a:pathLst>
                <a:path w="2494" h="2134" extrusionOk="0">
                  <a:moveTo>
                    <a:pt x="1071" y="1"/>
                  </a:moveTo>
                  <a:cubicBezTo>
                    <a:pt x="486" y="1"/>
                    <a:pt x="6" y="480"/>
                    <a:pt x="6" y="1066"/>
                  </a:cubicBezTo>
                  <a:cubicBezTo>
                    <a:pt x="1" y="1709"/>
                    <a:pt x="528" y="2134"/>
                    <a:pt x="1076" y="2134"/>
                  </a:cubicBezTo>
                  <a:cubicBezTo>
                    <a:pt x="1338" y="2134"/>
                    <a:pt x="1604" y="2037"/>
                    <a:pt x="1819" y="1822"/>
                  </a:cubicBezTo>
                  <a:cubicBezTo>
                    <a:pt x="2494" y="1155"/>
                    <a:pt x="2022" y="1"/>
                    <a:pt x="1071"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90" name="Google Shape;3090;p60"/>
            <p:cNvSpPr/>
            <p:nvPr/>
          </p:nvSpPr>
          <p:spPr>
            <a:xfrm>
              <a:off x="5570475" y="3323300"/>
              <a:ext cx="62350" cy="53425"/>
            </a:xfrm>
            <a:custGeom>
              <a:avLst/>
              <a:gdLst/>
              <a:ahLst/>
              <a:cxnLst/>
              <a:rect l="l" t="t" r="r" b="b"/>
              <a:pathLst>
                <a:path w="2494" h="2137" extrusionOk="0">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91" name="Google Shape;3091;p60"/>
            <p:cNvSpPr/>
            <p:nvPr/>
          </p:nvSpPr>
          <p:spPr>
            <a:xfrm>
              <a:off x="5494275" y="3323300"/>
              <a:ext cx="62350" cy="53425"/>
            </a:xfrm>
            <a:custGeom>
              <a:avLst/>
              <a:gdLst/>
              <a:ahLst/>
              <a:cxnLst/>
              <a:rect l="l" t="t" r="r" b="b"/>
              <a:pathLst>
                <a:path w="2494" h="2137" extrusionOk="0">
                  <a:moveTo>
                    <a:pt x="1071" y="0"/>
                  </a:moveTo>
                  <a:cubicBezTo>
                    <a:pt x="485" y="0"/>
                    <a:pt x="6" y="480"/>
                    <a:pt x="6" y="1065"/>
                  </a:cubicBezTo>
                  <a:cubicBezTo>
                    <a:pt x="0" y="1709"/>
                    <a:pt x="524" y="2137"/>
                    <a:pt x="1072" y="2137"/>
                  </a:cubicBezTo>
                  <a:cubicBezTo>
                    <a:pt x="1333" y="2137"/>
                    <a:pt x="1601" y="2039"/>
                    <a:pt x="1819" y="1821"/>
                  </a:cubicBezTo>
                  <a:cubicBezTo>
                    <a:pt x="2493" y="1154"/>
                    <a:pt x="2022" y="8"/>
                    <a:pt x="1071"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92" name="Google Shape;3092;p60"/>
            <p:cNvSpPr/>
            <p:nvPr/>
          </p:nvSpPr>
          <p:spPr>
            <a:xfrm>
              <a:off x="5494275" y="3247075"/>
              <a:ext cx="62350" cy="53500"/>
            </a:xfrm>
            <a:custGeom>
              <a:avLst/>
              <a:gdLst/>
              <a:ahLst/>
              <a:cxnLst/>
              <a:rect l="l" t="t" r="r" b="b"/>
              <a:pathLst>
                <a:path w="2494" h="2140" extrusionOk="0">
                  <a:moveTo>
                    <a:pt x="1071" y="1"/>
                  </a:moveTo>
                  <a:cubicBezTo>
                    <a:pt x="485" y="1"/>
                    <a:pt x="6" y="480"/>
                    <a:pt x="6" y="1066"/>
                  </a:cubicBezTo>
                  <a:cubicBezTo>
                    <a:pt x="0" y="1711"/>
                    <a:pt x="527" y="2140"/>
                    <a:pt x="1077" y="2140"/>
                  </a:cubicBezTo>
                  <a:cubicBezTo>
                    <a:pt x="1337" y="2140"/>
                    <a:pt x="1602" y="2044"/>
                    <a:pt x="1819" y="1830"/>
                  </a:cubicBezTo>
                  <a:cubicBezTo>
                    <a:pt x="2493" y="1155"/>
                    <a:pt x="2022" y="9"/>
                    <a:pt x="1071"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93" name="Google Shape;3093;p60"/>
            <p:cNvSpPr/>
            <p:nvPr/>
          </p:nvSpPr>
          <p:spPr>
            <a:xfrm>
              <a:off x="5646700" y="3247075"/>
              <a:ext cx="62350" cy="53450"/>
            </a:xfrm>
            <a:custGeom>
              <a:avLst/>
              <a:gdLst/>
              <a:ahLst/>
              <a:cxnLst/>
              <a:rect l="l" t="t" r="r" b="b"/>
              <a:pathLst>
                <a:path w="2494" h="2138" extrusionOk="0">
                  <a:moveTo>
                    <a:pt x="1071" y="1"/>
                  </a:moveTo>
                  <a:cubicBezTo>
                    <a:pt x="486" y="9"/>
                    <a:pt x="6" y="480"/>
                    <a:pt x="6" y="1066"/>
                  </a:cubicBezTo>
                  <a:cubicBezTo>
                    <a:pt x="0" y="1709"/>
                    <a:pt x="524" y="2137"/>
                    <a:pt x="1072" y="2137"/>
                  </a:cubicBezTo>
                  <a:cubicBezTo>
                    <a:pt x="1333" y="2137"/>
                    <a:pt x="1601" y="2040"/>
                    <a:pt x="1819" y="1822"/>
                  </a:cubicBezTo>
                  <a:cubicBezTo>
                    <a:pt x="2494" y="1155"/>
                    <a:pt x="2022" y="1"/>
                    <a:pt x="1071"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94" name="Google Shape;3094;p60"/>
            <p:cNvSpPr/>
            <p:nvPr/>
          </p:nvSpPr>
          <p:spPr>
            <a:xfrm>
              <a:off x="5570625" y="3171075"/>
              <a:ext cx="62200" cy="53350"/>
            </a:xfrm>
            <a:custGeom>
              <a:avLst/>
              <a:gdLst/>
              <a:ahLst/>
              <a:cxnLst/>
              <a:rect l="l" t="t" r="r" b="b"/>
              <a:pathLst>
                <a:path w="2488" h="2134" extrusionOk="0">
                  <a:moveTo>
                    <a:pt x="1065" y="0"/>
                  </a:moveTo>
                  <a:cubicBezTo>
                    <a:pt x="472" y="0"/>
                    <a:pt x="0" y="472"/>
                    <a:pt x="0" y="1065"/>
                  </a:cubicBezTo>
                  <a:cubicBezTo>
                    <a:pt x="0" y="1709"/>
                    <a:pt x="526" y="2133"/>
                    <a:pt x="1072" y="2133"/>
                  </a:cubicBezTo>
                  <a:cubicBezTo>
                    <a:pt x="1333" y="2133"/>
                    <a:pt x="1598" y="2037"/>
                    <a:pt x="1813"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95" name="Google Shape;3095;p60"/>
            <p:cNvSpPr/>
            <p:nvPr/>
          </p:nvSpPr>
          <p:spPr>
            <a:xfrm>
              <a:off x="5494400" y="309485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96" name="Google Shape;3096;p60"/>
            <p:cNvSpPr/>
            <p:nvPr/>
          </p:nvSpPr>
          <p:spPr>
            <a:xfrm>
              <a:off x="7322525" y="1495200"/>
              <a:ext cx="62400" cy="53325"/>
            </a:xfrm>
            <a:custGeom>
              <a:avLst/>
              <a:gdLst/>
              <a:ahLst/>
              <a:cxnLst/>
              <a:rect l="l" t="t" r="r" b="b"/>
              <a:pathLst>
                <a:path w="2496" h="2133" extrusionOk="0">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97" name="Google Shape;3097;p60"/>
            <p:cNvSpPr/>
            <p:nvPr/>
          </p:nvSpPr>
          <p:spPr>
            <a:xfrm>
              <a:off x="724650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98" name="Google Shape;3098;p60"/>
            <p:cNvSpPr/>
            <p:nvPr/>
          </p:nvSpPr>
          <p:spPr>
            <a:xfrm>
              <a:off x="724650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099" name="Google Shape;3099;p60"/>
            <p:cNvSpPr/>
            <p:nvPr/>
          </p:nvSpPr>
          <p:spPr>
            <a:xfrm>
              <a:off x="717030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00" name="Google Shape;3100;p60"/>
            <p:cNvSpPr/>
            <p:nvPr/>
          </p:nvSpPr>
          <p:spPr>
            <a:xfrm>
              <a:off x="7170300" y="141897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01" name="Google Shape;3101;p60"/>
            <p:cNvSpPr/>
            <p:nvPr/>
          </p:nvSpPr>
          <p:spPr>
            <a:xfrm>
              <a:off x="7094075" y="1571400"/>
              <a:ext cx="62425" cy="53250"/>
            </a:xfrm>
            <a:custGeom>
              <a:avLst/>
              <a:gdLst/>
              <a:ahLst/>
              <a:cxnLst/>
              <a:rect l="l" t="t" r="r" b="b"/>
              <a:pathLst>
                <a:path w="2497" h="2130" extrusionOk="0">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02" name="Google Shape;3102;p60"/>
            <p:cNvSpPr/>
            <p:nvPr/>
          </p:nvSpPr>
          <p:spPr>
            <a:xfrm>
              <a:off x="7094075" y="141897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03" name="Google Shape;3103;p60"/>
            <p:cNvSpPr/>
            <p:nvPr/>
          </p:nvSpPr>
          <p:spPr>
            <a:xfrm>
              <a:off x="7017875" y="1571400"/>
              <a:ext cx="62400" cy="53250"/>
            </a:xfrm>
            <a:custGeom>
              <a:avLst/>
              <a:gdLst/>
              <a:ahLst/>
              <a:cxnLst/>
              <a:rect l="l" t="t" r="r" b="b"/>
              <a:pathLst>
                <a:path w="2496" h="2130" extrusionOk="0">
                  <a:moveTo>
                    <a:pt x="1073" y="1"/>
                  </a:moveTo>
                  <a:cubicBezTo>
                    <a:pt x="480" y="1"/>
                    <a:pt x="8" y="472"/>
                    <a:pt x="0" y="1066"/>
                  </a:cubicBezTo>
                  <a:cubicBezTo>
                    <a:pt x="0" y="1703"/>
                    <a:pt x="528" y="2129"/>
                    <a:pt x="1076" y="2129"/>
                  </a:cubicBezTo>
                  <a:cubicBezTo>
                    <a:pt x="1339" y="2129"/>
                    <a:pt x="1605" y="2032"/>
                    <a:pt x="1821" y="1813"/>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04" name="Google Shape;3104;p60"/>
            <p:cNvSpPr/>
            <p:nvPr/>
          </p:nvSpPr>
          <p:spPr>
            <a:xfrm>
              <a:off x="7017875" y="1418975"/>
              <a:ext cx="62400" cy="53350"/>
            </a:xfrm>
            <a:custGeom>
              <a:avLst/>
              <a:gdLst/>
              <a:ahLst/>
              <a:cxnLst/>
              <a:rect l="l" t="t" r="r" b="b"/>
              <a:pathLst>
                <a:path w="2496" h="2134" extrusionOk="0">
                  <a:moveTo>
                    <a:pt x="1073" y="1"/>
                  </a:moveTo>
                  <a:cubicBezTo>
                    <a:pt x="480" y="1"/>
                    <a:pt x="8"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05" name="Google Shape;3105;p60"/>
            <p:cNvSpPr/>
            <p:nvPr/>
          </p:nvSpPr>
          <p:spPr>
            <a:xfrm>
              <a:off x="6941850"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06" name="Google Shape;3106;p60"/>
            <p:cNvSpPr/>
            <p:nvPr/>
          </p:nvSpPr>
          <p:spPr>
            <a:xfrm>
              <a:off x="694185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07" name="Google Shape;3107;p60"/>
            <p:cNvSpPr/>
            <p:nvPr/>
          </p:nvSpPr>
          <p:spPr>
            <a:xfrm>
              <a:off x="694185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08" name="Google Shape;3108;p60"/>
            <p:cNvSpPr/>
            <p:nvPr/>
          </p:nvSpPr>
          <p:spPr>
            <a:xfrm>
              <a:off x="6941850"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09" name="Google Shape;3109;p60"/>
            <p:cNvSpPr/>
            <p:nvPr/>
          </p:nvSpPr>
          <p:spPr>
            <a:xfrm>
              <a:off x="686565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10" name="Google Shape;3110;p60"/>
            <p:cNvSpPr/>
            <p:nvPr/>
          </p:nvSpPr>
          <p:spPr>
            <a:xfrm>
              <a:off x="6865650"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11" name="Google Shape;3111;p60"/>
            <p:cNvSpPr/>
            <p:nvPr/>
          </p:nvSpPr>
          <p:spPr>
            <a:xfrm>
              <a:off x="68656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12" name="Google Shape;3112;p60"/>
            <p:cNvSpPr/>
            <p:nvPr/>
          </p:nvSpPr>
          <p:spPr>
            <a:xfrm>
              <a:off x="6865650"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13" name="Google Shape;3113;p60"/>
            <p:cNvSpPr/>
            <p:nvPr/>
          </p:nvSpPr>
          <p:spPr>
            <a:xfrm>
              <a:off x="6789225" y="179985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14" name="Google Shape;3114;p60"/>
            <p:cNvSpPr/>
            <p:nvPr/>
          </p:nvSpPr>
          <p:spPr>
            <a:xfrm>
              <a:off x="6789225" y="172362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15" name="Google Shape;3115;p60"/>
            <p:cNvSpPr/>
            <p:nvPr/>
          </p:nvSpPr>
          <p:spPr>
            <a:xfrm>
              <a:off x="6789225" y="1571400"/>
              <a:ext cx="62425" cy="53250"/>
            </a:xfrm>
            <a:custGeom>
              <a:avLst/>
              <a:gdLst/>
              <a:ahLst/>
              <a:cxnLst/>
              <a:rect l="l" t="t" r="r" b="b"/>
              <a:pathLst>
                <a:path w="2497" h="2130" extrusionOk="0">
                  <a:moveTo>
                    <a:pt x="1074" y="1"/>
                  </a:moveTo>
                  <a:cubicBezTo>
                    <a:pt x="480" y="1"/>
                    <a:pt x="9" y="472"/>
                    <a:pt x="1" y="1066"/>
                  </a:cubicBezTo>
                  <a:cubicBezTo>
                    <a:pt x="1" y="1703"/>
                    <a:pt x="525" y="2129"/>
                    <a:pt x="1073" y="2129"/>
                  </a:cubicBezTo>
                  <a:cubicBezTo>
                    <a:pt x="1335" y="2129"/>
                    <a:pt x="1603" y="2032"/>
                    <a:pt x="1822" y="1813"/>
                  </a:cubicBezTo>
                  <a:cubicBezTo>
                    <a:pt x="2496" y="1147"/>
                    <a:pt x="2025"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16" name="Google Shape;3116;p60"/>
            <p:cNvSpPr/>
            <p:nvPr/>
          </p:nvSpPr>
          <p:spPr>
            <a:xfrm>
              <a:off x="6789225" y="1342750"/>
              <a:ext cx="62425" cy="53450"/>
            </a:xfrm>
            <a:custGeom>
              <a:avLst/>
              <a:gdLst/>
              <a:ahLst/>
              <a:cxnLst/>
              <a:rect l="l" t="t" r="r" b="b"/>
              <a:pathLst>
                <a:path w="2497" h="2138" extrusionOk="0">
                  <a:moveTo>
                    <a:pt x="1074" y="1"/>
                  </a:moveTo>
                  <a:cubicBezTo>
                    <a:pt x="480" y="1"/>
                    <a:pt x="9" y="481"/>
                    <a:pt x="1" y="1066"/>
                  </a:cubicBezTo>
                  <a:cubicBezTo>
                    <a:pt x="1" y="1710"/>
                    <a:pt x="526" y="2138"/>
                    <a:pt x="1074" y="2138"/>
                  </a:cubicBezTo>
                  <a:cubicBezTo>
                    <a:pt x="1336" y="2138"/>
                    <a:pt x="1604" y="2040"/>
                    <a:pt x="1822" y="1822"/>
                  </a:cubicBezTo>
                  <a:cubicBezTo>
                    <a:pt x="2496" y="1155"/>
                    <a:pt x="2025"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17" name="Google Shape;3117;p60"/>
            <p:cNvSpPr/>
            <p:nvPr/>
          </p:nvSpPr>
          <p:spPr>
            <a:xfrm>
              <a:off x="6713225" y="1876050"/>
              <a:ext cx="62200" cy="53275"/>
            </a:xfrm>
            <a:custGeom>
              <a:avLst/>
              <a:gdLst/>
              <a:ahLst/>
              <a:cxnLst/>
              <a:rect l="l" t="t" r="r" b="b"/>
              <a:pathLst>
                <a:path w="2488" h="2131" extrusionOk="0">
                  <a:moveTo>
                    <a:pt x="1065" y="1"/>
                  </a:moveTo>
                  <a:cubicBezTo>
                    <a:pt x="472" y="1"/>
                    <a:pt x="0" y="472"/>
                    <a:pt x="0" y="1066"/>
                  </a:cubicBezTo>
                  <a:cubicBezTo>
                    <a:pt x="0" y="1707"/>
                    <a:pt x="522" y="2131"/>
                    <a:pt x="1067" y="2131"/>
                  </a:cubicBezTo>
                  <a:cubicBezTo>
                    <a:pt x="1329" y="2131"/>
                    <a:pt x="1596" y="2033"/>
                    <a:pt x="1813" y="1813"/>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18" name="Google Shape;3118;p60"/>
            <p:cNvSpPr/>
            <p:nvPr/>
          </p:nvSpPr>
          <p:spPr>
            <a:xfrm>
              <a:off x="6713225" y="179985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19" name="Google Shape;3119;p60"/>
            <p:cNvSpPr/>
            <p:nvPr/>
          </p:nvSpPr>
          <p:spPr>
            <a:xfrm>
              <a:off x="6713225" y="1647400"/>
              <a:ext cx="62200" cy="53450"/>
            </a:xfrm>
            <a:custGeom>
              <a:avLst/>
              <a:gdLst/>
              <a:ahLst/>
              <a:cxnLst/>
              <a:rect l="l" t="t" r="r" b="b"/>
              <a:pathLst>
                <a:path w="2488" h="2138" extrusionOk="0">
                  <a:moveTo>
                    <a:pt x="1065" y="1"/>
                  </a:moveTo>
                  <a:cubicBezTo>
                    <a:pt x="472" y="9"/>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20" name="Google Shape;3120;p60"/>
            <p:cNvSpPr/>
            <p:nvPr/>
          </p:nvSpPr>
          <p:spPr>
            <a:xfrm>
              <a:off x="6713225" y="1571400"/>
              <a:ext cx="62200" cy="53250"/>
            </a:xfrm>
            <a:custGeom>
              <a:avLst/>
              <a:gdLst/>
              <a:ahLst/>
              <a:cxnLst/>
              <a:rect l="l" t="t" r="r" b="b"/>
              <a:pathLst>
                <a:path w="2488" h="2130" extrusionOk="0">
                  <a:moveTo>
                    <a:pt x="1065" y="1"/>
                  </a:moveTo>
                  <a:cubicBezTo>
                    <a:pt x="472" y="1"/>
                    <a:pt x="0" y="472"/>
                    <a:pt x="0" y="1066"/>
                  </a:cubicBezTo>
                  <a:cubicBezTo>
                    <a:pt x="0" y="1703"/>
                    <a:pt x="525" y="2129"/>
                    <a:pt x="1070" y="2129"/>
                  </a:cubicBezTo>
                  <a:cubicBezTo>
                    <a:pt x="1331" y="2129"/>
                    <a:pt x="1597" y="2032"/>
                    <a:pt x="1813" y="1813"/>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21" name="Google Shape;3121;p60"/>
            <p:cNvSpPr/>
            <p:nvPr/>
          </p:nvSpPr>
          <p:spPr>
            <a:xfrm>
              <a:off x="6713225" y="1342750"/>
              <a:ext cx="62200" cy="53450"/>
            </a:xfrm>
            <a:custGeom>
              <a:avLst/>
              <a:gdLst/>
              <a:ahLst/>
              <a:cxnLst/>
              <a:rect l="l" t="t" r="r" b="b"/>
              <a:pathLst>
                <a:path w="2488" h="2138" extrusionOk="0">
                  <a:moveTo>
                    <a:pt x="1065" y="1"/>
                  </a:moveTo>
                  <a:cubicBezTo>
                    <a:pt x="472" y="1"/>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22" name="Google Shape;3122;p60"/>
            <p:cNvSpPr/>
            <p:nvPr/>
          </p:nvSpPr>
          <p:spPr>
            <a:xfrm>
              <a:off x="6637000" y="1647400"/>
              <a:ext cx="62225" cy="53450"/>
            </a:xfrm>
            <a:custGeom>
              <a:avLst/>
              <a:gdLst/>
              <a:ahLst/>
              <a:cxnLst/>
              <a:rect l="l" t="t" r="r" b="b"/>
              <a:pathLst>
                <a:path w="2489" h="2138" extrusionOk="0">
                  <a:moveTo>
                    <a:pt x="1066" y="1"/>
                  </a:moveTo>
                  <a:cubicBezTo>
                    <a:pt x="480" y="1"/>
                    <a:pt x="1" y="481"/>
                    <a:pt x="1" y="1066"/>
                  </a:cubicBezTo>
                  <a:cubicBezTo>
                    <a:pt x="1" y="1710"/>
                    <a:pt x="526" y="2138"/>
                    <a:pt x="1072" y="2138"/>
                  </a:cubicBezTo>
                  <a:cubicBezTo>
                    <a:pt x="1333" y="2138"/>
                    <a:pt x="1598" y="2040"/>
                    <a:pt x="1813" y="1822"/>
                  </a:cubicBezTo>
                  <a:cubicBezTo>
                    <a:pt x="2488"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23" name="Google Shape;3123;p60"/>
            <p:cNvSpPr/>
            <p:nvPr/>
          </p:nvSpPr>
          <p:spPr>
            <a:xfrm>
              <a:off x="6637000" y="1342750"/>
              <a:ext cx="62225" cy="53450"/>
            </a:xfrm>
            <a:custGeom>
              <a:avLst/>
              <a:gdLst/>
              <a:ahLst/>
              <a:cxnLst/>
              <a:rect l="l" t="t" r="r" b="b"/>
              <a:pathLst>
                <a:path w="2489" h="2138" extrusionOk="0">
                  <a:moveTo>
                    <a:pt x="1066" y="1"/>
                  </a:moveTo>
                  <a:cubicBezTo>
                    <a:pt x="480" y="1"/>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24" name="Google Shape;3124;p60"/>
            <p:cNvSpPr/>
            <p:nvPr/>
          </p:nvSpPr>
          <p:spPr>
            <a:xfrm>
              <a:off x="656080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25" name="Google Shape;3125;p60"/>
            <p:cNvSpPr/>
            <p:nvPr/>
          </p:nvSpPr>
          <p:spPr>
            <a:xfrm>
              <a:off x="6560800"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26" name="Google Shape;3126;p60"/>
            <p:cNvSpPr/>
            <p:nvPr/>
          </p:nvSpPr>
          <p:spPr>
            <a:xfrm>
              <a:off x="6560800" y="1266550"/>
              <a:ext cx="62200" cy="53450"/>
            </a:xfrm>
            <a:custGeom>
              <a:avLst/>
              <a:gdLst/>
              <a:ahLst/>
              <a:cxnLst/>
              <a:rect l="l" t="t" r="r" b="b"/>
              <a:pathLst>
                <a:path w="2488" h="2138" extrusionOk="0">
                  <a:moveTo>
                    <a:pt x="1065" y="0"/>
                  </a:moveTo>
                  <a:cubicBezTo>
                    <a:pt x="480" y="9"/>
                    <a:pt x="0" y="480"/>
                    <a:pt x="0" y="1074"/>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27" name="Google Shape;3127;p60"/>
            <p:cNvSpPr/>
            <p:nvPr/>
          </p:nvSpPr>
          <p:spPr>
            <a:xfrm>
              <a:off x="6484575" y="1647400"/>
              <a:ext cx="62425" cy="53450"/>
            </a:xfrm>
            <a:custGeom>
              <a:avLst/>
              <a:gdLst/>
              <a:ahLst/>
              <a:cxnLst/>
              <a:rect l="l" t="t" r="r" b="b"/>
              <a:pathLst>
                <a:path w="2497" h="2138" extrusionOk="0">
                  <a:moveTo>
                    <a:pt x="1065" y="1"/>
                  </a:moveTo>
                  <a:cubicBezTo>
                    <a:pt x="480" y="9"/>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28" name="Google Shape;3128;p60"/>
            <p:cNvSpPr/>
            <p:nvPr/>
          </p:nvSpPr>
          <p:spPr>
            <a:xfrm>
              <a:off x="6484575" y="1266550"/>
              <a:ext cx="62425" cy="53450"/>
            </a:xfrm>
            <a:custGeom>
              <a:avLst/>
              <a:gdLst/>
              <a:ahLst/>
              <a:cxnLst/>
              <a:rect l="l" t="t" r="r" b="b"/>
              <a:pathLst>
                <a:path w="2497" h="2138" extrusionOk="0">
                  <a:moveTo>
                    <a:pt x="1065" y="0"/>
                  </a:moveTo>
                  <a:cubicBezTo>
                    <a:pt x="480" y="9"/>
                    <a:pt x="1" y="480"/>
                    <a:pt x="1" y="1074"/>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29" name="Google Shape;3129;p60"/>
            <p:cNvSpPr/>
            <p:nvPr/>
          </p:nvSpPr>
          <p:spPr>
            <a:xfrm>
              <a:off x="6408350" y="2333125"/>
              <a:ext cx="62425" cy="53450"/>
            </a:xfrm>
            <a:custGeom>
              <a:avLst/>
              <a:gdLst/>
              <a:ahLst/>
              <a:cxnLst/>
              <a:rect l="l" t="t" r="r" b="b"/>
              <a:pathLst>
                <a:path w="2497" h="2138" extrusionOk="0">
                  <a:moveTo>
                    <a:pt x="1074" y="1"/>
                  </a:moveTo>
                  <a:cubicBezTo>
                    <a:pt x="481" y="1"/>
                    <a:pt x="1"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30" name="Google Shape;3130;p60"/>
            <p:cNvSpPr/>
            <p:nvPr/>
          </p:nvSpPr>
          <p:spPr>
            <a:xfrm>
              <a:off x="6408350" y="2256925"/>
              <a:ext cx="62575" cy="53425"/>
            </a:xfrm>
            <a:custGeom>
              <a:avLst/>
              <a:gdLst/>
              <a:ahLst/>
              <a:cxnLst/>
              <a:rect l="l" t="t" r="r" b="b"/>
              <a:pathLst>
                <a:path w="2503" h="2137" extrusionOk="0">
                  <a:moveTo>
                    <a:pt x="1084" y="0"/>
                  </a:moveTo>
                  <a:cubicBezTo>
                    <a:pt x="1081" y="0"/>
                    <a:pt x="1077" y="0"/>
                    <a:pt x="1074" y="0"/>
                  </a:cubicBezTo>
                  <a:cubicBezTo>
                    <a:pt x="481" y="0"/>
                    <a:pt x="1"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31" name="Google Shape;3131;p60"/>
            <p:cNvSpPr/>
            <p:nvPr/>
          </p:nvSpPr>
          <p:spPr>
            <a:xfrm>
              <a:off x="6408350" y="2104500"/>
              <a:ext cx="62425" cy="53325"/>
            </a:xfrm>
            <a:custGeom>
              <a:avLst/>
              <a:gdLst/>
              <a:ahLst/>
              <a:cxnLst/>
              <a:rect l="l" t="t" r="r" b="b"/>
              <a:pathLst>
                <a:path w="2497" h="2133" extrusionOk="0">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32" name="Google Shape;3132;p60"/>
            <p:cNvSpPr/>
            <p:nvPr/>
          </p:nvSpPr>
          <p:spPr>
            <a:xfrm>
              <a:off x="6408350" y="1799850"/>
              <a:ext cx="62425" cy="53325"/>
            </a:xfrm>
            <a:custGeom>
              <a:avLst/>
              <a:gdLst/>
              <a:ahLst/>
              <a:cxnLst/>
              <a:rect l="l" t="t" r="r" b="b"/>
              <a:pathLst>
                <a:path w="2497" h="2133" extrusionOk="0">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33" name="Google Shape;3133;p60"/>
            <p:cNvSpPr/>
            <p:nvPr/>
          </p:nvSpPr>
          <p:spPr>
            <a:xfrm>
              <a:off x="6408350" y="1647400"/>
              <a:ext cx="62425" cy="53450"/>
            </a:xfrm>
            <a:custGeom>
              <a:avLst/>
              <a:gdLst/>
              <a:ahLst/>
              <a:cxnLst/>
              <a:rect l="l" t="t" r="r" b="b"/>
              <a:pathLst>
                <a:path w="2497" h="2138" extrusionOk="0">
                  <a:moveTo>
                    <a:pt x="1074" y="1"/>
                  </a:moveTo>
                  <a:cubicBezTo>
                    <a:pt x="481" y="1"/>
                    <a:pt x="9" y="481"/>
                    <a:pt x="1" y="1066"/>
                  </a:cubicBezTo>
                  <a:cubicBezTo>
                    <a:pt x="1" y="1710"/>
                    <a:pt x="526" y="2138"/>
                    <a:pt x="1075" y="2138"/>
                  </a:cubicBezTo>
                  <a:cubicBezTo>
                    <a:pt x="1337" y="2138"/>
                    <a:pt x="1604" y="2040"/>
                    <a:pt x="1822" y="1822"/>
                  </a:cubicBezTo>
                  <a:cubicBezTo>
                    <a:pt x="2497" y="1155"/>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34" name="Google Shape;3134;p60"/>
            <p:cNvSpPr/>
            <p:nvPr/>
          </p:nvSpPr>
          <p:spPr>
            <a:xfrm>
              <a:off x="6408350" y="1342750"/>
              <a:ext cx="62425" cy="53450"/>
            </a:xfrm>
            <a:custGeom>
              <a:avLst/>
              <a:gdLst/>
              <a:ahLst/>
              <a:cxnLst/>
              <a:rect l="l" t="t" r="r" b="b"/>
              <a:pathLst>
                <a:path w="2497" h="2138" extrusionOk="0">
                  <a:moveTo>
                    <a:pt x="1074" y="1"/>
                  </a:moveTo>
                  <a:cubicBezTo>
                    <a:pt x="481" y="1"/>
                    <a:pt x="9" y="481"/>
                    <a:pt x="1" y="1066"/>
                  </a:cubicBezTo>
                  <a:cubicBezTo>
                    <a:pt x="1" y="1710"/>
                    <a:pt x="526" y="2138"/>
                    <a:pt x="1075" y="2138"/>
                  </a:cubicBezTo>
                  <a:cubicBezTo>
                    <a:pt x="1337" y="2138"/>
                    <a:pt x="1604" y="2040"/>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35" name="Google Shape;3135;p60"/>
            <p:cNvSpPr/>
            <p:nvPr/>
          </p:nvSpPr>
          <p:spPr>
            <a:xfrm>
              <a:off x="6408350" y="1266550"/>
              <a:ext cx="62425" cy="53450"/>
            </a:xfrm>
            <a:custGeom>
              <a:avLst/>
              <a:gdLst/>
              <a:ahLst/>
              <a:cxnLst/>
              <a:rect l="l" t="t" r="r" b="b"/>
              <a:pathLst>
                <a:path w="2497" h="2138" extrusionOk="0">
                  <a:moveTo>
                    <a:pt x="1074" y="0"/>
                  </a:moveTo>
                  <a:cubicBezTo>
                    <a:pt x="481" y="9"/>
                    <a:pt x="9" y="480"/>
                    <a:pt x="1" y="1074"/>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36" name="Google Shape;3136;p60"/>
            <p:cNvSpPr/>
            <p:nvPr/>
          </p:nvSpPr>
          <p:spPr>
            <a:xfrm>
              <a:off x="633235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37" name="Google Shape;3137;p60"/>
            <p:cNvSpPr/>
            <p:nvPr/>
          </p:nvSpPr>
          <p:spPr>
            <a:xfrm>
              <a:off x="633235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38" name="Google Shape;3138;p60"/>
            <p:cNvSpPr/>
            <p:nvPr/>
          </p:nvSpPr>
          <p:spPr>
            <a:xfrm>
              <a:off x="633235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3" y="1822"/>
                  </a:cubicBezTo>
                  <a:cubicBezTo>
                    <a:pt x="2488" y="1155"/>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39" name="Google Shape;3139;p60"/>
            <p:cNvSpPr/>
            <p:nvPr/>
          </p:nvSpPr>
          <p:spPr>
            <a:xfrm>
              <a:off x="6332350"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29" y="2131"/>
                    <a:pt x="1597" y="2033"/>
                    <a:pt x="1813" y="1813"/>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40" name="Google Shape;3140;p60"/>
            <p:cNvSpPr/>
            <p:nvPr/>
          </p:nvSpPr>
          <p:spPr>
            <a:xfrm>
              <a:off x="6332350"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41" name="Google Shape;3141;p60"/>
            <p:cNvSpPr/>
            <p:nvPr/>
          </p:nvSpPr>
          <p:spPr>
            <a:xfrm>
              <a:off x="6332350"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42" name="Google Shape;3142;p60"/>
            <p:cNvSpPr/>
            <p:nvPr/>
          </p:nvSpPr>
          <p:spPr>
            <a:xfrm>
              <a:off x="6332350"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43" name="Google Shape;3143;p60"/>
            <p:cNvSpPr/>
            <p:nvPr/>
          </p:nvSpPr>
          <p:spPr>
            <a:xfrm>
              <a:off x="6256150" y="2485550"/>
              <a:ext cx="62200" cy="53300"/>
            </a:xfrm>
            <a:custGeom>
              <a:avLst/>
              <a:gdLst/>
              <a:ahLst/>
              <a:cxnLst/>
              <a:rect l="l" t="t" r="r" b="b"/>
              <a:pathLst>
                <a:path w="2488" h="2132" extrusionOk="0">
                  <a:moveTo>
                    <a:pt x="1065" y="1"/>
                  </a:moveTo>
                  <a:cubicBezTo>
                    <a:pt x="472" y="1"/>
                    <a:pt x="0" y="472"/>
                    <a:pt x="0" y="1066"/>
                  </a:cubicBezTo>
                  <a:cubicBezTo>
                    <a:pt x="0" y="1708"/>
                    <a:pt x="522" y="2131"/>
                    <a:pt x="1067" y="2131"/>
                  </a:cubicBezTo>
                  <a:cubicBezTo>
                    <a:pt x="1329" y="2131"/>
                    <a:pt x="1596" y="2033"/>
                    <a:pt x="1813" y="1814"/>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44" name="Google Shape;3144;p60"/>
            <p:cNvSpPr/>
            <p:nvPr/>
          </p:nvSpPr>
          <p:spPr>
            <a:xfrm>
              <a:off x="6256150" y="2409350"/>
              <a:ext cx="62200" cy="53350"/>
            </a:xfrm>
            <a:custGeom>
              <a:avLst/>
              <a:gdLst/>
              <a:ahLst/>
              <a:cxnLst/>
              <a:rect l="l" t="t" r="r" b="b"/>
              <a:pathLst>
                <a:path w="2488" h="2134" extrusionOk="0">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45" name="Google Shape;3145;p60"/>
            <p:cNvSpPr/>
            <p:nvPr/>
          </p:nvSpPr>
          <p:spPr>
            <a:xfrm>
              <a:off x="6256150" y="2028275"/>
              <a:ext cx="62200" cy="53450"/>
            </a:xfrm>
            <a:custGeom>
              <a:avLst/>
              <a:gdLst/>
              <a:ahLst/>
              <a:cxnLst/>
              <a:rect l="l" t="t" r="r" b="b"/>
              <a:pathLst>
                <a:path w="2488" h="2138" extrusionOk="0">
                  <a:moveTo>
                    <a:pt x="1065" y="1"/>
                  </a:moveTo>
                  <a:cubicBezTo>
                    <a:pt x="480" y="1"/>
                    <a:pt x="0" y="480"/>
                    <a:pt x="0" y="1065"/>
                  </a:cubicBezTo>
                  <a:cubicBezTo>
                    <a:pt x="0" y="1709"/>
                    <a:pt x="525" y="2137"/>
                    <a:pt x="1071" y="2137"/>
                  </a:cubicBezTo>
                  <a:cubicBezTo>
                    <a:pt x="1332" y="2137"/>
                    <a:pt x="1597" y="2040"/>
                    <a:pt x="1813" y="1821"/>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46" name="Google Shape;3146;p60"/>
            <p:cNvSpPr/>
            <p:nvPr/>
          </p:nvSpPr>
          <p:spPr>
            <a:xfrm>
              <a:off x="6256150" y="1952050"/>
              <a:ext cx="62200" cy="53450"/>
            </a:xfrm>
            <a:custGeom>
              <a:avLst/>
              <a:gdLst/>
              <a:ahLst/>
              <a:cxnLst/>
              <a:rect l="l" t="t" r="r" b="b"/>
              <a:pathLst>
                <a:path w="2488" h="2138" extrusionOk="0">
                  <a:moveTo>
                    <a:pt x="1065" y="1"/>
                  </a:moveTo>
                  <a:cubicBezTo>
                    <a:pt x="480" y="9"/>
                    <a:pt x="0" y="481"/>
                    <a:pt x="0" y="1074"/>
                  </a:cubicBezTo>
                  <a:cubicBezTo>
                    <a:pt x="0" y="1712"/>
                    <a:pt x="524"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47" name="Google Shape;3147;p60"/>
            <p:cNvSpPr/>
            <p:nvPr/>
          </p:nvSpPr>
          <p:spPr>
            <a:xfrm>
              <a:off x="6256150" y="1876050"/>
              <a:ext cx="62200" cy="53350"/>
            </a:xfrm>
            <a:custGeom>
              <a:avLst/>
              <a:gdLst/>
              <a:ahLst/>
              <a:cxnLst/>
              <a:rect l="l" t="t" r="r" b="b"/>
              <a:pathLst>
                <a:path w="2488" h="2134" extrusionOk="0">
                  <a:moveTo>
                    <a:pt x="1065" y="1"/>
                  </a:moveTo>
                  <a:cubicBezTo>
                    <a:pt x="480" y="1"/>
                    <a:pt x="0" y="472"/>
                    <a:pt x="0" y="1066"/>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48" name="Google Shape;3148;p60"/>
            <p:cNvSpPr/>
            <p:nvPr/>
          </p:nvSpPr>
          <p:spPr>
            <a:xfrm>
              <a:off x="6256150" y="1799850"/>
              <a:ext cx="62200" cy="53325"/>
            </a:xfrm>
            <a:custGeom>
              <a:avLst/>
              <a:gdLst/>
              <a:ahLst/>
              <a:cxnLst/>
              <a:rect l="l" t="t" r="r" b="b"/>
              <a:pathLst>
                <a:path w="2488" h="2133" extrusionOk="0">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49" name="Google Shape;3149;p60"/>
            <p:cNvSpPr/>
            <p:nvPr/>
          </p:nvSpPr>
          <p:spPr>
            <a:xfrm>
              <a:off x="6256150" y="1723625"/>
              <a:ext cx="62200" cy="53350"/>
            </a:xfrm>
            <a:custGeom>
              <a:avLst/>
              <a:gdLst/>
              <a:ahLst/>
              <a:cxnLst/>
              <a:rect l="l" t="t" r="r" b="b"/>
              <a:pathLst>
                <a:path w="2488" h="2134" extrusionOk="0">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50" name="Google Shape;3150;p60"/>
            <p:cNvSpPr/>
            <p:nvPr/>
          </p:nvSpPr>
          <p:spPr>
            <a:xfrm>
              <a:off x="6256150" y="1342750"/>
              <a:ext cx="62200" cy="53450"/>
            </a:xfrm>
            <a:custGeom>
              <a:avLst/>
              <a:gdLst/>
              <a:ahLst/>
              <a:cxnLst/>
              <a:rect l="l" t="t" r="r" b="b"/>
              <a:pathLst>
                <a:path w="2488" h="2138" extrusionOk="0">
                  <a:moveTo>
                    <a:pt x="1065" y="1"/>
                  </a:moveTo>
                  <a:cubicBezTo>
                    <a:pt x="480" y="1"/>
                    <a:pt x="0" y="481"/>
                    <a:pt x="0" y="1066"/>
                  </a:cubicBezTo>
                  <a:cubicBezTo>
                    <a:pt x="0" y="1710"/>
                    <a:pt x="525" y="2138"/>
                    <a:pt x="1071" y="2138"/>
                  </a:cubicBezTo>
                  <a:cubicBezTo>
                    <a:pt x="1332" y="2138"/>
                    <a:pt x="1597" y="2040"/>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51" name="Google Shape;3151;p60"/>
            <p:cNvSpPr/>
            <p:nvPr/>
          </p:nvSpPr>
          <p:spPr>
            <a:xfrm>
              <a:off x="6179925" y="2485550"/>
              <a:ext cx="62225" cy="53300"/>
            </a:xfrm>
            <a:custGeom>
              <a:avLst/>
              <a:gdLst/>
              <a:ahLst/>
              <a:cxnLst/>
              <a:rect l="l" t="t" r="r" b="b"/>
              <a:pathLst>
                <a:path w="2489" h="2132" extrusionOk="0">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52" name="Google Shape;3152;p60"/>
            <p:cNvSpPr/>
            <p:nvPr/>
          </p:nvSpPr>
          <p:spPr>
            <a:xfrm>
              <a:off x="6179925" y="240935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53" name="Google Shape;3153;p60"/>
            <p:cNvSpPr/>
            <p:nvPr/>
          </p:nvSpPr>
          <p:spPr>
            <a:xfrm>
              <a:off x="6179925" y="21045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54" name="Google Shape;3154;p60"/>
            <p:cNvSpPr/>
            <p:nvPr/>
          </p:nvSpPr>
          <p:spPr>
            <a:xfrm>
              <a:off x="6179925" y="134275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55" name="Google Shape;3155;p60"/>
            <p:cNvSpPr/>
            <p:nvPr/>
          </p:nvSpPr>
          <p:spPr>
            <a:xfrm>
              <a:off x="6103700" y="2333125"/>
              <a:ext cx="62425" cy="53450"/>
            </a:xfrm>
            <a:custGeom>
              <a:avLst/>
              <a:gdLst/>
              <a:ahLst/>
              <a:cxnLst/>
              <a:rect l="l" t="t" r="r" b="b"/>
              <a:pathLst>
                <a:path w="2497" h="2138" extrusionOk="0">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56" name="Google Shape;3156;p60"/>
            <p:cNvSpPr/>
            <p:nvPr/>
          </p:nvSpPr>
          <p:spPr>
            <a:xfrm>
              <a:off x="6103700" y="2256925"/>
              <a:ext cx="62575" cy="53425"/>
            </a:xfrm>
            <a:custGeom>
              <a:avLst/>
              <a:gdLst/>
              <a:ahLst/>
              <a:cxnLst/>
              <a:rect l="l" t="t" r="r" b="b"/>
              <a:pathLst>
                <a:path w="2503" h="2137" extrusionOk="0">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9" y="0"/>
                    <a:pt x="107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57" name="Google Shape;3157;p60"/>
            <p:cNvSpPr/>
            <p:nvPr/>
          </p:nvSpPr>
          <p:spPr>
            <a:xfrm>
              <a:off x="6103700" y="2180700"/>
              <a:ext cx="62425" cy="53350"/>
            </a:xfrm>
            <a:custGeom>
              <a:avLst/>
              <a:gdLst/>
              <a:ahLst/>
              <a:cxnLst/>
              <a:rect l="l" t="t" r="r" b="b"/>
              <a:pathLst>
                <a:path w="2497" h="2134" extrusionOk="0">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58" name="Google Shape;3158;p60"/>
            <p:cNvSpPr/>
            <p:nvPr/>
          </p:nvSpPr>
          <p:spPr>
            <a:xfrm>
              <a:off x="6103700" y="210450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59" name="Google Shape;3159;p60"/>
            <p:cNvSpPr/>
            <p:nvPr/>
          </p:nvSpPr>
          <p:spPr>
            <a:xfrm>
              <a:off x="6103700" y="1342750"/>
              <a:ext cx="62425" cy="53450"/>
            </a:xfrm>
            <a:custGeom>
              <a:avLst/>
              <a:gdLst/>
              <a:ahLst/>
              <a:cxnLst/>
              <a:rect l="l" t="t" r="r" b="b"/>
              <a:pathLst>
                <a:path w="2497" h="2138" extrusionOk="0">
                  <a:moveTo>
                    <a:pt x="1066" y="1"/>
                  </a:moveTo>
                  <a:cubicBezTo>
                    <a:pt x="481" y="1"/>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60" name="Google Shape;3160;p60"/>
            <p:cNvSpPr/>
            <p:nvPr/>
          </p:nvSpPr>
          <p:spPr>
            <a:xfrm>
              <a:off x="6027500" y="2180700"/>
              <a:ext cx="62425" cy="53350"/>
            </a:xfrm>
            <a:custGeom>
              <a:avLst/>
              <a:gdLst/>
              <a:ahLst/>
              <a:cxnLst/>
              <a:rect l="l" t="t" r="r" b="b"/>
              <a:pathLst>
                <a:path w="2497" h="2134" extrusionOk="0">
                  <a:moveTo>
                    <a:pt x="1073" y="1"/>
                  </a:moveTo>
                  <a:cubicBezTo>
                    <a:pt x="480" y="1"/>
                    <a:pt x="9" y="480"/>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61" name="Google Shape;3161;p60"/>
            <p:cNvSpPr/>
            <p:nvPr/>
          </p:nvSpPr>
          <p:spPr>
            <a:xfrm>
              <a:off x="6027500" y="1342750"/>
              <a:ext cx="62425" cy="53450"/>
            </a:xfrm>
            <a:custGeom>
              <a:avLst/>
              <a:gdLst/>
              <a:ahLst/>
              <a:cxnLst/>
              <a:rect l="l" t="t" r="r" b="b"/>
              <a:pathLst>
                <a:path w="2497" h="2138" extrusionOk="0">
                  <a:moveTo>
                    <a:pt x="1073" y="1"/>
                  </a:moveTo>
                  <a:cubicBezTo>
                    <a:pt x="480" y="1"/>
                    <a:pt x="9" y="481"/>
                    <a:pt x="0" y="1066"/>
                  </a:cubicBezTo>
                  <a:cubicBezTo>
                    <a:pt x="0" y="1710"/>
                    <a:pt x="529" y="2138"/>
                    <a:pt x="1078" y="2138"/>
                  </a:cubicBezTo>
                  <a:cubicBezTo>
                    <a:pt x="1340" y="2138"/>
                    <a:pt x="1606" y="2040"/>
                    <a:pt x="1821" y="1822"/>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62" name="Google Shape;3162;p60"/>
            <p:cNvSpPr/>
            <p:nvPr/>
          </p:nvSpPr>
          <p:spPr>
            <a:xfrm>
              <a:off x="5951475" y="2485550"/>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63" name="Google Shape;3163;p60"/>
            <p:cNvSpPr/>
            <p:nvPr/>
          </p:nvSpPr>
          <p:spPr>
            <a:xfrm>
              <a:off x="5951475"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64" name="Google Shape;3164;p60"/>
            <p:cNvSpPr/>
            <p:nvPr/>
          </p:nvSpPr>
          <p:spPr>
            <a:xfrm>
              <a:off x="5951475"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65" name="Google Shape;3165;p60"/>
            <p:cNvSpPr/>
            <p:nvPr/>
          </p:nvSpPr>
          <p:spPr>
            <a:xfrm>
              <a:off x="5951475"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66" name="Google Shape;3166;p60"/>
            <p:cNvSpPr/>
            <p:nvPr/>
          </p:nvSpPr>
          <p:spPr>
            <a:xfrm>
              <a:off x="595147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67" name="Google Shape;3167;p60"/>
            <p:cNvSpPr/>
            <p:nvPr/>
          </p:nvSpPr>
          <p:spPr>
            <a:xfrm>
              <a:off x="5875275" y="271400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68" name="Google Shape;3168;p60"/>
            <p:cNvSpPr/>
            <p:nvPr/>
          </p:nvSpPr>
          <p:spPr>
            <a:xfrm>
              <a:off x="5875275" y="2637775"/>
              <a:ext cx="62225" cy="53450"/>
            </a:xfrm>
            <a:custGeom>
              <a:avLst/>
              <a:gdLst/>
              <a:ahLst/>
              <a:cxnLst/>
              <a:rect l="l" t="t" r="r" b="b"/>
              <a:pathLst>
                <a:path w="2489" h="2138" extrusionOk="0">
                  <a:moveTo>
                    <a:pt x="1065" y="1"/>
                  </a:moveTo>
                  <a:cubicBezTo>
                    <a:pt x="480" y="1"/>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69" name="Google Shape;3169;p60"/>
            <p:cNvSpPr/>
            <p:nvPr/>
          </p:nvSpPr>
          <p:spPr>
            <a:xfrm>
              <a:off x="5875275" y="2561575"/>
              <a:ext cx="62225" cy="53425"/>
            </a:xfrm>
            <a:custGeom>
              <a:avLst/>
              <a:gdLst/>
              <a:ahLst/>
              <a:cxnLst/>
              <a:rect l="l" t="t" r="r" b="b"/>
              <a:pathLst>
                <a:path w="2489"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70" name="Google Shape;3170;p60"/>
            <p:cNvSpPr/>
            <p:nvPr/>
          </p:nvSpPr>
          <p:spPr>
            <a:xfrm>
              <a:off x="5875275" y="2485550"/>
              <a:ext cx="62225" cy="53300"/>
            </a:xfrm>
            <a:custGeom>
              <a:avLst/>
              <a:gdLst/>
              <a:ahLst/>
              <a:cxnLst/>
              <a:rect l="l" t="t" r="r" b="b"/>
              <a:pathLst>
                <a:path w="2489" h="2132" extrusionOk="0">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71" name="Google Shape;3171;p60"/>
            <p:cNvSpPr/>
            <p:nvPr/>
          </p:nvSpPr>
          <p:spPr>
            <a:xfrm>
              <a:off x="5875275" y="2333125"/>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72" name="Google Shape;3172;p60"/>
            <p:cNvSpPr/>
            <p:nvPr/>
          </p:nvSpPr>
          <p:spPr>
            <a:xfrm>
              <a:off x="5875275"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73" name="Google Shape;3173;p60"/>
            <p:cNvSpPr/>
            <p:nvPr/>
          </p:nvSpPr>
          <p:spPr>
            <a:xfrm>
              <a:off x="5875275" y="134275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74" name="Google Shape;3174;p60"/>
            <p:cNvSpPr/>
            <p:nvPr/>
          </p:nvSpPr>
          <p:spPr>
            <a:xfrm>
              <a:off x="5799275" y="2714000"/>
              <a:ext cx="62200" cy="53350"/>
            </a:xfrm>
            <a:custGeom>
              <a:avLst/>
              <a:gdLst/>
              <a:ahLst/>
              <a:cxnLst/>
              <a:rect l="l" t="t" r="r" b="b"/>
              <a:pathLst>
                <a:path w="2488" h="2134" extrusionOk="0">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75" name="Google Shape;3175;p60"/>
            <p:cNvSpPr/>
            <p:nvPr/>
          </p:nvSpPr>
          <p:spPr>
            <a:xfrm>
              <a:off x="5799275" y="1342750"/>
              <a:ext cx="62200" cy="53450"/>
            </a:xfrm>
            <a:custGeom>
              <a:avLst/>
              <a:gdLst/>
              <a:ahLst/>
              <a:cxnLst/>
              <a:rect l="l" t="t" r="r" b="b"/>
              <a:pathLst>
                <a:path w="2488" h="2138" extrusionOk="0">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76" name="Google Shape;3176;p60"/>
            <p:cNvSpPr/>
            <p:nvPr/>
          </p:nvSpPr>
          <p:spPr>
            <a:xfrm>
              <a:off x="5799125" y="1190550"/>
              <a:ext cx="62350" cy="53425"/>
            </a:xfrm>
            <a:custGeom>
              <a:avLst/>
              <a:gdLst/>
              <a:ahLst/>
              <a:cxnLst/>
              <a:rect l="l" t="t" r="r" b="b"/>
              <a:pathLst>
                <a:path w="2494" h="2137" extrusionOk="0">
                  <a:moveTo>
                    <a:pt x="1063" y="0"/>
                  </a:moveTo>
                  <a:cubicBezTo>
                    <a:pt x="478" y="0"/>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77" name="Google Shape;3177;p60"/>
            <p:cNvSpPr/>
            <p:nvPr/>
          </p:nvSpPr>
          <p:spPr>
            <a:xfrm>
              <a:off x="5723050" y="3094850"/>
              <a:ext cx="62225" cy="53350"/>
            </a:xfrm>
            <a:custGeom>
              <a:avLst/>
              <a:gdLst/>
              <a:ahLst/>
              <a:cxnLst/>
              <a:rect l="l" t="t" r="r" b="b"/>
              <a:pathLst>
                <a:path w="2489" h="2134" extrusionOk="0">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78" name="Google Shape;3178;p60"/>
            <p:cNvSpPr/>
            <p:nvPr/>
          </p:nvSpPr>
          <p:spPr>
            <a:xfrm>
              <a:off x="5723050" y="3018650"/>
              <a:ext cx="62225" cy="53425"/>
            </a:xfrm>
            <a:custGeom>
              <a:avLst/>
              <a:gdLst/>
              <a:ahLst/>
              <a:cxnLst/>
              <a:rect l="l" t="t" r="r" b="b"/>
              <a:pathLst>
                <a:path w="2489" h="2137" extrusionOk="0">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79" name="Google Shape;3179;p60"/>
            <p:cNvSpPr/>
            <p:nvPr/>
          </p:nvSpPr>
          <p:spPr>
            <a:xfrm>
              <a:off x="5723050" y="2942425"/>
              <a:ext cx="62225" cy="53450"/>
            </a:xfrm>
            <a:custGeom>
              <a:avLst/>
              <a:gdLst/>
              <a:ahLst/>
              <a:cxnLst/>
              <a:rect l="l" t="t" r="r" b="b"/>
              <a:pathLst>
                <a:path w="2489" h="2138" extrusionOk="0">
                  <a:moveTo>
                    <a:pt x="1065" y="1"/>
                  </a:moveTo>
                  <a:cubicBezTo>
                    <a:pt x="472" y="9"/>
                    <a:pt x="0" y="480"/>
                    <a:pt x="0" y="1074"/>
                  </a:cubicBezTo>
                  <a:cubicBezTo>
                    <a:pt x="0" y="1712"/>
                    <a:pt x="525" y="2137"/>
                    <a:pt x="1071"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80" name="Google Shape;3180;p60"/>
            <p:cNvSpPr/>
            <p:nvPr/>
          </p:nvSpPr>
          <p:spPr>
            <a:xfrm>
              <a:off x="5723050" y="2714000"/>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81" name="Google Shape;3181;p60"/>
            <p:cNvSpPr/>
            <p:nvPr/>
          </p:nvSpPr>
          <p:spPr>
            <a:xfrm>
              <a:off x="5723050" y="1342750"/>
              <a:ext cx="62225" cy="53450"/>
            </a:xfrm>
            <a:custGeom>
              <a:avLst/>
              <a:gdLst/>
              <a:ahLst/>
              <a:cxnLst/>
              <a:rect l="l" t="t" r="r" b="b"/>
              <a:pathLst>
                <a:path w="2489" h="2138" extrusionOk="0">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82" name="Google Shape;3182;p60"/>
            <p:cNvSpPr/>
            <p:nvPr/>
          </p:nvSpPr>
          <p:spPr>
            <a:xfrm>
              <a:off x="5722900" y="1190550"/>
              <a:ext cx="62375" cy="53425"/>
            </a:xfrm>
            <a:custGeom>
              <a:avLst/>
              <a:gdLst/>
              <a:ahLst/>
              <a:cxnLst/>
              <a:rect l="l" t="t" r="r" b="b"/>
              <a:pathLst>
                <a:path w="2495" h="2137" extrusionOk="0">
                  <a:moveTo>
                    <a:pt x="1071" y="0"/>
                  </a:moveTo>
                  <a:cubicBezTo>
                    <a:pt x="478" y="0"/>
                    <a:pt x="6" y="480"/>
                    <a:pt x="6" y="1065"/>
                  </a:cubicBezTo>
                  <a:cubicBezTo>
                    <a:pt x="1" y="1709"/>
                    <a:pt x="524" y="2137"/>
                    <a:pt x="1072" y="2137"/>
                  </a:cubicBezTo>
                  <a:cubicBezTo>
                    <a:pt x="1334" y="2137"/>
                    <a:pt x="1601" y="2039"/>
                    <a:pt x="1819" y="1821"/>
                  </a:cubicBezTo>
                  <a:cubicBezTo>
                    <a:pt x="2494" y="1146"/>
                    <a:pt x="2014" y="0"/>
                    <a:pt x="1071"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83" name="Google Shape;3183;p60"/>
            <p:cNvSpPr/>
            <p:nvPr/>
          </p:nvSpPr>
          <p:spPr>
            <a:xfrm>
              <a:off x="5646825" y="3018650"/>
              <a:ext cx="62225" cy="53425"/>
            </a:xfrm>
            <a:custGeom>
              <a:avLst/>
              <a:gdLst/>
              <a:ahLst/>
              <a:cxnLst/>
              <a:rect l="l" t="t" r="r" b="b"/>
              <a:pathLst>
                <a:path w="2489" h="2137" extrusionOk="0">
                  <a:moveTo>
                    <a:pt x="1066" y="0"/>
                  </a:moveTo>
                  <a:cubicBezTo>
                    <a:pt x="472" y="0"/>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84" name="Google Shape;3184;p60"/>
            <p:cNvSpPr/>
            <p:nvPr/>
          </p:nvSpPr>
          <p:spPr>
            <a:xfrm>
              <a:off x="5646825" y="2866425"/>
              <a:ext cx="62225" cy="53275"/>
            </a:xfrm>
            <a:custGeom>
              <a:avLst/>
              <a:gdLst/>
              <a:ahLst/>
              <a:cxnLst/>
              <a:rect l="l" t="t" r="r" b="b"/>
              <a:pathLst>
                <a:path w="2489" h="2131" extrusionOk="0">
                  <a:moveTo>
                    <a:pt x="1066" y="0"/>
                  </a:moveTo>
                  <a:cubicBezTo>
                    <a:pt x="472" y="0"/>
                    <a:pt x="1" y="472"/>
                    <a:pt x="1" y="1065"/>
                  </a:cubicBezTo>
                  <a:cubicBezTo>
                    <a:pt x="1" y="1707"/>
                    <a:pt x="523" y="2131"/>
                    <a:pt x="1068" y="2131"/>
                  </a:cubicBezTo>
                  <a:cubicBezTo>
                    <a:pt x="1330" y="2131"/>
                    <a:pt x="1597" y="2032"/>
                    <a:pt x="1814" y="1813"/>
                  </a:cubicBezTo>
                  <a:cubicBezTo>
                    <a:pt x="2489"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85" name="Google Shape;3185;p60"/>
            <p:cNvSpPr/>
            <p:nvPr/>
          </p:nvSpPr>
          <p:spPr>
            <a:xfrm>
              <a:off x="5646825" y="27902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86" name="Google Shape;3186;p60"/>
            <p:cNvSpPr/>
            <p:nvPr/>
          </p:nvSpPr>
          <p:spPr>
            <a:xfrm>
              <a:off x="564682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87" name="Google Shape;3187;p60"/>
            <p:cNvSpPr/>
            <p:nvPr/>
          </p:nvSpPr>
          <p:spPr>
            <a:xfrm>
              <a:off x="5646825" y="1266550"/>
              <a:ext cx="62225" cy="53450"/>
            </a:xfrm>
            <a:custGeom>
              <a:avLst/>
              <a:gdLst/>
              <a:ahLst/>
              <a:cxnLst/>
              <a:rect l="l" t="t" r="r" b="b"/>
              <a:pathLst>
                <a:path w="2489" h="2138" extrusionOk="0">
                  <a:moveTo>
                    <a:pt x="1066" y="0"/>
                  </a:moveTo>
                  <a:cubicBezTo>
                    <a:pt x="472" y="9"/>
                    <a:pt x="1" y="480"/>
                    <a:pt x="1" y="1074"/>
                  </a:cubicBezTo>
                  <a:cubicBezTo>
                    <a:pt x="1" y="1711"/>
                    <a:pt x="525" y="2137"/>
                    <a:pt x="1071" y="2137"/>
                  </a:cubicBezTo>
                  <a:cubicBezTo>
                    <a:pt x="1332" y="2137"/>
                    <a:pt x="1598" y="2040"/>
                    <a:pt x="1814" y="1821"/>
                  </a:cubicBezTo>
                  <a:cubicBezTo>
                    <a:pt x="2489" y="1155"/>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88" name="Google Shape;3188;p60"/>
            <p:cNvSpPr/>
            <p:nvPr/>
          </p:nvSpPr>
          <p:spPr>
            <a:xfrm>
              <a:off x="5646700" y="1190550"/>
              <a:ext cx="62350" cy="53425"/>
            </a:xfrm>
            <a:custGeom>
              <a:avLst/>
              <a:gdLst/>
              <a:ahLst/>
              <a:cxnLst/>
              <a:rect l="l" t="t" r="r" b="b"/>
              <a:pathLst>
                <a:path w="2494" h="2137" extrusionOk="0">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89" name="Google Shape;3189;p60"/>
            <p:cNvSpPr/>
            <p:nvPr/>
          </p:nvSpPr>
          <p:spPr>
            <a:xfrm>
              <a:off x="5570625" y="3018650"/>
              <a:ext cx="62200" cy="53425"/>
            </a:xfrm>
            <a:custGeom>
              <a:avLst/>
              <a:gdLst/>
              <a:ahLst/>
              <a:cxnLst/>
              <a:rect l="l" t="t" r="r" b="b"/>
              <a:pathLst>
                <a:path w="2488" h="2137" extrusionOk="0">
                  <a:moveTo>
                    <a:pt x="1065" y="0"/>
                  </a:moveTo>
                  <a:cubicBezTo>
                    <a:pt x="472" y="0"/>
                    <a:pt x="0" y="480"/>
                    <a:pt x="0" y="1065"/>
                  </a:cubicBezTo>
                  <a:cubicBezTo>
                    <a:pt x="0" y="1709"/>
                    <a:pt x="526" y="2137"/>
                    <a:pt x="1072" y="2137"/>
                  </a:cubicBezTo>
                  <a:cubicBezTo>
                    <a:pt x="1332" y="2137"/>
                    <a:pt x="1598" y="2039"/>
                    <a:pt x="1813" y="1821"/>
                  </a:cubicBezTo>
                  <a:cubicBezTo>
                    <a:pt x="2488" y="1155"/>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90" name="Google Shape;3190;p60"/>
            <p:cNvSpPr/>
            <p:nvPr/>
          </p:nvSpPr>
          <p:spPr>
            <a:xfrm>
              <a:off x="5570625" y="2942425"/>
              <a:ext cx="62200" cy="53450"/>
            </a:xfrm>
            <a:custGeom>
              <a:avLst/>
              <a:gdLst/>
              <a:ahLst/>
              <a:cxnLst/>
              <a:rect l="l" t="t" r="r" b="b"/>
              <a:pathLst>
                <a:path w="2488" h="2138" extrusionOk="0">
                  <a:moveTo>
                    <a:pt x="1065" y="1"/>
                  </a:moveTo>
                  <a:cubicBezTo>
                    <a:pt x="472" y="1"/>
                    <a:pt x="0" y="480"/>
                    <a:pt x="0" y="1074"/>
                  </a:cubicBezTo>
                  <a:cubicBezTo>
                    <a:pt x="0" y="1712"/>
                    <a:pt x="525" y="2137"/>
                    <a:pt x="1071" y="2137"/>
                  </a:cubicBezTo>
                  <a:cubicBezTo>
                    <a:pt x="1332" y="2137"/>
                    <a:pt x="1598" y="2040"/>
                    <a:pt x="1813"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91" name="Google Shape;3191;p60"/>
            <p:cNvSpPr/>
            <p:nvPr/>
          </p:nvSpPr>
          <p:spPr>
            <a:xfrm>
              <a:off x="5570475" y="1190550"/>
              <a:ext cx="62350" cy="53325"/>
            </a:xfrm>
            <a:custGeom>
              <a:avLst/>
              <a:gdLst/>
              <a:ahLst/>
              <a:cxnLst/>
              <a:rect l="l" t="t" r="r" b="b"/>
              <a:pathLst>
                <a:path w="2494" h="2133" extrusionOk="0">
                  <a:moveTo>
                    <a:pt x="1071" y="0"/>
                  </a:moveTo>
                  <a:cubicBezTo>
                    <a:pt x="486" y="0"/>
                    <a:pt x="6" y="472"/>
                    <a:pt x="6" y="1065"/>
                  </a:cubicBezTo>
                  <a:cubicBezTo>
                    <a:pt x="1" y="1709"/>
                    <a:pt x="524" y="2133"/>
                    <a:pt x="1073" y="2133"/>
                  </a:cubicBezTo>
                  <a:cubicBezTo>
                    <a:pt x="1334" y="2133"/>
                    <a:pt x="1601" y="2036"/>
                    <a:pt x="1819" y="1821"/>
                  </a:cubicBezTo>
                  <a:cubicBezTo>
                    <a:pt x="2494" y="1154"/>
                    <a:pt x="2022" y="0"/>
                    <a:pt x="1071"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92" name="Google Shape;3192;p60"/>
            <p:cNvSpPr/>
            <p:nvPr/>
          </p:nvSpPr>
          <p:spPr>
            <a:xfrm>
              <a:off x="5494400" y="2942425"/>
              <a:ext cx="62225" cy="53450"/>
            </a:xfrm>
            <a:custGeom>
              <a:avLst/>
              <a:gdLst/>
              <a:ahLst/>
              <a:cxnLst/>
              <a:rect l="l" t="t" r="r" b="b"/>
              <a:pathLst>
                <a:path w="2489" h="2138" extrusionOk="0">
                  <a:moveTo>
                    <a:pt x="1066" y="1"/>
                  </a:moveTo>
                  <a:cubicBezTo>
                    <a:pt x="480" y="1"/>
                    <a:pt x="1" y="480"/>
                    <a:pt x="1" y="1066"/>
                  </a:cubicBezTo>
                  <a:cubicBezTo>
                    <a:pt x="1" y="1709"/>
                    <a:pt x="526" y="2137"/>
                    <a:pt x="1075" y="2137"/>
                  </a:cubicBezTo>
                  <a:cubicBezTo>
                    <a:pt x="1337" y="2137"/>
                    <a:pt x="1604" y="2040"/>
                    <a:pt x="1822" y="1822"/>
                  </a:cubicBezTo>
                  <a:cubicBezTo>
                    <a:pt x="2488"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93" name="Google Shape;3193;p60"/>
            <p:cNvSpPr/>
            <p:nvPr/>
          </p:nvSpPr>
          <p:spPr>
            <a:xfrm>
              <a:off x="5494400"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3" y="2032"/>
                    <a:pt x="1822" y="1813"/>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94" name="Google Shape;3194;p60"/>
            <p:cNvSpPr/>
            <p:nvPr/>
          </p:nvSpPr>
          <p:spPr>
            <a:xfrm>
              <a:off x="5494275" y="1190550"/>
              <a:ext cx="62350" cy="53325"/>
            </a:xfrm>
            <a:custGeom>
              <a:avLst/>
              <a:gdLst/>
              <a:ahLst/>
              <a:cxnLst/>
              <a:rect l="l" t="t" r="r" b="b"/>
              <a:pathLst>
                <a:path w="2494" h="2133" extrusionOk="0">
                  <a:moveTo>
                    <a:pt x="1071" y="0"/>
                  </a:moveTo>
                  <a:cubicBezTo>
                    <a:pt x="485" y="0"/>
                    <a:pt x="6" y="472"/>
                    <a:pt x="6" y="1065"/>
                  </a:cubicBezTo>
                  <a:cubicBezTo>
                    <a:pt x="0" y="1709"/>
                    <a:pt x="524" y="2133"/>
                    <a:pt x="1072" y="2133"/>
                  </a:cubicBezTo>
                  <a:cubicBezTo>
                    <a:pt x="1334" y="2133"/>
                    <a:pt x="1601" y="2036"/>
                    <a:pt x="1819" y="1821"/>
                  </a:cubicBezTo>
                  <a:cubicBezTo>
                    <a:pt x="2493" y="1154"/>
                    <a:pt x="2022" y="0"/>
                    <a:pt x="1071"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95" name="Google Shape;3195;p60"/>
            <p:cNvSpPr/>
            <p:nvPr/>
          </p:nvSpPr>
          <p:spPr>
            <a:xfrm>
              <a:off x="5418200" y="2866425"/>
              <a:ext cx="62425" cy="53275"/>
            </a:xfrm>
            <a:custGeom>
              <a:avLst/>
              <a:gdLst/>
              <a:ahLst/>
              <a:cxnLst/>
              <a:rect l="l" t="t" r="r" b="b"/>
              <a:pathLst>
                <a:path w="2497" h="2131" extrusionOk="0">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96" name="Google Shape;3196;p60"/>
            <p:cNvSpPr/>
            <p:nvPr/>
          </p:nvSpPr>
          <p:spPr>
            <a:xfrm>
              <a:off x="5418200" y="27902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97" name="Google Shape;3197;p60"/>
            <p:cNvSpPr/>
            <p:nvPr/>
          </p:nvSpPr>
          <p:spPr>
            <a:xfrm>
              <a:off x="5418200" y="1266550"/>
              <a:ext cx="62425" cy="53450"/>
            </a:xfrm>
            <a:custGeom>
              <a:avLst/>
              <a:gdLst/>
              <a:ahLst/>
              <a:cxnLst/>
              <a:rect l="l" t="t" r="r" b="b"/>
              <a:pathLst>
                <a:path w="2497" h="2138" extrusionOk="0">
                  <a:moveTo>
                    <a:pt x="1065" y="0"/>
                  </a:moveTo>
                  <a:cubicBezTo>
                    <a:pt x="480" y="9"/>
                    <a:pt x="0"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98" name="Google Shape;3198;p60"/>
            <p:cNvSpPr/>
            <p:nvPr/>
          </p:nvSpPr>
          <p:spPr>
            <a:xfrm>
              <a:off x="5418200" y="11905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199" name="Google Shape;3199;p60"/>
            <p:cNvSpPr/>
            <p:nvPr/>
          </p:nvSpPr>
          <p:spPr>
            <a:xfrm>
              <a:off x="5341975" y="271400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00" name="Google Shape;3200;p60"/>
            <p:cNvSpPr/>
            <p:nvPr/>
          </p:nvSpPr>
          <p:spPr>
            <a:xfrm>
              <a:off x="5341975" y="1266550"/>
              <a:ext cx="62425" cy="53450"/>
            </a:xfrm>
            <a:custGeom>
              <a:avLst/>
              <a:gdLst/>
              <a:ahLst/>
              <a:cxnLst/>
              <a:rect l="l" t="t" r="r" b="b"/>
              <a:pathLst>
                <a:path w="2497" h="2138" extrusionOk="0">
                  <a:moveTo>
                    <a:pt x="1074" y="0"/>
                  </a:moveTo>
                  <a:cubicBezTo>
                    <a:pt x="480"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01" name="Google Shape;3201;p60"/>
            <p:cNvSpPr/>
            <p:nvPr/>
          </p:nvSpPr>
          <p:spPr>
            <a:xfrm>
              <a:off x="5265775" y="2790200"/>
              <a:ext cx="62200" cy="53350"/>
            </a:xfrm>
            <a:custGeom>
              <a:avLst/>
              <a:gdLst/>
              <a:ahLst/>
              <a:cxnLst/>
              <a:rect l="l" t="t" r="r" b="b"/>
              <a:pathLst>
                <a:path w="2488" h="2134" extrusionOk="0">
                  <a:moveTo>
                    <a:pt x="1065" y="1"/>
                  </a:moveTo>
                  <a:cubicBezTo>
                    <a:pt x="480" y="1"/>
                    <a:pt x="0" y="472"/>
                    <a:pt x="0" y="1066"/>
                  </a:cubicBezTo>
                  <a:cubicBezTo>
                    <a:pt x="0" y="1709"/>
                    <a:pt x="522" y="2134"/>
                    <a:pt x="1068" y="2134"/>
                  </a:cubicBezTo>
                  <a:cubicBezTo>
                    <a:pt x="1329" y="2134"/>
                    <a:pt x="1595" y="2037"/>
                    <a:pt x="1813"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02" name="Google Shape;3202;p60"/>
            <p:cNvSpPr/>
            <p:nvPr/>
          </p:nvSpPr>
          <p:spPr>
            <a:xfrm>
              <a:off x="5265775" y="2714000"/>
              <a:ext cx="62200" cy="53350"/>
            </a:xfrm>
            <a:custGeom>
              <a:avLst/>
              <a:gdLst/>
              <a:ahLst/>
              <a:cxnLst/>
              <a:rect l="l" t="t" r="r" b="b"/>
              <a:pathLst>
                <a:path w="2488" h="2134" extrusionOk="0">
                  <a:moveTo>
                    <a:pt x="1065" y="0"/>
                  </a:moveTo>
                  <a:cubicBezTo>
                    <a:pt x="480" y="0"/>
                    <a:pt x="0" y="480"/>
                    <a:pt x="0" y="1065"/>
                  </a:cubicBezTo>
                  <a:cubicBezTo>
                    <a:pt x="0" y="1709"/>
                    <a:pt x="522" y="2133"/>
                    <a:pt x="1068" y="2133"/>
                  </a:cubicBezTo>
                  <a:cubicBezTo>
                    <a:pt x="1329" y="2133"/>
                    <a:pt x="1595" y="2036"/>
                    <a:pt x="1813" y="1821"/>
                  </a:cubicBezTo>
                  <a:cubicBezTo>
                    <a:pt x="2488" y="1155"/>
                    <a:pt x="2016" y="8"/>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03" name="Google Shape;3203;p60"/>
            <p:cNvSpPr/>
            <p:nvPr/>
          </p:nvSpPr>
          <p:spPr>
            <a:xfrm>
              <a:off x="5265775" y="1266550"/>
              <a:ext cx="62200" cy="53450"/>
            </a:xfrm>
            <a:custGeom>
              <a:avLst/>
              <a:gdLst/>
              <a:ahLst/>
              <a:cxnLst/>
              <a:rect l="l" t="t" r="r" b="b"/>
              <a:pathLst>
                <a:path w="2488" h="2138" extrusionOk="0">
                  <a:moveTo>
                    <a:pt x="1065" y="0"/>
                  </a:moveTo>
                  <a:cubicBezTo>
                    <a:pt x="480" y="0"/>
                    <a:pt x="0" y="480"/>
                    <a:pt x="0" y="1074"/>
                  </a:cubicBezTo>
                  <a:cubicBezTo>
                    <a:pt x="0" y="1711"/>
                    <a:pt x="521" y="2137"/>
                    <a:pt x="1067" y="2137"/>
                  </a:cubicBezTo>
                  <a:cubicBezTo>
                    <a:pt x="1328" y="2137"/>
                    <a:pt x="1595" y="2040"/>
                    <a:pt x="1813" y="1821"/>
                  </a:cubicBezTo>
                  <a:cubicBezTo>
                    <a:pt x="2488" y="1155"/>
                    <a:pt x="2016" y="9"/>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04" name="Google Shape;3204;p60"/>
            <p:cNvSpPr/>
            <p:nvPr/>
          </p:nvSpPr>
          <p:spPr>
            <a:xfrm>
              <a:off x="5189550" y="2866425"/>
              <a:ext cx="62425" cy="53275"/>
            </a:xfrm>
            <a:custGeom>
              <a:avLst/>
              <a:gdLst/>
              <a:ahLst/>
              <a:cxnLst/>
              <a:rect l="l" t="t" r="r" b="b"/>
              <a:pathLst>
                <a:path w="2497" h="2131" extrusionOk="0">
                  <a:moveTo>
                    <a:pt x="1066" y="0"/>
                  </a:moveTo>
                  <a:cubicBezTo>
                    <a:pt x="480" y="0"/>
                    <a:pt x="1" y="472"/>
                    <a:pt x="1" y="1065"/>
                  </a:cubicBezTo>
                  <a:cubicBezTo>
                    <a:pt x="1" y="1707"/>
                    <a:pt x="523" y="2131"/>
                    <a:pt x="1070" y="2131"/>
                  </a:cubicBezTo>
                  <a:cubicBezTo>
                    <a:pt x="1333" y="2131"/>
                    <a:pt x="1602" y="2032"/>
                    <a:pt x="1822" y="1813"/>
                  </a:cubicBezTo>
                  <a:cubicBezTo>
                    <a:pt x="2496"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05" name="Google Shape;3205;p60"/>
            <p:cNvSpPr/>
            <p:nvPr/>
          </p:nvSpPr>
          <p:spPr>
            <a:xfrm>
              <a:off x="5189550" y="2790200"/>
              <a:ext cx="62225" cy="53350"/>
            </a:xfrm>
            <a:custGeom>
              <a:avLst/>
              <a:gdLst/>
              <a:ahLst/>
              <a:cxnLst/>
              <a:rect l="l" t="t" r="r" b="b"/>
              <a:pathLst>
                <a:path w="2489" h="2134" extrusionOk="0">
                  <a:moveTo>
                    <a:pt x="1066" y="1"/>
                  </a:moveTo>
                  <a:cubicBezTo>
                    <a:pt x="480" y="1"/>
                    <a:pt x="1" y="472"/>
                    <a:pt x="1" y="1066"/>
                  </a:cubicBezTo>
                  <a:cubicBezTo>
                    <a:pt x="1" y="1709"/>
                    <a:pt x="522" y="2134"/>
                    <a:pt x="1069" y="2134"/>
                  </a:cubicBezTo>
                  <a:cubicBezTo>
                    <a:pt x="1329" y="2134"/>
                    <a:pt x="1596" y="2037"/>
                    <a:pt x="1814" y="1822"/>
                  </a:cubicBezTo>
                  <a:cubicBezTo>
                    <a:pt x="2488"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06" name="Google Shape;3206;p60"/>
            <p:cNvSpPr/>
            <p:nvPr/>
          </p:nvSpPr>
          <p:spPr>
            <a:xfrm>
              <a:off x="5189550" y="1342750"/>
              <a:ext cx="62225" cy="53350"/>
            </a:xfrm>
            <a:custGeom>
              <a:avLst/>
              <a:gdLst/>
              <a:ahLst/>
              <a:cxnLst/>
              <a:rect l="l" t="t" r="r" b="b"/>
              <a:pathLst>
                <a:path w="2489" h="2134" extrusionOk="0">
                  <a:moveTo>
                    <a:pt x="1066" y="1"/>
                  </a:moveTo>
                  <a:cubicBezTo>
                    <a:pt x="480" y="1"/>
                    <a:pt x="1" y="481"/>
                    <a:pt x="1" y="1066"/>
                  </a:cubicBezTo>
                  <a:cubicBezTo>
                    <a:pt x="1" y="1710"/>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07" name="Google Shape;3207;p60"/>
            <p:cNvSpPr/>
            <p:nvPr/>
          </p:nvSpPr>
          <p:spPr>
            <a:xfrm>
              <a:off x="5113350" y="3094850"/>
              <a:ext cx="62400" cy="53350"/>
            </a:xfrm>
            <a:custGeom>
              <a:avLst/>
              <a:gdLst/>
              <a:ahLst/>
              <a:cxnLst/>
              <a:rect l="l" t="t" r="r" b="b"/>
              <a:pathLst>
                <a:path w="2496" h="2134" extrusionOk="0">
                  <a:moveTo>
                    <a:pt x="1073" y="1"/>
                  </a:moveTo>
                  <a:cubicBezTo>
                    <a:pt x="480" y="1"/>
                    <a:pt x="0"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08" name="Google Shape;3208;p60"/>
            <p:cNvSpPr/>
            <p:nvPr/>
          </p:nvSpPr>
          <p:spPr>
            <a:xfrm>
              <a:off x="5113350" y="3018650"/>
              <a:ext cx="62400" cy="53425"/>
            </a:xfrm>
            <a:custGeom>
              <a:avLst/>
              <a:gdLst/>
              <a:ahLst/>
              <a:cxnLst/>
              <a:rect l="l" t="t" r="r" b="b"/>
              <a:pathLst>
                <a:path w="2496" h="2137" extrusionOk="0">
                  <a:moveTo>
                    <a:pt x="1073" y="0"/>
                  </a:moveTo>
                  <a:cubicBezTo>
                    <a:pt x="480" y="0"/>
                    <a:pt x="0" y="480"/>
                    <a:pt x="0" y="1065"/>
                  </a:cubicBezTo>
                  <a:cubicBezTo>
                    <a:pt x="0" y="1709"/>
                    <a:pt x="529" y="2137"/>
                    <a:pt x="1078" y="2137"/>
                  </a:cubicBezTo>
                  <a:cubicBezTo>
                    <a:pt x="1339" y="2137"/>
                    <a:pt x="1606" y="2039"/>
                    <a:pt x="1821" y="1821"/>
                  </a:cubicBezTo>
                  <a:cubicBezTo>
                    <a:pt x="2496" y="1146"/>
                    <a:pt x="2016" y="0"/>
                    <a:pt x="1073"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09" name="Google Shape;3209;p60"/>
            <p:cNvSpPr/>
            <p:nvPr/>
          </p:nvSpPr>
          <p:spPr>
            <a:xfrm>
              <a:off x="5113350" y="2942425"/>
              <a:ext cx="62400" cy="53450"/>
            </a:xfrm>
            <a:custGeom>
              <a:avLst/>
              <a:gdLst/>
              <a:ahLst/>
              <a:cxnLst/>
              <a:rect l="l" t="t" r="r" b="b"/>
              <a:pathLst>
                <a:path w="2496" h="2138" extrusionOk="0">
                  <a:moveTo>
                    <a:pt x="1073" y="1"/>
                  </a:moveTo>
                  <a:cubicBezTo>
                    <a:pt x="480" y="1"/>
                    <a:pt x="8" y="480"/>
                    <a:pt x="0" y="1066"/>
                  </a:cubicBezTo>
                  <a:cubicBezTo>
                    <a:pt x="0" y="1709"/>
                    <a:pt x="525" y="2137"/>
                    <a:pt x="1074" y="2137"/>
                  </a:cubicBezTo>
                  <a:cubicBezTo>
                    <a:pt x="1336" y="2137"/>
                    <a:pt x="1603" y="2040"/>
                    <a:pt x="1821" y="1822"/>
                  </a:cubicBezTo>
                  <a:cubicBezTo>
                    <a:pt x="2496" y="1155"/>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10" name="Google Shape;3210;p60"/>
            <p:cNvSpPr/>
            <p:nvPr/>
          </p:nvSpPr>
          <p:spPr>
            <a:xfrm>
              <a:off x="5113350" y="2866425"/>
              <a:ext cx="62400" cy="53275"/>
            </a:xfrm>
            <a:custGeom>
              <a:avLst/>
              <a:gdLst/>
              <a:ahLst/>
              <a:cxnLst/>
              <a:rect l="l" t="t" r="r" b="b"/>
              <a:pathLst>
                <a:path w="2496" h="2131" extrusionOk="0">
                  <a:moveTo>
                    <a:pt x="1073" y="0"/>
                  </a:moveTo>
                  <a:cubicBezTo>
                    <a:pt x="480" y="0"/>
                    <a:pt x="0" y="472"/>
                    <a:pt x="0" y="1065"/>
                  </a:cubicBezTo>
                  <a:cubicBezTo>
                    <a:pt x="0" y="1707"/>
                    <a:pt x="526" y="2131"/>
                    <a:pt x="1073" y="2131"/>
                  </a:cubicBezTo>
                  <a:cubicBezTo>
                    <a:pt x="1336" y="2131"/>
                    <a:pt x="1604" y="2032"/>
                    <a:pt x="1821" y="1813"/>
                  </a:cubicBezTo>
                  <a:cubicBezTo>
                    <a:pt x="2496" y="1146"/>
                    <a:pt x="2016" y="0"/>
                    <a:pt x="1073"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11" name="Google Shape;3211;p60"/>
            <p:cNvSpPr/>
            <p:nvPr/>
          </p:nvSpPr>
          <p:spPr>
            <a:xfrm>
              <a:off x="5113350" y="2790200"/>
              <a:ext cx="62400" cy="53350"/>
            </a:xfrm>
            <a:custGeom>
              <a:avLst/>
              <a:gdLst/>
              <a:ahLst/>
              <a:cxnLst/>
              <a:rect l="l" t="t" r="r" b="b"/>
              <a:pathLst>
                <a:path w="2496" h="2134" extrusionOk="0">
                  <a:moveTo>
                    <a:pt x="1073" y="1"/>
                  </a:moveTo>
                  <a:cubicBezTo>
                    <a:pt x="480" y="1"/>
                    <a:pt x="8"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12" name="Google Shape;3212;p60"/>
            <p:cNvSpPr/>
            <p:nvPr/>
          </p:nvSpPr>
          <p:spPr>
            <a:xfrm>
              <a:off x="5113350" y="2714000"/>
              <a:ext cx="62400" cy="53350"/>
            </a:xfrm>
            <a:custGeom>
              <a:avLst/>
              <a:gdLst/>
              <a:ahLst/>
              <a:cxnLst/>
              <a:rect l="l" t="t" r="r" b="b"/>
              <a:pathLst>
                <a:path w="2496" h="2134" extrusionOk="0">
                  <a:moveTo>
                    <a:pt x="1073" y="0"/>
                  </a:moveTo>
                  <a:cubicBezTo>
                    <a:pt x="480" y="0"/>
                    <a:pt x="0"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13" name="Google Shape;3213;p60"/>
            <p:cNvSpPr/>
            <p:nvPr/>
          </p:nvSpPr>
          <p:spPr>
            <a:xfrm>
              <a:off x="5113350" y="1418975"/>
              <a:ext cx="62400" cy="53350"/>
            </a:xfrm>
            <a:custGeom>
              <a:avLst/>
              <a:gdLst/>
              <a:ahLst/>
              <a:cxnLst/>
              <a:rect l="l" t="t" r="r" b="b"/>
              <a:pathLst>
                <a:path w="2496" h="2134" extrusionOk="0">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14" name="Google Shape;3214;p60"/>
            <p:cNvSpPr/>
            <p:nvPr/>
          </p:nvSpPr>
          <p:spPr>
            <a:xfrm>
              <a:off x="5113350" y="1342750"/>
              <a:ext cx="62400" cy="53450"/>
            </a:xfrm>
            <a:custGeom>
              <a:avLst/>
              <a:gdLst/>
              <a:ahLst/>
              <a:cxnLst/>
              <a:rect l="l" t="t" r="r" b="b"/>
              <a:pathLst>
                <a:path w="2496" h="2138" extrusionOk="0">
                  <a:moveTo>
                    <a:pt x="1073" y="1"/>
                  </a:moveTo>
                  <a:cubicBezTo>
                    <a:pt x="480" y="1"/>
                    <a:pt x="8" y="481"/>
                    <a:pt x="0" y="1066"/>
                  </a:cubicBezTo>
                  <a:cubicBezTo>
                    <a:pt x="0" y="1710"/>
                    <a:pt x="525" y="2138"/>
                    <a:pt x="1074" y="2138"/>
                  </a:cubicBezTo>
                  <a:cubicBezTo>
                    <a:pt x="1336" y="2138"/>
                    <a:pt x="1603" y="2040"/>
                    <a:pt x="1821" y="1822"/>
                  </a:cubicBezTo>
                  <a:cubicBezTo>
                    <a:pt x="2496" y="1147"/>
                    <a:pt x="2016" y="1"/>
                    <a:pt x="1073"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15" name="Google Shape;3215;p60"/>
            <p:cNvSpPr/>
            <p:nvPr/>
          </p:nvSpPr>
          <p:spPr>
            <a:xfrm>
              <a:off x="5037325" y="3018650"/>
              <a:ext cx="62225" cy="53425"/>
            </a:xfrm>
            <a:custGeom>
              <a:avLst/>
              <a:gdLst/>
              <a:ahLst/>
              <a:cxnLst/>
              <a:rect l="l" t="t" r="r" b="b"/>
              <a:pathLst>
                <a:path w="2489" h="2137" extrusionOk="0">
                  <a:moveTo>
                    <a:pt x="1066" y="0"/>
                  </a:moveTo>
                  <a:cubicBezTo>
                    <a:pt x="472" y="0"/>
                    <a:pt x="1" y="480"/>
                    <a:pt x="1" y="1065"/>
                  </a:cubicBezTo>
                  <a:cubicBezTo>
                    <a:pt x="1" y="1709"/>
                    <a:pt x="526" y="2137"/>
                    <a:pt x="1072" y="2137"/>
                  </a:cubicBezTo>
                  <a:cubicBezTo>
                    <a:pt x="1333" y="2137"/>
                    <a:pt x="1598" y="2039"/>
                    <a:pt x="1814" y="1821"/>
                  </a:cubicBezTo>
                  <a:cubicBezTo>
                    <a:pt x="2488" y="1146"/>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16" name="Google Shape;3216;p60"/>
            <p:cNvSpPr/>
            <p:nvPr/>
          </p:nvSpPr>
          <p:spPr>
            <a:xfrm>
              <a:off x="5037325"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17" name="Google Shape;3217;p60"/>
            <p:cNvSpPr/>
            <p:nvPr/>
          </p:nvSpPr>
          <p:spPr>
            <a:xfrm>
              <a:off x="5037325" y="2866425"/>
              <a:ext cx="62225" cy="53275"/>
            </a:xfrm>
            <a:custGeom>
              <a:avLst/>
              <a:gdLst/>
              <a:ahLst/>
              <a:cxnLst/>
              <a:rect l="l" t="t" r="r" b="b"/>
              <a:pathLst>
                <a:path w="2489" h="2131" extrusionOk="0">
                  <a:moveTo>
                    <a:pt x="1066" y="0"/>
                  </a:moveTo>
                  <a:cubicBezTo>
                    <a:pt x="472" y="0"/>
                    <a:pt x="1" y="472"/>
                    <a:pt x="1" y="1065"/>
                  </a:cubicBezTo>
                  <a:cubicBezTo>
                    <a:pt x="1" y="1707"/>
                    <a:pt x="523" y="2131"/>
                    <a:pt x="1067" y="2131"/>
                  </a:cubicBezTo>
                  <a:cubicBezTo>
                    <a:pt x="1330" y="2131"/>
                    <a:pt x="1597" y="2032"/>
                    <a:pt x="1814" y="1813"/>
                  </a:cubicBezTo>
                  <a:cubicBezTo>
                    <a:pt x="2488" y="1146"/>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18" name="Google Shape;3218;p60"/>
            <p:cNvSpPr/>
            <p:nvPr/>
          </p:nvSpPr>
          <p:spPr>
            <a:xfrm>
              <a:off x="5037325" y="27902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19" name="Google Shape;3219;p60"/>
            <p:cNvSpPr/>
            <p:nvPr/>
          </p:nvSpPr>
          <p:spPr>
            <a:xfrm>
              <a:off x="5037325" y="271400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20" name="Google Shape;3220;p60"/>
            <p:cNvSpPr/>
            <p:nvPr/>
          </p:nvSpPr>
          <p:spPr>
            <a:xfrm>
              <a:off x="5037325" y="2637775"/>
              <a:ext cx="62225" cy="53450"/>
            </a:xfrm>
            <a:custGeom>
              <a:avLst/>
              <a:gdLst/>
              <a:ahLst/>
              <a:cxnLst/>
              <a:rect l="l" t="t" r="r" b="b"/>
              <a:pathLst>
                <a:path w="2489" h="2138" extrusionOk="0">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21" name="Google Shape;3221;p60"/>
            <p:cNvSpPr/>
            <p:nvPr/>
          </p:nvSpPr>
          <p:spPr>
            <a:xfrm>
              <a:off x="503732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22" name="Google Shape;3222;p60"/>
            <p:cNvSpPr/>
            <p:nvPr/>
          </p:nvSpPr>
          <p:spPr>
            <a:xfrm>
              <a:off x="4961125" y="271400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23" name="Google Shape;3223;p60"/>
            <p:cNvSpPr/>
            <p:nvPr/>
          </p:nvSpPr>
          <p:spPr>
            <a:xfrm>
              <a:off x="4961125" y="26377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24" name="Google Shape;3224;p60"/>
            <p:cNvSpPr/>
            <p:nvPr/>
          </p:nvSpPr>
          <p:spPr>
            <a:xfrm>
              <a:off x="4961125"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25" name="Google Shape;3225;p60"/>
            <p:cNvSpPr/>
            <p:nvPr/>
          </p:nvSpPr>
          <p:spPr>
            <a:xfrm>
              <a:off x="4961125"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26" name="Google Shape;3226;p60"/>
            <p:cNvSpPr/>
            <p:nvPr/>
          </p:nvSpPr>
          <p:spPr>
            <a:xfrm>
              <a:off x="4961125"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27" name="Google Shape;3227;p60"/>
            <p:cNvSpPr/>
            <p:nvPr/>
          </p:nvSpPr>
          <p:spPr>
            <a:xfrm>
              <a:off x="4961125"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28" name="Google Shape;3228;p60"/>
            <p:cNvSpPr/>
            <p:nvPr/>
          </p:nvSpPr>
          <p:spPr>
            <a:xfrm>
              <a:off x="4884900" y="2637775"/>
              <a:ext cx="62225" cy="53450"/>
            </a:xfrm>
            <a:custGeom>
              <a:avLst/>
              <a:gdLst/>
              <a:ahLst/>
              <a:cxnLst/>
              <a:rect l="l" t="t" r="r" b="b"/>
              <a:pathLst>
                <a:path w="2489" h="2138" extrusionOk="0">
                  <a:moveTo>
                    <a:pt x="1066" y="1"/>
                  </a:moveTo>
                  <a:cubicBezTo>
                    <a:pt x="480" y="1"/>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29" name="Google Shape;3229;p60"/>
            <p:cNvSpPr/>
            <p:nvPr/>
          </p:nvSpPr>
          <p:spPr>
            <a:xfrm>
              <a:off x="488490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30" name="Google Shape;3230;p60"/>
            <p:cNvSpPr/>
            <p:nvPr/>
          </p:nvSpPr>
          <p:spPr>
            <a:xfrm>
              <a:off x="488490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31" name="Google Shape;3231;p60"/>
            <p:cNvSpPr/>
            <p:nvPr/>
          </p:nvSpPr>
          <p:spPr>
            <a:xfrm>
              <a:off x="4884900" y="11905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32" name="Google Shape;3232;p60"/>
            <p:cNvSpPr/>
            <p:nvPr/>
          </p:nvSpPr>
          <p:spPr>
            <a:xfrm>
              <a:off x="4808700" y="2637775"/>
              <a:ext cx="62400" cy="53450"/>
            </a:xfrm>
            <a:custGeom>
              <a:avLst/>
              <a:gdLst/>
              <a:ahLst/>
              <a:cxnLst/>
              <a:rect l="l" t="t" r="r" b="b"/>
              <a:pathLst>
                <a:path w="2496" h="2138" extrusionOk="0">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33" name="Google Shape;3233;p60"/>
            <p:cNvSpPr/>
            <p:nvPr/>
          </p:nvSpPr>
          <p:spPr>
            <a:xfrm>
              <a:off x="4808700" y="2561575"/>
              <a:ext cx="62400" cy="53425"/>
            </a:xfrm>
            <a:custGeom>
              <a:avLst/>
              <a:gdLst/>
              <a:ahLst/>
              <a:cxnLst/>
              <a:rect l="l" t="t" r="r" b="b"/>
              <a:pathLst>
                <a:path w="2496"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34" name="Google Shape;3234;p60"/>
            <p:cNvSpPr/>
            <p:nvPr/>
          </p:nvSpPr>
          <p:spPr>
            <a:xfrm>
              <a:off x="4808700" y="141897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35" name="Google Shape;3235;p60"/>
            <p:cNvSpPr/>
            <p:nvPr/>
          </p:nvSpPr>
          <p:spPr>
            <a:xfrm>
              <a:off x="4808700" y="134275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36" name="Google Shape;3236;p60"/>
            <p:cNvSpPr/>
            <p:nvPr/>
          </p:nvSpPr>
          <p:spPr>
            <a:xfrm>
              <a:off x="4808700" y="119055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37" name="Google Shape;3237;p60"/>
            <p:cNvSpPr/>
            <p:nvPr/>
          </p:nvSpPr>
          <p:spPr>
            <a:xfrm>
              <a:off x="4808700" y="1038125"/>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38" name="Google Shape;3238;p60"/>
            <p:cNvSpPr/>
            <p:nvPr/>
          </p:nvSpPr>
          <p:spPr>
            <a:xfrm>
              <a:off x="4732475" y="2790200"/>
              <a:ext cx="62425" cy="53350"/>
            </a:xfrm>
            <a:custGeom>
              <a:avLst/>
              <a:gdLst/>
              <a:ahLst/>
              <a:cxnLst/>
              <a:rect l="l" t="t" r="r" b="b"/>
              <a:pathLst>
                <a:path w="2497" h="2134" extrusionOk="0">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39" name="Google Shape;3239;p60"/>
            <p:cNvSpPr/>
            <p:nvPr/>
          </p:nvSpPr>
          <p:spPr>
            <a:xfrm>
              <a:off x="4732475" y="2714000"/>
              <a:ext cx="62425" cy="53350"/>
            </a:xfrm>
            <a:custGeom>
              <a:avLst/>
              <a:gdLst/>
              <a:ahLst/>
              <a:cxnLst/>
              <a:rect l="l" t="t" r="r" b="b"/>
              <a:pathLst>
                <a:path w="2497" h="2134" extrusionOk="0">
                  <a:moveTo>
                    <a:pt x="1074" y="0"/>
                  </a:moveTo>
                  <a:cubicBezTo>
                    <a:pt x="480" y="0"/>
                    <a:pt x="1"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40" name="Google Shape;3240;p60"/>
            <p:cNvSpPr/>
            <p:nvPr/>
          </p:nvSpPr>
          <p:spPr>
            <a:xfrm>
              <a:off x="4732475" y="2561575"/>
              <a:ext cx="62425" cy="53425"/>
            </a:xfrm>
            <a:custGeom>
              <a:avLst/>
              <a:gdLst/>
              <a:ahLst/>
              <a:cxnLst/>
              <a:rect l="l" t="t" r="r" b="b"/>
              <a:pathLst>
                <a:path w="2497" h="2137" extrusionOk="0">
                  <a:moveTo>
                    <a:pt x="1074" y="0"/>
                  </a:moveTo>
                  <a:cubicBezTo>
                    <a:pt x="480" y="8"/>
                    <a:pt x="9" y="480"/>
                    <a:pt x="1" y="1073"/>
                  </a:cubicBezTo>
                  <a:cubicBezTo>
                    <a:pt x="1" y="1711"/>
                    <a:pt x="525" y="2137"/>
                    <a:pt x="1073" y="2137"/>
                  </a:cubicBezTo>
                  <a:cubicBezTo>
                    <a:pt x="1335" y="2137"/>
                    <a:pt x="1603" y="2039"/>
                    <a:pt x="1822" y="1821"/>
                  </a:cubicBezTo>
                  <a:cubicBezTo>
                    <a:pt x="2496" y="1154"/>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41" name="Google Shape;3241;p60"/>
            <p:cNvSpPr/>
            <p:nvPr/>
          </p:nvSpPr>
          <p:spPr>
            <a:xfrm>
              <a:off x="4732475" y="141897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42" name="Google Shape;3242;p60"/>
            <p:cNvSpPr/>
            <p:nvPr/>
          </p:nvSpPr>
          <p:spPr>
            <a:xfrm>
              <a:off x="4732475" y="119055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43" name="Google Shape;3243;p60"/>
            <p:cNvSpPr/>
            <p:nvPr/>
          </p:nvSpPr>
          <p:spPr>
            <a:xfrm>
              <a:off x="4656475" y="2866425"/>
              <a:ext cx="62200" cy="53275"/>
            </a:xfrm>
            <a:custGeom>
              <a:avLst/>
              <a:gdLst/>
              <a:ahLst/>
              <a:cxnLst/>
              <a:rect l="l" t="t" r="r" b="b"/>
              <a:pathLst>
                <a:path w="2488" h="2131" extrusionOk="0">
                  <a:moveTo>
                    <a:pt x="1065" y="0"/>
                  </a:moveTo>
                  <a:cubicBezTo>
                    <a:pt x="472"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44" name="Google Shape;3244;p60"/>
            <p:cNvSpPr/>
            <p:nvPr/>
          </p:nvSpPr>
          <p:spPr>
            <a:xfrm>
              <a:off x="4656475" y="2790200"/>
              <a:ext cx="62200" cy="53350"/>
            </a:xfrm>
            <a:custGeom>
              <a:avLst/>
              <a:gdLst/>
              <a:ahLst/>
              <a:cxnLst/>
              <a:rect l="l" t="t" r="r" b="b"/>
              <a:pathLst>
                <a:path w="2488" h="2134" extrusionOk="0">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45" name="Google Shape;3245;p60"/>
            <p:cNvSpPr/>
            <p:nvPr/>
          </p:nvSpPr>
          <p:spPr>
            <a:xfrm>
              <a:off x="4656475" y="2714000"/>
              <a:ext cx="62200" cy="53350"/>
            </a:xfrm>
            <a:custGeom>
              <a:avLst/>
              <a:gdLst/>
              <a:ahLst/>
              <a:cxnLst/>
              <a:rect l="l" t="t" r="r" b="b"/>
              <a:pathLst>
                <a:path w="2488" h="2134"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46" name="Google Shape;3246;p60"/>
            <p:cNvSpPr/>
            <p:nvPr/>
          </p:nvSpPr>
          <p:spPr>
            <a:xfrm>
              <a:off x="4656475" y="2485550"/>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47" name="Google Shape;3247;p60"/>
            <p:cNvSpPr/>
            <p:nvPr/>
          </p:nvSpPr>
          <p:spPr>
            <a:xfrm>
              <a:off x="4656475" y="149520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48" name="Google Shape;3248;p60"/>
            <p:cNvSpPr/>
            <p:nvPr/>
          </p:nvSpPr>
          <p:spPr>
            <a:xfrm>
              <a:off x="4656475" y="141897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49" name="Google Shape;3249;p60"/>
            <p:cNvSpPr/>
            <p:nvPr/>
          </p:nvSpPr>
          <p:spPr>
            <a:xfrm>
              <a:off x="4656475" y="1266550"/>
              <a:ext cx="62200" cy="53450"/>
            </a:xfrm>
            <a:custGeom>
              <a:avLst/>
              <a:gdLst/>
              <a:ahLst/>
              <a:cxnLst/>
              <a:rect l="l" t="t" r="r" b="b"/>
              <a:pathLst>
                <a:path w="2488" h="2138" extrusionOk="0">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50" name="Google Shape;3250;p60"/>
            <p:cNvSpPr/>
            <p:nvPr/>
          </p:nvSpPr>
          <p:spPr>
            <a:xfrm>
              <a:off x="4656475" y="1038125"/>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51" name="Google Shape;3251;p60"/>
            <p:cNvSpPr/>
            <p:nvPr/>
          </p:nvSpPr>
          <p:spPr>
            <a:xfrm>
              <a:off x="4580250" y="2942425"/>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52" name="Google Shape;3252;p60"/>
            <p:cNvSpPr/>
            <p:nvPr/>
          </p:nvSpPr>
          <p:spPr>
            <a:xfrm>
              <a:off x="4580250"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53" name="Google Shape;3253;p60"/>
            <p:cNvSpPr/>
            <p:nvPr/>
          </p:nvSpPr>
          <p:spPr>
            <a:xfrm>
              <a:off x="4580250"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54" name="Google Shape;3254;p60"/>
            <p:cNvSpPr/>
            <p:nvPr/>
          </p:nvSpPr>
          <p:spPr>
            <a:xfrm>
              <a:off x="4580250" y="26377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55" name="Google Shape;3255;p60"/>
            <p:cNvSpPr/>
            <p:nvPr/>
          </p:nvSpPr>
          <p:spPr>
            <a:xfrm>
              <a:off x="4580250" y="2485550"/>
              <a:ext cx="62225" cy="53300"/>
            </a:xfrm>
            <a:custGeom>
              <a:avLst/>
              <a:gdLst/>
              <a:ahLst/>
              <a:cxnLst/>
              <a:rect l="l" t="t" r="r" b="b"/>
              <a:pathLst>
                <a:path w="2489" h="2132" extrusionOk="0">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56" name="Google Shape;3256;p60"/>
            <p:cNvSpPr/>
            <p:nvPr/>
          </p:nvSpPr>
          <p:spPr>
            <a:xfrm>
              <a:off x="458025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57" name="Google Shape;3257;p60"/>
            <p:cNvSpPr/>
            <p:nvPr/>
          </p:nvSpPr>
          <p:spPr>
            <a:xfrm>
              <a:off x="458025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58" name="Google Shape;3258;p60"/>
            <p:cNvSpPr/>
            <p:nvPr/>
          </p:nvSpPr>
          <p:spPr>
            <a:xfrm>
              <a:off x="4580250"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59" name="Google Shape;3259;p60"/>
            <p:cNvSpPr/>
            <p:nvPr/>
          </p:nvSpPr>
          <p:spPr>
            <a:xfrm>
              <a:off x="4504050" y="29424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60" name="Google Shape;3260;p60"/>
            <p:cNvSpPr/>
            <p:nvPr/>
          </p:nvSpPr>
          <p:spPr>
            <a:xfrm>
              <a:off x="4504050" y="2637775"/>
              <a:ext cx="62200" cy="53450"/>
            </a:xfrm>
            <a:custGeom>
              <a:avLst/>
              <a:gdLst/>
              <a:ahLst/>
              <a:cxnLst/>
              <a:rect l="l" t="t" r="r" b="b"/>
              <a:pathLst>
                <a:path w="2488" h="2138" extrusionOk="0">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61" name="Google Shape;3261;p60"/>
            <p:cNvSpPr/>
            <p:nvPr/>
          </p:nvSpPr>
          <p:spPr>
            <a:xfrm>
              <a:off x="450405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62" name="Google Shape;3262;p60"/>
            <p:cNvSpPr/>
            <p:nvPr/>
          </p:nvSpPr>
          <p:spPr>
            <a:xfrm>
              <a:off x="4504050" y="2485550"/>
              <a:ext cx="62200" cy="53300"/>
            </a:xfrm>
            <a:custGeom>
              <a:avLst/>
              <a:gdLst/>
              <a:ahLst/>
              <a:cxnLst/>
              <a:rect l="l" t="t" r="r" b="b"/>
              <a:pathLst>
                <a:path w="2488" h="2132" extrusionOk="0">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63" name="Google Shape;3263;p60"/>
            <p:cNvSpPr/>
            <p:nvPr/>
          </p:nvSpPr>
          <p:spPr>
            <a:xfrm>
              <a:off x="450405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64" name="Google Shape;3264;p60"/>
            <p:cNvSpPr/>
            <p:nvPr/>
          </p:nvSpPr>
          <p:spPr>
            <a:xfrm>
              <a:off x="4504050"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65" name="Google Shape;3265;p60"/>
            <p:cNvSpPr/>
            <p:nvPr/>
          </p:nvSpPr>
          <p:spPr>
            <a:xfrm>
              <a:off x="4427825" y="2942425"/>
              <a:ext cx="62425" cy="53450"/>
            </a:xfrm>
            <a:custGeom>
              <a:avLst/>
              <a:gdLst/>
              <a:ahLst/>
              <a:cxnLst/>
              <a:rect l="l" t="t" r="r" b="b"/>
              <a:pathLst>
                <a:path w="2497" h="2138" extrusionOk="0">
                  <a:moveTo>
                    <a:pt x="1065" y="1"/>
                  </a:moveTo>
                  <a:cubicBezTo>
                    <a:pt x="480" y="9"/>
                    <a:pt x="9"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66" name="Google Shape;3266;p60"/>
            <p:cNvSpPr/>
            <p:nvPr/>
          </p:nvSpPr>
          <p:spPr>
            <a:xfrm>
              <a:off x="4427825" y="2866425"/>
              <a:ext cx="62425" cy="53275"/>
            </a:xfrm>
            <a:custGeom>
              <a:avLst/>
              <a:gdLst/>
              <a:ahLst/>
              <a:cxnLst/>
              <a:rect l="l" t="t" r="r" b="b"/>
              <a:pathLst>
                <a:path w="2497" h="2131" extrusionOk="0">
                  <a:moveTo>
                    <a:pt x="1065" y="0"/>
                  </a:moveTo>
                  <a:cubicBezTo>
                    <a:pt x="480" y="0"/>
                    <a:pt x="1" y="472"/>
                    <a:pt x="1" y="1065"/>
                  </a:cubicBezTo>
                  <a:cubicBezTo>
                    <a:pt x="1" y="1707"/>
                    <a:pt x="526" y="2131"/>
                    <a:pt x="1073" y="2131"/>
                  </a:cubicBezTo>
                  <a:cubicBezTo>
                    <a:pt x="1337" y="2131"/>
                    <a:pt x="1605" y="2032"/>
                    <a:pt x="1822" y="1813"/>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67" name="Google Shape;3267;p60"/>
            <p:cNvSpPr/>
            <p:nvPr/>
          </p:nvSpPr>
          <p:spPr>
            <a:xfrm>
              <a:off x="4427825" y="2790200"/>
              <a:ext cx="62425" cy="53350"/>
            </a:xfrm>
            <a:custGeom>
              <a:avLst/>
              <a:gdLst/>
              <a:ahLst/>
              <a:cxnLst/>
              <a:rect l="l" t="t" r="r" b="b"/>
              <a:pathLst>
                <a:path w="2497" h="2134" extrusionOk="0">
                  <a:moveTo>
                    <a:pt x="1065" y="1"/>
                  </a:moveTo>
                  <a:cubicBezTo>
                    <a:pt x="480" y="1"/>
                    <a:pt x="9"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68" name="Google Shape;3268;p60"/>
            <p:cNvSpPr/>
            <p:nvPr/>
          </p:nvSpPr>
          <p:spPr>
            <a:xfrm>
              <a:off x="4427825" y="2561575"/>
              <a:ext cx="62425" cy="53425"/>
            </a:xfrm>
            <a:custGeom>
              <a:avLst/>
              <a:gdLst/>
              <a:ahLst/>
              <a:cxnLst/>
              <a:rect l="l" t="t" r="r" b="b"/>
              <a:pathLst>
                <a:path w="2497" h="2137" extrusionOk="0">
                  <a:moveTo>
                    <a:pt x="1065" y="0"/>
                  </a:moveTo>
                  <a:cubicBezTo>
                    <a:pt x="480" y="8"/>
                    <a:pt x="9" y="480"/>
                    <a:pt x="1" y="1073"/>
                  </a:cubicBezTo>
                  <a:cubicBezTo>
                    <a:pt x="1" y="1711"/>
                    <a:pt x="525" y="2137"/>
                    <a:pt x="1073" y="2137"/>
                  </a:cubicBezTo>
                  <a:cubicBezTo>
                    <a:pt x="1335" y="2137"/>
                    <a:pt x="1603" y="2039"/>
                    <a:pt x="1822" y="1821"/>
                  </a:cubicBezTo>
                  <a:cubicBezTo>
                    <a:pt x="2496" y="1154"/>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69" name="Google Shape;3269;p60"/>
            <p:cNvSpPr/>
            <p:nvPr/>
          </p:nvSpPr>
          <p:spPr>
            <a:xfrm>
              <a:off x="4427825" y="2485550"/>
              <a:ext cx="62425" cy="53300"/>
            </a:xfrm>
            <a:custGeom>
              <a:avLst/>
              <a:gdLst/>
              <a:ahLst/>
              <a:cxnLst/>
              <a:rect l="l" t="t" r="r" b="b"/>
              <a:pathLst>
                <a:path w="2497" h="2132" extrusionOk="0">
                  <a:moveTo>
                    <a:pt x="1065" y="1"/>
                  </a:moveTo>
                  <a:cubicBezTo>
                    <a:pt x="480" y="1"/>
                    <a:pt x="1" y="480"/>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70" name="Google Shape;3270;p60"/>
            <p:cNvSpPr/>
            <p:nvPr/>
          </p:nvSpPr>
          <p:spPr>
            <a:xfrm>
              <a:off x="4427825" y="2409350"/>
              <a:ext cx="62425" cy="53350"/>
            </a:xfrm>
            <a:custGeom>
              <a:avLst/>
              <a:gdLst/>
              <a:ahLst/>
              <a:cxnLst/>
              <a:rect l="l" t="t" r="r" b="b"/>
              <a:pathLst>
                <a:path w="2497" h="2134" extrusionOk="0">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71" name="Google Shape;3271;p60"/>
            <p:cNvSpPr/>
            <p:nvPr/>
          </p:nvSpPr>
          <p:spPr>
            <a:xfrm>
              <a:off x="4351600" y="27902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72" name="Google Shape;3272;p60"/>
            <p:cNvSpPr/>
            <p:nvPr/>
          </p:nvSpPr>
          <p:spPr>
            <a:xfrm>
              <a:off x="4351600" y="2714000"/>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73" name="Google Shape;3273;p60"/>
            <p:cNvSpPr/>
            <p:nvPr/>
          </p:nvSpPr>
          <p:spPr>
            <a:xfrm>
              <a:off x="4351600" y="2637775"/>
              <a:ext cx="62425" cy="53450"/>
            </a:xfrm>
            <a:custGeom>
              <a:avLst/>
              <a:gdLst/>
              <a:ahLst/>
              <a:cxnLst/>
              <a:rect l="l" t="t" r="r" b="b"/>
              <a:pathLst>
                <a:path w="2497" h="2138" extrusionOk="0">
                  <a:moveTo>
                    <a:pt x="1074" y="1"/>
                  </a:moveTo>
                  <a:cubicBezTo>
                    <a:pt x="481" y="1"/>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74" name="Google Shape;3274;p60"/>
            <p:cNvSpPr/>
            <p:nvPr/>
          </p:nvSpPr>
          <p:spPr>
            <a:xfrm>
              <a:off x="4351600" y="2561575"/>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75" name="Google Shape;3275;p60"/>
            <p:cNvSpPr/>
            <p:nvPr/>
          </p:nvSpPr>
          <p:spPr>
            <a:xfrm>
              <a:off x="4275600" y="2637775"/>
              <a:ext cx="62225" cy="53450"/>
            </a:xfrm>
            <a:custGeom>
              <a:avLst/>
              <a:gdLst/>
              <a:ahLst/>
              <a:cxnLst/>
              <a:rect l="l" t="t" r="r" b="b"/>
              <a:pathLst>
                <a:path w="2489" h="2138" extrusionOk="0">
                  <a:moveTo>
                    <a:pt x="1066" y="1"/>
                  </a:moveTo>
                  <a:cubicBezTo>
                    <a:pt x="472"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76" name="Google Shape;3276;p60"/>
            <p:cNvSpPr/>
            <p:nvPr/>
          </p:nvSpPr>
          <p:spPr>
            <a:xfrm>
              <a:off x="4275600"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3" y="1821"/>
                  </a:cubicBezTo>
                  <a:cubicBezTo>
                    <a:pt x="2488" y="1154"/>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77" name="Google Shape;3277;p60"/>
            <p:cNvSpPr/>
            <p:nvPr/>
          </p:nvSpPr>
          <p:spPr>
            <a:xfrm>
              <a:off x="4275600" y="2485550"/>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78" name="Google Shape;3278;p60"/>
            <p:cNvSpPr/>
            <p:nvPr/>
          </p:nvSpPr>
          <p:spPr>
            <a:xfrm>
              <a:off x="427560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79" name="Google Shape;3279;p60"/>
            <p:cNvSpPr/>
            <p:nvPr/>
          </p:nvSpPr>
          <p:spPr>
            <a:xfrm>
              <a:off x="427560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80" name="Google Shape;3280;p60"/>
            <p:cNvSpPr/>
            <p:nvPr/>
          </p:nvSpPr>
          <p:spPr>
            <a:xfrm>
              <a:off x="4275600" y="2256925"/>
              <a:ext cx="62350" cy="53425"/>
            </a:xfrm>
            <a:custGeom>
              <a:avLst/>
              <a:gdLst/>
              <a:ahLst/>
              <a:cxnLst/>
              <a:rect l="l" t="t" r="r" b="b"/>
              <a:pathLst>
                <a:path w="2494" h="2137" extrusionOk="0">
                  <a:moveTo>
                    <a:pt x="1076" y="0"/>
                  </a:moveTo>
                  <a:cubicBezTo>
                    <a:pt x="1072" y="0"/>
                    <a:pt x="1069" y="0"/>
                    <a:pt x="1066" y="0"/>
                  </a:cubicBezTo>
                  <a:cubicBezTo>
                    <a:pt x="472" y="0"/>
                    <a:pt x="1" y="480"/>
                    <a:pt x="1" y="1065"/>
                  </a:cubicBezTo>
                  <a:cubicBezTo>
                    <a:pt x="1" y="1709"/>
                    <a:pt x="526" y="2137"/>
                    <a:pt x="1074" y="2137"/>
                  </a:cubicBezTo>
                  <a:cubicBezTo>
                    <a:pt x="1336" y="2137"/>
                    <a:pt x="1604" y="2039"/>
                    <a:pt x="1822" y="1821"/>
                  </a:cubicBezTo>
                  <a:cubicBezTo>
                    <a:pt x="2494" y="1149"/>
                    <a:pt x="2020" y="0"/>
                    <a:pt x="107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81" name="Google Shape;3281;p60"/>
            <p:cNvSpPr/>
            <p:nvPr/>
          </p:nvSpPr>
          <p:spPr>
            <a:xfrm>
              <a:off x="4199400" y="2485550"/>
              <a:ext cx="62200" cy="53300"/>
            </a:xfrm>
            <a:custGeom>
              <a:avLst/>
              <a:gdLst/>
              <a:ahLst/>
              <a:cxnLst/>
              <a:rect l="l" t="t" r="r" b="b"/>
              <a:pathLst>
                <a:path w="2488" h="2132" extrusionOk="0">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82" name="Google Shape;3282;p60"/>
            <p:cNvSpPr/>
            <p:nvPr/>
          </p:nvSpPr>
          <p:spPr>
            <a:xfrm>
              <a:off x="4199400"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83" name="Google Shape;3283;p60"/>
            <p:cNvSpPr/>
            <p:nvPr/>
          </p:nvSpPr>
          <p:spPr>
            <a:xfrm>
              <a:off x="4199400" y="2256925"/>
              <a:ext cx="62350" cy="53425"/>
            </a:xfrm>
            <a:custGeom>
              <a:avLst/>
              <a:gdLst/>
              <a:ahLst/>
              <a:cxnLst/>
              <a:rect l="l" t="t" r="r" b="b"/>
              <a:pathLst>
                <a:path w="2494" h="2137" extrusionOk="0">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19" y="0"/>
                    <a:pt x="1075"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84" name="Google Shape;3284;p60"/>
            <p:cNvSpPr/>
            <p:nvPr/>
          </p:nvSpPr>
          <p:spPr>
            <a:xfrm>
              <a:off x="4123175" y="2333125"/>
              <a:ext cx="62425" cy="53450"/>
            </a:xfrm>
            <a:custGeom>
              <a:avLst/>
              <a:gdLst/>
              <a:ahLst/>
              <a:cxnLst/>
              <a:rect l="l" t="t" r="r" b="b"/>
              <a:pathLst>
                <a:path w="2497" h="2138" extrusionOk="0">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sp>
          <p:nvSpPr>
            <p:cNvPr id="3285" name="Google Shape;3285;p60"/>
            <p:cNvSpPr/>
            <p:nvPr/>
          </p:nvSpPr>
          <p:spPr>
            <a:xfrm>
              <a:off x="4123175" y="2256925"/>
              <a:ext cx="62350" cy="53425"/>
            </a:xfrm>
            <a:custGeom>
              <a:avLst/>
              <a:gdLst/>
              <a:ahLst/>
              <a:cxnLst/>
              <a:rect l="l" t="t" r="r" b="b"/>
              <a:pathLst>
                <a:path w="2494" h="2137" extrusionOk="0">
                  <a:moveTo>
                    <a:pt x="1076"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8" y="0"/>
                    <a:pt x="1076" y="0"/>
                  </a:cubicBezTo>
                  <a:close/>
                </a:path>
              </a:pathLst>
            </a:custGeom>
            <a:solidFill>
              <a:srgbClr val="5F8195"/>
            </a:solidFill>
            <a:ln>
              <a:noFill/>
            </a:ln>
          </p:spPr>
          <p:txBody>
            <a:bodyPr spcFirstLastPara="1" wrap="square" lIns="121900" tIns="121900" rIns="121900" bIns="121900" anchor="ctr" anchorCtr="0">
              <a:noAutofit/>
            </a:bodyPr>
            <a:lstStyle/>
            <a:p>
              <a:endParaRPr sz="2400"/>
            </a:p>
          </p:txBody>
        </p:sp>
      </p:grpSp>
      <p:grpSp>
        <p:nvGrpSpPr>
          <p:cNvPr id="3286" name="Google Shape;3286;p60"/>
          <p:cNvGrpSpPr/>
          <p:nvPr/>
        </p:nvGrpSpPr>
        <p:grpSpPr>
          <a:xfrm>
            <a:off x="7810075" y="1608737"/>
            <a:ext cx="3454453" cy="1840313"/>
            <a:chOff x="233350" y="949250"/>
            <a:chExt cx="7137300" cy="3802300"/>
          </a:xfrm>
        </p:grpSpPr>
        <p:sp>
          <p:nvSpPr>
            <p:cNvPr id="3287" name="Google Shape;3287;p60"/>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288" name="Google Shape;3288;p60"/>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289" name="Google Shape;3289;p60"/>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290" name="Google Shape;3290;p60"/>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291" name="Google Shape;3291;p60"/>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292" name="Google Shape;3292;p60"/>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293" name="Google Shape;3293;p60"/>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294" name="Google Shape;3294;p60"/>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295" name="Google Shape;3295;p60"/>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296" name="Google Shape;3296;p60"/>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297" name="Google Shape;3297;p60"/>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298" name="Google Shape;3298;p60"/>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299" name="Google Shape;3299;p60"/>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00" name="Google Shape;3300;p60"/>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01" name="Google Shape;3301;p60"/>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02" name="Google Shape;3302;p60"/>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03" name="Google Shape;3303;p60"/>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04" name="Google Shape;3304;p60"/>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05" name="Google Shape;3305;p60"/>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06" name="Google Shape;3306;p60"/>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07" name="Google Shape;3307;p60"/>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08" name="Google Shape;3308;p60"/>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09" name="Google Shape;3309;p60"/>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10" name="Google Shape;3310;p60"/>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11" name="Google Shape;3311;p60"/>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12" name="Google Shape;3312;p60"/>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13" name="Google Shape;3313;p60"/>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14" name="Google Shape;3314;p60"/>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15" name="Google Shape;3315;p60"/>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16" name="Google Shape;3316;p60"/>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17" name="Google Shape;3317;p60"/>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18" name="Google Shape;3318;p60"/>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19" name="Google Shape;3319;p60"/>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20" name="Google Shape;3320;p60"/>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21" name="Google Shape;3321;p60"/>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22" name="Google Shape;3322;p60"/>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23" name="Google Shape;3323;p60"/>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24" name="Google Shape;3324;p60"/>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25" name="Google Shape;3325;p60"/>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26" name="Google Shape;3326;p60"/>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27" name="Google Shape;3327;p60"/>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28" name="Google Shape;3328;p60"/>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29" name="Google Shape;3329;p60"/>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30" name="Google Shape;3330;p60"/>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31" name="Google Shape;3331;p60"/>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32" name="Google Shape;3332;p60"/>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33" name="Google Shape;3333;p60"/>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34" name="Google Shape;3334;p60"/>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35" name="Google Shape;3335;p60"/>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36" name="Google Shape;3336;p60"/>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3337" name="Google Shape;3337;p60"/>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grpSp>
        <p:nvGrpSpPr>
          <p:cNvPr id="3338" name="Google Shape;3338;p60"/>
          <p:cNvGrpSpPr/>
          <p:nvPr/>
        </p:nvGrpSpPr>
        <p:grpSpPr>
          <a:xfrm>
            <a:off x="10229314" y="4335100"/>
            <a:ext cx="138975" cy="427120"/>
            <a:chOff x="7564426" y="3224343"/>
            <a:chExt cx="119985" cy="368801"/>
          </a:xfrm>
        </p:grpSpPr>
        <p:sp>
          <p:nvSpPr>
            <p:cNvPr id="3339" name="Google Shape;3339;p60"/>
            <p:cNvSpPr/>
            <p:nvPr/>
          </p:nvSpPr>
          <p:spPr>
            <a:xfrm>
              <a:off x="7564426" y="3224379"/>
              <a:ext cx="119985" cy="368765"/>
            </a:xfrm>
            <a:custGeom>
              <a:avLst/>
              <a:gdLst/>
              <a:ahLst/>
              <a:cxnLst/>
              <a:rect l="l" t="t" r="r" b="b"/>
              <a:pathLst>
                <a:path w="13196" h="40557" extrusionOk="0">
                  <a:moveTo>
                    <a:pt x="2529" y="1"/>
                  </a:moveTo>
                  <a:lnTo>
                    <a:pt x="2547" y="1348"/>
                  </a:lnTo>
                  <a:lnTo>
                    <a:pt x="10244" y="1459"/>
                  </a:lnTo>
                  <a:lnTo>
                    <a:pt x="10227" y="108"/>
                  </a:lnTo>
                  <a:lnTo>
                    <a:pt x="2529" y="1"/>
                  </a:lnTo>
                  <a:close/>
                  <a:moveTo>
                    <a:pt x="3107" y="1850"/>
                  </a:moveTo>
                  <a:lnTo>
                    <a:pt x="556" y="15262"/>
                  </a:lnTo>
                  <a:lnTo>
                    <a:pt x="12617" y="15439"/>
                  </a:lnTo>
                  <a:lnTo>
                    <a:pt x="9489" y="1872"/>
                  </a:lnTo>
                  <a:lnTo>
                    <a:pt x="3107" y="1850"/>
                  </a:lnTo>
                  <a:close/>
                  <a:moveTo>
                    <a:pt x="1" y="15688"/>
                  </a:moveTo>
                  <a:lnTo>
                    <a:pt x="23" y="17035"/>
                  </a:lnTo>
                  <a:lnTo>
                    <a:pt x="13195" y="17226"/>
                  </a:lnTo>
                  <a:lnTo>
                    <a:pt x="13177" y="15879"/>
                  </a:lnTo>
                  <a:lnTo>
                    <a:pt x="1" y="15688"/>
                  </a:lnTo>
                  <a:close/>
                  <a:moveTo>
                    <a:pt x="4658" y="17528"/>
                  </a:moveTo>
                  <a:lnTo>
                    <a:pt x="4658" y="17528"/>
                  </a:lnTo>
                  <a:cubicBezTo>
                    <a:pt x="4685" y="21359"/>
                    <a:pt x="6027" y="32838"/>
                    <a:pt x="6902" y="40557"/>
                  </a:cubicBezTo>
                  <a:cubicBezTo>
                    <a:pt x="6902" y="40557"/>
                    <a:pt x="8813" y="21274"/>
                    <a:pt x="8560" y="17586"/>
                  </a:cubicBezTo>
                  <a:lnTo>
                    <a:pt x="4658" y="17528"/>
                  </a:ln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40" name="Google Shape;3340;p60"/>
            <p:cNvSpPr/>
            <p:nvPr/>
          </p:nvSpPr>
          <p:spPr>
            <a:xfrm>
              <a:off x="7564426" y="3224343"/>
              <a:ext cx="119985" cy="368801"/>
            </a:xfrm>
            <a:custGeom>
              <a:avLst/>
              <a:gdLst/>
              <a:ahLst/>
              <a:cxnLst/>
              <a:rect l="l" t="t" r="r" b="b"/>
              <a:pathLst>
                <a:path w="13196" h="40561" extrusionOk="0">
                  <a:moveTo>
                    <a:pt x="2529" y="1"/>
                  </a:moveTo>
                  <a:lnTo>
                    <a:pt x="2529" y="5"/>
                  </a:lnTo>
                  <a:lnTo>
                    <a:pt x="2547" y="1352"/>
                  </a:lnTo>
                  <a:lnTo>
                    <a:pt x="10244" y="1463"/>
                  </a:lnTo>
                  <a:lnTo>
                    <a:pt x="10227" y="112"/>
                  </a:lnTo>
                  <a:lnTo>
                    <a:pt x="2529" y="1"/>
                  </a:lnTo>
                  <a:close/>
                  <a:moveTo>
                    <a:pt x="3107" y="1854"/>
                  </a:moveTo>
                  <a:lnTo>
                    <a:pt x="556" y="15266"/>
                  </a:lnTo>
                  <a:lnTo>
                    <a:pt x="12617" y="15443"/>
                  </a:lnTo>
                  <a:lnTo>
                    <a:pt x="9489" y="1876"/>
                  </a:lnTo>
                  <a:lnTo>
                    <a:pt x="3107" y="1854"/>
                  </a:lnTo>
                  <a:close/>
                  <a:moveTo>
                    <a:pt x="1" y="15692"/>
                  </a:moveTo>
                  <a:lnTo>
                    <a:pt x="23" y="17039"/>
                  </a:lnTo>
                  <a:lnTo>
                    <a:pt x="13195" y="17230"/>
                  </a:lnTo>
                  <a:lnTo>
                    <a:pt x="13177" y="15883"/>
                  </a:lnTo>
                  <a:lnTo>
                    <a:pt x="1" y="15692"/>
                  </a:lnTo>
                  <a:close/>
                  <a:moveTo>
                    <a:pt x="4658" y="17532"/>
                  </a:moveTo>
                  <a:lnTo>
                    <a:pt x="4658" y="17532"/>
                  </a:lnTo>
                  <a:cubicBezTo>
                    <a:pt x="4685" y="21363"/>
                    <a:pt x="6027" y="32842"/>
                    <a:pt x="6902" y="40561"/>
                  </a:cubicBezTo>
                  <a:cubicBezTo>
                    <a:pt x="6902" y="40561"/>
                    <a:pt x="8813" y="21278"/>
                    <a:pt x="8560" y="17590"/>
                  </a:cubicBezTo>
                  <a:lnTo>
                    <a:pt x="4658" y="17532"/>
                  </a:ln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341" name="Google Shape;3341;p60"/>
          <p:cNvGrpSpPr/>
          <p:nvPr/>
        </p:nvGrpSpPr>
        <p:grpSpPr>
          <a:xfrm>
            <a:off x="9828631" y="4327236"/>
            <a:ext cx="252652" cy="442843"/>
            <a:chOff x="8370831" y="3202002"/>
            <a:chExt cx="218129" cy="382376"/>
          </a:xfrm>
        </p:grpSpPr>
        <p:sp>
          <p:nvSpPr>
            <p:cNvPr id="3342" name="Google Shape;3342;p60"/>
            <p:cNvSpPr/>
            <p:nvPr/>
          </p:nvSpPr>
          <p:spPr>
            <a:xfrm>
              <a:off x="8370831" y="3202002"/>
              <a:ext cx="218129" cy="382376"/>
            </a:xfrm>
            <a:custGeom>
              <a:avLst/>
              <a:gdLst/>
              <a:ahLst/>
              <a:cxnLst/>
              <a:rect l="l" t="t" r="r" b="b"/>
              <a:pathLst>
                <a:path w="23990" h="42054" extrusionOk="0">
                  <a:moveTo>
                    <a:pt x="11991" y="0"/>
                  </a:moveTo>
                  <a:cubicBezTo>
                    <a:pt x="11992" y="0"/>
                    <a:pt x="11992" y="0"/>
                    <a:pt x="11993" y="0"/>
                  </a:cubicBezTo>
                  <a:lnTo>
                    <a:pt x="11993" y="0"/>
                  </a:lnTo>
                  <a:cubicBezTo>
                    <a:pt x="11994" y="0"/>
                    <a:pt x="11995" y="0"/>
                    <a:pt x="11995" y="0"/>
                  </a:cubicBezTo>
                  <a:close/>
                  <a:moveTo>
                    <a:pt x="11993" y="0"/>
                  </a:moveTo>
                  <a:cubicBezTo>
                    <a:pt x="5373" y="1"/>
                    <a:pt x="1" y="4974"/>
                    <a:pt x="1" y="11110"/>
                  </a:cubicBezTo>
                  <a:cubicBezTo>
                    <a:pt x="1" y="14754"/>
                    <a:pt x="1894" y="17985"/>
                    <a:pt x="4823" y="20011"/>
                  </a:cubicBezTo>
                  <a:lnTo>
                    <a:pt x="12062" y="42054"/>
                  </a:lnTo>
                  <a:lnTo>
                    <a:pt x="18950" y="20154"/>
                  </a:lnTo>
                  <a:cubicBezTo>
                    <a:pt x="21999" y="18136"/>
                    <a:pt x="23990" y="14843"/>
                    <a:pt x="23990" y="11110"/>
                  </a:cubicBezTo>
                  <a:cubicBezTo>
                    <a:pt x="23990" y="4978"/>
                    <a:pt x="18618" y="1"/>
                    <a:pt x="11993" y="0"/>
                  </a:cubicBezTo>
                  <a:close/>
                </a:path>
              </a:pathLst>
            </a:custGeom>
            <a:solidFill>
              <a:srgbClr val="92A9B9"/>
            </a:solidFill>
            <a:ln>
              <a:noFill/>
            </a:ln>
          </p:spPr>
          <p:txBody>
            <a:bodyPr spcFirstLastPara="1" wrap="square" lIns="121900" tIns="121900" rIns="121900" bIns="121900" anchor="ctr" anchorCtr="0">
              <a:noAutofit/>
            </a:bodyPr>
            <a:lstStyle/>
            <a:p>
              <a:endParaRPr sz="2400"/>
            </a:p>
          </p:txBody>
        </p:sp>
        <p:sp>
          <p:nvSpPr>
            <p:cNvPr id="3343" name="Google Shape;3343;p60"/>
            <p:cNvSpPr/>
            <p:nvPr/>
          </p:nvSpPr>
          <p:spPr>
            <a:xfrm>
              <a:off x="8397745" y="3226607"/>
              <a:ext cx="164347" cy="152181"/>
            </a:xfrm>
            <a:custGeom>
              <a:avLst/>
              <a:gdLst/>
              <a:ahLst/>
              <a:cxnLst/>
              <a:rect l="l" t="t" r="r" b="b"/>
              <a:pathLst>
                <a:path w="18075" h="16737" extrusionOk="0">
                  <a:moveTo>
                    <a:pt x="9035" y="0"/>
                  </a:moveTo>
                  <a:cubicBezTo>
                    <a:pt x="4045" y="0"/>
                    <a:pt x="1" y="3747"/>
                    <a:pt x="1" y="8368"/>
                  </a:cubicBezTo>
                  <a:cubicBezTo>
                    <a:pt x="1" y="12990"/>
                    <a:pt x="4045" y="16736"/>
                    <a:pt x="9035" y="16736"/>
                  </a:cubicBezTo>
                  <a:cubicBezTo>
                    <a:pt x="14026" y="16736"/>
                    <a:pt x="18075" y="12990"/>
                    <a:pt x="18075" y="8368"/>
                  </a:cubicBezTo>
                  <a:cubicBezTo>
                    <a:pt x="18075" y="3747"/>
                    <a:pt x="14030" y="0"/>
                    <a:pt x="9035"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grpSp>
      <p:grpSp>
        <p:nvGrpSpPr>
          <p:cNvPr id="3344" name="Google Shape;3344;p60"/>
          <p:cNvGrpSpPr/>
          <p:nvPr/>
        </p:nvGrpSpPr>
        <p:grpSpPr>
          <a:xfrm>
            <a:off x="10793151" y="4875412"/>
            <a:ext cx="412572" cy="356000"/>
            <a:chOff x="6742064" y="3750480"/>
            <a:chExt cx="399315" cy="344560"/>
          </a:xfrm>
        </p:grpSpPr>
        <p:sp>
          <p:nvSpPr>
            <p:cNvPr id="3345" name="Google Shape;3345;p60"/>
            <p:cNvSpPr/>
            <p:nvPr/>
          </p:nvSpPr>
          <p:spPr>
            <a:xfrm>
              <a:off x="6742064" y="3750480"/>
              <a:ext cx="399315" cy="344560"/>
            </a:xfrm>
            <a:custGeom>
              <a:avLst/>
              <a:gdLst/>
              <a:ahLst/>
              <a:cxnLst/>
              <a:rect l="l" t="t" r="r" b="b"/>
              <a:pathLst>
                <a:path w="43917" h="37895" extrusionOk="0">
                  <a:moveTo>
                    <a:pt x="37846" y="1"/>
                  </a:moveTo>
                  <a:lnTo>
                    <a:pt x="6071" y="1"/>
                  </a:lnTo>
                  <a:cubicBezTo>
                    <a:pt x="2729" y="1"/>
                    <a:pt x="0" y="2734"/>
                    <a:pt x="0" y="6071"/>
                  </a:cubicBezTo>
                  <a:lnTo>
                    <a:pt x="0" y="18212"/>
                  </a:lnTo>
                  <a:cubicBezTo>
                    <a:pt x="0" y="21550"/>
                    <a:pt x="2729" y="24278"/>
                    <a:pt x="6071" y="24278"/>
                  </a:cubicBezTo>
                  <a:lnTo>
                    <a:pt x="18927" y="24278"/>
                  </a:lnTo>
                  <a:cubicBezTo>
                    <a:pt x="19332" y="24278"/>
                    <a:pt x="19754" y="24705"/>
                    <a:pt x="19821" y="25105"/>
                  </a:cubicBezTo>
                  <a:lnTo>
                    <a:pt x="21958" y="37895"/>
                  </a:lnTo>
                  <a:lnTo>
                    <a:pt x="24096" y="25101"/>
                  </a:lnTo>
                  <a:cubicBezTo>
                    <a:pt x="24162" y="24687"/>
                    <a:pt x="24629" y="24278"/>
                    <a:pt x="25051" y="24278"/>
                  </a:cubicBezTo>
                  <a:lnTo>
                    <a:pt x="37846" y="24278"/>
                  </a:lnTo>
                  <a:cubicBezTo>
                    <a:pt x="41183" y="24278"/>
                    <a:pt x="43916" y="21550"/>
                    <a:pt x="43916" y="18212"/>
                  </a:cubicBezTo>
                  <a:lnTo>
                    <a:pt x="43916" y="6071"/>
                  </a:lnTo>
                  <a:cubicBezTo>
                    <a:pt x="43916" y="2734"/>
                    <a:pt x="41183" y="1"/>
                    <a:pt x="37846"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3346" name="Google Shape;3346;p60"/>
            <p:cNvSpPr/>
            <p:nvPr/>
          </p:nvSpPr>
          <p:spPr>
            <a:xfrm>
              <a:off x="6764168" y="3772584"/>
              <a:ext cx="355108" cy="176549"/>
            </a:xfrm>
            <a:custGeom>
              <a:avLst/>
              <a:gdLst/>
              <a:ahLst/>
              <a:cxnLst/>
              <a:rect l="l" t="t" r="r" b="b"/>
              <a:pathLst>
                <a:path w="39055" h="19417" extrusionOk="0">
                  <a:moveTo>
                    <a:pt x="3755" y="1"/>
                  </a:moveTo>
                  <a:lnTo>
                    <a:pt x="35295" y="1"/>
                  </a:lnTo>
                  <a:cubicBezTo>
                    <a:pt x="37370" y="10"/>
                    <a:pt x="39045" y="1685"/>
                    <a:pt x="39054" y="3756"/>
                  </a:cubicBezTo>
                  <a:lnTo>
                    <a:pt x="39054" y="15666"/>
                  </a:lnTo>
                  <a:cubicBezTo>
                    <a:pt x="39045" y="17737"/>
                    <a:pt x="37370" y="19412"/>
                    <a:pt x="35295" y="19417"/>
                  </a:cubicBezTo>
                  <a:lnTo>
                    <a:pt x="3755" y="19417"/>
                  </a:lnTo>
                  <a:cubicBezTo>
                    <a:pt x="1680" y="19412"/>
                    <a:pt x="5" y="17737"/>
                    <a:pt x="0" y="15666"/>
                  </a:cubicBezTo>
                  <a:lnTo>
                    <a:pt x="0" y="3756"/>
                  </a:lnTo>
                  <a:cubicBezTo>
                    <a:pt x="5" y="1685"/>
                    <a:pt x="1680" y="10"/>
                    <a:pt x="3755"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grpSp>
      <p:grpSp>
        <p:nvGrpSpPr>
          <p:cNvPr id="3347" name="Google Shape;3347;p60"/>
          <p:cNvGrpSpPr/>
          <p:nvPr/>
        </p:nvGrpSpPr>
        <p:grpSpPr>
          <a:xfrm>
            <a:off x="10178510" y="5343475"/>
            <a:ext cx="240583" cy="375477"/>
            <a:chOff x="7248525" y="3739696"/>
            <a:chExt cx="230531" cy="359790"/>
          </a:xfrm>
        </p:grpSpPr>
        <p:sp>
          <p:nvSpPr>
            <p:cNvPr id="3348" name="Google Shape;3348;p60"/>
            <p:cNvSpPr/>
            <p:nvPr/>
          </p:nvSpPr>
          <p:spPr>
            <a:xfrm>
              <a:off x="7248525" y="3739696"/>
              <a:ext cx="230531" cy="359790"/>
            </a:xfrm>
            <a:custGeom>
              <a:avLst/>
              <a:gdLst/>
              <a:ahLst/>
              <a:cxnLst/>
              <a:rect l="l" t="t" r="r" b="b"/>
              <a:pathLst>
                <a:path w="25354" h="39570" extrusionOk="0">
                  <a:moveTo>
                    <a:pt x="19434" y="18"/>
                  </a:moveTo>
                  <a:lnTo>
                    <a:pt x="6338" y="5"/>
                  </a:lnTo>
                  <a:cubicBezTo>
                    <a:pt x="2854" y="0"/>
                    <a:pt x="1" y="2858"/>
                    <a:pt x="1" y="6342"/>
                  </a:cubicBezTo>
                  <a:lnTo>
                    <a:pt x="1" y="19016"/>
                  </a:lnTo>
                  <a:cubicBezTo>
                    <a:pt x="1" y="29006"/>
                    <a:pt x="6280" y="22820"/>
                    <a:pt x="12679" y="39570"/>
                  </a:cubicBezTo>
                  <a:cubicBezTo>
                    <a:pt x="19074" y="22820"/>
                    <a:pt x="25354" y="29006"/>
                    <a:pt x="25354" y="19016"/>
                  </a:cubicBezTo>
                  <a:lnTo>
                    <a:pt x="25354" y="6342"/>
                  </a:lnTo>
                  <a:cubicBezTo>
                    <a:pt x="25354" y="2858"/>
                    <a:pt x="22923" y="18"/>
                    <a:pt x="19434" y="18"/>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3349" name="Google Shape;3349;p60"/>
            <p:cNvSpPr/>
            <p:nvPr/>
          </p:nvSpPr>
          <p:spPr>
            <a:xfrm>
              <a:off x="7271639" y="3762810"/>
              <a:ext cx="184350" cy="184387"/>
            </a:xfrm>
            <a:custGeom>
              <a:avLst/>
              <a:gdLst/>
              <a:ahLst/>
              <a:cxnLst/>
              <a:rect l="l" t="t" r="r" b="b"/>
              <a:pathLst>
                <a:path w="20275" h="20279" extrusionOk="0">
                  <a:moveTo>
                    <a:pt x="3738" y="0"/>
                  </a:moveTo>
                  <a:lnTo>
                    <a:pt x="16532" y="0"/>
                  </a:lnTo>
                  <a:cubicBezTo>
                    <a:pt x="18594" y="5"/>
                    <a:pt x="20270" y="1680"/>
                    <a:pt x="20274" y="3742"/>
                  </a:cubicBezTo>
                  <a:lnTo>
                    <a:pt x="20274" y="16536"/>
                  </a:lnTo>
                  <a:cubicBezTo>
                    <a:pt x="20270" y="18598"/>
                    <a:pt x="18594" y="20274"/>
                    <a:pt x="16532" y="20278"/>
                  </a:cubicBezTo>
                  <a:lnTo>
                    <a:pt x="3738" y="20278"/>
                  </a:lnTo>
                  <a:cubicBezTo>
                    <a:pt x="1676" y="20274"/>
                    <a:pt x="5" y="18598"/>
                    <a:pt x="1" y="16536"/>
                  </a:cubicBezTo>
                  <a:lnTo>
                    <a:pt x="1" y="3742"/>
                  </a:lnTo>
                  <a:cubicBezTo>
                    <a:pt x="5" y="1680"/>
                    <a:pt x="1676" y="5"/>
                    <a:pt x="3738"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grpSp>
      <p:grpSp>
        <p:nvGrpSpPr>
          <p:cNvPr id="3350" name="Google Shape;3350;p60"/>
          <p:cNvGrpSpPr/>
          <p:nvPr/>
        </p:nvGrpSpPr>
        <p:grpSpPr>
          <a:xfrm>
            <a:off x="10506401" y="4867774"/>
            <a:ext cx="217195" cy="371613"/>
            <a:chOff x="7601242" y="3729267"/>
            <a:chExt cx="222566" cy="380803"/>
          </a:xfrm>
        </p:grpSpPr>
        <p:sp>
          <p:nvSpPr>
            <p:cNvPr id="3351" name="Google Shape;3351;p60"/>
            <p:cNvSpPr/>
            <p:nvPr/>
          </p:nvSpPr>
          <p:spPr>
            <a:xfrm>
              <a:off x="7601242" y="3729267"/>
              <a:ext cx="222566" cy="380803"/>
            </a:xfrm>
            <a:custGeom>
              <a:avLst/>
              <a:gdLst/>
              <a:ahLst/>
              <a:cxnLst/>
              <a:rect l="l" t="t" r="r" b="b"/>
              <a:pathLst>
                <a:path w="24478" h="41881" extrusionOk="0">
                  <a:moveTo>
                    <a:pt x="12239" y="1"/>
                  </a:moveTo>
                  <a:cubicBezTo>
                    <a:pt x="5480" y="1"/>
                    <a:pt x="0" y="5320"/>
                    <a:pt x="0" y="11875"/>
                  </a:cubicBezTo>
                  <a:cubicBezTo>
                    <a:pt x="0" y="17537"/>
                    <a:pt x="4080" y="22270"/>
                    <a:pt x="9537" y="23461"/>
                  </a:cubicBezTo>
                  <a:cubicBezTo>
                    <a:pt x="10235" y="23616"/>
                    <a:pt x="10190" y="24114"/>
                    <a:pt x="10270" y="24825"/>
                  </a:cubicBezTo>
                  <a:lnTo>
                    <a:pt x="12239" y="41881"/>
                  </a:lnTo>
                  <a:lnTo>
                    <a:pt x="14181" y="25065"/>
                  </a:lnTo>
                  <a:cubicBezTo>
                    <a:pt x="14257" y="24385"/>
                    <a:pt x="14230" y="23612"/>
                    <a:pt x="14897" y="23469"/>
                  </a:cubicBezTo>
                  <a:cubicBezTo>
                    <a:pt x="20381" y="22296"/>
                    <a:pt x="24478" y="17550"/>
                    <a:pt x="24478" y="11875"/>
                  </a:cubicBezTo>
                  <a:cubicBezTo>
                    <a:pt x="24478" y="5320"/>
                    <a:pt x="18998" y="1"/>
                    <a:pt x="12239"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3352" name="Google Shape;3352;p60"/>
            <p:cNvSpPr/>
            <p:nvPr/>
          </p:nvSpPr>
          <p:spPr>
            <a:xfrm>
              <a:off x="7621200" y="3748625"/>
              <a:ext cx="182696" cy="177276"/>
            </a:xfrm>
            <a:custGeom>
              <a:avLst/>
              <a:gdLst/>
              <a:ahLst/>
              <a:cxnLst/>
              <a:rect l="l" t="t" r="r" b="b"/>
              <a:pathLst>
                <a:path w="20093" h="19497" extrusionOk="0">
                  <a:moveTo>
                    <a:pt x="10044" y="19496"/>
                  </a:moveTo>
                  <a:cubicBezTo>
                    <a:pt x="15577" y="19496"/>
                    <a:pt x="20092" y="15119"/>
                    <a:pt x="20092" y="9751"/>
                  </a:cubicBezTo>
                  <a:cubicBezTo>
                    <a:pt x="20092" y="4378"/>
                    <a:pt x="15577" y="0"/>
                    <a:pt x="10044" y="0"/>
                  </a:cubicBezTo>
                  <a:cubicBezTo>
                    <a:pt x="4511" y="0"/>
                    <a:pt x="1" y="4378"/>
                    <a:pt x="1" y="9751"/>
                  </a:cubicBezTo>
                  <a:cubicBezTo>
                    <a:pt x="1" y="15119"/>
                    <a:pt x="4511" y="19496"/>
                    <a:pt x="10044" y="19496"/>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grpSp>
      <p:sp>
        <p:nvSpPr>
          <p:cNvPr id="3353" name="Google Shape;3353;p60"/>
          <p:cNvSpPr/>
          <p:nvPr/>
        </p:nvSpPr>
        <p:spPr>
          <a:xfrm>
            <a:off x="10461103" y="4350917"/>
            <a:ext cx="307792" cy="395433"/>
          </a:xfrm>
          <a:custGeom>
            <a:avLst/>
            <a:gdLst/>
            <a:ahLst/>
            <a:cxnLst/>
            <a:rect l="l" t="t" r="r" b="b"/>
            <a:pathLst>
              <a:path w="29230" h="37553" extrusionOk="0">
                <a:moveTo>
                  <a:pt x="9655" y="0"/>
                </a:moveTo>
                <a:cubicBezTo>
                  <a:pt x="7693" y="0"/>
                  <a:pt x="5983" y="1692"/>
                  <a:pt x="5974" y="3671"/>
                </a:cubicBezTo>
                <a:cubicBezTo>
                  <a:pt x="5974" y="4182"/>
                  <a:pt x="6085" y="4693"/>
                  <a:pt x="6245" y="5036"/>
                </a:cubicBezTo>
                <a:cubicBezTo>
                  <a:pt x="7169" y="7653"/>
                  <a:pt x="7369" y="9675"/>
                  <a:pt x="6863" y="11515"/>
                </a:cubicBezTo>
                <a:lnTo>
                  <a:pt x="6716" y="11933"/>
                </a:lnTo>
                <a:cubicBezTo>
                  <a:pt x="6089" y="13821"/>
                  <a:pt x="5018" y="16181"/>
                  <a:pt x="1850" y="19345"/>
                </a:cubicBezTo>
                <a:cubicBezTo>
                  <a:pt x="1" y="21194"/>
                  <a:pt x="623" y="24331"/>
                  <a:pt x="3041" y="25340"/>
                </a:cubicBezTo>
                <a:cubicBezTo>
                  <a:pt x="3475" y="25523"/>
                  <a:pt x="3948" y="25620"/>
                  <a:pt x="4422" y="25620"/>
                </a:cubicBezTo>
                <a:cubicBezTo>
                  <a:pt x="4433" y="25620"/>
                  <a:pt x="4443" y="25620"/>
                  <a:pt x="4454" y="25620"/>
                </a:cubicBezTo>
                <a:lnTo>
                  <a:pt x="12866" y="25620"/>
                </a:lnTo>
                <a:lnTo>
                  <a:pt x="14862" y="37552"/>
                </a:lnTo>
                <a:lnTo>
                  <a:pt x="16848" y="25625"/>
                </a:lnTo>
                <a:lnTo>
                  <a:pt x="25243" y="25625"/>
                </a:lnTo>
                <a:cubicBezTo>
                  <a:pt x="25254" y="25625"/>
                  <a:pt x="25264" y="25625"/>
                  <a:pt x="25275" y="25625"/>
                </a:cubicBezTo>
                <a:cubicBezTo>
                  <a:pt x="25753" y="25625"/>
                  <a:pt x="26230" y="25527"/>
                  <a:pt x="26669" y="25345"/>
                </a:cubicBezTo>
                <a:cubicBezTo>
                  <a:pt x="27576" y="24976"/>
                  <a:pt x="28292" y="24256"/>
                  <a:pt x="28660" y="23354"/>
                </a:cubicBezTo>
                <a:cubicBezTo>
                  <a:pt x="29229" y="21980"/>
                  <a:pt x="28914" y="20398"/>
                  <a:pt x="27865" y="19345"/>
                </a:cubicBezTo>
                <a:cubicBezTo>
                  <a:pt x="24701" y="16177"/>
                  <a:pt x="23630" y="13821"/>
                  <a:pt x="22999" y="11933"/>
                </a:cubicBezTo>
                <a:cubicBezTo>
                  <a:pt x="22354" y="9999"/>
                  <a:pt x="22505" y="7880"/>
                  <a:pt x="23443" y="5213"/>
                </a:cubicBezTo>
                <a:cubicBezTo>
                  <a:pt x="23661" y="4733"/>
                  <a:pt x="23772" y="4218"/>
                  <a:pt x="23772" y="3693"/>
                </a:cubicBezTo>
                <a:cubicBezTo>
                  <a:pt x="23759" y="1670"/>
                  <a:pt x="22105" y="27"/>
                  <a:pt x="20100" y="27"/>
                </a:cubicBezTo>
                <a:cubicBezTo>
                  <a:pt x="20098" y="27"/>
                  <a:pt x="20095" y="27"/>
                  <a:pt x="20092" y="27"/>
                </a:cubicBezTo>
                <a:lnTo>
                  <a:pt x="9662" y="0"/>
                </a:lnTo>
                <a:cubicBezTo>
                  <a:pt x="9660" y="0"/>
                  <a:pt x="9657" y="0"/>
                  <a:pt x="9655" y="0"/>
                </a:cubicBezTo>
                <a:close/>
              </a:path>
            </a:pathLst>
          </a:custGeom>
          <a:solidFill>
            <a:srgbClr val="A5B7C6">
              <a:alpha val="72320"/>
            </a:srgbClr>
          </a:solidFill>
          <a:ln>
            <a:noFill/>
          </a:ln>
        </p:spPr>
        <p:txBody>
          <a:bodyPr spcFirstLastPara="1" wrap="square" lIns="121900" tIns="121900" rIns="121900" bIns="121900" anchor="ctr" anchorCtr="0">
            <a:noAutofit/>
          </a:bodyPr>
          <a:lstStyle/>
          <a:p>
            <a:endParaRPr sz="2400"/>
          </a:p>
        </p:txBody>
      </p:sp>
      <p:grpSp>
        <p:nvGrpSpPr>
          <p:cNvPr id="3354" name="Google Shape;3354;p60"/>
          <p:cNvGrpSpPr/>
          <p:nvPr/>
        </p:nvGrpSpPr>
        <p:grpSpPr>
          <a:xfrm>
            <a:off x="9825929" y="4869295"/>
            <a:ext cx="258057" cy="367987"/>
            <a:chOff x="8304647" y="3738687"/>
            <a:chExt cx="225076" cy="320956"/>
          </a:xfrm>
        </p:grpSpPr>
        <p:sp>
          <p:nvSpPr>
            <p:cNvPr id="3355" name="Google Shape;3355;p60"/>
            <p:cNvSpPr/>
            <p:nvPr/>
          </p:nvSpPr>
          <p:spPr>
            <a:xfrm>
              <a:off x="8335725"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rgbClr val="E1E7EC"/>
            </a:solidFill>
            <a:ln>
              <a:noFill/>
            </a:ln>
          </p:spPr>
          <p:txBody>
            <a:bodyPr spcFirstLastPara="1" wrap="square" lIns="121900" tIns="121900" rIns="121900" bIns="121900" anchor="ctr" anchorCtr="0">
              <a:noAutofit/>
            </a:bodyPr>
            <a:lstStyle/>
            <a:p>
              <a:endParaRPr sz="2400"/>
            </a:p>
          </p:txBody>
        </p:sp>
        <p:sp>
          <p:nvSpPr>
            <p:cNvPr id="3356" name="Google Shape;3356;p60"/>
            <p:cNvSpPr/>
            <p:nvPr/>
          </p:nvSpPr>
          <p:spPr>
            <a:xfrm>
              <a:off x="8337943" y="3738687"/>
              <a:ext cx="191779" cy="86151"/>
            </a:xfrm>
            <a:custGeom>
              <a:avLst/>
              <a:gdLst/>
              <a:ahLst/>
              <a:cxnLst/>
              <a:rect l="l" t="t" r="r" b="b"/>
              <a:pathLst>
                <a:path w="21092" h="9475" extrusionOk="0">
                  <a:moveTo>
                    <a:pt x="1" y="0"/>
                  </a:moveTo>
                  <a:lnTo>
                    <a:pt x="432" y="9475"/>
                  </a:lnTo>
                  <a:lnTo>
                    <a:pt x="21092" y="9475"/>
                  </a:lnTo>
                  <a:lnTo>
                    <a:pt x="17648" y="4524"/>
                  </a:lnTo>
                  <a:lnTo>
                    <a:pt x="21092" y="0"/>
                  </a:lnTo>
                  <a:close/>
                </a:path>
              </a:pathLst>
            </a:custGeom>
            <a:solidFill>
              <a:srgbClr val="E1E7EC"/>
            </a:solidFill>
            <a:ln>
              <a:noFill/>
            </a:ln>
          </p:spPr>
          <p:txBody>
            <a:bodyPr spcFirstLastPara="1" wrap="square" lIns="121900" tIns="121900" rIns="121900" bIns="121900" anchor="ctr" anchorCtr="0">
              <a:noAutofit/>
            </a:bodyPr>
            <a:lstStyle/>
            <a:p>
              <a:endParaRPr sz="2400"/>
            </a:p>
          </p:txBody>
        </p:sp>
        <p:sp>
          <p:nvSpPr>
            <p:cNvPr id="3357" name="Google Shape;3357;p60"/>
            <p:cNvSpPr/>
            <p:nvPr/>
          </p:nvSpPr>
          <p:spPr>
            <a:xfrm>
              <a:off x="8304647" y="4044004"/>
              <a:ext cx="76341" cy="15639"/>
            </a:xfrm>
            <a:custGeom>
              <a:avLst/>
              <a:gdLst/>
              <a:ahLst/>
              <a:cxnLst/>
              <a:rect l="l" t="t" r="r" b="b"/>
              <a:pathLst>
                <a:path w="8396" h="1720" extrusionOk="0">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rgbClr val="E1E7EC"/>
            </a:solidFill>
            <a:ln>
              <a:noFill/>
            </a:ln>
          </p:spPr>
          <p:txBody>
            <a:bodyPr spcFirstLastPara="1" wrap="square" lIns="121900" tIns="121900" rIns="121900" bIns="121900" anchor="ctr" anchorCtr="0">
              <a:noAutofit/>
            </a:bodyPr>
            <a:lstStyle/>
            <a:p>
              <a:endParaRPr sz="2400"/>
            </a:p>
          </p:txBody>
        </p:sp>
      </p:grpSp>
      <p:grpSp>
        <p:nvGrpSpPr>
          <p:cNvPr id="3358" name="Google Shape;3358;p60"/>
          <p:cNvGrpSpPr/>
          <p:nvPr/>
        </p:nvGrpSpPr>
        <p:grpSpPr>
          <a:xfrm>
            <a:off x="10189252" y="4869295"/>
            <a:ext cx="237989" cy="367987"/>
            <a:chOff x="8615101" y="3738687"/>
            <a:chExt cx="207573" cy="320956"/>
          </a:xfrm>
        </p:grpSpPr>
        <p:sp>
          <p:nvSpPr>
            <p:cNvPr id="3359" name="Google Shape;3359;p60"/>
            <p:cNvSpPr/>
            <p:nvPr/>
          </p:nvSpPr>
          <p:spPr>
            <a:xfrm>
              <a:off x="8646134"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60" name="Google Shape;3360;p60"/>
            <p:cNvSpPr/>
            <p:nvPr/>
          </p:nvSpPr>
          <p:spPr>
            <a:xfrm>
              <a:off x="8615101" y="4044004"/>
              <a:ext cx="76332" cy="15639"/>
            </a:xfrm>
            <a:custGeom>
              <a:avLst/>
              <a:gdLst/>
              <a:ahLst/>
              <a:cxnLst/>
              <a:rect l="l" t="t" r="r" b="b"/>
              <a:pathLst>
                <a:path w="8395" h="1720" extrusionOk="0">
                  <a:moveTo>
                    <a:pt x="4195" y="0"/>
                  </a:moveTo>
                  <a:cubicBezTo>
                    <a:pt x="1875" y="0"/>
                    <a:pt x="0" y="382"/>
                    <a:pt x="0" y="862"/>
                  </a:cubicBezTo>
                  <a:cubicBezTo>
                    <a:pt x="0" y="1338"/>
                    <a:pt x="1875" y="1720"/>
                    <a:pt x="4195" y="1720"/>
                  </a:cubicBezTo>
                  <a:cubicBezTo>
                    <a:pt x="6515" y="1720"/>
                    <a:pt x="8395" y="1338"/>
                    <a:pt x="8395" y="862"/>
                  </a:cubicBezTo>
                  <a:cubicBezTo>
                    <a:pt x="8395" y="382"/>
                    <a:pt x="6515" y="0"/>
                    <a:pt x="419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61" name="Google Shape;3361;p60"/>
            <p:cNvSpPr/>
            <p:nvPr/>
          </p:nvSpPr>
          <p:spPr>
            <a:xfrm>
              <a:off x="8651953" y="3738687"/>
              <a:ext cx="170721" cy="99808"/>
            </a:xfrm>
            <a:custGeom>
              <a:avLst/>
              <a:gdLst/>
              <a:ahLst/>
              <a:cxnLst/>
              <a:rect l="l" t="t" r="r" b="b"/>
              <a:pathLst>
                <a:path w="18776" h="10977" extrusionOk="0">
                  <a:moveTo>
                    <a:pt x="707" y="0"/>
                  </a:moveTo>
                  <a:lnTo>
                    <a:pt x="0" y="10977"/>
                  </a:lnTo>
                  <a:lnTo>
                    <a:pt x="18776" y="4360"/>
                  </a:lnTo>
                  <a:lnTo>
                    <a:pt x="707" y="0"/>
                  </a:ln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sp>
        <p:nvSpPr>
          <p:cNvPr id="3362" name="Google Shape;3362;p60"/>
          <p:cNvSpPr/>
          <p:nvPr/>
        </p:nvSpPr>
        <p:spPr>
          <a:xfrm>
            <a:off x="10851173" y="4322472"/>
            <a:ext cx="296529" cy="384925"/>
          </a:xfrm>
          <a:custGeom>
            <a:avLst/>
            <a:gdLst/>
            <a:ahLst/>
            <a:cxnLst/>
            <a:rect l="l" t="t" r="r" b="b"/>
            <a:pathLst>
              <a:path w="2810" h="3648" extrusionOk="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nvGrpSpPr>
          <p:cNvPr id="3363" name="Google Shape;3363;p60"/>
          <p:cNvGrpSpPr/>
          <p:nvPr/>
        </p:nvGrpSpPr>
        <p:grpSpPr>
          <a:xfrm>
            <a:off x="8048859" y="5031279"/>
            <a:ext cx="743560" cy="681711"/>
            <a:chOff x="6015419" y="3716859"/>
            <a:chExt cx="557671" cy="511283"/>
          </a:xfrm>
        </p:grpSpPr>
        <p:sp>
          <p:nvSpPr>
            <p:cNvPr id="3364" name="Google Shape;3364;p60"/>
            <p:cNvSpPr/>
            <p:nvPr/>
          </p:nvSpPr>
          <p:spPr>
            <a:xfrm>
              <a:off x="6015419" y="3716859"/>
              <a:ext cx="557671" cy="511283"/>
            </a:xfrm>
            <a:custGeom>
              <a:avLst/>
              <a:gdLst/>
              <a:ahLst/>
              <a:cxnLst/>
              <a:rect l="l" t="t" r="r" b="b"/>
              <a:pathLst>
                <a:path w="96650" h="88649" extrusionOk="0">
                  <a:moveTo>
                    <a:pt x="48692" y="0"/>
                  </a:moveTo>
                  <a:cubicBezTo>
                    <a:pt x="46526" y="0"/>
                    <a:pt x="44332" y="152"/>
                    <a:pt x="42124" y="465"/>
                  </a:cubicBezTo>
                  <a:cubicBezTo>
                    <a:pt x="17336" y="3960"/>
                    <a:pt x="1" y="26441"/>
                    <a:pt x="3443" y="50679"/>
                  </a:cubicBezTo>
                  <a:cubicBezTo>
                    <a:pt x="6564" y="72751"/>
                    <a:pt x="25836" y="88649"/>
                    <a:pt x="48004" y="88649"/>
                  </a:cubicBezTo>
                  <a:cubicBezTo>
                    <a:pt x="50160" y="88649"/>
                    <a:pt x="52345" y="88498"/>
                    <a:pt x="54544" y="88188"/>
                  </a:cubicBezTo>
                  <a:cubicBezTo>
                    <a:pt x="79332" y="84675"/>
                    <a:pt x="96649" y="62194"/>
                    <a:pt x="93225" y="37975"/>
                  </a:cubicBezTo>
                  <a:cubicBezTo>
                    <a:pt x="90105" y="15895"/>
                    <a:pt x="70848" y="0"/>
                    <a:pt x="4869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grpSp>
          <p:nvGrpSpPr>
            <p:cNvPr id="3365" name="Google Shape;3365;p60"/>
            <p:cNvGrpSpPr/>
            <p:nvPr/>
          </p:nvGrpSpPr>
          <p:grpSpPr>
            <a:xfrm>
              <a:off x="6036094" y="3716980"/>
              <a:ext cx="529860" cy="510468"/>
              <a:chOff x="6036094" y="3716980"/>
              <a:chExt cx="529860" cy="510468"/>
            </a:xfrm>
          </p:grpSpPr>
          <p:sp>
            <p:nvSpPr>
              <p:cNvPr id="3366" name="Google Shape;3366;p60"/>
              <p:cNvSpPr/>
              <p:nvPr/>
            </p:nvSpPr>
            <p:spPr>
              <a:xfrm>
                <a:off x="6220140" y="3716980"/>
                <a:ext cx="80065" cy="64273"/>
              </a:xfrm>
              <a:custGeom>
                <a:avLst/>
                <a:gdLst/>
                <a:ahLst/>
                <a:cxnLst/>
                <a:rect l="l" t="t" r="r" b="b"/>
                <a:pathLst>
                  <a:path w="13876" h="11144" extrusionOk="0">
                    <a:moveTo>
                      <a:pt x="11055" y="0"/>
                    </a:moveTo>
                    <a:cubicBezTo>
                      <a:pt x="9600" y="71"/>
                      <a:pt x="8127" y="213"/>
                      <a:pt x="6654" y="426"/>
                    </a:cubicBezTo>
                    <a:cubicBezTo>
                      <a:pt x="4401" y="746"/>
                      <a:pt x="2165" y="1225"/>
                      <a:pt x="1" y="1863"/>
                    </a:cubicBezTo>
                    <a:lnTo>
                      <a:pt x="54" y="2307"/>
                    </a:lnTo>
                    <a:lnTo>
                      <a:pt x="2165" y="2396"/>
                    </a:lnTo>
                    <a:lnTo>
                      <a:pt x="1739" y="4117"/>
                    </a:lnTo>
                    <a:lnTo>
                      <a:pt x="3194" y="4401"/>
                    </a:lnTo>
                    <a:lnTo>
                      <a:pt x="1828" y="5146"/>
                    </a:lnTo>
                    <a:cubicBezTo>
                      <a:pt x="2893" y="6015"/>
                      <a:pt x="1207" y="7417"/>
                      <a:pt x="2538" y="8393"/>
                    </a:cubicBezTo>
                    <a:cubicBezTo>
                      <a:pt x="3088" y="8783"/>
                      <a:pt x="3088" y="9937"/>
                      <a:pt x="3301" y="10611"/>
                    </a:cubicBezTo>
                    <a:lnTo>
                      <a:pt x="6335" y="11143"/>
                    </a:lnTo>
                    <a:cubicBezTo>
                      <a:pt x="6583" y="10611"/>
                      <a:pt x="6832" y="10061"/>
                      <a:pt x="7098" y="9493"/>
                    </a:cubicBezTo>
                    <a:cubicBezTo>
                      <a:pt x="7670" y="8245"/>
                      <a:pt x="7649" y="6456"/>
                      <a:pt x="9632" y="6456"/>
                    </a:cubicBezTo>
                    <a:cubicBezTo>
                      <a:pt x="9679" y="6456"/>
                      <a:pt x="9728" y="6457"/>
                      <a:pt x="9777" y="6459"/>
                    </a:cubicBezTo>
                    <a:cubicBezTo>
                      <a:pt x="10380" y="5217"/>
                      <a:pt x="11410" y="4791"/>
                      <a:pt x="12723" y="4685"/>
                    </a:cubicBezTo>
                    <a:cubicBezTo>
                      <a:pt x="13113" y="4649"/>
                      <a:pt x="13450" y="3939"/>
                      <a:pt x="13876" y="3443"/>
                    </a:cubicBezTo>
                    <a:cubicBezTo>
                      <a:pt x="13166" y="2378"/>
                      <a:pt x="12687" y="1012"/>
                      <a:pt x="11729" y="391"/>
                    </a:cubicBezTo>
                    <a:cubicBezTo>
                      <a:pt x="11516" y="249"/>
                      <a:pt x="11285" y="125"/>
                      <a:pt x="1105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67" name="Google Shape;3367;p60"/>
              <p:cNvSpPr/>
              <p:nvPr/>
            </p:nvSpPr>
            <p:spPr>
              <a:xfrm>
                <a:off x="6368562" y="3771936"/>
                <a:ext cx="39115" cy="36745"/>
              </a:xfrm>
              <a:custGeom>
                <a:avLst/>
                <a:gdLst/>
                <a:ahLst/>
                <a:cxnLst/>
                <a:rect l="l" t="t" r="r" b="b"/>
                <a:pathLst>
                  <a:path w="6779" h="6371" extrusionOk="0">
                    <a:moveTo>
                      <a:pt x="870" y="1"/>
                    </a:moveTo>
                    <a:lnTo>
                      <a:pt x="1" y="1154"/>
                    </a:lnTo>
                    <a:lnTo>
                      <a:pt x="1509" y="2698"/>
                    </a:lnTo>
                    <a:lnTo>
                      <a:pt x="2272" y="3283"/>
                    </a:lnTo>
                    <a:cubicBezTo>
                      <a:pt x="3567" y="3922"/>
                      <a:pt x="3301" y="5625"/>
                      <a:pt x="4436" y="6370"/>
                    </a:cubicBezTo>
                    <a:cubicBezTo>
                      <a:pt x="4880" y="5341"/>
                      <a:pt x="5838" y="5554"/>
                      <a:pt x="6654" y="5377"/>
                    </a:cubicBezTo>
                    <a:cubicBezTo>
                      <a:pt x="6778" y="4117"/>
                      <a:pt x="5732" y="3549"/>
                      <a:pt x="4933" y="3265"/>
                    </a:cubicBezTo>
                    <a:cubicBezTo>
                      <a:pt x="3762" y="2875"/>
                      <a:pt x="2928" y="2360"/>
                      <a:pt x="2325" y="1278"/>
                    </a:cubicBezTo>
                    <a:cubicBezTo>
                      <a:pt x="2023" y="746"/>
                      <a:pt x="1367" y="426"/>
                      <a:pt x="870"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68" name="Google Shape;3368;p60"/>
              <p:cNvSpPr/>
              <p:nvPr/>
            </p:nvSpPr>
            <p:spPr>
              <a:xfrm>
                <a:off x="6304793" y="3747169"/>
                <a:ext cx="25088" cy="13311"/>
              </a:xfrm>
              <a:custGeom>
                <a:avLst/>
                <a:gdLst/>
                <a:ahLst/>
                <a:cxnLst/>
                <a:rect l="l" t="t" r="r" b="b"/>
                <a:pathLst>
                  <a:path w="4348" h="2308" extrusionOk="0">
                    <a:moveTo>
                      <a:pt x="3957" y="1"/>
                    </a:moveTo>
                    <a:cubicBezTo>
                      <a:pt x="2680" y="355"/>
                      <a:pt x="1296" y="143"/>
                      <a:pt x="0" y="906"/>
                    </a:cubicBezTo>
                    <a:cubicBezTo>
                      <a:pt x="728" y="1651"/>
                      <a:pt x="728" y="1615"/>
                      <a:pt x="1544" y="1757"/>
                    </a:cubicBezTo>
                    <a:cubicBezTo>
                      <a:pt x="2147" y="1917"/>
                      <a:pt x="2733" y="2094"/>
                      <a:pt x="3318" y="2307"/>
                    </a:cubicBezTo>
                    <a:lnTo>
                      <a:pt x="4348" y="639"/>
                    </a:lnTo>
                    <a:lnTo>
                      <a:pt x="3957" y="1"/>
                    </a:ln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69" name="Google Shape;3369;p60"/>
              <p:cNvSpPr/>
              <p:nvPr/>
            </p:nvSpPr>
            <p:spPr>
              <a:xfrm>
                <a:off x="6365182" y="3787492"/>
                <a:ext cx="18025" cy="16582"/>
              </a:xfrm>
              <a:custGeom>
                <a:avLst/>
                <a:gdLst/>
                <a:ahLst/>
                <a:cxnLst/>
                <a:rect l="l" t="t" r="r" b="b"/>
                <a:pathLst>
                  <a:path w="3124" h="2875" extrusionOk="0">
                    <a:moveTo>
                      <a:pt x="2095" y="1"/>
                    </a:moveTo>
                    <a:lnTo>
                      <a:pt x="1" y="1030"/>
                    </a:lnTo>
                    <a:cubicBezTo>
                      <a:pt x="498" y="1455"/>
                      <a:pt x="782" y="1615"/>
                      <a:pt x="941" y="1864"/>
                    </a:cubicBezTo>
                    <a:cubicBezTo>
                      <a:pt x="1119" y="2112"/>
                      <a:pt x="1154" y="2449"/>
                      <a:pt x="1279" y="2875"/>
                    </a:cubicBezTo>
                    <a:lnTo>
                      <a:pt x="3124" y="2467"/>
                    </a:lnTo>
                    <a:lnTo>
                      <a:pt x="2858" y="586"/>
                    </a:lnTo>
                    <a:lnTo>
                      <a:pt x="2095" y="1"/>
                    </a:ln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70" name="Google Shape;3370;p60"/>
              <p:cNvSpPr/>
              <p:nvPr/>
            </p:nvSpPr>
            <p:spPr>
              <a:xfrm>
                <a:off x="6367131" y="3727108"/>
                <a:ext cx="198823" cy="438001"/>
              </a:xfrm>
              <a:custGeom>
                <a:avLst/>
                <a:gdLst/>
                <a:ahLst/>
                <a:cxnLst/>
                <a:rect l="l" t="t" r="r" b="b"/>
                <a:pathLst>
                  <a:path w="34458" h="75943" extrusionOk="0">
                    <a:moveTo>
                      <a:pt x="8836" y="6211"/>
                    </a:moveTo>
                    <a:cubicBezTo>
                      <a:pt x="10061" y="6371"/>
                      <a:pt x="10061" y="6371"/>
                      <a:pt x="12438" y="9352"/>
                    </a:cubicBezTo>
                    <a:lnTo>
                      <a:pt x="10930" y="10416"/>
                    </a:lnTo>
                    <a:cubicBezTo>
                      <a:pt x="10646" y="10044"/>
                      <a:pt x="9244" y="10079"/>
                      <a:pt x="10309" y="8997"/>
                    </a:cubicBezTo>
                    <a:lnTo>
                      <a:pt x="8836" y="6211"/>
                    </a:lnTo>
                    <a:close/>
                    <a:moveTo>
                      <a:pt x="13237" y="17585"/>
                    </a:moveTo>
                    <a:cubicBezTo>
                      <a:pt x="14213" y="18330"/>
                      <a:pt x="14976" y="19235"/>
                      <a:pt x="15951" y="19572"/>
                    </a:cubicBezTo>
                    <a:cubicBezTo>
                      <a:pt x="17034" y="19945"/>
                      <a:pt x="17548" y="20761"/>
                      <a:pt x="18294" y="21506"/>
                    </a:cubicBezTo>
                    <a:lnTo>
                      <a:pt x="16892" y="22216"/>
                    </a:lnTo>
                    <a:lnTo>
                      <a:pt x="19092" y="23440"/>
                    </a:lnTo>
                    <a:lnTo>
                      <a:pt x="18826" y="19359"/>
                    </a:lnTo>
                    <a:lnTo>
                      <a:pt x="18826" y="19359"/>
                    </a:lnTo>
                    <a:cubicBezTo>
                      <a:pt x="19500" y="20264"/>
                      <a:pt x="19890" y="20867"/>
                      <a:pt x="20352" y="21382"/>
                    </a:cubicBezTo>
                    <a:cubicBezTo>
                      <a:pt x="20813" y="21914"/>
                      <a:pt x="21328" y="22340"/>
                      <a:pt x="22091" y="23050"/>
                    </a:cubicBezTo>
                    <a:lnTo>
                      <a:pt x="22587" y="21346"/>
                    </a:lnTo>
                    <a:lnTo>
                      <a:pt x="25267" y="23742"/>
                    </a:lnTo>
                    <a:lnTo>
                      <a:pt x="26402" y="22713"/>
                    </a:lnTo>
                    <a:lnTo>
                      <a:pt x="27999" y="26261"/>
                    </a:lnTo>
                    <a:cubicBezTo>
                      <a:pt x="27384" y="26597"/>
                      <a:pt x="26823" y="26720"/>
                      <a:pt x="26292" y="26720"/>
                    </a:cubicBezTo>
                    <a:cubicBezTo>
                      <a:pt x="24969" y="26720"/>
                      <a:pt x="23833" y="25957"/>
                      <a:pt x="22516" y="25818"/>
                    </a:cubicBezTo>
                    <a:cubicBezTo>
                      <a:pt x="22516" y="26527"/>
                      <a:pt x="22499" y="27131"/>
                      <a:pt x="22499" y="27787"/>
                    </a:cubicBezTo>
                    <a:cubicBezTo>
                      <a:pt x="22392" y="27787"/>
                      <a:pt x="22270" y="27819"/>
                      <a:pt x="22169" y="27819"/>
                    </a:cubicBezTo>
                    <a:cubicBezTo>
                      <a:pt x="22118" y="27819"/>
                      <a:pt x="22073" y="27811"/>
                      <a:pt x="22037" y="27787"/>
                    </a:cubicBezTo>
                    <a:cubicBezTo>
                      <a:pt x="21133" y="27288"/>
                      <a:pt x="20502" y="26308"/>
                      <a:pt x="19338" y="26308"/>
                    </a:cubicBezTo>
                    <a:cubicBezTo>
                      <a:pt x="19178" y="26308"/>
                      <a:pt x="19008" y="26327"/>
                      <a:pt x="18826" y="26368"/>
                    </a:cubicBezTo>
                    <a:cubicBezTo>
                      <a:pt x="18808" y="26372"/>
                      <a:pt x="18788" y="26375"/>
                      <a:pt x="18768" y="26375"/>
                    </a:cubicBezTo>
                    <a:cubicBezTo>
                      <a:pt x="18417" y="26375"/>
                      <a:pt x="17797" y="25667"/>
                      <a:pt x="17495" y="25197"/>
                    </a:cubicBezTo>
                    <a:cubicBezTo>
                      <a:pt x="16998" y="24416"/>
                      <a:pt x="16661" y="23529"/>
                      <a:pt x="16360" y="22925"/>
                    </a:cubicBezTo>
                    <a:cubicBezTo>
                      <a:pt x="16129" y="22764"/>
                      <a:pt x="15928" y="22701"/>
                      <a:pt x="15748" y="22701"/>
                    </a:cubicBezTo>
                    <a:cubicBezTo>
                      <a:pt x="15114" y="22701"/>
                      <a:pt x="14724" y="23479"/>
                      <a:pt x="14110" y="23479"/>
                    </a:cubicBezTo>
                    <a:cubicBezTo>
                      <a:pt x="13959" y="23479"/>
                      <a:pt x="13794" y="23432"/>
                      <a:pt x="13609" y="23316"/>
                    </a:cubicBezTo>
                    <a:cubicBezTo>
                      <a:pt x="13398" y="23182"/>
                      <a:pt x="13213" y="23127"/>
                      <a:pt x="13048" y="23127"/>
                    </a:cubicBezTo>
                    <a:cubicBezTo>
                      <a:pt x="12310" y="23127"/>
                      <a:pt x="11952" y="24236"/>
                      <a:pt x="11285" y="24540"/>
                    </a:cubicBezTo>
                    <a:cubicBezTo>
                      <a:pt x="10309" y="24984"/>
                      <a:pt x="9475" y="24913"/>
                      <a:pt x="8357" y="25126"/>
                    </a:cubicBezTo>
                    <a:cubicBezTo>
                      <a:pt x="8712" y="23440"/>
                      <a:pt x="10007" y="23263"/>
                      <a:pt x="10877" y="22588"/>
                    </a:cubicBezTo>
                    <a:cubicBezTo>
                      <a:pt x="9333" y="21453"/>
                      <a:pt x="11161" y="20583"/>
                      <a:pt x="11107" y="19732"/>
                    </a:cubicBezTo>
                    <a:cubicBezTo>
                      <a:pt x="10966" y="17815"/>
                      <a:pt x="13183" y="19075"/>
                      <a:pt x="13237" y="17585"/>
                    </a:cubicBezTo>
                    <a:close/>
                    <a:moveTo>
                      <a:pt x="444" y="1"/>
                    </a:moveTo>
                    <a:lnTo>
                      <a:pt x="444" y="1"/>
                    </a:lnTo>
                    <a:cubicBezTo>
                      <a:pt x="373" y="746"/>
                      <a:pt x="0" y="1438"/>
                      <a:pt x="1278" y="1758"/>
                    </a:cubicBezTo>
                    <a:cubicBezTo>
                      <a:pt x="2147" y="1953"/>
                      <a:pt x="2662" y="2929"/>
                      <a:pt x="2857" y="3869"/>
                    </a:cubicBezTo>
                    <a:cubicBezTo>
                      <a:pt x="3034" y="4756"/>
                      <a:pt x="3123" y="5643"/>
                      <a:pt x="3247" y="6530"/>
                    </a:cubicBezTo>
                    <a:lnTo>
                      <a:pt x="3549" y="6140"/>
                    </a:lnTo>
                    <a:lnTo>
                      <a:pt x="5412" y="8145"/>
                    </a:lnTo>
                    <a:lnTo>
                      <a:pt x="6654" y="6903"/>
                    </a:lnTo>
                    <a:lnTo>
                      <a:pt x="8393" y="10505"/>
                    </a:lnTo>
                    <a:lnTo>
                      <a:pt x="6654" y="14426"/>
                    </a:lnTo>
                    <a:lnTo>
                      <a:pt x="5944" y="14036"/>
                    </a:lnTo>
                    <a:cubicBezTo>
                      <a:pt x="5678" y="14338"/>
                      <a:pt x="5447" y="14657"/>
                      <a:pt x="5252" y="14976"/>
                    </a:cubicBezTo>
                    <a:cubicBezTo>
                      <a:pt x="5163" y="15154"/>
                      <a:pt x="5217" y="15402"/>
                      <a:pt x="5199" y="15615"/>
                    </a:cubicBezTo>
                    <a:cubicBezTo>
                      <a:pt x="7346" y="16591"/>
                      <a:pt x="7701" y="17017"/>
                      <a:pt x="8162" y="19004"/>
                    </a:cubicBezTo>
                    <a:lnTo>
                      <a:pt x="4471" y="18827"/>
                    </a:lnTo>
                    <a:lnTo>
                      <a:pt x="4471" y="18827"/>
                    </a:lnTo>
                    <a:cubicBezTo>
                      <a:pt x="4755" y="21754"/>
                      <a:pt x="5057" y="22606"/>
                      <a:pt x="6193" y="24114"/>
                    </a:cubicBezTo>
                    <a:lnTo>
                      <a:pt x="7754" y="24061"/>
                    </a:lnTo>
                    <a:lnTo>
                      <a:pt x="7754" y="24061"/>
                    </a:lnTo>
                    <a:cubicBezTo>
                      <a:pt x="8073" y="25480"/>
                      <a:pt x="7914" y="26740"/>
                      <a:pt x="6920" y="27379"/>
                    </a:cubicBezTo>
                    <a:cubicBezTo>
                      <a:pt x="5518" y="28319"/>
                      <a:pt x="7026" y="29703"/>
                      <a:pt x="5962" y="30857"/>
                    </a:cubicBezTo>
                    <a:cubicBezTo>
                      <a:pt x="4241" y="32720"/>
                      <a:pt x="3850" y="35399"/>
                      <a:pt x="2644" y="37812"/>
                    </a:cubicBezTo>
                    <a:lnTo>
                      <a:pt x="4471" y="38380"/>
                    </a:lnTo>
                    <a:cubicBezTo>
                      <a:pt x="4400" y="39161"/>
                      <a:pt x="4436" y="40012"/>
                      <a:pt x="4259" y="40829"/>
                    </a:cubicBezTo>
                    <a:cubicBezTo>
                      <a:pt x="3939" y="42319"/>
                      <a:pt x="4329" y="43579"/>
                      <a:pt x="5252" y="44732"/>
                    </a:cubicBezTo>
                    <a:cubicBezTo>
                      <a:pt x="5838" y="45460"/>
                      <a:pt x="6370" y="46240"/>
                      <a:pt x="7026" y="46932"/>
                    </a:cubicBezTo>
                    <a:cubicBezTo>
                      <a:pt x="7789" y="47731"/>
                      <a:pt x="9209" y="47678"/>
                      <a:pt x="9670" y="48920"/>
                    </a:cubicBezTo>
                    <a:cubicBezTo>
                      <a:pt x="9723" y="49026"/>
                      <a:pt x="9812" y="49097"/>
                      <a:pt x="9919" y="49132"/>
                    </a:cubicBezTo>
                    <a:cubicBezTo>
                      <a:pt x="10191" y="49213"/>
                      <a:pt x="10478" y="49350"/>
                      <a:pt x="10740" y="49350"/>
                    </a:cubicBezTo>
                    <a:cubicBezTo>
                      <a:pt x="10768" y="49350"/>
                      <a:pt x="10796" y="49349"/>
                      <a:pt x="10824" y="49345"/>
                    </a:cubicBezTo>
                    <a:cubicBezTo>
                      <a:pt x="11569" y="49257"/>
                      <a:pt x="12279" y="49257"/>
                      <a:pt x="12917" y="48547"/>
                    </a:cubicBezTo>
                    <a:cubicBezTo>
                      <a:pt x="12958" y="48500"/>
                      <a:pt x="13033" y="48481"/>
                      <a:pt x="13131" y="48481"/>
                    </a:cubicBezTo>
                    <a:cubicBezTo>
                      <a:pt x="13526" y="48481"/>
                      <a:pt x="14291" y="48790"/>
                      <a:pt x="14670" y="48790"/>
                    </a:cubicBezTo>
                    <a:cubicBezTo>
                      <a:pt x="14764" y="48790"/>
                      <a:pt x="14834" y="48771"/>
                      <a:pt x="14869" y="48724"/>
                    </a:cubicBezTo>
                    <a:cubicBezTo>
                      <a:pt x="15721" y="47642"/>
                      <a:pt x="16892" y="47944"/>
                      <a:pt x="17921" y="47695"/>
                    </a:cubicBezTo>
                    <a:cubicBezTo>
                      <a:pt x="17948" y="47687"/>
                      <a:pt x="17976" y="47684"/>
                      <a:pt x="18005" y="47684"/>
                    </a:cubicBezTo>
                    <a:cubicBezTo>
                      <a:pt x="18165" y="47684"/>
                      <a:pt x="18357" y="47795"/>
                      <a:pt x="18613" y="47855"/>
                    </a:cubicBezTo>
                    <a:cubicBezTo>
                      <a:pt x="18550" y="48716"/>
                      <a:pt x="18847" y="48890"/>
                      <a:pt x="19260" y="48890"/>
                    </a:cubicBezTo>
                    <a:cubicBezTo>
                      <a:pt x="19540" y="48890"/>
                      <a:pt x="19874" y="48810"/>
                      <a:pt x="20185" y="48810"/>
                    </a:cubicBezTo>
                    <a:cubicBezTo>
                      <a:pt x="20457" y="48810"/>
                      <a:pt x="20713" y="48871"/>
                      <a:pt x="20902" y="49097"/>
                    </a:cubicBezTo>
                    <a:cubicBezTo>
                      <a:pt x="20831" y="49558"/>
                      <a:pt x="20902" y="50233"/>
                      <a:pt x="20636" y="50765"/>
                    </a:cubicBezTo>
                    <a:cubicBezTo>
                      <a:pt x="20228" y="51546"/>
                      <a:pt x="21150" y="52592"/>
                      <a:pt x="20068" y="53178"/>
                    </a:cubicBezTo>
                    <a:cubicBezTo>
                      <a:pt x="21771" y="55112"/>
                      <a:pt x="20955" y="57649"/>
                      <a:pt x="21594" y="59424"/>
                    </a:cubicBezTo>
                    <a:cubicBezTo>
                      <a:pt x="20742" y="61713"/>
                      <a:pt x="19589" y="63327"/>
                      <a:pt x="19624" y="65776"/>
                    </a:cubicBezTo>
                    <a:cubicBezTo>
                      <a:pt x="19678" y="68597"/>
                      <a:pt x="18453" y="71436"/>
                      <a:pt x="17406" y="74168"/>
                    </a:cubicBezTo>
                    <a:cubicBezTo>
                      <a:pt x="17247" y="74577"/>
                      <a:pt x="17158" y="75002"/>
                      <a:pt x="16910" y="75943"/>
                    </a:cubicBezTo>
                    <a:cubicBezTo>
                      <a:pt x="28177" y="66379"/>
                      <a:pt x="34458" y="51617"/>
                      <a:pt x="32258" y="36144"/>
                    </a:cubicBezTo>
                    <a:cubicBezTo>
                      <a:pt x="29756" y="18472"/>
                      <a:pt x="16874" y="4756"/>
                      <a:pt x="44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71" name="Google Shape;3371;p60"/>
              <p:cNvSpPr/>
              <p:nvPr/>
            </p:nvSpPr>
            <p:spPr>
              <a:xfrm>
                <a:off x="6036094" y="3734681"/>
                <a:ext cx="181628" cy="303024"/>
              </a:xfrm>
              <a:custGeom>
                <a:avLst/>
                <a:gdLst/>
                <a:ahLst/>
                <a:cxnLst/>
                <a:rect l="l" t="t" r="r" b="b"/>
                <a:pathLst>
                  <a:path w="31478" h="52540" extrusionOk="0">
                    <a:moveTo>
                      <a:pt x="28337" y="1"/>
                    </a:moveTo>
                    <a:cubicBezTo>
                      <a:pt x="13326" y="5785"/>
                      <a:pt x="2556" y="18986"/>
                      <a:pt x="1" y="34405"/>
                    </a:cubicBezTo>
                    <a:cubicBezTo>
                      <a:pt x="516" y="36961"/>
                      <a:pt x="764" y="39569"/>
                      <a:pt x="1154" y="42159"/>
                    </a:cubicBezTo>
                    <a:cubicBezTo>
                      <a:pt x="1172" y="42266"/>
                      <a:pt x="1438" y="42355"/>
                      <a:pt x="1687" y="42496"/>
                    </a:cubicBezTo>
                    <a:cubicBezTo>
                      <a:pt x="1687" y="41574"/>
                      <a:pt x="1704" y="40704"/>
                      <a:pt x="1704" y="39835"/>
                    </a:cubicBezTo>
                    <a:lnTo>
                      <a:pt x="2112" y="39817"/>
                    </a:lnTo>
                    <a:lnTo>
                      <a:pt x="3905" y="45513"/>
                    </a:lnTo>
                    <a:cubicBezTo>
                      <a:pt x="4490" y="45956"/>
                      <a:pt x="5289" y="46595"/>
                      <a:pt x="6122" y="47145"/>
                    </a:cubicBezTo>
                    <a:cubicBezTo>
                      <a:pt x="6548" y="47465"/>
                      <a:pt x="7045" y="47678"/>
                      <a:pt x="7560" y="47784"/>
                    </a:cubicBezTo>
                    <a:cubicBezTo>
                      <a:pt x="9813" y="48068"/>
                      <a:pt x="12492" y="48884"/>
                      <a:pt x="13557" y="50481"/>
                    </a:cubicBezTo>
                    <a:cubicBezTo>
                      <a:pt x="14515" y="51971"/>
                      <a:pt x="15810" y="52202"/>
                      <a:pt x="16751" y="52539"/>
                    </a:cubicBezTo>
                    <a:lnTo>
                      <a:pt x="18827" y="51652"/>
                    </a:lnTo>
                    <a:cubicBezTo>
                      <a:pt x="18720" y="51475"/>
                      <a:pt x="18632" y="51155"/>
                      <a:pt x="18525" y="51138"/>
                    </a:cubicBezTo>
                    <a:cubicBezTo>
                      <a:pt x="15367" y="50960"/>
                      <a:pt x="15367" y="50978"/>
                      <a:pt x="14905" y="48015"/>
                    </a:cubicBezTo>
                    <a:cubicBezTo>
                      <a:pt x="14870" y="47695"/>
                      <a:pt x="14799" y="47376"/>
                      <a:pt x="14675" y="46755"/>
                    </a:cubicBezTo>
                    <a:lnTo>
                      <a:pt x="11818" y="46152"/>
                    </a:lnTo>
                    <a:lnTo>
                      <a:pt x="12031" y="42461"/>
                    </a:lnTo>
                    <a:cubicBezTo>
                      <a:pt x="12009" y="42460"/>
                      <a:pt x="11988" y="42460"/>
                      <a:pt x="11967" y="42460"/>
                    </a:cubicBezTo>
                    <a:cubicBezTo>
                      <a:pt x="9761" y="42460"/>
                      <a:pt x="10756" y="45214"/>
                      <a:pt x="9157" y="45531"/>
                    </a:cubicBezTo>
                    <a:cubicBezTo>
                      <a:pt x="7577" y="44537"/>
                      <a:pt x="7577" y="44537"/>
                      <a:pt x="6832" y="39036"/>
                    </a:cubicBezTo>
                    <a:cubicBezTo>
                      <a:pt x="7471" y="36162"/>
                      <a:pt x="10807" y="37120"/>
                      <a:pt x="11570" y="34867"/>
                    </a:cubicBezTo>
                    <a:lnTo>
                      <a:pt x="13876" y="35683"/>
                    </a:lnTo>
                    <a:cubicBezTo>
                      <a:pt x="13930" y="37014"/>
                      <a:pt x="14213" y="38274"/>
                      <a:pt x="15651" y="39090"/>
                    </a:cubicBezTo>
                    <a:lnTo>
                      <a:pt x="14870" y="33554"/>
                    </a:lnTo>
                    <a:cubicBezTo>
                      <a:pt x="15012" y="33305"/>
                      <a:pt x="15189" y="33092"/>
                      <a:pt x="15367" y="32880"/>
                    </a:cubicBezTo>
                    <a:cubicBezTo>
                      <a:pt x="16733" y="31584"/>
                      <a:pt x="18720" y="30662"/>
                      <a:pt x="18277" y="28231"/>
                    </a:cubicBezTo>
                    <a:cubicBezTo>
                      <a:pt x="19217" y="27148"/>
                      <a:pt x="19501" y="25569"/>
                      <a:pt x="20903" y="24824"/>
                    </a:cubicBezTo>
                    <a:cubicBezTo>
                      <a:pt x="21169" y="24664"/>
                      <a:pt x="21701" y="24540"/>
                      <a:pt x="21701" y="24416"/>
                    </a:cubicBezTo>
                    <a:cubicBezTo>
                      <a:pt x="21701" y="22606"/>
                      <a:pt x="23298" y="22375"/>
                      <a:pt x="24345" y="21453"/>
                    </a:cubicBezTo>
                    <a:cubicBezTo>
                      <a:pt x="24698" y="21969"/>
                      <a:pt x="25002" y="22149"/>
                      <a:pt x="25280" y="22149"/>
                    </a:cubicBezTo>
                    <a:cubicBezTo>
                      <a:pt x="25925" y="22149"/>
                      <a:pt x="26432" y="21185"/>
                      <a:pt x="27082" y="21185"/>
                    </a:cubicBezTo>
                    <a:cubicBezTo>
                      <a:pt x="27098" y="21185"/>
                      <a:pt x="27114" y="21185"/>
                      <a:pt x="27131" y="21187"/>
                    </a:cubicBezTo>
                    <a:cubicBezTo>
                      <a:pt x="27184" y="21187"/>
                      <a:pt x="27237" y="20867"/>
                      <a:pt x="27255" y="20832"/>
                    </a:cubicBezTo>
                    <a:lnTo>
                      <a:pt x="25250" y="19909"/>
                    </a:lnTo>
                    <a:lnTo>
                      <a:pt x="25835" y="18348"/>
                    </a:lnTo>
                    <a:lnTo>
                      <a:pt x="24274" y="17851"/>
                    </a:lnTo>
                    <a:cubicBezTo>
                      <a:pt x="25161" y="17514"/>
                      <a:pt x="26048" y="17727"/>
                      <a:pt x="26829" y="17531"/>
                    </a:cubicBezTo>
                    <a:cubicBezTo>
                      <a:pt x="27610" y="17336"/>
                      <a:pt x="28266" y="16751"/>
                      <a:pt x="28976" y="16325"/>
                    </a:cubicBezTo>
                    <a:cubicBezTo>
                      <a:pt x="29774" y="15846"/>
                      <a:pt x="30573" y="15349"/>
                      <a:pt x="31478" y="14781"/>
                    </a:cubicBezTo>
                    <a:cubicBezTo>
                      <a:pt x="30466" y="12723"/>
                      <a:pt x="27769" y="12049"/>
                      <a:pt x="27698" y="9565"/>
                    </a:cubicBezTo>
                    <a:lnTo>
                      <a:pt x="25143" y="11836"/>
                    </a:lnTo>
                    <a:cubicBezTo>
                      <a:pt x="25764" y="8571"/>
                      <a:pt x="23600" y="8908"/>
                      <a:pt x="22269" y="8465"/>
                    </a:cubicBezTo>
                    <a:cubicBezTo>
                      <a:pt x="21932" y="8855"/>
                      <a:pt x="21559" y="9032"/>
                      <a:pt x="21027" y="9316"/>
                    </a:cubicBezTo>
                    <a:lnTo>
                      <a:pt x="21825" y="10132"/>
                    </a:lnTo>
                    <a:lnTo>
                      <a:pt x="20353" y="11197"/>
                    </a:lnTo>
                    <a:cubicBezTo>
                      <a:pt x="21772" y="12244"/>
                      <a:pt x="20956" y="13628"/>
                      <a:pt x="20690" y="13734"/>
                    </a:cubicBezTo>
                    <a:cubicBezTo>
                      <a:pt x="18756" y="14444"/>
                      <a:pt x="19217" y="16396"/>
                      <a:pt x="18401" y="17620"/>
                    </a:cubicBezTo>
                    <a:lnTo>
                      <a:pt x="17460" y="16910"/>
                    </a:lnTo>
                    <a:cubicBezTo>
                      <a:pt x="17052" y="16502"/>
                      <a:pt x="17886" y="16360"/>
                      <a:pt x="17851" y="16023"/>
                    </a:cubicBezTo>
                    <a:cubicBezTo>
                      <a:pt x="17833" y="15580"/>
                      <a:pt x="17744" y="15136"/>
                      <a:pt x="17673" y="14639"/>
                    </a:cubicBezTo>
                    <a:lnTo>
                      <a:pt x="14781" y="13805"/>
                    </a:lnTo>
                    <a:cubicBezTo>
                      <a:pt x="14391" y="10558"/>
                      <a:pt x="17727" y="10026"/>
                      <a:pt x="19075" y="8056"/>
                    </a:cubicBezTo>
                    <a:cubicBezTo>
                      <a:pt x="19476" y="8451"/>
                      <a:pt x="19895" y="8555"/>
                      <a:pt x="20323" y="8555"/>
                    </a:cubicBezTo>
                    <a:cubicBezTo>
                      <a:pt x="20808" y="8555"/>
                      <a:pt x="21305" y="8420"/>
                      <a:pt x="21802" y="8420"/>
                    </a:cubicBezTo>
                    <a:cubicBezTo>
                      <a:pt x="21952" y="8420"/>
                      <a:pt x="22102" y="8433"/>
                      <a:pt x="22251" y="8465"/>
                    </a:cubicBezTo>
                    <a:cubicBezTo>
                      <a:pt x="22127" y="7702"/>
                      <a:pt x="22056" y="7152"/>
                      <a:pt x="21967" y="6495"/>
                    </a:cubicBezTo>
                    <a:cubicBezTo>
                      <a:pt x="23198" y="6481"/>
                      <a:pt x="23566" y="4540"/>
                      <a:pt x="24952" y="4540"/>
                    </a:cubicBezTo>
                    <a:cubicBezTo>
                      <a:pt x="25264" y="4540"/>
                      <a:pt x="25629" y="4639"/>
                      <a:pt x="26066" y="4880"/>
                    </a:cubicBezTo>
                    <a:cubicBezTo>
                      <a:pt x="25374" y="5963"/>
                      <a:pt x="24274" y="6335"/>
                      <a:pt x="23458" y="7010"/>
                    </a:cubicBezTo>
                    <a:lnTo>
                      <a:pt x="26243" y="8376"/>
                    </a:lnTo>
                    <a:lnTo>
                      <a:pt x="28089" y="7205"/>
                    </a:lnTo>
                    <a:lnTo>
                      <a:pt x="28160" y="5324"/>
                    </a:lnTo>
                    <a:cubicBezTo>
                      <a:pt x="28332" y="5383"/>
                      <a:pt x="28506" y="5414"/>
                      <a:pt x="28690" y="5414"/>
                    </a:cubicBezTo>
                    <a:cubicBezTo>
                      <a:pt x="29226" y="5414"/>
                      <a:pt x="29853" y="5151"/>
                      <a:pt x="30804" y="4543"/>
                    </a:cubicBezTo>
                    <a:lnTo>
                      <a:pt x="29029" y="3621"/>
                    </a:lnTo>
                    <a:lnTo>
                      <a:pt x="29561" y="2733"/>
                    </a:lnTo>
                    <a:lnTo>
                      <a:pt x="28231" y="1722"/>
                    </a:lnTo>
                    <a:cubicBezTo>
                      <a:pt x="28355" y="1190"/>
                      <a:pt x="28692" y="586"/>
                      <a:pt x="28515" y="232"/>
                    </a:cubicBezTo>
                    <a:cubicBezTo>
                      <a:pt x="28479" y="161"/>
                      <a:pt x="28408" y="72"/>
                      <a:pt x="28337"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72" name="Google Shape;3372;p60"/>
              <p:cNvSpPr/>
              <p:nvPr/>
            </p:nvSpPr>
            <p:spPr>
              <a:xfrm>
                <a:off x="6143575" y="4010833"/>
                <a:ext cx="186233" cy="216616"/>
              </a:xfrm>
              <a:custGeom>
                <a:avLst/>
                <a:gdLst/>
                <a:ahLst/>
                <a:cxnLst/>
                <a:rect l="l" t="t" r="r" b="b"/>
                <a:pathLst>
                  <a:path w="32276" h="37558" extrusionOk="0">
                    <a:moveTo>
                      <a:pt x="3376" y="1"/>
                    </a:moveTo>
                    <a:cubicBezTo>
                      <a:pt x="3358" y="1"/>
                      <a:pt x="3345" y="4"/>
                      <a:pt x="3336" y="12"/>
                    </a:cubicBezTo>
                    <a:cubicBezTo>
                      <a:pt x="905" y="2621"/>
                      <a:pt x="905" y="2621"/>
                      <a:pt x="1243" y="6400"/>
                    </a:cubicBezTo>
                    <a:cubicBezTo>
                      <a:pt x="1260" y="6595"/>
                      <a:pt x="1118" y="6790"/>
                      <a:pt x="1065" y="7003"/>
                    </a:cubicBezTo>
                    <a:cubicBezTo>
                      <a:pt x="693" y="8405"/>
                      <a:pt x="338" y="9807"/>
                      <a:pt x="1" y="11155"/>
                    </a:cubicBezTo>
                    <a:lnTo>
                      <a:pt x="1118" y="14012"/>
                    </a:lnTo>
                    <a:cubicBezTo>
                      <a:pt x="2147" y="15148"/>
                      <a:pt x="3106" y="16283"/>
                      <a:pt x="4188" y="17330"/>
                    </a:cubicBezTo>
                    <a:cubicBezTo>
                      <a:pt x="5271" y="18413"/>
                      <a:pt x="5677" y="20424"/>
                      <a:pt x="7592" y="20424"/>
                    </a:cubicBezTo>
                    <a:cubicBezTo>
                      <a:pt x="7779" y="20424"/>
                      <a:pt x="7980" y="20405"/>
                      <a:pt x="8198" y="20364"/>
                    </a:cubicBezTo>
                    <a:cubicBezTo>
                      <a:pt x="9263" y="21234"/>
                      <a:pt x="10735" y="21553"/>
                      <a:pt x="11179" y="23221"/>
                    </a:cubicBezTo>
                    <a:cubicBezTo>
                      <a:pt x="11587" y="24711"/>
                      <a:pt x="12669" y="26024"/>
                      <a:pt x="13024" y="27515"/>
                    </a:cubicBezTo>
                    <a:cubicBezTo>
                      <a:pt x="13361" y="28863"/>
                      <a:pt x="14461" y="29662"/>
                      <a:pt x="14834" y="30780"/>
                    </a:cubicBezTo>
                    <a:cubicBezTo>
                      <a:pt x="15278" y="32128"/>
                      <a:pt x="15970" y="33246"/>
                      <a:pt x="16573" y="34470"/>
                    </a:cubicBezTo>
                    <a:cubicBezTo>
                      <a:pt x="17070" y="35428"/>
                      <a:pt x="18223" y="35038"/>
                      <a:pt x="18525" y="36191"/>
                    </a:cubicBezTo>
                    <a:cubicBezTo>
                      <a:pt x="18631" y="36564"/>
                      <a:pt x="18844" y="36901"/>
                      <a:pt x="19146" y="37185"/>
                    </a:cubicBezTo>
                    <a:cubicBezTo>
                      <a:pt x="20299" y="37345"/>
                      <a:pt x="21470" y="37469"/>
                      <a:pt x="22659" y="37558"/>
                    </a:cubicBezTo>
                    <a:cubicBezTo>
                      <a:pt x="22559" y="37158"/>
                      <a:pt x="22490" y="36790"/>
                      <a:pt x="21808" y="36790"/>
                    </a:cubicBezTo>
                    <a:cubicBezTo>
                      <a:pt x="21763" y="36790"/>
                      <a:pt x="21716" y="36791"/>
                      <a:pt x="21665" y="36795"/>
                    </a:cubicBezTo>
                    <a:cubicBezTo>
                      <a:pt x="21645" y="36796"/>
                      <a:pt x="21626" y="36796"/>
                      <a:pt x="21608" y="36796"/>
                    </a:cubicBezTo>
                    <a:cubicBezTo>
                      <a:pt x="20725" y="36796"/>
                      <a:pt x="22437" y="35547"/>
                      <a:pt x="21115" y="35251"/>
                    </a:cubicBezTo>
                    <a:cubicBezTo>
                      <a:pt x="20388" y="35073"/>
                      <a:pt x="22109" y="33707"/>
                      <a:pt x="20725" y="33246"/>
                    </a:cubicBezTo>
                    <a:lnTo>
                      <a:pt x="20920" y="32980"/>
                    </a:lnTo>
                    <a:lnTo>
                      <a:pt x="22783" y="32394"/>
                    </a:lnTo>
                    <a:lnTo>
                      <a:pt x="21860" y="30017"/>
                    </a:lnTo>
                    <a:lnTo>
                      <a:pt x="23191" y="29839"/>
                    </a:lnTo>
                    <a:cubicBezTo>
                      <a:pt x="23599" y="29041"/>
                      <a:pt x="24007" y="28313"/>
                      <a:pt x="24380" y="27550"/>
                    </a:cubicBezTo>
                    <a:cubicBezTo>
                      <a:pt x="24646" y="26982"/>
                      <a:pt x="25178" y="26308"/>
                      <a:pt x="25036" y="25829"/>
                    </a:cubicBezTo>
                    <a:cubicBezTo>
                      <a:pt x="24451" y="23718"/>
                      <a:pt x="26083" y="22972"/>
                      <a:pt x="27343" y="22529"/>
                    </a:cubicBezTo>
                    <a:cubicBezTo>
                      <a:pt x="28603" y="22068"/>
                      <a:pt x="29082" y="21482"/>
                      <a:pt x="29242" y="20311"/>
                    </a:cubicBezTo>
                    <a:cubicBezTo>
                      <a:pt x="29419" y="19069"/>
                      <a:pt x="29809" y="17862"/>
                      <a:pt x="29898" y="16620"/>
                    </a:cubicBezTo>
                    <a:cubicBezTo>
                      <a:pt x="29987" y="15467"/>
                      <a:pt x="30005" y="14438"/>
                      <a:pt x="31087" y="13675"/>
                    </a:cubicBezTo>
                    <a:cubicBezTo>
                      <a:pt x="31442" y="13444"/>
                      <a:pt x="31531" y="12788"/>
                      <a:pt x="31655" y="12309"/>
                    </a:cubicBezTo>
                    <a:cubicBezTo>
                      <a:pt x="32276" y="10144"/>
                      <a:pt x="31868" y="9612"/>
                      <a:pt x="29490" y="9133"/>
                    </a:cubicBezTo>
                    <a:cubicBezTo>
                      <a:pt x="29100" y="9062"/>
                      <a:pt x="28816" y="8494"/>
                      <a:pt x="28266" y="7926"/>
                    </a:cubicBezTo>
                    <a:lnTo>
                      <a:pt x="24895" y="8778"/>
                    </a:lnTo>
                    <a:cubicBezTo>
                      <a:pt x="24522" y="7678"/>
                      <a:pt x="23315" y="7678"/>
                      <a:pt x="22215" y="7465"/>
                    </a:cubicBezTo>
                    <a:lnTo>
                      <a:pt x="21647" y="8157"/>
                    </a:lnTo>
                    <a:lnTo>
                      <a:pt x="18063" y="3597"/>
                    </a:lnTo>
                    <a:cubicBezTo>
                      <a:pt x="16840" y="3528"/>
                      <a:pt x="15905" y="3374"/>
                      <a:pt x="15067" y="3374"/>
                    </a:cubicBezTo>
                    <a:cubicBezTo>
                      <a:pt x="14823" y="3374"/>
                      <a:pt x="14587" y="3387"/>
                      <a:pt x="14355" y="3419"/>
                    </a:cubicBezTo>
                    <a:cubicBezTo>
                      <a:pt x="14295" y="3427"/>
                      <a:pt x="14238" y="3430"/>
                      <a:pt x="14183" y="3430"/>
                    </a:cubicBezTo>
                    <a:cubicBezTo>
                      <a:pt x="13092" y="3430"/>
                      <a:pt x="13035" y="1981"/>
                      <a:pt x="11835" y="1964"/>
                    </a:cubicBezTo>
                    <a:cubicBezTo>
                      <a:pt x="11108" y="1964"/>
                      <a:pt x="9901" y="1467"/>
                      <a:pt x="9582" y="438"/>
                    </a:cubicBezTo>
                    <a:cubicBezTo>
                      <a:pt x="8677" y="793"/>
                      <a:pt x="7914" y="1361"/>
                      <a:pt x="7133" y="1361"/>
                    </a:cubicBezTo>
                    <a:cubicBezTo>
                      <a:pt x="7119" y="1361"/>
                      <a:pt x="7105" y="1361"/>
                      <a:pt x="7091" y="1361"/>
                    </a:cubicBezTo>
                    <a:cubicBezTo>
                      <a:pt x="6288" y="1361"/>
                      <a:pt x="5470" y="877"/>
                      <a:pt x="4703" y="616"/>
                    </a:cubicBezTo>
                    <a:lnTo>
                      <a:pt x="4170" y="1184"/>
                    </a:lnTo>
                    <a:lnTo>
                      <a:pt x="3585" y="48"/>
                    </a:lnTo>
                    <a:cubicBezTo>
                      <a:pt x="3517" y="34"/>
                      <a:pt x="3429" y="1"/>
                      <a:pt x="3376"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73" name="Google Shape;3373;p60"/>
              <p:cNvSpPr/>
              <p:nvPr/>
            </p:nvSpPr>
            <p:spPr>
              <a:xfrm>
                <a:off x="6110513" y="3969114"/>
                <a:ext cx="33997" cy="13957"/>
              </a:xfrm>
              <a:custGeom>
                <a:avLst/>
                <a:gdLst/>
                <a:ahLst/>
                <a:cxnLst/>
                <a:rect l="l" t="t" r="r" b="b"/>
                <a:pathLst>
                  <a:path w="5892" h="2420" extrusionOk="0">
                    <a:moveTo>
                      <a:pt x="2076" y="1"/>
                    </a:moveTo>
                    <a:cubicBezTo>
                      <a:pt x="1454" y="1"/>
                      <a:pt x="791" y="230"/>
                      <a:pt x="0" y="592"/>
                    </a:cubicBezTo>
                    <a:cubicBezTo>
                      <a:pt x="564" y="957"/>
                      <a:pt x="1113" y="1415"/>
                      <a:pt x="1254" y="1415"/>
                    </a:cubicBezTo>
                    <a:cubicBezTo>
                      <a:pt x="1264" y="1415"/>
                      <a:pt x="1272" y="1412"/>
                      <a:pt x="1278" y="1408"/>
                    </a:cubicBezTo>
                    <a:cubicBezTo>
                      <a:pt x="1606" y="1108"/>
                      <a:pt x="1874" y="952"/>
                      <a:pt x="2167" y="952"/>
                    </a:cubicBezTo>
                    <a:cubicBezTo>
                      <a:pt x="2429" y="952"/>
                      <a:pt x="2710" y="1077"/>
                      <a:pt x="3070" y="1337"/>
                    </a:cubicBezTo>
                    <a:cubicBezTo>
                      <a:pt x="3815" y="1869"/>
                      <a:pt x="4773" y="2011"/>
                      <a:pt x="5838" y="2419"/>
                    </a:cubicBezTo>
                    <a:lnTo>
                      <a:pt x="5891" y="1071"/>
                    </a:lnTo>
                    <a:cubicBezTo>
                      <a:pt x="5040" y="893"/>
                      <a:pt x="4170" y="964"/>
                      <a:pt x="3656" y="574"/>
                    </a:cubicBezTo>
                    <a:cubicBezTo>
                      <a:pt x="3121" y="171"/>
                      <a:pt x="2614" y="1"/>
                      <a:pt x="2076"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74" name="Google Shape;3374;p60"/>
              <p:cNvSpPr/>
              <p:nvPr/>
            </p:nvSpPr>
            <p:spPr>
              <a:xfrm>
                <a:off x="6151865" y="3979381"/>
                <a:ext cx="35739" cy="11875"/>
              </a:xfrm>
              <a:custGeom>
                <a:avLst/>
                <a:gdLst/>
                <a:ahLst/>
                <a:cxnLst/>
                <a:rect l="l" t="t" r="r" b="b"/>
                <a:pathLst>
                  <a:path w="6194" h="2059" extrusionOk="0">
                    <a:moveTo>
                      <a:pt x="6193" y="0"/>
                    </a:moveTo>
                    <a:lnTo>
                      <a:pt x="6193" y="0"/>
                    </a:lnTo>
                    <a:cubicBezTo>
                      <a:pt x="4801" y="195"/>
                      <a:pt x="3970" y="433"/>
                      <a:pt x="3202" y="433"/>
                    </a:cubicBezTo>
                    <a:cubicBezTo>
                      <a:pt x="3128" y="433"/>
                      <a:pt x="3055" y="431"/>
                      <a:pt x="2982" y="426"/>
                    </a:cubicBezTo>
                    <a:cubicBezTo>
                      <a:pt x="2453" y="395"/>
                      <a:pt x="1944" y="74"/>
                      <a:pt x="1353" y="74"/>
                    </a:cubicBezTo>
                    <a:cubicBezTo>
                      <a:pt x="951" y="74"/>
                      <a:pt x="511" y="222"/>
                      <a:pt x="1" y="710"/>
                    </a:cubicBezTo>
                    <a:lnTo>
                      <a:pt x="1473" y="2059"/>
                    </a:lnTo>
                    <a:cubicBezTo>
                      <a:pt x="2432" y="409"/>
                      <a:pt x="4472" y="1526"/>
                      <a:pt x="6193"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75" name="Google Shape;3375;p60"/>
              <p:cNvSpPr/>
              <p:nvPr/>
            </p:nvSpPr>
            <p:spPr>
              <a:xfrm>
                <a:off x="6203762" y="3831292"/>
                <a:ext cx="19768" cy="12285"/>
              </a:xfrm>
              <a:custGeom>
                <a:avLst/>
                <a:gdLst/>
                <a:ahLst/>
                <a:cxnLst/>
                <a:rect l="l" t="t" r="r" b="b"/>
                <a:pathLst>
                  <a:path w="3426" h="2130" extrusionOk="0">
                    <a:moveTo>
                      <a:pt x="1473" y="1"/>
                    </a:moveTo>
                    <a:lnTo>
                      <a:pt x="1" y="1828"/>
                    </a:lnTo>
                    <a:lnTo>
                      <a:pt x="3372" y="2130"/>
                    </a:lnTo>
                    <a:cubicBezTo>
                      <a:pt x="3407" y="1917"/>
                      <a:pt x="3425" y="1704"/>
                      <a:pt x="3425" y="1509"/>
                    </a:cubicBezTo>
                    <a:cubicBezTo>
                      <a:pt x="3390" y="1172"/>
                      <a:pt x="3301" y="870"/>
                      <a:pt x="3248" y="586"/>
                    </a:cubicBezTo>
                    <a:lnTo>
                      <a:pt x="1473" y="1"/>
                    </a:ln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grpSp>
        <p:nvGrpSpPr>
          <p:cNvPr id="3376" name="Google Shape;3376;p60"/>
          <p:cNvGrpSpPr/>
          <p:nvPr/>
        </p:nvGrpSpPr>
        <p:grpSpPr>
          <a:xfrm>
            <a:off x="8887372" y="4173638"/>
            <a:ext cx="768403" cy="682495"/>
            <a:chOff x="6644304" y="3073628"/>
            <a:chExt cx="576302" cy="511871"/>
          </a:xfrm>
        </p:grpSpPr>
        <p:sp>
          <p:nvSpPr>
            <p:cNvPr id="3377" name="Google Shape;3377;p60"/>
            <p:cNvSpPr/>
            <p:nvPr/>
          </p:nvSpPr>
          <p:spPr>
            <a:xfrm>
              <a:off x="6644304" y="3073628"/>
              <a:ext cx="576302" cy="511871"/>
            </a:xfrm>
            <a:custGeom>
              <a:avLst/>
              <a:gdLst/>
              <a:ahLst/>
              <a:cxnLst/>
              <a:rect l="l" t="t" r="r" b="b"/>
              <a:pathLst>
                <a:path w="99879" h="88751" extrusionOk="0">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grpSp>
          <p:nvGrpSpPr>
            <p:cNvPr id="3378" name="Google Shape;3378;p60"/>
            <p:cNvGrpSpPr/>
            <p:nvPr/>
          </p:nvGrpSpPr>
          <p:grpSpPr>
            <a:xfrm>
              <a:off x="6712169" y="3085440"/>
              <a:ext cx="481622" cy="494913"/>
              <a:chOff x="6712169" y="3085440"/>
              <a:chExt cx="481622" cy="494913"/>
            </a:xfrm>
          </p:grpSpPr>
          <p:sp>
            <p:nvSpPr>
              <p:cNvPr id="3379" name="Google Shape;3379;p60"/>
              <p:cNvSpPr/>
              <p:nvPr/>
            </p:nvSpPr>
            <p:spPr>
              <a:xfrm>
                <a:off x="6712169" y="3085440"/>
                <a:ext cx="238757" cy="315615"/>
              </a:xfrm>
              <a:custGeom>
                <a:avLst/>
                <a:gdLst/>
                <a:ahLst/>
                <a:cxnLst/>
                <a:rect l="l" t="t" r="r" b="b"/>
                <a:pathLst>
                  <a:path w="41379" h="54723" extrusionOk="0">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80" name="Google Shape;3380;p60"/>
              <p:cNvSpPr/>
              <p:nvPr/>
            </p:nvSpPr>
            <p:spPr>
              <a:xfrm>
                <a:off x="6913100" y="3367694"/>
                <a:ext cx="190537" cy="212659"/>
              </a:xfrm>
              <a:custGeom>
                <a:avLst/>
                <a:gdLst/>
                <a:ahLst/>
                <a:cxnLst/>
                <a:rect l="l" t="t" r="r" b="b"/>
                <a:pathLst>
                  <a:path w="33022" h="36872" extrusionOk="0">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81" name="Google Shape;3381;p60"/>
              <p:cNvSpPr/>
              <p:nvPr/>
            </p:nvSpPr>
            <p:spPr>
              <a:xfrm>
                <a:off x="7135734" y="3186037"/>
                <a:ext cx="58058" cy="152383"/>
              </a:xfrm>
              <a:custGeom>
                <a:avLst/>
                <a:gdLst/>
                <a:ahLst/>
                <a:cxnLst/>
                <a:rect l="l" t="t" r="r" b="b"/>
                <a:pathLst>
                  <a:path w="10062" h="26421" extrusionOk="0">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82" name="Google Shape;3382;p60"/>
              <p:cNvSpPr/>
              <p:nvPr/>
            </p:nvSpPr>
            <p:spPr>
              <a:xfrm>
                <a:off x="6870416" y="3332822"/>
                <a:ext cx="47510" cy="11685"/>
              </a:xfrm>
              <a:custGeom>
                <a:avLst/>
                <a:gdLst/>
                <a:ahLst/>
                <a:cxnLst/>
                <a:rect l="l" t="t" r="r" b="b"/>
                <a:pathLst>
                  <a:path w="8234" h="2026" extrusionOk="0">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83" name="Google Shape;3383;p60"/>
              <p:cNvSpPr/>
              <p:nvPr/>
            </p:nvSpPr>
            <p:spPr>
              <a:xfrm>
                <a:off x="6925590" y="3336277"/>
                <a:ext cx="38094" cy="14228"/>
              </a:xfrm>
              <a:custGeom>
                <a:avLst/>
                <a:gdLst/>
                <a:ahLst/>
                <a:cxnLst/>
                <a:rect l="l" t="t" r="r" b="b"/>
                <a:pathLst>
                  <a:path w="6602" h="2467" extrusionOk="0">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sp>
          <p:nvSpPr>
            <p:cNvPr id="3384" name="Google Shape;3384;p60"/>
            <p:cNvSpPr/>
            <p:nvPr/>
          </p:nvSpPr>
          <p:spPr>
            <a:xfrm>
              <a:off x="6867451" y="3073651"/>
              <a:ext cx="102383" cy="56919"/>
            </a:xfrm>
            <a:custGeom>
              <a:avLst/>
              <a:gdLst/>
              <a:ahLst/>
              <a:cxnLst/>
              <a:rect l="l" t="t" r="r" b="b"/>
              <a:pathLst>
                <a:path w="17744" h="9869" extrusionOk="0">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85" name="Google Shape;3385;p60"/>
            <p:cNvSpPr/>
            <p:nvPr/>
          </p:nvSpPr>
          <p:spPr>
            <a:xfrm>
              <a:off x="7069097" y="3119476"/>
              <a:ext cx="78535" cy="76898"/>
            </a:xfrm>
            <a:custGeom>
              <a:avLst/>
              <a:gdLst/>
              <a:ahLst/>
              <a:cxnLst/>
              <a:rect l="l" t="t" r="r" b="b"/>
              <a:pathLst>
                <a:path w="13611" h="13333" extrusionOk="0">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86" name="Google Shape;3386;p60"/>
            <p:cNvSpPr/>
            <p:nvPr/>
          </p:nvSpPr>
          <p:spPr>
            <a:xfrm>
              <a:off x="6946266" y="3181844"/>
              <a:ext cx="21095" cy="14742"/>
            </a:xfrm>
            <a:custGeom>
              <a:avLst/>
              <a:gdLst/>
              <a:ahLst/>
              <a:cxnLst/>
              <a:rect l="l" t="t" r="r" b="b"/>
              <a:pathLst>
                <a:path w="3656" h="2556" extrusionOk="0">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sp>
        <p:nvSpPr>
          <p:cNvPr id="3387" name="Google Shape;3387;p60"/>
          <p:cNvSpPr/>
          <p:nvPr/>
        </p:nvSpPr>
        <p:spPr>
          <a:xfrm>
            <a:off x="9346085" y="4195808"/>
            <a:ext cx="32359" cy="14672"/>
          </a:xfrm>
          <a:custGeom>
            <a:avLst/>
            <a:gdLst/>
            <a:ahLst/>
            <a:cxnLst/>
            <a:rect l="l" t="t" r="r" b="b"/>
            <a:pathLst>
              <a:path w="4206" h="1908" extrusionOk="0">
                <a:moveTo>
                  <a:pt x="2533" y="1"/>
                </a:moveTo>
                <a:cubicBezTo>
                  <a:pt x="1985" y="1"/>
                  <a:pt x="1354" y="226"/>
                  <a:pt x="0" y="709"/>
                </a:cubicBezTo>
                <a:cubicBezTo>
                  <a:pt x="1204" y="1500"/>
                  <a:pt x="1825" y="1908"/>
                  <a:pt x="2340" y="1908"/>
                </a:cubicBezTo>
                <a:cubicBezTo>
                  <a:pt x="2889" y="1908"/>
                  <a:pt x="3319" y="1447"/>
                  <a:pt x="4206" y="496"/>
                </a:cubicBezTo>
                <a:cubicBezTo>
                  <a:pt x="3427" y="173"/>
                  <a:pt x="3012" y="1"/>
                  <a:pt x="253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nvGrpSpPr>
          <p:cNvPr id="3388" name="Google Shape;3388;p60"/>
          <p:cNvGrpSpPr/>
          <p:nvPr/>
        </p:nvGrpSpPr>
        <p:grpSpPr>
          <a:xfrm>
            <a:off x="8897839" y="5030964"/>
            <a:ext cx="747508" cy="681803"/>
            <a:chOff x="6652154" y="3716623"/>
            <a:chExt cx="560631" cy="511352"/>
          </a:xfrm>
        </p:grpSpPr>
        <p:sp>
          <p:nvSpPr>
            <p:cNvPr id="3389" name="Google Shape;3389;p60"/>
            <p:cNvSpPr/>
            <p:nvPr/>
          </p:nvSpPr>
          <p:spPr>
            <a:xfrm>
              <a:off x="6652154" y="3716623"/>
              <a:ext cx="560631" cy="511352"/>
            </a:xfrm>
            <a:custGeom>
              <a:avLst/>
              <a:gdLst/>
              <a:ahLst/>
              <a:cxnLst/>
              <a:rect l="l" t="t" r="r" b="b"/>
              <a:pathLst>
                <a:path w="97163" h="88661" extrusionOk="0">
                  <a:moveTo>
                    <a:pt x="48942" y="1"/>
                  </a:moveTo>
                  <a:cubicBezTo>
                    <a:pt x="46560" y="1"/>
                    <a:pt x="44145" y="185"/>
                    <a:pt x="41715" y="565"/>
                  </a:cubicBezTo>
                  <a:cubicBezTo>
                    <a:pt x="16981" y="4433"/>
                    <a:pt x="0" y="27180"/>
                    <a:pt x="3779" y="51346"/>
                  </a:cubicBezTo>
                  <a:cubicBezTo>
                    <a:pt x="7187" y="73133"/>
                    <a:pt x="26312" y="88661"/>
                    <a:pt x="48182" y="88661"/>
                  </a:cubicBezTo>
                  <a:cubicBezTo>
                    <a:pt x="50571" y="88661"/>
                    <a:pt x="52993" y="88476"/>
                    <a:pt x="55431" y="88093"/>
                  </a:cubicBezTo>
                  <a:cubicBezTo>
                    <a:pt x="80165" y="84225"/>
                    <a:pt x="97163" y="61496"/>
                    <a:pt x="93366" y="37311"/>
                  </a:cubicBezTo>
                  <a:cubicBezTo>
                    <a:pt x="89958" y="15517"/>
                    <a:pt x="70820" y="1"/>
                    <a:pt x="4894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grpSp>
          <p:nvGrpSpPr>
            <p:cNvPr id="3390" name="Google Shape;3390;p60"/>
            <p:cNvGrpSpPr/>
            <p:nvPr/>
          </p:nvGrpSpPr>
          <p:grpSpPr>
            <a:xfrm>
              <a:off x="6669657" y="3716715"/>
              <a:ext cx="466779" cy="464290"/>
              <a:chOff x="6669657" y="3716715"/>
              <a:chExt cx="466779" cy="464290"/>
            </a:xfrm>
          </p:grpSpPr>
          <p:sp>
            <p:nvSpPr>
              <p:cNvPr id="3391" name="Google Shape;3391;p60"/>
              <p:cNvSpPr/>
              <p:nvPr/>
            </p:nvSpPr>
            <p:spPr>
              <a:xfrm>
                <a:off x="6669657" y="3716715"/>
                <a:ext cx="386382" cy="464290"/>
              </a:xfrm>
              <a:custGeom>
                <a:avLst/>
                <a:gdLst/>
                <a:ahLst/>
                <a:cxnLst/>
                <a:rect l="l" t="t" r="r" b="b"/>
                <a:pathLst>
                  <a:path w="66964" h="80501" extrusionOk="0">
                    <a:moveTo>
                      <a:pt x="45863" y="0"/>
                    </a:moveTo>
                    <a:cubicBezTo>
                      <a:pt x="43461" y="0"/>
                      <a:pt x="41054" y="188"/>
                      <a:pt x="38663" y="566"/>
                    </a:cubicBezTo>
                    <a:cubicBezTo>
                      <a:pt x="20352" y="3441"/>
                      <a:pt x="6281" y="16660"/>
                      <a:pt x="1757" y="33161"/>
                    </a:cubicBezTo>
                    <a:lnTo>
                      <a:pt x="4081" y="32487"/>
                    </a:lnTo>
                    <a:lnTo>
                      <a:pt x="4081" y="32487"/>
                    </a:lnTo>
                    <a:cubicBezTo>
                      <a:pt x="4756" y="33871"/>
                      <a:pt x="3939" y="34971"/>
                      <a:pt x="3496" y="36213"/>
                    </a:cubicBezTo>
                    <a:cubicBezTo>
                      <a:pt x="3088" y="37384"/>
                      <a:pt x="2129" y="37207"/>
                      <a:pt x="1384" y="37295"/>
                    </a:cubicBezTo>
                    <a:cubicBezTo>
                      <a:pt x="1207" y="37313"/>
                      <a:pt x="1012" y="37348"/>
                      <a:pt x="816" y="37366"/>
                    </a:cubicBezTo>
                    <a:cubicBezTo>
                      <a:pt x="36" y="41997"/>
                      <a:pt x="0" y="46717"/>
                      <a:pt x="728" y="51348"/>
                    </a:cubicBezTo>
                    <a:cubicBezTo>
                      <a:pt x="2644" y="63591"/>
                      <a:pt x="9528" y="73847"/>
                      <a:pt x="19057" y="80501"/>
                    </a:cubicBezTo>
                    <a:cubicBezTo>
                      <a:pt x="18897" y="80217"/>
                      <a:pt x="18737" y="79950"/>
                      <a:pt x="18560" y="79684"/>
                    </a:cubicBezTo>
                    <a:cubicBezTo>
                      <a:pt x="18099" y="79010"/>
                      <a:pt x="17069" y="77928"/>
                      <a:pt x="17194" y="77768"/>
                    </a:cubicBezTo>
                    <a:cubicBezTo>
                      <a:pt x="18081" y="76703"/>
                      <a:pt x="16094" y="76632"/>
                      <a:pt x="16626" y="75834"/>
                    </a:cubicBezTo>
                    <a:cubicBezTo>
                      <a:pt x="15206" y="74876"/>
                      <a:pt x="14816" y="73652"/>
                      <a:pt x="15277" y="71948"/>
                    </a:cubicBezTo>
                    <a:cubicBezTo>
                      <a:pt x="15455" y="71292"/>
                      <a:pt x="15100" y="70529"/>
                      <a:pt x="14426" y="69854"/>
                    </a:cubicBezTo>
                    <a:cubicBezTo>
                      <a:pt x="13468" y="68896"/>
                      <a:pt x="12811" y="67601"/>
                      <a:pt x="12101" y="66394"/>
                    </a:cubicBezTo>
                    <a:cubicBezTo>
                      <a:pt x="11782" y="65862"/>
                      <a:pt x="11338" y="65152"/>
                      <a:pt x="11463" y="64620"/>
                    </a:cubicBezTo>
                    <a:cubicBezTo>
                      <a:pt x="11871" y="62739"/>
                      <a:pt x="12172" y="60734"/>
                      <a:pt x="13095" y="59102"/>
                    </a:cubicBezTo>
                    <a:cubicBezTo>
                      <a:pt x="14337" y="56919"/>
                      <a:pt x="14284" y="54914"/>
                      <a:pt x="13343" y="51969"/>
                    </a:cubicBezTo>
                    <a:lnTo>
                      <a:pt x="13343" y="51969"/>
                    </a:lnTo>
                    <a:cubicBezTo>
                      <a:pt x="12811" y="53619"/>
                      <a:pt x="11888" y="53229"/>
                      <a:pt x="11090" y="53353"/>
                    </a:cubicBezTo>
                    <a:cubicBezTo>
                      <a:pt x="10814" y="53401"/>
                      <a:pt x="10612" y="53439"/>
                      <a:pt x="10447" y="53439"/>
                    </a:cubicBezTo>
                    <a:cubicBezTo>
                      <a:pt x="9997" y="53439"/>
                      <a:pt x="9823" y="53151"/>
                      <a:pt x="9174" y="51969"/>
                    </a:cubicBezTo>
                    <a:cubicBezTo>
                      <a:pt x="7861" y="50763"/>
                      <a:pt x="6619" y="49485"/>
                      <a:pt x="5447" y="48136"/>
                    </a:cubicBezTo>
                    <a:cubicBezTo>
                      <a:pt x="5270" y="47853"/>
                      <a:pt x="5146" y="47551"/>
                      <a:pt x="5110" y="47214"/>
                    </a:cubicBezTo>
                    <a:cubicBezTo>
                      <a:pt x="4862" y="45759"/>
                      <a:pt x="4649" y="44304"/>
                      <a:pt x="4773" y="42796"/>
                    </a:cubicBezTo>
                    <a:lnTo>
                      <a:pt x="4773" y="42796"/>
                    </a:lnTo>
                    <a:lnTo>
                      <a:pt x="9653" y="51756"/>
                    </a:lnTo>
                    <a:cubicBezTo>
                      <a:pt x="11924" y="50745"/>
                      <a:pt x="13680" y="49201"/>
                      <a:pt x="15650" y="47995"/>
                    </a:cubicBezTo>
                    <a:cubicBezTo>
                      <a:pt x="17034" y="47161"/>
                      <a:pt x="17584" y="45954"/>
                      <a:pt x="18045" y="44606"/>
                    </a:cubicBezTo>
                    <a:cubicBezTo>
                      <a:pt x="18205" y="44109"/>
                      <a:pt x="18329" y="43594"/>
                      <a:pt x="18436" y="43080"/>
                    </a:cubicBezTo>
                    <a:lnTo>
                      <a:pt x="15597" y="40542"/>
                    </a:lnTo>
                    <a:lnTo>
                      <a:pt x="15224" y="41749"/>
                    </a:lnTo>
                    <a:cubicBezTo>
                      <a:pt x="14000" y="41092"/>
                      <a:pt x="12793" y="40507"/>
                      <a:pt x="11640" y="39833"/>
                    </a:cubicBezTo>
                    <a:cubicBezTo>
                      <a:pt x="10593" y="39212"/>
                      <a:pt x="10433" y="38395"/>
                      <a:pt x="11374" y="37082"/>
                    </a:cubicBezTo>
                    <a:lnTo>
                      <a:pt x="11374" y="37082"/>
                    </a:lnTo>
                    <a:cubicBezTo>
                      <a:pt x="12448" y="38789"/>
                      <a:pt x="13681" y="39825"/>
                      <a:pt x="15346" y="39825"/>
                    </a:cubicBezTo>
                    <a:cubicBezTo>
                      <a:pt x="15689" y="39825"/>
                      <a:pt x="16049" y="39781"/>
                      <a:pt x="16431" y="39691"/>
                    </a:cubicBezTo>
                    <a:cubicBezTo>
                      <a:pt x="16437" y="39689"/>
                      <a:pt x="16444" y="39688"/>
                      <a:pt x="16450" y="39688"/>
                    </a:cubicBezTo>
                    <a:cubicBezTo>
                      <a:pt x="16592" y="39688"/>
                      <a:pt x="16795" y="40029"/>
                      <a:pt x="16998" y="40063"/>
                    </a:cubicBezTo>
                    <a:cubicBezTo>
                      <a:pt x="17810" y="40257"/>
                      <a:pt x="18605" y="40492"/>
                      <a:pt x="19428" y="40492"/>
                    </a:cubicBezTo>
                    <a:cubicBezTo>
                      <a:pt x="19811" y="40492"/>
                      <a:pt x="20200" y="40441"/>
                      <a:pt x="20600" y="40312"/>
                    </a:cubicBezTo>
                    <a:cubicBezTo>
                      <a:pt x="21150" y="40152"/>
                      <a:pt x="21718" y="40045"/>
                      <a:pt x="22304" y="40010"/>
                    </a:cubicBezTo>
                    <a:cubicBezTo>
                      <a:pt x="24003" y="41489"/>
                      <a:pt x="25144" y="42940"/>
                      <a:pt x="27015" y="42940"/>
                    </a:cubicBezTo>
                    <a:cubicBezTo>
                      <a:pt x="27253" y="42940"/>
                      <a:pt x="27504" y="42917"/>
                      <a:pt x="27769" y="42867"/>
                    </a:cubicBezTo>
                    <a:cubicBezTo>
                      <a:pt x="27999" y="44251"/>
                      <a:pt x="27875" y="45564"/>
                      <a:pt x="28407" y="46486"/>
                    </a:cubicBezTo>
                    <a:cubicBezTo>
                      <a:pt x="29614" y="48616"/>
                      <a:pt x="31158" y="50532"/>
                      <a:pt x="32701" y="52732"/>
                    </a:cubicBezTo>
                    <a:lnTo>
                      <a:pt x="34600" y="50425"/>
                    </a:lnTo>
                    <a:lnTo>
                      <a:pt x="34103" y="47196"/>
                    </a:lnTo>
                    <a:cubicBezTo>
                      <a:pt x="34972" y="46096"/>
                      <a:pt x="36268" y="45173"/>
                      <a:pt x="36286" y="44251"/>
                    </a:cubicBezTo>
                    <a:cubicBezTo>
                      <a:pt x="36303" y="42707"/>
                      <a:pt x="38503" y="42955"/>
                      <a:pt x="38202" y="41394"/>
                    </a:cubicBezTo>
                    <a:cubicBezTo>
                      <a:pt x="38184" y="41305"/>
                      <a:pt x="39604" y="40986"/>
                      <a:pt x="40313" y="40702"/>
                    </a:cubicBezTo>
                    <a:cubicBezTo>
                      <a:pt x="40650" y="40560"/>
                      <a:pt x="40899" y="40223"/>
                      <a:pt x="41378" y="39797"/>
                    </a:cubicBezTo>
                    <a:lnTo>
                      <a:pt x="44785" y="44978"/>
                    </a:lnTo>
                    <a:lnTo>
                      <a:pt x="46630" y="43914"/>
                    </a:lnTo>
                    <a:cubicBezTo>
                      <a:pt x="47553" y="45102"/>
                      <a:pt x="46754" y="46699"/>
                      <a:pt x="48067" y="47480"/>
                    </a:cubicBezTo>
                    <a:cubicBezTo>
                      <a:pt x="47020" y="50124"/>
                      <a:pt x="48741" y="51508"/>
                      <a:pt x="50445" y="52980"/>
                    </a:cubicBezTo>
                    <a:cubicBezTo>
                      <a:pt x="50764" y="53247"/>
                      <a:pt x="50640" y="54010"/>
                      <a:pt x="50746" y="54684"/>
                    </a:cubicBezTo>
                    <a:cubicBezTo>
                      <a:pt x="49546" y="54279"/>
                      <a:pt x="48739" y="53108"/>
                      <a:pt x="47515" y="53108"/>
                    </a:cubicBezTo>
                    <a:cubicBezTo>
                      <a:pt x="47074" y="53108"/>
                      <a:pt x="46579" y="53260"/>
                      <a:pt x="45991" y="53655"/>
                    </a:cubicBezTo>
                    <a:cubicBezTo>
                      <a:pt x="46130" y="53637"/>
                      <a:pt x="46261" y="53629"/>
                      <a:pt x="46385" y="53629"/>
                    </a:cubicBezTo>
                    <a:cubicBezTo>
                      <a:pt x="47902" y="53629"/>
                      <a:pt x="48314" y="54868"/>
                      <a:pt x="48954" y="55606"/>
                    </a:cubicBezTo>
                    <a:cubicBezTo>
                      <a:pt x="49646" y="56387"/>
                      <a:pt x="51119" y="56937"/>
                      <a:pt x="50782" y="58712"/>
                    </a:cubicBezTo>
                    <a:cubicBezTo>
                      <a:pt x="50925" y="58653"/>
                      <a:pt x="51063" y="58628"/>
                      <a:pt x="51196" y="58628"/>
                    </a:cubicBezTo>
                    <a:cubicBezTo>
                      <a:pt x="52116" y="58628"/>
                      <a:pt x="52822" y="59846"/>
                      <a:pt x="53828" y="59846"/>
                    </a:cubicBezTo>
                    <a:cubicBezTo>
                      <a:pt x="54135" y="59846"/>
                      <a:pt x="54469" y="59733"/>
                      <a:pt x="54845" y="59439"/>
                    </a:cubicBezTo>
                    <a:lnTo>
                      <a:pt x="55431" y="57026"/>
                    </a:lnTo>
                    <a:cubicBezTo>
                      <a:pt x="55147" y="56955"/>
                      <a:pt x="54863" y="56902"/>
                      <a:pt x="54579" y="56849"/>
                    </a:cubicBezTo>
                    <a:cubicBezTo>
                      <a:pt x="53053" y="56760"/>
                      <a:pt x="51385" y="55819"/>
                      <a:pt x="51793" y="55269"/>
                    </a:cubicBezTo>
                    <a:lnTo>
                      <a:pt x="52787" y="54844"/>
                    </a:lnTo>
                    <a:lnTo>
                      <a:pt x="52414" y="52501"/>
                    </a:lnTo>
                    <a:cubicBezTo>
                      <a:pt x="48866" y="49893"/>
                      <a:pt x="48440" y="48917"/>
                      <a:pt x="49770" y="46291"/>
                    </a:cubicBezTo>
                    <a:lnTo>
                      <a:pt x="49770" y="46291"/>
                    </a:lnTo>
                    <a:cubicBezTo>
                      <a:pt x="50462" y="46859"/>
                      <a:pt x="51208" y="47338"/>
                      <a:pt x="51775" y="47977"/>
                    </a:cubicBezTo>
                    <a:cubicBezTo>
                      <a:pt x="52326" y="48562"/>
                      <a:pt x="52698" y="49325"/>
                      <a:pt x="53088" y="49929"/>
                    </a:cubicBezTo>
                    <a:lnTo>
                      <a:pt x="55821" y="46948"/>
                    </a:lnTo>
                    <a:lnTo>
                      <a:pt x="55200" y="42955"/>
                    </a:lnTo>
                    <a:lnTo>
                      <a:pt x="52805" y="41447"/>
                    </a:lnTo>
                    <a:lnTo>
                      <a:pt x="53585" y="38253"/>
                    </a:lnTo>
                    <a:lnTo>
                      <a:pt x="55111" y="39229"/>
                    </a:lnTo>
                    <a:cubicBezTo>
                      <a:pt x="55111" y="40045"/>
                      <a:pt x="55111" y="40542"/>
                      <a:pt x="55111" y="41039"/>
                    </a:cubicBezTo>
                    <a:lnTo>
                      <a:pt x="56300" y="41021"/>
                    </a:lnTo>
                    <a:lnTo>
                      <a:pt x="56034" y="38466"/>
                    </a:lnTo>
                    <a:cubicBezTo>
                      <a:pt x="59778" y="37011"/>
                      <a:pt x="60754" y="35876"/>
                      <a:pt x="62546" y="30925"/>
                    </a:cubicBezTo>
                    <a:lnTo>
                      <a:pt x="59370" y="25407"/>
                    </a:lnTo>
                    <a:lnTo>
                      <a:pt x="60754" y="24609"/>
                    </a:lnTo>
                    <a:cubicBezTo>
                      <a:pt x="60620" y="24079"/>
                      <a:pt x="60336" y="23926"/>
                      <a:pt x="59999" y="23926"/>
                    </a:cubicBezTo>
                    <a:cubicBezTo>
                      <a:pt x="59536" y="23926"/>
                      <a:pt x="58975" y="24215"/>
                      <a:pt x="58567" y="24215"/>
                    </a:cubicBezTo>
                    <a:cubicBezTo>
                      <a:pt x="58326" y="24215"/>
                      <a:pt x="58138" y="24114"/>
                      <a:pt x="58057" y="23792"/>
                    </a:cubicBezTo>
                    <a:lnTo>
                      <a:pt x="59316" y="21344"/>
                    </a:lnTo>
                    <a:lnTo>
                      <a:pt x="60062" y="22692"/>
                    </a:lnTo>
                    <a:lnTo>
                      <a:pt x="61286" y="21858"/>
                    </a:lnTo>
                    <a:lnTo>
                      <a:pt x="63504" y="23775"/>
                    </a:lnTo>
                    <a:lnTo>
                      <a:pt x="64178" y="27040"/>
                    </a:lnTo>
                    <a:cubicBezTo>
                      <a:pt x="64959" y="25993"/>
                      <a:pt x="65598" y="25478"/>
                      <a:pt x="65775" y="24822"/>
                    </a:cubicBezTo>
                    <a:cubicBezTo>
                      <a:pt x="66201" y="23367"/>
                      <a:pt x="64356" y="23225"/>
                      <a:pt x="64089" y="22515"/>
                    </a:cubicBezTo>
                    <a:lnTo>
                      <a:pt x="64444" y="18647"/>
                    </a:lnTo>
                    <a:cubicBezTo>
                      <a:pt x="66520" y="17955"/>
                      <a:pt x="66538" y="17902"/>
                      <a:pt x="66609" y="16305"/>
                    </a:cubicBezTo>
                    <a:cubicBezTo>
                      <a:pt x="66698" y="14229"/>
                      <a:pt x="66840" y="12171"/>
                      <a:pt x="66964" y="10059"/>
                    </a:cubicBezTo>
                    <a:cubicBezTo>
                      <a:pt x="65951" y="8994"/>
                      <a:pt x="64617" y="8884"/>
                      <a:pt x="63235" y="8884"/>
                    </a:cubicBezTo>
                    <a:cubicBezTo>
                      <a:pt x="62876" y="8884"/>
                      <a:pt x="62514" y="8891"/>
                      <a:pt x="62153" y="8891"/>
                    </a:cubicBezTo>
                    <a:cubicBezTo>
                      <a:pt x="62029" y="8891"/>
                      <a:pt x="61906" y="8890"/>
                      <a:pt x="61783" y="8888"/>
                    </a:cubicBezTo>
                    <a:cubicBezTo>
                      <a:pt x="61978" y="8001"/>
                      <a:pt x="62209" y="7362"/>
                      <a:pt x="62262" y="6741"/>
                    </a:cubicBezTo>
                    <a:cubicBezTo>
                      <a:pt x="62297" y="6102"/>
                      <a:pt x="62173" y="5464"/>
                      <a:pt x="62120" y="4701"/>
                    </a:cubicBezTo>
                    <a:lnTo>
                      <a:pt x="65119" y="4239"/>
                    </a:lnTo>
                    <a:cubicBezTo>
                      <a:pt x="59052" y="1427"/>
                      <a:pt x="52479" y="0"/>
                      <a:pt x="45863"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92" name="Google Shape;3392;p60"/>
              <p:cNvSpPr/>
              <p:nvPr/>
            </p:nvSpPr>
            <p:spPr>
              <a:xfrm>
                <a:off x="7010819" y="4061082"/>
                <a:ext cx="117645" cy="102137"/>
              </a:xfrm>
              <a:custGeom>
                <a:avLst/>
                <a:gdLst/>
                <a:ahLst/>
                <a:cxnLst/>
                <a:rect l="l" t="t" r="r" b="b"/>
                <a:pathLst>
                  <a:path w="20389" h="17709" extrusionOk="0">
                    <a:moveTo>
                      <a:pt x="17567" y="0"/>
                    </a:moveTo>
                    <a:lnTo>
                      <a:pt x="17567" y="0"/>
                    </a:lnTo>
                    <a:cubicBezTo>
                      <a:pt x="17070" y="1331"/>
                      <a:pt x="16644" y="2697"/>
                      <a:pt x="16307" y="4081"/>
                    </a:cubicBezTo>
                    <a:cubicBezTo>
                      <a:pt x="16278" y="4199"/>
                      <a:pt x="16114" y="4268"/>
                      <a:pt x="16100" y="4268"/>
                    </a:cubicBezTo>
                    <a:cubicBezTo>
                      <a:pt x="16097" y="4268"/>
                      <a:pt x="16100" y="4265"/>
                      <a:pt x="16112" y="4259"/>
                    </a:cubicBezTo>
                    <a:lnTo>
                      <a:pt x="13912" y="3034"/>
                    </a:lnTo>
                    <a:lnTo>
                      <a:pt x="14391" y="1437"/>
                    </a:lnTo>
                    <a:lnTo>
                      <a:pt x="12617" y="337"/>
                    </a:lnTo>
                    <a:cubicBezTo>
                      <a:pt x="12563" y="2112"/>
                      <a:pt x="10416" y="1970"/>
                      <a:pt x="10523" y="3655"/>
                    </a:cubicBezTo>
                    <a:cubicBezTo>
                      <a:pt x="10523" y="3709"/>
                      <a:pt x="10239" y="3797"/>
                      <a:pt x="10079" y="3815"/>
                    </a:cubicBezTo>
                    <a:cubicBezTo>
                      <a:pt x="8287" y="4028"/>
                      <a:pt x="8553" y="4418"/>
                      <a:pt x="7276" y="5305"/>
                    </a:cubicBezTo>
                    <a:cubicBezTo>
                      <a:pt x="5785" y="6352"/>
                      <a:pt x="5466" y="8730"/>
                      <a:pt x="3017" y="8765"/>
                    </a:cubicBezTo>
                    <a:cubicBezTo>
                      <a:pt x="2166" y="8783"/>
                      <a:pt x="1154" y="9919"/>
                      <a:pt x="569" y="10770"/>
                    </a:cubicBezTo>
                    <a:cubicBezTo>
                      <a:pt x="178" y="11356"/>
                      <a:pt x="1" y="12705"/>
                      <a:pt x="374" y="13095"/>
                    </a:cubicBezTo>
                    <a:cubicBezTo>
                      <a:pt x="1687" y="14443"/>
                      <a:pt x="746" y="15810"/>
                      <a:pt x="569" y="17708"/>
                    </a:cubicBezTo>
                    <a:cubicBezTo>
                      <a:pt x="3337" y="16519"/>
                      <a:pt x="5839" y="15668"/>
                      <a:pt x="8074" y="14213"/>
                    </a:cubicBezTo>
                    <a:lnTo>
                      <a:pt x="10558" y="15934"/>
                    </a:lnTo>
                    <a:lnTo>
                      <a:pt x="9866" y="17336"/>
                    </a:lnTo>
                    <a:cubicBezTo>
                      <a:pt x="11960" y="17300"/>
                      <a:pt x="13592" y="16998"/>
                      <a:pt x="14710" y="15508"/>
                    </a:cubicBezTo>
                    <a:cubicBezTo>
                      <a:pt x="16094" y="13645"/>
                      <a:pt x="17585" y="11835"/>
                      <a:pt x="18773" y="9866"/>
                    </a:cubicBezTo>
                    <a:cubicBezTo>
                      <a:pt x="19590" y="8482"/>
                      <a:pt x="20388" y="6885"/>
                      <a:pt x="18862" y="5305"/>
                    </a:cubicBezTo>
                    <a:cubicBezTo>
                      <a:pt x="18596" y="5039"/>
                      <a:pt x="18330" y="4330"/>
                      <a:pt x="18472" y="4099"/>
                    </a:cubicBezTo>
                    <a:cubicBezTo>
                      <a:pt x="19732" y="2307"/>
                      <a:pt x="17372" y="1491"/>
                      <a:pt x="17567"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93" name="Google Shape;3393;p60"/>
              <p:cNvSpPr/>
              <p:nvPr/>
            </p:nvSpPr>
            <p:spPr>
              <a:xfrm>
                <a:off x="6995058" y="4000087"/>
                <a:ext cx="41059" cy="51071"/>
              </a:xfrm>
              <a:custGeom>
                <a:avLst/>
                <a:gdLst/>
                <a:ahLst/>
                <a:cxnLst/>
                <a:rect l="l" t="t" r="r" b="b"/>
                <a:pathLst>
                  <a:path w="7116" h="8855" extrusionOk="0">
                    <a:moveTo>
                      <a:pt x="5359" y="0"/>
                    </a:moveTo>
                    <a:cubicBezTo>
                      <a:pt x="4649" y="976"/>
                      <a:pt x="3993" y="1774"/>
                      <a:pt x="3460" y="2644"/>
                    </a:cubicBezTo>
                    <a:cubicBezTo>
                      <a:pt x="2910" y="3513"/>
                      <a:pt x="1455" y="3638"/>
                      <a:pt x="1828" y="5181"/>
                    </a:cubicBezTo>
                    <a:cubicBezTo>
                      <a:pt x="1354" y="4803"/>
                      <a:pt x="1037" y="4660"/>
                      <a:pt x="815" y="4660"/>
                    </a:cubicBezTo>
                    <a:cubicBezTo>
                      <a:pt x="256" y="4660"/>
                      <a:pt x="305" y="5571"/>
                      <a:pt x="1" y="5926"/>
                    </a:cubicBezTo>
                    <a:cubicBezTo>
                      <a:pt x="1136" y="7417"/>
                      <a:pt x="1438" y="7577"/>
                      <a:pt x="5412" y="8854"/>
                    </a:cubicBezTo>
                    <a:cubicBezTo>
                      <a:pt x="5590" y="7896"/>
                      <a:pt x="5625" y="7239"/>
                      <a:pt x="5820" y="6636"/>
                    </a:cubicBezTo>
                    <a:cubicBezTo>
                      <a:pt x="6033" y="6015"/>
                      <a:pt x="6335" y="5430"/>
                      <a:pt x="6708" y="4880"/>
                    </a:cubicBezTo>
                    <a:cubicBezTo>
                      <a:pt x="7116" y="4294"/>
                      <a:pt x="5696" y="4170"/>
                      <a:pt x="6459" y="3354"/>
                    </a:cubicBezTo>
                    <a:cubicBezTo>
                      <a:pt x="6849" y="2928"/>
                      <a:pt x="6637" y="1686"/>
                      <a:pt x="6778" y="1384"/>
                    </a:cubicBezTo>
                    <a:cubicBezTo>
                      <a:pt x="6832" y="1224"/>
                      <a:pt x="6867" y="1047"/>
                      <a:pt x="6885" y="870"/>
                    </a:cubicBezTo>
                    <a:lnTo>
                      <a:pt x="5359" y="0"/>
                    </a:ln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94" name="Google Shape;3394;p60"/>
              <p:cNvSpPr/>
              <p:nvPr/>
            </p:nvSpPr>
            <p:spPr>
              <a:xfrm>
                <a:off x="7078892" y="4018504"/>
                <a:ext cx="57544" cy="36030"/>
              </a:xfrm>
              <a:custGeom>
                <a:avLst/>
                <a:gdLst/>
                <a:ahLst/>
                <a:cxnLst/>
                <a:rect l="l" t="t" r="r" b="b"/>
                <a:pathLst>
                  <a:path w="9973" h="6247" extrusionOk="0">
                    <a:moveTo>
                      <a:pt x="0" y="1"/>
                    </a:moveTo>
                    <a:lnTo>
                      <a:pt x="266" y="1722"/>
                    </a:lnTo>
                    <a:lnTo>
                      <a:pt x="1668" y="1970"/>
                    </a:lnTo>
                    <a:lnTo>
                      <a:pt x="870" y="3177"/>
                    </a:lnTo>
                    <a:cubicBezTo>
                      <a:pt x="1300" y="3058"/>
                      <a:pt x="1704" y="3001"/>
                      <a:pt x="2079" y="3001"/>
                    </a:cubicBezTo>
                    <a:cubicBezTo>
                      <a:pt x="3221" y="3001"/>
                      <a:pt x="4106" y="3533"/>
                      <a:pt x="4720" y="4508"/>
                    </a:cubicBezTo>
                    <a:cubicBezTo>
                      <a:pt x="5319" y="5452"/>
                      <a:pt x="5558" y="5867"/>
                      <a:pt x="5945" y="5867"/>
                    </a:cubicBezTo>
                    <a:cubicBezTo>
                      <a:pt x="6235" y="5867"/>
                      <a:pt x="6607" y="5635"/>
                      <a:pt x="7275" y="5218"/>
                    </a:cubicBezTo>
                    <a:cubicBezTo>
                      <a:pt x="7453" y="5111"/>
                      <a:pt x="7648" y="5058"/>
                      <a:pt x="7861" y="5022"/>
                    </a:cubicBezTo>
                    <a:lnTo>
                      <a:pt x="9564" y="6247"/>
                    </a:lnTo>
                    <a:lnTo>
                      <a:pt x="9972" y="5679"/>
                    </a:lnTo>
                    <a:cubicBezTo>
                      <a:pt x="9582" y="4809"/>
                      <a:pt x="9262" y="3887"/>
                      <a:pt x="8819" y="3035"/>
                    </a:cubicBezTo>
                    <a:cubicBezTo>
                      <a:pt x="8151" y="1821"/>
                      <a:pt x="7070" y="1194"/>
                      <a:pt x="5857" y="1194"/>
                    </a:cubicBezTo>
                    <a:cubicBezTo>
                      <a:pt x="5138" y="1194"/>
                      <a:pt x="4373" y="1415"/>
                      <a:pt x="3620" y="1864"/>
                    </a:cubicBezTo>
                    <a:cubicBezTo>
                      <a:pt x="3336" y="2024"/>
                      <a:pt x="3052" y="2166"/>
                      <a:pt x="2644" y="2396"/>
                    </a:cubicBezTo>
                    <a:lnTo>
                      <a:pt x="1970" y="462"/>
                    </a:lnTo>
                    <a:lnTo>
                      <a:pt x="0" y="1"/>
                    </a:ln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95" name="Google Shape;3395;p60"/>
              <p:cNvSpPr/>
              <p:nvPr/>
            </p:nvSpPr>
            <p:spPr>
              <a:xfrm>
                <a:off x="7051663" y="3806456"/>
                <a:ext cx="38503" cy="70819"/>
              </a:xfrm>
              <a:custGeom>
                <a:avLst/>
                <a:gdLst/>
                <a:ahLst/>
                <a:cxnLst/>
                <a:rect l="l" t="t" r="r" b="b"/>
                <a:pathLst>
                  <a:path w="6673" h="12279" extrusionOk="0">
                    <a:moveTo>
                      <a:pt x="6672" y="1"/>
                    </a:moveTo>
                    <a:lnTo>
                      <a:pt x="6672" y="1"/>
                    </a:lnTo>
                    <a:cubicBezTo>
                      <a:pt x="6223" y="198"/>
                      <a:pt x="5784" y="260"/>
                      <a:pt x="5357" y="260"/>
                    </a:cubicBezTo>
                    <a:cubicBezTo>
                      <a:pt x="4670" y="260"/>
                      <a:pt x="4013" y="100"/>
                      <a:pt x="3390" y="89"/>
                    </a:cubicBezTo>
                    <a:lnTo>
                      <a:pt x="3088" y="2786"/>
                    </a:lnTo>
                    <a:lnTo>
                      <a:pt x="4809" y="5164"/>
                    </a:lnTo>
                    <a:lnTo>
                      <a:pt x="1" y="10771"/>
                    </a:lnTo>
                    <a:lnTo>
                      <a:pt x="1083" y="12279"/>
                    </a:lnTo>
                    <a:lnTo>
                      <a:pt x="6388" y="7772"/>
                    </a:lnTo>
                    <a:cubicBezTo>
                      <a:pt x="4454" y="6495"/>
                      <a:pt x="6175" y="3709"/>
                      <a:pt x="4383" y="2502"/>
                    </a:cubicBezTo>
                    <a:lnTo>
                      <a:pt x="6672" y="1"/>
                    </a:ln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96" name="Google Shape;3396;p60"/>
              <p:cNvSpPr/>
              <p:nvPr/>
            </p:nvSpPr>
            <p:spPr>
              <a:xfrm>
                <a:off x="6984824" y="4061618"/>
                <a:ext cx="42081" cy="8893"/>
              </a:xfrm>
              <a:custGeom>
                <a:avLst/>
                <a:gdLst/>
                <a:ahLst/>
                <a:cxnLst/>
                <a:rect l="l" t="t" r="r" b="b"/>
                <a:pathLst>
                  <a:path w="7293" h="1542" extrusionOk="0">
                    <a:moveTo>
                      <a:pt x="4286" y="0"/>
                    </a:moveTo>
                    <a:cubicBezTo>
                      <a:pt x="2949" y="0"/>
                      <a:pt x="1596" y="367"/>
                      <a:pt x="0" y="510"/>
                    </a:cubicBezTo>
                    <a:cubicBezTo>
                      <a:pt x="787" y="973"/>
                      <a:pt x="1302" y="1542"/>
                      <a:pt x="1738" y="1542"/>
                    </a:cubicBezTo>
                    <a:cubicBezTo>
                      <a:pt x="1970" y="1542"/>
                      <a:pt x="2179" y="1380"/>
                      <a:pt x="2396" y="954"/>
                    </a:cubicBezTo>
                    <a:cubicBezTo>
                      <a:pt x="2708" y="1325"/>
                      <a:pt x="3056" y="1432"/>
                      <a:pt x="3417" y="1432"/>
                    </a:cubicBezTo>
                    <a:cubicBezTo>
                      <a:pt x="3816" y="1432"/>
                      <a:pt x="4231" y="1302"/>
                      <a:pt x="4631" y="1256"/>
                    </a:cubicBezTo>
                    <a:cubicBezTo>
                      <a:pt x="5394" y="1149"/>
                      <a:pt x="6157" y="1025"/>
                      <a:pt x="7293" y="830"/>
                    </a:cubicBezTo>
                    <a:cubicBezTo>
                      <a:pt x="6240" y="198"/>
                      <a:pt x="5268" y="0"/>
                      <a:pt x="4286"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97" name="Google Shape;3397;p60"/>
              <p:cNvSpPr/>
              <p:nvPr/>
            </p:nvSpPr>
            <p:spPr>
              <a:xfrm>
                <a:off x="7035181" y="4030478"/>
                <a:ext cx="15469" cy="21703"/>
              </a:xfrm>
              <a:custGeom>
                <a:avLst/>
                <a:gdLst/>
                <a:ahLst/>
                <a:cxnLst/>
                <a:rect l="l" t="t" r="r" b="b"/>
                <a:pathLst>
                  <a:path w="2681" h="3763" extrusionOk="0">
                    <a:moveTo>
                      <a:pt x="2662" y="1"/>
                    </a:moveTo>
                    <a:cubicBezTo>
                      <a:pt x="19" y="675"/>
                      <a:pt x="1" y="764"/>
                      <a:pt x="1012" y="3763"/>
                    </a:cubicBezTo>
                    <a:lnTo>
                      <a:pt x="1491" y="2148"/>
                    </a:lnTo>
                    <a:lnTo>
                      <a:pt x="2201" y="3408"/>
                    </a:lnTo>
                    <a:lnTo>
                      <a:pt x="2680" y="3372"/>
                    </a:lnTo>
                    <a:cubicBezTo>
                      <a:pt x="2574" y="2840"/>
                      <a:pt x="2485" y="2308"/>
                      <a:pt x="2450" y="1758"/>
                    </a:cubicBezTo>
                    <a:cubicBezTo>
                      <a:pt x="2485" y="1172"/>
                      <a:pt x="2556" y="586"/>
                      <a:pt x="2662"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98" name="Google Shape;3398;p60"/>
              <p:cNvSpPr/>
              <p:nvPr/>
            </p:nvSpPr>
            <p:spPr>
              <a:xfrm>
                <a:off x="7045011" y="3983609"/>
                <a:ext cx="19047" cy="18121"/>
              </a:xfrm>
              <a:custGeom>
                <a:avLst/>
                <a:gdLst/>
                <a:ahLst/>
                <a:cxnLst/>
                <a:rect l="l" t="t" r="r" b="b"/>
                <a:pathLst>
                  <a:path w="3301" h="3142" extrusionOk="0">
                    <a:moveTo>
                      <a:pt x="3301" y="0"/>
                    </a:moveTo>
                    <a:lnTo>
                      <a:pt x="0" y="1455"/>
                    </a:lnTo>
                    <a:lnTo>
                      <a:pt x="550" y="2520"/>
                    </a:lnTo>
                    <a:lnTo>
                      <a:pt x="1154" y="1793"/>
                    </a:lnTo>
                    <a:lnTo>
                      <a:pt x="2804" y="3141"/>
                    </a:lnTo>
                    <a:lnTo>
                      <a:pt x="3301" y="0"/>
                    </a:ln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399" name="Google Shape;3399;p60"/>
              <p:cNvSpPr/>
              <p:nvPr/>
            </p:nvSpPr>
            <p:spPr>
              <a:xfrm>
                <a:off x="7034362" y="3943182"/>
                <a:ext cx="9734" cy="24570"/>
              </a:xfrm>
              <a:custGeom>
                <a:avLst/>
                <a:gdLst/>
                <a:ahLst/>
                <a:cxnLst/>
                <a:rect l="l" t="t" r="r" b="b"/>
                <a:pathLst>
                  <a:path w="1687" h="4260" extrusionOk="0">
                    <a:moveTo>
                      <a:pt x="249" y="1"/>
                    </a:moveTo>
                    <a:cubicBezTo>
                      <a:pt x="1" y="2627"/>
                      <a:pt x="1" y="2627"/>
                      <a:pt x="977" y="4259"/>
                    </a:cubicBezTo>
                    <a:cubicBezTo>
                      <a:pt x="1687" y="1261"/>
                      <a:pt x="1687" y="1261"/>
                      <a:pt x="249"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400" name="Google Shape;3400;p60"/>
              <p:cNvSpPr/>
              <p:nvPr/>
            </p:nvSpPr>
            <p:spPr>
              <a:xfrm>
                <a:off x="6724214" y="4015234"/>
                <a:ext cx="1131" cy="513"/>
              </a:xfrm>
              <a:custGeom>
                <a:avLst/>
                <a:gdLst/>
                <a:ahLst/>
                <a:cxnLst/>
                <a:rect l="l" t="t" r="r" b="b"/>
                <a:pathLst>
                  <a:path w="196" h="89" extrusionOk="0">
                    <a:moveTo>
                      <a:pt x="196" y="0"/>
                    </a:moveTo>
                    <a:lnTo>
                      <a:pt x="1" y="89"/>
                    </a:lnTo>
                    <a:lnTo>
                      <a:pt x="1" y="89"/>
                    </a:lnTo>
                    <a:lnTo>
                      <a:pt x="196" y="18"/>
                    </a:lnTo>
                    <a:lnTo>
                      <a:pt x="196" y="0"/>
                    </a:ln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401" name="Google Shape;3401;p60"/>
              <p:cNvSpPr/>
              <p:nvPr/>
            </p:nvSpPr>
            <p:spPr>
              <a:xfrm>
                <a:off x="7071623" y="3755083"/>
                <a:ext cx="16589" cy="16380"/>
              </a:xfrm>
              <a:custGeom>
                <a:avLst/>
                <a:gdLst/>
                <a:ahLst/>
                <a:cxnLst/>
                <a:rect l="l" t="t" r="r" b="b"/>
                <a:pathLst>
                  <a:path w="2875" h="2840" extrusionOk="0">
                    <a:moveTo>
                      <a:pt x="1" y="0"/>
                    </a:moveTo>
                    <a:lnTo>
                      <a:pt x="1" y="0"/>
                    </a:lnTo>
                    <a:cubicBezTo>
                      <a:pt x="835" y="1029"/>
                      <a:pt x="1739" y="1970"/>
                      <a:pt x="2733" y="2839"/>
                    </a:cubicBezTo>
                    <a:cubicBezTo>
                      <a:pt x="2840" y="2520"/>
                      <a:pt x="2875" y="2201"/>
                      <a:pt x="2822" y="1881"/>
                    </a:cubicBezTo>
                    <a:cubicBezTo>
                      <a:pt x="1899" y="1225"/>
                      <a:pt x="959" y="604"/>
                      <a:pt x="1"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402" name="Google Shape;3402;p60"/>
              <p:cNvSpPr/>
              <p:nvPr/>
            </p:nvSpPr>
            <p:spPr>
              <a:xfrm>
                <a:off x="6722575" y="4015741"/>
                <a:ext cx="1541" cy="727"/>
              </a:xfrm>
              <a:custGeom>
                <a:avLst/>
                <a:gdLst/>
                <a:ahLst/>
                <a:cxnLst/>
                <a:rect l="l" t="t" r="r" b="b"/>
                <a:pathLst>
                  <a:path w="267" h="126" extrusionOk="0">
                    <a:moveTo>
                      <a:pt x="267" y="1"/>
                    </a:moveTo>
                    <a:cubicBezTo>
                      <a:pt x="178" y="36"/>
                      <a:pt x="89" y="72"/>
                      <a:pt x="1" y="125"/>
                    </a:cubicBezTo>
                    <a:cubicBezTo>
                      <a:pt x="107" y="90"/>
                      <a:pt x="178" y="36"/>
                      <a:pt x="267"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403" name="Google Shape;3403;p60"/>
              <p:cNvSpPr/>
              <p:nvPr/>
            </p:nvSpPr>
            <p:spPr>
              <a:xfrm>
                <a:off x="6772321" y="4116142"/>
                <a:ext cx="30927" cy="46769"/>
              </a:xfrm>
              <a:custGeom>
                <a:avLst/>
                <a:gdLst/>
                <a:ahLst/>
                <a:cxnLst/>
                <a:rect l="l" t="t" r="r" b="b"/>
                <a:pathLst>
                  <a:path w="5360" h="8109" extrusionOk="0">
                    <a:moveTo>
                      <a:pt x="1828" y="0"/>
                    </a:moveTo>
                    <a:lnTo>
                      <a:pt x="1" y="2946"/>
                    </a:lnTo>
                    <a:cubicBezTo>
                      <a:pt x="444" y="3762"/>
                      <a:pt x="1030" y="4738"/>
                      <a:pt x="1527" y="5785"/>
                    </a:cubicBezTo>
                    <a:cubicBezTo>
                      <a:pt x="2308" y="7328"/>
                      <a:pt x="3479" y="8091"/>
                      <a:pt x="5359" y="8109"/>
                    </a:cubicBezTo>
                    <a:cubicBezTo>
                      <a:pt x="4667" y="6689"/>
                      <a:pt x="3993" y="5625"/>
                      <a:pt x="3798" y="4205"/>
                    </a:cubicBezTo>
                    <a:cubicBezTo>
                      <a:pt x="3621" y="2768"/>
                      <a:pt x="2574" y="1491"/>
                      <a:pt x="1828"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grpSp>
        <p:nvGrpSpPr>
          <p:cNvPr id="3404" name="Google Shape;3404;p60"/>
          <p:cNvGrpSpPr/>
          <p:nvPr/>
        </p:nvGrpSpPr>
        <p:grpSpPr>
          <a:xfrm>
            <a:off x="10489961" y="5406175"/>
            <a:ext cx="250076" cy="250076"/>
            <a:chOff x="8565775" y="671075"/>
            <a:chExt cx="441000" cy="441000"/>
          </a:xfrm>
        </p:grpSpPr>
        <p:sp>
          <p:nvSpPr>
            <p:cNvPr id="3405" name="Google Shape;3405;p60"/>
            <p:cNvSpPr/>
            <p:nvPr/>
          </p:nvSpPr>
          <p:spPr>
            <a:xfrm>
              <a:off x="8565775" y="671075"/>
              <a:ext cx="441000" cy="441000"/>
            </a:xfrm>
            <a:prstGeom prst="ellipse">
              <a:avLst/>
            </a:prstGeom>
            <a:gradFill>
              <a:gsLst>
                <a:gs pos="0">
                  <a:srgbClr val="869FB1">
                    <a:alpha val="65920"/>
                  </a:srgbClr>
                </a:gs>
                <a:gs pos="100000">
                  <a:srgbClr val="FFFFFF">
                    <a:alpha val="0"/>
                    <a:alpha val="65920"/>
                  </a:srgbClr>
                </a:gs>
              </a:gsLst>
              <a:path path="circle">
                <a:fillToRect l="50000" t="50000" r="50000" b="50000"/>
              </a:path>
              <a:tileRect/>
            </a:gradFill>
            <a:ln>
              <a:noFill/>
            </a:ln>
          </p:spPr>
          <p:txBody>
            <a:bodyPr spcFirstLastPara="1" wrap="square" lIns="121900" tIns="121900" rIns="121900" bIns="121900" anchor="ctr" anchorCtr="0">
              <a:noAutofit/>
            </a:bodyPr>
            <a:lstStyle/>
            <a:p>
              <a:endParaRPr sz="2400"/>
            </a:p>
          </p:txBody>
        </p:sp>
        <p:sp>
          <p:nvSpPr>
            <p:cNvPr id="3406" name="Google Shape;3406;p60"/>
            <p:cNvSpPr/>
            <p:nvPr/>
          </p:nvSpPr>
          <p:spPr>
            <a:xfrm>
              <a:off x="8706625" y="811925"/>
              <a:ext cx="159300" cy="159300"/>
            </a:xfrm>
            <a:prstGeom prst="ellipse">
              <a:avLst/>
            </a:prstGeom>
            <a:solidFill>
              <a:srgbClr val="D7DFE5"/>
            </a:solidFill>
            <a:ln>
              <a:noFill/>
            </a:ln>
          </p:spPr>
          <p:txBody>
            <a:bodyPr spcFirstLastPara="1" wrap="square" lIns="121900" tIns="121900" rIns="121900" bIns="121900" anchor="ctr" anchorCtr="0">
              <a:noAutofit/>
            </a:bodyPr>
            <a:lstStyle/>
            <a:p>
              <a:endParaRPr sz="2400"/>
            </a:p>
          </p:txBody>
        </p:sp>
      </p:grpSp>
      <p:sp>
        <p:nvSpPr>
          <p:cNvPr id="3407" name="Google Shape;3407;p60"/>
          <p:cNvSpPr/>
          <p:nvPr/>
        </p:nvSpPr>
        <p:spPr>
          <a:xfrm>
            <a:off x="10891581" y="5400736"/>
            <a:ext cx="258244" cy="260955"/>
          </a:xfrm>
          <a:custGeom>
            <a:avLst/>
            <a:gdLst/>
            <a:ahLst/>
            <a:cxnLst/>
            <a:rect l="l" t="t" r="r" b="b"/>
            <a:pathLst>
              <a:path w="194168" h="196207" extrusionOk="0">
                <a:moveTo>
                  <a:pt x="11576" y="0"/>
                </a:moveTo>
                <a:cubicBezTo>
                  <a:pt x="8883" y="0"/>
                  <a:pt x="6181" y="987"/>
                  <a:pt x="4103" y="3065"/>
                </a:cubicBezTo>
                <a:cubicBezTo>
                  <a:pt x="1026" y="5799"/>
                  <a:pt x="1" y="10243"/>
                  <a:pt x="1368" y="14004"/>
                </a:cubicBezTo>
                <a:lnTo>
                  <a:pt x="65293" y="189369"/>
                </a:lnTo>
                <a:cubicBezTo>
                  <a:pt x="67002" y="193471"/>
                  <a:pt x="70762" y="196206"/>
                  <a:pt x="74864" y="196206"/>
                </a:cubicBezTo>
                <a:cubicBezTo>
                  <a:pt x="79308" y="196206"/>
                  <a:pt x="83410" y="193813"/>
                  <a:pt x="85120" y="190053"/>
                </a:cubicBezTo>
                <a:lnTo>
                  <a:pt x="114176" y="124077"/>
                </a:lnTo>
                <a:cubicBezTo>
                  <a:pt x="115202" y="121342"/>
                  <a:pt x="117595" y="119291"/>
                  <a:pt x="119988" y="118266"/>
                </a:cubicBezTo>
                <a:lnTo>
                  <a:pt x="187331" y="92286"/>
                </a:lnTo>
                <a:cubicBezTo>
                  <a:pt x="191433" y="90577"/>
                  <a:pt x="193826" y="86816"/>
                  <a:pt x="193826" y="82714"/>
                </a:cubicBezTo>
                <a:cubicBezTo>
                  <a:pt x="194168" y="78270"/>
                  <a:pt x="191433" y="74510"/>
                  <a:pt x="187673" y="72801"/>
                </a:cubicBezTo>
                <a:lnTo>
                  <a:pt x="15384" y="672"/>
                </a:lnTo>
                <a:cubicBezTo>
                  <a:pt x="14163" y="228"/>
                  <a:pt x="12871" y="0"/>
                  <a:pt x="11576" y="0"/>
                </a:cubicBezTo>
                <a:close/>
              </a:path>
            </a:pathLst>
          </a:custGeom>
          <a:solidFill>
            <a:srgbClr val="7994A9">
              <a:alpha val="64709"/>
            </a:srgbClr>
          </a:solidFill>
          <a:ln>
            <a:noFill/>
          </a:ln>
        </p:spPr>
        <p:txBody>
          <a:bodyPr spcFirstLastPara="1" wrap="square" lIns="121900" tIns="121900" rIns="121900" bIns="121900" anchor="ctr" anchorCtr="0">
            <a:noAutofit/>
          </a:bodyPr>
          <a:lstStyle/>
          <a:p>
            <a:endParaRPr sz="2400"/>
          </a:p>
        </p:txBody>
      </p:sp>
      <p:sp>
        <p:nvSpPr>
          <p:cNvPr id="3408" name="Google Shape;3408;p60"/>
          <p:cNvSpPr/>
          <p:nvPr/>
        </p:nvSpPr>
        <p:spPr>
          <a:xfrm flipH="1">
            <a:off x="9835898" y="5356010"/>
            <a:ext cx="238119" cy="350407"/>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rgbClr val="C9D4DC"/>
          </a:solidFill>
          <a:ln>
            <a:noFill/>
          </a:ln>
        </p:spPr>
        <p:txBody>
          <a:bodyPr spcFirstLastPara="1" wrap="square" lIns="121900" tIns="121900" rIns="121900" bIns="121900" anchor="ctr" anchorCtr="0">
            <a:noAutofit/>
          </a:bodyPr>
          <a:lstStyle/>
          <a:p>
            <a:endParaRPr sz="2400"/>
          </a:p>
        </p:txBody>
      </p:sp>
      <p:grpSp>
        <p:nvGrpSpPr>
          <p:cNvPr id="3409" name="Google Shape;3409;p60"/>
          <p:cNvGrpSpPr/>
          <p:nvPr/>
        </p:nvGrpSpPr>
        <p:grpSpPr>
          <a:xfrm>
            <a:off x="8028434" y="4177134"/>
            <a:ext cx="783828" cy="683164"/>
            <a:chOff x="6000100" y="3076250"/>
            <a:chExt cx="587871" cy="512373"/>
          </a:xfrm>
        </p:grpSpPr>
        <p:sp>
          <p:nvSpPr>
            <p:cNvPr id="3410" name="Google Shape;3410;p60"/>
            <p:cNvSpPr/>
            <p:nvPr/>
          </p:nvSpPr>
          <p:spPr>
            <a:xfrm>
              <a:off x="6000100" y="3076250"/>
              <a:ext cx="587871" cy="512373"/>
            </a:xfrm>
            <a:custGeom>
              <a:avLst/>
              <a:gdLst/>
              <a:ahLst/>
              <a:cxnLst/>
              <a:rect l="l" t="t" r="r" b="b"/>
              <a:pathLst>
                <a:path w="101884" h="88838" extrusionOk="0">
                  <a:moveTo>
                    <a:pt x="50272" y="0"/>
                  </a:moveTo>
                  <a:cubicBezTo>
                    <a:pt x="31897" y="0"/>
                    <a:pt x="14791" y="11087"/>
                    <a:pt x="8322" y="29000"/>
                  </a:cubicBezTo>
                  <a:cubicBezTo>
                    <a:pt x="1" y="51995"/>
                    <a:pt x="12332" y="77546"/>
                    <a:pt x="35878" y="86063"/>
                  </a:cubicBezTo>
                  <a:cubicBezTo>
                    <a:pt x="41078" y="87945"/>
                    <a:pt x="46391" y="88838"/>
                    <a:pt x="51602" y="88838"/>
                  </a:cubicBezTo>
                  <a:cubicBezTo>
                    <a:pt x="69970" y="88838"/>
                    <a:pt x="87079" y="77751"/>
                    <a:pt x="93562" y="59838"/>
                  </a:cubicBezTo>
                  <a:cubicBezTo>
                    <a:pt x="101883" y="36843"/>
                    <a:pt x="89534" y="11292"/>
                    <a:pt x="66006" y="2775"/>
                  </a:cubicBezTo>
                  <a:cubicBezTo>
                    <a:pt x="60802" y="893"/>
                    <a:pt x="55486" y="0"/>
                    <a:pt x="5027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grpSp>
          <p:nvGrpSpPr>
            <p:cNvPr id="3411" name="Google Shape;3411;p60"/>
            <p:cNvGrpSpPr/>
            <p:nvPr/>
          </p:nvGrpSpPr>
          <p:grpSpPr>
            <a:xfrm>
              <a:off x="6031360" y="3076713"/>
              <a:ext cx="539107" cy="480965"/>
              <a:chOff x="6031360" y="3076713"/>
              <a:chExt cx="539107" cy="480965"/>
            </a:xfrm>
          </p:grpSpPr>
          <p:sp>
            <p:nvSpPr>
              <p:cNvPr id="3412" name="Google Shape;3412;p60"/>
              <p:cNvSpPr/>
              <p:nvPr/>
            </p:nvSpPr>
            <p:spPr>
              <a:xfrm>
                <a:off x="6160232" y="3107767"/>
                <a:ext cx="410235" cy="449911"/>
              </a:xfrm>
              <a:custGeom>
                <a:avLst/>
                <a:gdLst/>
                <a:ahLst/>
                <a:cxnLst/>
                <a:rect l="l" t="t" r="r" b="b"/>
                <a:pathLst>
                  <a:path w="71098" h="78008" extrusionOk="0">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413" name="Google Shape;3413;p60"/>
              <p:cNvSpPr/>
              <p:nvPr/>
            </p:nvSpPr>
            <p:spPr>
              <a:xfrm>
                <a:off x="6031360" y="3319580"/>
                <a:ext cx="62149" cy="151155"/>
              </a:xfrm>
              <a:custGeom>
                <a:avLst/>
                <a:gdLst/>
                <a:ahLst/>
                <a:cxnLst/>
                <a:rect l="l" t="t" r="r" b="b"/>
                <a:pathLst>
                  <a:path w="10771" h="26208" extrusionOk="0">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414" name="Google Shape;3414;p60"/>
              <p:cNvSpPr/>
              <p:nvPr/>
            </p:nvSpPr>
            <p:spPr>
              <a:xfrm>
                <a:off x="6189159" y="3076713"/>
                <a:ext cx="117131" cy="35868"/>
              </a:xfrm>
              <a:custGeom>
                <a:avLst/>
                <a:gdLst/>
                <a:ahLst/>
                <a:cxnLst/>
                <a:rect l="l" t="t" r="r" b="b"/>
                <a:pathLst>
                  <a:path w="20300" h="6219" extrusionOk="0">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415" name="Google Shape;3415;p60"/>
              <p:cNvSpPr/>
              <p:nvPr/>
            </p:nvSpPr>
            <p:spPr>
              <a:xfrm>
                <a:off x="6350006" y="3503923"/>
                <a:ext cx="45156" cy="42581"/>
              </a:xfrm>
              <a:custGeom>
                <a:avLst/>
                <a:gdLst/>
                <a:ahLst/>
                <a:cxnLst/>
                <a:rect l="l" t="t" r="r" b="b"/>
                <a:pathLst>
                  <a:path w="7826" h="7383" extrusionOk="0">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416" name="Google Shape;3416;p60"/>
              <p:cNvSpPr/>
              <p:nvPr/>
            </p:nvSpPr>
            <p:spPr>
              <a:xfrm>
                <a:off x="6262180" y="3141947"/>
                <a:ext cx="28469" cy="38688"/>
              </a:xfrm>
              <a:custGeom>
                <a:avLst/>
                <a:gdLst/>
                <a:ahLst/>
                <a:cxnLst/>
                <a:rect l="l" t="t" r="r" b="b"/>
                <a:pathLst>
                  <a:path w="4934" h="6708" extrusionOk="0">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417" name="Google Shape;3417;p60"/>
              <p:cNvSpPr/>
              <p:nvPr/>
            </p:nvSpPr>
            <p:spPr>
              <a:xfrm>
                <a:off x="6251907" y="3101042"/>
                <a:ext cx="26011" cy="13686"/>
              </a:xfrm>
              <a:custGeom>
                <a:avLst/>
                <a:gdLst/>
                <a:ahLst/>
                <a:cxnLst/>
                <a:rect l="l" t="t" r="r" b="b"/>
                <a:pathLst>
                  <a:path w="4508" h="2373" extrusionOk="0">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3418" name="Google Shape;3418;p60"/>
              <p:cNvSpPr/>
              <p:nvPr/>
            </p:nvSpPr>
            <p:spPr>
              <a:xfrm>
                <a:off x="6250613" y="3155645"/>
                <a:ext cx="21609" cy="17008"/>
              </a:xfrm>
              <a:custGeom>
                <a:avLst/>
                <a:gdLst/>
                <a:ahLst/>
                <a:cxnLst/>
                <a:rect l="l" t="t" r="r" b="b"/>
                <a:pathLst>
                  <a:path w="3745" h="2949" extrusionOk="0">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grpSp>
        <p:nvGrpSpPr>
          <p:cNvPr id="3419" name="Google Shape;3419;p60"/>
          <p:cNvGrpSpPr/>
          <p:nvPr/>
        </p:nvGrpSpPr>
        <p:grpSpPr>
          <a:xfrm>
            <a:off x="4797047" y="4087843"/>
            <a:ext cx="2988459" cy="1774208"/>
            <a:chOff x="3597785" y="3065882"/>
            <a:chExt cx="2241344" cy="1330656"/>
          </a:xfrm>
        </p:grpSpPr>
        <p:grpSp>
          <p:nvGrpSpPr>
            <p:cNvPr id="3420" name="Google Shape;3420;p60"/>
            <p:cNvGrpSpPr/>
            <p:nvPr/>
          </p:nvGrpSpPr>
          <p:grpSpPr>
            <a:xfrm>
              <a:off x="5296908" y="3937355"/>
              <a:ext cx="143198" cy="32380"/>
              <a:chOff x="5296908" y="3937355"/>
              <a:chExt cx="143198" cy="32380"/>
            </a:xfrm>
          </p:grpSpPr>
          <p:sp>
            <p:nvSpPr>
              <p:cNvPr id="3421" name="Google Shape;3421;p60"/>
              <p:cNvSpPr/>
              <p:nvPr/>
            </p:nvSpPr>
            <p:spPr>
              <a:xfrm>
                <a:off x="5319457" y="3952794"/>
                <a:ext cx="111895" cy="8"/>
              </a:xfrm>
              <a:custGeom>
                <a:avLst/>
                <a:gdLst/>
                <a:ahLst/>
                <a:cxnLst/>
                <a:rect l="l" t="t" r="r" b="b"/>
                <a:pathLst>
                  <a:path w="14227" h="1" fill="none" extrusionOk="0">
                    <a:moveTo>
                      <a:pt x="1" y="0"/>
                    </a:moveTo>
                    <a:lnTo>
                      <a:pt x="14227"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nvGrpSpPr>
              <p:cNvPr id="3422" name="Google Shape;3422;p60"/>
              <p:cNvGrpSpPr/>
              <p:nvPr/>
            </p:nvGrpSpPr>
            <p:grpSpPr>
              <a:xfrm>
                <a:off x="5402331" y="3937355"/>
                <a:ext cx="37776" cy="32380"/>
                <a:chOff x="5402331" y="3937355"/>
                <a:chExt cx="37776" cy="32380"/>
              </a:xfrm>
            </p:grpSpPr>
            <p:sp>
              <p:nvSpPr>
                <p:cNvPr id="3423" name="Google Shape;3423;p60"/>
                <p:cNvSpPr/>
                <p:nvPr/>
              </p:nvSpPr>
              <p:spPr>
                <a:xfrm>
                  <a:off x="5402331" y="3937355"/>
                  <a:ext cx="37776" cy="32380"/>
                </a:xfrm>
                <a:custGeom>
                  <a:avLst/>
                  <a:gdLst/>
                  <a:ahLst/>
                  <a:cxnLst/>
                  <a:rect l="l" t="t" r="r" b="b"/>
                  <a:pathLst>
                    <a:path w="4803" h="4117" extrusionOk="0">
                      <a:moveTo>
                        <a:pt x="2737" y="1"/>
                      </a:moveTo>
                      <a:cubicBezTo>
                        <a:pt x="2231" y="1"/>
                        <a:pt x="1714" y="189"/>
                        <a:pt x="1294" y="609"/>
                      </a:cubicBezTo>
                      <a:cubicBezTo>
                        <a:pt x="0" y="1903"/>
                        <a:pt x="919" y="4117"/>
                        <a:pt x="2746" y="4117"/>
                      </a:cubicBezTo>
                      <a:cubicBezTo>
                        <a:pt x="3883" y="4117"/>
                        <a:pt x="4802" y="3185"/>
                        <a:pt x="4802" y="2060"/>
                      </a:cubicBezTo>
                      <a:cubicBezTo>
                        <a:pt x="4802" y="818"/>
                        <a:pt x="3792" y="1"/>
                        <a:pt x="2737"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424" name="Google Shape;3424;p60"/>
                <p:cNvSpPr/>
                <p:nvPr/>
              </p:nvSpPr>
              <p:spPr>
                <a:xfrm>
                  <a:off x="5415174" y="3946990"/>
                  <a:ext cx="15321" cy="13064"/>
                </a:xfrm>
                <a:custGeom>
                  <a:avLst/>
                  <a:gdLst/>
                  <a:ahLst/>
                  <a:cxnLst/>
                  <a:rect l="l" t="t" r="r" b="b"/>
                  <a:pathLst>
                    <a:path w="1948" h="1661" extrusionOk="0">
                      <a:moveTo>
                        <a:pt x="1113" y="1"/>
                      </a:moveTo>
                      <a:cubicBezTo>
                        <a:pt x="375" y="1"/>
                        <a:pt x="0" y="896"/>
                        <a:pt x="532" y="1416"/>
                      </a:cubicBezTo>
                      <a:cubicBezTo>
                        <a:pt x="701" y="1585"/>
                        <a:pt x="910" y="1661"/>
                        <a:pt x="1114" y="1661"/>
                      </a:cubicBezTo>
                      <a:cubicBezTo>
                        <a:pt x="1540" y="1661"/>
                        <a:pt x="1948" y="1333"/>
                        <a:pt x="1948" y="835"/>
                      </a:cubicBezTo>
                      <a:cubicBezTo>
                        <a:pt x="1948" y="376"/>
                        <a:pt x="1573" y="1"/>
                        <a:pt x="111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425" name="Google Shape;3425;p60"/>
              <p:cNvGrpSpPr/>
              <p:nvPr/>
            </p:nvGrpSpPr>
            <p:grpSpPr>
              <a:xfrm>
                <a:off x="5296908" y="3937355"/>
                <a:ext cx="37783" cy="32380"/>
                <a:chOff x="5296908" y="3937355"/>
                <a:chExt cx="37783" cy="32380"/>
              </a:xfrm>
            </p:grpSpPr>
            <p:sp>
              <p:nvSpPr>
                <p:cNvPr id="3426" name="Google Shape;3426;p60"/>
                <p:cNvSpPr/>
                <p:nvPr/>
              </p:nvSpPr>
              <p:spPr>
                <a:xfrm>
                  <a:off x="5296908" y="3937355"/>
                  <a:ext cx="37783" cy="32380"/>
                </a:xfrm>
                <a:custGeom>
                  <a:avLst/>
                  <a:gdLst/>
                  <a:ahLst/>
                  <a:cxnLst/>
                  <a:rect l="l" t="t" r="r" b="b"/>
                  <a:pathLst>
                    <a:path w="4804" h="4117" extrusionOk="0">
                      <a:moveTo>
                        <a:pt x="2738" y="1"/>
                      </a:moveTo>
                      <a:cubicBezTo>
                        <a:pt x="2231" y="1"/>
                        <a:pt x="1715" y="189"/>
                        <a:pt x="1295" y="609"/>
                      </a:cubicBezTo>
                      <a:cubicBezTo>
                        <a:pt x="1" y="1903"/>
                        <a:pt x="920" y="4117"/>
                        <a:pt x="2747" y="4117"/>
                      </a:cubicBezTo>
                      <a:cubicBezTo>
                        <a:pt x="3884" y="4117"/>
                        <a:pt x="4803" y="3185"/>
                        <a:pt x="4803" y="2060"/>
                      </a:cubicBezTo>
                      <a:cubicBezTo>
                        <a:pt x="4803" y="818"/>
                        <a:pt x="3792" y="1"/>
                        <a:pt x="2738"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427" name="Google Shape;3427;p60"/>
                <p:cNvSpPr/>
                <p:nvPr/>
              </p:nvSpPr>
              <p:spPr>
                <a:xfrm>
                  <a:off x="5309846" y="3946990"/>
                  <a:ext cx="15235" cy="13064"/>
                </a:xfrm>
                <a:custGeom>
                  <a:avLst/>
                  <a:gdLst/>
                  <a:ahLst/>
                  <a:cxnLst/>
                  <a:rect l="l" t="t" r="r" b="b"/>
                  <a:pathLst>
                    <a:path w="1937" h="1661" extrusionOk="0">
                      <a:moveTo>
                        <a:pt x="1102" y="1"/>
                      </a:moveTo>
                      <a:cubicBezTo>
                        <a:pt x="364" y="1"/>
                        <a:pt x="1" y="896"/>
                        <a:pt x="521" y="1416"/>
                      </a:cubicBezTo>
                      <a:cubicBezTo>
                        <a:pt x="690" y="1585"/>
                        <a:pt x="899" y="1661"/>
                        <a:pt x="1103" y="1661"/>
                      </a:cubicBezTo>
                      <a:cubicBezTo>
                        <a:pt x="1528" y="1661"/>
                        <a:pt x="1936" y="1333"/>
                        <a:pt x="1936" y="835"/>
                      </a:cubicBezTo>
                      <a:cubicBezTo>
                        <a:pt x="1936" y="376"/>
                        <a:pt x="1561" y="1"/>
                        <a:pt x="1102"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grpSp>
          <p:nvGrpSpPr>
            <p:cNvPr id="3428" name="Google Shape;3428;p60"/>
            <p:cNvGrpSpPr/>
            <p:nvPr/>
          </p:nvGrpSpPr>
          <p:grpSpPr>
            <a:xfrm>
              <a:off x="4724163" y="3119631"/>
              <a:ext cx="120838" cy="84218"/>
              <a:chOff x="4724163" y="3119631"/>
              <a:chExt cx="120838" cy="84218"/>
            </a:xfrm>
          </p:grpSpPr>
          <p:grpSp>
            <p:nvGrpSpPr>
              <p:cNvPr id="3429" name="Google Shape;3429;p60"/>
              <p:cNvGrpSpPr/>
              <p:nvPr/>
            </p:nvGrpSpPr>
            <p:grpSpPr>
              <a:xfrm>
                <a:off x="4746712" y="3132773"/>
                <a:ext cx="86869" cy="56424"/>
                <a:chOff x="4746712" y="3132773"/>
                <a:chExt cx="86869" cy="56424"/>
              </a:xfrm>
            </p:grpSpPr>
            <p:sp>
              <p:nvSpPr>
                <p:cNvPr id="3430" name="Google Shape;3430;p60"/>
                <p:cNvSpPr/>
                <p:nvPr/>
              </p:nvSpPr>
              <p:spPr>
                <a:xfrm>
                  <a:off x="4746712" y="3132773"/>
                  <a:ext cx="86869" cy="56424"/>
                </a:xfrm>
                <a:custGeom>
                  <a:avLst/>
                  <a:gdLst/>
                  <a:ahLst/>
                  <a:cxnLst/>
                  <a:rect l="l" t="t" r="r" b="b"/>
                  <a:pathLst>
                    <a:path w="11045" h="7174" fill="none" extrusionOk="0">
                      <a:moveTo>
                        <a:pt x="0" y="1597"/>
                      </a:moveTo>
                      <a:cubicBezTo>
                        <a:pt x="242" y="1743"/>
                        <a:pt x="3532" y="7174"/>
                        <a:pt x="3532" y="7174"/>
                      </a:cubicBezTo>
                      <a:lnTo>
                        <a:pt x="6290" y="3315"/>
                      </a:lnTo>
                      <a:lnTo>
                        <a:pt x="11044" y="1"/>
                      </a:lnTo>
                      <a:close/>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431" name="Google Shape;3431;p60"/>
                <p:cNvSpPr/>
                <p:nvPr/>
              </p:nvSpPr>
              <p:spPr>
                <a:xfrm>
                  <a:off x="4746712" y="3145334"/>
                  <a:ext cx="49479" cy="13520"/>
                </a:xfrm>
                <a:custGeom>
                  <a:avLst/>
                  <a:gdLst/>
                  <a:ahLst/>
                  <a:cxnLst/>
                  <a:rect l="l" t="t" r="r" b="b"/>
                  <a:pathLst>
                    <a:path w="6291" h="1719" fill="none" extrusionOk="0">
                      <a:moveTo>
                        <a:pt x="0" y="0"/>
                      </a:moveTo>
                      <a:lnTo>
                        <a:pt x="6290" y="1718"/>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grpSp>
            <p:nvGrpSpPr>
              <p:cNvPr id="3432" name="Google Shape;3432;p60"/>
              <p:cNvGrpSpPr/>
              <p:nvPr/>
            </p:nvGrpSpPr>
            <p:grpSpPr>
              <a:xfrm>
                <a:off x="4773634" y="3143336"/>
                <a:ext cx="37776" cy="32451"/>
                <a:chOff x="4773634" y="3143336"/>
                <a:chExt cx="37776" cy="32451"/>
              </a:xfrm>
            </p:grpSpPr>
            <p:sp>
              <p:nvSpPr>
                <p:cNvPr id="3433" name="Google Shape;3433;p60"/>
                <p:cNvSpPr/>
                <p:nvPr/>
              </p:nvSpPr>
              <p:spPr>
                <a:xfrm>
                  <a:off x="4773634" y="3143336"/>
                  <a:ext cx="37776" cy="32451"/>
                </a:xfrm>
                <a:custGeom>
                  <a:avLst/>
                  <a:gdLst/>
                  <a:ahLst/>
                  <a:cxnLst/>
                  <a:rect l="l" t="t" r="r" b="b"/>
                  <a:pathLst>
                    <a:path w="4803" h="4126" extrusionOk="0">
                      <a:moveTo>
                        <a:pt x="2730" y="0"/>
                      </a:moveTo>
                      <a:cubicBezTo>
                        <a:pt x="2226" y="0"/>
                        <a:pt x="1713" y="187"/>
                        <a:pt x="1295" y="605"/>
                      </a:cubicBezTo>
                      <a:cubicBezTo>
                        <a:pt x="1" y="1900"/>
                        <a:pt x="920" y="4125"/>
                        <a:pt x="2746" y="4125"/>
                      </a:cubicBezTo>
                      <a:cubicBezTo>
                        <a:pt x="3884" y="4125"/>
                        <a:pt x="4803" y="3206"/>
                        <a:pt x="4803" y="2069"/>
                      </a:cubicBezTo>
                      <a:cubicBezTo>
                        <a:pt x="4803" y="824"/>
                        <a:pt x="3788" y="0"/>
                        <a:pt x="2730"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434" name="Google Shape;3434;p60"/>
                <p:cNvSpPr/>
                <p:nvPr/>
              </p:nvSpPr>
              <p:spPr>
                <a:xfrm>
                  <a:off x="4788664" y="3153041"/>
                  <a:ext cx="13048" cy="13040"/>
                </a:xfrm>
                <a:custGeom>
                  <a:avLst/>
                  <a:gdLst/>
                  <a:ahLst/>
                  <a:cxnLst/>
                  <a:rect l="l" t="t" r="r" b="b"/>
                  <a:pathLst>
                    <a:path w="1659" h="1658" extrusionOk="0">
                      <a:moveTo>
                        <a:pt x="835" y="0"/>
                      </a:moveTo>
                      <a:cubicBezTo>
                        <a:pt x="376" y="0"/>
                        <a:pt x="1" y="375"/>
                        <a:pt x="1" y="835"/>
                      </a:cubicBezTo>
                      <a:cubicBezTo>
                        <a:pt x="1" y="1295"/>
                        <a:pt x="376" y="1657"/>
                        <a:pt x="835" y="1657"/>
                      </a:cubicBezTo>
                      <a:cubicBezTo>
                        <a:pt x="1295" y="1657"/>
                        <a:pt x="1658" y="1295"/>
                        <a:pt x="1658" y="835"/>
                      </a:cubicBezTo>
                      <a:cubicBezTo>
                        <a:pt x="1658" y="375"/>
                        <a:pt x="1295" y="0"/>
                        <a:pt x="83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435" name="Google Shape;3435;p60"/>
              <p:cNvGrpSpPr/>
              <p:nvPr/>
            </p:nvGrpSpPr>
            <p:grpSpPr>
              <a:xfrm>
                <a:off x="4724163" y="3131248"/>
                <a:ext cx="37776" cy="32459"/>
                <a:chOff x="4724163" y="3131248"/>
                <a:chExt cx="37776" cy="32459"/>
              </a:xfrm>
            </p:grpSpPr>
            <p:sp>
              <p:nvSpPr>
                <p:cNvPr id="3436" name="Google Shape;3436;p60"/>
                <p:cNvSpPr/>
                <p:nvPr/>
              </p:nvSpPr>
              <p:spPr>
                <a:xfrm>
                  <a:off x="4724163" y="3131248"/>
                  <a:ext cx="37776" cy="32459"/>
                </a:xfrm>
                <a:custGeom>
                  <a:avLst/>
                  <a:gdLst/>
                  <a:ahLst/>
                  <a:cxnLst/>
                  <a:rect l="l" t="t" r="r" b="b"/>
                  <a:pathLst>
                    <a:path w="4803" h="4127" extrusionOk="0">
                      <a:moveTo>
                        <a:pt x="2730" y="1"/>
                      </a:moveTo>
                      <a:cubicBezTo>
                        <a:pt x="2226" y="1"/>
                        <a:pt x="1712" y="188"/>
                        <a:pt x="1295" y="606"/>
                      </a:cubicBezTo>
                      <a:cubicBezTo>
                        <a:pt x="0" y="1900"/>
                        <a:pt x="920" y="4114"/>
                        <a:pt x="2746" y="4126"/>
                      </a:cubicBezTo>
                      <a:cubicBezTo>
                        <a:pt x="3883" y="4114"/>
                        <a:pt x="4803" y="3195"/>
                        <a:pt x="4803" y="2070"/>
                      </a:cubicBezTo>
                      <a:cubicBezTo>
                        <a:pt x="4803" y="824"/>
                        <a:pt x="3787" y="1"/>
                        <a:pt x="2730"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437" name="Google Shape;3437;p60"/>
                <p:cNvSpPr/>
                <p:nvPr/>
              </p:nvSpPr>
              <p:spPr>
                <a:xfrm>
                  <a:off x="4739288" y="3140953"/>
                  <a:ext cx="13040" cy="13048"/>
                </a:xfrm>
                <a:custGeom>
                  <a:avLst/>
                  <a:gdLst/>
                  <a:ahLst/>
                  <a:cxnLst/>
                  <a:rect l="l" t="t" r="r" b="b"/>
                  <a:pathLst>
                    <a:path w="1658" h="1659" extrusionOk="0">
                      <a:moveTo>
                        <a:pt x="823" y="1"/>
                      </a:moveTo>
                      <a:cubicBezTo>
                        <a:pt x="363" y="1"/>
                        <a:pt x="1" y="376"/>
                        <a:pt x="1" y="823"/>
                      </a:cubicBezTo>
                      <a:cubicBezTo>
                        <a:pt x="1"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438" name="Google Shape;3438;p60"/>
              <p:cNvGrpSpPr/>
              <p:nvPr/>
            </p:nvGrpSpPr>
            <p:grpSpPr>
              <a:xfrm>
                <a:off x="4755081" y="3176054"/>
                <a:ext cx="32357" cy="27795"/>
                <a:chOff x="4755081" y="3176054"/>
                <a:chExt cx="32357" cy="27795"/>
              </a:xfrm>
            </p:grpSpPr>
            <p:sp>
              <p:nvSpPr>
                <p:cNvPr id="3439" name="Google Shape;3439;p60"/>
                <p:cNvSpPr/>
                <p:nvPr/>
              </p:nvSpPr>
              <p:spPr>
                <a:xfrm>
                  <a:off x="4755081" y="3176054"/>
                  <a:ext cx="32357" cy="27795"/>
                </a:xfrm>
                <a:custGeom>
                  <a:avLst/>
                  <a:gdLst/>
                  <a:ahLst/>
                  <a:cxnLst/>
                  <a:rect l="l" t="t" r="r" b="b"/>
                  <a:pathLst>
                    <a:path w="4114" h="3534" extrusionOk="0">
                      <a:moveTo>
                        <a:pt x="2338" y="0"/>
                      </a:moveTo>
                      <a:cubicBezTo>
                        <a:pt x="1904" y="0"/>
                        <a:pt x="1462" y="162"/>
                        <a:pt x="1101" y="522"/>
                      </a:cubicBezTo>
                      <a:cubicBezTo>
                        <a:pt x="1" y="1635"/>
                        <a:pt x="787" y="3534"/>
                        <a:pt x="2360" y="3534"/>
                      </a:cubicBezTo>
                      <a:cubicBezTo>
                        <a:pt x="3327" y="3534"/>
                        <a:pt x="4114" y="2735"/>
                        <a:pt x="4114" y="1768"/>
                      </a:cubicBezTo>
                      <a:cubicBezTo>
                        <a:pt x="4114" y="704"/>
                        <a:pt x="3245" y="0"/>
                        <a:pt x="2338"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440" name="Google Shape;3440;p60"/>
                <p:cNvSpPr/>
                <p:nvPr/>
              </p:nvSpPr>
              <p:spPr>
                <a:xfrm>
                  <a:off x="4767924" y="3185768"/>
                  <a:ext cx="9902" cy="8392"/>
                </a:xfrm>
                <a:custGeom>
                  <a:avLst/>
                  <a:gdLst/>
                  <a:ahLst/>
                  <a:cxnLst/>
                  <a:rect l="l" t="t" r="r" b="b"/>
                  <a:pathLst>
                    <a:path w="1259" h="1067" extrusionOk="0">
                      <a:moveTo>
                        <a:pt x="714" y="0"/>
                      </a:moveTo>
                      <a:cubicBezTo>
                        <a:pt x="243" y="0"/>
                        <a:pt x="1" y="569"/>
                        <a:pt x="339" y="908"/>
                      </a:cubicBezTo>
                      <a:cubicBezTo>
                        <a:pt x="449" y="1017"/>
                        <a:pt x="584" y="1066"/>
                        <a:pt x="716" y="1066"/>
                      </a:cubicBezTo>
                      <a:cubicBezTo>
                        <a:pt x="993" y="1066"/>
                        <a:pt x="1259" y="852"/>
                        <a:pt x="1259" y="533"/>
                      </a:cubicBezTo>
                      <a:cubicBezTo>
                        <a:pt x="1259" y="230"/>
                        <a:pt x="1017" y="0"/>
                        <a:pt x="71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441" name="Google Shape;3441;p60"/>
              <p:cNvGrpSpPr/>
              <p:nvPr/>
            </p:nvGrpSpPr>
            <p:grpSpPr>
              <a:xfrm>
                <a:off x="4812550" y="3119631"/>
                <a:ext cx="32451" cy="27803"/>
                <a:chOff x="4812550" y="3119631"/>
                <a:chExt cx="32451" cy="27803"/>
              </a:xfrm>
            </p:grpSpPr>
            <p:sp>
              <p:nvSpPr>
                <p:cNvPr id="3442" name="Google Shape;3442;p60"/>
                <p:cNvSpPr/>
                <p:nvPr/>
              </p:nvSpPr>
              <p:spPr>
                <a:xfrm>
                  <a:off x="4812550" y="3119631"/>
                  <a:ext cx="32451" cy="27803"/>
                </a:xfrm>
                <a:custGeom>
                  <a:avLst/>
                  <a:gdLst/>
                  <a:ahLst/>
                  <a:cxnLst/>
                  <a:rect l="l" t="t" r="r" b="b"/>
                  <a:pathLst>
                    <a:path w="4126" h="3535" extrusionOk="0">
                      <a:moveTo>
                        <a:pt x="2350" y="1"/>
                      </a:moveTo>
                      <a:cubicBezTo>
                        <a:pt x="1916" y="1"/>
                        <a:pt x="1473" y="162"/>
                        <a:pt x="1113" y="522"/>
                      </a:cubicBezTo>
                      <a:cubicBezTo>
                        <a:pt x="0" y="1635"/>
                        <a:pt x="798" y="3534"/>
                        <a:pt x="2371" y="3534"/>
                      </a:cubicBezTo>
                      <a:cubicBezTo>
                        <a:pt x="3339" y="3534"/>
                        <a:pt x="4125" y="2748"/>
                        <a:pt x="4125" y="1768"/>
                      </a:cubicBezTo>
                      <a:cubicBezTo>
                        <a:pt x="4125" y="705"/>
                        <a:pt x="3256" y="1"/>
                        <a:pt x="2350"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443" name="Google Shape;3443;p60"/>
                <p:cNvSpPr/>
                <p:nvPr/>
              </p:nvSpPr>
              <p:spPr>
                <a:xfrm>
                  <a:off x="4826912" y="3129352"/>
                  <a:ext cx="8478" cy="8376"/>
                </a:xfrm>
                <a:custGeom>
                  <a:avLst/>
                  <a:gdLst/>
                  <a:ahLst/>
                  <a:cxnLst/>
                  <a:rect l="l" t="t" r="r" b="b"/>
                  <a:pathLst>
                    <a:path w="1078" h="1065" extrusionOk="0">
                      <a:moveTo>
                        <a:pt x="533" y="0"/>
                      </a:moveTo>
                      <a:cubicBezTo>
                        <a:pt x="243" y="0"/>
                        <a:pt x="1" y="242"/>
                        <a:pt x="1" y="532"/>
                      </a:cubicBezTo>
                      <a:cubicBezTo>
                        <a:pt x="1" y="835"/>
                        <a:pt x="243" y="1065"/>
                        <a:pt x="533" y="1065"/>
                      </a:cubicBezTo>
                      <a:cubicBezTo>
                        <a:pt x="835" y="1065"/>
                        <a:pt x="1077" y="835"/>
                        <a:pt x="1077" y="532"/>
                      </a:cubicBezTo>
                      <a:cubicBezTo>
                        <a:pt x="1077" y="242"/>
                        <a:pt x="835" y="0"/>
                        <a:pt x="533"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grpSp>
          <p:nvGrpSpPr>
            <p:cNvPr id="3444" name="Google Shape;3444;p60"/>
            <p:cNvGrpSpPr/>
            <p:nvPr/>
          </p:nvGrpSpPr>
          <p:grpSpPr>
            <a:xfrm>
              <a:off x="5382826" y="4027197"/>
              <a:ext cx="268967" cy="250422"/>
              <a:chOff x="5382826" y="4027197"/>
              <a:chExt cx="268967" cy="250422"/>
            </a:xfrm>
          </p:grpSpPr>
          <p:grpSp>
            <p:nvGrpSpPr>
              <p:cNvPr id="3445" name="Google Shape;3445;p60"/>
              <p:cNvGrpSpPr/>
              <p:nvPr/>
            </p:nvGrpSpPr>
            <p:grpSpPr>
              <a:xfrm>
                <a:off x="5405280" y="4042510"/>
                <a:ext cx="237570" cy="218647"/>
                <a:chOff x="5405280" y="4042510"/>
                <a:chExt cx="237570" cy="218647"/>
              </a:xfrm>
            </p:grpSpPr>
            <p:sp>
              <p:nvSpPr>
                <p:cNvPr id="3446" name="Google Shape;3446;p60"/>
                <p:cNvSpPr/>
                <p:nvPr/>
              </p:nvSpPr>
              <p:spPr>
                <a:xfrm>
                  <a:off x="5405280" y="4042510"/>
                  <a:ext cx="144999" cy="173832"/>
                </a:xfrm>
                <a:custGeom>
                  <a:avLst/>
                  <a:gdLst/>
                  <a:ahLst/>
                  <a:cxnLst/>
                  <a:rect l="l" t="t" r="r" b="b"/>
                  <a:pathLst>
                    <a:path w="18436" h="22102" fill="none" extrusionOk="0">
                      <a:moveTo>
                        <a:pt x="0" y="12037"/>
                      </a:moveTo>
                      <a:cubicBezTo>
                        <a:pt x="702" y="12073"/>
                        <a:pt x="12302" y="22101"/>
                        <a:pt x="12302" y="22101"/>
                      </a:cubicBezTo>
                      <a:lnTo>
                        <a:pt x="11819" y="13005"/>
                      </a:lnTo>
                      <a:lnTo>
                        <a:pt x="18435" y="1"/>
                      </a:lnTo>
                      <a:lnTo>
                        <a:pt x="0" y="1252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447" name="Google Shape;3447;p60"/>
                <p:cNvSpPr/>
                <p:nvPr/>
              </p:nvSpPr>
              <p:spPr>
                <a:xfrm>
                  <a:off x="5502036" y="4125093"/>
                  <a:ext cx="134350" cy="135585"/>
                </a:xfrm>
                <a:custGeom>
                  <a:avLst/>
                  <a:gdLst/>
                  <a:ahLst/>
                  <a:cxnLst/>
                  <a:rect l="l" t="t" r="r" b="b"/>
                  <a:pathLst>
                    <a:path w="17082" h="17239" fill="none" extrusionOk="0">
                      <a:moveTo>
                        <a:pt x="13513" y="17239"/>
                      </a:moveTo>
                      <a:lnTo>
                        <a:pt x="12690" y="8614"/>
                      </a:lnTo>
                      <a:lnTo>
                        <a:pt x="17081" y="1"/>
                      </a:lnTo>
                      <a:lnTo>
                        <a:pt x="0" y="2021"/>
                      </a:lnTo>
                      <a:close/>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448" name="Google Shape;3448;p60"/>
                <p:cNvSpPr/>
                <p:nvPr/>
              </p:nvSpPr>
              <p:spPr>
                <a:xfrm>
                  <a:off x="5543704" y="4042990"/>
                  <a:ext cx="99146" cy="81639"/>
                </a:xfrm>
                <a:custGeom>
                  <a:avLst/>
                  <a:gdLst/>
                  <a:ahLst/>
                  <a:cxnLst/>
                  <a:rect l="l" t="t" r="r" b="b"/>
                  <a:pathLst>
                    <a:path w="12606" h="10380" fill="none" extrusionOk="0">
                      <a:moveTo>
                        <a:pt x="1" y="0"/>
                      </a:moveTo>
                      <a:lnTo>
                        <a:pt x="12606" y="10379"/>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449" name="Google Shape;3449;p60"/>
                <p:cNvSpPr/>
                <p:nvPr/>
              </p:nvSpPr>
              <p:spPr>
                <a:xfrm>
                  <a:off x="5501941" y="4140980"/>
                  <a:ext cx="103708" cy="51862"/>
                </a:xfrm>
                <a:custGeom>
                  <a:avLst/>
                  <a:gdLst/>
                  <a:ahLst/>
                  <a:cxnLst/>
                  <a:rect l="l" t="t" r="r" b="b"/>
                  <a:pathLst>
                    <a:path w="13186" h="6594" fill="none" extrusionOk="0">
                      <a:moveTo>
                        <a:pt x="13186" y="6594"/>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450" name="Google Shape;3450;p60"/>
                <p:cNvSpPr/>
                <p:nvPr/>
              </p:nvSpPr>
              <p:spPr>
                <a:xfrm>
                  <a:off x="5495854" y="4211010"/>
                  <a:ext cx="105989" cy="50147"/>
                </a:xfrm>
                <a:custGeom>
                  <a:avLst/>
                  <a:gdLst/>
                  <a:ahLst/>
                  <a:cxnLst/>
                  <a:rect l="l" t="t" r="r" b="b"/>
                  <a:pathLst>
                    <a:path w="13476" h="6376" fill="none" extrusionOk="0">
                      <a:moveTo>
                        <a:pt x="0" y="0"/>
                      </a:moveTo>
                      <a:lnTo>
                        <a:pt x="13476" y="6375"/>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451" name="Google Shape;3451;p60"/>
                <p:cNvSpPr/>
                <p:nvPr/>
              </p:nvSpPr>
              <p:spPr>
                <a:xfrm>
                  <a:off x="5405280" y="4134420"/>
                  <a:ext cx="96669" cy="6567"/>
                </a:xfrm>
                <a:custGeom>
                  <a:avLst/>
                  <a:gdLst/>
                  <a:ahLst/>
                  <a:cxnLst/>
                  <a:rect l="l" t="t" r="r" b="b"/>
                  <a:pathLst>
                    <a:path w="12291" h="835" fill="none" extrusionOk="0">
                      <a:moveTo>
                        <a:pt x="12290" y="835"/>
                      </a:moveTo>
                      <a:lnTo>
                        <a:pt x="0"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grpSp>
            <p:nvGrpSpPr>
              <p:cNvPr id="3452" name="Google Shape;3452;p60"/>
              <p:cNvGrpSpPr/>
              <p:nvPr/>
            </p:nvGrpSpPr>
            <p:grpSpPr>
              <a:xfrm>
                <a:off x="5382826" y="4125549"/>
                <a:ext cx="37776" cy="32380"/>
                <a:chOff x="5382826" y="4125549"/>
                <a:chExt cx="37776" cy="32380"/>
              </a:xfrm>
            </p:grpSpPr>
            <p:sp>
              <p:nvSpPr>
                <p:cNvPr id="3453" name="Google Shape;3453;p60"/>
                <p:cNvSpPr/>
                <p:nvPr/>
              </p:nvSpPr>
              <p:spPr>
                <a:xfrm>
                  <a:off x="5382826" y="4125549"/>
                  <a:ext cx="37776" cy="32380"/>
                </a:xfrm>
                <a:custGeom>
                  <a:avLst/>
                  <a:gdLst/>
                  <a:ahLst/>
                  <a:cxnLst/>
                  <a:rect l="l" t="t" r="r" b="b"/>
                  <a:pathLst>
                    <a:path w="4803" h="4117" extrusionOk="0">
                      <a:moveTo>
                        <a:pt x="2734" y="0"/>
                      </a:moveTo>
                      <a:cubicBezTo>
                        <a:pt x="2229" y="0"/>
                        <a:pt x="1714" y="188"/>
                        <a:pt x="1295" y="608"/>
                      </a:cubicBezTo>
                      <a:cubicBezTo>
                        <a:pt x="0" y="1902"/>
                        <a:pt x="907" y="4116"/>
                        <a:pt x="2746" y="4116"/>
                      </a:cubicBezTo>
                      <a:cubicBezTo>
                        <a:pt x="3871" y="4116"/>
                        <a:pt x="4790" y="3197"/>
                        <a:pt x="4803" y="2060"/>
                      </a:cubicBezTo>
                      <a:cubicBezTo>
                        <a:pt x="4794" y="817"/>
                        <a:pt x="3787" y="0"/>
                        <a:pt x="2734"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454" name="Google Shape;3454;p60"/>
                <p:cNvSpPr/>
                <p:nvPr/>
              </p:nvSpPr>
              <p:spPr>
                <a:xfrm>
                  <a:off x="5395669" y="4135176"/>
                  <a:ext cx="15227" cy="13072"/>
                </a:xfrm>
                <a:custGeom>
                  <a:avLst/>
                  <a:gdLst/>
                  <a:ahLst/>
                  <a:cxnLst/>
                  <a:rect l="l" t="t" r="r" b="b"/>
                  <a:pathLst>
                    <a:path w="1936" h="1662" extrusionOk="0">
                      <a:moveTo>
                        <a:pt x="1113" y="1"/>
                      </a:moveTo>
                      <a:cubicBezTo>
                        <a:pt x="375" y="1"/>
                        <a:pt x="0" y="896"/>
                        <a:pt x="520" y="1416"/>
                      </a:cubicBezTo>
                      <a:cubicBezTo>
                        <a:pt x="689" y="1585"/>
                        <a:pt x="898" y="1661"/>
                        <a:pt x="1103" y="1661"/>
                      </a:cubicBezTo>
                      <a:cubicBezTo>
                        <a:pt x="1528" y="1661"/>
                        <a:pt x="1936" y="1334"/>
                        <a:pt x="1936" y="836"/>
                      </a:cubicBezTo>
                      <a:cubicBezTo>
                        <a:pt x="1936" y="376"/>
                        <a:pt x="1561" y="1"/>
                        <a:pt x="111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455" name="Google Shape;3455;p60"/>
              <p:cNvGrpSpPr/>
              <p:nvPr/>
            </p:nvGrpSpPr>
            <p:grpSpPr>
              <a:xfrm>
                <a:off x="5475680" y="4195587"/>
                <a:ext cx="37783" cy="32364"/>
                <a:chOff x="5475680" y="4195587"/>
                <a:chExt cx="37783" cy="32364"/>
              </a:xfrm>
            </p:grpSpPr>
            <p:sp>
              <p:nvSpPr>
                <p:cNvPr id="3456" name="Google Shape;3456;p60"/>
                <p:cNvSpPr/>
                <p:nvPr/>
              </p:nvSpPr>
              <p:spPr>
                <a:xfrm>
                  <a:off x="5475680" y="4195587"/>
                  <a:ext cx="37783" cy="32364"/>
                </a:xfrm>
                <a:custGeom>
                  <a:avLst/>
                  <a:gdLst/>
                  <a:ahLst/>
                  <a:cxnLst/>
                  <a:rect l="l" t="t" r="r" b="b"/>
                  <a:pathLst>
                    <a:path w="4804" h="4115" extrusionOk="0">
                      <a:moveTo>
                        <a:pt x="2732" y="1"/>
                      </a:moveTo>
                      <a:cubicBezTo>
                        <a:pt x="2228" y="1"/>
                        <a:pt x="1713" y="188"/>
                        <a:pt x="1295" y="606"/>
                      </a:cubicBezTo>
                      <a:cubicBezTo>
                        <a:pt x="1" y="1901"/>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457" name="Google Shape;3457;p60"/>
                <p:cNvSpPr/>
                <p:nvPr/>
              </p:nvSpPr>
              <p:spPr>
                <a:xfrm>
                  <a:off x="5488523" y="4205300"/>
                  <a:ext cx="15329" cy="13040"/>
                </a:xfrm>
                <a:custGeom>
                  <a:avLst/>
                  <a:gdLst/>
                  <a:ahLst/>
                  <a:cxnLst/>
                  <a:rect l="l" t="t" r="r" b="b"/>
                  <a:pathLst>
                    <a:path w="1949" h="1658" extrusionOk="0">
                      <a:moveTo>
                        <a:pt x="1114" y="0"/>
                      </a:moveTo>
                      <a:cubicBezTo>
                        <a:pt x="376" y="0"/>
                        <a:pt x="1" y="883"/>
                        <a:pt x="533" y="1416"/>
                      </a:cubicBezTo>
                      <a:cubicBezTo>
                        <a:pt x="700" y="1583"/>
                        <a:pt x="905" y="1657"/>
                        <a:pt x="1106" y="1657"/>
                      </a:cubicBezTo>
                      <a:cubicBezTo>
                        <a:pt x="1531" y="1657"/>
                        <a:pt x="1940" y="1324"/>
                        <a:pt x="1948" y="823"/>
                      </a:cubicBezTo>
                      <a:cubicBezTo>
                        <a:pt x="1948" y="363"/>
                        <a:pt x="1573" y="0"/>
                        <a:pt x="111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458" name="Google Shape;3458;p60"/>
              <p:cNvGrpSpPr/>
              <p:nvPr/>
            </p:nvGrpSpPr>
            <p:grpSpPr>
              <a:xfrm>
                <a:off x="5532575" y="4027197"/>
                <a:ext cx="33308" cy="32262"/>
                <a:chOff x="5532575" y="4027197"/>
                <a:chExt cx="33308" cy="32262"/>
              </a:xfrm>
            </p:grpSpPr>
            <p:sp>
              <p:nvSpPr>
                <p:cNvPr id="3459" name="Google Shape;3459;p60"/>
                <p:cNvSpPr/>
                <p:nvPr/>
              </p:nvSpPr>
              <p:spPr>
                <a:xfrm>
                  <a:off x="5532575" y="4027197"/>
                  <a:ext cx="33308" cy="32262"/>
                </a:xfrm>
                <a:custGeom>
                  <a:avLst/>
                  <a:gdLst/>
                  <a:ahLst/>
                  <a:cxnLst/>
                  <a:rect l="l" t="t" r="r" b="b"/>
                  <a:pathLst>
                    <a:path w="4235" h="4102" extrusionOk="0">
                      <a:moveTo>
                        <a:pt x="1984" y="0"/>
                      </a:moveTo>
                      <a:cubicBezTo>
                        <a:pt x="871" y="49"/>
                        <a:pt x="0" y="1004"/>
                        <a:pt x="37" y="2117"/>
                      </a:cubicBezTo>
                      <a:cubicBezTo>
                        <a:pt x="73" y="3227"/>
                        <a:pt x="980" y="4101"/>
                        <a:pt x="2084" y="4101"/>
                      </a:cubicBezTo>
                      <a:cubicBezTo>
                        <a:pt x="2099" y="4101"/>
                        <a:pt x="2114" y="4101"/>
                        <a:pt x="2130" y="4101"/>
                      </a:cubicBezTo>
                      <a:lnTo>
                        <a:pt x="2275" y="4101"/>
                      </a:lnTo>
                      <a:cubicBezTo>
                        <a:pt x="3375" y="4028"/>
                        <a:pt x="4234" y="3085"/>
                        <a:pt x="4186" y="1984"/>
                      </a:cubicBezTo>
                      <a:cubicBezTo>
                        <a:pt x="4150" y="871"/>
                        <a:pt x="3242" y="0"/>
                        <a:pt x="2130"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460" name="Google Shape;3460;p60"/>
                <p:cNvSpPr/>
                <p:nvPr/>
              </p:nvSpPr>
              <p:spPr>
                <a:xfrm>
                  <a:off x="5540661" y="4036792"/>
                  <a:ext cx="15502" cy="13064"/>
                </a:xfrm>
                <a:custGeom>
                  <a:avLst/>
                  <a:gdLst/>
                  <a:ahLst/>
                  <a:cxnLst/>
                  <a:rect l="l" t="t" r="r" b="b"/>
                  <a:pathLst>
                    <a:path w="1971" h="1661" extrusionOk="0">
                      <a:moveTo>
                        <a:pt x="1098" y="1"/>
                      </a:moveTo>
                      <a:cubicBezTo>
                        <a:pt x="1083" y="1"/>
                        <a:pt x="1068" y="1"/>
                        <a:pt x="1053" y="2"/>
                      </a:cubicBezTo>
                      <a:cubicBezTo>
                        <a:pt x="315" y="50"/>
                        <a:pt x="1" y="970"/>
                        <a:pt x="557" y="1453"/>
                      </a:cubicBezTo>
                      <a:cubicBezTo>
                        <a:pt x="721" y="1596"/>
                        <a:pt x="913" y="1660"/>
                        <a:pt x="1100" y="1660"/>
                      </a:cubicBezTo>
                      <a:cubicBezTo>
                        <a:pt x="1548" y="1660"/>
                        <a:pt x="1970" y="1296"/>
                        <a:pt x="1936" y="776"/>
                      </a:cubicBezTo>
                      <a:cubicBezTo>
                        <a:pt x="1901" y="332"/>
                        <a:pt x="1527" y="1"/>
                        <a:pt x="1098"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461" name="Google Shape;3461;p60"/>
              <p:cNvGrpSpPr/>
              <p:nvPr/>
            </p:nvGrpSpPr>
            <p:grpSpPr>
              <a:xfrm>
                <a:off x="5590706" y="4245348"/>
                <a:ext cx="33497" cy="32270"/>
                <a:chOff x="5590706" y="4245348"/>
                <a:chExt cx="33497" cy="32270"/>
              </a:xfrm>
            </p:grpSpPr>
            <p:sp>
              <p:nvSpPr>
                <p:cNvPr id="3462" name="Google Shape;3462;p60"/>
                <p:cNvSpPr/>
                <p:nvPr/>
              </p:nvSpPr>
              <p:spPr>
                <a:xfrm>
                  <a:off x="5590706" y="4245348"/>
                  <a:ext cx="33497" cy="32270"/>
                </a:xfrm>
                <a:custGeom>
                  <a:avLst/>
                  <a:gdLst/>
                  <a:ahLst/>
                  <a:cxnLst/>
                  <a:rect l="l" t="t" r="r" b="b"/>
                  <a:pathLst>
                    <a:path w="4259" h="4103" extrusionOk="0">
                      <a:moveTo>
                        <a:pt x="2175" y="0"/>
                      </a:moveTo>
                      <a:cubicBezTo>
                        <a:pt x="2160" y="0"/>
                        <a:pt x="2145" y="1"/>
                        <a:pt x="2130" y="1"/>
                      </a:cubicBezTo>
                      <a:lnTo>
                        <a:pt x="1984" y="1"/>
                      </a:lnTo>
                      <a:cubicBezTo>
                        <a:pt x="872" y="49"/>
                        <a:pt x="1" y="993"/>
                        <a:pt x="37" y="2118"/>
                      </a:cubicBezTo>
                      <a:cubicBezTo>
                        <a:pt x="73" y="3228"/>
                        <a:pt x="980" y="4102"/>
                        <a:pt x="2085" y="4102"/>
                      </a:cubicBezTo>
                      <a:cubicBezTo>
                        <a:pt x="2100" y="4102"/>
                        <a:pt x="2115" y="4102"/>
                        <a:pt x="2130" y="4102"/>
                      </a:cubicBezTo>
                      <a:lnTo>
                        <a:pt x="2275" y="4102"/>
                      </a:lnTo>
                      <a:cubicBezTo>
                        <a:pt x="3388" y="4041"/>
                        <a:pt x="4259" y="3098"/>
                        <a:pt x="4222" y="1985"/>
                      </a:cubicBezTo>
                      <a:cubicBezTo>
                        <a:pt x="4175" y="875"/>
                        <a:pt x="3279" y="0"/>
                        <a:pt x="2175"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463" name="Google Shape;3463;p60"/>
                <p:cNvSpPr/>
                <p:nvPr/>
              </p:nvSpPr>
              <p:spPr>
                <a:xfrm>
                  <a:off x="5598791" y="4254944"/>
                  <a:ext cx="15408" cy="13048"/>
                </a:xfrm>
                <a:custGeom>
                  <a:avLst/>
                  <a:gdLst/>
                  <a:ahLst/>
                  <a:cxnLst/>
                  <a:rect l="l" t="t" r="r" b="b"/>
                  <a:pathLst>
                    <a:path w="1959" h="1659" extrusionOk="0">
                      <a:moveTo>
                        <a:pt x="1106" y="0"/>
                      </a:moveTo>
                      <a:cubicBezTo>
                        <a:pt x="1085" y="0"/>
                        <a:pt x="1063" y="1"/>
                        <a:pt x="1041" y="3"/>
                      </a:cubicBezTo>
                      <a:cubicBezTo>
                        <a:pt x="303" y="51"/>
                        <a:pt x="1" y="970"/>
                        <a:pt x="557" y="1454"/>
                      </a:cubicBezTo>
                      <a:cubicBezTo>
                        <a:pt x="720" y="1596"/>
                        <a:pt x="909" y="1659"/>
                        <a:pt x="1093" y="1659"/>
                      </a:cubicBezTo>
                      <a:cubicBezTo>
                        <a:pt x="1538" y="1659"/>
                        <a:pt x="1958" y="1290"/>
                        <a:pt x="1924" y="777"/>
                      </a:cubicBezTo>
                      <a:cubicBezTo>
                        <a:pt x="1901" y="339"/>
                        <a:pt x="1538" y="0"/>
                        <a:pt x="1106"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464" name="Google Shape;3464;p60"/>
              <p:cNvGrpSpPr/>
              <p:nvPr/>
            </p:nvGrpSpPr>
            <p:grpSpPr>
              <a:xfrm>
                <a:off x="5618681" y="4109677"/>
                <a:ext cx="33112" cy="32357"/>
                <a:chOff x="5618681" y="4109677"/>
                <a:chExt cx="33112" cy="32357"/>
              </a:xfrm>
            </p:grpSpPr>
            <p:sp>
              <p:nvSpPr>
                <p:cNvPr id="3465" name="Google Shape;3465;p60"/>
                <p:cNvSpPr/>
                <p:nvPr/>
              </p:nvSpPr>
              <p:spPr>
                <a:xfrm>
                  <a:off x="5618681" y="4109677"/>
                  <a:ext cx="33112" cy="32357"/>
                </a:xfrm>
                <a:custGeom>
                  <a:avLst/>
                  <a:gdLst/>
                  <a:ahLst/>
                  <a:cxnLst/>
                  <a:rect l="l" t="t" r="r" b="b"/>
                  <a:pathLst>
                    <a:path w="4210" h="4114" extrusionOk="0">
                      <a:moveTo>
                        <a:pt x="1984" y="1"/>
                      </a:moveTo>
                      <a:cubicBezTo>
                        <a:pt x="871" y="61"/>
                        <a:pt x="0" y="1005"/>
                        <a:pt x="36" y="2130"/>
                      </a:cubicBezTo>
                      <a:cubicBezTo>
                        <a:pt x="84" y="3235"/>
                        <a:pt x="992" y="4114"/>
                        <a:pt x="2106" y="4114"/>
                      </a:cubicBezTo>
                      <a:cubicBezTo>
                        <a:pt x="2114" y="4114"/>
                        <a:pt x="2121" y="4114"/>
                        <a:pt x="2129" y="4114"/>
                      </a:cubicBezTo>
                      <a:lnTo>
                        <a:pt x="2274" y="4114"/>
                      </a:lnTo>
                      <a:cubicBezTo>
                        <a:pt x="3375" y="4029"/>
                        <a:pt x="4210" y="3086"/>
                        <a:pt x="4173" y="1985"/>
                      </a:cubicBezTo>
                      <a:cubicBezTo>
                        <a:pt x="4137" y="884"/>
                        <a:pt x="3230" y="13"/>
                        <a:pt x="2129"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466" name="Google Shape;3466;p60"/>
                <p:cNvSpPr/>
                <p:nvPr/>
              </p:nvSpPr>
              <p:spPr>
                <a:xfrm>
                  <a:off x="5626767" y="4119280"/>
                  <a:ext cx="15494" cy="13056"/>
                </a:xfrm>
                <a:custGeom>
                  <a:avLst/>
                  <a:gdLst/>
                  <a:ahLst/>
                  <a:cxnLst/>
                  <a:rect l="l" t="t" r="r" b="b"/>
                  <a:pathLst>
                    <a:path w="1970" h="1660" extrusionOk="0">
                      <a:moveTo>
                        <a:pt x="1098" y="1"/>
                      </a:moveTo>
                      <a:cubicBezTo>
                        <a:pt x="1083" y="1"/>
                        <a:pt x="1068" y="1"/>
                        <a:pt x="1053" y="2"/>
                      </a:cubicBezTo>
                      <a:cubicBezTo>
                        <a:pt x="315" y="62"/>
                        <a:pt x="0" y="970"/>
                        <a:pt x="557" y="1453"/>
                      </a:cubicBezTo>
                      <a:cubicBezTo>
                        <a:pt x="721" y="1596"/>
                        <a:pt x="913" y="1660"/>
                        <a:pt x="1100" y="1660"/>
                      </a:cubicBezTo>
                      <a:cubicBezTo>
                        <a:pt x="1547" y="1660"/>
                        <a:pt x="1970" y="1296"/>
                        <a:pt x="1936" y="776"/>
                      </a:cubicBezTo>
                      <a:cubicBezTo>
                        <a:pt x="1901" y="332"/>
                        <a:pt x="1527" y="1"/>
                        <a:pt x="1098"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467" name="Google Shape;3467;p60"/>
              <p:cNvGrpSpPr/>
              <p:nvPr/>
            </p:nvGrpSpPr>
            <p:grpSpPr>
              <a:xfrm>
                <a:off x="5479298" y="4128262"/>
                <a:ext cx="31405" cy="26906"/>
                <a:chOff x="5479298" y="4128262"/>
                <a:chExt cx="31405" cy="26906"/>
              </a:xfrm>
            </p:grpSpPr>
            <p:sp>
              <p:nvSpPr>
                <p:cNvPr id="3468" name="Google Shape;3468;p60"/>
                <p:cNvSpPr/>
                <p:nvPr/>
              </p:nvSpPr>
              <p:spPr>
                <a:xfrm>
                  <a:off x="5479298" y="4128262"/>
                  <a:ext cx="31405" cy="26906"/>
                </a:xfrm>
                <a:custGeom>
                  <a:avLst/>
                  <a:gdLst/>
                  <a:ahLst/>
                  <a:cxnLst/>
                  <a:rect l="l" t="t" r="r" b="b"/>
                  <a:pathLst>
                    <a:path w="3993" h="3421" extrusionOk="0">
                      <a:moveTo>
                        <a:pt x="2273" y="1"/>
                      </a:moveTo>
                      <a:cubicBezTo>
                        <a:pt x="1853" y="1"/>
                        <a:pt x="1425" y="157"/>
                        <a:pt x="1077" y="505"/>
                      </a:cubicBezTo>
                      <a:cubicBezTo>
                        <a:pt x="0" y="1582"/>
                        <a:pt x="762" y="3420"/>
                        <a:pt x="2287" y="3420"/>
                      </a:cubicBezTo>
                      <a:cubicBezTo>
                        <a:pt x="3230" y="3420"/>
                        <a:pt x="3992" y="2658"/>
                        <a:pt x="3992" y="1715"/>
                      </a:cubicBezTo>
                      <a:cubicBezTo>
                        <a:pt x="3992" y="683"/>
                        <a:pt x="3150" y="1"/>
                        <a:pt x="227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469" name="Google Shape;3469;p60"/>
                <p:cNvSpPr/>
                <p:nvPr/>
              </p:nvSpPr>
              <p:spPr>
                <a:xfrm>
                  <a:off x="5493471" y="4137936"/>
                  <a:ext cx="7621" cy="7621"/>
                </a:xfrm>
                <a:custGeom>
                  <a:avLst/>
                  <a:gdLst/>
                  <a:ahLst/>
                  <a:cxnLst/>
                  <a:rect l="l" t="t" r="r" b="b"/>
                  <a:pathLst>
                    <a:path w="969" h="969" extrusionOk="0">
                      <a:moveTo>
                        <a:pt x="485" y="1"/>
                      </a:moveTo>
                      <a:cubicBezTo>
                        <a:pt x="218" y="1"/>
                        <a:pt x="1" y="218"/>
                        <a:pt x="1" y="485"/>
                      </a:cubicBezTo>
                      <a:cubicBezTo>
                        <a:pt x="1" y="751"/>
                        <a:pt x="218" y="968"/>
                        <a:pt x="485" y="968"/>
                      </a:cubicBezTo>
                      <a:cubicBezTo>
                        <a:pt x="751" y="968"/>
                        <a:pt x="968" y="751"/>
                        <a:pt x="968" y="485"/>
                      </a:cubicBezTo>
                      <a:cubicBezTo>
                        <a:pt x="968" y="218"/>
                        <a:pt x="751" y="1"/>
                        <a:pt x="485"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470" name="Google Shape;3470;p60"/>
              <p:cNvGrpSpPr/>
              <p:nvPr/>
            </p:nvGrpSpPr>
            <p:grpSpPr>
              <a:xfrm>
                <a:off x="5582903" y="4180116"/>
                <a:ext cx="31499" cy="26898"/>
                <a:chOff x="5582903" y="4180116"/>
                <a:chExt cx="31499" cy="26898"/>
              </a:xfrm>
            </p:grpSpPr>
            <p:sp>
              <p:nvSpPr>
                <p:cNvPr id="3471" name="Google Shape;3471;p60"/>
                <p:cNvSpPr/>
                <p:nvPr/>
              </p:nvSpPr>
              <p:spPr>
                <a:xfrm>
                  <a:off x="5582903" y="4180116"/>
                  <a:ext cx="31499" cy="26898"/>
                </a:xfrm>
                <a:custGeom>
                  <a:avLst/>
                  <a:gdLst/>
                  <a:ahLst/>
                  <a:cxnLst/>
                  <a:rect l="l" t="t" r="r" b="b"/>
                  <a:pathLst>
                    <a:path w="4005" h="3420" extrusionOk="0">
                      <a:moveTo>
                        <a:pt x="2276" y="1"/>
                      </a:moveTo>
                      <a:cubicBezTo>
                        <a:pt x="1855" y="1"/>
                        <a:pt x="1425" y="156"/>
                        <a:pt x="1077" y="505"/>
                      </a:cubicBezTo>
                      <a:cubicBezTo>
                        <a:pt x="1" y="1581"/>
                        <a:pt x="763" y="3420"/>
                        <a:pt x="2287" y="3420"/>
                      </a:cubicBezTo>
                      <a:cubicBezTo>
                        <a:pt x="3231" y="3420"/>
                        <a:pt x="4005" y="2658"/>
                        <a:pt x="4005" y="1714"/>
                      </a:cubicBezTo>
                      <a:cubicBezTo>
                        <a:pt x="4005" y="683"/>
                        <a:pt x="3157" y="1"/>
                        <a:pt x="2276"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472" name="Google Shape;3472;p60"/>
                <p:cNvSpPr/>
                <p:nvPr/>
              </p:nvSpPr>
              <p:spPr>
                <a:xfrm>
                  <a:off x="5597084" y="4189790"/>
                  <a:ext cx="7613" cy="7621"/>
                </a:xfrm>
                <a:custGeom>
                  <a:avLst/>
                  <a:gdLst/>
                  <a:ahLst/>
                  <a:cxnLst/>
                  <a:rect l="l" t="t" r="r" b="b"/>
                  <a:pathLst>
                    <a:path w="968"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grpSp>
          <p:nvGrpSpPr>
            <p:cNvPr id="3473" name="Google Shape;3473;p60"/>
            <p:cNvGrpSpPr/>
            <p:nvPr/>
          </p:nvGrpSpPr>
          <p:grpSpPr>
            <a:xfrm>
              <a:off x="3977681" y="3230323"/>
              <a:ext cx="94584" cy="84085"/>
              <a:chOff x="3977681" y="3230323"/>
              <a:chExt cx="94584" cy="84085"/>
            </a:xfrm>
          </p:grpSpPr>
          <p:grpSp>
            <p:nvGrpSpPr>
              <p:cNvPr id="3474" name="Google Shape;3474;p60"/>
              <p:cNvGrpSpPr/>
              <p:nvPr/>
            </p:nvGrpSpPr>
            <p:grpSpPr>
              <a:xfrm>
                <a:off x="4000135" y="3243041"/>
                <a:ext cx="59570" cy="57186"/>
                <a:chOff x="4000135" y="3243041"/>
                <a:chExt cx="59570" cy="57186"/>
              </a:xfrm>
            </p:grpSpPr>
            <p:sp>
              <p:nvSpPr>
                <p:cNvPr id="3475" name="Google Shape;3475;p60"/>
                <p:cNvSpPr/>
                <p:nvPr/>
              </p:nvSpPr>
              <p:spPr>
                <a:xfrm>
                  <a:off x="4000135" y="3243041"/>
                  <a:ext cx="59570" cy="57092"/>
                </a:xfrm>
                <a:custGeom>
                  <a:avLst/>
                  <a:gdLst/>
                  <a:ahLst/>
                  <a:cxnLst/>
                  <a:rect l="l" t="t" r="r" b="b"/>
                  <a:pathLst>
                    <a:path w="7574" h="7259" fill="none" extrusionOk="0">
                      <a:moveTo>
                        <a:pt x="1" y="2323"/>
                      </a:moveTo>
                      <a:lnTo>
                        <a:pt x="2577" y="7259"/>
                      </a:lnTo>
                      <a:lnTo>
                        <a:pt x="7573" y="4114"/>
                      </a:lnTo>
                      <a:lnTo>
                        <a:pt x="5541" y="1"/>
                      </a:lnTo>
                      <a:lnTo>
                        <a:pt x="352" y="2323"/>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476" name="Google Shape;3476;p60"/>
                <p:cNvSpPr/>
                <p:nvPr/>
              </p:nvSpPr>
              <p:spPr>
                <a:xfrm>
                  <a:off x="4024210" y="3246847"/>
                  <a:ext cx="15706" cy="53380"/>
                </a:xfrm>
                <a:custGeom>
                  <a:avLst/>
                  <a:gdLst/>
                  <a:ahLst/>
                  <a:cxnLst/>
                  <a:rect l="l" t="t" r="r" b="b"/>
                  <a:pathLst>
                    <a:path w="1997" h="6787" fill="none" extrusionOk="0">
                      <a:moveTo>
                        <a:pt x="0" y="6787"/>
                      </a:moveTo>
                      <a:lnTo>
                        <a:pt x="1996"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477" name="Google Shape;3477;p60"/>
                <p:cNvSpPr/>
                <p:nvPr/>
              </p:nvSpPr>
              <p:spPr>
                <a:xfrm>
                  <a:off x="4002896" y="3261311"/>
                  <a:ext cx="56809" cy="14086"/>
                </a:xfrm>
                <a:custGeom>
                  <a:avLst/>
                  <a:gdLst/>
                  <a:ahLst/>
                  <a:cxnLst/>
                  <a:rect l="l" t="t" r="r" b="b"/>
                  <a:pathLst>
                    <a:path w="7223" h="1791" fill="none" extrusionOk="0">
                      <a:moveTo>
                        <a:pt x="7222" y="1791"/>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grpSp>
            <p:nvGrpSpPr>
              <p:cNvPr id="3478" name="Google Shape;3478;p60"/>
              <p:cNvGrpSpPr/>
              <p:nvPr/>
            </p:nvGrpSpPr>
            <p:grpSpPr>
              <a:xfrm>
                <a:off x="3977681" y="3245872"/>
                <a:ext cx="37783" cy="32380"/>
                <a:chOff x="3977681" y="3245872"/>
                <a:chExt cx="37783" cy="32380"/>
              </a:xfrm>
            </p:grpSpPr>
            <p:sp>
              <p:nvSpPr>
                <p:cNvPr id="3479" name="Google Shape;3479;p60"/>
                <p:cNvSpPr/>
                <p:nvPr/>
              </p:nvSpPr>
              <p:spPr>
                <a:xfrm>
                  <a:off x="3977681" y="3245872"/>
                  <a:ext cx="37783" cy="32380"/>
                </a:xfrm>
                <a:custGeom>
                  <a:avLst/>
                  <a:gdLst/>
                  <a:ahLst/>
                  <a:cxnLst/>
                  <a:rect l="l" t="t" r="r" b="b"/>
                  <a:pathLst>
                    <a:path w="4804" h="4117" extrusionOk="0">
                      <a:moveTo>
                        <a:pt x="2726" y="1"/>
                      </a:moveTo>
                      <a:cubicBezTo>
                        <a:pt x="2219" y="1"/>
                        <a:pt x="1703" y="189"/>
                        <a:pt x="1283" y="608"/>
                      </a:cubicBezTo>
                      <a:cubicBezTo>
                        <a:pt x="1" y="1903"/>
                        <a:pt x="908" y="4117"/>
                        <a:pt x="2747" y="4117"/>
                      </a:cubicBezTo>
                      <a:cubicBezTo>
                        <a:pt x="3872" y="4104"/>
                        <a:pt x="4791" y="3185"/>
                        <a:pt x="4803" y="2060"/>
                      </a:cubicBezTo>
                      <a:cubicBezTo>
                        <a:pt x="4795" y="818"/>
                        <a:pt x="3782" y="1"/>
                        <a:pt x="2726"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480" name="Google Shape;3480;p60"/>
                <p:cNvSpPr/>
                <p:nvPr/>
              </p:nvSpPr>
              <p:spPr>
                <a:xfrm>
                  <a:off x="3992718" y="3255507"/>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481" name="Google Shape;3481;p60"/>
              <p:cNvGrpSpPr/>
              <p:nvPr/>
            </p:nvGrpSpPr>
            <p:grpSpPr>
              <a:xfrm>
                <a:off x="4040860" y="3262672"/>
                <a:ext cx="31405" cy="27001"/>
                <a:chOff x="4040860" y="3262672"/>
                <a:chExt cx="31405" cy="27001"/>
              </a:xfrm>
            </p:grpSpPr>
            <p:sp>
              <p:nvSpPr>
                <p:cNvPr id="3482" name="Google Shape;3482;p60"/>
                <p:cNvSpPr/>
                <p:nvPr/>
              </p:nvSpPr>
              <p:spPr>
                <a:xfrm>
                  <a:off x="4040860" y="3262672"/>
                  <a:ext cx="31405" cy="27001"/>
                </a:xfrm>
                <a:custGeom>
                  <a:avLst/>
                  <a:gdLst/>
                  <a:ahLst/>
                  <a:cxnLst/>
                  <a:rect l="l" t="t" r="r" b="b"/>
                  <a:pathLst>
                    <a:path w="3993" h="3433" extrusionOk="0">
                      <a:moveTo>
                        <a:pt x="2272" y="1"/>
                      </a:moveTo>
                      <a:cubicBezTo>
                        <a:pt x="1853" y="1"/>
                        <a:pt x="1425" y="157"/>
                        <a:pt x="1077" y="505"/>
                      </a:cubicBezTo>
                      <a:cubicBezTo>
                        <a:pt x="0" y="1581"/>
                        <a:pt x="762" y="3420"/>
                        <a:pt x="2286" y="3432"/>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483" name="Google Shape;3483;p60"/>
                <p:cNvSpPr/>
                <p:nvPr/>
              </p:nvSpPr>
              <p:spPr>
                <a:xfrm>
                  <a:off x="4054938" y="3272346"/>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484" name="Google Shape;3484;p60"/>
              <p:cNvGrpSpPr/>
              <p:nvPr/>
            </p:nvGrpSpPr>
            <p:grpSpPr>
              <a:xfrm>
                <a:off x="4021072" y="3230323"/>
                <a:ext cx="31397" cy="26906"/>
                <a:chOff x="4021072" y="3230323"/>
                <a:chExt cx="31397" cy="26906"/>
              </a:xfrm>
            </p:grpSpPr>
            <p:sp>
              <p:nvSpPr>
                <p:cNvPr id="3485" name="Google Shape;3485;p60"/>
                <p:cNvSpPr/>
                <p:nvPr/>
              </p:nvSpPr>
              <p:spPr>
                <a:xfrm>
                  <a:off x="4021072" y="3230323"/>
                  <a:ext cx="31397" cy="26906"/>
                </a:xfrm>
                <a:custGeom>
                  <a:avLst/>
                  <a:gdLst/>
                  <a:ahLst/>
                  <a:cxnLst/>
                  <a:rect l="l" t="t" r="r" b="b"/>
                  <a:pathLst>
                    <a:path w="3992" h="3421" extrusionOk="0">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486" name="Google Shape;3486;p60"/>
                <p:cNvSpPr/>
                <p:nvPr/>
              </p:nvSpPr>
              <p:spPr>
                <a:xfrm>
                  <a:off x="4035245" y="3239997"/>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487" name="Google Shape;3487;p60"/>
              <p:cNvGrpSpPr/>
              <p:nvPr/>
            </p:nvGrpSpPr>
            <p:grpSpPr>
              <a:xfrm>
                <a:off x="4001472" y="3287462"/>
                <a:ext cx="31499" cy="26945"/>
                <a:chOff x="4001472" y="3287462"/>
                <a:chExt cx="31499" cy="26945"/>
              </a:xfrm>
            </p:grpSpPr>
            <p:sp>
              <p:nvSpPr>
                <p:cNvPr id="3488" name="Google Shape;3488;p60"/>
                <p:cNvSpPr/>
                <p:nvPr/>
              </p:nvSpPr>
              <p:spPr>
                <a:xfrm>
                  <a:off x="4001472" y="3287462"/>
                  <a:ext cx="31499" cy="26945"/>
                </a:xfrm>
                <a:custGeom>
                  <a:avLst/>
                  <a:gdLst/>
                  <a:ahLst/>
                  <a:cxnLst/>
                  <a:rect l="l" t="t" r="r" b="b"/>
                  <a:pathLst>
                    <a:path w="4005" h="3426" extrusionOk="0">
                      <a:moveTo>
                        <a:pt x="2276" y="1"/>
                      </a:moveTo>
                      <a:cubicBezTo>
                        <a:pt x="1854" y="1"/>
                        <a:pt x="1425" y="158"/>
                        <a:pt x="1077" y="510"/>
                      </a:cubicBezTo>
                      <a:cubicBezTo>
                        <a:pt x="0" y="1587"/>
                        <a:pt x="762" y="3425"/>
                        <a:pt x="2286" y="3425"/>
                      </a:cubicBezTo>
                      <a:cubicBezTo>
                        <a:pt x="3230" y="3425"/>
                        <a:pt x="3992" y="2663"/>
                        <a:pt x="4004" y="1720"/>
                      </a:cubicBezTo>
                      <a:cubicBezTo>
                        <a:pt x="4004" y="688"/>
                        <a:pt x="3157" y="1"/>
                        <a:pt x="2276"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489" name="Google Shape;3489;p60"/>
                <p:cNvSpPr/>
                <p:nvPr/>
              </p:nvSpPr>
              <p:spPr>
                <a:xfrm>
                  <a:off x="4014410" y="3297175"/>
                  <a:ext cx="8856" cy="7590"/>
                </a:xfrm>
                <a:custGeom>
                  <a:avLst/>
                  <a:gdLst/>
                  <a:ahLst/>
                  <a:cxnLst/>
                  <a:rect l="l" t="t" r="r" b="b"/>
                  <a:pathLst>
                    <a:path w="1126" h="965" extrusionOk="0">
                      <a:moveTo>
                        <a:pt x="641" y="1"/>
                      </a:moveTo>
                      <a:cubicBezTo>
                        <a:pt x="218" y="1"/>
                        <a:pt x="0" y="521"/>
                        <a:pt x="303" y="823"/>
                      </a:cubicBezTo>
                      <a:cubicBezTo>
                        <a:pt x="400" y="921"/>
                        <a:pt x="520" y="964"/>
                        <a:pt x="638" y="964"/>
                      </a:cubicBezTo>
                      <a:cubicBezTo>
                        <a:pt x="886" y="964"/>
                        <a:pt x="1125" y="772"/>
                        <a:pt x="1125" y="485"/>
                      </a:cubicBezTo>
                      <a:cubicBezTo>
                        <a:pt x="1125" y="206"/>
                        <a:pt x="908" y="1"/>
                        <a:pt x="641"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grpSp>
          <p:nvGrpSpPr>
            <p:cNvPr id="3490" name="Google Shape;3490;p60"/>
            <p:cNvGrpSpPr/>
            <p:nvPr/>
          </p:nvGrpSpPr>
          <p:grpSpPr>
            <a:xfrm>
              <a:off x="4084715" y="3258865"/>
              <a:ext cx="184961" cy="137268"/>
              <a:chOff x="4084715" y="3258865"/>
              <a:chExt cx="184961" cy="137268"/>
            </a:xfrm>
          </p:grpSpPr>
          <p:grpSp>
            <p:nvGrpSpPr>
              <p:cNvPr id="3491" name="Google Shape;3491;p60"/>
              <p:cNvGrpSpPr/>
              <p:nvPr/>
            </p:nvGrpSpPr>
            <p:grpSpPr>
              <a:xfrm>
                <a:off x="4107453" y="3271583"/>
                <a:ext cx="153470" cy="110275"/>
                <a:chOff x="4107453" y="3271583"/>
                <a:chExt cx="153470" cy="110275"/>
              </a:xfrm>
            </p:grpSpPr>
            <p:sp>
              <p:nvSpPr>
                <p:cNvPr id="3492" name="Google Shape;3492;p60"/>
                <p:cNvSpPr/>
                <p:nvPr/>
              </p:nvSpPr>
              <p:spPr>
                <a:xfrm>
                  <a:off x="4107453" y="3271583"/>
                  <a:ext cx="153470" cy="110275"/>
                </a:xfrm>
                <a:custGeom>
                  <a:avLst/>
                  <a:gdLst/>
                  <a:ahLst/>
                  <a:cxnLst/>
                  <a:rect l="l" t="t" r="r" b="b"/>
                  <a:pathLst>
                    <a:path w="19513" h="14021" fill="none" extrusionOk="0">
                      <a:moveTo>
                        <a:pt x="19513" y="14021"/>
                      </a:moveTo>
                      <a:lnTo>
                        <a:pt x="14844" y="968"/>
                      </a:lnTo>
                      <a:lnTo>
                        <a:pt x="5674" y="1"/>
                      </a:lnTo>
                      <a:lnTo>
                        <a:pt x="1" y="968"/>
                      </a:lnTo>
                      <a:lnTo>
                        <a:pt x="8977" y="2674"/>
                      </a:lnTo>
                      <a:lnTo>
                        <a:pt x="14360" y="10102"/>
                      </a:lnTo>
                      <a:lnTo>
                        <a:pt x="19029" y="1402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493" name="Google Shape;3493;p60"/>
                <p:cNvSpPr/>
                <p:nvPr/>
              </p:nvSpPr>
              <p:spPr>
                <a:xfrm>
                  <a:off x="4155886" y="3271968"/>
                  <a:ext cx="22171" cy="20559"/>
                </a:xfrm>
                <a:custGeom>
                  <a:avLst/>
                  <a:gdLst/>
                  <a:ahLst/>
                  <a:cxnLst/>
                  <a:rect l="l" t="t" r="r" b="b"/>
                  <a:pathLst>
                    <a:path w="2819" h="2614" fill="none" extrusionOk="0">
                      <a:moveTo>
                        <a:pt x="2819" y="2613"/>
                      </a:moveTo>
                      <a:lnTo>
                        <a:pt x="0"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494" name="Google Shape;3494;p60"/>
                <p:cNvSpPr/>
                <p:nvPr/>
              </p:nvSpPr>
              <p:spPr>
                <a:xfrm>
                  <a:off x="4178049" y="3279196"/>
                  <a:ext cx="42345" cy="13331"/>
                </a:xfrm>
                <a:custGeom>
                  <a:avLst/>
                  <a:gdLst/>
                  <a:ahLst/>
                  <a:cxnLst/>
                  <a:rect l="l" t="t" r="r" b="b"/>
                  <a:pathLst>
                    <a:path w="5384" h="1695" fill="none" extrusionOk="0">
                      <a:moveTo>
                        <a:pt x="1" y="1694"/>
                      </a:moveTo>
                      <a:lnTo>
                        <a:pt x="5384"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495" name="Google Shape;3495;p60"/>
                <p:cNvSpPr/>
                <p:nvPr/>
              </p:nvSpPr>
              <p:spPr>
                <a:xfrm>
                  <a:off x="4220387" y="3279196"/>
                  <a:ext cx="8" cy="71745"/>
                </a:xfrm>
                <a:custGeom>
                  <a:avLst/>
                  <a:gdLst/>
                  <a:ahLst/>
                  <a:cxnLst/>
                  <a:rect l="l" t="t" r="r" b="b"/>
                  <a:pathLst>
                    <a:path w="1" h="9122" fill="none" extrusionOk="0">
                      <a:moveTo>
                        <a:pt x="1" y="0"/>
                      </a:moveTo>
                      <a:lnTo>
                        <a:pt x="1" y="912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grpSp>
            <p:nvGrpSpPr>
              <p:cNvPr id="3496" name="Google Shape;3496;p60"/>
              <p:cNvGrpSpPr/>
              <p:nvPr/>
            </p:nvGrpSpPr>
            <p:grpSpPr>
              <a:xfrm>
                <a:off x="4136947" y="3258865"/>
                <a:ext cx="31499" cy="27001"/>
                <a:chOff x="4136947" y="3258865"/>
                <a:chExt cx="31499" cy="27001"/>
              </a:xfrm>
            </p:grpSpPr>
            <p:sp>
              <p:nvSpPr>
                <p:cNvPr id="3497" name="Google Shape;3497;p60"/>
                <p:cNvSpPr/>
                <p:nvPr/>
              </p:nvSpPr>
              <p:spPr>
                <a:xfrm>
                  <a:off x="4136947" y="3258865"/>
                  <a:ext cx="31499" cy="27001"/>
                </a:xfrm>
                <a:custGeom>
                  <a:avLst/>
                  <a:gdLst/>
                  <a:ahLst/>
                  <a:cxnLst/>
                  <a:rect l="l" t="t" r="r" b="b"/>
                  <a:pathLst>
                    <a:path w="4005" h="3433" extrusionOk="0">
                      <a:moveTo>
                        <a:pt x="2285" y="1"/>
                      </a:moveTo>
                      <a:cubicBezTo>
                        <a:pt x="1866" y="1"/>
                        <a:pt x="1438" y="157"/>
                        <a:pt x="1090" y="505"/>
                      </a:cubicBezTo>
                      <a:cubicBezTo>
                        <a:pt x="1" y="1581"/>
                        <a:pt x="775" y="3432"/>
                        <a:pt x="2299" y="3432"/>
                      </a:cubicBezTo>
                      <a:cubicBezTo>
                        <a:pt x="3243" y="3420"/>
                        <a:pt x="4005" y="2658"/>
                        <a:pt x="4005" y="1715"/>
                      </a:cubicBezTo>
                      <a:cubicBezTo>
                        <a:pt x="4005" y="683"/>
                        <a:pt x="3163" y="1"/>
                        <a:pt x="2285"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498" name="Google Shape;3498;p60"/>
                <p:cNvSpPr/>
                <p:nvPr/>
              </p:nvSpPr>
              <p:spPr>
                <a:xfrm>
                  <a:off x="4151222" y="3268539"/>
                  <a:ext cx="7621" cy="7621"/>
                </a:xfrm>
                <a:custGeom>
                  <a:avLst/>
                  <a:gdLst/>
                  <a:ahLst/>
                  <a:cxnLst/>
                  <a:rect l="l" t="t" r="r" b="b"/>
                  <a:pathLst>
                    <a:path w="969" h="969" extrusionOk="0">
                      <a:moveTo>
                        <a:pt x="484" y="1"/>
                      </a:moveTo>
                      <a:cubicBezTo>
                        <a:pt x="206" y="1"/>
                        <a:pt x="0" y="218"/>
                        <a:pt x="0" y="485"/>
                      </a:cubicBezTo>
                      <a:cubicBezTo>
                        <a:pt x="0" y="751"/>
                        <a:pt x="206"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499" name="Google Shape;3499;p60"/>
              <p:cNvGrpSpPr/>
              <p:nvPr/>
            </p:nvGrpSpPr>
            <p:grpSpPr>
              <a:xfrm>
                <a:off x="4084715" y="3266478"/>
                <a:ext cx="31468" cy="26898"/>
                <a:chOff x="4084715" y="3266478"/>
                <a:chExt cx="31468" cy="26898"/>
              </a:xfrm>
            </p:grpSpPr>
            <p:sp>
              <p:nvSpPr>
                <p:cNvPr id="3500" name="Google Shape;3500;p60"/>
                <p:cNvSpPr/>
                <p:nvPr/>
              </p:nvSpPr>
              <p:spPr>
                <a:xfrm>
                  <a:off x="4084715" y="3266478"/>
                  <a:ext cx="31468" cy="26898"/>
                </a:xfrm>
                <a:custGeom>
                  <a:avLst/>
                  <a:gdLst/>
                  <a:ahLst/>
                  <a:cxnLst/>
                  <a:rect l="l" t="t" r="r" b="b"/>
                  <a:pathLst>
                    <a:path w="4001" h="3420" extrusionOk="0">
                      <a:moveTo>
                        <a:pt x="2279" y="1"/>
                      </a:moveTo>
                      <a:cubicBezTo>
                        <a:pt x="1859" y="1"/>
                        <a:pt x="1429" y="157"/>
                        <a:pt x="1077" y="505"/>
                      </a:cubicBezTo>
                      <a:cubicBezTo>
                        <a:pt x="1" y="1581"/>
                        <a:pt x="763" y="3420"/>
                        <a:pt x="2287" y="3420"/>
                      </a:cubicBezTo>
                      <a:cubicBezTo>
                        <a:pt x="3231" y="3420"/>
                        <a:pt x="3993" y="2658"/>
                        <a:pt x="3993" y="1726"/>
                      </a:cubicBezTo>
                      <a:cubicBezTo>
                        <a:pt x="4001" y="686"/>
                        <a:pt x="3161" y="1"/>
                        <a:pt x="2279"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01" name="Google Shape;3501;p60"/>
                <p:cNvSpPr/>
                <p:nvPr/>
              </p:nvSpPr>
              <p:spPr>
                <a:xfrm>
                  <a:off x="4098896" y="3276152"/>
                  <a:ext cx="7613" cy="7621"/>
                </a:xfrm>
                <a:custGeom>
                  <a:avLst/>
                  <a:gdLst/>
                  <a:ahLst/>
                  <a:cxnLst/>
                  <a:rect l="l" t="t" r="r" b="b"/>
                  <a:pathLst>
                    <a:path w="968"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502" name="Google Shape;3502;p60"/>
              <p:cNvGrpSpPr/>
              <p:nvPr/>
            </p:nvGrpSpPr>
            <p:grpSpPr>
              <a:xfrm>
                <a:off x="4159213" y="3279849"/>
                <a:ext cx="31405" cy="26945"/>
                <a:chOff x="4159213" y="3279849"/>
                <a:chExt cx="31405" cy="26945"/>
              </a:xfrm>
            </p:grpSpPr>
            <p:sp>
              <p:nvSpPr>
                <p:cNvPr id="3503" name="Google Shape;3503;p60"/>
                <p:cNvSpPr/>
                <p:nvPr/>
              </p:nvSpPr>
              <p:spPr>
                <a:xfrm>
                  <a:off x="4159213" y="3279849"/>
                  <a:ext cx="31405" cy="26945"/>
                </a:xfrm>
                <a:custGeom>
                  <a:avLst/>
                  <a:gdLst/>
                  <a:ahLst/>
                  <a:cxnLst/>
                  <a:rect l="l" t="t" r="r" b="b"/>
                  <a:pathLst>
                    <a:path w="3993" h="3426" extrusionOk="0">
                      <a:moveTo>
                        <a:pt x="2273" y="1"/>
                      </a:moveTo>
                      <a:cubicBezTo>
                        <a:pt x="1853" y="1"/>
                        <a:pt x="1425" y="158"/>
                        <a:pt x="1077" y="510"/>
                      </a:cubicBezTo>
                      <a:cubicBezTo>
                        <a:pt x="1" y="1587"/>
                        <a:pt x="763" y="3426"/>
                        <a:pt x="2287" y="3426"/>
                      </a:cubicBezTo>
                      <a:cubicBezTo>
                        <a:pt x="3230" y="3426"/>
                        <a:pt x="3992" y="2663"/>
                        <a:pt x="3992" y="1720"/>
                      </a:cubicBezTo>
                      <a:cubicBezTo>
                        <a:pt x="3992" y="689"/>
                        <a:pt x="3151" y="1"/>
                        <a:pt x="227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04" name="Google Shape;3504;p60"/>
                <p:cNvSpPr/>
                <p:nvPr/>
              </p:nvSpPr>
              <p:spPr>
                <a:xfrm>
                  <a:off x="4173385" y="3289570"/>
                  <a:ext cx="7621" cy="7613"/>
                </a:xfrm>
                <a:custGeom>
                  <a:avLst/>
                  <a:gdLst/>
                  <a:ahLst/>
                  <a:cxnLst/>
                  <a:rect l="l" t="t" r="r" b="b"/>
                  <a:pathLst>
                    <a:path w="969" h="968"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505" name="Google Shape;3505;p60"/>
              <p:cNvGrpSpPr/>
              <p:nvPr/>
            </p:nvGrpSpPr>
            <p:grpSpPr>
              <a:xfrm>
                <a:off x="4201550" y="3266502"/>
                <a:ext cx="31405" cy="26883"/>
                <a:chOff x="4201550" y="3266502"/>
                <a:chExt cx="31405" cy="26883"/>
              </a:xfrm>
            </p:grpSpPr>
            <p:sp>
              <p:nvSpPr>
                <p:cNvPr id="3506" name="Google Shape;3506;p60"/>
                <p:cNvSpPr/>
                <p:nvPr/>
              </p:nvSpPr>
              <p:spPr>
                <a:xfrm>
                  <a:off x="4201550" y="3266502"/>
                  <a:ext cx="31405" cy="26883"/>
                </a:xfrm>
                <a:custGeom>
                  <a:avLst/>
                  <a:gdLst/>
                  <a:ahLst/>
                  <a:cxnLst/>
                  <a:rect l="l" t="t" r="r" b="b"/>
                  <a:pathLst>
                    <a:path w="3993" h="3418" extrusionOk="0">
                      <a:moveTo>
                        <a:pt x="2266" y="1"/>
                      </a:moveTo>
                      <a:cubicBezTo>
                        <a:pt x="1849" y="1"/>
                        <a:pt x="1423" y="155"/>
                        <a:pt x="1077" y="502"/>
                      </a:cubicBezTo>
                      <a:cubicBezTo>
                        <a:pt x="1" y="1566"/>
                        <a:pt x="751" y="3417"/>
                        <a:pt x="2275" y="3417"/>
                      </a:cubicBezTo>
                      <a:cubicBezTo>
                        <a:pt x="2282" y="3417"/>
                        <a:pt x="2290" y="3417"/>
                        <a:pt x="2297" y="3417"/>
                      </a:cubicBezTo>
                      <a:cubicBezTo>
                        <a:pt x="3230" y="3417"/>
                        <a:pt x="3993" y="2660"/>
                        <a:pt x="3993" y="1723"/>
                      </a:cubicBezTo>
                      <a:cubicBezTo>
                        <a:pt x="3993" y="689"/>
                        <a:pt x="3146" y="1"/>
                        <a:pt x="2266"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07" name="Google Shape;3507;p60"/>
                <p:cNvSpPr/>
                <p:nvPr/>
              </p:nvSpPr>
              <p:spPr>
                <a:xfrm>
                  <a:off x="4214331" y="3276247"/>
                  <a:ext cx="8919" cy="7582"/>
                </a:xfrm>
                <a:custGeom>
                  <a:avLst/>
                  <a:gdLst/>
                  <a:ahLst/>
                  <a:cxnLst/>
                  <a:rect l="l" t="t" r="r" b="b"/>
                  <a:pathLst>
                    <a:path w="1134" h="964" extrusionOk="0">
                      <a:moveTo>
                        <a:pt x="635" y="0"/>
                      </a:moveTo>
                      <a:cubicBezTo>
                        <a:pt x="209" y="0"/>
                        <a:pt x="0" y="512"/>
                        <a:pt x="311" y="823"/>
                      </a:cubicBezTo>
                      <a:cubicBezTo>
                        <a:pt x="408" y="920"/>
                        <a:pt x="528" y="964"/>
                        <a:pt x="646" y="964"/>
                      </a:cubicBezTo>
                      <a:cubicBezTo>
                        <a:pt x="895" y="964"/>
                        <a:pt x="1134" y="771"/>
                        <a:pt x="1134" y="484"/>
                      </a:cubicBezTo>
                      <a:cubicBezTo>
                        <a:pt x="1134" y="206"/>
                        <a:pt x="916" y="0"/>
                        <a:pt x="650" y="0"/>
                      </a:cubicBezTo>
                      <a:cubicBezTo>
                        <a:pt x="645" y="0"/>
                        <a:pt x="640" y="0"/>
                        <a:pt x="63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508" name="Google Shape;3508;p60"/>
              <p:cNvGrpSpPr/>
              <p:nvPr/>
            </p:nvGrpSpPr>
            <p:grpSpPr>
              <a:xfrm>
                <a:off x="4201550" y="3338278"/>
                <a:ext cx="31405" cy="26930"/>
                <a:chOff x="4201550" y="3338278"/>
                <a:chExt cx="31405" cy="26930"/>
              </a:xfrm>
            </p:grpSpPr>
            <p:sp>
              <p:nvSpPr>
                <p:cNvPr id="3509" name="Google Shape;3509;p60"/>
                <p:cNvSpPr/>
                <p:nvPr/>
              </p:nvSpPr>
              <p:spPr>
                <a:xfrm>
                  <a:off x="4201550" y="3338278"/>
                  <a:ext cx="31405" cy="26930"/>
                </a:xfrm>
                <a:custGeom>
                  <a:avLst/>
                  <a:gdLst/>
                  <a:ahLst/>
                  <a:cxnLst/>
                  <a:rect l="l" t="t" r="r" b="b"/>
                  <a:pathLst>
                    <a:path w="3993" h="3424" extrusionOk="0">
                      <a:moveTo>
                        <a:pt x="2266" y="1"/>
                      </a:moveTo>
                      <a:cubicBezTo>
                        <a:pt x="1848" y="1"/>
                        <a:pt x="1423" y="154"/>
                        <a:pt x="1077" y="497"/>
                      </a:cubicBezTo>
                      <a:cubicBezTo>
                        <a:pt x="1" y="1573"/>
                        <a:pt x="751" y="3412"/>
                        <a:pt x="2275" y="3424"/>
                      </a:cubicBezTo>
                      <a:cubicBezTo>
                        <a:pt x="3218" y="3424"/>
                        <a:pt x="3993" y="2662"/>
                        <a:pt x="3993" y="1718"/>
                      </a:cubicBezTo>
                      <a:cubicBezTo>
                        <a:pt x="3993" y="684"/>
                        <a:pt x="3146" y="1"/>
                        <a:pt x="2266"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10" name="Google Shape;3510;p60"/>
                <p:cNvSpPr/>
                <p:nvPr/>
              </p:nvSpPr>
              <p:spPr>
                <a:xfrm>
                  <a:off x="4214331" y="3347976"/>
                  <a:ext cx="8919" cy="7590"/>
                </a:xfrm>
                <a:custGeom>
                  <a:avLst/>
                  <a:gdLst/>
                  <a:ahLst/>
                  <a:cxnLst/>
                  <a:rect l="l" t="t" r="r" b="b"/>
                  <a:pathLst>
                    <a:path w="1134" h="965" extrusionOk="0">
                      <a:moveTo>
                        <a:pt x="671" y="1"/>
                      </a:moveTo>
                      <a:cubicBezTo>
                        <a:pt x="664" y="1"/>
                        <a:pt x="657" y="1"/>
                        <a:pt x="650" y="1"/>
                      </a:cubicBezTo>
                      <a:cubicBezTo>
                        <a:pt x="645" y="1"/>
                        <a:pt x="640" y="1"/>
                        <a:pt x="635" y="1"/>
                      </a:cubicBezTo>
                      <a:cubicBezTo>
                        <a:pt x="209" y="1"/>
                        <a:pt x="0" y="513"/>
                        <a:pt x="311" y="824"/>
                      </a:cubicBezTo>
                      <a:cubicBezTo>
                        <a:pt x="408" y="921"/>
                        <a:pt x="528" y="965"/>
                        <a:pt x="646" y="965"/>
                      </a:cubicBezTo>
                      <a:cubicBezTo>
                        <a:pt x="895" y="965"/>
                        <a:pt x="1134" y="772"/>
                        <a:pt x="1134" y="485"/>
                      </a:cubicBezTo>
                      <a:cubicBezTo>
                        <a:pt x="1134" y="214"/>
                        <a:pt x="927" y="1"/>
                        <a:pt x="671"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511" name="Google Shape;3511;p60"/>
              <p:cNvGrpSpPr/>
              <p:nvPr/>
            </p:nvGrpSpPr>
            <p:grpSpPr>
              <a:xfrm>
                <a:off x="4238272" y="3369132"/>
                <a:ext cx="31405" cy="27001"/>
                <a:chOff x="4238272" y="3369132"/>
                <a:chExt cx="31405" cy="27001"/>
              </a:xfrm>
            </p:grpSpPr>
            <p:sp>
              <p:nvSpPr>
                <p:cNvPr id="3512" name="Google Shape;3512;p60"/>
                <p:cNvSpPr/>
                <p:nvPr/>
              </p:nvSpPr>
              <p:spPr>
                <a:xfrm>
                  <a:off x="4238272" y="3369132"/>
                  <a:ext cx="31405" cy="27001"/>
                </a:xfrm>
                <a:custGeom>
                  <a:avLst/>
                  <a:gdLst/>
                  <a:ahLst/>
                  <a:cxnLst/>
                  <a:rect l="l" t="t" r="r" b="b"/>
                  <a:pathLst>
                    <a:path w="3993" h="3433" extrusionOk="0">
                      <a:moveTo>
                        <a:pt x="2273" y="1"/>
                      </a:moveTo>
                      <a:cubicBezTo>
                        <a:pt x="1854" y="1"/>
                        <a:pt x="1426" y="157"/>
                        <a:pt x="1078"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13" name="Google Shape;3513;p60"/>
                <p:cNvSpPr/>
                <p:nvPr/>
              </p:nvSpPr>
              <p:spPr>
                <a:xfrm>
                  <a:off x="4251217" y="3378806"/>
                  <a:ext cx="8856" cy="7605"/>
                </a:xfrm>
                <a:custGeom>
                  <a:avLst/>
                  <a:gdLst/>
                  <a:ahLst/>
                  <a:cxnLst/>
                  <a:rect l="l" t="t" r="r" b="b"/>
                  <a:pathLst>
                    <a:path w="1126" h="967" extrusionOk="0">
                      <a:moveTo>
                        <a:pt x="641" y="1"/>
                      </a:moveTo>
                      <a:cubicBezTo>
                        <a:pt x="206" y="1"/>
                        <a:pt x="0" y="521"/>
                        <a:pt x="303" y="823"/>
                      </a:cubicBezTo>
                      <a:cubicBezTo>
                        <a:pt x="401" y="922"/>
                        <a:pt x="524" y="967"/>
                        <a:pt x="643" y="967"/>
                      </a:cubicBezTo>
                      <a:cubicBezTo>
                        <a:pt x="889" y="967"/>
                        <a:pt x="1125" y="778"/>
                        <a:pt x="1125" y="485"/>
                      </a:cubicBezTo>
                      <a:cubicBezTo>
                        <a:pt x="1125" y="219"/>
                        <a:pt x="907" y="1"/>
                        <a:pt x="641"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grpSp>
          <p:nvGrpSpPr>
            <p:cNvPr id="3514" name="Google Shape;3514;p60"/>
            <p:cNvGrpSpPr/>
            <p:nvPr/>
          </p:nvGrpSpPr>
          <p:grpSpPr>
            <a:xfrm>
              <a:off x="4068639" y="3200169"/>
              <a:ext cx="77643" cy="37272"/>
              <a:chOff x="4068639" y="3200169"/>
              <a:chExt cx="77643" cy="37272"/>
            </a:xfrm>
          </p:grpSpPr>
          <p:sp>
            <p:nvSpPr>
              <p:cNvPr id="3515" name="Google Shape;3515;p60"/>
              <p:cNvSpPr/>
              <p:nvPr/>
            </p:nvSpPr>
            <p:spPr>
              <a:xfrm>
                <a:off x="4087570" y="3212886"/>
                <a:ext cx="49958" cy="10374"/>
              </a:xfrm>
              <a:custGeom>
                <a:avLst/>
                <a:gdLst/>
                <a:ahLst/>
                <a:cxnLst/>
                <a:rect l="l" t="t" r="r" b="b"/>
                <a:pathLst>
                  <a:path w="6352" h="1319" fill="none" extrusionOk="0">
                    <a:moveTo>
                      <a:pt x="1" y="1319"/>
                    </a:moveTo>
                    <a:lnTo>
                      <a:pt x="6351"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nvGrpSpPr>
              <p:cNvPr id="3516" name="Google Shape;3516;p60"/>
              <p:cNvGrpSpPr/>
              <p:nvPr/>
            </p:nvGrpSpPr>
            <p:grpSpPr>
              <a:xfrm>
                <a:off x="4114878" y="3200169"/>
                <a:ext cx="31405" cy="26993"/>
                <a:chOff x="4114878" y="3200169"/>
                <a:chExt cx="31405" cy="26993"/>
              </a:xfrm>
            </p:grpSpPr>
            <p:sp>
              <p:nvSpPr>
                <p:cNvPr id="3517" name="Google Shape;3517;p60"/>
                <p:cNvSpPr/>
                <p:nvPr/>
              </p:nvSpPr>
              <p:spPr>
                <a:xfrm>
                  <a:off x="4114878" y="3200169"/>
                  <a:ext cx="31405" cy="26993"/>
                </a:xfrm>
                <a:custGeom>
                  <a:avLst/>
                  <a:gdLst/>
                  <a:ahLst/>
                  <a:cxnLst/>
                  <a:rect l="l" t="t" r="r" b="b"/>
                  <a:pathLst>
                    <a:path w="3993" h="3432" extrusionOk="0">
                      <a:moveTo>
                        <a:pt x="2273" y="0"/>
                      </a:moveTo>
                      <a:cubicBezTo>
                        <a:pt x="1853" y="0"/>
                        <a:pt x="1425" y="156"/>
                        <a:pt x="1077" y="504"/>
                      </a:cubicBezTo>
                      <a:cubicBezTo>
                        <a:pt x="0" y="1581"/>
                        <a:pt x="763" y="3432"/>
                        <a:pt x="2287" y="3432"/>
                      </a:cubicBezTo>
                      <a:cubicBezTo>
                        <a:pt x="3230" y="3432"/>
                        <a:pt x="3992" y="2657"/>
                        <a:pt x="3992" y="1714"/>
                      </a:cubicBezTo>
                      <a:cubicBezTo>
                        <a:pt x="3992" y="683"/>
                        <a:pt x="3151" y="0"/>
                        <a:pt x="2273"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18" name="Google Shape;3518;p60"/>
                <p:cNvSpPr/>
                <p:nvPr/>
              </p:nvSpPr>
              <p:spPr>
                <a:xfrm>
                  <a:off x="4127721" y="3209835"/>
                  <a:ext cx="8950" cy="7684"/>
                </a:xfrm>
                <a:custGeom>
                  <a:avLst/>
                  <a:gdLst/>
                  <a:ahLst/>
                  <a:cxnLst/>
                  <a:rect l="l" t="t" r="r" b="b"/>
                  <a:pathLst>
                    <a:path w="1138" h="977" extrusionOk="0">
                      <a:moveTo>
                        <a:pt x="654" y="1"/>
                      </a:moveTo>
                      <a:cubicBezTo>
                        <a:pt x="218" y="1"/>
                        <a:pt x="1" y="521"/>
                        <a:pt x="303" y="836"/>
                      </a:cubicBezTo>
                      <a:cubicBezTo>
                        <a:pt x="400" y="933"/>
                        <a:pt x="519" y="976"/>
                        <a:pt x="637" y="976"/>
                      </a:cubicBezTo>
                      <a:cubicBezTo>
                        <a:pt x="887" y="976"/>
                        <a:pt x="1129" y="781"/>
                        <a:pt x="1138" y="485"/>
                      </a:cubicBezTo>
                      <a:cubicBezTo>
                        <a:pt x="1138" y="219"/>
                        <a:pt x="920" y="1"/>
                        <a:pt x="65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519" name="Google Shape;3519;p60"/>
              <p:cNvGrpSpPr/>
              <p:nvPr/>
            </p:nvGrpSpPr>
            <p:grpSpPr>
              <a:xfrm>
                <a:off x="4068639" y="3210535"/>
                <a:ext cx="31499" cy="26906"/>
                <a:chOff x="4068639" y="3210535"/>
                <a:chExt cx="31499" cy="26906"/>
              </a:xfrm>
            </p:grpSpPr>
            <p:sp>
              <p:nvSpPr>
                <p:cNvPr id="3520" name="Google Shape;3520;p60"/>
                <p:cNvSpPr/>
                <p:nvPr/>
              </p:nvSpPr>
              <p:spPr>
                <a:xfrm>
                  <a:off x="4068639" y="3210535"/>
                  <a:ext cx="31499" cy="26906"/>
                </a:xfrm>
                <a:custGeom>
                  <a:avLst/>
                  <a:gdLst/>
                  <a:ahLst/>
                  <a:cxnLst/>
                  <a:rect l="l" t="t" r="r" b="b"/>
                  <a:pathLst>
                    <a:path w="4005" h="3421" extrusionOk="0">
                      <a:moveTo>
                        <a:pt x="2285" y="1"/>
                      </a:moveTo>
                      <a:cubicBezTo>
                        <a:pt x="1865" y="1"/>
                        <a:pt x="1437" y="157"/>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21" name="Google Shape;3521;p60"/>
                <p:cNvSpPr/>
                <p:nvPr/>
              </p:nvSpPr>
              <p:spPr>
                <a:xfrm>
                  <a:off x="4081577" y="3220209"/>
                  <a:ext cx="8856" cy="7582"/>
                </a:xfrm>
                <a:custGeom>
                  <a:avLst/>
                  <a:gdLst/>
                  <a:ahLst/>
                  <a:cxnLst/>
                  <a:rect l="l" t="t" r="r" b="b"/>
                  <a:pathLst>
                    <a:path w="1126" h="964" extrusionOk="0">
                      <a:moveTo>
                        <a:pt x="642" y="1"/>
                      </a:moveTo>
                      <a:cubicBezTo>
                        <a:pt x="218" y="1"/>
                        <a:pt x="1" y="521"/>
                        <a:pt x="303" y="823"/>
                      </a:cubicBezTo>
                      <a:cubicBezTo>
                        <a:pt x="400" y="920"/>
                        <a:pt x="520" y="964"/>
                        <a:pt x="638" y="964"/>
                      </a:cubicBezTo>
                      <a:cubicBezTo>
                        <a:pt x="887" y="964"/>
                        <a:pt x="1126" y="771"/>
                        <a:pt x="1126" y="484"/>
                      </a:cubicBezTo>
                      <a:cubicBezTo>
                        <a:pt x="1126" y="218"/>
                        <a:pt x="908" y="1"/>
                        <a:pt x="642"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grpSp>
          <p:nvGrpSpPr>
            <p:cNvPr id="3522" name="Google Shape;3522;p60"/>
            <p:cNvGrpSpPr/>
            <p:nvPr/>
          </p:nvGrpSpPr>
          <p:grpSpPr>
            <a:xfrm>
              <a:off x="3869702" y="3066935"/>
              <a:ext cx="382664" cy="190294"/>
              <a:chOff x="3869702" y="3066935"/>
              <a:chExt cx="382664" cy="190294"/>
            </a:xfrm>
          </p:grpSpPr>
          <p:grpSp>
            <p:nvGrpSpPr>
              <p:cNvPr id="3523" name="Google Shape;3523;p60"/>
              <p:cNvGrpSpPr/>
              <p:nvPr/>
            </p:nvGrpSpPr>
            <p:grpSpPr>
              <a:xfrm>
                <a:off x="3888633" y="3082351"/>
                <a:ext cx="351172" cy="160698"/>
                <a:chOff x="3888633" y="3082351"/>
                <a:chExt cx="351172" cy="160698"/>
              </a:xfrm>
            </p:grpSpPr>
            <p:sp>
              <p:nvSpPr>
                <p:cNvPr id="3524" name="Google Shape;3524;p60"/>
                <p:cNvSpPr/>
                <p:nvPr/>
              </p:nvSpPr>
              <p:spPr>
                <a:xfrm>
                  <a:off x="3892440" y="3082351"/>
                  <a:ext cx="347366" cy="160698"/>
                </a:xfrm>
                <a:custGeom>
                  <a:avLst/>
                  <a:gdLst/>
                  <a:ahLst/>
                  <a:cxnLst/>
                  <a:rect l="l" t="t" r="r" b="b"/>
                  <a:pathLst>
                    <a:path w="44166" h="20432" fill="none" extrusionOk="0">
                      <a:moveTo>
                        <a:pt x="7041" y="11529"/>
                      </a:moveTo>
                      <a:lnTo>
                        <a:pt x="22440" y="4162"/>
                      </a:lnTo>
                      <a:lnTo>
                        <a:pt x="34815" y="0"/>
                      </a:lnTo>
                      <a:lnTo>
                        <a:pt x="44166" y="484"/>
                      </a:lnTo>
                      <a:lnTo>
                        <a:pt x="38964" y="8565"/>
                      </a:lnTo>
                      <a:lnTo>
                        <a:pt x="33012" y="10065"/>
                      </a:lnTo>
                      <a:lnTo>
                        <a:pt x="22440" y="4839"/>
                      </a:lnTo>
                      <a:lnTo>
                        <a:pt x="18750" y="15424"/>
                      </a:lnTo>
                      <a:cubicBezTo>
                        <a:pt x="18750" y="15424"/>
                        <a:pt x="6206" y="11154"/>
                        <a:pt x="6557" y="11516"/>
                      </a:cubicBezTo>
                      <a:lnTo>
                        <a:pt x="0" y="20432"/>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525" name="Google Shape;3525;p60"/>
                <p:cNvSpPr/>
                <p:nvPr/>
              </p:nvSpPr>
              <p:spPr>
                <a:xfrm>
                  <a:off x="3888633" y="3172924"/>
                  <a:ext cx="72979" cy="70124"/>
                </a:xfrm>
                <a:custGeom>
                  <a:avLst/>
                  <a:gdLst/>
                  <a:ahLst/>
                  <a:cxnLst/>
                  <a:rect l="l" t="t" r="r" b="b"/>
                  <a:pathLst>
                    <a:path w="9279" h="8916" fill="none" extrusionOk="0">
                      <a:moveTo>
                        <a:pt x="0" y="8916"/>
                      </a:moveTo>
                      <a:lnTo>
                        <a:pt x="9279" y="6883"/>
                      </a:lnTo>
                      <a:lnTo>
                        <a:pt x="7041"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526" name="Google Shape;3526;p60"/>
                <p:cNvSpPr/>
                <p:nvPr/>
              </p:nvSpPr>
              <p:spPr>
                <a:xfrm>
                  <a:off x="3960370" y="3203653"/>
                  <a:ext cx="79547" cy="19607"/>
                </a:xfrm>
                <a:custGeom>
                  <a:avLst/>
                  <a:gdLst/>
                  <a:ahLst/>
                  <a:cxnLst/>
                  <a:rect l="l" t="t" r="r" b="b"/>
                  <a:pathLst>
                    <a:path w="10114" h="2493" fill="none" extrusionOk="0">
                      <a:moveTo>
                        <a:pt x="0" y="2493"/>
                      </a:moveTo>
                      <a:lnTo>
                        <a:pt x="10113"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527" name="Google Shape;3527;p60"/>
                <p:cNvSpPr/>
                <p:nvPr/>
              </p:nvSpPr>
              <p:spPr>
                <a:xfrm>
                  <a:off x="4043613" y="3161504"/>
                  <a:ext cx="108474" cy="42156"/>
                </a:xfrm>
                <a:custGeom>
                  <a:avLst/>
                  <a:gdLst/>
                  <a:ahLst/>
                  <a:cxnLst/>
                  <a:rect l="l" t="t" r="r" b="b"/>
                  <a:pathLst>
                    <a:path w="13792" h="5360" fill="none" extrusionOk="0">
                      <a:moveTo>
                        <a:pt x="1" y="5360"/>
                      </a:moveTo>
                      <a:lnTo>
                        <a:pt x="13791"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528" name="Google Shape;3528;p60"/>
                <p:cNvSpPr/>
                <p:nvPr/>
              </p:nvSpPr>
              <p:spPr>
                <a:xfrm>
                  <a:off x="4152079" y="3082351"/>
                  <a:ext cx="17224" cy="82968"/>
                </a:xfrm>
                <a:custGeom>
                  <a:avLst/>
                  <a:gdLst/>
                  <a:ahLst/>
                  <a:cxnLst/>
                  <a:rect l="l" t="t" r="r" b="b"/>
                  <a:pathLst>
                    <a:path w="2190" h="10549" fill="none" extrusionOk="0">
                      <a:moveTo>
                        <a:pt x="0" y="10549"/>
                      </a:moveTo>
                      <a:lnTo>
                        <a:pt x="2190"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529" name="Google Shape;3529;p60"/>
                <p:cNvSpPr/>
                <p:nvPr/>
              </p:nvSpPr>
              <p:spPr>
                <a:xfrm>
                  <a:off x="4169296" y="3082351"/>
                  <a:ext cx="25797" cy="63557"/>
                </a:xfrm>
                <a:custGeom>
                  <a:avLst/>
                  <a:gdLst/>
                  <a:ahLst/>
                  <a:cxnLst/>
                  <a:rect l="l" t="t" r="r" b="b"/>
                  <a:pathLst>
                    <a:path w="3280" h="8081" fill="none" extrusionOk="0">
                      <a:moveTo>
                        <a:pt x="1" y="0"/>
                      </a:moveTo>
                      <a:lnTo>
                        <a:pt x="3279" y="808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grpSp>
            <p:nvGrpSpPr>
              <p:cNvPr id="3530" name="Google Shape;3530;p60"/>
              <p:cNvGrpSpPr/>
              <p:nvPr/>
            </p:nvGrpSpPr>
            <p:grpSpPr>
              <a:xfrm>
                <a:off x="4143703" y="3066935"/>
                <a:ext cx="37783" cy="32357"/>
                <a:chOff x="4143703" y="3066935"/>
                <a:chExt cx="37783" cy="32357"/>
              </a:xfrm>
            </p:grpSpPr>
            <p:sp>
              <p:nvSpPr>
                <p:cNvPr id="3531" name="Google Shape;3531;p60"/>
                <p:cNvSpPr/>
                <p:nvPr/>
              </p:nvSpPr>
              <p:spPr>
                <a:xfrm>
                  <a:off x="4143703" y="3066935"/>
                  <a:ext cx="37783" cy="32357"/>
                </a:xfrm>
                <a:custGeom>
                  <a:avLst/>
                  <a:gdLst/>
                  <a:ahLst/>
                  <a:cxnLst/>
                  <a:rect l="l" t="t" r="r" b="b"/>
                  <a:pathLst>
                    <a:path w="4804" h="4114" extrusionOk="0">
                      <a:moveTo>
                        <a:pt x="2731" y="0"/>
                      </a:moveTo>
                      <a:cubicBezTo>
                        <a:pt x="2227" y="0"/>
                        <a:pt x="1713" y="188"/>
                        <a:pt x="1295" y="605"/>
                      </a:cubicBezTo>
                      <a:cubicBezTo>
                        <a:pt x="1" y="1900"/>
                        <a:pt x="920" y="4114"/>
                        <a:pt x="2747" y="4114"/>
                      </a:cubicBezTo>
                      <a:cubicBezTo>
                        <a:pt x="3884" y="4114"/>
                        <a:pt x="4803" y="3194"/>
                        <a:pt x="4803" y="2069"/>
                      </a:cubicBezTo>
                      <a:cubicBezTo>
                        <a:pt x="4803" y="824"/>
                        <a:pt x="3788" y="0"/>
                        <a:pt x="2731"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32" name="Google Shape;3532;p60"/>
                <p:cNvSpPr/>
                <p:nvPr/>
              </p:nvSpPr>
              <p:spPr>
                <a:xfrm>
                  <a:off x="4158741" y="3076641"/>
                  <a:ext cx="13040" cy="13040"/>
                </a:xfrm>
                <a:custGeom>
                  <a:avLst/>
                  <a:gdLst/>
                  <a:ahLst/>
                  <a:cxnLst/>
                  <a:rect l="l" t="t" r="r" b="b"/>
                  <a:pathLst>
                    <a:path w="1658" h="1658" extrusionOk="0">
                      <a:moveTo>
                        <a:pt x="835" y="1"/>
                      </a:moveTo>
                      <a:cubicBezTo>
                        <a:pt x="375" y="1"/>
                        <a:pt x="0" y="376"/>
                        <a:pt x="0" y="823"/>
                      </a:cubicBezTo>
                      <a:cubicBezTo>
                        <a:pt x="0" y="1283"/>
                        <a:pt x="375" y="1658"/>
                        <a:pt x="835" y="1658"/>
                      </a:cubicBezTo>
                      <a:cubicBezTo>
                        <a:pt x="1294" y="1658"/>
                        <a:pt x="1657" y="1283"/>
                        <a:pt x="1657" y="823"/>
                      </a:cubicBezTo>
                      <a:cubicBezTo>
                        <a:pt x="1657" y="376"/>
                        <a:pt x="1294" y="1"/>
                        <a:pt x="835"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533" name="Google Shape;3533;p60"/>
              <p:cNvGrpSpPr/>
              <p:nvPr/>
            </p:nvGrpSpPr>
            <p:grpSpPr>
              <a:xfrm>
                <a:off x="4044565" y="3103563"/>
                <a:ext cx="37783" cy="32451"/>
                <a:chOff x="4044565" y="3103563"/>
                <a:chExt cx="37783" cy="32451"/>
              </a:xfrm>
            </p:grpSpPr>
            <p:sp>
              <p:nvSpPr>
                <p:cNvPr id="3534" name="Google Shape;3534;p60"/>
                <p:cNvSpPr/>
                <p:nvPr/>
              </p:nvSpPr>
              <p:spPr>
                <a:xfrm>
                  <a:off x="4044565" y="3103563"/>
                  <a:ext cx="37783" cy="32451"/>
                </a:xfrm>
                <a:custGeom>
                  <a:avLst/>
                  <a:gdLst/>
                  <a:ahLst/>
                  <a:cxnLst/>
                  <a:rect l="l" t="t" r="r" b="b"/>
                  <a:pathLst>
                    <a:path w="4804" h="4126" extrusionOk="0">
                      <a:moveTo>
                        <a:pt x="2731" y="1"/>
                      </a:moveTo>
                      <a:cubicBezTo>
                        <a:pt x="2227" y="1"/>
                        <a:pt x="1713" y="188"/>
                        <a:pt x="1295" y="606"/>
                      </a:cubicBezTo>
                      <a:cubicBezTo>
                        <a:pt x="1" y="1900"/>
                        <a:pt x="908" y="4114"/>
                        <a:pt x="2747" y="4126"/>
                      </a:cubicBezTo>
                      <a:cubicBezTo>
                        <a:pt x="3884" y="4114"/>
                        <a:pt x="4803" y="3194"/>
                        <a:pt x="4803" y="2069"/>
                      </a:cubicBezTo>
                      <a:cubicBezTo>
                        <a:pt x="4803" y="824"/>
                        <a:pt x="3788" y="1"/>
                        <a:pt x="2731"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35" name="Google Shape;3535;p60"/>
                <p:cNvSpPr/>
                <p:nvPr/>
              </p:nvSpPr>
              <p:spPr>
                <a:xfrm>
                  <a:off x="4059602" y="3113268"/>
                  <a:ext cx="13040" cy="13048"/>
                </a:xfrm>
                <a:custGeom>
                  <a:avLst/>
                  <a:gdLst/>
                  <a:ahLst/>
                  <a:cxnLst/>
                  <a:rect l="l" t="t" r="r" b="b"/>
                  <a:pathLst>
                    <a:path w="1658" h="1659" extrusionOk="0">
                      <a:moveTo>
                        <a:pt x="835" y="1"/>
                      </a:moveTo>
                      <a:cubicBezTo>
                        <a:pt x="375" y="1"/>
                        <a:pt x="0" y="376"/>
                        <a:pt x="0" y="835"/>
                      </a:cubicBezTo>
                      <a:cubicBezTo>
                        <a:pt x="0" y="1283"/>
                        <a:pt x="375" y="1658"/>
                        <a:pt x="835" y="1658"/>
                      </a:cubicBezTo>
                      <a:cubicBezTo>
                        <a:pt x="1295" y="1658"/>
                        <a:pt x="1657" y="1283"/>
                        <a:pt x="1657" y="835"/>
                      </a:cubicBezTo>
                      <a:cubicBezTo>
                        <a:pt x="1657" y="376"/>
                        <a:pt x="1295" y="1"/>
                        <a:pt x="835"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536" name="Google Shape;3536;p60"/>
              <p:cNvGrpSpPr/>
              <p:nvPr/>
            </p:nvGrpSpPr>
            <p:grpSpPr>
              <a:xfrm>
                <a:off x="4017454" y="3188237"/>
                <a:ext cx="37776" cy="32357"/>
                <a:chOff x="4017454" y="3188237"/>
                <a:chExt cx="37776" cy="32357"/>
              </a:xfrm>
            </p:grpSpPr>
            <p:sp>
              <p:nvSpPr>
                <p:cNvPr id="3537" name="Google Shape;3537;p60"/>
                <p:cNvSpPr/>
                <p:nvPr/>
              </p:nvSpPr>
              <p:spPr>
                <a:xfrm>
                  <a:off x="4017454" y="3188237"/>
                  <a:ext cx="37776" cy="32357"/>
                </a:xfrm>
                <a:custGeom>
                  <a:avLst/>
                  <a:gdLst/>
                  <a:ahLst/>
                  <a:cxnLst/>
                  <a:rect l="l" t="t" r="r" b="b"/>
                  <a:pathLst>
                    <a:path w="4803" h="4114" extrusionOk="0">
                      <a:moveTo>
                        <a:pt x="2732" y="0"/>
                      </a:moveTo>
                      <a:cubicBezTo>
                        <a:pt x="2227" y="0"/>
                        <a:pt x="1713" y="188"/>
                        <a:pt x="1295" y="606"/>
                      </a:cubicBezTo>
                      <a:cubicBezTo>
                        <a:pt x="0" y="1900"/>
                        <a:pt x="908"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38" name="Google Shape;3538;p60"/>
                <p:cNvSpPr/>
                <p:nvPr/>
              </p:nvSpPr>
              <p:spPr>
                <a:xfrm>
                  <a:off x="4032484" y="3197943"/>
                  <a:ext cx="13040" cy="13048"/>
                </a:xfrm>
                <a:custGeom>
                  <a:avLst/>
                  <a:gdLst/>
                  <a:ahLst/>
                  <a:cxnLst/>
                  <a:rect l="l" t="t" r="r" b="b"/>
                  <a:pathLst>
                    <a:path w="1658" h="1659" extrusionOk="0">
                      <a:moveTo>
                        <a:pt x="835" y="1"/>
                      </a:moveTo>
                      <a:cubicBezTo>
                        <a:pt x="376" y="1"/>
                        <a:pt x="1" y="376"/>
                        <a:pt x="1" y="823"/>
                      </a:cubicBezTo>
                      <a:cubicBezTo>
                        <a:pt x="1" y="1283"/>
                        <a:pt x="376" y="1658"/>
                        <a:pt x="835" y="1658"/>
                      </a:cubicBezTo>
                      <a:cubicBezTo>
                        <a:pt x="1295" y="1658"/>
                        <a:pt x="1658" y="1283"/>
                        <a:pt x="1658" y="823"/>
                      </a:cubicBezTo>
                      <a:cubicBezTo>
                        <a:pt x="1658" y="376"/>
                        <a:pt x="1295" y="1"/>
                        <a:pt x="835"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539" name="Google Shape;3539;p60"/>
              <p:cNvGrpSpPr/>
              <p:nvPr/>
            </p:nvGrpSpPr>
            <p:grpSpPr>
              <a:xfrm>
                <a:off x="3921548" y="3157509"/>
                <a:ext cx="37783" cy="32357"/>
                <a:chOff x="3921548" y="3157509"/>
                <a:chExt cx="37783" cy="32357"/>
              </a:xfrm>
            </p:grpSpPr>
            <p:sp>
              <p:nvSpPr>
                <p:cNvPr id="3540" name="Google Shape;3540;p60"/>
                <p:cNvSpPr/>
                <p:nvPr/>
              </p:nvSpPr>
              <p:spPr>
                <a:xfrm>
                  <a:off x="3921548" y="3157509"/>
                  <a:ext cx="37783" cy="32357"/>
                </a:xfrm>
                <a:custGeom>
                  <a:avLst/>
                  <a:gdLst/>
                  <a:ahLst/>
                  <a:cxnLst/>
                  <a:rect l="l" t="t" r="r" b="b"/>
                  <a:pathLst>
                    <a:path w="4804" h="4114" extrusionOk="0">
                      <a:moveTo>
                        <a:pt x="2732" y="0"/>
                      </a:moveTo>
                      <a:cubicBezTo>
                        <a:pt x="2228" y="0"/>
                        <a:pt x="1713" y="187"/>
                        <a:pt x="1295" y="606"/>
                      </a:cubicBezTo>
                      <a:cubicBezTo>
                        <a:pt x="1" y="1900"/>
                        <a:pt x="908" y="4114"/>
                        <a:pt x="2747" y="4114"/>
                      </a:cubicBezTo>
                      <a:cubicBezTo>
                        <a:pt x="3872" y="4114"/>
                        <a:pt x="4803" y="3194"/>
                        <a:pt x="4803" y="2057"/>
                      </a:cubicBezTo>
                      <a:cubicBezTo>
                        <a:pt x="4803" y="821"/>
                        <a:pt x="3789" y="0"/>
                        <a:pt x="273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41" name="Google Shape;3541;p60"/>
                <p:cNvSpPr/>
                <p:nvPr/>
              </p:nvSpPr>
              <p:spPr>
                <a:xfrm>
                  <a:off x="3936586" y="3167214"/>
                  <a:ext cx="13040" cy="13040"/>
                </a:xfrm>
                <a:custGeom>
                  <a:avLst/>
                  <a:gdLst/>
                  <a:ahLst/>
                  <a:cxnLst/>
                  <a:rect l="l" t="t" r="r" b="b"/>
                  <a:pathLst>
                    <a:path w="1658" h="1658" extrusionOk="0">
                      <a:moveTo>
                        <a:pt x="835" y="1"/>
                      </a:moveTo>
                      <a:cubicBezTo>
                        <a:pt x="375" y="1"/>
                        <a:pt x="0" y="364"/>
                        <a:pt x="0" y="823"/>
                      </a:cubicBezTo>
                      <a:cubicBezTo>
                        <a:pt x="0" y="1283"/>
                        <a:pt x="375" y="1658"/>
                        <a:pt x="835" y="1658"/>
                      </a:cubicBezTo>
                      <a:cubicBezTo>
                        <a:pt x="1282" y="1658"/>
                        <a:pt x="1657" y="1283"/>
                        <a:pt x="1657" y="823"/>
                      </a:cubicBezTo>
                      <a:cubicBezTo>
                        <a:pt x="1657" y="364"/>
                        <a:pt x="1282" y="1"/>
                        <a:pt x="835"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542" name="Google Shape;3542;p60"/>
              <p:cNvGrpSpPr/>
              <p:nvPr/>
            </p:nvGrpSpPr>
            <p:grpSpPr>
              <a:xfrm>
                <a:off x="3939056" y="3211620"/>
                <a:ext cx="37783" cy="32380"/>
                <a:chOff x="3939056" y="3211620"/>
                <a:chExt cx="37783" cy="32380"/>
              </a:xfrm>
            </p:grpSpPr>
            <p:sp>
              <p:nvSpPr>
                <p:cNvPr id="3543" name="Google Shape;3543;p60"/>
                <p:cNvSpPr/>
                <p:nvPr/>
              </p:nvSpPr>
              <p:spPr>
                <a:xfrm>
                  <a:off x="3939056" y="3211620"/>
                  <a:ext cx="37783" cy="32380"/>
                </a:xfrm>
                <a:custGeom>
                  <a:avLst/>
                  <a:gdLst/>
                  <a:ahLst/>
                  <a:cxnLst/>
                  <a:rect l="l" t="t" r="r" b="b"/>
                  <a:pathLst>
                    <a:path w="4804" h="4117" extrusionOk="0">
                      <a:moveTo>
                        <a:pt x="2737" y="1"/>
                      </a:moveTo>
                      <a:cubicBezTo>
                        <a:pt x="2231" y="1"/>
                        <a:pt x="1715" y="189"/>
                        <a:pt x="1295" y="609"/>
                      </a:cubicBezTo>
                      <a:cubicBezTo>
                        <a:pt x="1" y="1903"/>
                        <a:pt x="920" y="4117"/>
                        <a:pt x="2759" y="4117"/>
                      </a:cubicBezTo>
                      <a:cubicBezTo>
                        <a:pt x="3884" y="4117"/>
                        <a:pt x="4803" y="3197"/>
                        <a:pt x="4803" y="2060"/>
                      </a:cubicBezTo>
                      <a:cubicBezTo>
                        <a:pt x="4803" y="818"/>
                        <a:pt x="3792" y="1"/>
                        <a:pt x="2737"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44" name="Google Shape;3544;p60"/>
                <p:cNvSpPr/>
                <p:nvPr/>
              </p:nvSpPr>
              <p:spPr>
                <a:xfrm>
                  <a:off x="3954188" y="3221255"/>
                  <a:ext cx="13040" cy="13040"/>
                </a:xfrm>
                <a:custGeom>
                  <a:avLst/>
                  <a:gdLst/>
                  <a:ahLst/>
                  <a:cxnLst/>
                  <a:rect l="l" t="t" r="r" b="b"/>
                  <a:pathLst>
                    <a:path w="1658" h="1658" extrusionOk="0">
                      <a:moveTo>
                        <a:pt x="823" y="1"/>
                      </a:moveTo>
                      <a:cubicBezTo>
                        <a:pt x="375" y="1"/>
                        <a:pt x="0" y="376"/>
                        <a:pt x="0" y="835"/>
                      </a:cubicBezTo>
                      <a:cubicBezTo>
                        <a:pt x="0" y="1295"/>
                        <a:pt x="375"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545" name="Google Shape;3545;p60"/>
              <p:cNvGrpSpPr/>
              <p:nvPr/>
            </p:nvGrpSpPr>
            <p:grpSpPr>
              <a:xfrm>
                <a:off x="4176240" y="3136965"/>
                <a:ext cx="31405" cy="26930"/>
                <a:chOff x="4176240" y="3136965"/>
                <a:chExt cx="31405" cy="26930"/>
              </a:xfrm>
            </p:grpSpPr>
            <p:sp>
              <p:nvSpPr>
                <p:cNvPr id="3546" name="Google Shape;3546;p60"/>
                <p:cNvSpPr/>
                <p:nvPr/>
              </p:nvSpPr>
              <p:spPr>
                <a:xfrm>
                  <a:off x="4176240" y="3136965"/>
                  <a:ext cx="31405" cy="26930"/>
                </a:xfrm>
                <a:custGeom>
                  <a:avLst/>
                  <a:gdLst/>
                  <a:ahLst/>
                  <a:cxnLst/>
                  <a:rect l="l" t="t" r="r" b="b"/>
                  <a:pathLst>
                    <a:path w="3993" h="3424" extrusionOk="0">
                      <a:moveTo>
                        <a:pt x="2268" y="1"/>
                      </a:moveTo>
                      <a:cubicBezTo>
                        <a:pt x="1846" y="1"/>
                        <a:pt x="1415" y="158"/>
                        <a:pt x="1065" y="508"/>
                      </a:cubicBezTo>
                      <a:cubicBezTo>
                        <a:pt x="1" y="1585"/>
                        <a:pt x="763" y="3423"/>
                        <a:pt x="2275" y="3423"/>
                      </a:cubicBezTo>
                      <a:cubicBezTo>
                        <a:pt x="3231" y="3423"/>
                        <a:pt x="3993" y="2649"/>
                        <a:pt x="3993" y="1705"/>
                      </a:cubicBezTo>
                      <a:cubicBezTo>
                        <a:pt x="3985" y="677"/>
                        <a:pt x="3145" y="1"/>
                        <a:pt x="2268"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47" name="Google Shape;3547;p60"/>
                <p:cNvSpPr/>
                <p:nvPr/>
              </p:nvSpPr>
              <p:spPr>
                <a:xfrm>
                  <a:off x="4190327" y="3146663"/>
                  <a:ext cx="7613" cy="7621"/>
                </a:xfrm>
                <a:custGeom>
                  <a:avLst/>
                  <a:gdLst/>
                  <a:ahLst/>
                  <a:cxnLst/>
                  <a:rect l="l" t="t" r="r" b="b"/>
                  <a:pathLst>
                    <a:path w="968" h="969" extrusionOk="0">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548" name="Google Shape;3548;p60"/>
              <p:cNvGrpSpPr/>
              <p:nvPr/>
            </p:nvGrpSpPr>
            <p:grpSpPr>
              <a:xfrm>
                <a:off x="4133148" y="3152593"/>
                <a:ext cx="31499" cy="27001"/>
                <a:chOff x="4133148" y="3152593"/>
                <a:chExt cx="31499" cy="27001"/>
              </a:xfrm>
            </p:grpSpPr>
            <p:sp>
              <p:nvSpPr>
                <p:cNvPr id="3549" name="Google Shape;3549;p60"/>
                <p:cNvSpPr/>
                <p:nvPr/>
              </p:nvSpPr>
              <p:spPr>
                <a:xfrm>
                  <a:off x="4133148" y="3152593"/>
                  <a:ext cx="31499" cy="27001"/>
                </a:xfrm>
                <a:custGeom>
                  <a:avLst/>
                  <a:gdLst/>
                  <a:ahLst/>
                  <a:cxnLst/>
                  <a:rect l="l" t="t" r="r" b="b"/>
                  <a:pathLst>
                    <a:path w="4005" h="3433" extrusionOk="0">
                      <a:moveTo>
                        <a:pt x="2284" y="1"/>
                      </a:moveTo>
                      <a:cubicBezTo>
                        <a:pt x="1865" y="1"/>
                        <a:pt x="1437" y="157"/>
                        <a:pt x="1089" y="505"/>
                      </a:cubicBezTo>
                      <a:cubicBezTo>
                        <a:pt x="0" y="1581"/>
                        <a:pt x="774" y="3432"/>
                        <a:pt x="2298" y="3432"/>
                      </a:cubicBezTo>
                      <a:cubicBezTo>
                        <a:pt x="3242" y="3432"/>
                        <a:pt x="4004" y="2658"/>
                        <a:pt x="4004" y="1714"/>
                      </a:cubicBezTo>
                      <a:cubicBezTo>
                        <a:pt x="4004" y="683"/>
                        <a:pt x="3162" y="1"/>
                        <a:pt x="2284"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50" name="Google Shape;3550;p60"/>
                <p:cNvSpPr/>
                <p:nvPr/>
              </p:nvSpPr>
              <p:spPr>
                <a:xfrm>
                  <a:off x="4147321" y="3162267"/>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551" name="Google Shape;3551;p60"/>
              <p:cNvGrpSpPr/>
              <p:nvPr/>
            </p:nvGrpSpPr>
            <p:grpSpPr>
              <a:xfrm>
                <a:off x="4220866" y="3073534"/>
                <a:ext cx="31499" cy="26898"/>
                <a:chOff x="4220866" y="3073534"/>
                <a:chExt cx="31499" cy="26898"/>
              </a:xfrm>
            </p:grpSpPr>
            <p:sp>
              <p:nvSpPr>
                <p:cNvPr id="3552" name="Google Shape;3552;p60"/>
                <p:cNvSpPr/>
                <p:nvPr/>
              </p:nvSpPr>
              <p:spPr>
                <a:xfrm>
                  <a:off x="4220866" y="3073534"/>
                  <a:ext cx="31499" cy="26898"/>
                </a:xfrm>
                <a:custGeom>
                  <a:avLst/>
                  <a:gdLst/>
                  <a:ahLst/>
                  <a:cxnLst/>
                  <a:rect l="l" t="t" r="r" b="b"/>
                  <a:pathLst>
                    <a:path w="4005" h="3420" extrusionOk="0">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53" name="Google Shape;3553;p60"/>
                <p:cNvSpPr/>
                <p:nvPr/>
              </p:nvSpPr>
              <p:spPr>
                <a:xfrm>
                  <a:off x="4235039" y="3083114"/>
                  <a:ext cx="7621" cy="7613"/>
                </a:xfrm>
                <a:custGeom>
                  <a:avLst/>
                  <a:gdLst/>
                  <a:ahLst/>
                  <a:cxnLst/>
                  <a:rect l="l" t="t" r="r" b="b"/>
                  <a:pathLst>
                    <a:path w="969" h="968" extrusionOk="0">
                      <a:moveTo>
                        <a:pt x="485" y="0"/>
                      </a:moveTo>
                      <a:cubicBezTo>
                        <a:pt x="218" y="0"/>
                        <a:pt x="1" y="218"/>
                        <a:pt x="1" y="484"/>
                      </a:cubicBezTo>
                      <a:cubicBezTo>
                        <a:pt x="1" y="750"/>
                        <a:pt x="218" y="968"/>
                        <a:pt x="485" y="968"/>
                      </a:cubicBezTo>
                      <a:cubicBezTo>
                        <a:pt x="751" y="968"/>
                        <a:pt x="968" y="750"/>
                        <a:pt x="968" y="484"/>
                      </a:cubicBezTo>
                      <a:cubicBezTo>
                        <a:pt x="968" y="218"/>
                        <a:pt x="751" y="0"/>
                        <a:pt x="48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554" name="Google Shape;3554;p60"/>
              <p:cNvGrpSpPr/>
              <p:nvPr/>
            </p:nvGrpSpPr>
            <p:grpSpPr>
              <a:xfrm>
                <a:off x="3869702" y="3230323"/>
                <a:ext cx="31499" cy="26906"/>
                <a:chOff x="3869702" y="3230323"/>
                <a:chExt cx="31499" cy="26906"/>
              </a:xfrm>
            </p:grpSpPr>
            <p:sp>
              <p:nvSpPr>
                <p:cNvPr id="3555" name="Google Shape;3555;p60"/>
                <p:cNvSpPr/>
                <p:nvPr/>
              </p:nvSpPr>
              <p:spPr>
                <a:xfrm>
                  <a:off x="3869702" y="3230323"/>
                  <a:ext cx="31499" cy="26906"/>
                </a:xfrm>
                <a:custGeom>
                  <a:avLst/>
                  <a:gdLst/>
                  <a:ahLst/>
                  <a:cxnLst/>
                  <a:rect l="l" t="t" r="r" b="b"/>
                  <a:pathLst>
                    <a:path w="4005" h="3421" extrusionOk="0">
                      <a:moveTo>
                        <a:pt x="2275" y="1"/>
                      </a:moveTo>
                      <a:cubicBezTo>
                        <a:pt x="1854" y="1"/>
                        <a:pt x="1425" y="157"/>
                        <a:pt x="1077" y="505"/>
                      </a:cubicBezTo>
                      <a:cubicBezTo>
                        <a:pt x="0" y="1581"/>
                        <a:pt x="762" y="3420"/>
                        <a:pt x="2286" y="3420"/>
                      </a:cubicBezTo>
                      <a:cubicBezTo>
                        <a:pt x="3230" y="3420"/>
                        <a:pt x="3992" y="2658"/>
                        <a:pt x="4004" y="1714"/>
                      </a:cubicBezTo>
                      <a:cubicBezTo>
                        <a:pt x="4004" y="683"/>
                        <a:pt x="3157" y="1"/>
                        <a:pt x="2275"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56" name="Google Shape;3556;p60"/>
                <p:cNvSpPr/>
                <p:nvPr/>
              </p:nvSpPr>
              <p:spPr>
                <a:xfrm>
                  <a:off x="3883875" y="3239997"/>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grpSp>
          <p:nvGrpSpPr>
            <p:cNvPr id="3557" name="Google Shape;3557;p60"/>
            <p:cNvGrpSpPr/>
            <p:nvPr/>
          </p:nvGrpSpPr>
          <p:grpSpPr>
            <a:xfrm>
              <a:off x="4271383" y="3065882"/>
              <a:ext cx="304556" cy="341663"/>
              <a:chOff x="4271383" y="3065882"/>
              <a:chExt cx="304556" cy="341663"/>
            </a:xfrm>
          </p:grpSpPr>
          <p:grpSp>
            <p:nvGrpSpPr>
              <p:cNvPr id="3558" name="Google Shape;3558;p60"/>
              <p:cNvGrpSpPr/>
              <p:nvPr/>
            </p:nvGrpSpPr>
            <p:grpSpPr>
              <a:xfrm>
                <a:off x="4293838" y="3078639"/>
                <a:ext cx="269353" cy="311973"/>
                <a:chOff x="4293838" y="3078639"/>
                <a:chExt cx="269353" cy="311973"/>
              </a:xfrm>
            </p:grpSpPr>
            <p:sp>
              <p:nvSpPr>
                <p:cNvPr id="3559" name="Google Shape;3559;p60"/>
                <p:cNvSpPr/>
                <p:nvPr/>
              </p:nvSpPr>
              <p:spPr>
                <a:xfrm>
                  <a:off x="4293838" y="3078639"/>
                  <a:ext cx="269353" cy="311973"/>
                </a:xfrm>
                <a:custGeom>
                  <a:avLst/>
                  <a:gdLst/>
                  <a:ahLst/>
                  <a:cxnLst/>
                  <a:rect l="l" t="t" r="r" b="b"/>
                  <a:pathLst>
                    <a:path w="34247" h="39666" fill="none" extrusionOk="0">
                      <a:moveTo>
                        <a:pt x="13" y="16730"/>
                      </a:moveTo>
                      <a:lnTo>
                        <a:pt x="7162" y="27690"/>
                      </a:lnTo>
                      <a:lnTo>
                        <a:pt x="8480" y="39666"/>
                      </a:lnTo>
                      <a:lnTo>
                        <a:pt x="18182" y="34138"/>
                      </a:lnTo>
                      <a:lnTo>
                        <a:pt x="26371" y="29807"/>
                      </a:lnTo>
                      <a:cubicBezTo>
                        <a:pt x="26371" y="29807"/>
                        <a:pt x="33605" y="34694"/>
                        <a:pt x="33932" y="35456"/>
                      </a:cubicBezTo>
                      <a:cubicBezTo>
                        <a:pt x="34246" y="36218"/>
                        <a:pt x="32263" y="18388"/>
                        <a:pt x="32263" y="18388"/>
                      </a:cubicBezTo>
                      <a:lnTo>
                        <a:pt x="28428" y="2928"/>
                      </a:lnTo>
                      <a:lnTo>
                        <a:pt x="12932" y="1"/>
                      </a:lnTo>
                      <a:lnTo>
                        <a:pt x="1670" y="2650"/>
                      </a:lnTo>
                      <a:lnTo>
                        <a:pt x="0" y="17142"/>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560" name="Google Shape;3560;p60"/>
                <p:cNvSpPr/>
                <p:nvPr/>
              </p:nvSpPr>
              <p:spPr>
                <a:xfrm>
                  <a:off x="4306965" y="3099473"/>
                  <a:ext cx="62519" cy="69652"/>
                </a:xfrm>
                <a:custGeom>
                  <a:avLst/>
                  <a:gdLst/>
                  <a:ahLst/>
                  <a:cxnLst/>
                  <a:rect l="l" t="t" r="r" b="b"/>
                  <a:pathLst>
                    <a:path w="7949" h="8856" fill="none" extrusionOk="0">
                      <a:moveTo>
                        <a:pt x="1" y="1"/>
                      </a:moveTo>
                      <a:lnTo>
                        <a:pt x="7948" y="8856"/>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561" name="Google Shape;3561;p60"/>
                <p:cNvSpPr/>
                <p:nvPr/>
              </p:nvSpPr>
              <p:spPr>
                <a:xfrm>
                  <a:off x="4369476" y="3169118"/>
                  <a:ext cx="26072" cy="98666"/>
                </a:xfrm>
                <a:custGeom>
                  <a:avLst/>
                  <a:gdLst/>
                  <a:ahLst/>
                  <a:cxnLst/>
                  <a:rect l="l" t="t" r="r" b="b"/>
                  <a:pathLst>
                    <a:path w="3315" h="12545" fill="none" extrusionOk="0">
                      <a:moveTo>
                        <a:pt x="0" y="1"/>
                      </a:moveTo>
                      <a:lnTo>
                        <a:pt x="3315" y="12545"/>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562" name="Google Shape;3562;p60"/>
                <p:cNvSpPr/>
                <p:nvPr/>
              </p:nvSpPr>
              <p:spPr>
                <a:xfrm>
                  <a:off x="4399347" y="3078639"/>
                  <a:ext cx="60041" cy="110558"/>
                </a:xfrm>
                <a:custGeom>
                  <a:avLst/>
                  <a:gdLst/>
                  <a:ahLst/>
                  <a:cxnLst/>
                  <a:rect l="l" t="t" r="r" b="b"/>
                  <a:pathLst>
                    <a:path w="7634" h="14057" fill="none" extrusionOk="0">
                      <a:moveTo>
                        <a:pt x="7634" y="14057"/>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563" name="Google Shape;3563;p60"/>
                <p:cNvSpPr/>
                <p:nvPr/>
              </p:nvSpPr>
              <p:spPr>
                <a:xfrm>
                  <a:off x="4373282" y="3169118"/>
                  <a:ext cx="82299" cy="20079"/>
                </a:xfrm>
                <a:custGeom>
                  <a:avLst/>
                  <a:gdLst/>
                  <a:ahLst/>
                  <a:cxnLst/>
                  <a:rect l="l" t="t" r="r" b="b"/>
                  <a:pathLst>
                    <a:path w="10464" h="2553" fill="none" extrusionOk="0">
                      <a:moveTo>
                        <a:pt x="0" y="1"/>
                      </a:moveTo>
                      <a:lnTo>
                        <a:pt x="10464" y="2553"/>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564" name="Google Shape;3564;p60"/>
                <p:cNvSpPr/>
                <p:nvPr/>
              </p:nvSpPr>
              <p:spPr>
                <a:xfrm>
                  <a:off x="4369476" y="3078639"/>
                  <a:ext cx="29879" cy="90487"/>
                </a:xfrm>
                <a:custGeom>
                  <a:avLst/>
                  <a:gdLst/>
                  <a:ahLst/>
                  <a:cxnLst/>
                  <a:rect l="l" t="t" r="r" b="b"/>
                  <a:pathLst>
                    <a:path w="3799" h="11505" fill="none" extrusionOk="0">
                      <a:moveTo>
                        <a:pt x="0" y="11505"/>
                      </a:moveTo>
                      <a:lnTo>
                        <a:pt x="3799"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565" name="Google Shape;3565;p60"/>
                <p:cNvSpPr/>
                <p:nvPr/>
              </p:nvSpPr>
              <p:spPr>
                <a:xfrm>
                  <a:off x="4293932" y="3169118"/>
                  <a:ext cx="75551" cy="41110"/>
                </a:xfrm>
                <a:custGeom>
                  <a:avLst/>
                  <a:gdLst/>
                  <a:ahLst/>
                  <a:cxnLst/>
                  <a:rect l="l" t="t" r="r" b="b"/>
                  <a:pathLst>
                    <a:path w="9606" h="5227" fill="none" extrusionOk="0">
                      <a:moveTo>
                        <a:pt x="1" y="5226"/>
                      </a:moveTo>
                      <a:lnTo>
                        <a:pt x="9605"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566" name="Google Shape;3566;p60"/>
                <p:cNvSpPr/>
                <p:nvPr/>
              </p:nvSpPr>
              <p:spPr>
                <a:xfrm>
                  <a:off x="4350159" y="3267776"/>
                  <a:ext cx="45389" cy="27032"/>
                </a:xfrm>
                <a:custGeom>
                  <a:avLst/>
                  <a:gdLst/>
                  <a:ahLst/>
                  <a:cxnLst/>
                  <a:rect l="l" t="t" r="r" b="b"/>
                  <a:pathLst>
                    <a:path w="5771" h="3437" fill="none" extrusionOk="0">
                      <a:moveTo>
                        <a:pt x="1" y="3436"/>
                      </a:moveTo>
                      <a:lnTo>
                        <a:pt x="5771"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567" name="Google Shape;3567;p60"/>
                <p:cNvSpPr/>
                <p:nvPr/>
              </p:nvSpPr>
              <p:spPr>
                <a:xfrm>
                  <a:off x="4395540" y="3267776"/>
                  <a:ext cx="38830" cy="76031"/>
                </a:xfrm>
                <a:custGeom>
                  <a:avLst/>
                  <a:gdLst/>
                  <a:ahLst/>
                  <a:cxnLst/>
                  <a:rect l="l" t="t" r="r" b="b"/>
                  <a:pathLst>
                    <a:path w="4937" h="9667" fill="none" extrusionOk="0">
                      <a:moveTo>
                        <a:pt x="1" y="1"/>
                      </a:moveTo>
                      <a:lnTo>
                        <a:pt x="4936" y="9666"/>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568" name="Google Shape;3568;p60"/>
                <p:cNvSpPr/>
                <p:nvPr/>
              </p:nvSpPr>
              <p:spPr>
                <a:xfrm>
                  <a:off x="4360439" y="3267776"/>
                  <a:ext cx="35109" cy="121978"/>
                </a:xfrm>
                <a:custGeom>
                  <a:avLst/>
                  <a:gdLst/>
                  <a:ahLst/>
                  <a:cxnLst/>
                  <a:rect l="l" t="t" r="r" b="b"/>
                  <a:pathLst>
                    <a:path w="4464" h="15509" fill="none" extrusionOk="0">
                      <a:moveTo>
                        <a:pt x="0" y="15509"/>
                      </a:moveTo>
                      <a:lnTo>
                        <a:pt x="4464"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569" name="Google Shape;3569;p60"/>
                <p:cNvSpPr/>
                <p:nvPr/>
              </p:nvSpPr>
              <p:spPr>
                <a:xfrm>
                  <a:off x="4293932" y="3210220"/>
                  <a:ext cx="101616" cy="57564"/>
                </a:xfrm>
                <a:custGeom>
                  <a:avLst/>
                  <a:gdLst/>
                  <a:ahLst/>
                  <a:cxnLst/>
                  <a:rect l="l" t="t" r="r" b="b"/>
                  <a:pathLst>
                    <a:path w="12920" h="7319" fill="none" extrusionOk="0">
                      <a:moveTo>
                        <a:pt x="1" y="0"/>
                      </a:moveTo>
                      <a:lnTo>
                        <a:pt x="12920" y="7319"/>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570" name="Google Shape;3570;p60"/>
                <p:cNvSpPr/>
                <p:nvPr/>
              </p:nvSpPr>
              <p:spPr>
                <a:xfrm>
                  <a:off x="4395540" y="3186436"/>
                  <a:ext cx="66420" cy="79735"/>
                </a:xfrm>
                <a:custGeom>
                  <a:avLst/>
                  <a:gdLst/>
                  <a:ahLst/>
                  <a:cxnLst/>
                  <a:rect l="l" t="t" r="r" b="b"/>
                  <a:pathLst>
                    <a:path w="8445" h="10138" fill="none" extrusionOk="0">
                      <a:moveTo>
                        <a:pt x="8444" y="0"/>
                      </a:moveTo>
                      <a:lnTo>
                        <a:pt x="1" y="10137"/>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571" name="Google Shape;3571;p60"/>
                <p:cNvSpPr/>
                <p:nvPr/>
              </p:nvSpPr>
              <p:spPr>
                <a:xfrm>
                  <a:off x="4459380" y="3189669"/>
                  <a:ext cx="41873" cy="123402"/>
                </a:xfrm>
                <a:custGeom>
                  <a:avLst/>
                  <a:gdLst/>
                  <a:ahLst/>
                  <a:cxnLst/>
                  <a:rect l="l" t="t" r="r" b="b"/>
                  <a:pathLst>
                    <a:path w="5324" h="15690" fill="none" extrusionOk="0">
                      <a:moveTo>
                        <a:pt x="1" y="0"/>
                      </a:moveTo>
                      <a:lnTo>
                        <a:pt x="5323" y="1569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572" name="Google Shape;3572;p60"/>
                <p:cNvSpPr/>
                <p:nvPr/>
              </p:nvSpPr>
              <p:spPr>
                <a:xfrm>
                  <a:off x="4395540" y="3267776"/>
                  <a:ext cx="105713" cy="45295"/>
                </a:xfrm>
                <a:custGeom>
                  <a:avLst/>
                  <a:gdLst/>
                  <a:ahLst/>
                  <a:cxnLst/>
                  <a:rect l="l" t="t" r="r" b="b"/>
                  <a:pathLst>
                    <a:path w="13441" h="5759" fill="none" extrusionOk="0">
                      <a:moveTo>
                        <a:pt x="1" y="1"/>
                      </a:moveTo>
                      <a:lnTo>
                        <a:pt x="13440" y="5759"/>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573" name="Google Shape;3573;p60"/>
                <p:cNvSpPr/>
                <p:nvPr/>
              </p:nvSpPr>
              <p:spPr>
                <a:xfrm>
                  <a:off x="4501246" y="3223252"/>
                  <a:ext cx="46435" cy="89818"/>
                </a:xfrm>
                <a:custGeom>
                  <a:avLst/>
                  <a:gdLst/>
                  <a:ahLst/>
                  <a:cxnLst/>
                  <a:rect l="l" t="t" r="r" b="b"/>
                  <a:pathLst>
                    <a:path w="5904" h="11420" fill="none" extrusionOk="0">
                      <a:moveTo>
                        <a:pt x="0" y="11420"/>
                      </a:moveTo>
                      <a:lnTo>
                        <a:pt x="5904"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574" name="Google Shape;3574;p60"/>
                <p:cNvSpPr/>
                <p:nvPr/>
              </p:nvSpPr>
              <p:spPr>
                <a:xfrm>
                  <a:off x="4459671" y="3104231"/>
                  <a:ext cx="58421" cy="84966"/>
                </a:xfrm>
                <a:custGeom>
                  <a:avLst/>
                  <a:gdLst/>
                  <a:ahLst/>
                  <a:cxnLst/>
                  <a:rect l="l" t="t" r="r" b="b"/>
                  <a:pathLst>
                    <a:path w="7428" h="10803" fill="none" extrusionOk="0">
                      <a:moveTo>
                        <a:pt x="0" y="10803"/>
                      </a:moveTo>
                      <a:lnTo>
                        <a:pt x="7428"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575" name="Google Shape;3575;p60"/>
                <p:cNvSpPr/>
                <p:nvPr/>
              </p:nvSpPr>
              <p:spPr>
                <a:xfrm>
                  <a:off x="4459671" y="3189189"/>
                  <a:ext cx="86586" cy="36737"/>
                </a:xfrm>
                <a:custGeom>
                  <a:avLst/>
                  <a:gdLst/>
                  <a:ahLst/>
                  <a:cxnLst/>
                  <a:rect l="l" t="t" r="r" b="b"/>
                  <a:pathLst>
                    <a:path w="11009" h="4671" fill="none" extrusionOk="0">
                      <a:moveTo>
                        <a:pt x="0" y="1"/>
                      </a:moveTo>
                      <a:lnTo>
                        <a:pt x="11008" y="467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grpSp>
            <p:nvGrpSpPr>
              <p:cNvPr id="3576" name="Google Shape;3576;p60"/>
              <p:cNvGrpSpPr/>
              <p:nvPr/>
            </p:nvGrpSpPr>
            <p:grpSpPr>
              <a:xfrm>
                <a:off x="4538164" y="3342061"/>
                <a:ext cx="37776" cy="32380"/>
                <a:chOff x="4538164" y="3342061"/>
                <a:chExt cx="37776" cy="32380"/>
              </a:xfrm>
            </p:grpSpPr>
            <p:sp>
              <p:nvSpPr>
                <p:cNvPr id="3577" name="Google Shape;3577;p60"/>
                <p:cNvSpPr/>
                <p:nvPr/>
              </p:nvSpPr>
              <p:spPr>
                <a:xfrm>
                  <a:off x="4538164" y="3342061"/>
                  <a:ext cx="37776" cy="32380"/>
                </a:xfrm>
                <a:custGeom>
                  <a:avLst/>
                  <a:gdLst/>
                  <a:ahLst/>
                  <a:cxnLst/>
                  <a:rect l="l" t="t" r="r" b="b"/>
                  <a:pathLst>
                    <a:path w="4803" h="4117" extrusionOk="0">
                      <a:moveTo>
                        <a:pt x="2737" y="0"/>
                      </a:moveTo>
                      <a:cubicBezTo>
                        <a:pt x="2231" y="0"/>
                        <a:pt x="1714" y="189"/>
                        <a:pt x="1294" y="608"/>
                      </a:cubicBezTo>
                      <a:cubicBezTo>
                        <a:pt x="0" y="1903"/>
                        <a:pt x="919" y="4116"/>
                        <a:pt x="2746" y="4116"/>
                      </a:cubicBezTo>
                      <a:cubicBezTo>
                        <a:pt x="3883" y="4116"/>
                        <a:pt x="4802" y="3197"/>
                        <a:pt x="4802" y="2060"/>
                      </a:cubicBezTo>
                      <a:cubicBezTo>
                        <a:pt x="4802" y="817"/>
                        <a:pt x="3792" y="0"/>
                        <a:pt x="2737"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78" name="Google Shape;3578;p60"/>
                <p:cNvSpPr/>
                <p:nvPr/>
              </p:nvSpPr>
              <p:spPr>
                <a:xfrm>
                  <a:off x="4553194" y="3351790"/>
                  <a:ext cx="13040" cy="13040"/>
                </a:xfrm>
                <a:custGeom>
                  <a:avLst/>
                  <a:gdLst/>
                  <a:ahLst/>
                  <a:cxnLst/>
                  <a:rect l="l" t="t" r="r" b="b"/>
                  <a:pathLst>
                    <a:path w="1658" h="1658" extrusionOk="0">
                      <a:moveTo>
                        <a:pt x="835" y="0"/>
                      </a:moveTo>
                      <a:cubicBezTo>
                        <a:pt x="375" y="0"/>
                        <a:pt x="0" y="363"/>
                        <a:pt x="0" y="823"/>
                      </a:cubicBezTo>
                      <a:cubicBezTo>
                        <a:pt x="0" y="1283"/>
                        <a:pt x="375"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579" name="Google Shape;3579;p60"/>
              <p:cNvGrpSpPr/>
              <p:nvPr/>
            </p:nvGrpSpPr>
            <p:grpSpPr>
              <a:xfrm>
                <a:off x="4271383" y="3194742"/>
                <a:ext cx="37783" cy="32420"/>
                <a:chOff x="4271383" y="3194742"/>
                <a:chExt cx="37783" cy="32420"/>
              </a:xfrm>
            </p:grpSpPr>
            <p:sp>
              <p:nvSpPr>
                <p:cNvPr id="3580" name="Google Shape;3580;p60"/>
                <p:cNvSpPr/>
                <p:nvPr/>
              </p:nvSpPr>
              <p:spPr>
                <a:xfrm>
                  <a:off x="4271383" y="3194742"/>
                  <a:ext cx="37783" cy="32420"/>
                </a:xfrm>
                <a:custGeom>
                  <a:avLst/>
                  <a:gdLst/>
                  <a:ahLst/>
                  <a:cxnLst/>
                  <a:rect l="l" t="t" r="r" b="b"/>
                  <a:pathLst>
                    <a:path w="4804" h="4122" extrusionOk="0">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81" name="Google Shape;3581;p60"/>
                <p:cNvSpPr/>
                <p:nvPr/>
              </p:nvSpPr>
              <p:spPr>
                <a:xfrm>
                  <a:off x="4286516" y="3204416"/>
                  <a:ext cx="13040" cy="13040"/>
                </a:xfrm>
                <a:custGeom>
                  <a:avLst/>
                  <a:gdLst/>
                  <a:ahLst/>
                  <a:cxnLst/>
                  <a:rect l="l" t="t" r="r" b="b"/>
                  <a:pathLst>
                    <a:path w="1658" h="1658" extrusionOk="0">
                      <a:moveTo>
                        <a:pt x="823" y="0"/>
                      </a:moveTo>
                      <a:cubicBezTo>
                        <a:pt x="363" y="0"/>
                        <a:pt x="0" y="375"/>
                        <a:pt x="0" y="835"/>
                      </a:cubicBezTo>
                      <a:cubicBezTo>
                        <a:pt x="0" y="1295"/>
                        <a:pt x="363" y="1658"/>
                        <a:pt x="823" y="1658"/>
                      </a:cubicBezTo>
                      <a:cubicBezTo>
                        <a:pt x="1282" y="1658"/>
                        <a:pt x="1657" y="1295"/>
                        <a:pt x="1657" y="835"/>
                      </a:cubicBezTo>
                      <a:cubicBezTo>
                        <a:pt x="1657" y="375"/>
                        <a:pt x="1282" y="0"/>
                        <a:pt x="823"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582" name="Google Shape;3582;p60"/>
              <p:cNvGrpSpPr/>
              <p:nvPr/>
            </p:nvGrpSpPr>
            <p:grpSpPr>
              <a:xfrm>
                <a:off x="4284416" y="3084058"/>
                <a:ext cx="37783" cy="32357"/>
                <a:chOff x="4284416" y="3084058"/>
                <a:chExt cx="37783" cy="32357"/>
              </a:xfrm>
            </p:grpSpPr>
            <p:sp>
              <p:nvSpPr>
                <p:cNvPr id="3583" name="Google Shape;3583;p60"/>
                <p:cNvSpPr/>
                <p:nvPr/>
              </p:nvSpPr>
              <p:spPr>
                <a:xfrm>
                  <a:off x="4284416" y="3084058"/>
                  <a:ext cx="37783" cy="32357"/>
                </a:xfrm>
                <a:custGeom>
                  <a:avLst/>
                  <a:gdLst/>
                  <a:ahLst/>
                  <a:cxnLst/>
                  <a:rect l="l" t="t" r="r" b="b"/>
                  <a:pathLst>
                    <a:path w="4804" h="4114" extrusionOk="0">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84" name="Google Shape;3584;p60"/>
                <p:cNvSpPr/>
                <p:nvPr/>
              </p:nvSpPr>
              <p:spPr>
                <a:xfrm>
                  <a:off x="4299548" y="3093763"/>
                  <a:ext cx="13040" cy="13048"/>
                </a:xfrm>
                <a:custGeom>
                  <a:avLst/>
                  <a:gdLst/>
                  <a:ahLst/>
                  <a:cxnLst/>
                  <a:rect l="l" t="t" r="r" b="b"/>
                  <a:pathLst>
                    <a:path w="1658" h="1659" extrusionOk="0">
                      <a:moveTo>
                        <a:pt x="823" y="1"/>
                      </a:moveTo>
                      <a:cubicBezTo>
                        <a:pt x="363" y="1"/>
                        <a:pt x="0" y="364"/>
                        <a:pt x="0" y="824"/>
                      </a:cubicBezTo>
                      <a:cubicBezTo>
                        <a:pt x="0" y="1283"/>
                        <a:pt x="363"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585" name="Google Shape;3585;p60"/>
              <p:cNvGrpSpPr/>
              <p:nvPr/>
            </p:nvGrpSpPr>
            <p:grpSpPr>
              <a:xfrm>
                <a:off x="4478697" y="3297561"/>
                <a:ext cx="37776" cy="32451"/>
                <a:chOff x="4478697" y="3297561"/>
                <a:chExt cx="37776" cy="32451"/>
              </a:xfrm>
            </p:grpSpPr>
            <p:sp>
              <p:nvSpPr>
                <p:cNvPr id="3586" name="Google Shape;3586;p60"/>
                <p:cNvSpPr/>
                <p:nvPr/>
              </p:nvSpPr>
              <p:spPr>
                <a:xfrm>
                  <a:off x="4478697" y="3297561"/>
                  <a:ext cx="37776" cy="32451"/>
                </a:xfrm>
                <a:custGeom>
                  <a:avLst/>
                  <a:gdLst/>
                  <a:ahLst/>
                  <a:cxnLst/>
                  <a:rect l="l" t="t" r="r" b="b"/>
                  <a:pathLst>
                    <a:path w="4803" h="4126" extrusionOk="0">
                      <a:moveTo>
                        <a:pt x="2730" y="0"/>
                      </a:moveTo>
                      <a:cubicBezTo>
                        <a:pt x="2226" y="0"/>
                        <a:pt x="1713" y="187"/>
                        <a:pt x="1295" y="605"/>
                      </a:cubicBezTo>
                      <a:cubicBezTo>
                        <a:pt x="1" y="1899"/>
                        <a:pt x="920" y="4125"/>
                        <a:pt x="2746" y="4125"/>
                      </a:cubicBezTo>
                      <a:cubicBezTo>
                        <a:pt x="3884" y="4113"/>
                        <a:pt x="4803" y="3194"/>
                        <a:pt x="4803" y="2069"/>
                      </a:cubicBezTo>
                      <a:cubicBezTo>
                        <a:pt x="4803" y="824"/>
                        <a:pt x="3788" y="0"/>
                        <a:pt x="2730"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87" name="Google Shape;3587;p60"/>
                <p:cNvSpPr/>
                <p:nvPr/>
              </p:nvSpPr>
              <p:spPr>
                <a:xfrm>
                  <a:off x="4493727" y="3307361"/>
                  <a:ext cx="13048" cy="13040"/>
                </a:xfrm>
                <a:custGeom>
                  <a:avLst/>
                  <a:gdLst/>
                  <a:ahLst/>
                  <a:cxnLst/>
                  <a:rect l="l" t="t" r="r" b="b"/>
                  <a:pathLst>
                    <a:path w="1659" h="1658" extrusionOk="0">
                      <a:moveTo>
                        <a:pt x="835" y="0"/>
                      </a:moveTo>
                      <a:cubicBezTo>
                        <a:pt x="376" y="0"/>
                        <a:pt x="1" y="363"/>
                        <a:pt x="1" y="823"/>
                      </a:cubicBezTo>
                      <a:cubicBezTo>
                        <a:pt x="1" y="1282"/>
                        <a:pt x="376" y="1657"/>
                        <a:pt x="835" y="1657"/>
                      </a:cubicBezTo>
                      <a:cubicBezTo>
                        <a:pt x="1295" y="1657"/>
                        <a:pt x="1658" y="1282"/>
                        <a:pt x="1658" y="823"/>
                      </a:cubicBezTo>
                      <a:cubicBezTo>
                        <a:pt x="1658" y="363"/>
                        <a:pt x="1295" y="0"/>
                        <a:pt x="83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588" name="Google Shape;3588;p60"/>
              <p:cNvGrpSpPr/>
              <p:nvPr/>
            </p:nvGrpSpPr>
            <p:grpSpPr>
              <a:xfrm>
                <a:off x="4411813" y="3331711"/>
                <a:ext cx="37776" cy="32451"/>
                <a:chOff x="4411813" y="3331711"/>
                <a:chExt cx="37776" cy="32451"/>
              </a:xfrm>
            </p:grpSpPr>
            <p:sp>
              <p:nvSpPr>
                <p:cNvPr id="3589" name="Google Shape;3589;p60"/>
                <p:cNvSpPr/>
                <p:nvPr/>
              </p:nvSpPr>
              <p:spPr>
                <a:xfrm>
                  <a:off x="4411813" y="3331711"/>
                  <a:ext cx="37776" cy="32451"/>
                </a:xfrm>
                <a:custGeom>
                  <a:avLst/>
                  <a:gdLst/>
                  <a:ahLst/>
                  <a:cxnLst/>
                  <a:rect l="l" t="t" r="r" b="b"/>
                  <a:pathLst>
                    <a:path w="4803" h="4126" extrusionOk="0">
                      <a:moveTo>
                        <a:pt x="2730" y="1"/>
                      </a:moveTo>
                      <a:cubicBezTo>
                        <a:pt x="2226" y="1"/>
                        <a:pt x="1713" y="188"/>
                        <a:pt x="1295" y="606"/>
                      </a:cubicBezTo>
                      <a:cubicBezTo>
                        <a:pt x="0" y="1900"/>
                        <a:pt x="920" y="4126"/>
                        <a:pt x="2759" y="4126"/>
                      </a:cubicBezTo>
                      <a:cubicBezTo>
                        <a:pt x="3884" y="4114"/>
                        <a:pt x="4803" y="3194"/>
                        <a:pt x="4803" y="2069"/>
                      </a:cubicBezTo>
                      <a:cubicBezTo>
                        <a:pt x="4803" y="824"/>
                        <a:pt x="3788" y="1"/>
                        <a:pt x="2730"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90" name="Google Shape;3590;p60"/>
                <p:cNvSpPr/>
                <p:nvPr/>
              </p:nvSpPr>
              <p:spPr>
                <a:xfrm>
                  <a:off x="4426937" y="3341416"/>
                  <a:ext cx="13048" cy="13048"/>
                </a:xfrm>
                <a:custGeom>
                  <a:avLst/>
                  <a:gdLst/>
                  <a:ahLst/>
                  <a:cxnLst/>
                  <a:rect l="l" t="t" r="r" b="b"/>
                  <a:pathLst>
                    <a:path w="1659" h="1659" extrusionOk="0">
                      <a:moveTo>
                        <a:pt x="823" y="1"/>
                      </a:moveTo>
                      <a:cubicBezTo>
                        <a:pt x="376" y="1"/>
                        <a:pt x="1" y="376"/>
                        <a:pt x="1" y="823"/>
                      </a:cubicBezTo>
                      <a:cubicBezTo>
                        <a:pt x="1" y="1283"/>
                        <a:pt x="376"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591" name="Google Shape;3591;p60"/>
              <p:cNvGrpSpPr/>
              <p:nvPr/>
            </p:nvGrpSpPr>
            <p:grpSpPr>
              <a:xfrm>
                <a:off x="4337984" y="3375188"/>
                <a:ext cx="37776" cy="32357"/>
                <a:chOff x="4337984" y="3375188"/>
                <a:chExt cx="37776" cy="32357"/>
              </a:xfrm>
            </p:grpSpPr>
            <p:sp>
              <p:nvSpPr>
                <p:cNvPr id="3592" name="Google Shape;3592;p60"/>
                <p:cNvSpPr/>
                <p:nvPr/>
              </p:nvSpPr>
              <p:spPr>
                <a:xfrm>
                  <a:off x="4337984" y="3375188"/>
                  <a:ext cx="37776" cy="32357"/>
                </a:xfrm>
                <a:custGeom>
                  <a:avLst/>
                  <a:gdLst/>
                  <a:ahLst/>
                  <a:cxnLst/>
                  <a:rect l="l" t="t" r="r" b="b"/>
                  <a:pathLst>
                    <a:path w="4803" h="4114" extrusionOk="0">
                      <a:moveTo>
                        <a:pt x="2732" y="1"/>
                      </a:moveTo>
                      <a:cubicBezTo>
                        <a:pt x="2227" y="1"/>
                        <a:pt x="1713" y="188"/>
                        <a:pt x="1295" y="606"/>
                      </a:cubicBezTo>
                      <a:cubicBezTo>
                        <a:pt x="0" y="1900"/>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93" name="Google Shape;3593;p60"/>
                <p:cNvSpPr/>
                <p:nvPr/>
              </p:nvSpPr>
              <p:spPr>
                <a:xfrm>
                  <a:off x="4353108" y="3384894"/>
                  <a:ext cx="13048" cy="13048"/>
                </a:xfrm>
                <a:custGeom>
                  <a:avLst/>
                  <a:gdLst/>
                  <a:ahLst/>
                  <a:cxnLst/>
                  <a:rect l="l" t="t" r="r" b="b"/>
                  <a:pathLst>
                    <a:path w="1659" h="1659" extrusionOk="0">
                      <a:moveTo>
                        <a:pt x="823" y="1"/>
                      </a:moveTo>
                      <a:cubicBezTo>
                        <a:pt x="364" y="1"/>
                        <a:pt x="1" y="364"/>
                        <a:pt x="1" y="824"/>
                      </a:cubicBezTo>
                      <a:cubicBezTo>
                        <a:pt x="1" y="1283"/>
                        <a:pt x="364"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594" name="Google Shape;3594;p60"/>
              <p:cNvGrpSpPr/>
              <p:nvPr/>
            </p:nvGrpSpPr>
            <p:grpSpPr>
              <a:xfrm>
                <a:off x="4494867" y="3090530"/>
                <a:ext cx="37878" cy="32451"/>
                <a:chOff x="4494867" y="3090530"/>
                <a:chExt cx="37878" cy="32451"/>
              </a:xfrm>
            </p:grpSpPr>
            <p:sp>
              <p:nvSpPr>
                <p:cNvPr id="3595" name="Google Shape;3595;p60"/>
                <p:cNvSpPr/>
                <p:nvPr/>
              </p:nvSpPr>
              <p:spPr>
                <a:xfrm>
                  <a:off x="4494867" y="3090530"/>
                  <a:ext cx="37878" cy="32451"/>
                </a:xfrm>
                <a:custGeom>
                  <a:avLst/>
                  <a:gdLst/>
                  <a:ahLst/>
                  <a:cxnLst/>
                  <a:rect l="l" t="t" r="r" b="b"/>
                  <a:pathLst>
                    <a:path w="4816" h="4126" extrusionOk="0">
                      <a:moveTo>
                        <a:pt x="2739" y="0"/>
                      </a:moveTo>
                      <a:cubicBezTo>
                        <a:pt x="2233" y="0"/>
                        <a:pt x="1717" y="188"/>
                        <a:pt x="1295" y="605"/>
                      </a:cubicBezTo>
                      <a:cubicBezTo>
                        <a:pt x="1" y="1900"/>
                        <a:pt x="920" y="4126"/>
                        <a:pt x="2759" y="4126"/>
                      </a:cubicBezTo>
                      <a:cubicBezTo>
                        <a:pt x="3896" y="4114"/>
                        <a:pt x="4803" y="3194"/>
                        <a:pt x="4815" y="2069"/>
                      </a:cubicBezTo>
                      <a:cubicBezTo>
                        <a:pt x="4815" y="824"/>
                        <a:pt x="3800" y="0"/>
                        <a:pt x="2739"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96" name="Google Shape;3596;p60"/>
                <p:cNvSpPr/>
                <p:nvPr/>
              </p:nvSpPr>
              <p:spPr>
                <a:xfrm>
                  <a:off x="4510000" y="3100236"/>
                  <a:ext cx="13040" cy="13040"/>
                </a:xfrm>
                <a:custGeom>
                  <a:avLst/>
                  <a:gdLst/>
                  <a:ahLst/>
                  <a:cxnLst/>
                  <a:rect l="l" t="t" r="r" b="b"/>
                  <a:pathLst>
                    <a:path w="1658" h="1658" extrusionOk="0">
                      <a:moveTo>
                        <a:pt x="835" y="1"/>
                      </a:moveTo>
                      <a:cubicBezTo>
                        <a:pt x="375" y="1"/>
                        <a:pt x="0" y="376"/>
                        <a:pt x="0" y="835"/>
                      </a:cubicBezTo>
                      <a:cubicBezTo>
                        <a:pt x="0" y="1283"/>
                        <a:pt x="375"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597" name="Google Shape;3597;p60"/>
              <p:cNvGrpSpPr/>
              <p:nvPr/>
            </p:nvGrpSpPr>
            <p:grpSpPr>
              <a:xfrm>
                <a:off x="4525124" y="3207774"/>
                <a:ext cx="37783" cy="32420"/>
                <a:chOff x="4525124" y="3207774"/>
                <a:chExt cx="37783" cy="32420"/>
              </a:xfrm>
            </p:grpSpPr>
            <p:sp>
              <p:nvSpPr>
                <p:cNvPr id="3598" name="Google Shape;3598;p60"/>
                <p:cNvSpPr/>
                <p:nvPr/>
              </p:nvSpPr>
              <p:spPr>
                <a:xfrm>
                  <a:off x="4525124" y="3207774"/>
                  <a:ext cx="37783" cy="32420"/>
                </a:xfrm>
                <a:custGeom>
                  <a:avLst/>
                  <a:gdLst/>
                  <a:ahLst/>
                  <a:cxnLst/>
                  <a:rect l="l" t="t" r="r" b="b"/>
                  <a:pathLst>
                    <a:path w="4804" h="4122" extrusionOk="0">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599" name="Google Shape;3599;p60"/>
                <p:cNvSpPr/>
                <p:nvPr/>
              </p:nvSpPr>
              <p:spPr>
                <a:xfrm>
                  <a:off x="4540256" y="3217448"/>
                  <a:ext cx="13040" cy="13040"/>
                </a:xfrm>
                <a:custGeom>
                  <a:avLst/>
                  <a:gdLst/>
                  <a:ahLst/>
                  <a:cxnLst/>
                  <a:rect l="l" t="t" r="r" b="b"/>
                  <a:pathLst>
                    <a:path w="1658" h="1658" extrusionOk="0">
                      <a:moveTo>
                        <a:pt x="823" y="1"/>
                      </a:moveTo>
                      <a:cubicBezTo>
                        <a:pt x="363" y="1"/>
                        <a:pt x="0" y="376"/>
                        <a:pt x="0" y="835"/>
                      </a:cubicBezTo>
                      <a:cubicBezTo>
                        <a:pt x="0" y="1295"/>
                        <a:pt x="363"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600" name="Google Shape;3600;p60"/>
              <p:cNvGrpSpPr/>
              <p:nvPr/>
            </p:nvGrpSpPr>
            <p:grpSpPr>
              <a:xfrm>
                <a:off x="4440544" y="3176479"/>
                <a:ext cx="31499" cy="26898"/>
                <a:chOff x="4440544" y="3176479"/>
                <a:chExt cx="31499" cy="26898"/>
              </a:xfrm>
            </p:grpSpPr>
            <p:sp>
              <p:nvSpPr>
                <p:cNvPr id="3601" name="Google Shape;3601;p60"/>
                <p:cNvSpPr/>
                <p:nvPr/>
              </p:nvSpPr>
              <p:spPr>
                <a:xfrm>
                  <a:off x="4440544" y="3176479"/>
                  <a:ext cx="31499" cy="26898"/>
                </a:xfrm>
                <a:custGeom>
                  <a:avLst/>
                  <a:gdLst/>
                  <a:ahLst/>
                  <a:cxnLst/>
                  <a:rect l="l" t="t" r="r" b="b"/>
                  <a:pathLst>
                    <a:path w="4005" h="3420" extrusionOk="0">
                      <a:moveTo>
                        <a:pt x="2281" y="0"/>
                      </a:moveTo>
                      <a:cubicBezTo>
                        <a:pt x="1860" y="0"/>
                        <a:pt x="1429" y="156"/>
                        <a:pt x="1077" y="504"/>
                      </a:cubicBezTo>
                      <a:cubicBezTo>
                        <a:pt x="1" y="1581"/>
                        <a:pt x="763" y="3419"/>
                        <a:pt x="2287" y="3419"/>
                      </a:cubicBezTo>
                      <a:cubicBezTo>
                        <a:pt x="3231" y="3419"/>
                        <a:pt x="3993" y="2657"/>
                        <a:pt x="4005" y="1714"/>
                      </a:cubicBezTo>
                      <a:cubicBezTo>
                        <a:pt x="4005" y="682"/>
                        <a:pt x="3163" y="0"/>
                        <a:pt x="2281"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602" name="Google Shape;3602;p60"/>
                <p:cNvSpPr/>
                <p:nvPr/>
              </p:nvSpPr>
              <p:spPr>
                <a:xfrm>
                  <a:off x="4454724" y="3186145"/>
                  <a:ext cx="7613" cy="7621"/>
                </a:xfrm>
                <a:custGeom>
                  <a:avLst/>
                  <a:gdLst/>
                  <a:ahLst/>
                  <a:cxnLst/>
                  <a:rect l="l" t="t" r="r" b="b"/>
                  <a:pathLst>
                    <a:path w="968" h="969" extrusionOk="0">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603" name="Google Shape;3603;p60"/>
              <p:cNvGrpSpPr/>
              <p:nvPr/>
            </p:nvGrpSpPr>
            <p:grpSpPr>
              <a:xfrm>
                <a:off x="4350545" y="3156400"/>
                <a:ext cx="31405" cy="27001"/>
                <a:chOff x="4350545" y="3156400"/>
                <a:chExt cx="31405" cy="27001"/>
              </a:xfrm>
            </p:grpSpPr>
            <p:sp>
              <p:nvSpPr>
                <p:cNvPr id="3604" name="Google Shape;3604;p60"/>
                <p:cNvSpPr/>
                <p:nvPr/>
              </p:nvSpPr>
              <p:spPr>
                <a:xfrm>
                  <a:off x="4350545" y="3156400"/>
                  <a:ext cx="31405" cy="27001"/>
                </a:xfrm>
                <a:custGeom>
                  <a:avLst/>
                  <a:gdLst/>
                  <a:ahLst/>
                  <a:cxnLst/>
                  <a:rect l="l" t="t" r="r" b="b"/>
                  <a:pathLst>
                    <a:path w="3993" h="3433" extrusionOk="0">
                      <a:moveTo>
                        <a:pt x="2272" y="1"/>
                      </a:moveTo>
                      <a:cubicBezTo>
                        <a:pt x="1853" y="1"/>
                        <a:pt x="1425" y="156"/>
                        <a:pt x="1077" y="505"/>
                      </a:cubicBezTo>
                      <a:cubicBezTo>
                        <a:pt x="0" y="1581"/>
                        <a:pt x="762" y="3432"/>
                        <a:pt x="2286" y="3432"/>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605" name="Google Shape;3605;p60"/>
                <p:cNvSpPr/>
                <p:nvPr/>
              </p:nvSpPr>
              <p:spPr>
                <a:xfrm>
                  <a:off x="4364717" y="3166074"/>
                  <a:ext cx="7621" cy="7621"/>
                </a:xfrm>
                <a:custGeom>
                  <a:avLst/>
                  <a:gdLst/>
                  <a:ahLst/>
                  <a:cxnLst/>
                  <a:rect l="l" t="t" r="r" b="b"/>
                  <a:pathLst>
                    <a:path w="969" h="969" extrusionOk="0">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606" name="Google Shape;3606;p60"/>
              <p:cNvGrpSpPr/>
              <p:nvPr/>
            </p:nvGrpSpPr>
            <p:grpSpPr>
              <a:xfrm>
                <a:off x="4376703" y="3255058"/>
                <a:ext cx="31405" cy="27001"/>
                <a:chOff x="4376703" y="3255058"/>
                <a:chExt cx="31405" cy="27001"/>
              </a:xfrm>
            </p:grpSpPr>
            <p:sp>
              <p:nvSpPr>
                <p:cNvPr id="3607" name="Google Shape;3607;p60"/>
                <p:cNvSpPr/>
                <p:nvPr/>
              </p:nvSpPr>
              <p:spPr>
                <a:xfrm>
                  <a:off x="4376703" y="3255058"/>
                  <a:ext cx="31405" cy="27001"/>
                </a:xfrm>
                <a:custGeom>
                  <a:avLst/>
                  <a:gdLst/>
                  <a:ahLst/>
                  <a:cxnLst/>
                  <a:rect l="l" t="t" r="r" b="b"/>
                  <a:pathLst>
                    <a:path w="3993" h="3433" extrusionOk="0">
                      <a:moveTo>
                        <a:pt x="2273" y="1"/>
                      </a:moveTo>
                      <a:cubicBezTo>
                        <a:pt x="1853" y="1"/>
                        <a:pt x="1426" y="157"/>
                        <a:pt x="1077"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608" name="Google Shape;3608;p60"/>
                <p:cNvSpPr/>
                <p:nvPr/>
              </p:nvSpPr>
              <p:spPr>
                <a:xfrm>
                  <a:off x="4390884" y="3264732"/>
                  <a:ext cx="7613" cy="7621"/>
                </a:xfrm>
                <a:custGeom>
                  <a:avLst/>
                  <a:gdLst/>
                  <a:ahLst/>
                  <a:cxnLst/>
                  <a:rect l="l" t="t" r="r" b="b"/>
                  <a:pathLst>
                    <a:path w="968" h="969" extrusionOk="0">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609" name="Google Shape;3609;p60"/>
              <p:cNvGrpSpPr/>
              <p:nvPr/>
            </p:nvGrpSpPr>
            <p:grpSpPr>
              <a:xfrm>
                <a:off x="4331322" y="3283656"/>
                <a:ext cx="31405" cy="26945"/>
                <a:chOff x="4331322" y="3283656"/>
                <a:chExt cx="31405" cy="26945"/>
              </a:xfrm>
            </p:grpSpPr>
            <p:sp>
              <p:nvSpPr>
                <p:cNvPr id="3610" name="Google Shape;3610;p60"/>
                <p:cNvSpPr/>
                <p:nvPr/>
              </p:nvSpPr>
              <p:spPr>
                <a:xfrm>
                  <a:off x="4331322" y="3283656"/>
                  <a:ext cx="31405" cy="26945"/>
                </a:xfrm>
                <a:custGeom>
                  <a:avLst/>
                  <a:gdLst/>
                  <a:ahLst/>
                  <a:cxnLst/>
                  <a:rect l="l" t="t" r="r" b="b"/>
                  <a:pathLst>
                    <a:path w="3993" h="3426" extrusionOk="0">
                      <a:moveTo>
                        <a:pt x="2273" y="1"/>
                      </a:moveTo>
                      <a:cubicBezTo>
                        <a:pt x="1853" y="1"/>
                        <a:pt x="1425" y="158"/>
                        <a:pt x="1077" y="510"/>
                      </a:cubicBezTo>
                      <a:cubicBezTo>
                        <a:pt x="1" y="1587"/>
                        <a:pt x="763" y="3425"/>
                        <a:pt x="2287" y="3425"/>
                      </a:cubicBezTo>
                      <a:cubicBezTo>
                        <a:pt x="3230" y="3425"/>
                        <a:pt x="3993" y="2663"/>
                        <a:pt x="3993" y="1720"/>
                      </a:cubicBezTo>
                      <a:cubicBezTo>
                        <a:pt x="3993" y="689"/>
                        <a:pt x="3151" y="1"/>
                        <a:pt x="227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611" name="Google Shape;3611;p60"/>
                <p:cNvSpPr/>
                <p:nvPr/>
              </p:nvSpPr>
              <p:spPr>
                <a:xfrm>
                  <a:off x="4345503" y="3293274"/>
                  <a:ext cx="7613" cy="7621"/>
                </a:xfrm>
                <a:custGeom>
                  <a:avLst/>
                  <a:gdLst/>
                  <a:ahLst/>
                  <a:cxnLst/>
                  <a:rect l="l" t="t" r="r" b="b"/>
                  <a:pathLst>
                    <a:path w="968" h="969" extrusionOk="0">
                      <a:moveTo>
                        <a:pt x="484" y="1"/>
                      </a:moveTo>
                      <a:cubicBezTo>
                        <a:pt x="218" y="1"/>
                        <a:pt x="0" y="219"/>
                        <a:pt x="0" y="485"/>
                      </a:cubicBezTo>
                      <a:cubicBezTo>
                        <a:pt x="0" y="763"/>
                        <a:pt x="218" y="969"/>
                        <a:pt x="484" y="969"/>
                      </a:cubicBezTo>
                      <a:cubicBezTo>
                        <a:pt x="750" y="969"/>
                        <a:pt x="968" y="763"/>
                        <a:pt x="968" y="485"/>
                      </a:cubicBezTo>
                      <a:cubicBezTo>
                        <a:pt x="968" y="219"/>
                        <a:pt x="750" y="1"/>
                        <a:pt x="48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612" name="Google Shape;3612;p60"/>
              <p:cNvGrpSpPr/>
              <p:nvPr/>
            </p:nvGrpSpPr>
            <p:grpSpPr>
              <a:xfrm>
                <a:off x="4380510" y="3065882"/>
                <a:ext cx="31405" cy="26938"/>
                <a:chOff x="4380510" y="3065882"/>
                <a:chExt cx="31405" cy="26938"/>
              </a:xfrm>
            </p:grpSpPr>
            <p:sp>
              <p:nvSpPr>
                <p:cNvPr id="3613" name="Google Shape;3613;p60"/>
                <p:cNvSpPr/>
                <p:nvPr/>
              </p:nvSpPr>
              <p:spPr>
                <a:xfrm>
                  <a:off x="4380510" y="3065882"/>
                  <a:ext cx="31405" cy="26938"/>
                </a:xfrm>
                <a:custGeom>
                  <a:avLst/>
                  <a:gdLst/>
                  <a:ahLst/>
                  <a:cxnLst/>
                  <a:rect l="l" t="t" r="r" b="b"/>
                  <a:pathLst>
                    <a:path w="3993" h="3425" extrusionOk="0">
                      <a:moveTo>
                        <a:pt x="2273" y="0"/>
                      </a:moveTo>
                      <a:cubicBezTo>
                        <a:pt x="1853" y="0"/>
                        <a:pt x="1426" y="157"/>
                        <a:pt x="1077" y="510"/>
                      </a:cubicBezTo>
                      <a:cubicBezTo>
                        <a:pt x="1" y="1586"/>
                        <a:pt x="763" y="3425"/>
                        <a:pt x="2287" y="3425"/>
                      </a:cubicBezTo>
                      <a:cubicBezTo>
                        <a:pt x="3230" y="3425"/>
                        <a:pt x="3993" y="2663"/>
                        <a:pt x="3993" y="1719"/>
                      </a:cubicBezTo>
                      <a:cubicBezTo>
                        <a:pt x="3993" y="688"/>
                        <a:pt x="3151" y="0"/>
                        <a:pt x="2273"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614" name="Google Shape;3614;p60"/>
                <p:cNvSpPr/>
                <p:nvPr/>
              </p:nvSpPr>
              <p:spPr>
                <a:xfrm>
                  <a:off x="4393354" y="3075500"/>
                  <a:ext cx="8950" cy="7676"/>
                </a:xfrm>
                <a:custGeom>
                  <a:avLst/>
                  <a:gdLst/>
                  <a:ahLst/>
                  <a:cxnLst/>
                  <a:rect l="l" t="t" r="r" b="b"/>
                  <a:pathLst>
                    <a:path w="1138" h="976" extrusionOk="0">
                      <a:moveTo>
                        <a:pt x="654" y="0"/>
                      </a:moveTo>
                      <a:cubicBezTo>
                        <a:pt x="218" y="0"/>
                        <a:pt x="1" y="521"/>
                        <a:pt x="303" y="835"/>
                      </a:cubicBezTo>
                      <a:cubicBezTo>
                        <a:pt x="401" y="932"/>
                        <a:pt x="522" y="976"/>
                        <a:pt x="641" y="976"/>
                      </a:cubicBezTo>
                      <a:cubicBezTo>
                        <a:pt x="893" y="976"/>
                        <a:pt x="1138" y="783"/>
                        <a:pt x="1138" y="496"/>
                      </a:cubicBezTo>
                      <a:cubicBezTo>
                        <a:pt x="1138" y="218"/>
                        <a:pt x="920" y="12"/>
                        <a:pt x="65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grpSp>
          <p:nvGrpSpPr>
            <p:cNvPr id="3615" name="Google Shape;3615;p60"/>
            <p:cNvGrpSpPr/>
            <p:nvPr/>
          </p:nvGrpSpPr>
          <p:grpSpPr>
            <a:xfrm>
              <a:off x="4558998" y="3188237"/>
              <a:ext cx="1280131" cy="1052746"/>
              <a:chOff x="4558998" y="3188237"/>
              <a:chExt cx="1280131" cy="1052746"/>
            </a:xfrm>
          </p:grpSpPr>
          <p:sp>
            <p:nvSpPr>
              <p:cNvPr id="3616" name="Google Shape;3616;p60"/>
              <p:cNvSpPr/>
              <p:nvPr/>
            </p:nvSpPr>
            <p:spPr>
              <a:xfrm>
                <a:off x="4916156" y="3750813"/>
                <a:ext cx="8" cy="8"/>
              </a:xfrm>
              <a:custGeom>
                <a:avLst/>
                <a:gdLst/>
                <a:ahLst/>
                <a:cxnLst/>
                <a:rect l="l" t="t" r="r" b="b"/>
                <a:pathLst>
                  <a:path w="1" h="1" fill="none" extrusionOk="0">
                    <a:moveTo>
                      <a:pt x="0" y="0"/>
                    </a:moveTo>
                    <a:close/>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nvGrpSpPr>
              <p:cNvPr id="3617" name="Google Shape;3617;p60"/>
              <p:cNvGrpSpPr/>
              <p:nvPr/>
            </p:nvGrpSpPr>
            <p:grpSpPr>
              <a:xfrm>
                <a:off x="4579164" y="3203653"/>
                <a:ext cx="1244833" cy="1020397"/>
                <a:chOff x="4579164" y="3203653"/>
                <a:chExt cx="1244833" cy="1020397"/>
              </a:xfrm>
            </p:grpSpPr>
            <p:sp>
              <p:nvSpPr>
                <p:cNvPr id="3618" name="Google Shape;3618;p60"/>
                <p:cNvSpPr/>
                <p:nvPr/>
              </p:nvSpPr>
              <p:spPr>
                <a:xfrm>
                  <a:off x="5490144" y="3482892"/>
                  <a:ext cx="58995" cy="4955"/>
                </a:xfrm>
                <a:custGeom>
                  <a:avLst/>
                  <a:gdLst/>
                  <a:ahLst/>
                  <a:cxnLst/>
                  <a:rect l="l" t="t" r="r" b="b"/>
                  <a:pathLst>
                    <a:path w="7501" h="630" fill="none" extrusionOk="0">
                      <a:moveTo>
                        <a:pt x="0" y="630"/>
                      </a:moveTo>
                      <a:lnTo>
                        <a:pt x="7500"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19" name="Google Shape;3619;p60"/>
                <p:cNvSpPr/>
                <p:nvPr/>
              </p:nvSpPr>
              <p:spPr>
                <a:xfrm>
                  <a:off x="5490616" y="3482892"/>
                  <a:ext cx="66137" cy="77360"/>
                </a:xfrm>
                <a:custGeom>
                  <a:avLst/>
                  <a:gdLst/>
                  <a:ahLst/>
                  <a:cxnLst/>
                  <a:rect l="l" t="t" r="r" b="b"/>
                  <a:pathLst>
                    <a:path w="8409" h="9836" fill="none" extrusionOk="0">
                      <a:moveTo>
                        <a:pt x="1" y="1"/>
                      </a:moveTo>
                      <a:lnTo>
                        <a:pt x="8408" y="9835"/>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nvGrpSpPr>
                <p:cNvPr id="3620" name="Google Shape;3620;p60"/>
                <p:cNvGrpSpPr/>
                <p:nvPr/>
              </p:nvGrpSpPr>
              <p:grpSpPr>
                <a:xfrm>
                  <a:off x="4579164" y="3203653"/>
                  <a:ext cx="1244833" cy="1020397"/>
                  <a:chOff x="4579164" y="3203653"/>
                  <a:chExt cx="1244833" cy="1020397"/>
                </a:xfrm>
              </p:grpSpPr>
              <p:sp>
                <p:nvSpPr>
                  <p:cNvPr id="3621" name="Google Shape;3621;p60"/>
                  <p:cNvSpPr/>
                  <p:nvPr/>
                </p:nvSpPr>
                <p:spPr>
                  <a:xfrm>
                    <a:off x="4787909" y="3833395"/>
                    <a:ext cx="69267" cy="22266"/>
                  </a:xfrm>
                  <a:custGeom>
                    <a:avLst/>
                    <a:gdLst/>
                    <a:ahLst/>
                    <a:cxnLst/>
                    <a:rect l="l" t="t" r="r" b="b"/>
                    <a:pathLst>
                      <a:path w="8807" h="2831" fill="none" extrusionOk="0">
                        <a:moveTo>
                          <a:pt x="8806" y="0"/>
                        </a:moveTo>
                        <a:lnTo>
                          <a:pt x="0" y="283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22" name="Google Shape;3622;p60"/>
                  <p:cNvSpPr/>
                  <p:nvPr/>
                </p:nvSpPr>
                <p:spPr>
                  <a:xfrm>
                    <a:off x="4857263" y="3819695"/>
                    <a:ext cx="69936" cy="14181"/>
                  </a:xfrm>
                  <a:custGeom>
                    <a:avLst/>
                    <a:gdLst/>
                    <a:ahLst/>
                    <a:cxnLst/>
                    <a:rect l="l" t="t" r="r" b="b"/>
                    <a:pathLst>
                      <a:path w="8892" h="1803" fill="none" extrusionOk="0">
                        <a:moveTo>
                          <a:pt x="1" y="1803"/>
                        </a:moveTo>
                        <a:lnTo>
                          <a:pt x="8892"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nvGrpSpPr>
                  <p:cNvPr id="3623" name="Google Shape;3623;p60"/>
                  <p:cNvGrpSpPr/>
                  <p:nvPr/>
                </p:nvGrpSpPr>
                <p:grpSpPr>
                  <a:xfrm>
                    <a:off x="4579164" y="3203653"/>
                    <a:ext cx="1244833" cy="1020397"/>
                    <a:chOff x="4579164" y="3203653"/>
                    <a:chExt cx="1244833" cy="1020397"/>
                  </a:xfrm>
                </p:grpSpPr>
                <p:sp>
                  <p:nvSpPr>
                    <p:cNvPr id="3624" name="Google Shape;3624;p60"/>
                    <p:cNvSpPr/>
                    <p:nvPr/>
                  </p:nvSpPr>
                  <p:spPr>
                    <a:xfrm>
                      <a:off x="4930329" y="3363965"/>
                      <a:ext cx="23894" cy="102764"/>
                    </a:xfrm>
                    <a:custGeom>
                      <a:avLst/>
                      <a:gdLst/>
                      <a:ahLst/>
                      <a:cxnLst/>
                      <a:rect l="l" t="t" r="r" b="b"/>
                      <a:pathLst>
                        <a:path w="3038" h="13066" fill="none" extrusionOk="0">
                          <a:moveTo>
                            <a:pt x="3037" y="13065"/>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25" name="Google Shape;3625;p60"/>
                    <p:cNvSpPr/>
                    <p:nvPr/>
                  </p:nvSpPr>
                  <p:spPr>
                    <a:xfrm>
                      <a:off x="4849846" y="3385948"/>
                      <a:ext cx="104085" cy="79256"/>
                    </a:xfrm>
                    <a:custGeom>
                      <a:avLst/>
                      <a:gdLst/>
                      <a:ahLst/>
                      <a:cxnLst/>
                      <a:rect l="l" t="t" r="r" b="b"/>
                      <a:pathLst>
                        <a:path w="13234" h="10077" fill="none" extrusionOk="0">
                          <a:moveTo>
                            <a:pt x="0" y="0"/>
                          </a:moveTo>
                          <a:lnTo>
                            <a:pt x="13234" y="10077"/>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26" name="Google Shape;3626;p60"/>
                    <p:cNvSpPr/>
                    <p:nvPr/>
                  </p:nvSpPr>
                  <p:spPr>
                    <a:xfrm>
                      <a:off x="4849650" y="3306598"/>
                      <a:ext cx="45869" cy="79358"/>
                    </a:xfrm>
                    <a:custGeom>
                      <a:avLst/>
                      <a:gdLst/>
                      <a:ahLst/>
                      <a:cxnLst/>
                      <a:rect l="l" t="t" r="r" b="b"/>
                      <a:pathLst>
                        <a:path w="5832" h="10090" fill="none" extrusionOk="0">
                          <a:moveTo>
                            <a:pt x="5831" y="0"/>
                          </a:moveTo>
                          <a:lnTo>
                            <a:pt x="1" y="10089"/>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27" name="Google Shape;3627;p60"/>
                    <p:cNvSpPr/>
                    <p:nvPr/>
                  </p:nvSpPr>
                  <p:spPr>
                    <a:xfrm>
                      <a:off x="4849650" y="3361299"/>
                      <a:ext cx="84305" cy="24657"/>
                    </a:xfrm>
                    <a:custGeom>
                      <a:avLst/>
                      <a:gdLst/>
                      <a:ahLst/>
                      <a:cxnLst/>
                      <a:rect l="l" t="t" r="r" b="b"/>
                      <a:pathLst>
                        <a:path w="10719" h="3135" fill="none" extrusionOk="0">
                          <a:moveTo>
                            <a:pt x="1" y="3134"/>
                          </a:moveTo>
                          <a:lnTo>
                            <a:pt x="10719"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28" name="Google Shape;3628;p60"/>
                    <p:cNvSpPr/>
                    <p:nvPr/>
                  </p:nvSpPr>
                  <p:spPr>
                    <a:xfrm>
                      <a:off x="4789616" y="3306598"/>
                      <a:ext cx="19702" cy="54709"/>
                    </a:xfrm>
                    <a:custGeom>
                      <a:avLst/>
                      <a:gdLst/>
                      <a:ahLst/>
                      <a:cxnLst/>
                      <a:rect l="l" t="t" r="r" b="b"/>
                      <a:pathLst>
                        <a:path w="2505" h="6956" fill="none" extrusionOk="0">
                          <a:moveTo>
                            <a:pt x="2505" y="6956"/>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29" name="Google Shape;3629;p60"/>
                    <p:cNvSpPr/>
                    <p:nvPr/>
                  </p:nvSpPr>
                  <p:spPr>
                    <a:xfrm>
                      <a:off x="4738242" y="3357500"/>
                      <a:ext cx="74883" cy="10280"/>
                    </a:xfrm>
                    <a:custGeom>
                      <a:avLst/>
                      <a:gdLst/>
                      <a:ahLst/>
                      <a:cxnLst/>
                      <a:rect l="l" t="t" r="r" b="b"/>
                      <a:pathLst>
                        <a:path w="9521" h="1307" fill="none" extrusionOk="0">
                          <a:moveTo>
                            <a:pt x="1" y="1307"/>
                          </a:moveTo>
                          <a:lnTo>
                            <a:pt x="9521"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30" name="Google Shape;3630;p60"/>
                    <p:cNvSpPr/>
                    <p:nvPr/>
                  </p:nvSpPr>
                  <p:spPr>
                    <a:xfrm>
                      <a:off x="4710274" y="3357500"/>
                      <a:ext cx="99044" cy="63557"/>
                    </a:xfrm>
                    <a:custGeom>
                      <a:avLst/>
                      <a:gdLst/>
                      <a:ahLst/>
                      <a:cxnLst/>
                      <a:rect l="l" t="t" r="r" b="b"/>
                      <a:pathLst>
                        <a:path w="12593" h="8081" fill="none" extrusionOk="0">
                          <a:moveTo>
                            <a:pt x="0" y="8081"/>
                          </a:moveTo>
                          <a:lnTo>
                            <a:pt x="12593"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31" name="Google Shape;3631;p60"/>
                    <p:cNvSpPr/>
                    <p:nvPr/>
                  </p:nvSpPr>
                  <p:spPr>
                    <a:xfrm>
                      <a:off x="4809310" y="3306598"/>
                      <a:ext cx="87443" cy="50910"/>
                    </a:xfrm>
                    <a:custGeom>
                      <a:avLst/>
                      <a:gdLst/>
                      <a:ahLst/>
                      <a:cxnLst/>
                      <a:rect l="l" t="t" r="r" b="b"/>
                      <a:pathLst>
                        <a:path w="11118" h="6473" fill="none" extrusionOk="0">
                          <a:moveTo>
                            <a:pt x="1" y="6472"/>
                          </a:moveTo>
                          <a:lnTo>
                            <a:pt x="11118"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nvGrpSpPr>
                    <p:cNvPr id="3632" name="Google Shape;3632;p60"/>
                    <p:cNvGrpSpPr/>
                    <p:nvPr/>
                  </p:nvGrpSpPr>
                  <p:grpSpPr>
                    <a:xfrm>
                      <a:off x="4579164" y="3203653"/>
                      <a:ext cx="1244833" cy="1020397"/>
                      <a:chOff x="4579164" y="3203653"/>
                      <a:chExt cx="1244833" cy="1020397"/>
                    </a:xfrm>
                  </p:grpSpPr>
                  <p:sp>
                    <p:nvSpPr>
                      <p:cNvPr id="3633" name="Google Shape;3633;p60"/>
                      <p:cNvSpPr/>
                      <p:nvPr/>
                    </p:nvSpPr>
                    <p:spPr>
                      <a:xfrm>
                        <a:off x="4617986" y="3614284"/>
                        <a:ext cx="53002" cy="21031"/>
                      </a:xfrm>
                      <a:custGeom>
                        <a:avLst/>
                        <a:gdLst/>
                        <a:ahLst/>
                        <a:cxnLst/>
                        <a:rect l="l" t="t" r="r" b="b"/>
                        <a:pathLst>
                          <a:path w="6739" h="2674" fill="none" extrusionOk="0">
                            <a:moveTo>
                              <a:pt x="0" y="0"/>
                            </a:moveTo>
                            <a:lnTo>
                              <a:pt x="6738" y="2674"/>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34" name="Google Shape;3634;p60"/>
                      <p:cNvSpPr/>
                      <p:nvPr/>
                    </p:nvSpPr>
                    <p:spPr>
                      <a:xfrm>
                        <a:off x="4624545" y="3589069"/>
                        <a:ext cx="43682" cy="63180"/>
                      </a:xfrm>
                      <a:custGeom>
                        <a:avLst/>
                        <a:gdLst/>
                        <a:ahLst/>
                        <a:cxnLst/>
                        <a:rect l="l" t="t" r="r" b="b"/>
                        <a:pathLst>
                          <a:path w="5554" h="8033" fill="none" extrusionOk="0">
                            <a:moveTo>
                              <a:pt x="1" y="8033"/>
                            </a:moveTo>
                            <a:lnTo>
                              <a:pt x="5553"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35" name="Google Shape;3635;p60"/>
                      <p:cNvSpPr/>
                      <p:nvPr/>
                    </p:nvSpPr>
                    <p:spPr>
                      <a:xfrm>
                        <a:off x="4668220" y="3517907"/>
                        <a:ext cx="112178" cy="71170"/>
                      </a:xfrm>
                      <a:custGeom>
                        <a:avLst/>
                        <a:gdLst/>
                        <a:ahLst/>
                        <a:cxnLst/>
                        <a:rect l="l" t="t" r="r" b="b"/>
                        <a:pathLst>
                          <a:path w="14263" h="9049" fill="none" extrusionOk="0">
                            <a:moveTo>
                              <a:pt x="0" y="9049"/>
                            </a:moveTo>
                            <a:lnTo>
                              <a:pt x="14262"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36" name="Google Shape;3636;p60"/>
                      <p:cNvSpPr/>
                      <p:nvPr/>
                    </p:nvSpPr>
                    <p:spPr>
                      <a:xfrm>
                        <a:off x="4706562" y="3516766"/>
                        <a:ext cx="77455" cy="79924"/>
                      </a:xfrm>
                      <a:custGeom>
                        <a:avLst/>
                        <a:gdLst/>
                        <a:ahLst/>
                        <a:cxnLst/>
                        <a:rect l="l" t="t" r="r" b="b"/>
                        <a:pathLst>
                          <a:path w="9848" h="10162" fill="none" extrusionOk="0">
                            <a:moveTo>
                              <a:pt x="0" y="10161"/>
                            </a:moveTo>
                            <a:lnTo>
                              <a:pt x="9847"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37" name="Google Shape;3637;p60"/>
                      <p:cNvSpPr/>
                      <p:nvPr/>
                    </p:nvSpPr>
                    <p:spPr>
                      <a:xfrm>
                        <a:off x="4763646" y="3516766"/>
                        <a:ext cx="20370" cy="52806"/>
                      </a:xfrm>
                      <a:custGeom>
                        <a:avLst/>
                        <a:gdLst/>
                        <a:ahLst/>
                        <a:cxnLst/>
                        <a:rect l="l" t="t" r="r" b="b"/>
                        <a:pathLst>
                          <a:path w="2590" h="6714" fill="none" extrusionOk="0">
                            <a:moveTo>
                              <a:pt x="0" y="6714"/>
                            </a:moveTo>
                            <a:lnTo>
                              <a:pt x="2589"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38" name="Google Shape;3638;p60"/>
                      <p:cNvSpPr/>
                      <p:nvPr/>
                    </p:nvSpPr>
                    <p:spPr>
                      <a:xfrm>
                        <a:off x="4783151" y="3520565"/>
                        <a:ext cx="45861" cy="97432"/>
                      </a:xfrm>
                      <a:custGeom>
                        <a:avLst/>
                        <a:gdLst/>
                        <a:ahLst/>
                        <a:cxnLst/>
                        <a:rect l="l" t="t" r="r" b="b"/>
                        <a:pathLst>
                          <a:path w="5831" h="12388" fill="none" extrusionOk="0">
                            <a:moveTo>
                              <a:pt x="5831" y="12388"/>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39" name="Google Shape;3639;p60"/>
                      <p:cNvSpPr/>
                      <p:nvPr/>
                    </p:nvSpPr>
                    <p:spPr>
                      <a:xfrm>
                        <a:off x="4738242" y="3483175"/>
                        <a:ext cx="44917" cy="37398"/>
                      </a:xfrm>
                      <a:custGeom>
                        <a:avLst/>
                        <a:gdLst/>
                        <a:ahLst/>
                        <a:cxnLst/>
                        <a:rect l="l" t="t" r="r" b="b"/>
                        <a:pathLst>
                          <a:path w="5711" h="4755" fill="none" extrusionOk="0">
                            <a:moveTo>
                              <a:pt x="1" y="1"/>
                            </a:moveTo>
                            <a:lnTo>
                              <a:pt x="5710" y="4755"/>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40" name="Google Shape;3640;p60"/>
                      <p:cNvSpPr/>
                      <p:nvPr/>
                    </p:nvSpPr>
                    <p:spPr>
                      <a:xfrm>
                        <a:off x="4704941" y="3501823"/>
                        <a:ext cx="78217" cy="18750"/>
                      </a:xfrm>
                      <a:custGeom>
                        <a:avLst/>
                        <a:gdLst/>
                        <a:ahLst/>
                        <a:cxnLst/>
                        <a:rect l="l" t="t" r="r" b="b"/>
                        <a:pathLst>
                          <a:path w="9945" h="2384" fill="none" extrusionOk="0">
                            <a:moveTo>
                              <a:pt x="1" y="1"/>
                            </a:moveTo>
                            <a:lnTo>
                              <a:pt x="9944" y="2384"/>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41" name="Google Shape;3641;p60"/>
                      <p:cNvSpPr/>
                      <p:nvPr/>
                    </p:nvSpPr>
                    <p:spPr>
                      <a:xfrm>
                        <a:off x="4668220" y="3520565"/>
                        <a:ext cx="115796" cy="19324"/>
                      </a:xfrm>
                      <a:custGeom>
                        <a:avLst/>
                        <a:gdLst/>
                        <a:ahLst/>
                        <a:cxnLst/>
                        <a:rect l="l" t="t" r="r" b="b"/>
                        <a:pathLst>
                          <a:path w="14723" h="2457" fill="none" extrusionOk="0">
                            <a:moveTo>
                              <a:pt x="0" y="2457"/>
                            </a:moveTo>
                            <a:lnTo>
                              <a:pt x="14722"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42" name="Google Shape;3642;p60"/>
                      <p:cNvSpPr/>
                      <p:nvPr/>
                    </p:nvSpPr>
                    <p:spPr>
                      <a:xfrm>
                        <a:off x="4813117" y="3462915"/>
                        <a:ext cx="40347" cy="51193"/>
                      </a:xfrm>
                      <a:custGeom>
                        <a:avLst/>
                        <a:gdLst/>
                        <a:ahLst/>
                        <a:cxnLst/>
                        <a:rect l="l" t="t" r="r" b="b"/>
                        <a:pathLst>
                          <a:path w="5130" h="6509" fill="none" extrusionOk="0">
                            <a:moveTo>
                              <a:pt x="5130" y="6508"/>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43" name="Google Shape;3643;p60"/>
                      <p:cNvSpPr/>
                      <p:nvPr/>
                    </p:nvSpPr>
                    <p:spPr>
                      <a:xfrm>
                        <a:off x="4787807" y="3462915"/>
                        <a:ext cx="25317" cy="55000"/>
                      </a:xfrm>
                      <a:custGeom>
                        <a:avLst/>
                        <a:gdLst/>
                        <a:ahLst/>
                        <a:cxnLst/>
                        <a:rect l="l" t="t" r="r" b="b"/>
                        <a:pathLst>
                          <a:path w="3219" h="6993" fill="none" extrusionOk="0">
                            <a:moveTo>
                              <a:pt x="1" y="6992"/>
                            </a:moveTo>
                            <a:lnTo>
                              <a:pt x="3219"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44" name="Google Shape;3644;p60"/>
                      <p:cNvSpPr/>
                      <p:nvPr/>
                    </p:nvSpPr>
                    <p:spPr>
                      <a:xfrm>
                        <a:off x="4781342" y="3514100"/>
                        <a:ext cx="72311" cy="6953"/>
                      </a:xfrm>
                      <a:custGeom>
                        <a:avLst/>
                        <a:gdLst/>
                        <a:ahLst/>
                        <a:cxnLst/>
                        <a:rect l="l" t="t" r="r" b="b"/>
                        <a:pathLst>
                          <a:path w="9194" h="884" fill="none" extrusionOk="0">
                            <a:moveTo>
                              <a:pt x="0" y="883"/>
                            </a:moveTo>
                            <a:lnTo>
                              <a:pt x="9194"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45" name="Google Shape;3645;p60"/>
                      <p:cNvSpPr/>
                      <p:nvPr/>
                    </p:nvSpPr>
                    <p:spPr>
                      <a:xfrm>
                        <a:off x="4853645" y="3514100"/>
                        <a:ext cx="26175" cy="59184"/>
                      </a:xfrm>
                      <a:custGeom>
                        <a:avLst/>
                        <a:gdLst/>
                        <a:ahLst/>
                        <a:cxnLst/>
                        <a:rect l="l" t="t" r="r" b="b"/>
                        <a:pathLst>
                          <a:path w="3328" h="7525" fill="none" extrusionOk="0">
                            <a:moveTo>
                              <a:pt x="1" y="0"/>
                            </a:moveTo>
                            <a:lnTo>
                              <a:pt x="3328" y="7525"/>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46" name="Google Shape;3646;p60"/>
                      <p:cNvSpPr/>
                      <p:nvPr/>
                    </p:nvSpPr>
                    <p:spPr>
                      <a:xfrm>
                        <a:off x="4827392" y="3514100"/>
                        <a:ext cx="26261" cy="100381"/>
                      </a:xfrm>
                      <a:custGeom>
                        <a:avLst/>
                        <a:gdLst/>
                        <a:ahLst/>
                        <a:cxnLst/>
                        <a:rect l="l" t="t" r="r" b="b"/>
                        <a:pathLst>
                          <a:path w="3339" h="12763" fill="none" extrusionOk="0">
                            <a:moveTo>
                              <a:pt x="3339" y="0"/>
                            </a:moveTo>
                            <a:lnTo>
                              <a:pt x="0" y="12762"/>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nvGrpSpPr>
                      <p:cNvPr id="3647" name="Google Shape;3647;p60"/>
                      <p:cNvGrpSpPr/>
                      <p:nvPr/>
                    </p:nvGrpSpPr>
                    <p:grpSpPr>
                      <a:xfrm>
                        <a:off x="4579164" y="3203653"/>
                        <a:ext cx="1244833" cy="1020397"/>
                        <a:chOff x="4579164" y="3203653"/>
                        <a:chExt cx="1244833" cy="1020397"/>
                      </a:xfrm>
                    </p:grpSpPr>
                    <p:sp>
                      <p:nvSpPr>
                        <p:cNvPr id="3648" name="Google Shape;3648;p60"/>
                        <p:cNvSpPr/>
                        <p:nvPr/>
                      </p:nvSpPr>
                      <p:spPr>
                        <a:xfrm>
                          <a:off x="4879812" y="3466721"/>
                          <a:ext cx="74411" cy="106563"/>
                        </a:xfrm>
                        <a:custGeom>
                          <a:avLst/>
                          <a:gdLst/>
                          <a:ahLst/>
                          <a:cxnLst/>
                          <a:rect l="l" t="t" r="r" b="b"/>
                          <a:pathLst>
                            <a:path w="9461" h="13549" fill="none" extrusionOk="0">
                              <a:moveTo>
                                <a:pt x="1" y="13549"/>
                              </a:moveTo>
                              <a:lnTo>
                                <a:pt x="9460"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49" name="Google Shape;3649;p60"/>
                        <p:cNvSpPr/>
                        <p:nvPr/>
                      </p:nvSpPr>
                      <p:spPr>
                        <a:xfrm>
                          <a:off x="4954215" y="3408017"/>
                          <a:ext cx="105989" cy="58712"/>
                        </a:xfrm>
                        <a:custGeom>
                          <a:avLst/>
                          <a:gdLst/>
                          <a:ahLst/>
                          <a:cxnLst/>
                          <a:rect l="l" t="t" r="r" b="b"/>
                          <a:pathLst>
                            <a:path w="13476" h="7465" fill="none" extrusionOk="0">
                              <a:moveTo>
                                <a:pt x="0" y="7464"/>
                              </a:moveTo>
                              <a:lnTo>
                                <a:pt x="13476"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50" name="Google Shape;3650;p60"/>
                        <p:cNvSpPr/>
                        <p:nvPr/>
                      </p:nvSpPr>
                      <p:spPr>
                        <a:xfrm>
                          <a:off x="4953924" y="3465195"/>
                          <a:ext cx="119792" cy="54811"/>
                        </a:xfrm>
                        <a:custGeom>
                          <a:avLst/>
                          <a:gdLst/>
                          <a:ahLst/>
                          <a:cxnLst/>
                          <a:rect l="l" t="t" r="r" b="b"/>
                          <a:pathLst>
                            <a:path w="15231" h="6969" fill="none" extrusionOk="0">
                              <a:moveTo>
                                <a:pt x="1" y="1"/>
                              </a:moveTo>
                              <a:lnTo>
                                <a:pt x="15231" y="6968"/>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51" name="Google Shape;3651;p60"/>
                        <p:cNvSpPr/>
                        <p:nvPr/>
                      </p:nvSpPr>
                      <p:spPr>
                        <a:xfrm>
                          <a:off x="5073708" y="3521045"/>
                          <a:ext cx="26938" cy="71839"/>
                        </a:xfrm>
                        <a:custGeom>
                          <a:avLst/>
                          <a:gdLst/>
                          <a:ahLst/>
                          <a:cxnLst/>
                          <a:rect l="l" t="t" r="r" b="b"/>
                          <a:pathLst>
                            <a:path w="3425" h="9134" fill="none" extrusionOk="0">
                              <a:moveTo>
                                <a:pt x="1" y="0"/>
                              </a:moveTo>
                              <a:lnTo>
                                <a:pt x="3424" y="9133"/>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52" name="Google Shape;3652;p60"/>
                        <p:cNvSpPr/>
                        <p:nvPr/>
                      </p:nvSpPr>
                      <p:spPr>
                        <a:xfrm>
                          <a:off x="5100637" y="3586309"/>
                          <a:ext cx="26741" cy="81167"/>
                        </a:xfrm>
                        <a:custGeom>
                          <a:avLst/>
                          <a:gdLst/>
                          <a:ahLst/>
                          <a:cxnLst/>
                          <a:rect l="l" t="t" r="r" b="b"/>
                          <a:pathLst>
                            <a:path w="3400" h="10320" fill="none" extrusionOk="0">
                              <a:moveTo>
                                <a:pt x="3399" y="10319"/>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53" name="Google Shape;3653;p60"/>
                        <p:cNvSpPr/>
                        <p:nvPr/>
                      </p:nvSpPr>
                      <p:spPr>
                        <a:xfrm>
                          <a:off x="5088549" y="3252840"/>
                          <a:ext cx="693968" cy="520624"/>
                        </a:xfrm>
                        <a:custGeom>
                          <a:avLst/>
                          <a:gdLst/>
                          <a:ahLst/>
                          <a:cxnLst/>
                          <a:rect l="l" t="t" r="r" b="b"/>
                          <a:pathLst>
                            <a:path w="88235" h="66195" fill="none" extrusionOk="0">
                              <a:moveTo>
                                <a:pt x="1" y="63509"/>
                              </a:moveTo>
                              <a:lnTo>
                                <a:pt x="1537" y="42400"/>
                              </a:lnTo>
                              <a:lnTo>
                                <a:pt x="10077" y="22210"/>
                              </a:lnTo>
                              <a:cubicBezTo>
                                <a:pt x="10077" y="22210"/>
                                <a:pt x="14202" y="33218"/>
                                <a:pt x="14202" y="32384"/>
                              </a:cubicBezTo>
                              <a:cubicBezTo>
                                <a:pt x="14202" y="31561"/>
                                <a:pt x="26009" y="8976"/>
                                <a:pt x="26009" y="8976"/>
                              </a:cubicBezTo>
                              <a:lnTo>
                                <a:pt x="33618" y="31077"/>
                              </a:lnTo>
                              <a:lnTo>
                                <a:pt x="15025" y="46779"/>
                              </a:lnTo>
                              <a:lnTo>
                                <a:pt x="36037" y="48944"/>
                              </a:lnTo>
                              <a:lnTo>
                                <a:pt x="27557" y="58863"/>
                              </a:lnTo>
                              <a:lnTo>
                                <a:pt x="40803" y="66194"/>
                              </a:lnTo>
                              <a:lnTo>
                                <a:pt x="43586" y="48448"/>
                              </a:lnTo>
                              <a:lnTo>
                                <a:pt x="51122" y="29734"/>
                              </a:lnTo>
                              <a:lnTo>
                                <a:pt x="49670" y="16694"/>
                              </a:lnTo>
                              <a:lnTo>
                                <a:pt x="65263" y="21376"/>
                              </a:lnTo>
                              <a:lnTo>
                                <a:pt x="68819" y="9448"/>
                              </a:lnTo>
                              <a:lnTo>
                                <a:pt x="66098" y="1"/>
                              </a:lnTo>
                              <a:lnTo>
                                <a:pt x="88235" y="20069"/>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54" name="Google Shape;3654;p60"/>
                        <p:cNvSpPr/>
                        <p:nvPr/>
                      </p:nvSpPr>
                      <p:spPr>
                        <a:xfrm>
                          <a:off x="5060203" y="3203653"/>
                          <a:ext cx="544588" cy="316354"/>
                        </a:xfrm>
                        <a:custGeom>
                          <a:avLst/>
                          <a:gdLst/>
                          <a:ahLst/>
                          <a:cxnLst/>
                          <a:rect l="l" t="t" r="r" b="b"/>
                          <a:pathLst>
                            <a:path w="69242" h="40223" fill="none" extrusionOk="0">
                              <a:moveTo>
                                <a:pt x="69242" y="6255"/>
                              </a:moveTo>
                              <a:lnTo>
                                <a:pt x="53274" y="22948"/>
                              </a:lnTo>
                              <a:lnTo>
                                <a:pt x="45532" y="5432"/>
                              </a:lnTo>
                              <a:lnTo>
                                <a:pt x="29613" y="14747"/>
                              </a:lnTo>
                              <a:lnTo>
                                <a:pt x="28790" y="1"/>
                              </a:lnTo>
                              <a:lnTo>
                                <a:pt x="13500" y="28912"/>
                              </a:lnTo>
                              <a:lnTo>
                                <a:pt x="4306" y="13089"/>
                              </a:lnTo>
                              <a:lnTo>
                                <a:pt x="0" y="25984"/>
                              </a:lnTo>
                              <a:lnTo>
                                <a:pt x="1718" y="40222"/>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55" name="Google Shape;3655;p60"/>
                        <p:cNvSpPr/>
                        <p:nvPr/>
                      </p:nvSpPr>
                      <p:spPr>
                        <a:xfrm>
                          <a:off x="5127371" y="3507533"/>
                          <a:ext cx="124739" cy="267835"/>
                        </a:xfrm>
                        <a:custGeom>
                          <a:avLst/>
                          <a:gdLst/>
                          <a:ahLst/>
                          <a:cxnLst/>
                          <a:rect l="l" t="t" r="r" b="b"/>
                          <a:pathLst>
                            <a:path w="15860" h="34054" fill="none" extrusionOk="0">
                              <a:moveTo>
                                <a:pt x="9266" y="1"/>
                              </a:moveTo>
                              <a:lnTo>
                                <a:pt x="10101" y="14396"/>
                              </a:lnTo>
                              <a:lnTo>
                                <a:pt x="15859" y="34053"/>
                              </a:lnTo>
                              <a:lnTo>
                                <a:pt x="0" y="19851"/>
                              </a:lnTo>
                              <a:lnTo>
                                <a:pt x="1234" y="33642"/>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56" name="Google Shape;3656;p60"/>
                        <p:cNvSpPr/>
                        <p:nvPr/>
                      </p:nvSpPr>
                      <p:spPr>
                        <a:xfrm>
                          <a:off x="5100637" y="3507533"/>
                          <a:ext cx="99618" cy="78784"/>
                        </a:xfrm>
                        <a:custGeom>
                          <a:avLst/>
                          <a:gdLst/>
                          <a:ahLst/>
                          <a:cxnLst/>
                          <a:rect l="l" t="t" r="r" b="b"/>
                          <a:pathLst>
                            <a:path w="12666" h="10017" fill="none" extrusionOk="0">
                              <a:moveTo>
                                <a:pt x="0" y="10017"/>
                              </a:moveTo>
                              <a:lnTo>
                                <a:pt x="12665"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57" name="Google Shape;3657;p60"/>
                        <p:cNvSpPr/>
                        <p:nvPr/>
                      </p:nvSpPr>
                      <p:spPr>
                        <a:xfrm>
                          <a:off x="5200248" y="3501068"/>
                          <a:ext cx="156514" cy="6473"/>
                        </a:xfrm>
                        <a:custGeom>
                          <a:avLst/>
                          <a:gdLst/>
                          <a:ahLst/>
                          <a:cxnLst/>
                          <a:rect l="l" t="t" r="r" b="b"/>
                          <a:pathLst>
                            <a:path w="19900" h="823" fill="none" extrusionOk="0">
                              <a:moveTo>
                                <a:pt x="0" y="823"/>
                              </a:moveTo>
                              <a:lnTo>
                                <a:pt x="19900"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58" name="Google Shape;3658;p60"/>
                        <p:cNvSpPr/>
                        <p:nvPr/>
                      </p:nvSpPr>
                      <p:spPr>
                        <a:xfrm>
                          <a:off x="5127371" y="3507533"/>
                          <a:ext cx="72885" cy="155853"/>
                        </a:xfrm>
                        <a:custGeom>
                          <a:avLst/>
                          <a:gdLst/>
                          <a:ahLst/>
                          <a:cxnLst/>
                          <a:rect l="l" t="t" r="r" b="b"/>
                          <a:pathLst>
                            <a:path w="9267" h="19816" fill="none" extrusionOk="0">
                              <a:moveTo>
                                <a:pt x="9266" y="1"/>
                              </a:moveTo>
                              <a:lnTo>
                                <a:pt x="0" y="19815"/>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59" name="Google Shape;3659;p60"/>
                        <p:cNvSpPr/>
                        <p:nvPr/>
                      </p:nvSpPr>
                      <p:spPr>
                        <a:xfrm>
                          <a:off x="5352947" y="3384139"/>
                          <a:ext cx="126265" cy="117692"/>
                        </a:xfrm>
                        <a:custGeom>
                          <a:avLst/>
                          <a:gdLst/>
                          <a:ahLst/>
                          <a:cxnLst/>
                          <a:rect l="l" t="t" r="r" b="b"/>
                          <a:pathLst>
                            <a:path w="16054" h="14964" fill="none" extrusionOk="0">
                              <a:moveTo>
                                <a:pt x="1" y="14964"/>
                              </a:moveTo>
                              <a:lnTo>
                                <a:pt x="16053"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60" name="Google Shape;3660;p60"/>
                        <p:cNvSpPr/>
                        <p:nvPr/>
                      </p:nvSpPr>
                      <p:spPr>
                        <a:xfrm>
                          <a:off x="5356753" y="3246375"/>
                          <a:ext cx="61567" cy="254700"/>
                        </a:xfrm>
                        <a:custGeom>
                          <a:avLst/>
                          <a:gdLst/>
                          <a:ahLst/>
                          <a:cxnLst/>
                          <a:rect l="l" t="t" r="r" b="b"/>
                          <a:pathLst>
                            <a:path w="7828" h="32384" fill="none" extrusionOk="0">
                              <a:moveTo>
                                <a:pt x="1" y="32383"/>
                              </a:moveTo>
                              <a:lnTo>
                                <a:pt x="7827"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61" name="Google Shape;3661;p60"/>
                        <p:cNvSpPr/>
                        <p:nvPr/>
                      </p:nvSpPr>
                      <p:spPr>
                        <a:xfrm>
                          <a:off x="5352947" y="3486698"/>
                          <a:ext cx="141483" cy="10571"/>
                        </a:xfrm>
                        <a:custGeom>
                          <a:avLst/>
                          <a:gdLst/>
                          <a:ahLst/>
                          <a:cxnLst/>
                          <a:rect l="l" t="t" r="r" b="b"/>
                          <a:pathLst>
                            <a:path w="17989" h="1344" fill="none" extrusionOk="0">
                              <a:moveTo>
                                <a:pt x="1" y="1343"/>
                              </a:moveTo>
                              <a:lnTo>
                                <a:pt x="17989"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62" name="Google Shape;3662;p60"/>
                        <p:cNvSpPr/>
                        <p:nvPr/>
                      </p:nvSpPr>
                      <p:spPr>
                        <a:xfrm>
                          <a:off x="5353898" y="3501068"/>
                          <a:ext cx="18089" cy="136725"/>
                        </a:xfrm>
                        <a:custGeom>
                          <a:avLst/>
                          <a:gdLst/>
                          <a:ahLst/>
                          <a:cxnLst/>
                          <a:rect l="l" t="t" r="r" b="b"/>
                          <a:pathLst>
                            <a:path w="2300" h="17384" fill="none" extrusionOk="0">
                              <a:moveTo>
                                <a:pt x="1" y="0"/>
                              </a:moveTo>
                              <a:lnTo>
                                <a:pt x="2299" y="17383"/>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63" name="Google Shape;3663;p60"/>
                        <p:cNvSpPr/>
                        <p:nvPr/>
                      </p:nvSpPr>
                      <p:spPr>
                        <a:xfrm>
                          <a:off x="5206721" y="3620749"/>
                          <a:ext cx="102379" cy="98863"/>
                        </a:xfrm>
                        <a:custGeom>
                          <a:avLst/>
                          <a:gdLst/>
                          <a:ahLst/>
                          <a:cxnLst/>
                          <a:rect l="l" t="t" r="r" b="b"/>
                          <a:pathLst>
                            <a:path w="13017" h="12570" fill="none" extrusionOk="0">
                              <a:moveTo>
                                <a:pt x="0" y="1"/>
                              </a:moveTo>
                              <a:lnTo>
                                <a:pt x="13016" y="12569"/>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64" name="Google Shape;3664;p60"/>
                        <p:cNvSpPr/>
                        <p:nvPr/>
                      </p:nvSpPr>
                      <p:spPr>
                        <a:xfrm>
                          <a:off x="5293102" y="3715798"/>
                          <a:ext cx="15997" cy="101238"/>
                        </a:xfrm>
                        <a:custGeom>
                          <a:avLst/>
                          <a:gdLst/>
                          <a:ahLst/>
                          <a:cxnLst/>
                          <a:rect l="l" t="t" r="r" b="b"/>
                          <a:pathLst>
                            <a:path w="2034" h="12872" fill="none" extrusionOk="0">
                              <a:moveTo>
                                <a:pt x="2033" y="0"/>
                              </a:moveTo>
                              <a:lnTo>
                                <a:pt x="1" y="1287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65" name="Google Shape;3665;p60"/>
                        <p:cNvSpPr/>
                        <p:nvPr/>
                      </p:nvSpPr>
                      <p:spPr>
                        <a:xfrm>
                          <a:off x="5127371" y="3659854"/>
                          <a:ext cx="92862" cy="134539"/>
                        </a:xfrm>
                        <a:custGeom>
                          <a:avLst/>
                          <a:gdLst/>
                          <a:ahLst/>
                          <a:cxnLst/>
                          <a:rect l="l" t="t" r="r" b="b"/>
                          <a:pathLst>
                            <a:path w="11807" h="17106" fill="none" extrusionOk="0">
                              <a:moveTo>
                                <a:pt x="11807" y="17105"/>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66" name="Google Shape;3666;p60"/>
                        <p:cNvSpPr/>
                        <p:nvPr/>
                      </p:nvSpPr>
                      <p:spPr>
                        <a:xfrm>
                          <a:off x="5479203" y="3327149"/>
                          <a:ext cx="150615" cy="56998"/>
                        </a:xfrm>
                        <a:custGeom>
                          <a:avLst/>
                          <a:gdLst/>
                          <a:ahLst/>
                          <a:cxnLst/>
                          <a:rect l="l" t="t" r="r" b="b"/>
                          <a:pathLst>
                            <a:path w="19150" h="7247" fill="none" extrusionOk="0">
                              <a:moveTo>
                                <a:pt x="19149" y="0"/>
                              </a:moveTo>
                              <a:lnTo>
                                <a:pt x="0" y="7246"/>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67" name="Google Shape;3667;p60"/>
                        <p:cNvSpPr/>
                        <p:nvPr/>
                      </p:nvSpPr>
                      <p:spPr>
                        <a:xfrm>
                          <a:off x="5371980" y="3633790"/>
                          <a:ext cx="59373" cy="4003"/>
                        </a:xfrm>
                        <a:custGeom>
                          <a:avLst/>
                          <a:gdLst/>
                          <a:ahLst/>
                          <a:cxnLst/>
                          <a:rect l="l" t="t" r="r" b="b"/>
                          <a:pathLst>
                            <a:path w="7549" h="509" fill="none" extrusionOk="0">
                              <a:moveTo>
                                <a:pt x="0" y="508"/>
                              </a:moveTo>
                              <a:lnTo>
                                <a:pt x="7549"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68" name="Google Shape;3668;p60"/>
                        <p:cNvSpPr/>
                        <p:nvPr/>
                      </p:nvSpPr>
                      <p:spPr>
                        <a:xfrm>
                          <a:off x="5352947" y="3497261"/>
                          <a:ext cx="78406" cy="136536"/>
                        </a:xfrm>
                        <a:custGeom>
                          <a:avLst/>
                          <a:gdLst/>
                          <a:ahLst/>
                          <a:cxnLst/>
                          <a:rect l="l" t="t" r="r" b="b"/>
                          <a:pathLst>
                            <a:path w="9969" h="17360" fill="none" extrusionOk="0">
                              <a:moveTo>
                                <a:pt x="9969" y="17359"/>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69" name="Google Shape;3669;p60"/>
                        <p:cNvSpPr/>
                        <p:nvPr/>
                      </p:nvSpPr>
                      <p:spPr>
                        <a:xfrm>
                          <a:off x="4917296" y="3466721"/>
                          <a:ext cx="40733" cy="122356"/>
                        </a:xfrm>
                        <a:custGeom>
                          <a:avLst/>
                          <a:gdLst/>
                          <a:ahLst/>
                          <a:cxnLst/>
                          <a:rect l="l" t="t" r="r" b="b"/>
                          <a:pathLst>
                            <a:path w="5179" h="15557" fill="none" extrusionOk="0">
                              <a:moveTo>
                                <a:pt x="1" y="15557"/>
                              </a:moveTo>
                              <a:lnTo>
                                <a:pt x="5178"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70" name="Google Shape;3670;p60"/>
                        <p:cNvSpPr/>
                        <p:nvPr/>
                      </p:nvSpPr>
                      <p:spPr>
                        <a:xfrm>
                          <a:off x="5060203" y="3408017"/>
                          <a:ext cx="111416" cy="19513"/>
                        </a:xfrm>
                        <a:custGeom>
                          <a:avLst/>
                          <a:gdLst/>
                          <a:ahLst/>
                          <a:cxnLst/>
                          <a:rect l="l" t="t" r="r" b="b"/>
                          <a:pathLst>
                            <a:path w="14166" h="2481" fill="none" extrusionOk="0">
                              <a:moveTo>
                                <a:pt x="0" y="0"/>
                              </a:moveTo>
                              <a:lnTo>
                                <a:pt x="14165" y="248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71" name="Google Shape;3671;p60"/>
                        <p:cNvSpPr/>
                        <p:nvPr/>
                      </p:nvSpPr>
                      <p:spPr>
                        <a:xfrm>
                          <a:off x="5127371" y="3620749"/>
                          <a:ext cx="79358" cy="42636"/>
                        </a:xfrm>
                        <a:custGeom>
                          <a:avLst/>
                          <a:gdLst/>
                          <a:ahLst/>
                          <a:cxnLst/>
                          <a:rect l="l" t="t" r="r" b="b"/>
                          <a:pathLst>
                            <a:path w="10090" h="5421" fill="none" extrusionOk="0">
                              <a:moveTo>
                                <a:pt x="0" y="5420"/>
                              </a:moveTo>
                              <a:lnTo>
                                <a:pt x="10089"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nvGrpSpPr>
                        <p:cNvPr id="3672" name="Google Shape;3672;p60"/>
                        <p:cNvGrpSpPr/>
                        <p:nvPr/>
                      </p:nvGrpSpPr>
                      <p:grpSpPr>
                        <a:xfrm>
                          <a:off x="4579164" y="3203653"/>
                          <a:ext cx="1244833" cy="1020397"/>
                          <a:chOff x="4579164" y="3203653"/>
                          <a:chExt cx="1244833" cy="1020397"/>
                        </a:xfrm>
                      </p:grpSpPr>
                      <p:sp>
                        <p:nvSpPr>
                          <p:cNvPr id="3673" name="Google Shape;3673;p60"/>
                          <p:cNvSpPr/>
                          <p:nvPr/>
                        </p:nvSpPr>
                        <p:spPr>
                          <a:xfrm>
                            <a:off x="4949551" y="3708185"/>
                            <a:ext cx="37972" cy="3815"/>
                          </a:xfrm>
                          <a:custGeom>
                            <a:avLst/>
                            <a:gdLst/>
                            <a:ahLst/>
                            <a:cxnLst/>
                            <a:rect l="l" t="t" r="r" b="b"/>
                            <a:pathLst>
                              <a:path w="4828" h="485" fill="none" extrusionOk="0">
                                <a:moveTo>
                                  <a:pt x="0" y="1"/>
                                </a:moveTo>
                                <a:lnTo>
                                  <a:pt x="4827" y="485"/>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nvGrpSpPr>
                          <p:cNvPr id="3674" name="Google Shape;3674;p60"/>
                          <p:cNvGrpSpPr/>
                          <p:nvPr/>
                        </p:nvGrpSpPr>
                        <p:grpSpPr>
                          <a:xfrm>
                            <a:off x="4579164" y="3203653"/>
                            <a:ext cx="1244833" cy="1020397"/>
                            <a:chOff x="4579164" y="3203653"/>
                            <a:chExt cx="1244833" cy="1020397"/>
                          </a:xfrm>
                        </p:grpSpPr>
                        <p:sp>
                          <p:nvSpPr>
                            <p:cNvPr id="3675" name="Google Shape;3675;p60"/>
                            <p:cNvSpPr/>
                            <p:nvPr/>
                          </p:nvSpPr>
                          <p:spPr>
                            <a:xfrm>
                              <a:off x="4953357" y="3586309"/>
                              <a:ext cx="147288" cy="121884"/>
                            </a:xfrm>
                            <a:custGeom>
                              <a:avLst/>
                              <a:gdLst/>
                              <a:ahLst/>
                              <a:cxnLst/>
                              <a:rect l="l" t="t" r="r" b="b"/>
                              <a:pathLst>
                                <a:path w="18727" h="15497" fill="none" extrusionOk="0">
                                  <a:moveTo>
                                    <a:pt x="18726" y="1"/>
                                  </a:moveTo>
                                  <a:lnTo>
                                    <a:pt x="0" y="15497"/>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76" name="Google Shape;3676;p60"/>
                            <p:cNvSpPr/>
                            <p:nvPr/>
                          </p:nvSpPr>
                          <p:spPr>
                            <a:xfrm>
                              <a:off x="4987515" y="3592876"/>
                              <a:ext cx="113130" cy="119123"/>
                            </a:xfrm>
                            <a:custGeom>
                              <a:avLst/>
                              <a:gdLst/>
                              <a:ahLst/>
                              <a:cxnLst/>
                              <a:rect l="l" t="t" r="r" b="b"/>
                              <a:pathLst>
                                <a:path w="14384" h="15146" fill="none" extrusionOk="0">
                                  <a:moveTo>
                                    <a:pt x="0" y="15146"/>
                                  </a:moveTo>
                                  <a:lnTo>
                                    <a:pt x="14383"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77" name="Google Shape;3677;p60"/>
                            <p:cNvSpPr/>
                            <p:nvPr/>
                          </p:nvSpPr>
                          <p:spPr>
                            <a:xfrm>
                              <a:off x="4913395" y="3708185"/>
                              <a:ext cx="39970" cy="45389"/>
                            </a:xfrm>
                            <a:custGeom>
                              <a:avLst/>
                              <a:gdLst/>
                              <a:ahLst/>
                              <a:cxnLst/>
                              <a:rect l="l" t="t" r="r" b="b"/>
                              <a:pathLst>
                                <a:path w="5082" h="5771" fill="none" extrusionOk="0">
                                  <a:moveTo>
                                    <a:pt x="1" y="5771"/>
                                  </a:moveTo>
                                  <a:lnTo>
                                    <a:pt x="5081"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78" name="Google Shape;3678;p60"/>
                            <p:cNvSpPr/>
                            <p:nvPr/>
                          </p:nvSpPr>
                          <p:spPr>
                            <a:xfrm>
                              <a:off x="4888943" y="3704378"/>
                              <a:ext cx="60616" cy="26080"/>
                            </a:xfrm>
                            <a:custGeom>
                              <a:avLst/>
                              <a:gdLst/>
                              <a:ahLst/>
                              <a:cxnLst/>
                              <a:rect l="l" t="t" r="r" b="b"/>
                              <a:pathLst>
                                <a:path w="7707" h="3316" fill="none" extrusionOk="0">
                                  <a:moveTo>
                                    <a:pt x="1" y="3315"/>
                                  </a:moveTo>
                                  <a:lnTo>
                                    <a:pt x="7706"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79" name="Google Shape;3679;p60"/>
                            <p:cNvSpPr/>
                            <p:nvPr/>
                          </p:nvSpPr>
                          <p:spPr>
                            <a:xfrm>
                              <a:off x="4917296" y="3589069"/>
                              <a:ext cx="32262" cy="119123"/>
                            </a:xfrm>
                            <a:custGeom>
                              <a:avLst/>
                              <a:gdLst/>
                              <a:ahLst/>
                              <a:cxnLst/>
                              <a:rect l="l" t="t" r="r" b="b"/>
                              <a:pathLst>
                                <a:path w="4102" h="15146" fill="none" extrusionOk="0">
                                  <a:moveTo>
                                    <a:pt x="1" y="1"/>
                                  </a:moveTo>
                                  <a:lnTo>
                                    <a:pt x="4101" y="15146"/>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80" name="Google Shape;3680;p60"/>
                            <p:cNvSpPr/>
                            <p:nvPr/>
                          </p:nvSpPr>
                          <p:spPr>
                            <a:xfrm>
                              <a:off x="4949551" y="3708185"/>
                              <a:ext cx="22840" cy="72885"/>
                            </a:xfrm>
                            <a:custGeom>
                              <a:avLst/>
                              <a:gdLst/>
                              <a:ahLst/>
                              <a:cxnLst/>
                              <a:rect l="l" t="t" r="r" b="b"/>
                              <a:pathLst>
                                <a:path w="2904" h="9267" fill="none" extrusionOk="0">
                                  <a:moveTo>
                                    <a:pt x="0" y="1"/>
                                  </a:moveTo>
                                  <a:lnTo>
                                    <a:pt x="2904" y="9267"/>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81" name="Google Shape;3681;p60"/>
                            <p:cNvSpPr/>
                            <p:nvPr/>
                          </p:nvSpPr>
                          <p:spPr>
                            <a:xfrm>
                              <a:off x="4912066" y="3752237"/>
                              <a:ext cx="60325" cy="28833"/>
                            </a:xfrm>
                            <a:custGeom>
                              <a:avLst/>
                              <a:gdLst/>
                              <a:ahLst/>
                              <a:cxnLst/>
                              <a:rect l="l" t="t" r="r" b="b"/>
                              <a:pathLst>
                                <a:path w="7670" h="3666" fill="none" extrusionOk="0">
                                  <a:moveTo>
                                    <a:pt x="0" y="1"/>
                                  </a:moveTo>
                                  <a:lnTo>
                                    <a:pt x="7670" y="3666"/>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nvGrpSpPr>
                            <p:cNvPr id="3682" name="Google Shape;3682;p60"/>
                            <p:cNvGrpSpPr/>
                            <p:nvPr/>
                          </p:nvGrpSpPr>
                          <p:grpSpPr>
                            <a:xfrm>
                              <a:off x="4579164" y="3203653"/>
                              <a:ext cx="1244833" cy="1020397"/>
                              <a:chOff x="4579164" y="3203653"/>
                              <a:chExt cx="1244833" cy="1020397"/>
                            </a:xfrm>
                          </p:grpSpPr>
                          <p:sp>
                            <p:nvSpPr>
                              <p:cNvPr id="3683" name="Google Shape;3683;p60"/>
                              <p:cNvSpPr/>
                              <p:nvPr/>
                            </p:nvSpPr>
                            <p:spPr>
                              <a:xfrm>
                                <a:off x="4590301" y="3738347"/>
                                <a:ext cx="92956" cy="91722"/>
                              </a:xfrm>
                              <a:custGeom>
                                <a:avLst/>
                                <a:gdLst/>
                                <a:ahLst/>
                                <a:cxnLst/>
                                <a:rect l="l" t="t" r="r" b="b"/>
                                <a:pathLst>
                                  <a:path w="11819" h="11662" fill="none" extrusionOk="0">
                                    <a:moveTo>
                                      <a:pt x="0" y="0"/>
                                    </a:moveTo>
                                    <a:lnTo>
                                      <a:pt x="11819" y="11662"/>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84" name="Google Shape;3684;p60"/>
                              <p:cNvSpPr/>
                              <p:nvPr/>
                            </p:nvSpPr>
                            <p:spPr>
                              <a:xfrm>
                                <a:off x="4683250" y="3652241"/>
                                <a:ext cx="33591" cy="177828"/>
                              </a:xfrm>
                              <a:custGeom>
                                <a:avLst/>
                                <a:gdLst/>
                                <a:ahLst/>
                                <a:cxnLst/>
                                <a:rect l="l" t="t" r="r" b="b"/>
                                <a:pathLst>
                                  <a:path w="4271" h="22610" fill="none" extrusionOk="0">
                                    <a:moveTo>
                                      <a:pt x="1" y="22610"/>
                                    </a:moveTo>
                                    <a:lnTo>
                                      <a:pt x="4271"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85" name="Google Shape;3685;p60"/>
                              <p:cNvSpPr/>
                              <p:nvPr/>
                            </p:nvSpPr>
                            <p:spPr>
                              <a:xfrm>
                                <a:off x="4716833" y="3652241"/>
                                <a:ext cx="70982" cy="207707"/>
                              </a:xfrm>
                              <a:custGeom>
                                <a:avLst/>
                                <a:gdLst/>
                                <a:ahLst/>
                                <a:cxnLst/>
                                <a:rect l="l" t="t" r="r" b="b"/>
                                <a:pathLst>
                                  <a:path w="9025" h="26409" fill="none" extrusionOk="0">
                                    <a:moveTo>
                                      <a:pt x="1" y="1"/>
                                    </a:moveTo>
                                    <a:lnTo>
                                      <a:pt x="9025" y="26408"/>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86" name="Google Shape;3686;p60"/>
                              <p:cNvSpPr/>
                              <p:nvPr/>
                            </p:nvSpPr>
                            <p:spPr>
                              <a:xfrm>
                                <a:off x="4813117" y="3694578"/>
                                <a:ext cx="44154" cy="139297"/>
                              </a:xfrm>
                              <a:custGeom>
                                <a:avLst/>
                                <a:gdLst/>
                                <a:ahLst/>
                                <a:cxnLst/>
                                <a:rect l="l" t="t" r="r" b="b"/>
                                <a:pathLst>
                                  <a:path w="5614" h="17711" fill="none" extrusionOk="0">
                                    <a:moveTo>
                                      <a:pt x="5614" y="17711"/>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87" name="Google Shape;3687;p60"/>
                              <p:cNvSpPr/>
                              <p:nvPr/>
                            </p:nvSpPr>
                            <p:spPr>
                              <a:xfrm>
                                <a:off x="4787807" y="3694578"/>
                                <a:ext cx="25317" cy="165369"/>
                              </a:xfrm>
                              <a:custGeom>
                                <a:avLst/>
                                <a:gdLst/>
                                <a:ahLst/>
                                <a:cxnLst/>
                                <a:rect l="l" t="t" r="r" b="b"/>
                                <a:pathLst>
                                  <a:path w="3219" h="21026" fill="none" extrusionOk="0">
                                    <a:moveTo>
                                      <a:pt x="3219" y="1"/>
                                    </a:moveTo>
                                    <a:lnTo>
                                      <a:pt x="1" y="21025"/>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88" name="Google Shape;3688;p60"/>
                              <p:cNvSpPr/>
                              <p:nvPr/>
                            </p:nvSpPr>
                            <p:spPr>
                              <a:xfrm>
                                <a:off x="4683250" y="3830061"/>
                                <a:ext cx="106374" cy="25223"/>
                              </a:xfrm>
                              <a:custGeom>
                                <a:avLst/>
                                <a:gdLst/>
                                <a:ahLst/>
                                <a:cxnLst/>
                                <a:rect l="l" t="t" r="r" b="b"/>
                                <a:pathLst>
                                  <a:path w="13525" h="3207" fill="none" extrusionOk="0">
                                    <a:moveTo>
                                      <a:pt x="1" y="1"/>
                                    </a:moveTo>
                                    <a:lnTo>
                                      <a:pt x="13525" y="3206"/>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89" name="Google Shape;3689;p60"/>
                              <p:cNvSpPr/>
                              <p:nvPr/>
                            </p:nvSpPr>
                            <p:spPr>
                              <a:xfrm>
                                <a:off x="4670980" y="3830061"/>
                                <a:ext cx="12277" cy="79263"/>
                              </a:xfrm>
                              <a:custGeom>
                                <a:avLst/>
                                <a:gdLst/>
                                <a:ahLst/>
                                <a:cxnLst/>
                                <a:rect l="l" t="t" r="r" b="b"/>
                                <a:pathLst>
                                  <a:path w="1561" h="10078" fill="none" extrusionOk="0">
                                    <a:moveTo>
                                      <a:pt x="1561" y="1"/>
                                    </a:moveTo>
                                    <a:lnTo>
                                      <a:pt x="0" y="10077"/>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90" name="Google Shape;3690;p60"/>
                              <p:cNvSpPr/>
                              <p:nvPr/>
                            </p:nvSpPr>
                            <p:spPr>
                              <a:xfrm>
                                <a:off x="4583828" y="3830061"/>
                                <a:ext cx="99429" cy="34543"/>
                              </a:xfrm>
                              <a:custGeom>
                                <a:avLst/>
                                <a:gdLst/>
                                <a:ahLst/>
                                <a:cxnLst/>
                                <a:rect l="l" t="t" r="r" b="b"/>
                                <a:pathLst>
                                  <a:path w="12642" h="4392" fill="none" extrusionOk="0">
                                    <a:moveTo>
                                      <a:pt x="0" y="4392"/>
                                    </a:moveTo>
                                    <a:lnTo>
                                      <a:pt x="12642"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91" name="Google Shape;3691;p60"/>
                              <p:cNvSpPr/>
                              <p:nvPr/>
                            </p:nvSpPr>
                            <p:spPr>
                              <a:xfrm>
                                <a:off x="4683250" y="3830061"/>
                                <a:ext cx="50336" cy="117983"/>
                              </a:xfrm>
                              <a:custGeom>
                                <a:avLst/>
                                <a:gdLst/>
                                <a:ahLst/>
                                <a:cxnLst/>
                                <a:rect l="l" t="t" r="r" b="b"/>
                                <a:pathLst>
                                  <a:path w="6400" h="15001" fill="none" extrusionOk="0">
                                    <a:moveTo>
                                      <a:pt x="1" y="1"/>
                                    </a:moveTo>
                                    <a:lnTo>
                                      <a:pt x="6400" y="1500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92" name="Google Shape;3692;p60"/>
                              <p:cNvSpPr/>
                              <p:nvPr/>
                            </p:nvSpPr>
                            <p:spPr>
                              <a:xfrm>
                                <a:off x="4733578" y="3855276"/>
                                <a:ext cx="56046" cy="92768"/>
                              </a:xfrm>
                              <a:custGeom>
                                <a:avLst/>
                                <a:gdLst/>
                                <a:ahLst/>
                                <a:cxnLst/>
                                <a:rect l="l" t="t" r="r" b="b"/>
                                <a:pathLst>
                                  <a:path w="7126" h="11795" fill="none" extrusionOk="0">
                                    <a:moveTo>
                                      <a:pt x="1" y="11795"/>
                                    </a:moveTo>
                                    <a:lnTo>
                                      <a:pt x="7126"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93" name="Google Shape;3693;p60"/>
                              <p:cNvSpPr/>
                              <p:nvPr/>
                            </p:nvSpPr>
                            <p:spPr>
                              <a:xfrm>
                                <a:off x="4888943" y="3730450"/>
                                <a:ext cx="34928" cy="89252"/>
                              </a:xfrm>
                              <a:custGeom>
                                <a:avLst/>
                                <a:gdLst/>
                                <a:ahLst/>
                                <a:cxnLst/>
                                <a:rect l="l" t="t" r="r" b="b"/>
                                <a:pathLst>
                                  <a:path w="4441" h="11348" fill="none" extrusionOk="0">
                                    <a:moveTo>
                                      <a:pt x="4440" y="11347"/>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94" name="Google Shape;3694;p60"/>
                              <p:cNvSpPr/>
                              <p:nvPr/>
                            </p:nvSpPr>
                            <p:spPr>
                              <a:xfrm>
                                <a:off x="4590301" y="3667468"/>
                                <a:ext cx="49762" cy="70887"/>
                              </a:xfrm>
                              <a:custGeom>
                                <a:avLst/>
                                <a:gdLst/>
                                <a:ahLst/>
                                <a:cxnLst/>
                                <a:rect l="l" t="t" r="r" b="b"/>
                                <a:pathLst>
                                  <a:path w="6327" h="9013" fill="none" extrusionOk="0">
                                    <a:moveTo>
                                      <a:pt x="0" y="9012"/>
                                    </a:moveTo>
                                    <a:lnTo>
                                      <a:pt x="6327"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95" name="Google Shape;3695;p60"/>
                              <p:cNvSpPr/>
                              <p:nvPr/>
                            </p:nvSpPr>
                            <p:spPr>
                              <a:xfrm>
                                <a:off x="4640338" y="3648536"/>
                                <a:ext cx="80593" cy="20268"/>
                              </a:xfrm>
                              <a:custGeom>
                                <a:avLst/>
                                <a:gdLst/>
                                <a:ahLst/>
                                <a:cxnLst/>
                                <a:rect l="l" t="t" r="r" b="b"/>
                                <a:pathLst>
                                  <a:path w="10247" h="2577" fill="none" extrusionOk="0">
                                    <a:moveTo>
                                      <a:pt x="1" y="2577"/>
                                    </a:moveTo>
                                    <a:lnTo>
                                      <a:pt x="10247"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nvGrpSpPr>
                              <p:cNvPr id="3696" name="Google Shape;3696;p60"/>
                              <p:cNvGrpSpPr/>
                              <p:nvPr/>
                            </p:nvGrpSpPr>
                            <p:grpSpPr>
                              <a:xfrm>
                                <a:off x="4579164" y="3203653"/>
                                <a:ext cx="1244833" cy="1020397"/>
                                <a:chOff x="4579164" y="3203653"/>
                                <a:chExt cx="1244833" cy="1020397"/>
                              </a:xfrm>
                            </p:grpSpPr>
                            <p:sp>
                              <p:nvSpPr>
                                <p:cNvPr id="3697" name="Google Shape;3697;p60"/>
                                <p:cNvSpPr/>
                                <p:nvPr/>
                              </p:nvSpPr>
                              <p:spPr>
                                <a:xfrm>
                                  <a:off x="4753083" y="3966015"/>
                                  <a:ext cx="92964" cy="53765"/>
                                </a:xfrm>
                                <a:custGeom>
                                  <a:avLst/>
                                  <a:gdLst/>
                                  <a:ahLst/>
                                  <a:cxnLst/>
                                  <a:rect l="l" t="t" r="r" b="b"/>
                                  <a:pathLst>
                                    <a:path w="11820" h="6836" fill="none" extrusionOk="0">
                                      <a:moveTo>
                                        <a:pt x="1" y="6836"/>
                                      </a:moveTo>
                                      <a:lnTo>
                                        <a:pt x="11819"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98" name="Google Shape;3698;p60"/>
                                <p:cNvSpPr/>
                                <p:nvPr/>
                              </p:nvSpPr>
                              <p:spPr>
                                <a:xfrm>
                                  <a:off x="4846040" y="3952794"/>
                                  <a:ext cx="103519" cy="13135"/>
                                </a:xfrm>
                                <a:custGeom>
                                  <a:avLst/>
                                  <a:gdLst/>
                                  <a:ahLst/>
                                  <a:cxnLst/>
                                  <a:rect l="l" t="t" r="r" b="b"/>
                                  <a:pathLst>
                                    <a:path w="13162" h="1670" fill="none" extrusionOk="0">
                                      <a:moveTo>
                                        <a:pt x="13161" y="0"/>
                                      </a:moveTo>
                                      <a:lnTo>
                                        <a:pt x="0" y="167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699" name="Google Shape;3699;p60"/>
                                <p:cNvSpPr/>
                                <p:nvPr/>
                              </p:nvSpPr>
                              <p:spPr>
                                <a:xfrm>
                                  <a:off x="4846040" y="3962216"/>
                                  <a:ext cx="64800" cy="128066"/>
                                </a:xfrm>
                                <a:custGeom>
                                  <a:avLst/>
                                  <a:gdLst/>
                                  <a:ahLst/>
                                  <a:cxnLst/>
                                  <a:rect l="l" t="t" r="r" b="b"/>
                                  <a:pathLst>
                                    <a:path w="8239" h="16283" fill="none" extrusionOk="0">
                                      <a:moveTo>
                                        <a:pt x="0" y="0"/>
                                      </a:moveTo>
                                      <a:lnTo>
                                        <a:pt x="8238" y="16282"/>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700" name="Google Shape;3700;p60"/>
                                <p:cNvSpPr/>
                                <p:nvPr/>
                              </p:nvSpPr>
                              <p:spPr>
                                <a:xfrm>
                                  <a:off x="4842233" y="3962216"/>
                                  <a:ext cx="3815" cy="164787"/>
                                </a:xfrm>
                                <a:custGeom>
                                  <a:avLst/>
                                  <a:gdLst/>
                                  <a:ahLst/>
                                  <a:cxnLst/>
                                  <a:rect l="l" t="t" r="r" b="b"/>
                                  <a:pathLst>
                                    <a:path w="485" h="20952" fill="none" extrusionOk="0">
                                      <a:moveTo>
                                        <a:pt x="0" y="20952"/>
                                      </a:moveTo>
                                      <a:lnTo>
                                        <a:pt x="484"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701" name="Google Shape;3701;p60"/>
                                <p:cNvSpPr/>
                                <p:nvPr/>
                              </p:nvSpPr>
                              <p:spPr>
                                <a:xfrm>
                                  <a:off x="4842233" y="4123189"/>
                                  <a:ext cx="37587" cy="53002"/>
                                </a:xfrm>
                                <a:custGeom>
                                  <a:avLst/>
                                  <a:gdLst/>
                                  <a:ahLst/>
                                  <a:cxnLst/>
                                  <a:rect l="l" t="t" r="r" b="b"/>
                                  <a:pathLst>
                                    <a:path w="4779" h="6739" fill="none" extrusionOk="0">
                                      <a:moveTo>
                                        <a:pt x="4779" y="6739"/>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702" name="Google Shape;3702;p60"/>
                                <p:cNvSpPr/>
                                <p:nvPr/>
                              </p:nvSpPr>
                              <p:spPr>
                                <a:xfrm>
                                  <a:off x="4770779" y="4118525"/>
                                  <a:ext cx="71461" cy="4672"/>
                                </a:xfrm>
                                <a:custGeom>
                                  <a:avLst/>
                                  <a:gdLst/>
                                  <a:ahLst/>
                                  <a:cxnLst/>
                                  <a:rect l="l" t="t" r="r" b="b"/>
                                  <a:pathLst>
                                    <a:path w="9086" h="594" fill="none" extrusionOk="0">
                                      <a:moveTo>
                                        <a:pt x="9085" y="594"/>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703" name="Google Shape;3703;p60"/>
                                <p:cNvSpPr/>
                                <p:nvPr/>
                              </p:nvSpPr>
                              <p:spPr>
                                <a:xfrm>
                                  <a:off x="4842233" y="4090274"/>
                                  <a:ext cx="68606" cy="32923"/>
                                </a:xfrm>
                                <a:custGeom>
                                  <a:avLst/>
                                  <a:gdLst/>
                                  <a:ahLst/>
                                  <a:cxnLst/>
                                  <a:rect l="l" t="t" r="r" b="b"/>
                                  <a:pathLst>
                                    <a:path w="8723" h="4186" fill="none" extrusionOk="0">
                                      <a:moveTo>
                                        <a:pt x="0" y="4186"/>
                                      </a:moveTo>
                                      <a:lnTo>
                                        <a:pt x="8722"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nvGrpSpPr>
                                <p:cNvPr id="3704" name="Google Shape;3704;p60"/>
                                <p:cNvGrpSpPr/>
                                <p:nvPr/>
                              </p:nvGrpSpPr>
                              <p:grpSpPr>
                                <a:xfrm>
                                  <a:off x="4579164" y="3203653"/>
                                  <a:ext cx="1244833" cy="1020397"/>
                                  <a:chOff x="4579164" y="3203653"/>
                                  <a:chExt cx="1244833" cy="1020397"/>
                                </a:xfrm>
                              </p:grpSpPr>
                              <p:sp>
                                <p:nvSpPr>
                                  <p:cNvPr id="3705" name="Google Shape;3705;p60"/>
                                  <p:cNvSpPr/>
                                  <p:nvPr/>
                                </p:nvSpPr>
                                <p:spPr>
                                  <a:xfrm>
                                    <a:off x="4788476" y="3855276"/>
                                    <a:ext cx="57572" cy="110747"/>
                                  </a:xfrm>
                                  <a:custGeom>
                                    <a:avLst/>
                                    <a:gdLst/>
                                    <a:ahLst/>
                                    <a:cxnLst/>
                                    <a:rect l="l" t="t" r="r" b="b"/>
                                    <a:pathLst>
                                      <a:path w="7320" h="14081" fill="none" extrusionOk="0">
                                        <a:moveTo>
                                          <a:pt x="7319" y="14081"/>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706" name="Google Shape;3706;p60"/>
                                  <p:cNvSpPr/>
                                  <p:nvPr/>
                                </p:nvSpPr>
                                <p:spPr>
                                  <a:xfrm>
                                    <a:off x="4846040" y="3833867"/>
                                    <a:ext cx="11231" cy="132156"/>
                                  </a:xfrm>
                                  <a:custGeom>
                                    <a:avLst/>
                                    <a:gdLst/>
                                    <a:ahLst/>
                                    <a:cxnLst/>
                                    <a:rect l="l" t="t" r="r" b="b"/>
                                    <a:pathLst>
                                      <a:path w="1428" h="16803" fill="none" extrusionOk="0">
                                        <a:moveTo>
                                          <a:pt x="0" y="16803"/>
                                        </a:moveTo>
                                        <a:lnTo>
                                          <a:pt x="1428"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707" name="Google Shape;3707;p60"/>
                                  <p:cNvSpPr/>
                                  <p:nvPr/>
                                </p:nvSpPr>
                                <p:spPr>
                                  <a:xfrm>
                                    <a:off x="4761554" y="3854796"/>
                                    <a:ext cx="26261" cy="164984"/>
                                  </a:xfrm>
                                  <a:custGeom>
                                    <a:avLst/>
                                    <a:gdLst/>
                                    <a:ahLst/>
                                    <a:cxnLst/>
                                    <a:rect l="l" t="t" r="r" b="b"/>
                                    <a:pathLst>
                                      <a:path w="3339" h="20977" fill="none" extrusionOk="0">
                                        <a:moveTo>
                                          <a:pt x="0" y="20977"/>
                                        </a:moveTo>
                                        <a:lnTo>
                                          <a:pt x="3339"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708" name="Google Shape;3708;p60"/>
                                  <p:cNvSpPr/>
                                  <p:nvPr/>
                                </p:nvSpPr>
                                <p:spPr>
                                  <a:xfrm>
                                    <a:off x="4846991" y="3818263"/>
                                    <a:ext cx="74025" cy="146242"/>
                                  </a:xfrm>
                                  <a:custGeom>
                                    <a:avLst/>
                                    <a:gdLst/>
                                    <a:ahLst/>
                                    <a:cxnLst/>
                                    <a:rect l="l" t="t" r="r" b="b"/>
                                    <a:pathLst>
                                      <a:path w="9412" h="18594" fill="none" extrusionOk="0">
                                        <a:moveTo>
                                          <a:pt x="0" y="18593"/>
                                        </a:moveTo>
                                        <a:lnTo>
                                          <a:pt x="9411"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709" name="Google Shape;3709;p60"/>
                                  <p:cNvSpPr/>
                                  <p:nvPr/>
                                </p:nvSpPr>
                                <p:spPr>
                                  <a:xfrm>
                                    <a:off x="4927191" y="3823305"/>
                                    <a:ext cx="22368" cy="129497"/>
                                  </a:xfrm>
                                  <a:custGeom>
                                    <a:avLst/>
                                    <a:gdLst/>
                                    <a:ahLst/>
                                    <a:cxnLst/>
                                    <a:rect l="l" t="t" r="r" b="b"/>
                                    <a:pathLst>
                                      <a:path w="2844" h="16465" fill="none" extrusionOk="0">
                                        <a:moveTo>
                                          <a:pt x="1" y="1"/>
                                        </a:moveTo>
                                        <a:lnTo>
                                          <a:pt x="2843" y="16464"/>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nvGrpSpPr>
                                  <p:cNvPr id="3710" name="Google Shape;3710;p60"/>
                                  <p:cNvGrpSpPr/>
                                  <p:nvPr/>
                                </p:nvGrpSpPr>
                                <p:grpSpPr>
                                  <a:xfrm>
                                    <a:off x="4579164" y="3203653"/>
                                    <a:ext cx="1244833" cy="1020397"/>
                                    <a:chOff x="4579164" y="3203653"/>
                                    <a:chExt cx="1244833" cy="1020397"/>
                                  </a:xfrm>
                                </p:grpSpPr>
                                <p:sp>
                                  <p:nvSpPr>
                                    <p:cNvPr id="3711" name="Google Shape;3711;p60"/>
                                    <p:cNvSpPr/>
                                    <p:nvPr/>
                                  </p:nvSpPr>
                                  <p:spPr>
                                    <a:xfrm>
                                      <a:off x="4579164" y="3652241"/>
                                      <a:ext cx="422626" cy="571809"/>
                                    </a:xfrm>
                                    <a:custGeom>
                                      <a:avLst/>
                                      <a:gdLst/>
                                      <a:ahLst/>
                                      <a:cxnLst/>
                                      <a:rect l="l" t="t" r="r" b="b"/>
                                      <a:pathLst>
                                        <a:path w="53735" h="72703" fill="none" extrusionOk="0">
                                          <a:moveTo>
                                            <a:pt x="27593" y="71880"/>
                                          </a:moveTo>
                                          <a:lnTo>
                                            <a:pt x="23771" y="58694"/>
                                          </a:lnTo>
                                          <a:lnTo>
                                            <a:pt x="22936" y="46731"/>
                                          </a:lnTo>
                                          <a:lnTo>
                                            <a:pt x="19972" y="37380"/>
                                          </a:lnTo>
                                          <a:lnTo>
                                            <a:pt x="11674" y="32686"/>
                                          </a:lnTo>
                                          <a:lnTo>
                                            <a:pt x="1" y="27001"/>
                                          </a:lnTo>
                                          <a:lnTo>
                                            <a:pt x="1392" y="10610"/>
                                          </a:lnTo>
                                          <a:lnTo>
                                            <a:pt x="17517" y="1"/>
                                          </a:lnTo>
                                          <a:lnTo>
                                            <a:pt x="29747" y="5384"/>
                                          </a:lnTo>
                                          <a:lnTo>
                                            <a:pt x="43827" y="21291"/>
                                          </a:lnTo>
                                          <a:lnTo>
                                            <a:pt x="49343" y="27122"/>
                                          </a:lnTo>
                                          <a:lnTo>
                                            <a:pt x="53735" y="25815"/>
                                          </a:lnTo>
                                          <a:lnTo>
                                            <a:pt x="50347" y="35940"/>
                                          </a:lnTo>
                                          <a:lnTo>
                                            <a:pt x="47093" y="38214"/>
                                          </a:lnTo>
                                          <a:lnTo>
                                            <a:pt x="44069" y="44275"/>
                                          </a:lnTo>
                                          <a:lnTo>
                                            <a:pt x="45073" y="51944"/>
                                          </a:lnTo>
                                          <a:lnTo>
                                            <a:pt x="42170" y="55694"/>
                                          </a:lnTo>
                                          <a:lnTo>
                                            <a:pt x="38227" y="66025"/>
                                          </a:lnTo>
                                          <a:lnTo>
                                            <a:pt x="27593" y="72702"/>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712" name="Google Shape;3712;p60"/>
                                    <p:cNvSpPr/>
                                    <p:nvPr/>
                                  </p:nvSpPr>
                                  <p:spPr>
                                    <a:xfrm>
                                      <a:off x="4617986" y="3203653"/>
                                      <a:ext cx="1206011" cy="684357"/>
                                    </a:xfrm>
                                    <a:custGeom>
                                      <a:avLst/>
                                      <a:gdLst/>
                                      <a:ahLst/>
                                      <a:cxnLst/>
                                      <a:rect l="l" t="t" r="r" b="b"/>
                                      <a:pathLst>
                                        <a:path w="153339" h="87013" fill="none" extrusionOk="0">
                                          <a:moveTo>
                                            <a:pt x="24811" y="62214"/>
                                          </a:moveTo>
                                          <a:lnTo>
                                            <a:pt x="34452" y="66980"/>
                                          </a:lnTo>
                                          <a:lnTo>
                                            <a:pt x="37549" y="69920"/>
                                          </a:lnTo>
                                          <a:lnTo>
                                            <a:pt x="41274" y="77698"/>
                                          </a:lnTo>
                                          <a:lnTo>
                                            <a:pt x="46270" y="79222"/>
                                          </a:lnTo>
                                          <a:lnTo>
                                            <a:pt x="55899" y="72775"/>
                                          </a:lnTo>
                                          <a:lnTo>
                                            <a:pt x="52645" y="69085"/>
                                          </a:lnTo>
                                          <a:lnTo>
                                            <a:pt x="48291" y="70234"/>
                                          </a:lnTo>
                                          <a:lnTo>
                                            <a:pt x="46585" y="64634"/>
                                          </a:lnTo>
                                          <a:lnTo>
                                            <a:pt x="48774" y="66097"/>
                                          </a:lnTo>
                                          <a:lnTo>
                                            <a:pt x="59698" y="70234"/>
                                          </a:lnTo>
                                          <a:lnTo>
                                            <a:pt x="65988" y="72279"/>
                                          </a:lnTo>
                                          <a:lnTo>
                                            <a:pt x="66315" y="75944"/>
                                          </a:lnTo>
                                          <a:lnTo>
                                            <a:pt x="70960" y="87013"/>
                                          </a:lnTo>
                                          <a:lnTo>
                                            <a:pt x="76573" y="75944"/>
                                          </a:lnTo>
                                          <a:lnTo>
                                            <a:pt x="80831" y="72932"/>
                                          </a:lnTo>
                                          <a:lnTo>
                                            <a:pt x="86069" y="78146"/>
                                          </a:lnTo>
                                          <a:lnTo>
                                            <a:pt x="88355" y="83928"/>
                                          </a:lnTo>
                                          <a:lnTo>
                                            <a:pt x="94633" y="84037"/>
                                          </a:lnTo>
                                          <a:lnTo>
                                            <a:pt x="94270" y="74299"/>
                                          </a:lnTo>
                                          <a:lnTo>
                                            <a:pt x="100936" y="72690"/>
                                          </a:lnTo>
                                          <a:lnTo>
                                            <a:pt x="106682" y="64307"/>
                                          </a:lnTo>
                                          <a:lnTo>
                                            <a:pt x="106319" y="56553"/>
                                          </a:lnTo>
                                          <a:lnTo>
                                            <a:pt x="103416" y="54690"/>
                                          </a:lnTo>
                                          <a:lnTo>
                                            <a:pt x="106827" y="53105"/>
                                          </a:lnTo>
                                          <a:lnTo>
                                            <a:pt x="120194" y="45339"/>
                                          </a:lnTo>
                                          <a:lnTo>
                                            <a:pt x="122528" y="36859"/>
                                          </a:lnTo>
                                          <a:lnTo>
                                            <a:pt x="118851" y="35493"/>
                                          </a:lnTo>
                                          <a:lnTo>
                                            <a:pt x="125093" y="28464"/>
                                          </a:lnTo>
                                          <a:lnTo>
                                            <a:pt x="148536" y="25972"/>
                                          </a:lnTo>
                                          <a:lnTo>
                                            <a:pt x="153339" y="12255"/>
                                          </a:lnTo>
                                          <a:lnTo>
                                            <a:pt x="125468" y="6255"/>
                                          </a:lnTo>
                                          <a:lnTo>
                                            <a:pt x="101758" y="5432"/>
                                          </a:lnTo>
                                          <a:lnTo>
                                            <a:pt x="85016" y="1"/>
                                          </a:lnTo>
                                          <a:lnTo>
                                            <a:pt x="60532" y="12255"/>
                                          </a:lnTo>
                                          <a:lnTo>
                                            <a:pt x="39714" y="20214"/>
                                          </a:lnTo>
                                          <a:lnTo>
                                            <a:pt x="35444" y="13089"/>
                                          </a:lnTo>
                                          <a:lnTo>
                                            <a:pt x="22186" y="13464"/>
                                          </a:lnTo>
                                          <a:lnTo>
                                            <a:pt x="15291" y="21351"/>
                                          </a:lnTo>
                                          <a:lnTo>
                                            <a:pt x="11831" y="27484"/>
                                          </a:lnTo>
                                          <a:lnTo>
                                            <a:pt x="21581" y="26614"/>
                                          </a:lnTo>
                                          <a:lnTo>
                                            <a:pt x="24532" y="19561"/>
                                          </a:lnTo>
                                          <a:lnTo>
                                            <a:pt x="29480" y="22694"/>
                                          </a:lnTo>
                                          <a:lnTo>
                                            <a:pt x="24811" y="32964"/>
                                          </a:lnTo>
                                          <a:lnTo>
                                            <a:pt x="20262" y="35541"/>
                                          </a:lnTo>
                                          <a:lnTo>
                                            <a:pt x="15569" y="31368"/>
                                          </a:lnTo>
                                          <a:lnTo>
                                            <a:pt x="15061" y="35650"/>
                                          </a:lnTo>
                                          <a:lnTo>
                                            <a:pt x="11057" y="37924"/>
                                          </a:lnTo>
                                          <a:lnTo>
                                            <a:pt x="6024" y="43089"/>
                                          </a:lnTo>
                                          <a:lnTo>
                                            <a:pt x="6387" y="49210"/>
                                          </a:lnTo>
                                          <a:lnTo>
                                            <a:pt x="992" y="49210"/>
                                          </a:lnTo>
                                          <a:lnTo>
                                            <a:pt x="0" y="52198"/>
                                          </a:lnTo>
                                          <a:lnTo>
                                            <a:pt x="835" y="57037"/>
                                          </a:lnTo>
                                          <a:lnTo>
                                            <a:pt x="6726" y="55198"/>
                                          </a:lnTo>
                                          <a:lnTo>
                                            <a:pt x="10924" y="50069"/>
                                          </a:lnTo>
                                          <a:lnTo>
                                            <a:pt x="16367" y="50686"/>
                                          </a:lnTo>
                                          <a:lnTo>
                                            <a:pt x="18049" y="46670"/>
                                          </a:lnTo>
                                          <a:lnTo>
                                            <a:pt x="23093" y="54363"/>
                                          </a:lnTo>
                                          <a:lnTo>
                                            <a:pt x="26528" y="56105"/>
                                          </a:lnTo>
                                          <a:lnTo>
                                            <a:pt x="26734" y="52210"/>
                                          </a:lnTo>
                                          <a:lnTo>
                                            <a:pt x="33835" y="47069"/>
                                          </a:lnTo>
                                          <a:lnTo>
                                            <a:pt x="38069" y="49488"/>
                                          </a:lnTo>
                                          <a:lnTo>
                                            <a:pt x="36278" y="53045"/>
                                          </a:lnTo>
                                          <a:lnTo>
                                            <a:pt x="28343" y="55392"/>
                                          </a:lnTo>
                                          <a:cubicBezTo>
                                            <a:pt x="28343" y="55392"/>
                                            <a:pt x="31041" y="58888"/>
                                            <a:pt x="31319" y="58984"/>
                                          </a:cubicBezTo>
                                          <a:cubicBezTo>
                                            <a:pt x="31597" y="59069"/>
                                            <a:pt x="36278" y="58150"/>
                                            <a:pt x="36278" y="58150"/>
                                          </a:cubicBezTo>
                                          <a:lnTo>
                                            <a:pt x="35456" y="61948"/>
                                          </a:lnTo>
                                          <a:lnTo>
                                            <a:pt x="30920" y="63255"/>
                                          </a:lnTo>
                                          <a:lnTo>
                                            <a:pt x="24823" y="62142"/>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713" name="Google Shape;3713;p60"/>
                                    <p:cNvSpPr/>
                                    <p:nvPr/>
                                  </p:nvSpPr>
                                  <p:spPr>
                                    <a:xfrm>
                                      <a:off x="4906356" y="3466721"/>
                                      <a:ext cx="194289" cy="358880"/>
                                    </a:xfrm>
                                    <a:custGeom>
                                      <a:avLst/>
                                      <a:gdLst/>
                                      <a:ahLst/>
                                      <a:cxnLst/>
                                      <a:rect l="l" t="t" r="r" b="b"/>
                                      <a:pathLst>
                                        <a:path w="24703" h="45630" fill="none" extrusionOk="0">
                                          <a:moveTo>
                                            <a:pt x="8396" y="39968"/>
                                          </a:moveTo>
                                          <a:lnTo>
                                            <a:pt x="9835" y="45629"/>
                                          </a:lnTo>
                                          <a:lnTo>
                                            <a:pt x="11626" y="36786"/>
                                          </a:lnTo>
                                          <a:lnTo>
                                            <a:pt x="5492" y="30218"/>
                                          </a:lnTo>
                                          <a:lnTo>
                                            <a:pt x="1" y="25016"/>
                                          </a:lnTo>
                                          <a:lnTo>
                                            <a:pt x="1392" y="16040"/>
                                          </a:lnTo>
                                          <a:lnTo>
                                            <a:pt x="24702" y="15206"/>
                                          </a:lnTo>
                                          <a:lnTo>
                                            <a:pt x="6472"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714" name="Google Shape;3714;p60"/>
                                    <p:cNvSpPr/>
                                    <p:nvPr/>
                                  </p:nvSpPr>
                                  <p:spPr>
                                    <a:xfrm>
                                      <a:off x="4972383" y="3756043"/>
                                      <a:ext cx="25412" cy="25026"/>
                                    </a:xfrm>
                                    <a:custGeom>
                                      <a:avLst/>
                                      <a:gdLst/>
                                      <a:ahLst/>
                                      <a:cxnLst/>
                                      <a:rect l="l" t="t" r="r" b="b"/>
                                      <a:pathLst>
                                        <a:path w="3231" h="3182" fill="none" extrusionOk="0">
                                          <a:moveTo>
                                            <a:pt x="1" y="3182"/>
                                          </a:moveTo>
                                          <a:lnTo>
                                            <a:pt x="3231"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grpSp>
                          </p:grpSp>
                        </p:grpSp>
                        <p:sp>
                          <p:nvSpPr>
                            <p:cNvPr id="3715" name="Google Shape;3715;p60"/>
                            <p:cNvSpPr/>
                            <p:nvPr/>
                          </p:nvSpPr>
                          <p:spPr>
                            <a:xfrm>
                              <a:off x="4890375" y="3688019"/>
                              <a:ext cx="5144" cy="43769"/>
                            </a:xfrm>
                            <a:custGeom>
                              <a:avLst/>
                              <a:gdLst/>
                              <a:ahLst/>
                              <a:cxnLst/>
                              <a:rect l="l" t="t" r="r" b="b"/>
                              <a:pathLst>
                                <a:path w="654" h="5565" fill="none" extrusionOk="0">
                                  <a:moveTo>
                                    <a:pt x="653" y="0"/>
                                  </a:moveTo>
                                  <a:lnTo>
                                    <a:pt x="0" y="5565"/>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716" name="Google Shape;3716;p60"/>
                            <p:cNvSpPr/>
                            <p:nvPr/>
                          </p:nvSpPr>
                          <p:spPr>
                            <a:xfrm>
                              <a:off x="4899317" y="3688019"/>
                              <a:ext cx="54048" cy="20174"/>
                            </a:xfrm>
                            <a:custGeom>
                              <a:avLst/>
                              <a:gdLst/>
                              <a:ahLst/>
                              <a:cxnLst/>
                              <a:rect l="l" t="t" r="r" b="b"/>
                              <a:pathLst>
                                <a:path w="6872" h="2565" fill="none" extrusionOk="0">
                                  <a:moveTo>
                                    <a:pt x="0" y="0"/>
                                  </a:moveTo>
                                  <a:lnTo>
                                    <a:pt x="6871" y="2565"/>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3717" name="Google Shape;3717;p60"/>
                            <p:cNvSpPr/>
                            <p:nvPr/>
                          </p:nvSpPr>
                          <p:spPr>
                            <a:xfrm>
                              <a:off x="4862690" y="3700571"/>
                              <a:ext cx="27693" cy="31216"/>
                            </a:xfrm>
                            <a:custGeom>
                              <a:avLst/>
                              <a:gdLst/>
                              <a:ahLst/>
                              <a:cxnLst/>
                              <a:rect l="l" t="t" r="r" b="b"/>
                              <a:pathLst>
                                <a:path w="3521" h="3969" fill="none" extrusionOk="0">
                                  <a:moveTo>
                                    <a:pt x="0" y="1"/>
                                  </a:moveTo>
                                  <a:lnTo>
                                    <a:pt x="3520" y="3969"/>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grpSp>
                    <p:sp>
                      <p:nvSpPr>
                        <p:cNvPr id="3718" name="Google Shape;3718;p60"/>
                        <p:cNvSpPr/>
                        <p:nvPr/>
                      </p:nvSpPr>
                      <p:spPr>
                        <a:xfrm>
                          <a:off x="4953924" y="3297081"/>
                          <a:ext cx="146053" cy="168122"/>
                        </a:xfrm>
                        <a:custGeom>
                          <a:avLst/>
                          <a:gdLst/>
                          <a:ahLst/>
                          <a:cxnLst/>
                          <a:rect l="l" t="t" r="r" b="b"/>
                          <a:pathLst>
                            <a:path w="18570" h="21376" fill="none" extrusionOk="0">
                              <a:moveTo>
                                <a:pt x="1" y="21376"/>
                              </a:moveTo>
                              <a:lnTo>
                                <a:pt x="18569"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grpSp>
              </p:grpSp>
            </p:grpSp>
          </p:grpSp>
          <p:grpSp>
            <p:nvGrpSpPr>
              <p:cNvPr id="3719" name="Google Shape;3719;p60"/>
              <p:cNvGrpSpPr/>
              <p:nvPr/>
            </p:nvGrpSpPr>
            <p:grpSpPr>
              <a:xfrm>
                <a:off x="4595437" y="3598775"/>
                <a:ext cx="37776" cy="32451"/>
                <a:chOff x="4595437" y="3598775"/>
                <a:chExt cx="37776" cy="32451"/>
              </a:xfrm>
            </p:grpSpPr>
            <p:sp>
              <p:nvSpPr>
                <p:cNvPr id="3720" name="Google Shape;3720;p60"/>
                <p:cNvSpPr/>
                <p:nvPr/>
              </p:nvSpPr>
              <p:spPr>
                <a:xfrm>
                  <a:off x="4595437" y="3598775"/>
                  <a:ext cx="37776" cy="32451"/>
                </a:xfrm>
                <a:custGeom>
                  <a:avLst/>
                  <a:gdLst/>
                  <a:ahLst/>
                  <a:cxnLst/>
                  <a:rect l="l" t="t" r="r" b="b"/>
                  <a:pathLst>
                    <a:path w="4803" h="4126" extrusionOk="0">
                      <a:moveTo>
                        <a:pt x="2730" y="0"/>
                      </a:moveTo>
                      <a:cubicBezTo>
                        <a:pt x="2226" y="0"/>
                        <a:pt x="1712" y="187"/>
                        <a:pt x="1295" y="605"/>
                      </a:cubicBezTo>
                      <a:cubicBezTo>
                        <a:pt x="0" y="1900"/>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21" name="Google Shape;3721;p60"/>
                <p:cNvSpPr/>
                <p:nvPr/>
              </p:nvSpPr>
              <p:spPr>
                <a:xfrm>
                  <a:off x="4610561" y="3608480"/>
                  <a:ext cx="13040" cy="13040"/>
                </a:xfrm>
                <a:custGeom>
                  <a:avLst/>
                  <a:gdLst/>
                  <a:ahLst/>
                  <a:cxnLst/>
                  <a:rect l="l" t="t" r="r" b="b"/>
                  <a:pathLst>
                    <a:path w="1658" h="1658" extrusionOk="0">
                      <a:moveTo>
                        <a:pt x="835" y="0"/>
                      </a:moveTo>
                      <a:cubicBezTo>
                        <a:pt x="376" y="0"/>
                        <a:pt x="1" y="375"/>
                        <a:pt x="1" y="835"/>
                      </a:cubicBezTo>
                      <a:cubicBezTo>
                        <a:pt x="1" y="1283"/>
                        <a:pt x="376" y="1658"/>
                        <a:pt x="835" y="1658"/>
                      </a:cubicBezTo>
                      <a:cubicBezTo>
                        <a:pt x="1283" y="1658"/>
                        <a:pt x="1658" y="1283"/>
                        <a:pt x="1658" y="835"/>
                      </a:cubicBezTo>
                      <a:cubicBezTo>
                        <a:pt x="1658" y="375"/>
                        <a:pt x="1283" y="0"/>
                        <a:pt x="83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22" name="Google Shape;3722;p60"/>
              <p:cNvGrpSpPr/>
              <p:nvPr/>
            </p:nvGrpSpPr>
            <p:grpSpPr>
              <a:xfrm>
                <a:off x="4641864" y="3524443"/>
                <a:ext cx="37776" cy="32380"/>
                <a:chOff x="4641864" y="3524443"/>
                <a:chExt cx="37776" cy="32380"/>
              </a:xfrm>
            </p:grpSpPr>
            <p:sp>
              <p:nvSpPr>
                <p:cNvPr id="3723" name="Google Shape;3723;p60"/>
                <p:cNvSpPr/>
                <p:nvPr/>
              </p:nvSpPr>
              <p:spPr>
                <a:xfrm>
                  <a:off x="4641864" y="3524443"/>
                  <a:ext cx="37776" cy="32380"/>
                </a:xfrm>
                <a:custGeom>
                  <a:avLst/>
                  <a:gdLst/>
                  <a:ahLst/>
                  <a:cxnLst/>
                  <a:rect l="l" t="t" r="r" b="b"/>
                  <a:pathLst>
                    <a:path w="4803" h="4117" extrusionOk="0">
                      <a:moveTo>
                        <a:pt x="2737" y="1"/>
                      </a:moveTo>
                      <a:cubicBezTo>
                        <a:pt x="2231" y="1"/>
                        <a:pt x="1715" y="189"/>
                        <a:pt x="1295" y="609"/>
                      </a:cubicBezTo>
                      <a:cubicBezTo>
                        <a:pt x="0" y="1903"/>
                        <a:pt x="908" y="4117"/>
                        <a:pt x="2746" y="4117"/>
                      </a:cubicBezTo>
                      <a:cubicBezTo>
                        <a:pt x="3884" y="4117"/>
                        <a:pt x="4803" y="3197"/>
                        <a:pt x="4803" y="2060"/>
                      </a:cubicBezTo>
                      <a:cubicBezTo>
                        <a:pt x="4803" y="818"/>
                        <a:pt x="3792" y="1"/>
                        <a:pt x="2737"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24" name="Google Shape;3724;p60"/>
                <p:cNvSpPr/>
                <p:nvPr/>
              </p:nvSpPr>
              <p:spPr>
                <a:xfrm>
                  <a:off x="4656988" y="3534077"/>
                  <a:ext cx="13048" cy="13040"/>
                </a:xfrm>
                <a:custGeom>
                  <a:avLst/>
                  <a:gdLst/>
                  <a:ahLst/>
                  <a:cxnLst/>
                  <a:rect l="l" t="t" r="r" b="b"/>
                  <a:pathLst>
                    <a:path w="1659" h="1658" extrusionOk="0">
                      <a:moveTo>
                        <a:pt x="823" y="1"/>
                      </a:moveTo>
                      <a:cubicBezTo>
                        <a:pt x="376" y="1"/>
                        <a:pt x="1" y="376"/>
                        <a:pt x="1" y="835"/>
                      </a:cubicBezTo>
                      <a:cubicBezTo>
                        <a:pt x="1" y="1295"/>
                        <a:pt x="376"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25" name="Google Shape;3725;p60"/>
              <p:cNvGrpSpPr/>
              <p:nvPr/>
            </p:nvGrpSpPr>
            <p:grpSpPr>
              <a:xfrm>
                <a:off x="4648431" y="3893901"/>
                <a:ext cx="37776" cy="32357"/>
                <a:chOff x="4648431" y="3893901"/>
                <a:chExt cx="37776" cy="32357"/>
              </a:xfrm>
            </p:grpSpPr>
            <p:sp>
              <p:nvSpPr>
                <p:cNvPr id="3726" name="Google Shape;3726;p60"/>
                <p:cNvSpPr/>
                <p:nvPr/>
              </p:nvSpPr>
              <p:spPr>
                <a:xfrm>
                  <a:off x="4648431" y="3893901"/>
                  <a:ext cx="37776" cy="32357"/>
                </a:xfrm>
                <a:custGeom>
                  <a:avLst/>
                  <a:gdLst/>
                  <a:ahLst/>
                  <a:cxnLst/>
                  <a:rect l="l" t="t" r="r" b="b"/>
                  <a:pathLst>
                    <a:path w="4803" h="4114" extrusionOk="0">
                      <a:moveTo>
                        <a:pt x="2732" y="0"/>
                      </a:moveTo>
                      <a:cubicBezTo>
                        <a:pt x="2227" y="0"/>
                        <a:pt x="1713" y="187"/>
                        <a:pt x="1295" y="605"/>
                      </a:cubicBezTo>
                      <a:cubicBezTo>
                        <a:pt x="0" y="1900"/>
                        <a:pt x="920" y="4113"/>
                        <a:pt x="2746" y="4113"/>
                      </a:cubicBezTo>
                      <a:cubicBezTo>
                        <a:pt x="3883" y="4113"/>
                        <a:pt x="4803" y="3194"/>
                        <a:pt x="4803" y="2057"/>
                      </a:cubicBezTo>
                      <a:cubicBezTo>
                        <a:pt x="4803" y="821"/>
                        <a:pt x="3788" y="0"/>
                        <a:pt x="273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27" name="Google Shape;3727;p60"/>
                <p:cNvSpPr/>
                <p:nvPr/>
              </p:nvSpPr>
              <p:spPr>
                <a:xfrm>
                  <a:off x="4663556" y="3903606"/>
                  <a:ext cx="13040" cy="13040"/>
                </a:xfrm>
                <a:custGeom>
                  <a:avLst/>
                  <a:gdLst/>
                  <a:ahLst/>
                  <a:cxnLst/>
                  <a:rect l="l" t="t" r="r" b="b"/>
                  <a:pathLst>
                    <a:path w="1658" h="1658" extrusionOk="0">
                      <a:moveTo>
                        <a:pt x="823" y="0"/>
                      </a:moveTo>
                      <a:cubicBezTo>
                        <a:pt x="363" y="0"/>
                        <a:pt x="1" y="375"/>
                        <a:pt x="1" y="823"/>
                      </a:cubicBezTo>
                      <a:cubicBezTo>
                        <a:pt x="1" y="1283"/>
                        <a:pt x="363"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28" name="Google Shape;3728;p60"/>
              <p:cNvGrpSpPr/>
              <p:nvPr/>
            </p:nvGrpSpPr>
            <p:grpSpPr>
              <a:xfrm>
                <a:off x="4567752" y="3722908"/>
                <a:ext cx="37870" cy="32380"/>
                <a:chOff x="4567752" y="3722908"/>
                <a:chExt cx="37870" cy="32380"/>
              </a:xfrm>
            </p:grpSpPr>
            <p:sp>
              <p:nvSpPr>
                <p:cNvPr id="3729" name="Google Shape;3729;p60"/>
                <p:cNvSpPr/>
                <p:nvPr/>
              </p:nvSpPr>
              <p:spPr>
                <a:xfrm>
                  <a:off x="4567752" y="3722908"/>
                  <a:ext cx="37870" cy="32380"/>
                </a:xfrm>
                <a:custGeom>
                  <a:avLst/>
                  <a:gdLst/>
                  <a:ahLst/>
                  <a:cxnLst/>
                  <a:rect l="l" t="t" r="r" b="b"/>
                  <a:pathLst>
                    <a:path w="4815" h="4117" extrusionOk="0">
                      <a:moveTo>
                        <a:pt x="2749" y="1"/>
                      </a:moveTo>
                      <a:cubicBezTo>
                        <a:pt x="2243" y="1"/>
                        <a:pt x="1726" y="189"/>
                        <a:pt x="1307" y="609"/>
                      </a:cubicBezTo>
                      <a:cubicBezTo>
                        <a:pt x="0" y="1903"/>
                        <a:pt x="919" y="4117"/>
                        <a:pt x="2758" y="4117"/>
                      </a:cubicBezTo>
                      <a:cubicBezTo>
                        <a:pt x="3895" y="4117"/>
                        <a:pt x="4815" y="3197"/>
                        <a:pt x="4815" y="2060"/>
                      </a:cubicBezTo>
                      <a:cubicBezTo>
                        <a:pt x="4815" y="818"/>
                        <a:pt x="3804" y="1"/>
                        <a:pt x="2749"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30" name="Google Shape;3730;p60"/>
                <p:cNvSpPr/>
                <p:nvPr/>
              </p:nvSpPr>
              <p:spPr>
                <a:xfrm>
                  <a:off x="4580690" y="3732543"/>
                  <a:ext cx="15227" cy="13064"/>
                </a:xfrm>
                <a:custGeom>
                  <a:avLst/>
                  <a:gdLst/>
                  <a:ahLst/>
                  <a:cxnLst/>
                  <a:rect l="l" t="t" r="r" b="b"/>
                  <a:pathLst>
                    <a:path w="1936" h="1661" extrusionOk="0">
                      <a:moveTo>
                        <a:pt x="1113" y="0"/>
                      </a:moveTo>
                      <a:cubicBezTo>
                        <a:pt x="375" y="0"/>
                        <a:pt x="0" y="896"/>
                        <a:pt x="520" y="1416"/>
                      </a:cubicBezTo>
                      <a:cubicBezTo>
                        <a:pt x="689" y="1585"/>
                        <a:pt x="898" y="1661"/>
                        <a:pt x="1103" y="1661"/>
                      </a:cubicBezTo>
                      <a:cubicBezTo>
                        <a:pt x="1528" y="1661"/>
                        <a:pt x="1936" y="1333"/>
                        <a:pt x="1936" y="835"/>
                      </a:cubicBezTo>
                      <a:cubicBezTo>
                        <a:pt x="1936" y="375"/>
                        <a:pt x="1573" y="0"/>
                        <a:pt x="1113"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31" name="Google Shape;3731;p60"/>
              <p:cNvGrpSpPr/>
              <p:nvPr/>
            </p:nvGrpSpPr>
            <p:grpSpPr>
              <a:xfrm>
                <a:off x="4617506" y="3652052"/>
                <a:ext cx="37783" cy="32357"/>
                <a:chOff x="4617506" y="3652052"/>
                <a:chExt cx="37783" cy="32357"/>
              </a:xfrm>
            </p:grpSpPr>
            <p:sp>
              <p:nvSpPr>
                <p:cNvPr id="3732" name="Google Shape;3732;p60"/>
                <p:cNvSpPr/>
                <p:nvPr/>
              </p:nvSpPr>
              <p:spPr>
                <a:xfrm>
                  <a:off x="4617506" y="3652052"/>
                  <a:ext cx="37783" cy="32357"/>
                </a:xfrm>
                <a:custGeom>
                  <a:avLst/>
                  <a:gdLst/>
                  <a:ahLst/>
                  <a:cxnLst/>
                  <a:rect l="l" t="t" r="r" b="b"/>
                  <a:pathLst>
                    <a:path w="4804" h="4114" extrusionOk="0">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33" name="Google Shape;3733;p60"/>
                <p:cNvSpPr/>
                <p:nvPr/>
              </p:nvSpPr>
              <p:spPr>
                <a:xfrm>
                  <a:off x="4632638" y="3661758"/>
                  <a:ext cx="13040" cy="13040"/>
                </a:xfrm>
                <a:custGeom>
                  <a:avLst/>
                  <a:gdLst/>
                  <a:ahLst/>
                  <a:cxnLst/>
                  <a:rect l="l" t="t" r="r" b="b"/>
                  <a:pathLst>
                    <a:path w="1658" h="1658" extrusionOk="0">
                      <a:moveTo>
                        <a:pt x="823" y="1"/>
                      </a:moveTo>
                      <a:cubicBezTo>
                        <a:pt x="363" y="1"/>
                        <a:pt x="0" y="363"/>
                        <a:pt x="0" y="823"/>
                      </a:cubicBezTo>
                      <a:cubicBezTo>
                        <a:pt x="0" y="1283"/>
                        <a:pt x="363" y="1658"/>
                        <a:pt x="823" y="1658"/>
                      </a:cubicBezTo>
                      <a:cubicBezTo>
                        <a:pt x="1282" y="1658"/>
                        <a:pt x="1657" y="1283"/>
                        <a:pt x="1657" y="823"/>
                      </a:cubicBezTo>
                      <a:cubicBezTo>
                        <a:pt x="1657" y="363"/>
                        <a:pt x="1282" y="1"/>
                        <a:pt x="82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34" name="Google Shape;3734;p60"/>
              <p:cNvGrpSpPr/>
              <p:nvPr/>
            </p:nvGrpSpPr>
            <p:grpSpPr>
              <a:xfrm>
                <a:off x="4739005" y="3554149"/>
                <a:ext cx="37870" cy="32357"/>
                <a:chOff x="4739005" y="3554149"/>
                <a:chExt cx="37870" cy="32357"/>
              </a:xfrm>
            </p:grpSpPr>
            <p:sp>
              <p:nvSpPr>
                <p:cNvPr id="3735" name="Google Shape;3735;p60"/>
                <p:cNvSpPr/>
                <p:nvPr/>
              </p:nvSpPr>
              <p:spPr>
                <a:xfrm>
                  <a:off x="4739005" y="3554149"/>
                  <a:ext cx="37870" cy="32357"/>
                </a:xfrm>
                <a:custGeom>
                  <a:avLst/>
                  <a:gdLst/>
                  <a:ahLst/>
                  <a:cxnLst/>
                  <a:rect l="l" t="t" r="r" b="b"/>
                  <a:pathLst>
                    <a:path w="4815" h="4114" extrusionOk="0">
                      <a:moveTo>
                        <a:pt x="2744" y="1"/>
                      </a:moveTo>
                      <a:cubicBezTo>
                        <a:pt x="2239" y="1"/>
                        <a:pt x="1725" y="188"/>
                        <a:pt x="1307" y="606"/>
                      </a:cubicBezTo>
                      <a:cubicBezTo>
                        <a:pt x="0" y="1900"/>
                        <a:pt x="920" y="4114"/>
                        <a:pt x="2758" y="4114"/>
                      </a:cubicBezTo>
                      <a:cubicBezTo>
                        <a:pt x="3895" y="4114"/>
                        <a:pt x="4815" y="3195"/>
                        <a:pt x="4815" y="2058"/>
                      </a:cubicBezTo>
                      <a:cubicBezTo>
                        <a:pt x="4815" y="821"/>
                        <a:pt x="3801" y="1"/>
                        <a:pt x="2744"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36" name="Google Shape;3736;p60"/>
                <p:cNvSpPr/>
                <p:nvPr/>
              </p:nvSpPr>
              <p:spPr>
                <a:xfrm>
                  <a:off x="4751943" y="3563854"/>
                  <a:ext cx="15227" cy="13048"/>
                </a:xfrm>
                <a:custGeom>
                  <a:avLst/>
                  <a:gdLst/>
                  <a:ahLst/>
                  <a:cxnLst/>
                  <a:rect l="l" t="t" r="r" b="b"/>
                  <a:pathLst>
                    <a:path w="1936" h="1659" extrusionOk="0">
                      <a:moveTo>
                        <a:pt x="1113" y="1"/>
                      </a:moveTo>
                      <a:cubicBezTo>
                        <a:pt x="375" y="1"/>
                        <a:pt x="0" y="896"/>
                        <a:pt x="521" y="1416"/>
                      </a:cubicBezTo>
                      <a:cubicBezTo>
                        <a:pt x="692" y="1583"/>
                        <a:pt x="899" y="1658"/>
                        <a:pt x="1101" y="1658"/>
                      </a:cubicBezTo>
                      <a:cubicBezTo>
                        <a:pt x="1529" y="1658"/>
                        <a:pt x="1936" y="1324"/>
                        <a:pt x="1936" y="824"/>
                      </a:cubicBezTo>
                      <a:cubicBezTo>
                        <a:pt x="1936" y="364"/>
                        <a:pt x="1573" y="1"/>
                        <a:pt x="111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37" name="Google Shape;3737;p60"/>
              <p:cNvGrpSpPr/>
              <p:nvPr/>
            </p:nvGrpSpPr>
            <p:grpSpPr>
              <a:xfrm>
                <a:off x="4806557" y="3630258"/>
                <a:ext cx="37776" cy="32364"/>
                <a:chOff x="4806557" y="3630258"/>
                <a:chExt cx="37776" cy="32364"/>
              </a:xfrm>
            </p:grpSpPr>
            <p:sp>
              <p:nvSpPr>
                <p:cNvPr id="3738" name="Google Shape;3738;p60"/>
                <p:cNvSpPr/>
                <p:nvPr/>
              </p:nvSpPr>
              <p:spPr>
                <a:xfrm>
                  <a:off x="4806557" y="3630258"/>
                  <a:ext cx="37776" cy="32364"/>
                </a:xfrm>
                <a:custGeom>
                  <a:avLst/>
                  <a:gdLst/>
                  <a:ahLst/>
                  <a:cxnLst/>
                  <a:rect l="l" t="t" r="r" b="b"/>
                  <a:pathLst>
                    <a:path w="4803" h="4115" extrusionOk="0">
                      <a:moveTo>
                        <a:pt x="2732" y="1"/>
                      </a:moveTo>
                      <a:cubicBezTo>
                        <a:pt x="2227" y="1"/>
                        <a:pt x="1713" y="188"/>
                        <a:pt x="1294" y="606"/>
                      </a:cubicBezTo>
                      <a:cubicBezTo>
                        <a:pt x="0" y="1901"/>
                        <a:pt x="907" y="4114"/>
                        <a:pt x="2746" y="4114"/>
                      </a:cubicBezTo>
                      <a:cubicBezTo>
                        <a:pt x="3883" y="4114"/>
                        <a:pt x="4802" y="3195"/>
                        <a:pt x="4802" y="2058"/>
                      </a:cubicBezTo>
                      <a:cubicBezTo>
                        <a:pt x="4802" y="822"/>
                        <a:pt x="3788" y="1"/>
                        <a:pt x="273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39" name="Google Shape;3739;p60"/>
                <p:cNvSpPr/>
                <p:nvPr/>
              </p:nvSpPr>
              <p:spPr>
                <a:xfrm>
                  <a:off x="4819495" y="3639972"/>
                  <a:ext cx="15227" cy="13040"/>
                </a:xfrm>
                <a:custGeom>
                  <a:avLst/>
                  <a:gdLst/>
                  <a:ahLst/>
                  <a:cxnLst/>
                  <a:rect l="l" t="t" r="r" b="b"/>
                  <a:pathLst>
                    <a:path w="1936" h="1658" extrusionOk="0">
                      <a:moveTo>
                        <a:pt x="1113" y="0"/>
                      </a:moveTo>
                      <a:cubicBezTo>
                        <a:pt x="363" y="0"/>
                        <a:pt x="0" y="896"/>
                        <a:pt x="520" y="1416"/>
                      </a:cubicBezTo>
                      <a:cubicBezTo>
                        <a:pt x="687" y="1583"/>
                        <a:pt x="893" y="1657"/>
                        <a:pt x="1096" y="1657"/>
                      </a:cubicBezTo>
                      <a:cubicBezTo>
                        <a:pt x="1523" y="1657"/>
                        <a:pt x="1936" y="1324"/>
                        <a:pt x="1936" y="823"/>
                      </a:cubicBezTo>
                      <a:cubicBezTo>
                        <a:pt x="1936" y="363"/>
                        <a:pt x="1561" y="0"/>
                        <a:pt x="1113"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40" name="Google Shape;3740;p60"/>
              <p:cNvGrpSpPr/>
              <p:nvPr/>
            </p:nvGrpSpPr>
            <p:grpSpPr>
              <a:xfrm>
                <a:off x="4737007" y="4004357"/>
                <a:ext cx="37870" cy="32357"/>
                <a:chOff x="4737007" y="4004357"/>
                <a:chExt cx="37870" cy="32357"/>
              </a:xfrm>
            </p:grpSpPr>
            <p:sp>
              <p:nvSpPr>
                <p:cNvPr id="3741" name="Google Shape;3741;p60"/>
                <p:cNvSpPr/>
                <p:nvPr/>
              </p:nvSpPr>
              <p:spPr>
                <a:xfrm>
                  <a:off x="4737007" y="4004357"/>
                  <a:ext cx="37870" cy="32357"/>
                </a:xfrm>
                <a:custGeom>
                  <a:avLst/>
                  <a:gdLst/>
                  <a:ahLst/>
                  <a:cxnLst/>
                  <a:rect l="l" t="t" r="r" b="b"/>
                  <a:pathLst>
                    <a:path w="4815" h="4114" extrusionOk="0">
                      <a:moveTo>
                        <a:pt x="2740" y="0"/>
                      </a:moveTo>
                      <a:cubicBezTo>
                        <a:pt x="2234" y="0"/>
                        <a:pt x="1717" y="187"/>
                        <a:pt x="1295" y="606"/>
                      </a:cubicBezTo>
                      <a:cubicBezTo>
                        <a:pt x="0" y="1900"/>
                        <a:pt x="920" y="4114"/>
                        <a:pt x="2758" y="4114"/>
                      </a:cubicBezTo>
                      <a:cubicBezTo>
                        <a:pt x="3895" y="4114"/>
                        <a:pt x="4803" y="3194"/>
                        <a:pt x="4815" y="2057"/>
                      </a:cubicBezTo>
                      <a:cubicBezTo>
                        <a:pt x="4815" y="821"/>
                        <a:pt x="3801" y="0"/>
                        <a:pt x="2740"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42" name="Google Shape;3742;p60"/>
                <p:cNvSpPr/>
                <p:nvPr/>
              </p:nvSpPr>
              <p:spPr>
                <a:xfrm>
                  <a:off x="4752131" y="4014062"/>
                  <a:ext cx="13040" cy="13048"/>
                </a:xfrm>
                <a:custGeom>
                  <a:avLst/>
                  <a:gdLst/>
                  <a:ahLst/>
                  <a:cxnLst/>
                  <a:rect l="l" t="t" r="r" b="b"/>
                  <a:pathLst>
                    <a:path w="1658" h="1659" extrusionOk="0">
                      <a:moveTo>
                        <a:pt x="835" y="1"/>
                      </a:moveTo>
                      <a:cubicBezTo>
                        <a:pt x="376" y="1"/>
                        <a:pt x="1" y="364"/>
                        <a:pt x="1" y="823"/>
                      </a:cubicBezTo>
                      <a:cubicBezTo>
                        <a:pt x="1" y="1283"/>
                        <a:pt x="376" y="1658"/>
                        <a:pt x="835" y="1658"/>
                      </a:cubicBezTo>
                      <a:cubicBezTo>
                        <a:pt x="1295" y="1658"/>
                        <a:pt x="1658" y="1283"/>
                        <a:pt x="1658" y="823"/>
                      </a:cubicBezTo>
                      <a:cubicBezTo>
                        <a:pt x="1658" y="364"/>
                        <a:pt x="1295" y="1"/>
                        <a:pt x="835"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43" name="Google Shape;3743;p60"/>
              <p:cNvGrpSpPr/>
              <p:nvPr/>
            </p:nvGrpSpPr>
            <p:grpSpPr>
              <a:xfrm>
                <a:off x="4773634" y="4208627"/>
                <a:ext cx="37776" cy="32357"/>
                <a:chOff x="4773634" y="4208627"/>
                <a:chExt cx="37776" cy="32357"/>
              </a:xfrm>
            </p:grpSpPr>
            <p:sp>
              <p:nvSpPr>
                <p:cNvPr id="3744" name="Google Shape;3744;p60"/>
                <p:cNvSpPr/>
                <p:nvPr/>
              </p:nvSpPr>
              <p:spPr>
                <a:xfrm>
                  <a:off x="4773634" y="4208627"/>
                  <a:ext cx="37776" cy="32357"/>
                </a:xfrm>
                <a:custGeom>
                  <a:avLst/>
                  <a:gdLst/>
                  <a:ahLst/>
                  <a:cxnLst/>
                  <a:rect l="l" t="t" r="r" b="b"/>
                  <a:pathLst>
                    <a:path w="4803" h="4114" extrusionOk="0">
                      <a:moveTo>
                        <a:pt x="2732" y="0"/>
                      </a:moveTo>
                      <a:cubicBezTo>
                        <a:pt x="2227" y="0"/>
                        <a:pt x="1713" y="187"/>
                        <a:pt x="1295" y="605"/>
                      </a:cubicBezTo>
                      <a:cubicBezTo>
                        <a:pt x="1" y="1900"/>
                        <a:pt x="920" y="4114"/>
                        <a:pt x="2746"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45" name="Google Shape;3745;p60"/>
                <p:cNvSpPr/>
                <p:nvPr/>
              </p:nvSpPr>
              <p:spPr>
                <a:xfrm>
                  <a:off x="4788664" y="4218332"/>
                  <a:ext cx="13048" cy="13040"/>
                </a:xfrm>
                <a:custGeom>
                  <a:avLst/>
                  <a:gdLst/>
                  <a:ahLst/>
                  <a:cxnLst/>
                  <a:rect l="l" t="t" r="r" b="b"/>
                  <a:pathLst>
                    <a:path w="1659" h="1658" extrusionOk="0">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46" name="Google Shape;3746;p60"/>
              <p:cNvGrpSpPr/>
              <p:nvPr/>
            </p:nvGrpSpPr>
            <p:grpSpPr>
              <a:xfrm>
                <a:off x="4888282" y="4074764"/>
                <a:ext cx="37776" cy="32451"/>
                <a:chOff x="4888282" y="4074764"/>
                <a:chExt cx="37776" cy="32451"/>
              </a:xfrm>
            </p:grpSpPr>
            <p:sp>
              <p:nvSpPr>
                <p:cNvPr id="3747" name="Google Shape;3747;p60"/>
                <p:cNvSpPr/>
                <p:nvPr/>
              </p:nvSpPr>
              <p:spPr>
                <a:xfrm>
                  <a:off x="4888282" y="4074764"/>
                  <a:ext cx="37776" cy="32451"/>
                </a:xfrm>
                <a:custGeom>
                  <a:avLst/>
                  <a:gdLst/>
                  <a:ahLst/>
                  <a:cxnLst/>
                  <a:rect l="l" t="t" r="r" b="b"/>
                  <a:pathLst>
                    <a:path w="4803" h="4126" extrusionOk="0">
                      <a:moveTo>
                        <a:pt x="2730" y="0"/>
                      </a:moveTo>
                      <a:cubicBezTo>
                        <a:pt x="2226" y="0"/>
                        <a:pt x="1712" y="187"/>
                        <a:pt x="1294" y="605"/>
                      </a:cubicBezTo>
                      <a:cubicBezTo>
                        <a:pt x="0" y="1912"/>
                        <a:pt x="919" y="4125"/>
                        <a:pt x="2746" y="4125"/>
                      </a:cubicBezTo>
                      <a:cubicBezTo>
                        <a:pt x="3883" y="4125"/>
                        <a:pt x="4803" y="3206"/>
                        <a:pt x="4803" y="2069"/>
                      </a:cubicBezTo>
                      <a:cubicBezTo>
                        <a:pt x="4803" y="824"/>
                        <a:pt x="3787" y="0"/>
                        <a:pt x="2730"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48" name="Google Shape;3748;p60"/>
                <p:cNvSpPr/>
                <p:nvPr/>
              </p:nvSpPr>
              <p:spPr>
                <a:xfrm>
                  <a:off x="4901220" y="4084470"/>
                  <a:ext cx="15227" cy="13064"/>
                </a:xfrm>
                <a:custGeom>
                  <a:avLst/>
                  <a:gdLst/>
                  <a:ahLst/>
                  <a:cxnLst/>
                  <a:rect l="l" t="t" r="r" b="b"/>
                  <a:pathLst>
                    <a:path w="1936" h="1661" extrusionOk="0">
                      <a:moveTo>
                        <a:pt x="1101" y="0"/>
                      </a:moveTo>
                      <a:cubicBezTo>
                        <a:pt x="363" y="0"/>
                        <a:pt x="0" y="896"/>
                        <a:pt x="520" y="1416"/>
                      </a:cubicBezTo>
                      <a:cubicBezTo>
                        <a:pt x="689" y="1585"/>
                        <a:pt x="898" y="1660"/>
                        <a:pt x="1103" y="1660"/>
                      </a:cubicBezTo>
                      <a:cubicBezTo>
                        <a:pt x="1528" y="1660"/>
                        <a:pt x="1936" y="1333"/>
                        <a:pt x="1936" y="835"/>
                      </a:cubicBezTo>
                      <a:cubicBezTo>
                        <a:pt x="1936" y="375"/>
                        <a:pt x="1561" y="0"/>
                        <a:pt x="1101"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49" name="Google Shape;3749;p60"/>
              <p:cNvGrpSpPr/>
              <p:nvPr/>
            </p:nvGrpSpPr>
            <p:grpSpPr>
              <a:xfrm>
                <a:off x="4901315" y="3804271"/>
                <a:ext cx="37776" cy="32364"/>
                <a:chOff x="4901315" y="3804271"/>
                <a:chExt cx="37776" cy="32364"/>
              </a:xfrm>
            </p:grpSpPr>
            <p:sp>
              <p:nvSpPr>
                <p:cNvPr id="3750" name="Google Shape;3750;p60"/>
                <p:cNvSpPr/>
                <p:nvPr/>
              </p:nvSpPr>
              <p:spPr>
                <a:xfrm>
                  <a:off x="4901315" y="3804271"/>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51" name="Google Shape;3751;p60"/>
                <p:cNvSpPr/>
                <p:nvPr/>
              </p:nvSpPr>
              <p:spPr>
                <a:xfrm>
                  <a:off x="4914253" y="3813985"/>
                  <a:ext cx="15235" cy="13040"/>
                </a:xfrm>
                <a:custGeom>
                  <a:avLst/>
                  <a:gdLst/>
                  <a:ahLst/>
                  <a:cxnLst/>
                  <a:rect l="l" t="t" r="r" b="b"/>
                  <a:pathLst>
                    <a:path w="1937" h="1658" extrusionOk="0">
                      <a:moveTo>
                        <a:pt x="1101" y="0"/>
                      </a:moveTo>
                      <a:cubicBezTo>
                        <a:pt x="363"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52" name="Google Shape;3752;p60"/>
              <p:cNvGrpSpPr/>
              <p:nvPr/>
            </p:nvGrpSpPr>
            <p:grpSpPr>
              <a:xfrm>
                <a:off x="4866394" y="3715035"/>
                <a:ext cx="37846" cy="32357"/>
                <a:chOff x="4866394" y="3715035"/>
                <a:chExt cx="37846" cy="32357"/>
              </a:xfrm>
            </p:grpSpPr>
            <p:sp>
              <p:nvSpPr>
                <p:cNvPr id="3753" name="Google Shape;3753;p60"/>
                <p:cNvSpPr/>
                <p:nvPr/>
              </p:nvSpPr>
              <p:spPr>
                <a:xfrm>
                  <a:off x="4866394" y="3715035"/>
                  <a:ext cx="37846" cy="32357"/>
                </a:xfrm>
                <a:custGeom>
                  <a:avLst/>
                  <a:gdLst/>
                  <a:ahLst/>
                  <a:cxnLst/>
                  <a:rect l="l" t="t" r="r" b="b"/>
                  <a:pathLst>
                    <a:path w="4812" h="4114" extrusionOk="0">
                      <a:moveTo>
                        <a:pt x="2735" y="0"/>
                      </a:moveTo>
                      <a:cubicBezTo>
                        <a:pt x="2229" y="0"/>
                        <a:pt x="1714" y="187"/>
                        <a:pt x="1295" y="606"/>
                      </a:cubicBezTo>
                      <a:cubicBezTo>
                        <a:pt x="1" y="1900"/>
                        <a:pt x="920" y="4114"/>
                        <a:pt x="2747" y="4114"/>
                      </a:cubicBezTo>
                      <a:cubicBezTo>
                        <a:pt x="3884" y="4114"/>
                        <a:pt x="4803" y="3194"/>
                        <a:pt x="4803" y="2057"/>
                      </a:cubicBezTo>
                      <a:cubicBezTo>
                        <a:pt x="4811" y="821"/>
                        <a:pt x="3794" y="0"/>
                        <a:pt x="2735"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54" name="Google Shape;3754;p60"/>
                <p:cNvSpPr/>
                <p:nvPr/>
              </p:nvSpPr>
              <p:spPr>
                <a:xfrm>
                  <a:off x="4879340" y="3724646"/>
                  <a:ext cx="15227" cy="13103"/>
                </a:xfrm>
                <a:custGeom>
                  <a:avLst/>
                  <a:gdLst/>
                  <a:ahLst/>
                  <a:cxnLst/>
                  <a:rect l="l" t="t" r="r" b="b"/>
                  <a:pathLst>
                    <a:path w="1936" h="1666" extrusionOk="0">
                      <a:moveTo>
                        <a:pt x="1101" y="0"/>
                      </a:moveTo>
                      <a:cubicBezTo>
                        <a:pt x="363" y="0"/>
                        <a:pt x="0" y="896"/>
                        <a:pt x="520" y="1416"/>
                      </a:cubicBezTo>
                      <a:cubicBezTo>
                        <a:pt x="689" y="1589"/>
                        <a:pt x="898" y="1666"/>
                        <a:pt x="1103" y="1666"/>
                      </a:cubicBezTo>
                      <a:cubicBezTo>
                        <a:pt x="1528" y="1666"/>
                        <a:pt x="1936" y="1333"/>
                        <a:pt x="1936" y="835"/>
                      </a:cubicBezTo>
                      <a:cubicBezTo>
                        <a:pt x="1936" y="375"/>
                        <a:pt x="1561" y="0"/>
                        <a:pt x="1101"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55" name="Google Shape;3755;p60"/>
              <p:cNvGrpSpPr/>
              <p:nvPr/>
            </p:nvGrpSpPr>
            <p:grpSpPr>
              <a:xfrm>
                <a:off x="4979233" y="3839798"/>
                <a:ext cx="37878" cy="32420"/>
                <a:chOff x="4979233" y="3839798"/>
                <a:chExt cx="37878" cy="32420"/>
              </a:xfrm>
            </p:grpSpPr>
            <p:sp>
              <p:nvSpPr>
                <p:cNvPr id="3756" name="Google Shape;3756;p60"/>
                <p:cNvSpPr/>
                <p:nvPr/>
              </p:nvSpPr>
              <p:spPr>
                <a:xfrm>
                  <a:off x="4979233" y="3839798"/>
                  <a:ext cx="37878" cy="32420"/>
                </a:xfrm>
                <a:custGeom>
                  <a:avLst/>
                  <a:gdLst/>
                  <a:ahLst/>
                  <a:cxnLst/>
                  <a:rect l="l" t="t" r="r" b="b"/>
                  <a:pathLst>
                    <a:path w="4816" h="4122" extrusionOk="0">
                      <a:moveTo>
                        <a:pt x="2738" y="0"/>
                      </a:moveTo>
                      <a:cubicBezTo>
                        <a:pt x="2231" y="0"/>
                        <a:pt x="1715" y="190"/>
                        <a:pt x="1295" y="613"/>
                      </a:cubicBezTo>
                      <a:cubicBezTo>
                        <a:pt x="1" y="1908"/>
                        <a:pt x="920" y="4122"/>
                        <a:pt x="2759" y="4122"/>
                      </a:cubicBezTo>
                      <a:cubicBezTo>
                        <a:pt x="3884" y="4122"/>
                        <a:pt x="4803" y="3202"/>
                        <a:pt x="4815" y="2065"/>
                      </a:cubicBezTo>
                      <a:cubicBezTo>
                        <a:pt x="4807" y="823"/>
                        <a:pt x="3794" y="0"/>
                        <a:pt x="2738"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57" name="Google Shape;3757;p60"/>
                <p:cNvSpPr/>
                <p:nvPr/>
              </p:nvSpPr>
              <p:spPr>
                <a:xfrm>
                  <a:off x="4994366" y="3849472"/>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58" name="Google Shape;3758;p60"/>
              <p:cNvGrpSpPr/>
              <p:nvPr/>
            </p:nvGrpSpPr>
            <p:grpSpPr>
              <a:xfrm>
                <a:off x="4790662" y="3679147"/>
                <a:ext cx="37783" cy="32380"/>
                <a:chOff x="4790662" y="3679147"/>
                <a:chExt cx="37783" cy="32380"/>
              </a:xfrm>
            </p:grpSpPr>
            <p:sp>
              <p:nvSpPr>
                <p:cNvPr id="3759" name="Google Shape;3759;p60"/>
                <p:cNvSpPr/>
                <p:nvPr/>
              </p:nvSpPr>
              <p:spPr>
                <a:xfrm>
                  <a:off x="4790662" y="3679147"/>
                  <a:ext cx="37783" cy="32380"/>
                </a:xfrm>
                <a:custGeom>
                  <a:avLst/>
                  <a:gdLst/>
                  <a:ahLst/>
                  <a:cxnLst/>
                  <a:rect l="l" t="t" r="r" b="b"/>
                  <a:pathLst>
                    <a:path w="4804" h="4117" extrusionOk="0">
                      <a:moveTo>
                        <a:pt x="2738" y="0"/>
                      </a:moveTo>
                      <a:cubicBezTo>
                        <a:pt x="2231" y="0"/>
                        <a:pt x="1715" y="188"/>
                        <a:pt x="1295" y="608"/>
                      </a:cubicBezTo>
                      <a:cubicBezTo>
                        <a:pt x="1" y="1902"/>
                        <a:pt x="908" y="4116"/>
                        <a:pt x="2747" y="4116"/>
                      </a:cubicBezTo>
                      <a:cubicBezTo>
                        <a:pt x="3884" y="4116"/>
                        <a:pt x="4803" y="3197"/>
                        <a:pt x="4803" y="2060"/>
                      </a:cubicBezTo>
                      <a:cubicBezTo>
                        <a:pt x="4803" y="817"/>
                        <a:pt x="3793" y="0"/>
                        <a:pt x="2738"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60" name="Google Shape;3760;p60"/>
                <p:cNvSpPr/>
                <p:nvPr/>
              </p:nvSpPr>
              <p:spPr>
                <a:xfrm>
                  <a:off x="4803506" y="3688774"/>
                  <a:ext cx="15235" cy="13072"/>
                </a:xfrm>
                <a:custGeom>
                  <a:avLst/>
                  <a:gdLst/>
                  <a:ahLst/>
                  <a:cxnLst/>
                  <a:rect l="l" t="t" r="r" b="b"/>
                  <a:pathLst>
                    <a:path w="1937" h="1662" extrusionOk="0">
                      <a:moveTo>
                        <a:pt x="1114" y="1"/>
                      </a:moveTo>
                      <a:cubicBezTo>
                        <a:pt x="376" y="1"/>
                        <a:pt x="1" y="896"/>
                        <a:pt x="521" y="1416"/>
                      </a:cubicBezTo>
                      <a:cubicBezTo>
                        <a:pt x="694" y="1585"/>
                        <a:pt x="904" y="1661"/>
                        <a:pt x="1109" y="1661"/>
                      </a:cubicBezTo>
                      <a:cubicBezTo>
                        <a:pt x="1534" y="1661"/>
                        <a:pt x="1936" y="1334"/>
                        <a:pt x="1936" y="836"/>
                      </a:cubicBezTo>
                      <a:cubicBezTo>
                        <a:pt x="1936" y="376"/>
                        <a:pt x="1573" y="1"/>
                        <a:pt x="111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61" name="Google Shape;3761;p60"/>
              <p:cNvGrpSpPr/>
              <p:nvPr/>
            </p:nvGrpSpPr>
            <p:grpSpPr>
              <a:xfrm>
                <a:off x="4857263" y="3557861"/>
                <a:ext cx="37776" cy="32357"/>
                <a:chOff x="4857263" y="3557861"/>
                <a:chExt cx="37776" cy="32357"/>
              </a:xfrm>
            </p:grpSpPr>
            <p:sp>
              <p:nvSpPr>
                <p:cNvPr id="3762" name="Google Shape;3762;p60"/>
                <p:cNvSpPr/>
                <p:nvPr/>
              </p:nvSpPr>
              <p:spPr>
                <a:xfrm>
                  <a:off x="4857263" y="3557861"/>
                  <a:ext cx="37776" cy="32357"/>
                </a:xfrm>
                <a:custGeom>
                  <a:avLst/>
                  <a:gdLst/>
                  <a:ahLst/>
                  <a:cxnLst/>
                  <a:rect l="l" t="t" r="r" b="b"/>
                  <a:pathLst>
                    <a:path w="4803" h="4114" extrusionOk="0">
                      <a:moveTo>
                        <a:pt x="2732" y="0"/>
                      </a:moveTo>
                      <a:cubicBezTo>
                        <a:pt x="2228" y="0"/>
                        <a:pt x="1713" y="187"/>
                        <a:pt x="1295" y="606"/>
                      </a:cubicBezTo>
                      <a:cubicBezTo>
                        <a:pt x="1" y="1900"/>
                        <a:pt x="908"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63" name="Google Shape;3763;p60"/>
                <p:cNvSpPr/>
                <p:nvPr/>
              </p:nvSpPr>
              <p:spPr>
                <a:xfrm>
                  <a:off x="4870106" y="3567566"/>
                  <a:ext cx="15329" cy="13040"/>
                </a:xfrm>
                <a:custGeom>
                  <a:avLst/>
                  <a:gdLst/>
                  <a:ahLst/>
                  <a:cxnLst/>
                  <a:rect l="l" t="t" r="r" b="b"/>
                  <a:pathLst>
                    <a:path w="1949" h="1658" extrusionOk="0">
                      <a:moveTo>
                        <a:pt x="1114" y="1"/>
                      </a:moveTo>
                      <a:cubicBezTo>
                        <a:pt x="376" y="1"/>
                        <a:pt x="1" y="896"/>
                        <a:pt x="533" y="1416"/>
                      </a:cubicBezTo>
                      <a:cubicBezTo>
                        <a:pt x="700" y="1583"/>
                        <a:pt x="905" y="1658"/>
                        <a:pt x="1105" y="1658"/>
                      </a:cubicBezTo>
                      <a:cubicBezTo>
                        <a:pt x="1529" y="1658"/>
                        <a:pt x="1936" y="1324"/>
                        <a:pt x="1936" y="823"/>
                      </a:cubicBezTo>
                      <a:cubicBezTo>
                        <a:pt x="1948" y="364"/>
                        <a:pt x="1573" y="1"/>
                        <a:pt x="111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64" name="Google Shape;3764;p60"/>
              <p:cNvGrpSpPr/>
              <p:nvPr/>
            </p:nvGrpSpPr>
            <p:grpSpPr>
              <a:xfrm>
                <a:off x="4883902" y="3648033"/>
                <a:ext cx="37783" cy="32380"/>
                <a:chOff x="4883902" y="3648033"/>
                <a:chExt cx="37783" cy="32380"/>
              </a:xfrm>
            </p:grpSpPr>
            <p:sp>
              <p:nvSpPr>
                <p:cNvPr id="3765" name="Google Shape;3765;p60"/>
                <p:cNvSpPr/>
                <p:nvPr/>
              </p:nvSpPr>
              <p:spPr>
                <a:xfrm>
                  <a:off x="4883902" y="3648033"/>
                  <a:ext cx="37783" cy="32380"/>
                </a:xfrm>
                <a:custGeom>
                  <a:avLst/>
                  <a:gdLst/>
                  <a:ahLst/>
                  <a:cxnLst/>
                  <a:rect l="l" t="t" r="r" b="b"/>
                  <a:pathLst>
                    <a:path w="4804" h="4117" extrusionOk="0">
                      <a:moveTo>
                        <a:pt x="2731" y="0"/>
                      </a:moveTo>
                      <a:cubicBezTo>
                        <a:pt x="2226" y="0"/>
                        <a:pt x="1711" y="188"/>
                        <a:pt x="1295" y="608"/>
                      </a:cubicBezTo>
                      <a:cubicBezTo>
                        <a:pt x="1" y="1903"/>
                        <a:pt x="920" y="4104"/>
                        <a:pt x="2747" y="4116"/>
                      </a:cubicBezTo>
                      <a:cubicBezTo>
                        <a:pt x="3884" y="4104"/>
                        <a:pt x="4803" y="3185"/>
                        <a:pt x="4803" y="2048"/>
                      </a:cubicBezTo>
                      <a:cubicBezTo>
                        <a:pt x="4795" y="814"/>
                        <a:pt x="3783" y="0"/>
                        <a:pt x="2731"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66" name="Google Shape;3766;p60"/>
                <p:cNvSpPr/>
                <p:nvPr/>
              </p:nvSpPr>
              <p:spPr>
                <a:xfrm>
                  <a:off x="4896745" y="3657668"/>
                  <a:ext cx="15329" cy="13009"/>
                </a:xfrm>
                <a:custGeom>
                  <a:avLst/>
                  <a:gdLst/>
                  <a:ahLst/>
                  <a:cxnLst/>
                  <a:rect l="l" t="t" r="r" b="b"/>
                  <a:pathLst>
                    <a:path w="1949" h="1654" extrusionOk="0">
                      <a:moveTo>
                        <a:pt x="1114" y="0"/>
                      </a:moveTo>
                      <a:cubicBezTo>
                        <a:pt x="376" y="0"/>
                        <a:pt x="1" y="883"/>
                        <a:pt x="533" y="1404"/>
                      </a:cubicBezTo>
                      <a:cubicBezTo>
                        <a:pt x="702" y="1577"/>
                        <a:pt x="911" y="1654"/>
                        <a:pt x="1115" y="1654"/>
                      </a:cubicBezTo>
                      <a:cubicBezTo>
                        <a:pt x="1541" y="1654"/>
                        <a:pt x="1948" y="1321"/>
                        <a:pt x="1948" y="823"/>
                      </a:cubicBezTo>
                      <a:cubicBezTo>
                        <a:pt x="1948" y="363"/>
                        <a:pt x="1573" y="0"/>
                        <a:pt x="111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67" name="Google Shape;3767;p60"/>
              <p:cNvGrpSpPr/>
              <p:nvPr/>
            </p:nvGrpSpPr>
            <p:grpSpPr>
              <a:xfrm>
                <a:off x="4907780" y="3347220"/>
                <a:ext cx="37878" cy="32357"/>
                <a:chOff x="4907780" y="3347220"/>
                <a:chExt cx="37878" cy="32357"/>
              </a:xfrm>
            </p:grpSpPr>
            <p:sp>
              <p:nvSpPr>
                <p:cNvPr id="3768" name="Google Shape;3768;p60"/>
                <p:cNvSpPr/>
                <p:nvPr/>
              </p:nvSpPr>
              <p:spPr>
                <a:xfrm>
                  <a:off x="4907780" y="3347220"/>
                  <a:ext cx="37878" cy="32357"/>
                </a:xfrm>
                <a:custGeom>
                  <a:avLst/>
                  <a:gdLst/>
                  <a:ahLst/>
                  <a:cxnLst/>
                  <a:rect l="l" t="t" r="r" b="b"/>
                  <a:pathLst>
                    <a:path w="4816" h="4114" extrusionOk="0">
                      <a:moveTo>
                        <a:pt x="2733" y="0"/>
                      </a:moveTo>
                      <a:cubicBezTo>
                        <a:pt x="2228" y="0"/>
                        <a:pt x="1714" y="187"/>
                        <a:pt x="1295" y="606"/>
                      </a:cubicBezTo>
                      <a:cubicBezTo>
                        <a:pt x="1" y="1900"/>
                        <a:pt x="920" y="4114"/>
                        <a:pt x="2759" y="4114"/>
                      </a:cubicBezTo>
                      <a:cubicBezTo>
                        <a:pt x="3884" y="4114"/>
                        <a:pt x="4803" y="3194"/>
                        <a:pt x="4815" y="2057"/>
                      </a:cubicBezTo>
                      <a:cubicBezTo>
                        <a:pt x="4807" y="821"/>
                        <a:pt x="3791" y="0"/>
                        <a:pt x="2733"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69" name="Google Shape;3769;p60"/>
                <p:cNvSpPr/>
                <p:nvPr/>
              </p:nvSpPr>
              <p:spPr>
                <a:xfrm>
                  <a:off x="4922912" y="3356926"/>
                  <a:ext cx="13040" cy="13040"/>
                </a:xfrm>
                <a:custGeom>
                  <a:avLst/>
                  <a:gdLst/>
                  <a:ahLst/>
                  <a:cxnLst/>
                  <a:rect l="l" t="t" r="r" b="b"/>
                  <a:pathLst>
                    <a:path w="1658" h="1658" extrusionOk="0">
                      <a:moveTo>
                        <a:pt x="835" y="1"/>
                      </a:moveTo>
                      <a:cubicBezTo>
                        <a:pt x="375" y="1"/>
                        <a:pt x="0" y="363"/>
                        <a:pt x="0" y="823"/>
                      </a:cubicBezTo>
                      <a:cubicBezTo>
                        <a:pt x="0" y="1283"/>
                        <a:pt x="375" y="1658"/>
                        <a:pt x="835" y="1658"/>
                      </a:cubicBezTo>
                      <a:cubicBezTo>
                        <a:pt x="1283" y="1658"/>
                        <a:pt x="1658" y="1283"/>
                        <a:pt x="1658" y="823"/>
                      </a:cubicBezTo>
                      <a:cubicBezTo>
                        <a:pt x="1658" y="363"/>
                        <a:pt x="1283" y="1"/>
                        <a:pt x="835"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70" name="Google Shape;3770;p60"/>
              <p:cNvGrpSpPr/>
              <p:nvPr/>
            </p:nvGrpSpPr>
            <p:grpSpPr>
              <a:xfrm>
                <a:off x="5065048" y="3738150"/>
                <a:ext cx="37783" cy="32364"/>
                <a:chOff x="5065048" y="3738150"/>
                <a:chExt cx="37783" cy="32364"/>
              </a:xfrm>
            </p:grpSpPr>
            <p:sp>
              <p:nvSpPr>
                <p:cNvPr id="3771" name="Google Shape;3771;p60"/>
                <p:cNvSpPr/>
                <p:nvPr/>
              </p:nvSpPr>
              <p:spPr>
                <a:xfrm>
                  <a:off x="5065048" y="3738150"/>
                  <a:ext cx="37783" cy="32364"/>
                </a:xfrm>
                <a:custGeom>
                  <a:avLst/>
                  <a:gdLst/>
                  <a:ahLst/>
                  <a:cxnLst/>
                  <a:rect l="l" t="t" r="r" b="b"/>
                  <a:pathLst>
                    <a:path w="4804" h="4115" extrusionOk="0">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72" name="Google Shape;3772;p60"/>
                <p:cNvSpPr/>
                <p:nvPr/>
              </p:nvSpPr>
              <p:spPr>
                <a:xfrm>
                  <a:off x="5077994" y="3747761"/>
                  <a:ext cx="15227" cy="13072"/>
                </a:xfrm>
                <a:custGeom>
                  <a:avLst/>
                  <a:gdLst/>
                  <a:ahLst/>
                  <a:cxnLst/>
                  <a:rect l="l" t="t" r="r" b="b"/>
                  <a:pathLst>
                    <a:path w="1936" h="1662" extrusionOk="0">
                      <a:moveTo>
                        <a:pt x="1101" y="1"/>
                      </a:moveTo>
                      <a:cubicBezTo>
                        <a:pt x="363" y="1"/>
                        <a:pt x="0" y="896"/>
                        <a:pt x="520" y="1416"/>
                      </a:cubicBezTo>
                      <a:cubicBezTo>
                        <a:pt x="689" y="1585"/>
                        <a:pt x="898" y="1661"/>
                        <a:pt x="1102" y="1661"/>
                      </a:cubicBezTo>
                      <a:cubicBezTo>
                        <a:pt x="1528" y="1661"/>
                        <a:pt x="1936" y="1334"/>
                        <a:pt x="1936" y="836"/>
                      </a:cubicBezTo>
                      <a:cubicBezTo>
                        <a:pt x="1936" y="376"/>
                        <a:pt x="1561" y="1"/>
                        <a:pt x="1101"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73" name="Google Shape;3773;p60"/>
              <p:cNvGrpSpPr/>
              <p:nvPr/>
            </p:nvGrpSpPr>
            <p:grpSpPr>
              <a:xfrm>
                <a:off x="5071616" y="3284615"/>
                <a:ext cx="37783" cy="32357"/>
                <a:chOff x="5071616" y="3284615"/>
                <a:chExt cx="37783" cy="32357"/>
              </a:xfrm>
            </p:grpSpPr>
            <p:sp>
              <p:nvSpPr>
                <p:cNvPr id="3774" name="Google Shape;3774;p60"/>
                <p:cNvSpPr/>
                <p:nvPr/>
              </p:nvSpPr>
              <p:spPr>
                <a:xfrm>
                  <a:off x="5071616" y="3284615"/>
                  <a:ext cx="37783" cy="32357"/>
                </a:xfrm>
                <a:custGeom>
                  <a:avLst/>
                  <a:gdLst/>
                  <a:ahLst/>
                  <a:cxnLst/>
                  <a:rect l="l" t="t" r="r" b="b"/>
                  <a:pathLst>
                    <a:path w="4804" h="4114" extrusionOk="0">
                      <a:moveTo>
                        <a:pt x="2732" y="0"/>
                      </a:moveTo>
                      <a:cubicBezTo>
                        <a:pt x="2228" y="0"/>
                        <a:pt x="1713" y="188"/>
                        <a:pt x="1295" y="606"/>
                      </a:cubicBezTo>
                      <a:cubicBezTo>
                        <a:pt x="1" y="1900"/>
                        <a:pt x="908" y="4114"/>
                        <a:pt x="2747" y="4114"/>
                      </a:cubicBezTo>
                      <a:cubicBezTo>
                        <a:pt x="3872" y="4114"/>
                        <a:pt x="4791" y="3195"/>
                        <a:pt x="4803" y="2057"/>
                      </a:cubicBezTo>
                      <a:cubicBezTo>
                        <a:pt x="4803" y="821"/>
                        <a:pt x="3789" y="0"/>
                        <a:pt x="273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75" name="Google Shape;3775;p60"/>
                <p:cNvSpPr/>
                <p:nvPr/>
              </p:nvSpPr>
              <p:spPr>
                <a:xfrm>
                  <a:off x="5086646" y="3294320"/>
                  <a:ext cx="13048" cy="13048"/>
                </a:xfrm>
                <a:custGeom>
                  <a:avLst/>
                  <a:gdLst/>
                  <a:ahLst/>
                  <a:cxnLst/>
                  <a:rect l="l" t="t" r="r" b="b"/>
                  <a:pathLst>
                    <a:path w="1659" h="1659" extrusionOk="0">
                      <a:moveTo>
                        <a:pt x="836" y="1"/>
                      </a:moveTo>
                      <a:cubicBezTo>
                        <a:pt x="376" y="1"/>
                        <a:pt x="1" y="364"/>
                        <a:pt x="1" y="823"/>
                      </a:cubicBezTo>
                      <a:cubicBezTo>
                        <a:pt x="1" y="1283"/>
                        <a:pt x="376" y="1658"/>
                        <a:pt x="836" y="1658"/>
                      </a:cubicBezTo>
                      <a:cubicBezTo>
                        <a:pt x="1283" y="1658"/>
                        <a:pt x="1658" y="1283"/>
                        <a:pt x="1658" y="823"/>
                      </a:cubicBezTo>
                      <a:cubicBezTo>
                        <a:pt x="1658" y="364"/>
                        <a:pt x="1283" y="1"/>
                        <a:pt x="836"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76" name="Google Shape;3776;p60"/>
              <p:cNvGrpSpPr/>
              <p:nvPr/>
            </p:nvGrpSpPr>
            <p:grpSpPr>
              <a:xfrm>
                <a:off x="5389291" y="3759921"/>
                <a:ext cx="37783" cy="32380"/>
                <a:chOff x="5389291" y="3759921"/>
                <a:chExt cx="37783" cy="32380"/>
              </a:xfrm>
            </p:grpSpPr>
            <p:sp>
              <p:nvSpPr>
                <p:cNvPr id="3777" name="Google Shape;3777;p60"/>
                <p:cNvSpPr/>
                <p:nvPr/>
              </p:nvSpPr>
              <p:spPr>
                <a:xfrm>
                  <a:off x="5389291" y="3759921"/>
                  <a:ext cx="37783" cy="32380"/>
                </a:xfrm>
                <a:custGeom>
                  <a:avLst/>
                  <a:gdLst/>
                  <a:ahLst/>
                  <a:cxnLst/>
                  <a:rect l="l" t="t" r="r" b="b"/>
                  <a:pathLst>
                    <a:path w="4804" h="4117" extrusionOk="0">
                      <a:moveTo>
                        <a:pt x="2738" y="0"/>
                      </a:moveTo>
                      <a:cubicBezTo>
                        <a:pt x="2231" y="0"/>
                        <a:pt x="1715" y="188"/>
                        <a:pt x="1295" y="608"/>
                      </a:cubicBezTo>
                      <a:cubicBezTo>
                        <a:pt x="1" y="1903"/>
                        <a:pt x="920" y="4116"/>
                        <a:pt x="2747" y="4116"/>
                      </a:cubicBezTo>
                      <a:cubicBezTo>
                        <a:pt x="3884" y="4116"/>
                        <a:pt x="4803" y="3197"/>
                        <a:pt x="4803" y="2060"/>
                      </a:cubicBezTo>
                      <a:cubicBezTo>
                        <a:pt x="4803" y="817"/>
                        <a:pt x="3792" y="0"/>
                        <a:pt x="2738"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78" name="Google Shape;3778;p60"/>
                <p:cNvSpPr/>
                <p:nvPr/>
              </p:nvSpPr>
              <p:spPr>
                <a:xfrm>
                  <a:off x="5402229" y="3769555"/>
                  <a:ext cx="15235" cy="13064"/>
                </a:xfrm>
                <a:custGeom>
                  <a:avLst/>
                  <a:gdLst/>
                  <a:ahLst/>
                  <a:cxnLst/>
                  <a:rect l="l" t="t" r="r" b="b"/>
                  <a:pathLst>
                    <a:path w="1937" h="1661" extrusionOk="0">
                      <a:moveTo>
                        <a:pt x="1114" y="0"/>
                      </a:moveTo>
                      <a:cubicBezTo>
                        <a:pt x="364" y="0"/>
                        <a:pt x="1" y="895"/>
                        <a:pt x="521" y="1415"/>
                      </a:cubicBezTo>
                      <a:cubicBezTo>
                        <a:pt x="690" y="1584"/>
                        <a:pt x="899" y="1660"/>
                        <a:pt x="1103" y="1660"/>
                      </a:cubicBezTo>
                      <a:cubicBezTo>
                        <a:pt x="1528" y="1660"/>
                        <a:pt x="1936" y="1333"/>
                        <a:pt x="1936" y="835"/>
                      </a:cubicBezTo>
                      <a:cubicBezTo>
                        <a:pt x="1936" y="375"/>
                        <a:pt x="1561" y="0"/>
                        <a:pt x="111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79" name="Google Shape;3779;p60"/>
              <p:cNvGrpSpPr/>
              <p:nvPr/>
            </p:nvGrpSpPr>
            <p:grpSpPr>
              <a:xfrm>
                <a:off x="5431534" y="3632932"/>
                <a:ext cx="37878" cy="32451"/>
                <a:chOff x="5431534" y="3632932"/>
                <a:chExt cx="37878" cy="32451"/>
              </a:xfrm>
            </p:grpSpPr>
            <p:sp>
              <p:nvSpPr>
                <p:cNvPr id="3780" name="Google Shape;3780;p60"/>
                <p:cNvSpPr/>
                <p:nvPr/>
              </p:nvSpPr>
              <p:spPr>
                <a:xfrm>
                  <a:off x="5431534" y="3632932"/>
                  <a:ext cx="37878" cy="32451"/>
                </a:xfrm>
                <a:custGeom>
                  <a:avLst/>
                  <a:gdLst/>
                  <a:ahLst/>
                  <a:cxnLst/>
                  <a:rect l="l" t="t" r="r" b="b"/>
                  <a:pathLst>
                    <a:path w="4816" h="4126" extrusionOk="0">
                      <a:moveTo>
                        <a:pt x="2734" y="0"/>
                      </a:moveTo>
                      <a:cubicBezTo>
                        <a:pt x="2228" y="0"/>
                        <a:pt x="1713" y="187"/>
                        <a:pt x="1295" y="605"/>
                      </a:cubicBezTo>
                      <a:cubicBezTo>
                        <a:pt x="1" y="1899"/>
                        <a:pt x="920" y="4125"/>
                        <a:pt x="2759" y="4125"/>
                      </a:cubicBezTo>
                      <a:cubicBezTo>
                        <a:pt x="3896" y="4113"/>
                        <a:pt x="4815" y="3194"/>
                        <a:pt x="4815" y="2069"/>
                      </a:cubicBezTo>
                      <a:cubicBezTo>
                        <a:pt x="4815" y="824"/>
                        <a:pt x="3795" y="0"/>
                        <a:pt x="2734"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81" name="Google Shape;3781;p60"/>
                <p:cNvSpPr/>
                <p:nvPr/>
              </p:nvSpPr>
              <p:spPr>
                <a:xfrm>
                  <a:off x="5444472" y="3642638"/>
                  <a:ext cx="15235" cy="13064"/>
                </a:xfrm>
                <a:custGeom>
                  <a:avLst/>
                  <a:gdLst/>
                  <a:ahLst/>
                  <a:cxnLst/>
                  <a:rect l="l" t="t" r="r" b="b"/>
                  <a:pathLst>
                    <a:path w="1937" h="1661" extrusionOk="0">
                      <a:moveTo>
                        <a:pt x="1114" y="0"/>
                      </a:moveTo>
                      <a:cubicBezTo>
                        <a:pt x="376" y="0"/>
                        <a:pt x="1" y="895"/>
                        <a:pt x="521" y="1415"/>
                      </a:cubicBezTo>
                      <a:cubicBezTo>
                        <a:pt x="690" y="1584"/>
                        <a:pt x="899" y="1660"/>
                        <a:pt x="1103" y="1660"/>
                      </a:cubicBezTo>
                      <a:cubicBezTo>
                        <a:pt x="1528" y="1660"/>
                        <a:pt x="1936" y="1333"/>
                        <a:pt x="1936" y="835"/>
                      </a:cubicBezTo>
                      <a:cubicBezTo>
                        <a:pt x="1936" y="375"/>
                        <a:pt x="1573" y="0"/>
                        <a:pt x="111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82" name="Google Shape;3782;p60"/>
              <p:cNvGrpSpPr/>
              <p:nvPr/>
            </p:nvGrpSpPr>
            <p:grpSpPr>
              <a:xfrm>
                <a:off x="5540755" y="3544829"/>
                <a:ext cx="37783" cy="32357"/>
                <a:chOff x="5540755" y="3544829"/>
                <a:chExt cx="37783" cy="32357"/>
              </a:xfrm>
            </p:grpSpPr>
            <p:sp>
              <p:nvSpPr>
                <p:cNvPr id="3783" name="Google Shape;3783;p60"/>
                <p:cNvSpPr/>
                <p:nvPr/>
              </p:nvSpPr>
              <p:spPr>
                <a:xfrm>
                  <a:off x="5540755" y="3544829"/>
                  <a:ext cx="37783" cy="32357"/>
                </a:xfrm>
                <a:custGeom>
                  <a:avLst/>
                  <a:gdLst/>
                  <a:ahLst/>
                  <a:cxnLst/>
                  <a:rect l="l" t="t" r="r" b="b"/>
                  <a:pathLst>
                    <a:path w="4804" h="4114" extrusionOk="0">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84" name="Google Shape;3784;p60"/>
                <p:cNvSpPr/>
                <p:nvPr/>
              </p:nvSpPr>
              <p:spPr>
                <a:xfrm>
                  <a:off x="5553693" y="3554534"/>
                  <a:ext cx="15235" cy="13040"/>
                </a:xfrm>
                <a:custGeom>
                  <a:avLst/>
                  <a:gdLst/>
                  <a:ahLst/>
                  <a:cxnLst/>
                  <a:rect l="l" t="t" r="r" b="b"/>
                  <a:pathLst>
                    <a:path w="1937" h="1658" extrusionOk="0">
                      <a:moveTo>
                        <a:pt x="1102" y="0"/>
                      </a:moveTo>
                      <a:cubicBezTo>
                        <a:pt x="364" y="0"/>
                        <a:pt x="1" y="896"/>
                        <a:pt x="521" y="1416"/>
                      </a:cubicBezTo>
                      <a:cubicBezTo>
                        <a:pt x="688" y="1583"/>
                        <a:pt x="894" y="1658"/>
                        <a:pt x="1096" y="1658"/>
                      </a:cubicBezTo>
                      <a:cubicBezTo>
                        <a:pt x="1524" y="1658"/>
                        <a:pt x="1936" y="1324"/>
                        <a:pt x="1936" y="823"/>
                      </a:cubicBezTo>
                      <a:cubicBezTo>
                        <a:pt x="1936" y="363"/>
                        <a:pt x="1561" y="0"/>
                        <a:pt x="1102"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85" name="Google Shape;3785;p60"/>
              <p:cNvGrpSpPr/>
              <p:nvPr/>
            </p:nvGrpSpPr>
            <p:grpSpPr>
              <a:xfrm>
                <a:off x="5579293" y="3412107"/>
                <a:ext cx="37776" cy="32357"/>
                <a:chOff x="5579293" y="3412107"/>
                <a:chExt cx="37776" cy="32357"/>
              </a:xfrm>
            </p:grpSpPr>
            <p:sp>
              <p:nvSpPr>
                <p:cNvPr id="3786" name="Google Shape;3786;p60"/>
                <p:cNvSpPr/>
                <p:nvPr/>
              </p:nvSpPr>
              <p:spPr>
                <a:xfrm>
                  <a:off x="5579293" y="3412107"/>
                  <a:ext cx="37776" cy="32357"/>
                </a:xfrm>
                <a:custGeom>
                  <a:avLst/>
                  <a:gdLst/>
                  <a:ahLst/>
                  <a:cxnLst/>
                  <a:rect l="l" t="t" r="r" b="b"/>
                  <a:pathLst>
                    <a:path w="4803" h="4114" extrusionOk="0">
                      <a:moveTo>
                        <a:pt x="2732" y="0"/>
                      </a:moveTo>
                      <a:cubicBezTo>
                        <a:pt x="2227" y="0"/>
                        <a:pt x="1713" y="187"/>
                        <a:pt x="1294" y="605"/>
                      </a:cubicBezTo>
                      <a:cubicBezTo>
                        <a:pt x="0" y="1900"/>
                        <a:pt x="919" y="4114"/>
                        <a:pt x="2746" y="4114"/>
                      </a:cubicBezTo>
                      <a:cubicBezTo>
                        <a:pt x="3883" y="4114"/>
                        <a:pt x="4802" y="3194"/>
                        <a:pt x="4802" y="2057"/>
                      </a:cubicBezTo>
                      <a:cubicBezTo>
                        <a:pt x="4802" y="821"/>
                        <a:pt x="3788" y="0"/>
                        <a:pt x="273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87" name="Google Shape;3787;p60"/>
                <p:cNvSpPr/>
                <p:nvPr/>
              </p:nvSpPr>
              <p:spPr>
                <a:xfrm>
                  <a:off x="5594418" y="3421812"/>
                  <a:ext cx="13040" cy="13040"/>
                </a:xfrm>
                <a:custGeom>
                  <a:avLst/>
                  <a:gdLst/>
                  <a:ahLst/>
                  <a:cxnLst/>
                  <a:rect l="l" t="t" r="r" b="b"/>
                  <a:pathLst>
                    <a:path w="1658" h="1658" extrusionOk="0">
                      <a:moveTo>
                        <a:pt x="823" y="1"/>
                      </a:moveTo>
                      <a:cubicBezTo>
                        <a:pt x="375" y="1"/>
                        <a:pt x="0" y="363"/>
                        <a:pt x="0" y="823"/>
                      </a:cubicBezTo>
                      <a:cubicBezTo>
                        <a:pt x="0" y="1283"/>
                        <a:pt x="375"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88" name="Google Shape;3788;p60"/>
              <p:cNvGrpSpPr/>
              <p:nvPr/>
            </p:nvGrpSpPr>
            <p:grpSpPr>
              <a:xfrm>
                <a:off x="5801346" y="3284615"/>
                <a:ext cx="37783" cy="32357"/>
                <a:chOff x="5801346" y="3284615"/>
                <a:chExt cx="37783" cy="32357"/>
              </a:xfrm>
            </p:grpSpPr>
            <p:sp>
              <p:nvSpPr>
                <p:cNvPr id="3789" name="Google Shape;3789;p60"/>
                <p:cNvSpPr/>
                <p:nvPr/>
              </p:nvSpPr>
              <p:spPr>
                <a:xfrm>
                  <a:off x="5801346" y="3284615"/>
                  <a:ext cx="37783" cy="32357"/>
                </a:xfrm>
                <a:custGeom>
                  <a:avLst/>
                  <a:gdLst/>
                  <a:ahLst/>
                  <a:cxnLst/>
                  <a:rect l="l" t="t" r="r" b="b"/>
                  <a:pathLst>
                    <a:path w="4804" h="4114" extrusionOk="0">
                      <a:moveTo>
                        <a:pt x="2732" y="0"/>
                      </a:moveTo>
                      <a:cubicBezTo>
                        <a:pt x="2228" y="0"/>
                        <a:pt x="1714" y="188"/>
                        <a:pt x="1295" y="606"/>
                      </a:cubicBezTo>
                      <a:cubicBezTo>
                        <a:pt x="1" y="1900"/>
                        <a:pt x="920" y="4114"/>
                        <a:pt x="2759" y="4114"/>
                      </a:cubicBezTo>
                      <a:cubicBezTo>
                        <a:pt x="3884" y="4114"/>
                        <a:pt x="4803" y="3195"/>
                        <a:pt x="4803" y="2057"/>
                      </a:cubicBezTo>
                      <a:cubicBezTo>
                        <a:pt x="4803" y="821"/>
                        <a:pt x="3789" y="0"/>
                        <a:pt x="273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90" name="Google Shape;3790;p60"/>
                <p:cNvSpPr/>
                <p:nvPr/>
              </p:nvSpPr>
              <p:spPr>
                <a:xfrm>
                  <a:off x="5816478" y="3294320"/>
                  <a:ext cx="13040" cy="13048"/>
                </a:xfrm>
                <a:custGeom>
                  <a:avLst/>
                  <a:gdLst/>
                  <a:ahLst/>
                  <a:cxnLst/>
                  <a:rect l="l" t="t" r="r" b="b"/>
                  <a:pathLst>
                    <a:path w="1658" h="1659" extrusionOk="0">
                      <a:moveTo>
                        <a:pt x="835" y="1"/>
                      </a:moveTo>
                      <a:cubicBezTo>
                        <a:pt x="375" y="1"/>
                        <a:pt x="0" y="364"/>
                        <a:pt x="0" y="823"/>
                      </a:cubicBezTo>
                      <a:cubicBezTo>
                        <a:pt x="0" y="1283"/>
                        <a:pt x="375" y="1658"/>
                        <a:pt x="835" y="1658"/>
                      </a:cubicBezTo>
                      <a:cubicBezTo>
                        <a:pt x="1283" y="1658"/>
                        <a:pt x="1658" y="1283"/>
                        <a:pt x="1658" y="823"/>
                      </a:cubicBezTo>
                      <a:cubicBezTo>
                        <a:pt x="1658" y="364"/>
                        <a:pt x="1283" y="1"/>
                        <a:pt x="835"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91" name="Google Shape;3791;p60"/>
              <p:cNvGrpSpPr/>
              <p:nvPr/>
            </p:nvGrpSpPr>
            <p:grpSpPr>
              <a:xfrm>
                <a:off x="5763578" y="3399067"/>
                <a:ext cx="37776" cy="32364"/>
                <a:chOff x="5763578" y="3399067"/>
                <a:chExt cx="37776" cy="32364"/>
              </a:xfrm>
            </p:grpSpPr>
            <p:sp>
              <p:nvSpPr>
                <p:cNvPr id="3792" name="Google Shape;3792;p60"/>
                <p:cNvSpPr/>
                <p:nvPr/>
              </p:nvSpPr>
              <p:spPr>
                <a:xfrm>
                  <a:off x="5763578" y="3399067"/>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4" y="4114"/>
                        <a:pt x="4803" y="3195"/>
                        <a:pt x="4803" y="2058"/>
                      </a:cubicBezTo>
                      <a:cubicBezTo>
                        <a:pt x="4803" y="822"/>
                        <a:pt x="3789" y="1"/>
                        <a:pt x="273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93" name="Google Shape;3793;p60"/>
                <p:cNvSpPr/>
                <p:nvPr/>
              </p:nvSpPr>
              <p:spPr>
                <a:xfrm>
                  <a:off x="5776516" y="3408780"/>
                  <a:ext cx="15235" cy="13040"/>
                </a:xfrm>
                <a:custGeom>
                  <a:avLst/>
                  <a:gdLst/>
                  <a:ahLst/>
                  <a:cxnLst/>
                  <a:rect l="l" t="t" r="r" b="b"/>
                  <a:pathLst>
                    <a:path w="1937" h="1658" extrusionOk="0">
                      <a:moveTo>
                        <a:pt x="1101" y="0"/>
                      </a:moveTo>
                      <a:cubicBezTo>
                        <a:pt x="364"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94" name="Google Shape;3794;p60"/>
              <p:cNvGrpSpPr/>
              <p:nvPr/>
            </p:nvGrpSpPr>
            <p:grpSpPr>
              <a:xfrm>
                <a:off x="5395858" y="3230952"/>
                <a:ext cx="37776" cy="32364"/>
                <a:chOff x="5395858" y="3230952"/>
                <a:chExt cx="37776" cy="32364"/>
              </a:xfrm>
            </p:grpSpPr>
            <p:sp>
              <p:nvSpPr>
                <p:cNvPr id="3795" name="Google Shape;3795;p60"/>
                <p:cNvSpPr/>
                <p:nvPr/>
              </p:nvSpPr>
              <p:spPr>
                <a:xfrm>
                  <a:off x="5395858" y="3230952"/>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96" name="Google Shape;3796;p60"/>
                <p:cNvSpPr/>
                <p:nvPr/>
              </p:nvSpPr>
              <p:spPr>
                <a:xfrm>
                  <a:off x="5408702" y="3240571"/>
                  <a:ext cx="15227" cy="13064"/>
                </a:xfrm>
                <a:custGeom>
                  <a:avLst/>
                  <a:gdLst/>
                  <a:ahLst/>
                  <a:cxnLst/>
                  <a:rect l="l" t="t" r="r" b="b"/>
                  <a:pathLst>
                    <a:path w="1936" h="1661" extrusionOk="0">
                      <a:moveTo>
                        <a:pt x="1113" y="0"/>
                      </a:moveTo>
                      <a:cubicBezTo>
                        <a:pt x="375" y="0"/>
                        <a:pt x="0" y="895"/>
                        <a:pt x="521" y="1416"/>
                      </a:cubicBezTo>
                      <a:cubicBezTo>
                        <a:pt x="690" y="1585"/>
                        <a:pt x="898" y="1660"/>
                        <a:pt x="1103" y="1660"/>
                      </a:cubicBezTo>
                      <a:cubicBezTo>
                        <a:pt x="1528" y="1660"/>
                        <a:pt x="1936" y="1333"/>
                        <a:pt x="1936" y="835"/>
                      </a:cubicBezTo>
                      <a:cubicBezTo>
                        <a:pt x="1936" y="375"/>
                        <a:pt x="1561" y="0"/>
                        <a:pt x="1113"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797" name="Google Shape;3797;p60"/>
              <p:cNvGrpSpPr/>
              <p:nvPr/>
            </p:nvGrpSpPr>
            <p:grpSpPr>
              <a:xfrm>
                <a:off x="5264088" y="3188237"/>
                <a:ext cx="37776" cy="32357"/>
                <a:chOff x="5264088" y="3188237"/>
                <a:chExt cx="37776" cy="32357"/>
              </a:xfrm>
            </p:grpSpPr>
            <p:sp>
              <p:nvSpPr>
                <p:cNvPr id="3798" name="Google Shape;3798;p60"/>
                <p:cNvSpPr/>
                <p:nvPr/>
              </p:nvSpPr>
              <p:spPr>
                <a:xfrm>
                  <a:off x="5264088" y="3188237"/>
                  <a:ext cx="37776" cy="32357"/>
                </a:xfrm>
                <a:custGeom>
                  <a:avLst/>
                  <a:gdLst/>
                  <a:ahLst/>
                  <a:cxnLst/>
                  <a:rect l="l" t="t" r="r" b="b"/>
                  <a:pathLst>
                    <a:path w="4803" h="4114" extrusionOk="0">
                      <a:moveTo>
                        <a:pt x="2732" y="0"/>
                      </a:moveTo>
                      <a:cubicBezTo>
                        <a:pt x="2227" y="0"/>
                        <a:pt x="1713" y="188"/>
                        <a:pt x="1295" y="606"/>
                      </a:cubicBezTo>
                      <a:cubicBezTo>
                        <a:pt x="0" y="1900"/>
                        <a:pt x="920"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799" name="Google Shape;3799;p60"/>
                <p:cNvSpPr/>
                <p:nvPr/>
              </p:nvSpPr>
              <p:spPr>
                <a:xfrm>
                  <a:off x="5279212" y="3197943"/>
                  <a:ext cx="13048" cy="13048"/>
                </a:xfrm>
                <a:custGeom>
                  <a:avLst/>
                  <a:gdLst/>
                  <a:ahLst/>
                  <a:cxnLst/>
                  <a:rect l="l" t="t" r="r" b="b"/>
                  <a:pathLst>
                    <a:path w="1659" h="1659" extrusionOk="0">
                      <a:moveTo>
                        <a:pt x="823" y="1"/>
                      </a:moveTo>
                      <a:cubicBezTo>
                        <a:pt x="364" y="1"/>
                        <a:pt x="1" y="376"/>
                        <a:pt x="1" y="823"/>
                      </a:cubicBezTo>
                      <a:cubicBezTo>
                        <a:pt x="1" y="1283"/>
                        <a:pt x="364"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00" name="Google Shape;3800;p60"/>
              <p:cNvGrpSpPr/>
              <p:nvPr/>
            </p:nvGrpSpPr>
            <p:grpSpPr>
              <a:xfrm>
                <a:off x="5585758" y="3237425"/>
                <a:ext cx="37878" cy="32357"/>
                <a:chOff x="5585758" y="3237425"/>
                <a:chExt cx="37878" cy="32357"/>
              </a:xfrm>
            </p:grpSpPr>
            <p:sp>
              <p:nvSpPr>
                <p:cNvPr id="3801" name="Google Shape;3801;p60"/>
                <p:cNvSpPr/>
                <p:nvPr/>
              </p:nvSpPr>
              <p:spPr>
                <a:xfrm>
                  <a:off x="5585758" y="3237425"/>
                  <a:ext cx="37878" cy="32357"/>
                </a:xfrm>
                <a:custGeom>
                  <a:avLst/>
                  <a:gdLst/>
                  <a:ahLst/>
                  <a:cxnLst/>
                  <a:rect l="l" t="t" r="r" b="b"/>
                  <a:pathLst>
                    <a:path w="4816" h="4114" extrusionOk="0">
                      <a:moveTo>
                        <a:pt x="2744" y="0"/>
                      </a:moveTo>
                      <a:cubicBezTo>
                        <a:pt x="2240" y="0"/>
                        <a:pt x="1725" y="188"/>
                        <a:pt x="1307" y="606"/>
                      </a:cubicBezTo>
                      <a:cubicBezTo>
                        <a:pt x="1" y="1900"/>
                        <a:pt x="920" y="4114"/>
                        <a:pt x="2759" y="4114"/>
                      </a:cubicBezTo>
                      <a:cubicBezTo>
                        <a:pt x="3896" y="4114"/>
                        <a:pt x="4815" y="3195"/>
                        <a:pt x="4815" y="2057"/>
                      </a:cubicBezTo>
                      <a:cubicBezTo>
                        <a:pt x="4815" y="821"/>
                        <a:pt x="3801" y="0"/>
                        <a:pt x="2744"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02" name="Google Shape;3802;p60"/>
                <p:cNvSpPr/>
                <p:nvPr/>
              </p:nvSpPr>
              <p:spPr>
                <a:xfrm>
                  <a:off x="5598696" y="3247130"/>
                  <a:ext cx="15235" cy="13048"/>
                </a:xfrm>
                <a:custGeom>
                  <a:avLst/>
                  <a:gdLst/>
                  <a:ahLst/>
                  <a:cxnLst/>
                  <a:rect l="l" t="t" r="r" b="b"/>
                  <a:pathLst>
                    <a:path w="1937" h="1659" extrusionOk="0">
                      <a:moveTo>
                        <a:pt x="1114" y="1"/>
                      </a:moveTo>
                      <a:cubicBezTo>
                        <a:pt x="376" y="1"/>
                        <a:pt x="1" y="896"/>
                        <a:pt x="521" y="1416"/>
                      </a:cubicBezTo>
                      <a:cubicBezTo>
                        <a:pt x="692" y="1583"/>
                        <a:pt x="899" y="1658"/>
                        <a:pt x="1102" y="1658"/>
                      </a:cubicBezTo>
                      <a:cubicBezTo>
                        <a:pt x="1529" y="1658"/>
                        <a:pt x="1936" y="1324"/>
                        <a:pt x="1936" y="823"/>
                      </a:cubicBezTo>
                      <a:cubicBezTo>
                        <a:pt x="1936" y="376"/>
                        <a:pt x="1573" y="1"/>
                        <a:pt x="111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03" name="Google Shape;3803;p60"/>
              <p:cNvGrpSpPr/>
              <p:nvPr/>
            </p:nvGrpSpPr>
            <p:grpSpPr>
              <a:xfrm>
                <a:off x="4874196" y="3291088"/>
                <a:ext cx="37878" cy="32451"/>
                <a:chOff x="4874196" y="3291088"/>
                <a:chExt cx="37878" cy="32451"/>
              </a:xfrm>
            </p:grpSpPr>
            <p:sp>
              <p:nvSpPr>
                <p:cNvPr id="3804" name="Google Shape;3804;p60"/>
                <p:cNvSpPr/>
                <p:nvPr/>
              </p:nvSpPr>
              <p:spPr>
                <a:xfrm>
                  <a:off x="4874196" y="3291088"/>
                  <a:ext cx="37878" cy="32451"/>
                </a:xfrm>
                <a:custGeom>
                  <a:avLst/>
                  <a:gdLst/>
                  <a:ahLst/>
                  <a:cxnLst/>
                  <a:rect l="l" t="t" r="r" b="b"/>
                  <a:pathLst>
                    <a:path w="4816" h="4126" extrusionOk="0">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05" name="Google Shape;3805;p60"/>
                <p:cNvSpPr/>
                <p:nvPr/>
              </p:nvSpPr>
              <p:spPr>
                <a:xfrm>
                  <a:off x="4889328" y="3300793"/>
                  <a:ext cx="13040" cy="13040"/>
                </a:xfrm>
                <a:custGeom>
                  <a:avLst/>
                  <a:gdLst/>
                  <a:ahLst/>
                  <a:cxnLst/>
                  <a:rect l="l" t="t" r="r" b="b"/>
                  <a:pathLst>
                    <a:path w="1658" h="1658" extrusionOk="0">
                      <a:moveTo>
                        <a:pt x="835" y="0"/>
                      </a:moveTo>
                      <a:cubicBezTo>
                        <a:pt x="375" y="0"/>
                        <a:pt x="0" y="375"/>
                        <a:pt x="0" y="835"/>
                      </a:cubicBezTo>
                      <a:cubicBezTo>
                        <a:pt x="0" y="1283"/>
                        <a:pt x="375" y="1658"/>
                        <a:pt x="835" y="1658"/>
                      </a:cubicBezTo>
                      <a:cubicBezTo>
                        <a:pt x="1295" y="1658"/>
                        <a:pt x="1657" y="1283"/>
                        <a:pt x="1657" y="835"/>
                      </a:cubicBezTo>
                      <a:cubicBezTo>
                        <a:pt x="1657" y="375"/>
                        <a:pt x="1295" y="0"/>
                        <a:pt x="83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06" name="Google Shape;3806;p60"/>
              <p:cNvGrpSpPr/>
              <p:nvPr/>
            </p:nvGrpSpPr>
            <p:grpSpPr>
              <a:xfrm>
                <a:off x="5197770" y="3785466"/>
                <a:ext cx="37783" cy="32427"/>
                <a:chOff x="5197770" y="3785466"/>
                <a:chExt cx="37783" cy="32427"/>
              </a:xfrm>
            </p:grpSpPr>
            <p:sp>
              <p:nvSpPr>
                <p:cNvPr id="3807" name="Google Shape;3807;p60"/>
                <p:cNvSpPr/>
                <p:nvPr/>
              </p:nvSpPr>
              <p:spPr>
                <a:xfrm>
                  <a:off x="5197770" y="3785466"/>
                  <a:ext cx="37783" cy="32427"/>
                </a:xfrm>
                <a:custGeom>
                  <a:avLst/>
                  <a:gdLst/>
                  <a:ahLst/>
                  <a:cxnLst/>
                  <a:rect l="l" t="t" r="r" b="b"/>
                  <a:pathLst>
                    <a:path w="4804" h="4123" extrusionOk="0">
                      <a:moveTo>
                        <a:pt x="2738" y="1"/>
                      </a:moveTo>
                      <a:cubicBezTo>
                        <a:pt x="2232" y="1"/>
                        <a:pt x="1715" y="190"/>
                        <a:pt x="1295" y="614"/>
                      </a:cubicBezTo>
                      <a:cubicBezTo>
                        <a:pt x="1" y="1909"/>
                        <a:pt x="908"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08" name="Google Shape;3808;p60"/>
                <p:cNvSpPr/>
                <p:nvPr/>
              </p:nvSpPr>
              <p:spPr>
                <a:xfrm>
                  <a:off x="5212808" y="3795148"/>
                  <a:ext cx="13040" cy="13040"/>
                </a:xfrm>
                <a:custGeom>
                  <a:avLst/>
                  <a:gdLst/>
                  <a:ahLst/>
                  <a:cxnLst/>
                  <a:rect l="l" t="t" r="r" b="b"/>
                  <a:pathLst>
                    <a:path w="1658" h="1658" extrusionOk="0">
                      <a:moveTo>
                        <a:pt x="835" y="0"/>
                      </a:moveTo>
                      <a:cubicBezTo>
                        <a:pt x="375" y="0"/>
                        <a:pt x="0" y="375"/>
                        <a:pt x="0" y="835"/>
                      </a:cubicBezTo>
                      <a:cubicBezTo>
                        <a:pt x="0" y="1294"/>
                        <a:pt x="375" y="1657"/>
                        <a:pt x="835" y="1657"/>
                      </a:cubicBezTo>
                      <a:cubicBezTo>
                        <a:pt x="1295" y="1657"/>
                        <a:pt x="1657" y="1294"/>
                        <a:pt x="1657" y="835"/>
                      </a:cubicBezTo>
                      <a:cubicBezTo>
                        <a:pt x="1657" y="375"/>
                        <a:pt x="1295" y="0"/>
                        <a:pt x="83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09" name="Google Shape;3809;p60"/>
              <p:cNvGrpSpPr/>
              <p:nvPr/>
            </p:nvGrpSpPr>
            <p:grpSpPr>
              <a:xfrm>
                <a:off x="5177699" y="3492117"/>
                <a:ext cx="37776" cy="32357"/>
                <a:chOff x="5177699" y="3492117"/>
                <a:chExt cx="37776" cy="32357"/>
              </a:xfrm>
            </p:grpSpPr>
            <p:sp>
              <p:nvSpPr>
                <p:cNvPr id="3810" name="Google Shape;3810;p60"/>
                <p:cNvSpPr/>
                <p:nvPr/>
              </p:nvSpPr>
              <p:spPr>
                <a:xfrm>
                  <a:off x="5177699" y="3492117"/>
                  <a:ext cx="37776" cy="32357"/>
                </a:xfrm>
                <a:custGeom>
                  <a:avLst/>
                  <a:gdLst/>
                  <a:ahLst/>
                  <a:cxnLst/>
                  <a:rect l="l" t="t" r="r" b="b"/>
                  <a:pathLst>
                    <a:path w="4803" h="4114" extrusionOk="0">
                      <a:moveTo>
                        <a:pt x="2736" y="1"/>
                      </a:moveTo>
                      <a:cubicBezTo>
                        <a:pt x="2232" y="1"/>
                        <a:pt x="1717" y="188"/>
                        <a:pt x="1295" y="606"/>
                      </a:cubicBezTo>
                      <a:cubicBezTo>
                        <a:pt x="1" y="1900"/>
                        <a:pt x="920" y="4114"/>
                        <a:pt x="2746" y="4114"/>
                      </a:cubicBezTo>
                      <a:cubicBezTo>
                        <a:pt x="3884" y="4114"/>
                        <a:pt x="4803" y="3195"/>
                        <a:pt x="4803" y="2070"/>
                      </a:cubicBezTo>
                      <a:cubicBezTo>
                        <a:pt x="4803" y="824"/>
                        <a:pt x="3793" y="1"/>
                        <a:pt x="2736"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11" name="Google Shape;3811;p60"/>
                <p:cNvSpPr/>
                <p:nvPr/>
              </p:nvSpPr>
              <p:spPr>
                <a:xfrm>
                  <a:off x="5192823" y="3501823"/>
                  <a:ext cx="13048" cy="13048"/>
                </a:xfrm>
                <a:custGeom>
                  <a:avLst/>
                  <a:gdLst/>
                  <a:ahLst/>
                  <a:cxnLst/>
                  <a:rect l="l" t="t" r="r" b="b"/>
                  <a:pathLst>
                    <a:path w="1659" h="1659" extrusionOk="0">
                      <a:moveTo>
                        <a:pt x="823" y="1"/>
                      </a:moveTo>
                      <a:cubicBezTo>
                        <a:pt x="376" y="1"/>
                        <a:pt x="1" y="364"/>
                        <a:pt x="1" y="823"/>
                      </a:cubicBezTo>
                      <a:cubicBezTo>
                        <a:pt x="1" y="1283"/>
                        <a:pt x="376"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12" name="Google Shape;3812;p60"/>
              <p:cNvGrpSpPr/>
              <p:nvPr/>
            </p:nvGrpSpPr>
            <p:grpSpPr>
              <a:xfrm>
                <a:off x="5349431" y="3622346"/>
                <a:ext cx="37870" cy="32380"/>
                <a:chOff x="5349431" y="3622346"/>
                <a:chExt cx="37870" cy="32380"/>
              </a:xfrm>
            </p:grpSpPr>
            <p:sp>
              <p:nvSpPr>
                <p:cNvPr id="3813" name="Google Shape;3813;p60"/>
                <p:cNvSpPr/>
                <p:nvPr/>
              </p:nvSpPr>
              <p:spPr>
                <a:xfrm>
                  <a:off x="5349431" y="3622346"/>
                  <a:ext cx="37870" cy="32380"/>
                </a:xfrm>
                <a:custGeom>
                  <a:avLst/>
                  <a:gdLst/>
                  <a:ahLst/>
                  <a:cxnLst/>
                  <a:rect l="l" t="t" r="r" b="b"/>
                  <a:pathLst>
                    <a:path w="4815" h="4117" extrusionOk="0">
                      <a:moveTo>
                        <a:pt x="2740" y="0"/>
                      </a:moveTo>
                      <a:cubicBezTo>
                        <a:pt x="2232" y="0"/>
                        <a:pt x="1714" y="189"/>
                        <a:pt x="1295" y="608"/>
                      </a:cubicBezTo>
                      <a:cubicBezTo>
                        <a:pt x="0" y="1903"/>
                        <a:pt x="920" y="4116"/>
                        <a:pt x="2758" y="4116"/>
                      </a:cubicBezTo>
                      <a:cubicBezTo>
                        <a:pt x="3883" y="4116"/>
                        <a:pt x="4815" y="3197"/>
                        <a:pt x="4815" y="2060"/>
                      </a:cubicBezTo>
                      <a:cubicBezTo>
                        <a:pt x="4815" y="817"/>
                        <a:pt x="3798" y="0"/>
                        <a:pt x="2740"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14" name="Google Shape;3814;p60"/>
                <p:cNvSpPr/>
                <p:nvPr/>
              </p:nvSpPr>
              <p:spPr>
                <a:xfrm>
                  <a:off x="5362369" y="3632075"/>
                  <a:ext cx="15227" cy="13040"/>
                </a:xfrm>
                <a:custGeom>
                  <a:avLst/>
                  <a:gdLst/>
                  <a:ahLst/>
                  <a:cxnLst/>
                  <a:rect l="l" t="t" r="r" b="b"/>
                  <a:pathLst>
                    <a:path w="1936" h="1658" extrusionOk="0">
                      <a:moveTo>
                        <a:pt x="1134" y="0"/>
                      </a:moveTo>
                      <a:cubicBezTo>
                        <a:pt x="1127" y="0"/>
                        <a:pt x="1120" y="0"/>
                        <a:pt x="1113" y="0"/>
                      </a:cubicBezTo>
                      <a:cubicBezTo>
                        <a:pt x="363" y="0"/>
                        <a:pt x="0" y="883"/>
                        <a:pt x="521" y="1416"/>
                      </a:cubicBezTo>
                      <a:cubicBezTo>
                        <a:pt x="691" y="1583"/>
                        <a:pt x="899" y="1657"/>
                        <a:pt x="1101" y="1657"/>
                      </a:cubicBezTo>
                      <a:cubicBezTo>
                        <a:pt x="1529" y="1657"/>
                        <a:pt x="1936" y="1324"/>
                        <a:pt x="1936" y="823"/>
                      </a:cubicBezTo>
                      <a:cubicBezTo>
                        <a:pt x="1936" y="370"/>
                        <a:pt x="1573" y="0"/>
                        <a:pt x="113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15" name="Google Shape;3815;p60"/>
              <p:cNvGrpSpPr/>
              <p:nvPr/>
            </p:nvGrpSpPr>
            <p:grpSpPr>
              <a:xfrm>
                <a:off x="5068855" y="3563980"/>
                <a:ext cx="53954" cy="46223"/>
                <a:chOff x="5068855" y="3563980"/>
                <a:chExt cx="53954" cy="46223"/>
              </a:xfrm>
            </p:grpSpPr>
            <p:sp>
              <p:nvSpPr>
                <p:cNvPr id="3816" name="Google Shape;3816;p60"/>
                <p:cNvSpPr/>
                <p:nvPr/>
              </p:nvSpPr>
              <p:spPr>
                <a:xfrm>
                  <a:off x="5068855" y="3563980"/>
                  <a:ext cx="53954" cy="46223"/>
                </a:xfrm>
                <a:custGeom>
                  <a:avLst/>
                  <a:gdLst/>
                  <a:ahLst/>
                  <a:cxnLst/>
                  <a:rect l="l" t="t" r="r" b="b"/>
                  <a:pathLst>
                    <a:path w="6860" h="5877" extrusionOk="0">
                      <a:moveTo>
                        <a:pt x="3909" y="0"/>
                      </a:moveTo>
                      <a:cubicBezTo>
                        <a:pt x="3187" y="0"/>
                        <a:pt x="2451" y="269"/>
                        <a:pt x="1852" y="868"/>
                      </a:cubicBezTo>
                      <a:cubicBezTo>
                        <a:pt x="1" y="2719"/>
                        <a:pt x="1307" y="5876"/>
                        <a:pt x="3920" y="5876"/>
                      </a:cubicBezTo>
                      <a:cubicBezTo>
                        <a:pt x="5541" y="5876"/>
                        <a:pt x="6848" y="4558"/>
                        <a:pt x="6860" y="2937"/>
                      </a:cubicBezTo>
                      <a:cubicBezTo>
                        <a:pt x="6860" y="1170"/>
                        <a:pt x="5416" y="0"/>
                        <a:pt x="3909"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17" name="Google Shape;3817;p60"/>
                <p:cNvSpPr/>
                <p:nvPr/>
              </p:nvSpPr>
              <p:spPr>
                <a:xfrm>
                  <a:off x="5086268" y="3573654"/>
                  <a:ext cx="26835" cy="26843"/>
                </a:xfrm>
                <a:custGeom>
                  <a:avLst/>
                  <a:gdLst/>
                  <a:ahLst/>
                  <a:cxnLst/>
                  <a:rect l="l" t="t" r="r" b="b"/>
                  <a:pathLst>
                    <a:path w="3412" h="3413" extrusionOk="0">
                      <a:moveTo>
                        <a:pt x="1706" y="1"/>
                      </a:moveTo>
                      <a:cubicBezTo>
                        <a:pt x="763" y="1"/>
                        <a:pt x="1" y="763"/>
                        <a:pt x="1" y="1707"/>
                      </a:cubicBezTo>
                      <a:cubicBezTo>
                        <a:pt x="1" y="2650"/>
                        <a:pt x="763" y="3412"/>
                        <a:pt x="1706" y="3412"/>
                      </a:cubicBezTo>
                      <a:cubicBezTo>
                        <a:pt x="2650" y="3412"/>
                        <a:pt x="3412" y="2650"/>
                        <a:pt x="3412" y="1707"/>
                      </a:cubicBezTo>
                      <a:cubicBezTo>
                        <a:pt x="3412" y="763"/>
                        <a:pt x="2650" y="1"/>
                        <a:pt x="1706"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18" name="Google Shape;3818;p60"/>
              <p:cNvGrpSpPr/>
              <p:nvPr/>
            </p:nvGrpSpPr>
            <p:grpSpPr>
              <a:xfrm>
                <a:off x="5037654" y="3392507"/>
                <a:ext cx="37870" cy="32451"/>
                <a:chOff x="5037654" y="3392507"/>
                <a:chExt cx="37870" cy="32451"/>
              </a:xfrm>
            </p:grpSpPr>
            <p:sp>
              <p:nvSpPr>
                <p:cNvPr id="3819" name="Google Shape;3819;p60"/>
                <p:cNvSpPr/>
                <p:nvPr/>
              </p:nvSpPr>
              <p:spPr>
                <a:xfrm>
                  <a:off x="5037654" y="3392507"/>
                  <a:ext cx="37870" cy="32451"/>
                </a:xfrm>
                <a:custGeom>
                  <a:avLst/>
                  <a:gdLst/>
                  <a:ahLst/>
                  <a:cxnLst/>
                  <a:rect l="l" t="t" r="r" b="b"/>
                  <a:pathLst>
                    <a:path w="4815" h="4126" extrusionOk="0">
                      <a:moveTo>
                        <a:pt x="2742" y="1"/>
                      </a:moveTo>
                      <a:cubicBezTo>
                        <a:pt x="2238" y="1"/>
                        <a:pt x="1724" y="188"/>
                        <a:pt x="1307" y="606"/>
                      </a:cubicBezTo>
                      <a:cubicBezTo>
                        <a:pt x="0" y="1912"/>
                        <a:pt x="919" y="4126"/>
                        <a:pt x="2758" y="4126"/>
                      </a:cubicBezTo>
                      <a:cubicBezTo>
                        <a:pt x="3895" y="4114"/>
                        <a:pt x="4815" y="3194"/>
                        <a:pt x="4815" y="2069"/>
                      </a:cubicBezTo>
                      <a:cubicBezTo>
                        <a:pt x="4815" y="824"/>
                        <a:pt x="3799" y="1"/>
                        <a:pt x="274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20" name="Google Shape;3820;p60"/>
                <p:cNvSpPr/>
                <p:nvPr/>
              </p:nvSpPr>
              <p:spPr>
                <a:xfrm>
                  <a:off x="5050592" y="3402213"/>
                  <a:ext cx="15227" cy="13064"/>
                </a:xfrm>
                <a:custGeom>
                  <a:avLst/>
                  <a:gdLst/>
                  <a:ahLst/>
                  <a:cxnLst/>
                  <a:rect l="l" t="t" r="r" b="b"/>
                  <a:pathLst>
                    <a:path w="1936" h="1661" extrusionOk="0">
                      <a:moveTo>
                        <a:pt x="1113" y="1"/>
                      </a:moveTo>
                      <a:cubicBezTo>
                        <a:pt x="375" y="1"/>
                        <a:pt x="0" y="896"/>
                        <a:pt x="520" y="1416"/>
                      </a:cubicBezTo>
                      <a:cubicBezTo>
                        <a:pt x="689" y="1585"/>
                        <a:pt x="898" y="1661"/>
                        <a:pt x="1103" y="1661"/>
                      </a:cubicBezTo>
                      <a:cubicBezTo>
                        <a:pt x="1528" y="1661"/>
                        <a:pt x="1936" y="1333"/>
                        <a:pt x="1936" y="835"/>
                      </a:cubicBezTo>
                      <a:cubicBezTo>
                        <a:pt x="1936" y="376"/>
                        <a:pt x="1573" y="1"/>
                        <a:pt x="111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21" name="Google Shape;3821;p60"/>
              <p:cNvGrpSpPr/>
              <p:nvPr/>
            </p:nvGrpSpPr>
            <p:grpSpPr>
              <a:xfrm>
                <a:off x="5456560" y="3368629"/>
                <a:ext cx="37870" cy="32451"/>
                <a:chOff x="5456560" y="3368629"/>
                <a:chExt cx="37870" cy="32451"/>
              </a:xfrm>
            </p:grpSpPr>
            <p:sp>
              <p:nvSpPr>
                <p:cNvPr id="3822" name="Google Shape;3822;p60"/>
                <p:cNvSpPr/>
                <p:nvPr/>
              </p:nvSpPr>
              <p:spPr>
                <a:xfrm>
                  <a:off x="5456560" y="3368629"/>
                  <a:ext cx="37870" cy="32451"/>
                </a:xfrm>
                <a:custGeom>
                  <a:avLst/>
                  <a:gdLst/>
                  <a:ahLst/>
                  <a:cxnLst/>
                  <a:rect l="l" t="t" r="r" b="b"/>
                  <a:pathLst>
                    <a:path w="4815" h="4126" extrusionOk="0">
                      <a:moveTo>
                        <a:pt x="2742" y="0"/>
                      </a:moveTo>
                      <a:cubicBezTo>
                        <a:pt x="2238" y="0"/>
                        <a:pt x="1724" y="187"/>
                        <a:pt x="1307" y="605"/>
                      </a:cubicBezTo>
                      <a:cubicBezTo>
                        <a:pt x="0" y="1912"/>
                        <a:pt x="920" y="4125"/>
                        <a:pt x="2758" y="4125"/>
                      </a:cubicBezTo>
                      <a:cubicBezTo>
                        <a:pt x="3895" y="4113"/>
                        <a:pt x="4815" y="3194"/>
                        <a:pt x="4815" y="2069"/>
                      </a:cubicBezTo>
                      <a:cubicBezTo>
                        <a:pt x="4815" y="824"/>
                        <a:pt x="3800" y="0"/>
                        <a:pt x="274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23" name="Google Shape;3823;p60"/>
                <p:cNvSpPr/>
                <p:nvPr/>
              </p:nvSpPr>
              <p:spPr>
                <a:xfrm>
                  <a:off x="5469498" y="3378334"/>
                  <a:ext cx="15227" cy="13064"/>
                </a:xfrm>
                <a:custGeom>
                  <a:avLst/>
                  <a:gdLst/>
                  <a:ahLst/>
                  <a:cxnLst/>
                  <a:rect l="l" t="t" r="r" b="b"/>
                  <a:pathLst>
                    <a:path w="1936" h="1661" extrusionOk="0">
                      <a:moveTo>
                        <a:pt x="1113" y="0"/>
                      </a:moveTo>
                      <a:cubicBezTo>
                        <a:pt x="375" y="0"/>
                        <a:pt x="0" y="895"/>
                        <a:pt x="520" y="1416"/>
                      </a:cubicBezTo>
                      <a:cubicBezTo>
                        <a:pt x="693" y="1585"/>
                        <a:pt x="903" y="1660"/>
                        <a:pt x="1108" y="1660"/>
                      </a:cubicBezTo>
                      <a:cubicBezTo>
                        <a:pt x="1533" y="1660"/>
                        <a:pt x="1936" y="1333"/>
                        <a:pt x="1936" y="835"/>
                      </a:cubicBezTo>
                      <a:cubicBezTo>
                        <a:pt x="1936" y="375"/>
                        <a:pt x="1573" y="0"/>
                        <a:pt x="1113"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24" name="Google Shape;3824;p60"/>
              <p:cNvGrpSpPr/>
              <p:nvPr/>
            </p:nvGrpSpPr>
            <p:grpSpPr>
              <a:xfrm>
                <a:off x="4755749" y="3501516"/>
                <a:ext cx="46246" cy="39608"/>
                <a:chOff x="4755749" y="3501516"/>
                <a:chExt cx="46246" cy="39608"/>
              </a:xfrm>
            </p:grpSpPr>
            <p:sp>
              <p:nvSpPr>
                <p:cNvPr id="3825" name="Google Shape;3825;p60"/>
                <p:cNvSpPr/>
                <p:nvPr/>
              </p:nvSpPr>
              <p:spPr>
                <a:xfrm>
                  <a:off x="4755749" y="3501516"/>
                  <a:ext cx="46246" cy="39608"/>
                </a:xfrm>
                <a:custGeom>
                  <a:avLst/>
                  <a:gdLst/>
                  <a:ahLst/>
                  <a:cxnLst/>
                  <a:rect l="l" t="t" r="r" b="b"/>
                  <a:pathLst>
                    <a:path w="5880" h="5036" extrusionOk="0">
                      <a:moveTo>
                        <a:pt x="3345" y="0"/>
                      </a:moveTo>
                      <a:cubicBezTo>
                        <a:pt x="2727" y="0"/>
                        <a:pt x="2097" y="229"/>
                        <a:pt x="1585" y="741"/>
                      </a:cubicBezTo>
                      <a:cubicBezTo>
                        <a:pt x="0" y="2326"/>
                        <a:pt x="1125" y="5036"/>
                        <a:pt x="3363" y="5036"/>
                      </a:cubicBezTo>
                      <a:cubicBezTo>
                        <a:pt x="4754" y="5036"/>
                        <a:pt x="5879" y="3911"/>
                        <a:pt x="5879" y="2520"/>
                      </a:cubicBezTo>
                      <a:cubicBezTo>
                        <a:pt x="5879" y="1005"/>
                        <a:pt x="4638" y="0"/>
                        <a:pt x="3345"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26" name="Google Shape;3826;p60"/>
                <p:cNvSpPr/>
                <p:nvPr/>
              </p:nvSpPr>
              <p:spPr>
                <a:xfrm>
                  <a:off x="4768687" y="3511245"/>
                  <a:ext cx="23697" cy="20221"/>
                </a:xfrm>
                <a:custGeom>
                  <a:avLst/>
                  <a:gdLst/>
                  <a:ahLst/>
                  <a:cxnLst/>
                  <a:rect l="l" t="t" r="r" b="b"/>
                  <a:pathLst>
                    <a:path w="3013" h="2571" extrusionOk="0">
                      <a:moveTo>
                        <a:pt x="1718" y="0"/>
                      </a:moveTo>
                      <a:cubicBezTo>
                        <a:pt x="569" y="0"/>
                        <a:pt x="0" y="1379"/>
                        <a:pt x="811" y="2190"/>
                      </a:cubicBezTo>
                      <a:cubicBezTo>
                        <a:pt x="1074" y="2453"/>
                        <a:pt x="1398" y="2571"/>
                        <a:pt x="1715" y="2571"/>
                      </a:cubicBezTo>
                      <a:cubicBezTo>
                        <a:pt x="2377" y="2571"/>
                        <a:pt x="3013" y="2059"/>
                        <a:pt x="3013" y="1283"/>
                      </a:cubicBezTo>
                      <a:cubicBezTo>
                        <a:pt x="3013" y="581"/>
                        <a:pt x="2432" y="0"/>
                        <a:pt x="1718"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27" name="Google Shape;3827;p60"/>
              <p:cNvGrpSpPr/>
              <p:nvPr/>
            </p:nvGrpSpPr>
            <p:grpSpPr>
              <a:xfrm>
                <a:off x="4681346" y="3485582"/>
                <a:ext cx="37783" cy="32427"/>
                <a:chOff x="4681346" y="3485582"/>
                <a:chExt cx="37783" cy="32427"/>
              </a:xfrm>
            </p:grpSpPr>
            <p:sp>
              <p:nvSpPr>
                <p:cNvPr id="3828" name="Google Shape;3828;p60"/>
                <p:cNvSpPr/>
                <p:nvPr/>
              </p:nvSpPr>
              <p:spPr>
                <a:xfrm>
                  <a:off x="4681346" y="3485582"/>
                  <a:ext cx="37783" cy="32427"/>
                </a:xfrm>
                <a:custGeom>
                  <a:avLst/>
                  <a:gdLst/>
                  <a:ahLst/>
                  <a:cxnLst/>
                  <a:rect l="l" t="t" r="r" b="b"/>
                  <a:pathLst>
                    <a:path w="4804" h="4123" extrusionOk="0">
                      <a:moveTo>
                        <a:pt x="2738" y="1"/>
                      </a:moveTo>
                      <a:cubicBezTo>
                        <a:pt x="2231" y="1"/>
                        <a:pt x="1715" y="191"/>
                        <a:pt x="1295" y="614"/>
                      </a:cubicBezTo>
                      <a:cubicBezTo>
                        <a:pt x="1" y="1909"/>
                        <a:pt x="920"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29" name="Google Shape;3829;p60"/>
                <p:cNvSpPr/>
                <p:nvPr/>
              </p:nvSpPr>
              <p:spPr>
                <a:xfrm>
                  <a:off x="4696479" y="3495263"/>
                  <a:ext cx="13040" cy="13040"/>
                </a:xfrm>
                <a:custGeom>
                  <a:avLst/>
                  <a:gdLst/>
                  <a:ahLst/>
                  <a:cxnLst/>
                  <a:rect l="l" t="t" r="r" b="b"/>
                  <a:pathLst>
                    <a:path w="1658" h="1658" extrusionOk="0">
                      <a:moveTo>
                        <a:pt x="823" y="0"/>
                      </a:moveTo>
                      <a:cubicBezTo>
                        <a:pt x="363" y="0"/>
                        <a:pt x="0" y="375"/>
                        <a:pt x="0" y="835"/>
                      </a:cubicBezTo>
                      <a:cubicBezTo>
                        <a:pt x="0" y="1295"/>
                        <a:pt x="363" y="1657"/>
                        <a:pt x="823" y="1657"/>
                      </a:cubicBezTo>
                      <a:cubicBezTo>
                        <a:pt x="1282" y="1657"/>
                        <a:pt x="1657" y="1295"/>
                        <a:pt x="1657" y="835"/>
                      </a:cubicBezTo>
                      <a:cubicBezTo>
                        <a:pt x="1657" y="375"/>
                        <a:pt x="1282" y="0"/>
                        <a:pt x="823"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30" name="Google Shape;3830;p60"/>
              <p:cNvGrpSpPr/>
              <p:nvPr/>
            </p:nvGrpSpPr>
            <p:grpSpPr>
              <a:xfrm>
                <a:off x="4767067" y="3291088"/>
                <a:ext cx="37878" cy="32451"/>
                <a:chOff x="4767067" y="3291088"/>
                <a:chExt cx="37878" cy="32451"/>
              </a:xfrm>
            </p:grpSpPr>
            <p:sp>
              <p:nvSpPr>
                <p:cNvPr id="3831" name="Google Shape;3831;p60"/>
                <p:cNvSpPr/>
                <p:nvPr/>
              </p:nvSpPr>
              <p:spPr>
                <a:xfrm>
                  <a:off x="4767067" y="3291088"/>
                  <a:ext cx="37878" cy="32451"/>
                </a:xfrm>
                <a:custGeom>
                  <a:avLst/>
                  <a:gdLst/>
                  <a:ahLst/>
                  <a:cxnLst/>
                  <a:rect l="l" t="t" r="r" b="b"/>
                  <a:pathLst>
                    <a:path w="4816" h="4126" extrusionOk="0">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32" name="Google Shape;3832;p60"/>
                <p:cNvSpPr/>
                <p:nvPr/>
              </p:nvSpPr>
              <p:spPr>
                <a:xfrm>
                  <a:off x="4780036" y="3300888"/>
                  <a:ext cx="15203" cy="13009"/>
                </a:xfrm>
                <a:custGeom>
                  <a:avLst/>
                  <a:gdLst/>
                  <a:ahLst/>
                  <a:cxnLst/>
                  <a:rect l="l" t="t" r="r" b="b"/>
                  <a:pathLst>
                    <a:path w="1933" h="1654" extrusionOk="0">
                      <a:moveTo>
                        <a:pt x="1131" y="0"/>
                      </a:moveTo>
                      <a:cubicBezTo>
                        <a:pt x="1124" y="0"/>
                        <a:pt x="1117" y="0"/>
                        <a:pt x="1110" y="1"/>
                      </a:cubicBezTo>
                      <a:cubicBezTo>
                        <a:pt x="1105" y="0"/>
                        <a:pt x="1100" y="0"/>
                        <a:pt x="1095" y="0"/>
                      </a:cubicBezTo>
                      <a:cubicBezTo>
                        <a:pt x="367" y="0"/>
                        <a:pt x="0" y="887"/>
                        <a:pt x="517" y="1404"/>
                      </a:cubicBezTo>
                      <a:cubicBezTo>
                        <a:pt x="686" y="1577"/>
                        <a:pt x="895" y="1654"/>
                        <a:pt x="1100" y="1654"/>
                      </a:cubicBezTo>
                      <a:cubicBezTo>
                        <a:pt x="1525" y="1654"/>
                        <a:pt x="1932" y="1321"/>
                        <a:pt x="1932" y="823"/>
                      </a:cubicBezTo>
                      <a:cubicBezTo>
                        <a:pt x="1932" y="371"/>
                        <a:pt x="1569" y="0"/>
                        <a:pt x="1131"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33" name="Google Shape;3833;p60"/>
              <p:cNvGrpSpPr/>
              <p:nvPr/>
            </p:nvGrpSpPr>
            <p:grpSpPr>
              <a:xfrm>
                <a:off x="4687819" y="3405539"/>
                <a:ext cx="37776" cy="32451"/>
                <a:chOff x="4687819" y="3405539"/>
                <a:chExt cx="37776" cy="32451"/>
              </a:xfrm>
            </p:grpSpPr>
            <p:sp>
              <p:nvSpPr>
                <p:cNvPr id="3834" name="Google Shape;3834;p60"/>
                <p:cNvSpPr/>
                <p:nvPr/>
              </p:nvSpPr>
              <p:spPr>
                <a:xfrm>
                  <a:off x="4687819" y="3405539"/>
                  <a:ext cx="37776" cy="32451"/>
                </a:xfrm>
                <a:custGeom>
                  <a:avLst/>
                  <a:gdLst/>
                  <a:ahLst/>
                  <a:cxnLst/>
                  <a:rect l="l" t="t" r="r" b="b"/>
                  <a:pathLst>
                    <a:path w="4803" h="4126" extrusionOk="0">
                      <a:moveTo>
                        <a:pt x="2730" y="1"/>
                      </a:moveTo>
                      <a:cubicBezTo>
                        <a:pt x="2226" y="1"/>
                        <a:pt x="1712" y="188"/>
                        <a:pt x="1295" y="606"/>
                      </a:cubicBezTo>
                      <a:cubicBezTo>
                        <a:pt x="0" y="1912"/>
                        <a:pt x="920" y="4126"/>
                        <a:pt x="2758" y="4126"/>
                      </a:cubicBezTo>
                      <a:cubicBezTo>
                        <a:pt x="3883" y="4114"/>
                        <a:pt x="4803" y="3195"/>
                        <a:pt x="4803" y="2070"/>
                      </a:cubicBezTo>
                      <a:cubicBezTo>
                        <a:pt x="4803" y="824"/>
                        <a:pt x="3787" y="1"/>
                        <a:pt x="2730"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35" name="Google Shape;3835;p60"/>
                <p:cNvSpPr/>
                <p:nvPr/>
              </p:nvSpPr>
              <p:spPr>
                <a:xfrm>
                  <a:off x="4702944" y="3415245"/>
                  <a:ext cx="13040" cy="13048"/>
                </a:xfrm>
                <a:custGeom>
                  <a:avLst/>
                  <a:gdLst/>
                  <a:ahLst/>
                  <a:cxnLst/>
                  <a:rect l="l" t="t" r="r" b="b"/>
                  <a:pathLst>
                    <a:path w="1658" h="1659" extrusionOk="0">
                      <a:moveTo>
                        <a:pt x="823" y="1"/>
                      </a:moveTo>
                      <a:cubicBezTo>
                        <a:pt x="376" y="1"/>
                        <a:pt x="1" y="376"/>
                        <a:pt x="1" y="836"/>
                      </a:cubicBezTo>
                      <a:cubicBezTo>
                        <a:pt x="1" y="1295"/>
                        <a:pt x="376" y="1658"/>
                        <a:pt x="823" y="1658"/>
                      </a:cubicBezTo>
                      <a:cubicBezTo>
                        <a:pt x="1283" y="1658"/>
                        <a:pt x="1658" y="1295"/>
                        <a:pt x="1658" y="836"/>
                      </a:cubicBezTo>
                      <a:cubicBezTo>
                        <a:pt x="1658" y="376"/>
                        <a:pt x="1283" y="1"/>
                        <a:pt x="82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36" name="Google Shape;3836;p60"/>
              <p:cNvGrpSpPr/>
              <p:nvPr/>
            </p:nvGrpSpPr>
            <p:grpSpPr>
              <a:xfrm>
                <a:off x="4923101" y="3444809"/>
                <a:ext cx="52813" cy="45318"/>
                <a:chOff x="4923101" y="3444809"/>
                <a:chExt cx="52813" cy="45318"/>
              </a:xfrm>
            </p:grpSpPr>
            <p:sp>
              <p:nvSpPr>
                <p:cNvPr id="3837" name="Google Shape;3837;p60"/>
                <p:cNvSpPr/>
                <p:nvPr/>
              </p:nvSpPr>
              <p:spPr>
                <a:xfrm>
                  <a:off x="4923101" y="3444809"/>
                  <a:ext cx="52813" cy="45318"/>
                </a:xfrm>
                <a:custGeom>
                  <a:avLst/>
                  <a:gdLst/>
                  <a:ahLst/>
                  <a:cxnLst/>
                  <a:rect l="l" t="t" r="r" b="b"/>
                  <a:pathLst>
                    <a:path w="6715" h="5762" extrusionOk="0">
                      <a:moveTo>
                        <a:pt x="3823" y="1"/>
                      </a:moveTo>
                      <a:cubicBezTo>
                        <a:pt x="3117" y="1"/>
                        <a:pt x="2398" y="263"/>
                        <a:pt x="1815" y="851"/>
                      </a:cubicBezTo>
                      <a:cubicBezTo>
                        <a:pt x="1" y="2665"/>
                        <a:pt x="1283" y="5762"/>
                        <a:pt x="3847" y="5762"/>
                      </a:cubicBezTo>
                      <a:cubicBezTo>
                        <a:pt x="5432" y="5762"/>
                        <a:pt x="6714" y="4468"/>
                        <a:pt x="6714" y="2883"/>
                      </a:cubicBezTo>
                      <a:cubicBezTo>
                        <a:pt x="6714" y="1148"/>
                        <a:pt x="5298" y="1"/>
                        <a:pt x="382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38" name="Google Shape;3838;p60"/>
                <p:cNvSpPr/>
                <p:nvPr/>
              </p:nvSpPr>
              <p:spPr>
                <a:xfrm>
                  <a:off x="4936039" y="3454538"/>
                  <a:ext cx="30265" cy="25915"/>
                </a:xfrm>
                <a:custGeom>
                  <a:avLst/>
                  <a:gdLst/>
                  <a:ahLst/>
                  <a:cxnLst/>
                  <a:rect l="l" t="t" r="r" b="b"/>
                  <a:pathLst>
                    <a:path w="3848" h="3295" extrusionOk="0">
                      <a:moveTo>
                        <a:pt x="2202" y="1"/>
                      </a:moveTo>
                      <a:cubicBezTo>
                        <a:pt x="727" y="1"/>
                        <a:pt x="1" y="1779"/>
                        <a:pt x="1029" y="2807"/>
                      </a:cubicBezTo>
                      <a:cubicBezTo>
                        <a:pt x="1365" y="3144"/>
                        <a:pt x="1779" y="3294"/>
                        <a:pt x="2185" y="3294"/>
                      </a:cubicBezTo>
                      <a:cubicBezTo>
                        <a:pt x="3034" y="3294"/>
                        <a:pt x="3847" y="2636"/>
                        <a:pt x="3847" y="1646"/>
                      </a:cubicBezTo>
                      <a:cubicBezTo>
                        <a:pt x="3847" y="739"/>
                        <a:pt x="3110" y="1"/>
                        <a:pt x="2202"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39" name="Google Shape;3839;p60"/>
              <p:cNvGrpSpPr/>
              <p:nvPr/>
            </p:nvGrpSpPr>
            <p:grpSpPr>
              <a:xfrm>
                <a:off x="4846040" y="3654750"/>
                <a:ext cx="31405" cy="26993"/>
                <a:chOff x="4846040" y="3654750"/>
                <a:chExt cx="31405" cy="26993"/>
              </a:xfrm>
            </p:grpSpPr>
            <p:sp>
              <p:nvSpPr>
                <p:cNvPr id="3840" name="Google Shape;3840;p60"/>
                <p:cNvSpPr/>
                <p:nvPr/>
              </p:nvSpPr>
              <p:spPr>
                <a:xfrm>
                  <a:off x="4846040" y="3654750"/>
                  <a:ext cx="31405" cy="26993"/>
                </a:xfrm>
                <a:custGeom>
                  <a:avLst/>
                  <a:gdLst/>
                  <a:ahLst/>
                  <a:cxnLst/>
                  <a:rect l="l" t="t" r="r" b="b"/>
                  <a:pathLst>
                    <a:path w="3993" h="3432" extrusionOk="0">
                      <a:moveTo>
                        <a:pt x="2272" y="0"/>
                      </a:moveTo>
                      <a:cubicBezTo>
                        <a:pt x="1853" y="0"/>
                        <a:pt x="1425" y="156"/>
                        <a:pt x="1077" y="504"/>
                      </a:cubicBezTo>
                      <a:cubicBezTo>
                        <a:pt x="0" y="1581"/>
                        <a:pt x="750" y="3432"/>
                        <a:pt x="2274" y="3432"/>
                      </a:cubicBezTo>
                      <a:cubicBezTo>
                        <a:pt x="3218" y="3432"/>
                        <a:pt x="3992" y="2658"/>
                        <a:pt x="3992" y="1714"/>
                      </a:cubicBezTo>
                      <a:cubicBezTo>
                        <a:pt x="3992" y="683"/>
                        <a:pt x="3150" y="0"/>
                        <a:pt x="227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41" name="Google Shape;3841;p60"/>
                <p:cNvSpPr/>
                <p:nvPr/>
              </p:nvSpPr>
              <p:spPr>
                <a:xfrm>
                  <a:off x="4858883" y="3664424"/>
                  <a:ext cx="8856" cy="7676"/>
                </a:xfrm>
                <a:custGeom>
                  <a:avLst/>
                  <a:gdLst/>
                  <a:ahLst/>
                  <a:cxnLst/>
                  <a:rect l="l" t="t" r="r" b="b"/>
                  <a:pathLst>
                    <a:path w="1126" h="976" extrusionOk="0">
                      <a:moveTo>
                        <a:pt x="641" y="0"/>
                      </a:moveTo>
                      <a:cubicBezTo>
                        <a:pt x="218" y="0"/>
                        <a:pt x="0" y="520"/>
                        <a:pt x="303" y="835"/>
                      </a:cubicBezTo>
                      <a:cubicBezTo>
                        <a:pt x="400"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42" name="Google Shape;3842;p60"/>
              <p:cNvGrpSpPr/>
              <p:nvPr/>
            </p:nvGrpSpPr>
            <p:grpSpPr>
              <a:xfrm>
                <a:off x="4925673" y="3691700"/>
                <a:ext cx="40253" cy="34472"/>
                <a:chOff x="4925673" y="3691700"/>
                <a:chExt cx="40253" cy="34472"/>
              </a:xfrm>
            </p:grpSpPr>
            <p:sp>
              <p:nvSpPr>
                <p:cNvPr id="3843" name="Google Shape;3843;p60"/>
                <p:cNvSpPr/>
                <p:nvPr/>
              </p:nvSpPr>
              <p:spPr>
                <a:xfrm>
                  <a:off x="4925673" y="3691700"/>
                  <a:ext cx="40253" cy="34472"/>
                </a:xfrm>
                <a:custGeom>
                  <a:avLst/>
                  <a:gdLst/>
                  <a:ahLst/>
                  <a:cxnLst/>
                  <a:rect l="l" t="t" r="r" b="b"/>
                  <a:pathLst>
                    <a:path w="5118" h="4383" extrusionOk="0">
                      <a:moveTo>
                        <a:pt x="2908" y="0"/>
                      </a:moveTo>
                      <a:cubicBezTo>
                        <a:pt x="2371" y="0"/>
                        <a:pt x="1825" y="200"/>
                        <a:pt x="1379" y="645"/>
                      </a:cubicBezTo>
                      <a:cubicBezTo>
                        <a:pt x="0" y="2024"/>
                        <a:pt x="968" y="4383"/>
                        <a:pt x="2915" y="4383"/>
                      </a:cubicBezTo>
                      <a:cubicBezTo>
                        <a:pt x="4125" y="4383"/>
                        <a:pt x="5105" y="3403"/>
                        <a:pt x="5117" y="2193"/>
                      </a:cubicBezTo>
                      <a:cubicBezTo>
                        <a:pt x="5109" y="875"/>
                        <a:pt x="4031" y="0"/>
                        <a:pt x="2908"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44" name="Google Shape;3844;p60"/>
                <p:cNvSpPr/>
                <p:nvPr/>
              </p:nvSpPr>
              <p:spPr>
                <a:xfrm>
                  <a:off x="4938516" y="3701334"/>
                  <a:ext cx="17704" cy="15187"/>
                </a:xfrm>
                <a:custGeom>
                  <a:avLst/>
                  <a:gdLst/>
                  <a:ahLst/>
                  <a:cxnLst/>
                  <a:rect l="l" t="t" r="r" b="b"/>
                  <a:pathLst>
                    <a:path w="2251" h="1931" extrusionOk="0">
                      <a:moveTo>
                        <a:pt x="1295" y="1"/>
                      </a:moveTo>
                      <a:cubicBezTo>
                        <a:pt x="436" y="1"/>
                        <a:pt x="0" y="1041"/>
                        <a:pt x="605" y="1646"/>
                      </a:cubicBezTo>
                      <a:cubicBezTo>
                        <a:pt x="801" y="1842"/>
                        <a:pt x="1043" y="1930"/>
                        <a:pt x="1281" y="1930"/>
                      </a:cubicBezTo>
                      <a:cubicBezTo>
                        <a:pt x="1775" y="1930"/>
                        <a:pt x="2250" y="1549"/>
                        <a:pt x="2250" y="968"/>
                      </a:cubicBezTo>
                      <a:cubicBezTo>
                        <a:pt x="2250" y="436"/>
                        <a:pt x="1827" y="1"/>
                        <a:pt x="1295"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45" name="Google Shape;3845;p60"/>
              <p:cNvGrpSpPr/>
              <p:nvPr/>
            </p:nvGrpSpPr>
            <p:grpSpPr>
              <a:xfrm>
                <a:off x="4894653" y="3740848"/>
                <a:ext cx="31405" cy="26906"/>
                <a:chOff x="4894653" y="3740848"/>
                <a:chExt cx="31405" cy="26906"/>
              </a:xfrm>
            </p:grpSpPr>
            <p:sp>
              <p:nvSpPr>
                <p:cNvPr id="3846" name="Google Shape;3846;p60"/>
                <p:cNvSpPr/>
                <p:nvPr/>
              </p:nvSpPr>
              <p:spPr>
                <a:xfrm>
                  <a:off x="4894653" y="3740848"/>
                  <a:ext cx="31405" cy="26906"/>
                </a:xfrm>
                <a:custGeom>
                  <a:avLst/>
                  <a:gdLst/>
                  <a:ahLst/>
                  <a:cxnLst/>
                  <a:rect l="l" t="t" r="r" b="b"/>
                  <a:pathLst>
                    <a:path w="3993" h="3421" extrusionOk="0">
                      <a:moveTo>
                        <a:pt x="2273" y="1"/>
                      </a:moveTo>
                      <a:cubicBezTo>
                        <a:pt x="1853" y="1"/>
                        <a:pt x="1425" y="157"/>
                        <a:pt x="1077" y="505"/>
                      </a:cubicBezTo>
                      <a:cubicBezTo>
                        <a:pt x="1" y="1582"/>
                        <a:pt x="763" y="3420"/>
                        <a:pt x="2287" y="3420"/>
                      </a:cubicBezTo>
                      <a:cubicBezTo>
                        <a:pt x="3230" y="3420"/>
                        <a:pt x="3993" y="2658"/>
                        <a:pt x="3993" y="1715"/>
                      </a:cubicBezTo>
                      <a:cubicBezTo>
                        <a:pt x="3993" y="683"/>
                        <a:pt x="3151" y="1"/>
                        <a:pt x="227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47" name="Google Shape;3847;p60"/>
                <p:cNvSpPr/>
                <p:nvPr/>
              </p:nvSpPr>
              <p:spPr>
                <a:xfrm>
                  <a:off x="4907497" y="3750522"/>
                  <a:ext cx="8950" cy="7605"/>
                </a:xfrm>
                <a:custGeom>
                  <a:avLst/>
                  <a:gdLst/>
                  <a:ahLst/>
                  <a:cxnLst/>
                  <a:rect l="l" t="t" r="r" b="b"/>
                  <a:pathLst>
                    <a:path w="1138" h="967" extrusionOk="0">
                      <a:moveTo>
                        <a:pt x="654" y="1"/>
                      </a:moveTo>
                      <a:cubicBezTo>
                        <a:pt x="218" y="1"/>
                        <a:pt x="1" y="521"/>
                        <a:pt x="303" y="823"/>
                      </a:cubicBezTo>
                      <a:cubicBezTo>
                        <a:pt x="406" y="922"/>
                        <a:pt x="531" y="967"/>
                        <a:pt x="652" y="967"/>
                      </a:cubicBezTo>
                      <a:cubicBezTo>
                        <a:pt x="902" y="967"/>
                        <a:pt x="1138" y="778"/>
                        <a:pt x="1138" y="485"/>
                      </a:cubicBezTo>
                      <a:cubicBezTo>
                        <a:pt x="1138" y="219"/>
                        <a:pt x="920" y="1"/>
                        <a:pt x="65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48" name="Google Shape;3848;p60"/>
              <p:cNvGrpSpPr/>
              <p:nvPr/>
            </p:nvGrpSpPr>
            <p:grpSpPr>
              <a:xfrm>
                <a:off x="4962300" y="3696348"/>
                <a:ext cx="38255" cy="32773"/>
                <a:chOff x="4962300" y="3696348"/>
                <a:chExt cx="38255" cy="32773"/>
              </a:xfrm>
            </p:grpSpPr>
            <p:sp>
              <p:nvSpPr>
                <p:cNvPr id="3849" name="Google Shape;3849;p60"/>
                <p:cNvSpPr/>
                <p:nvPr/>
              </p:nvSpPr>
              <p:spPr>
                <a:xfrm>
                  <a:off x="4962300" y="3696348"/>
                  <a:ext cx="38255" cy="32773"/>
                </a:xfrm>
                <a:custGeom>
                  <a:avLst/>
                  <a:gdLst/>
                  <a:ahLst/>
                  <a:cxnLst/>
                  <a:rect l="l" t="t" r="r" b="b"/>
                  <a:pathLst>
                    <a:path w="4864" h="4167" extrusionOk="0">
                      <a:moveTo>
                        <a:pt x="2767" y="1"/>
                      </a:moveTo>
                      <a:cubicBezTo>
                        <a:pt x="2259" y="1"/>
                        <a:pt x="1740" y="189"/>
                        <a:pt x="1319" y="611"/>
                      </a:cubicBezTo>
                      <a:cubicBezTo>
                        <a:pt x="0" y="1929"/>
                        <a:pt x="932" y="4167"/>
                        <a:pt x="2783" y="4167"/>
                      </a:cubicBezTo>
                      <a:cubicBezTo>
                        <a:pt x="3932" y="4167"/>
                        <a:pt x="4863" y="3236"/>
                        <a:pt x="4863" y="2086"/>
                      </a:cubicBezTo>
                      <a:cubicBezTo>
                        <a:pt x="4863" y="833"/>
                        <a:pt x="3836" y="1"/>
                        <a:pt x="2767"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50" name="Google Shape;3850;p60"/>
                <p:cNvSpPr/>
                <p:nvPr/>
              </p:nvSpPr>
              <p:spPr>
                <a:xfrm>
                  <a:off x="4975238" y="3706093"/>
                  <a:ext cx="15612" cy="13386"/>
                </a:xfrm>
                <a:custGeom>
                  <a:avLst/>
                  <a:gdLst/>
                  <a:ahLst/>
                  <a:cxnLst/>
                  <a:rect l="l" t="t" r="r" b="b"/>
                  <a:pathLst>
                    <a:path w="1985" h="1702" extrusionOk="0">
                      <a:moveTo>
                        <a:pt x="1138" y="1"/>
                      </a:moveTo>
                      <a:cubicBezTo>
                        <a:pt x="388" y="1"/>
                        <a:pt x="1" y="908"/>
                        <a:pt x="533" y="1452"/>
                      </a:cubicBezTo>
                      <a:cubicBezTo>
                        <a:pt x="709" y="1624"/>
                        <a:pt x="923" y="1702"/>
                        <a:pt x="1132" y="1702"/>
                      </a:cubicBezTo>
                      <a:cubicBezTo>
                        <a:pt x="1569" y="1702"/>
                        <a:pt x="1984" y="1363"/>
                        <a:pt x="1984" y="847"/>
                      </a:cubicBezTo>
                      <a:cubicBezTo>
                        <a:pt x="1984" y="376"/>
                        <a:pt x="1609" y="1"/>
                        <a:pt x="1138"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51" name="Google Shape;3851;p60"/>
              <p:cNvGrpSpPr/>
              <p:nvPr/>
            </p:nvGrpSpPr>
            <p:grpSpPr>
              <a:xfrm>
                <a:off x="4980185" y="3743349"/>
                <a:ext cx="31499" cy="26969"/>
                <a:chOff x="4980185" y="3743349"/>
                <a:chExt cx="31499" cy="26969"/>
              </a:xfrm>
            </p:grpSpPr>
            <p:sp>
              <p:nvSpPr>
                <p:cNvPr id="3852" name="Google Shape;3852;p60"/>
                <p:cNvSpPr/>
                <p:nvPr/>
              </p:nvSpPr>
              <p:spPr>
                <a:xfrm>
                  <a:off x="4980185" y="3743349"/>
                  <a:ext cx="31499" cy="26969"/>
                </a:xfrm>
                <a:custGeom>
                  <a:avLst/>
                  <a:gdLst/>
                  <a:ahLst/>
                  <a:cxnLst/>
                  <a:rect l="l" t="t" r="r" b="b"/>
                  <a:pathLst>
                    <a:path w="4005" h="3429" extrusionOk="0">
                      <a:moveTo>
                        <a:pt x="2274" y="0"/>
                      </a:moveTo>
                      <a:cubicBezTo>
                        <a:pt x="1855" y="0"/>
                        <a:pt x="1427" y="155"/>
                        <a:pt x="1077" y="501"/>
                      </a:cubicBezTo>
                      <a:cubicBezTo>
                        <a:pt x="1" y="1578"/>
                        <a:pt x="763" y="3429"/>
                        <a:pt x="2287" y="3429"/>
                      </a:cubicBezTo>
                      <a:cubicBezTo>
                        <a:pt x="3230" y="3429"/>
                        <a:pt x="3993" y="2667"/>
                        <a:pt x="4005" y="1723"/>
                      </a:cubicBezTo>
                      <a:cubicBezTo>
                        <a:pt x="4005" y="689"/>
                        <a:pt x="3158" y="0"/>
                        <a:pt x="2274"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53" name="Google Shape;3853;p60"/>
                <p:cNvSpPr/>
                <p:nvPr/>
              </p:nvSpPr>
              <p:spPr>
                <a:xfrm>
                  <a:off x="4993123" y="3753094"/>
                  <a:ext cx="8856" cy="7605"/>
                </a:xfrm>
                <a:custGeom>
                  <a:avLst/>
                  <a:gdLst/>
                  <a:ahLst/>
                  <a:cxnLst/>
                  <a:rect l="l" t="t" r="r" b="b"/>
                  <a:pathLst>
                    <a:path w="1126" h="967" extrusionOk="0">
                      <a:moveTo>
                        <a:pt x="642" y="0"/>
                      </a:moveTo>
                      <a:cubicBezTo>
                        <a:pt x="206" y="0"/>
                        <a:pt x="1" y="521"/>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54" name="Google Shape;3854;p60"/>
              <p:cNvGrpSpPr/>
              <p:nvPr/>
            </p:nvGrpSpPr>
            <p:grpSpPr>
              <a:xfrm>
                <a:off x="5013768" y="3734312"/>
                <a:ext cx="31499" cy="26969"/>
                <a:chOff x="5013768" y="3734312"/>
                <a:chExt cx="31499" cy="26969"/>
              </a:xfrm>
            </p:grpSpPr>
            <p:sp>
              <p:nvSpPr>
                <p:cNvPr id="3855" name="Google Shape;3855;p60"/>
                <p:cNvSpPr/>
                <p:nvPr/>
              </p:nvSpPr>
              <p:spPr>
                <a:xfrm>
                  <a:off x="5013768" y="3734312"/>
                  <a:ext cx="31499" cy="26969"/>
                </a:xfrm>
                <a:custGeom>
                  <a:avLst/>
                  <a:gdLst/>
                  <a:ahLst/>
                  <a:cxnLst/>
                  <a:rect l="l" t="t" r="r" b="b"/>
                  <a:pathLst>
                    <a:path w="4005" h="3429" extrusionOk="0">
                      <a:moveTo>
                        <a:pt x="2281" y="1"/>
                      </a:moveTo>
                      <a:cubicBezTo>
                        <a:pt x="1858" y="1"/>
                        <a:pt x="1428" y="159"/>
                        <a:pt x="1077" y="513"/>
                      </a:cubicBezTo>
                      <a:cubicBezTo>
                        <a:pt x="1" y="1590"/>
                        <a:pt x="775" y="3429"/>
                        <a:pt x="2299" y="3429"/>
                      </a:cubicBezTo>
                      <a:cubicBezTo>
                        <a:pt x="3231" y="3417"/>
                        <a:pt x="3993" y="2655"/>
                        <a:pt x="4005" y="1711"/>
                      </a:cubicBezTo>
                      <a:cubicBezTo>
                        <a:pt x="3997" y="682"/>
                        <a:pt x="3157" y="1"/>
                        <a:pt x="2281"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56" name="Google Shape;3856;p60"/>
                <p:cNvSpPr/>
                <p:nvPr/>
              </p:nvSpPr>
              <p:spPr>
                <a:xfrm>
                  <a:off x="5028043" y="3743963"/>
                  <a:ext cx="7621" cy="7613"/>
                </a:xfrm>
                <a:custGeom>
                  <a:avLst/>
                  <a:gdLst/>
                  <a:ahLst/>
                  <a:cxnLst/>
                  <a:rect l="l" t="t" r="r" b="b"/>
                  <a:pathLst>
                    <a:path w="969"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57" name="Google Shape;3857;p60"/>
              <p:cNvGrpSpPr/>
              <p:nvPr/>
            </p:nvGrpSpPr>
            <p:grpSpPr>
              <a:xfrm>
                <a:off x="5036703" y="3764545"/>
                <a:ext cx="31499" cy="26898"/>
                <a:chOff x="5036703" y="3764545"/>
                <a:chExt cx="31499" cy="26898"/>
              </a:xfrm>
            </p:grpSpPr>
            <p:sp>
              <p:nvSpPr>
                <p:cNvPr id="3858" name="Google Shape;3858;p60"/>
                <p:cNvSpPr/>
                <p:nvPr/>
              </p:nvSpPr>
              <p:spPr>
                <a:xfrm>
                  <a:off x="5036703" y="3764545"/>
                  <a:ext cx="31499" cy="26898"/>
                </a:xfrm>
                <a:custGeom>
                  <a:avLst/>
                  <a:gdLst/>
                  <a:ahLst/>
                  <a:cxnLst/>
                  <a:rect l="l" t="t" r="r" b="b"/>
                  <a:pathLst>
                    <a:path w="4005" h="3420" extrusionOk="0">
                      <a:moveTo>
                        <a:pt x="2284" y="0"/>
                      </a:moveTo>
                      <a:cubicBezTo>
                        <a:pt x="1865" y="0"/>
                        <a:pt x="1437" y="156"/>
                        <a:pt x="1089" y="504"/>
                      </a:cubicBezTo>
                      <a:cubicBezTo>
                        <a:pt x="0" y="1581"/>
                        <a:pt x="774" y="3419"/>
                        <a:pt x="2298" y="3419"/>
                      </a:cubicBezTo>
                      <a:cubicBezTo>
                        <a:pt x="3242" y="3419"/>
                        <a:pt x="4004" y="2657"/>
                        <a:pt x="4004" y="1714"/>
                      </a:cubicBezTo>
                      <a:cubicBezTo>
                        <a:pt x="4004" y="682"/>
                        <a:pt x="3162" y="0"/>
                        <a:pt x="2284"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59" name="Google Shape;3859;p60"/>
                <p:cNvSpPr/>
                <p:nvPr/>
              </p:nvSpPr>
              <p:spPr>
                <a:xfrm>
                  <a:off x="5049641" y="3774211"/>
                  <a:ext cx="8856" cy="7605"/>
                </a:xfrm>
                <a:custGeom>
                  <a:avLst/>
                  <a:gdLst/>
                  <a:ahLst/>
                  <a:cxnLst/>
                  <a:rect l="l" t="t" r="r" b="b"/>
                  <a:pathLst>
                    <a:path w="1126" h="967" extrusionOk="0">
                      <a:moveTo>
                        <a:pt x="653" y="1"/>
                      </a:moveTo>
                      <a:cubicBezTo>
                        <a:pt x="218" y="1"/>
                        <a:pt x="0" y="521"/>
                        <a:pt x="303" y="823"/>
                      </a:cubicBezTo>
                      <a:cubicBezTo>
                        <a:pt x="402" y="922"/>
                        <a:pt x="524" y="967"/>
                        <a:pt x="643" y="967"/>
                      </a:cubicBezTo>
                      <a:cubicBezTo>
                        <a:pt x="890" y="967"/>
                        <a:pt x="1125" y="778"/>
                        <a:pt x="1125" y="485"/>
                      </a:cubicBezTo>
                      <a:cubicBezTo>
                        <a:pt x="1125" y="219"/>
                        <a:pt x="920" y="1"/>
                        <a:pt x="65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60" name="Google Shape;3860;p60"/>
              <p:cNvGrpSpPr/>
              <p:nvPr/>
            </p:nvGrpSpPr>
            <p:grpSpPr>
              <a:xfrm>
                <a:off x="4953546" y="3768352"/>
                <a:ext cx="31405" cy="26898"/>
                <a:chOff x="4953546" y="3768352"/>
                <a:chExt cx="31405" cy="26898"/>
              </a:xfrm>
            </p:grpSpPr>
            <p:sp>
              <p:nvSpPr>
                <p:cNvPr id="3861" name="Google Shape;3861;p60"/>
                <p:cNvSpPr/>
                <p:nvPr/>
              </p:nvSpPr>
              <p:spPr>
                <a:xfrm>
                  <a:off x="4953546" y="3768352"/>
                  <a:ext cx="31405" cy="26898"/>
                </a:xfrm>
                <a:custGeom>
                  <a:avLst/>
                  <a:gdLst/>
                  <a:ahLst/>
                  <a:cxnLst/>
                  <a:rect l="l" t="t" r="r" b="b"/>
                  <a:pathLst>
                    <a:path w="3993" h="3420" extrusionOk="0">
                      <a:moveTo>
                        <a:pt x="2271" y="0"/>
                      </a:moveTo>
                      <a:cubicBezTo>
                        <a:pt x="1852" y="0"/>
                        <a:pt x="1425" y="156"/>
                        <a:pt x="1077" y="504"/>
                      </a:cubicBezTo>
                      <a:cubicBezTo>
                        <a:pt x="1" y="1581"/>
                        <a:pt x="751" y="3419"/>
                        <a:pt x="2287" y="3419"/>
                      </a:cubicBezTo>
                      <a:cubicBezTo>
                        <a:pt x="3218" y="3419"/>
                        <a:pt x="3992" y="2657"/>
                        <a:pt x="3992" y="1726"/>
                      </a:cubicBezTo>
                      <a:cubicBezTo>
                        <a:pt x="3992" y="686"/>
                        <a:pt x="3150" y="0"/>
                        <a:pt x="2271"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62" name="Google Shape;3862;p60"/>
                <p:cNvSpPr/>
                <p:nvPr/>
              </p:nvSpPr>
              <p:spPr>
                <a:xfrm>
                  <a:off x="4966390" y="3778018"/>
                  <a:ext cx="8950" cy="7684"/>
                </a:xfrm>
                <a:custGeom>
                  <a:avLst/>
                  <a:gdLst/>
                  <a:ahLst/>
                  <a:cxnLst/>
                  <a:rect l="l" t="t" r="r" b="b"/>
                  <a:pathLst>
                    <a:path w="1138" h="977" extrusionOk="0">
                      <a:moveTo>
                        <a:pt x="654" y="1"/>
                      </a:moveTo>
                      <a:cubicBezTo>
                        <a:pt x="218" y="1"/>
                        <a:pt x="1" y="533"/>
                        <a:pt x="303" y="835"/>
                      </a:cubicBezTo>
                      <a:cubicBezTo>
                        <a:pt x="404" y="933"/>
                        <a:pt x="527" y="976"/>
                        <a:pt x="647" y="976"/>
                      </a:cubicBezTo>
                      <a:cubicBezTo>
                        <a:pt x="899" y="976"/>
                        <a:pt x="1138" y="784"/>
                        <a:pt x="1138" y="497"/>
                      </a:cubicBezTo>
                      <a:cubicBezTo>
                        <a:pt x="1138" y="218"/>
                        <a:pt x="920" y="1"/>
                        <a:pt x="65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63" name="Google Shape;3863;p60"/>
              <p:cNvGrpSpPr/>
              <p:nvPr/>
            </p:nvGrpSpPr>
            <p:grpSpPr>
              <a:xfrm>
                <a:off x="4964770" y="3814016"/>
                <a:ext cx="31499" cy="26993"/>
                <a:chOff x="4964770" y="3814016"/>
                <a:chExt cx="31499" cy="26993"/>
              </a:xfrm>
            </p:grpSpPr>
            <p:sp>
              <p:nvSpPr>
                <p:cNvPr id="3864" name="Google Shape;3864;p60"/>
                <p:cNvSpPr/>
                <p:nvPr/>
              </p:nvSpPr>
              <p:spPr>
                <a:xfrm>
                  <a:off x="4964770" y="3814016"/>
                  <a:ext cx="31499" cy="26993"/>
                </a:xfrm>
                <a:custGeom>
                  <a:avLst/>
                  <a:gdLst/>
                  <a:ahLst/>
                  <a:cxnLst/>
                  <a:rect l="l" t="t" r="r" b="b"/>
                  <a:pathLst>
                    <a:path w="4005" h="3432" extrusionOk="0">
                      <a:moveTo>
                        <a:pt x="2276" y="0"/>
                      </a:moveTo>
                      <a:cubicBezTo>
                        <a:pt x="1855" y="0"/>
                        <a:pt x="1426" y="156"/>
                        <a:pt x="1078" y="504"/>
                      </a:cubicBezTo>
                      <a:cubicBezTo>
                        <a:pt x="1" y="1581"/>
                        <a:pt x="763" y="3432"/>
                        <a:pt x="2287" y="3432"/>
                      </a:cubicBezTo>
                      <a:cubicBezTo>
                        <a:pt x="3231" y="3432"/>
                        <a:pt x="3993" y="2658"/>
                        <a:pt x="4005" y="1714"/>
                      </a:cubicBezTo>
                      <a:cubicBezTo>
                        <a:pt x="4005" y="683"/>
                        <a:pt x="3158" y="0"/>
                        <a:pt x="2276"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65" name="Google Shape;3865;p60"/>
                <p:cNvSpPr/>
                <p:nvPr/>
              </p:nvSpPr>
              <p:spPr>
                <a:xfrm>
                  <a:off x="4977715" y="3823690"/>
                  <a:ext cx="8856" cy="7676"/>
                </a:xfrm>
                <a:custGeom>
                  <a:avLst/>
                  <a:gdLst/>
                  <a:ahLst/>
                  <a:cxnLst/>
                  <a:rect l="l" t="t" r="r" b="b"/>
                  <a:pathLst>
                    <a:path w="1126" h="976" extrusionOk="0">
                      <a:moveTo>
                        <a:pt x="641" y="0"/>
                      </a:moveTo>
                      <a:cubicBezTo>
                        <a:pt x="206" y="0"/>
                        <a:pt x="0" y="520"/>
                        <a:pt x="303" y="835"/>
                      </a:cubicBezTo>
                      <a:cubicBezTo>
                        <a:pt x="399"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66" name="Google Shape;3866;p60"/>
              <p:cNvGrpSpPr/>
              <p:nvPr/>
            </p:nvGrpSpPr>
            <p:grpSpPr>
              <a:xfrm>
                <a:off x="4923290" y="3800504"/>
                <a:ext cx="31468" cy="26898"/>
                <a:chOff x="4923290" y="3800504"/>
                <a:chExt cx="31468" cy="26898"/>
              </a:xfrm>
            </p:grpSpPr>
            <p:sp>
              <p:nvSpPr>
                <p:cNvPr id="3867" name="Google Shape;3867;p60"/>
                <p:cNvSpPr/>
                <p:nvPr/>
              </p:nvSpPr>
              <p:spPr>
                <a:xfrm>
                  <a:off x="4923290" y="3800504"/>
                  <a:ext cx="31468" cy="26898"/>
                </a:xfrm>
                <a:custGeom>
                  <a:avLst/>
                  <a:gdLst/>
                  <a:ahLst/>
                  <a:cxnLst/>
                  <a:rect l="l" t="t" r="r" b="b"/>
                  <a:pathLst>
                    <a:path w="4001" h="3420" extrusionOk="0">
                      <a:moveTo>
                        <a:pt x="2276" y="1"/>
                      </a:moveTo>
                      <a:cubicBezTo>
                        <a:pt x="1855" y="1"/>
                        <a:pt x="1426" y="156"/>
                        <a:pt x="1077" y="505"/>
                      </a:cubicBezTo>
                      <a:cubicBezTo>
                        <a:pt x="1" y="1581"/>
                        <a:pt x="763" y="3420"/>
                        <a:pt x="2287" y="3420"/>
                      </a:cubicBezTo>
                      <a:cubicBezTo>
                        <a:pt x="3231" y="3420"/>
                        <a:pt x="3993" y="2658"/>
                        <a:pt x="3993" y="1714"/>
                      </a:cubicBezTo>
                      <a:cubicBezTo>
                        <a:pt x="4001" y="683"/>
                        <a:pt x="3156" y="1"/>
                        <a:pt x="2276"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68" name="Google Shape;3868;p60"/>
                <p:cNvSpPr/>
                <p:nvPr/>
              </p:nvSpPr>
              <p:spPr>
                <a:xfrm>
                  <a:off x="4937470" y="3810178"/>
                  <a:ext cx="7613" cy="7621"/>
                </a:xfrm>
                <a:custGeom>
                  <a:avLst/>
                  <a:gdLst/>
                  <a:ahLst/>
                  <a:cxnLst/>
                  <a:rect l="l" t="t" r="r" b="b"/>
                  <a:pathLst>
                    <a:path w="968"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69" name="Google Shape;3869;p60"/>
              <p:cNvGrpSpPr/>
              <p:nvPr/>
            </p:nvGrpSpPr>
            <p:grpSpPr>
              <a:xfrm>
                <a:off x="5108534" y="3650943"/>
                <a:ext cx="31405" cy="26993"/>
                <a:chOff x="5108534" y="3650943"/>
                <a:chExt cx="31405" cy="26993"/>
              </a:xfrm>
            </p:grpSpPr>
            <p:sp>
              <p:nvSpPr>
                <p:cNvPr id="3870" name="Google Shape;3870;p60"/>
                <p:cNvSpPr/>
                <p:nvPr/>
              </p:nvSpPr>
              <p:spPr>
                <a:xfrm>
                  <a:off x="5108534" y="3650943"/>
                  <a:ext cx="31405" cy="26993"/>
                </a:xfrm>
                <a:custGeom>
                  <a:avLst/>
                  <a:gdLst/>
                  <a:ahLst/>
                  <a:cxnLst/>
                  <a:rect l="l" t="t" r="r" b="b"/>
                  <a:pathLst>
                    <a:path w="3993" h="3432" extrusionOk="0">
                      <a:moveTo>
                        <a:pt x="2272" y="1"/>
                      </a:moveTo>
                      <a:cubicBezTo>
                        <a:pt x="1853" y="1"/>
                        <a:pt x="1425" y="156"/>
                        <a:pt x="1077" y="505"/>
                      </a:cubicBezTo>
                      <a:cubicBezTo>
                        <a:pt x="0" y="1581"/>
                        <a:pt x="762" y="3432"/>
                        <a:pt x="2286" y="3432"/>
                      </a:cubicBezTo>
                      <a:cubicBezTo>
                        <a:pt x="3230" y="3432"/>
                        <a:pt x="3992" y="2658"/>
                        <a:pt x="3992" y="1714"/>
                      </a:cubicBezTo>
                      <a:cubicBezTo>
                        <a:pt x="3992" y="683"/>
                        <a:pt x="3150" y="1"/>
                        <a:pt x="227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71" name="Google Shape;3871;p60"/>
                <p:cNvSpPr/>
                <p:nvPr/>
              </p:nvSpPr>
              <p:spPr>
                <a:xfrm>
                  <a:off x="5122707" y="3660617"/>
                  <a:ext cx="7621" cy="7621"/>
                </a:xfrm>
                <a:custGeom>
                  <a:avLst/>
                  <a:gdLst/>
                  <a:ahLst/>
                  <a:cxnLst/>
                  <a:rect l="l" t="t" r="r" b="b"/>
                  <a:pathLst>
                    <a:path w="969" h="969" extrusionOk="0">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72" name="Google Shape;3872;p60"/>
              <p:cNvGrpSpPr/>
              <p:nvPr/>
            </p:nvGrpSpPr>
            <p:grpSpPr>
              <a:xfrm>
                <a:off x="5119380" y="3760739"/>
                <a:ext cx="31499" cy="26993"/>
                <a:chOff x="5119380" y="3760739"/>
                <a:chExt cx="31499" cy="26993"/>
              </a:xfrm>
            </p:grpSpPr>
            <p:sp>
              <p:nvSpPr>
                <p:cNvPr id="3873" name="Google Shape;3873;p60"/>
                <p:cNvSpPr/>
                <p:nvPr/>
              </p:nvSpPr>
              <p:spPr>
                <a:xfrm>
                  <a:off x="5119380" y="3760739"/>
                  <a:ext cx="31499" cy="26993"/>
                </a:xfrm>
                <a:custGeom>
                  <a:avLst/>
                  <a:gdLst/>
                  <a:ahLst/>
                  <a:cxnLst/>
                  <a:rect l="l" t="t" r="r" b="b"/>
                  <a:pathLst>
                    <a:path w="4005" h="3432" extrusionOk="0">
                      <a:moveTo>
                        <a:pt x="2275" y="0"/>
                      </a:moveTo>
                      <a:cubicBezTo>
                        <a:pt x="1854" y="0"/>
                        <a:pt x="1425" y="156"/>
                        <a:pt x="1077" y="504"/>
                      </a:cubicBezTo>
                      <a:cubicBezTo>
                        <a:pt x="0" y="1581"/>
                        <a:pt x="762" y="3432"/>
                        <a:pt x="2286" y="3432"/>
                      </a:cubicBezTo>
                      <a:cubicBezTo>
                        <a:pt x="3230" y="3420"/>
                        <a:pt x="3992" y="2657"/>
                        <a:pt x="4004" y="1714"/>
                      </a:cubicBezTo>
                      <a:cubicBezTo>
                        <a:pt x="4004" y="683"/>
                        <a:pt x="3157" y="0"/>
                        <a:pt x="2275"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74" name="Google Shape;3874;p60"/>
                <p:cNvSpPr/>
                <p:nvPr/>
              </p:nvSpPr>
              <p:spPr>
                <a:xfrm>
                  <a:off x="5132318" y="3770405"/>
                  <a:ext cx="8856" cy="7653"/>
                </a:xfrm>
                <a:custGeom>
                  <a:avLst/>
                  <a:gdLst/>
                  <a:ahLst/>
                  <a:cxnLst/>
                  <a:rect l="l" t="t" r="r" b="b"/>
                  <a:pathLst>
                    <a:path w="1126" h="973" extrusionOk="0">
                      <a:moveTo>
                        <a:pt x="641" y="1"/>
                      </a:moveTo>
                      <a:cubicBezTo>
                        <a:pt x="206" y="1"/>
                        <a:pt x="0" y="521"/>
                        <a:pt x="303" y="824"/>
                      </a:cubicBezTo>
                      <a:cubicBezTo>
                        <a:pt x="402" y="926"/>
                        <a:pt x="524" y="972"/>
                        <a:pt x="644" y="972"/>
                      </a:cubicBezTo>
                      <a:cubicBezTo>
                        <a:pt x="890" y="972"/>
                        <a:pt x="1125" y="778"/>
                        <a:pt x="1125" y="485"/>
                      </a:cubicBezTo>
                      <a:cubicBezTo>
                        <a:pt x="1125" y="219"/>
                        <a:pt x="908" y="1"/>
                        <a:pt x="641"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75" name="Google Shape;3875;p60"/>
              <p:cNvGrpSpPr/>
              <p:nvPr/>
            </p:nvGrpSpPr>
            <p:grpSpPr>
              <a:xfrm>
                <a:off x="5119380" y="3788235"/>
                <a:ext cx="31499" cy="26993"/>
                <a:chOff x="5119380" y="3788235"/>
                <a:chExt cx="31499" cy="26993"/>
              </a:xfrm>
            </p:grpSpPr>
            <p:sp>
              <p:nvSpPr>
                <p:cNvPr id="3876" name="Google Shape;3876;p60"/>
                <p:cNvSpPr/>
                <p:nvPr/>
              </p:nvSpPr>
              <p:spPr>
                <a:xfrm>
                  <a:off x="5119380" y="3788235"/>
                  <a:ext cx="31499" cy="26993"/>
                </a:xfrm>
                <a:custGeom>
                  <a:avLst/>
                  <a:gdLst/>
                  <a:ahLst/>
                  <a:cxnLst/>
                  <a:rect l="l" t="t" r="r" b="b"/>
                  <a:pathLst>
                    <a:path w="4005" h="3432" extrusionOk="0">
                      <a:moveTo>
                        <a:pt x="2275" y="0"/>
                      </a:moveTo>
                      <a:cubicBezTo>
                        <a:pt x="1854" y="0"/>
                        <a:pt x="1425" y="156"/>
                        <a:pt x="1077" y="504"/>
                      </a:cubicBezTo>
                      <a:cubicBezTo>
                        <a:pt x="0" y="1581"/>
                        <a:pt x="762" y="3432"/>
                        <a:pt x="2286" y="3432"/>
                      </a:cubicBezTo>
                      <a:cubicBezTo>
                        <a:pt x="3230" y="3419"/>
                        <a:pt x="3992" y="2657"/>
                        <a:pt x="4004" y="1714"/>
                      </a:cubicBezTo>
                      <a:cubicBezTo>
                        <a:pt x="4004" y="683"/>
                        <a:pt x="3157" y="0"/>
                        <a:pt x="2275"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77" name="Google Shape;3877;p60"/>
                <p:cNvSpPr/>
                <p:nvPr/>
              </p:nvSpPr>
              <p:spPr>
                <a:xfrm>
                  <a:off x="5132318" y="3797901"/>
                  <a:ext cx="8856" cy="7605"/>
                </a:xfrm>
                <a:custGeom>
                  <a:avLst/>
                  <a:gdLst/>
                  <a:ahLst/>
                  <a:cxnLst/>
                  <a:rect l="l" t="t" r="r" b="b"/>
                  <a:pathLst>
                    <a:path w="1126" h="967" extrusionOk="0">
                      <a:moveTo>
                        <a:pt x="641" y="1"/>
                      </a:moveTo>
                      <a:cubicBezTo>
                        <a:pt x="206" y="1"/>
                        <a:pt x="0" y="521"/>
                        <a:pt x="303" y="824"/>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78" name="Google Shape;3878;p60"/>
              <p:cNvGrpSpPr/>
              <p:nvPr/>
            </p:nvGrpSpPr>
            <p:grpSpPr>
              <a:xfrm>
                <a:off x="5158005" y="3875284"/>
                <a:ext cx="31405" cy="27001"/>
                <a:chOff x="5158005" y="3875284"/>
                <a:chExt cx="31405" cy="27001"/>
              </a:xfrm>
            </p:grpSpPr>
            <p:sp>
              <p:nvSpPr>
                <p:cNvPr id="3879" name="Google Shape;3879;p60"/>
                <p:cNvSpPr/>
                <p:nvPr/>
              </p:nvSpPr>
              <p:spPr>
                <a:xfrm>
                  <a:off x="5158005" y="3875284"/>
                  <a:ext cx="31405" cy="27001"/>
                </a:xfrm>
                <a:custGeom>
                  <a:avLst/>
                  <a:gdLst/>
                  <a:ahLst/>
                  <a:cxnLst/>
                  <a:rect l="l" t="t" r="r" b="b"/>
                  <a:pathLst>
                    <a:path w="3993" h="3433" extrusionOk="0">
                      <a:moveTo>
                        <a:pt x="2273" y="1"/>
                      </a:moveTo>
                      <a:cubicBezTo>
                        <a:pt x="1853" y="1"/>
                        <a:pt x="1425" y="157"/>
                        <a:pt x="1077" y="505"/>
                      </a:cubicBezTo>
                      <a:cubicBezTo>
                        <a:pt x="0" y="1581"/>
                        <a:pt x="763" y="3432"/>
                        <a:pt x="2287" y="3432"/>
                      </a:cubicBezTo>
                      <a:cubicBezTo>
                        <a:pt x="3230" y="3432"/>
                        <a:pt x="3992" y="2658"/>
                        <a:pt x="3992" y="1714"/>
                      </a:cubicBezTo>
                      <a:cubicBezTo>
                        <a:pt x="3992" y="683"/>
                        <a:pt x="3151" y="1"/>
                        <a:pt x="227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80" name="Google Shape;3880;p60"/>
                <p:cNvSpPr/>
                <p:nvPr/>
              </p:nvSpPr>
              <p:spPr>
                <a:xfrm>
                  <a:off x="5170848" y="3884958"/>
                  <a:ext cx="8950" cy="7645"/>
                </a:xfrm>
                <a:custGeom>
                  <a:avLst/>
                  <a:gdLst/>
                  <a:ahLst/>
                  <a:cxnLst/>
                  <a:rect l="l" t="t" r="r" b="b"/>
                  <a:pathLst>
                    <a:path w="1138" h="972" extrusionOk="0">
                      <a:moveTo>
                        <a:pt x="654" y="0"/>
                      </a:moveTo>
                      <a:cubicBezTo>
                        <a:pt x="218" y="0"/>
                        <a:pt x="1" y="521"/>
                        <a:pt x="303" y="823"/>
                      </a:cubicBezTo>
                      <a:cubicBezTo>
                        <a:pt x="406" y="926"/>
                        <a:pt x="531" y="972"/>
                        <a:pt x="652" y="972"/>
                      </a:cubicBezTo>
                      <a:cubicBezTo>
                        <a:pt x="902" y="972"/>
                        <a:pt x="1138" y="777"/>
                        <a:pt x="1138" y="484"/>
                      </a:cubicBezTo>
                      <a:cubicBezTo>
                        <a:pt x="1138" y="218"/>
                        <a:pt x="920" y="0"/>
                        <a:pt x="65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81" name="Google Shape;3881;p60"/>
              <p:cNvGrpSpPr/>
              <p:nvPr/>
            </p:nvGrpSpPr>
            <p:grpSpPr>
              <a:xfrm>
                <a:off x="5233163" y="3764545"/>
                <a:ext cx="31499" cy="26898"/>
                <a:chOff x="5233163" y="3764545"/>
                <a:chExt cx="31499" cy="26898"/>
              </a:xfrm>
            </p:grpSpPr>
            <p:sp>
              <p:nvSpPr>
                <p:cNvPr id="3882" name="Google Shape;3882;p60"/>
                <p:cNvSpPr/>
                <p:nvPr/>
              </p:nvSpPr>
              <p:spPr>
                <a:xfrm>
                  <a:off x="5233163" y="3764545"/>
                  <a:ext cx="31499" cy="26898"/>
                </a:xfrm>
                <a:custGeom>
                  <a:avLst/>
                  <a:gdLst/>
                  <a:ahLst/>
                  <a:cxnLst/>
                  <a:rect l="l" t="t" r="r" b="b"/>
                  <a:pathLst>
                    <a:path w="4005" h="3420" extrusionOk="0">
                      <a:moveTo>
                        <a:pt x="2276" y="0"/>
                      </a:moveTo>
                      <a:cubicBezTo>
                        <a:pt x="1855" y="0"/>
                        <a:pt x="1426" y="156"/>
                        <a:pt x="1078" y="504"/>
                      </a:cubicBezTo>
                      <a:cubicBezTo>
                        <a:pt x="1" y="1581"/>
                        <a:pt x="763" y="3419"/>
                        <a:pt x="2287" y="3419"/>
                      </a:cubicBezTo>
                      <a:cubicBezTo>
                        <a:pt x="3231" y="3419"/>
                        <a:pt x="4005" y="2657"/>
                        <a:pt x="4005" y="1714"/>
                      </a:cubicBezTo>
                      <a:cubicBezTo>
                        <a:pt x="4005" y="682"/>
                        <a:pt x="3158" y="0"/>
                        <a:pt x="2276"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83" name="Google Shape;3883;p60"/>
                <p:cNvSpPr/>
                <p:nvPr/>
              </p:nvSpPr>
              <p:spPr>
                <a:xfrm>
                  <a:off x="5246108" y="3774211"/>
                  <a:ext cx="8856" cy="7590"/>
                </a:xfrm>
                <a:custGeom>
                  <a:avLst/>
                  <a:gdLst/>
                  <a:ahLst/>
                  <a:cxnLst/>
                  <a:rect l="l" t="t" r="r" b="b"/>
                  <a:pathLst>
                    <a:path w="1126" h="965" extrusionOk="0">
                      <a:moveTo>
                        <a:pt x="641" y="1"/>
                      </a:moveTo>
                      <a:cubicBezTo>
                        <a:pt x="218" y="1"/>
                        <a:pt x="0" y="521"/>
                        <a:pt x="303" y="823"/>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84" name="Google Shape;3884;p60"/>
              <p:cNvGrpSpPr/>
              <p:nvPr/>
            </p:nvGrpSpPr>
            <p:grpSpPr>
              <a:xfrm>
                <a:off x="5276168" y="3805545"/>
                <a:ext cx="31499" cy="26906"/>
                <a:chOff x="5276168" y="3805545"/>
                <a:chExt cx="31499" cy="26906"/>
              </a:xfrm>
            </p:grpSpPr>
            <p:sp>
              <p:nvSpPr>
                <p:cNvPr id="3885" name="Google Shape;3885;p60"/>
                <p:cNvSpPr/>
                <p:nvPr/>
              </p:nvSpPr>
              <p:spPr>
                <a:xfrm>
                  <a:off x="5276168" y="3805545"/>
                  <a:ext cx="31499" cy="26906"/>
                </a:xfrm>
                <a:custGeom>
                  <a:avLst/>
                  <a:gdLst/>
                  <a:ahLst/>
                  <a:cxnLst/>
                  <a:rect l="l" t="t" r="r" b="b"/>
                  <a:pathLst>
                    <a:path w="4005" h="3421" extrusionOk="0">
                      <a:moveTo>
                        <a:pt x="2281" y="1"/>
                      </a:moveTo>
                      <a:cubicBezTo>
                        <a:pt x="1860" y="1"/>
                        <a:pt x="1429" y="157"/>
                        <a:pt x="1077" y="505"/>
                      </a:cubicBezTo>
                      <a:cubicBezTo>
                        <a:pt x="1" y="1581"/>
                        <a:pt x="763" y="3420"/>
                        <a:pt x="2287" y="3420"/>
                      </a:cubicBezTo>
                      <a:cubicBezTo>
                        <a:pt x="3231" y="3420"/>
                        <a:pt x="4005" y="2658"/>
                        <a:pt x="4005" y="1714"/>
                      </a:cubicBezTo>
                      <a:cubicBezTo>
                        <a:pt x="4005" y="683"/>
                        <a:pt x="3163" y="1"/>
                        <a:pt x="2281"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86" name="Google Shape;3886;p60"/>
                <p:cNvSpPr/>
                <p:nvPr/>
              </p:nvSpPr>
              <p:spPr>
                <a:xfrm>
                  <a:off x="5289106" y="3815219"/>
                  <a:ext cx="8856" cy="7605"/>
                </a:xfrm>
                <a:custGeom>
                  <a:avLst/>
                  <a:gdLst/>
                  <a:ahLst/>
                  <a:cxnLst/>
                  <a:rect l="l" t="t" r="r" b="b"/>
                  <a:pathLst>
                    <a:path w="1126" h="967" extrusionOk="0">
                      <a:moveTo>
                        <a:pt x="642" y="1"/>
                      </a:moveTo>
                      <a:cubicBezTo>
                        <a:pt x="219" y="1"/>
                        <a:pt x="1" y="521"/>
                        <a:pt x="303" y="823"/>
                      </a:cubicBezTo>
                      <a:cubicBezTo>
                        <a:pt x="402" y="922"/>
                        <a:pt x="524" y="967"/>
                        <a:pt x="644" y="967"/>
                      </a:cubicBezTo>
                      <a:cubicBezTo>
                        <a:pt x="890" y="967"/>
                        <a:pt x="1126" y="778"/>
                        <a:pt x="1126" y="484"/>
                      </a:cubicBezTo>
                      <a:cubicBezTo>
                        <a:pt x="1126" y="218"/>
                        <a:pt x="908" y="1"/>
                        <a:pt x="642"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87" name="Google Shape;3887;p60"/>
              <p:cNvGrpSpPr/>
              <p:nvPr/>
            </p:nvGrpSpPr>
            <p:grpSpPr>
              <a:xfrm>
                <a:off x="5294053" y="3851933"/>
                <a:ext cx="31405" cy="26945"/>
                <a:chOff x="5294053" y="3851933"/>
                <a:chExt cx="31405" cy="26945"/>
              </a:xfrm>
            </p:grpSpPr>
            <p:sp>
              <p:nvSpPr>
                <p:cNvPr id="3888" name="Google Shape;3888;p60"/>
                <p:cNvSpPr/>
                <p:nvPr/>
              </p:nvSpPr>
              <p:spPr>
                <a:xfrm>
                  <a:off x="5294053" y="3851933"/>
                  <a:ext cx="31405" cy="26945"/>
                </a:xfrm>
                <a:custGeom>
                  <a:avLst/>
                  <a:gdLst/>
                  <a:ahLst/>
                  <a:cxnLst/>
                  <a:rect l="l" t="t" r="r" b="b"/>
                  <a:pathLst>
                    <a:path w="3993" h="3426" extrusionOk="0">
                      <a:moveTo>
                        <a:pt x="2273" y="1"/>
                      </a:moveTo>
                      <a:cubicBezTo>
                        <a:pt x="1854" y="1"/>
                        <a:pt x="1426" y="158"/>
                        <a:pt x="1077" y="510"/>
                      </a:cubicBezTo>
                      <a:cubicBezTo>
                        <a:pt x="1" y="1587"/>
                        <a:pt x="763" y="3425"/>
                        <a:pt x="2287" y="3425"/>
                      </a:cubicBezTo>
                      <a:cubicBezTo>
                        <a:pt x="3231" y="3425"/>
                        <a:pt x="3993" y="2663"/>
                        <a:pt x="3993" y="1720"/>
                      </a:cubicBezTo>
                      <a:cubicBezTo>
                        <a:pt x="3993" y="688"/>
                        <a:pt x="3151" y="1"/>
                        <a:pt x="227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89" name="Google Shape;3889;p60"/>
                <p:cNvSpPr/>
                <p:nvPr/>
              </p:nvSpPr>
              <p:spPr>
                <a:xfrm>
                  <a:off x="5308234" y="3861552"/>
                  <a:ext cx="7621" cy="7621"/>
                </a:xfrm>
                <a:custGeom>
                  <a:avLst/>
                  <a:gdLst/>
                  <a:ahLst/>
                  <a:cxnLst/>
                  <a:rect l="l" t="t" r="r" b="b"/>
                  <a:pathLst>
                    <a:path w="969" h="969" extrusionOk="0">
                      <a:moveTo>
                        <a:pt x="484" y="1"/>
                      </a:moveTo>
                      <a:cubicBezTo>
                        <a:pt x="218" y="1"/>
                        <a:pt x="0" y="218"/>
                        <a:pt x="0" y="485"/>
                      </a:cubicBezTo>
                      <a:cubicBezTo>
                        <a:pt x="0" y="763"/>
                        <a:pt x="218" y="968"/>
                        <a:pt x="484" y="968"/>
                      </a:cubicBezTo>
                      <a:cubicBezTo>
                        <a:pt x="750" y="968"/>
                        <a:pt x="968" y="763"/>
                        <a:pt x="968" y="485"/>
                      </a:cubicBezTo>
                      <a:cubicBezTo>
                        <a:pt x="968" y="218"/>
                        <a:pt x="750" y="1"/>
                        <a:pt x="48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90" name="Google Shape;3890;p60"/>
              <p:cNvGrpSpPr/>
              <p:nvPr/>
            </p:nvGrpSpPr>
            <p:grpSpPr>
              <a:xfrm>
                <a:off x="5341723" y="3851902"/>
                <a:ext cx="31405" cy="26977"/>
                <a:chOff x="5341723" y="3851902"/>
                <a:chExt cx="31405" cy="26977"/>
              </a:xfrm>
            </p:grpSpPr>
            <p:sp>
              <p:nvSpPr>
                <p:cNvPr id="3891" name="Google Shape;3891;p60"/>
                <p:cNvSpPr/>
                <p:nvPr/>
              </p:nvSpPr>
              <p:spPr>
                <a:xfrm>
                  <a:off x="5341723" y="3851902"/>
                  <a:ext cx="31405" cy="26977"/>
                </a:xfrm>
                <a:custGeom>
                  <a:avLst/>
                  <a:gdLst/>
                  <a:ahLst/>
                  <a:cxnLst/>
                  <a:rect l="l" t="t" r="r" b="b"/>
                  <a:pathLst>
                    <a:path w="3993" h="3430" extrusionOk="0">
                      <a:moveTo>
                        <a:pt x="2266" y="1"/>
                      </a:moveTo>
                      <a:cubicBezTo>
                        <a:pt x="1848" y="1"/>
                        <a:pt x="1423" y="156"/>
                        <a:pt x="1077" y="502"/>
                      </a:cubicBezTo>
                      <a:cubicBezTo>
                        <a:pt x="0" y="1578"/>
                        <a:pt x="762" y="3429"/>
                        <a:pt x="2287" y="3429"/>
                      </a:cubicBezTo>
                      <a:cubicBezTo>
                        <a:pt x="3230" y="3429"/>
                        <a:pt x="3992" y="2667"/>
                        <a:pt x="3992" y="1724"/>
                      </a:cubicBezTo>
                      <a:cubicBezTo>
                        <a:pt x="3992" y="690"/>
                        <a:pt x="3146" y="1"/>
                        <a:pt x="2266"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92" name="Google Shape;3892;p60"/>
                <p:cNvSpPr/>
                <p:nvPr/>
              </p:nvSpPr>
              <p:spPr>
                <a:xfrm>
                  <a:off x="5354567" y="3861647"/>
                  <a:ext cx="8950" cy="7590"/>
                </a:xfrm>
                <a:custGeom>
                  <a:avLst/>
                  <a:gdLst/>
                  <a:ahLst/>
                  <a:cxnLst/>
                  <a:rect l="l" t="t" r="r" b="b"/>
                  <a:pathLst>
                    <a:path w="1138" h="965" extrusionOk="0">
                      <a:moveTo>
                        <a:pt x="654" y="1"/>
                      </a:moveTo>
                      <a:cubicBezTo>
                        <a:pt x="218" y="1"/>
                        <a:pt x="0" y="521"/>
                        <a:pt x="303" y="823"/>
                      </a:cubicBezTo>
                      <a:cubicBezTo>
                        <a:pt x="404" y="921"/>
                        <a:pt x="527" y="964"/>
                        <a:pt x="646" y="964"/>
                      </a:cubicBezTo>
                      <a:cubicBezTo>
                        <a:pt x="898" y="964"/>
                        <a:pt x="1138" y="772"/>
                        <a:pt x="1138" y="485"/>
                      </a:cubicBezTo>
                      <a:cubicBezTo>
                        <a:pt x="1138" y="206"/>
                        <a:pt x="920" y="1"/>
                        <a:pt x="65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93" name="Google Shape;3893;p60"/>
              <p:cNvGrpSpPr/>
              <p:nvPr/>
            </p:nvGrpSpPr>
            <p:grpSpPr>
              <a:xfrm>
                <a:off x="5054871" y="3507855"/>
                <a:ext cx="31405" cy="26993"/>
                <a:chOff x="5054871" y="3507855"/>
                <a:chExt cx="31405" cy="26993"/>
              </a:xfrm>
            </p:grpSpPr>
            <p:sp>
              <p:nvSpPr>
                <p:cNvPr id="3894" name="Google Shape;3894;p60"/>
                <p:cNvSpPr/>
                <p:nvPr/>
              </p:nvSpPr>
              <p:spPr>
                <a:xfrm>
                  <a:off x="5054871" y="3507855"/>
                  <a:ext cx="31405" cy="26993"/>
                </a:xfrm>
                <a:custGeom>
                  <a:avLst/>
                  <a:gdLst/>
                  <a:ahLst/>
                  <a:cxnLst/>
                  <a:rect l="l" t="t" r="r" b="b"/>
                  <a:pathLst>
                    <a:path w="3993" h="3432" extrusionOk="0">
                      <a:moveTo>
                        <a:pt x="2273" y="0"/>
                      </a:moveTo>
                      <a:cubicBezTo>
                        <a:pt x="1853" y="0"/>
                        <a:pt x="1425" y="156"/>
                        <a:pt x="1077" y="504"/>
                      </a:cubicBezTo>
                      <a:cubicBezTo>
                        <a:pt x="1" y="1581"/>
                        <a:pt x="763" y="3431"/>
                        <a:pt x="2287" y="3431"/>
                      </a:cubicBezTo>
                      <a:cubicBezTo>
                        <a:pt x="3230" y="3431"/>
                        <a:pt x="3993" y="2657"/>
                        <a:pt x="3993" y="1714"/>
                      </a:cubicBezTo>
                      <a:cubicBezTo>
                        <a:pt x="3993" y="682"/>
                        <a:pt x="3151" y="0"/>
                        <a:pt x="2273"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95" name="Google Shape;3895;p60"/>
                <p:cNvSpPr/>
                <p:nvPr/>
              </p:nvSpPr>
              <p:spPr>
                <a:xfrm>
                  <a:off x="5067715" y="3517521"/>
                  <a:ext cx="8950" cy="7605"/>
                </a:xfrm>
                <a:custGeom>
                  <a:avLst/>
                  <a:gdLst/>
                  <a:ahLst/>
                  <a:cxnLst/>
                  <a:rect l="l" t="t" r="r" b="b"/>
                  <a:pathLst>
                    <a:path w="1138" h="967" extrusionOk="0">
                      <a:moveTo>
                        <a:pt x="654" y="1"/>
                      </a:moveTo>
                      <a:cubicBezTo>
                        <a:pt x="218" y="1"/>
                        <a:pt x="1" y="521"/>
                        <a:pt x="315" y="823"/>
                      </a:cubicBezTo>
                      <a:cubicBezTo>
                        <a:pt x="414" y="922"/>
                        <a:pt x="536" y="967"/>
                        <a:pt x="656" y="967"/>
                      </a:cubicBezTo>
                      <a:cubicBezTo>
                        <a:pt x="902" y="967"/>
                        <a:pt x="1138" y="778"/>
                        <a:pt x="1138" y="485"/>
                      </a:cubicBezTo>
                      <a:cubicBezTo>
                        <a:pt x="1138" y="219"/>
                        <a:pt x="920" y="1"/>
                        <a:pt x="65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96" name="Google Shape;3896;p60"/>
              <p:cNvGrpSpPr/>
              <p:nvPr/>
            </p:nvGrpSpPr>
            <p:grpSpPr>
              <a:xfrm>
                <a:off x="4876579" y="3675325"/>
                <a:ext cx="31405" cy="26969"/>
                <a:chOff x="4876579" y="3675325"/>
                <a:chExt cx="31405" cy="26969"/>
              </a:xfrm>
            </p:grpSpPr>
            <p:sp>
              <p:nvSpPr>
                <p:cNvPr id="3897" name="Google Shape;3897;p60"/>
                <p:cNvSpPr/>
                <p:nvPr/>
              </p:nvSpPr>
              <p:spPr>
                <a:xfrm>
                  <a:off x="4876579" y="3675325"/>
                  <a:ext cx="31405" cy="26969"/>
                </a:xfrm>
                <a:custGeom>
                  <a:avLst/>
                  <a:gdLst/>
                  <a:ahLst/>
                  <a:cxnLst/>
                  <a:rect l="l" t="t" r="r" b="b"/>
                  <a:pathLst>
                    <a:path w="3993" h="3429" extrusionOk="0">
                      <a:moveTo>
                        <a:pt x="2266" y="0"/>
                      </a:moveTo>
                      <a:cubicBezTo>
                        <a:pt x="1848" y="0"/>
                        <a:pt x="1423" y="155"/>
                        <a:pt x="1077" y="501"/>
                      </a:cubicBezTo>
                      <a:cubicBezTo>
                        <a:pt x="0" y="1578"/>
                        <a:pt x="762" y="3429"/>
                        <a:pt x="2287" y="3429"/>
                      </a:cubicBezTo>
                      <a:cubicBezTo>
                        <a:pt x="3230" y="3429"/>
                        <a:pt x="3992" y="2667"/>
                        <a:pt x="3992" y="1723"/>
                      </a:cubicBezTo>
                      <a:cubicBezTo>
                        <a:pt x="3992" y="689"/>
                        <a:pt x="3146" y="0"/>
                        <a:pt x="2266"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898" name="Google Shape;3898;p60"/>
                <p:cNvSpPr/>
                <p:nvPr/>
              </p:nvSpPr>
              <p:spPr>
                <a:xfrm>
                  <a:off x="4889517" y="3684975"/>
                  <a:ext cx="8856" cy="7676"/>
                </a:xfrm>
                <a:custGeom>
                  <a:avLst/>
                  <a:gdLst/>
                  <a:ahLst/>
                  <a:cxnLst/>
                  <a:rect l="l" t="t" r="r" b="b"/>
                  <a:pathLst>
                    <a:path w="1126" h="976" extrusionOk="0">
                      <a:moveTo>
                        <a:pt x="642" y="0"/>
                      </a:moveTo>
                      <a:cubicBezTo>
                        <a:pt x="218" y="12"/>
                        <a:pt x="0" y="520"/>
                        <a:pt x="303" y="835"/>
                      </a:cubicBezTo>
                      <a:cubicBezTo>
                        <a:pt x="400" y="932"/>
                        <a:pt x="520" y="976"/>
                        <a:pt x="638" y="976"/>
                      </a:cubicBezTo>
                      <a:cubicBezTo>
                        <a:pt x="886" y="976"/>
                        <a:pt x="1125" y="783"/>
                        <a:pt x="1125" y="496"/>
                      </a:cubicBezTo>
                      <a:cubicBezTo>
                        <a:pt x="1125" y="218"/>
                        <a:pt x="908" y="0"/>
                        <a:pt x="642"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899" name="Google Shape;3899;p60"/>
              <p:cNvGrpSpPr/>
              <p:nvPr/>
            </p:nvGrpSpPr>
            <p:grpSpPr>
              <a:xfrm>
                <a:off x="4842233" y="3688333"/>
                <a:ext cx="31405" cy="26993"/>
                <a:chOff x="4842233" y="3688333"/>
                <a:chExt cx="31405" cy="26993"/>
              </a:xfrm>
            </p:grpSpPr>
            <p:sp>
              <p:nvSpPr>
                <p:cNvPr id="3900" name="Google Shape;3900;p60"/>
                <p:cNvSpPr/>
                <p:nvPr/>
              </p:nvSpPr>
              <p:spPr>
                <a:xfrm>
                  <a:off x="4842233" y="3688333"/>
                  <a:ext cx="31405" cy="26993"/>
                </a:xfrm>
                <a:custGeom>
                  <a:avLst/>
                  <a:gdLst/>
                  <a:ahLst/>
                  <a:cxnLst/>
                  <a:rect l="l" t="t" r="r" b="b"/>
                  <a:pathLst>
                    <a:path w="3993" h="3432" extrusionOk="0">
                      <a:moveTo>
                        <a:pt x="2273" y="1"/>
                      </a:moveTo>
                      <a:cubicBezTo>
                        <a:pt x="1853" y="1"/>
                        <a:pt x="1425" y="156"/>
                        <a:pt x="1077" y="505"/>
                      </a:cubicBezTo>
                      <a:cubicBezTo>
                        <a:pt x="0" y="1581"/>
                        <a:pt x="762" y="3420"/>
                        <a:pt x="2287" y="3432"/>
                      </a:cubicBezTo>
                      <a:cubicBezTo>
                        <a:pt x="3230" y="3432"/>
                        <a:pt x="3992" y="2658"/>
                        <a:pt x="3992" y="1714"/>
                      </a:cubicBezTo>
                      <a:cubicBezTo>
                        <a:pt x="3992" y="683"/>
                        <a:pt x="3150" y="1"/>
                        <a:pt x="227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01" name="Google Shape;3901;p60"/>
                <p:cNvSpPr/>
                <p:nvPr/>
              </p:nvSpPr>
              <p:spPr>
                <a:xfrm>
                  <a:off x="4855076" y="3698094"/>
                  <a:ext cx="8856" cy="7590"/>
                </a:xfrm>
                <a:custGeom>
                  <a:avLst/>
                  <a:gdLst/>
                  <a:ahLst/>
                  <a:cxnLst/>
                  <a:rect l="l" t="t" r="r" b="b"/>
                  <a:pathLst>
                    <a:path w="1126" h="965" extrusionOk="0">
                      <a:moveTo>
                        <a:pt x="664" y="1"/>
                      </a:moveTo>
                      <a:cubicBezTo>
                        <a:pt x="656" y="1"/>
                        <a:pt x="649" y="1"/>
                        <a:pt x="641" y="1"/>
                      </a:cubicBezTo>
                      <a:cubicBezTo>
                        <a:pt x="218" y="1"/>
                        <a:pt x="0" y="522"/>
                        <a:pt x="303" y="824"/>
                      </a:cubicBezTo>
                      <a:cubicBezTo>
                        <a:pt x="400" y="921"/>
                        <a:pt x="520" y="965"/>
                        <a:pt x="638" y="965"/>
                      </a:cubicBezTo>
                      <a:cubicBezTo>
                        <a:pt x="886" y="965"/>
                        <a:pt x="1125" y="772"/>
                        <a:pt x="1125" y="485"/>
                      </a:cubicBezTo>
                      <a:cubicBezTo>
                        <a:pt x="1125" y="215"/>
                        <a:pt x="931" y="1"/>
                        <a:pt x="66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02" name="Google Shape;3902;p60"/>
              <p:cNvGrpSpPr/>
              <p:nvPr/>
            </p:nvGrpSpPr>
            <p:grpSpPr>
              <a:xfrm>
                <a:off x="5187876" y="3608032"/>
                <a:ext cx="31405" cy="27001"/>
                <a:chOff x="5187876" y="3608032"/>
                <a:chExt cx="31405" cy="27001"/>
              </a:xfrm>
            </p:grpSpPr>
            <p:sp>
              <p:nvSpPr>
                <p:cNvPr id="3903" name="Google Shape;3903;p60"/>
                <p:cNvSpPr/>
                <p:nvPr/>
              </p:nvSpPr>
              <p:spPr>
                <a:xfrm>
                  <a:off x="5187876" y="3608032"/>
                  <a:ext cx="31405" cy="27001"/>
                </a:xfrm>
                <a:custGeom>
                  <a:avLst/>
                  <a:gdLst/>
                  <a:ahLst/>
                  <a:cxnLst/>
                  <a:rect l="l" t="t" r="r" b="b"/>
                  <a:pathLst>
                    <a:path w="3993" h="3433" extrusionOk="0">
                      <a:moveTo>
                        <a:pt x="2273" y="1"/>
                      </a:moveTo>
                      <a:cubicBezTo>
                        <a:pt x="1853" y="1"/>
                        <a:pt x="1426" y="157"/>
                        <a:pt x="1077" y="505"/>
                      </a:cubicBezTo>
                      <a:cubicBezTo>
                        <a:pt x="1" y="1582"/>
                        <a:pt x="763" y="3432"/>
                        <a:pt x="2287" y="3432"/>
                      </a:cubicBezTo>
                      <a:cubicBezTo>
                        <a:pt x="3231" y="3420"/>
                        <a:pt x="3993" y="2658"/>
                        <a:pt x="3993" y="1715"/>
                      </a:cubicBezTo>
                      <a:cubicBezTo>
                        <a:pt x="3993" y="683"/>
                        <a:pt x="3151" y="1"/>
                        <a:pt x="227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04" name="Google Shape;3904;p60"/>
                <p:cNvSpPr/>
                <p:nvPr/>
              </p:nvSpPr>
              <p:spPr>
                <a:xfrm>
                  <a:off x="5202057" y="3617706"/>
                  <a:ext cx="7621" cy="7621"/>
                </a:xfrm>
                <a:custGeom>
                  <a:avLst/>
                  <a:gdLst/>
                  <a:ahLst/>
                  <a:cxnLst/>
                  <a:rect l="l" t="t" r="r" b="b"/>
                  <a:pathLst>
                    <a:path w="969" h="969" extrusionOk="0">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sp>
            <p:nvSpPr>
              <p:cNvPr id="3905" name="Google Shape;3905;p60"/>
              <p:cNvSpPr/>
              <p:nvPr/>
            </p:nvSpPr>
            <p:spPr>
              <a:xfrm>
                <a:off x="5142589" y="3410030"/>
                <a:ext cx="42542" cy="36525"/>
              </a:xfrm>
              <a:custGeom>
                <a:avLst/>
                <a:gdLst/>
                <a:ahLst/>
                <a:cxnLst/>
                <a:rect l="l" t="t" r="r" b="b"/>
                <a:pathLst>
                  <a:path w="5409" h="4644" extrusionOk="0">
                    <a:moveTo>
                      <a:pt x="3085" y="1"/>
                    </a:moveTo>
                    <a:cubicBezTo>
                      <a:pt x="2516" y="1"/>
                      <a:pt x="1935" y="213"/>
                      <a:pt x="1465" y="688"/>
                    </a:cubicBezTo>
                    <a:cubicBezTo>
                      <a:pt x="1" y="2140"/>
                      <a:pt x="1029" y="4632"/>
                      <a:pt x="3098" y="4644"/>
                    </a:cubicBezTo>
                    <a:cubicBezTo>
                      <a:pt x="4380" y="4632"/>
                      <a:pt x="5408" y="3603"/>
                      <a:pt x="5408" y="2321"/>
                    </a:cubicBezTo>
                    <a:cubicBezTo>
                      <a:pt x="5408" y="923"/>
                      <a:pt x="4270" y="1"/>
                      <a:pt x="3085"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06" name="Google Shape;3906;p60"/>
              <p:cNvSpPr/>
              <p:nvPr/>
            </p:nvSpPr>
            <p:spPr>
              <a:xfrm>
                <a:off x="5158382" y="3419720"/>
                <a:ext cx="17138" cy="17130"/>
              </a:xfrm>
              <a:custGeom>
                <a:avLst/>
                <a:gdLst/>
                <a:ahLst/>
                <a:cxnLst/>
                <a:rect l="l" t="t" r="r" b="b"/>
                <a:pathLst>
                  <a:path w="2179" h="2178" extrusionOk="0">
                    <a:moveTo>
                      <a:pt x="1090" y="0"/>
                    </a:moveTo>
                    <a:cubicBezTo>
                      <a:pt x="485" y="0"/>
                      <a:pt x="1" y="484"/>
                      <a:pt x="1" y="1089"/>
                    </a:cubicBezTo>
                    <a:cubicBezTo>
                      <a:pt x="1" y="1694"/>
                      <a:pt x="485" y="2178"/>
                      <a:pt x="1090" y="2178"/>
                    </a:cubicBezTo>
                    <a:cubicBezTo>
                      <a:pt x="1694" y="2178"/>
                      <a:pt x="2178" y="1694"/>
                      <a:pt x="2178" y="1089"/>
                    </a:cubicBezTo>
                    <a:cubicBezTo>
                      <a:pt x="2178" y="484"/>
                      <a:pt x="1694" y="0"/>
                      <a:pt x="1090"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nvGrpSpPr>
              <p:cNvPr id="3907" name="Google Shape;3907;p60"/>
              <p:cNvGrpSpPr/>
              <p:nvPr/>
            </p:nvGrpSpPr>
            <p:grpSpPr>
              <a:xfrm>
                <a:off x="5269224" y="3304167"/>
                <a:ext cx="40253" cy="34402"/>
                <a:chOff x="5269224" y="3304167"/>
                <a:chExt cx="40253" cy="34402"/>
              </a:xfrm>
            </p:grpSpPr>
            <p:sp>
              <p:nvSpPr>
                <p:cNvPr id="3908" name="Google Shape;3908;p60"/>
                <p:cNvSpPr/>
                <p:nvPr/>
              </p:nvSpPr>
              <p:spPr>
                <a:xfrm>
                  <a:off x="5269224" y="3304167"/>
                  <a:ext cx="40253" cy="34402"/>
                </a:xfrm>
                <a:custGeom>
                  <a:avLst/>
                  <a:gdLst/>
                  <a:ahLst/>
                  <a:cxnLst/>
                  <a:rect l="l" t="t" r="r" b="b"/>
                  <a:pathLst>
                    <a:path w="5118" h="4374" extrusionOk="0">
                      <a:moveTo>
                        <a:pt x="2915" y="0"/>
                      </a:moveTo>
                      <a:cubicBezTo>
                        <a:pt x="2376" y="0"/>
                        <a:pt x="1827" y="201"/>
                        <a:pt x="1380" y="648"/>
                      </a:cubicBezTo>
                      <a:cubicBezTo>
                        <a:pt x="1" y="2015"/>
                        <a:pt x="980" y="4374"/>
                        <a:pt x="2928" y="4374"/>
                      </a:cubicBezTo>
                      <a:cubicBezTo>
                        <a:pt x="4126" y="4374"/>
                        <a:pt x="5105" y="3394"/>
                        <a:pt x="5118" y="2184"/>
                      </a:cubicBezTo>
                      <a:cubicBezTo>
                        <a:pt x="5109" y="869"/>
                        <a:pt x="4036" y="0"/>
                        <a:pt x="2915"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09" name="Google Shape;3909;p60"/>
                <p:cNvSpPr/>
                <p:nvPr/>
              </p:nvSpPr>
              <p:spPr>
                <a:xfrm>
                  <a:off x="5284639" y="3313826"/>
                  <a:ext cx="15132" cy="15140"/>
                </a:xfrm>
                <a:custGeom>
                  <a:avLst/>
                  <a:gdLst/>
                  <a:ahLst/>
                  <a:cxnLst/>
                  <a:rect l="l" t="t" r="r" b="b"/>
                  <a:pathLst>
                    <a:path w="1924" h="1925" extrusionOk="0">
                      <a:moveTo>
                        <a:pt x="968" y="1"/>
                      </a:moveTo>
                      <a:cubicBezTo>
                        <a:pt x="436" y="1"/>
                        <a:pt x="0" y="436"/>
                        <a:pt x="0" y="956"/>
                      </a:cubicBezTo>
                      <a:cubicBezTo>
                        <a:pt x="0" y="1489"/>
                        <a:pt x="436" y="1924"/>
                        <a:pt x="968" y="1924"/>
                      </a:cubicBezTo>
                      <a:cubicBezTo>
                        <a:pt x="1500" y="1924"/>
                        <a:pt x="1924" y="1489"/>
                        <a:pt x="1924" y="956"/>
                      </a:cubicBezTo>
                      <a:cubicBezTo>
                        <a:pt x="1924" y="436"/>
                        <a:pt x="1500" y="1"/>
                        <a:pt x="968"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10" name="Google Shape;3910;p60"/>
              <p:cNvGrpSpPr/>
              <p:nvPr/>
            </p:nvGrpSpPr>
            <p:grpSpPr>
              <a:xfrm>
                <a:off x="5327354" y="3476615"/>
                <a:ext cx="49864" cy="42723"/>
                <a:chOff x="5327354" y="3476615"/>
                <a:chExt cx="49864" cy="42723"/>
              </a:xfrm>
            </p:grpSpPr>
            <p:sp>
              <p:nvSpPr>
                <p:cNvPr id="3911" name="Google Shape;3911;p60"/>
                <p:cNvSpPr/>
                <p:nvPr/>
              </p:nvSpPr>
              <p:spPr>
                <a:xfrm>
                  <a:off x="5327354" y="3476615"/>
                  <a:ext cx="49864" cy="42723"/>
                </a:xfrm>
                <a:custGeom>
                  <a:avLst/>
                  <a:gdLst/>
                  <a:ahLst/>
                  <a:cxnLst/>
                  <a:rect l="l" t="t" r="r" b="b"/>
                  <a:pathLst>
                    <a:path w="6340" h="5432" extrusionOk="0">
                      <a:moveTo>
                        <a:pt x="3602" y="1"/>
                      </a:moveTo>
                      <a:cubicBezTo>
                        <a:pt x="2936" y="1"/>
                        <a:pt x="2257" y="248"/>
                        <a:pt x="1706" y="799"/>
                      </a:cubicBezTo>
                      <a:cubicBezTo>
                        <a:pt x="1" y="2504"/>
                        <a:pt x="1210" y="5432"/>
                        <a:pt x="3630" y="5432"/>
                      </a:cubicBezTo>
                      <a:cubicBezTo>
                        <a:pt x="5118" y="5432"/>
                        <a:pt x="6339" y="4222"/>
                        <a:pt x="6339" y="2722"/>
                      </a:cubicBezTo>
                      <a:cubicBezTo>
                        <a:pt x="6339" y="1084"/>
                        <a:pt x="4998" y="1"/>
                        <a:pt x="360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12" name="Google Shape;3912;p60"/>
                <p:cNvSpPr/>
                <p:nvPr/>
              </p:nvSpPr>
              <p:spPr>
                <a:xfrm>
                  <a:off x="5340197" y="3486321"/>
                  <a:ext cx="27315" cy="23406"/>
                </a:xfrm>
                <a:custGeom>
                  <a:avLst/>
                  <a:gdLst/>
                  <a:ahLst/>
                  <a:cxnLst/>
                  <a:rect l="l" t="t" r="r" b="b"/>
                  <a:pathLst>
                    <a:path w="3473" h="2976" extrusionOk="0">
                      <a:moveTo>
                        <a:pt x="1985" y="0"/>
                      </a:moveTo>
                      <a:cubicBezTo>
                        <a:pt x="666" y="0"/>
                        <a:pt x="1" y="1597"/>
                        <a:pt x="944" y="2540"/>
                      </a:cubicBezTo>
                      <a:cubicBezTo>
                        <a:pt x="1245" y="2841"/>
                        <a:pt x="1614" y="2975"/>
                        <a:pt x="1977" y="2975"/>
                      </a:cubicBezTo>
                      <a:cubicBezTo>
                        <a:pt x="2739" y="2975"/>
                        <a:pt x="3473" y="2381"/>
                        <a:pt x="3473" y="1488"/>
                      </a:cubicBezTo>
                      <a:cubicBezTo>
                        <a:pt x="3473" y="665"/>
                        <a:pt x="2807" y="0"/>
                        <a:pt x="198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sp>
            <p:nvSpPr>
              <p:cNvPr id="3913" name="Google Shape;3913;p60"/>
              <p:cNvSpPr/>
              <p:nvPr/>
            </p:nvSpPr>
            <p:spPr>
              <a:xfrm>
                <a:off x="5290255" y="3703080"/>
                <a:ext cx="31397" cy="26898"/>
              </a:xfrm>
              <a:custGeom>
                <a:avLst/>
                <a:gdLst/>
                <a:ahLst/>
                <a:cxnLst/>
                <a:rect l="l" t="t" r="r" b="b"/>
                <a:pathLst>
                  <a:path w="3992" h="3420" extrusionOk="0">
                    <a:moveTo>
                      <a:pt x="2272" y="1"/>
                    </a:moveTo>
                    <a:cubicBezTo>
                      <a:pt x="1853" y="1"/>
                      <a:pt x="1425" y="156"/>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14" name="Google Shape;3914;p60"/>
              <p:cNvSpPr/>
              <p:nvPr/>
            </p:nvSpPr>
            <p:spPr>
              <a:xfrm>
                <a:off x="5304427" y="3712754"/>
                <a:ext cx="7621" cy="7621"/>
              </a:xfrm>
              <a:custGeom>
                <a:avLst/>
                <a:gdLst/>
                <a:ahLst/>
                <a:cxnLst/>
                <a:rect l="l" t="t" r="r" b="b"/>
                <a:pathLst>
                  <a:path w="969"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nvGrpSpPr>
              <p:cNvPr id="3915" name="Google Shape;3915;p60"/>
              <p:cNvGrpSpPr/>
              <p:nvPr/>
            </p:nvGrpSpPr>
            <p:grpSpPr>
              <a:xfrm>
                <a:off x="5341723" y="3775957"/>
                <a:ext cx="31405" cy="26898"/>
                <a:chOff x="5341723" y="3775957"/>
                <a:chExt cx="31405" cy="26898"/>
              </a:xfrm>
            </p:grpSpPr>
            <p:sp>
              <p:nvSpPr>
                <p:cNvPr id="3916" name="Google Shape;3916;p60"/>
                <p:cNvSpPr/>
                <p:nvPr/>
              </p:nvSpPr>
              <p:spPr>
                <a:xfrm>
                  <a:off x="5341723" y="3775957"/>
                  <a:ext cx="31405" cy="26898"/>
                </a:xfrm>
                <a:custGeom>
                  <a:avLst/>
                  <a:gdLst/>
                  <a:ahLst/>
                  <a:cxnLst/>
                  <a:rect l="l" t="t" r="r" b="b"/>
                  <a:pathLst>
                    <a:path w="3993" h="3420" extrusionOk="0">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17" name="Google Shape;3917;p60"/>
                <p:cNvSpPr/>
                <p:nvPr/>
              </p:nvSpPr>
              <p:spPr>
                <a:xfrm>
                  <a:off x="5354567" y="3785631"/>
                  <a:ext cx="8950" cy="7605"/>
                </a:xfrm>
                <a:custGeom>
                  <a:avLst/>
                  <a:gdLst/>
                  <a:ahLst/>
                  <a:cxnLst/>
                  <a:rect l="l" t="t" r="r" b="b"/>
                  <a:pathLst>
                    <a:path w="1138" h="967" extrusionOk="0">
                      <a:moveTo>
                        <a:pt x="654" y="0"/>
                      </a:moveTo>
                      <a:cubicBezTo>
                        <a:pt x="218" y="0"/>
                        <a:pt x="0" y="521"/>
                        <a:pt x="303" y="823"/>
                      </a:cubicBezTo>
                      <a:cubicBezTo>
                        <a:pt x="402" y="922"/>
                        <a:pt x="525" y="966"/>
                        <a:pt x="646" y="966"/>
                      </a:cubicBezTo>
                      <a:cubicBezTo>
                        <a:pt x="896" y="966"/>
                        <a:pt x="1138" y="777"/>
                        <a:pt x="1138" y="484"/>
                      </a:cubicBezTo>
                      <a:cubicBezTo>
                        <a:pt x="1138" y="218"/>
                        <a:pt x="920" y="0"/>
                        <a:pt x="65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18" name="Google Shape;3918;p60"/>
              <p:cNvGrpSpPr/>
              <p:nvPr/>
            </p:nvGrpSpPr>
            <p:grpSpPr>
              <a:xfrm>
                <a:off x="5439053" y="3699274"/>
                <a:ext cx="31405" cy="26898"/>
                <a:chOff x="5439053" y="3699274"/>
                <a:chExt cx="31405" cy="26898"/>
              </a:xfrm>
            </p:grpSpPr>
            <p:sp>
              <p:nvSpPr>
                <p:cNvPr id="3919" name="Google Shape;3919;p60"/>
                <p:cNvSpPr/>
                <p:nvPr/>
              </p:nvSpPr>
              <p:spPr>
                <a:xfrm>
                  <a:off x="5439053" y="3699274"/>
                  <a:ext cx="31405" cy="26898"/>
                </a:xfrm>
                <a:custGeom>
                  <a:avLst/>
                  <a:gdLst/>
                  <a:ahLst/>
                  <a:cxnLst/>
                  <a:rect l="l" t="t" r="r" b="b"/>
                  <a:pathLst>
                    <a:path w="3993" h="3420" extrusionOk="0">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20" name="Google Shape;3920;p60"/>
                <p:cNvSpPr/>
                <p:nvPr/>
              </p:nvSpPr>
              <p:spPr>
                <a:xfrm>
                  <a:off x="5453225" y="3708948"/>
                  <a:ext cx="7621" cy="7621"/>
                </a:xfrm>
                <a:custGeom>
                  <a:avLst/>
                  <a:gdLst/>
                  <a:ahLst/>
                  <a:cxnLst/>
                  <a:rect l="l" t="t" r="r" b="b"/>
                  <a:pathLst>
                    <a:path w="969" h="969"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21" name="Google Shape;3921;p60"/>
              <p:cNvGrpSpPr/>
              <p:nvPr/>
            </p:nvGrpSpPr>
            <p:grpSpPr>
              <a:xfrm>
                <a:off x="5412414" y="3622307"/>
                <a:ext cx="31499" cy="26993"/>
                <a:chOff x="5412414" y="3622307"/>
                <a:chExt cx="31499" cy="26993"/>
              </a:xfrm>
            </p:grpSpPr>
            <p:sp>
              <p:nvSpPr>
                <p:cNvPr id="3922" name="Google Shape;3922;p60"/>
                <p:cNvSpPr/>
                <p:nvPr/>
              </p:nvSpPr>
              <p:spPr>
                <a:xfrm>
                  <a:off x="5412414" y="3622307"/>
                  <a:ext cx="31499" cy="26993"/>
                </a:xfrm>
                <a:custGeom>
                  <a:avLst/>
                  <a:gdLst/>
                  <a:ahLst/>
                  <a:cxnLst/>
                  <a:rect l="l" t="t" r="r" b="b"/>
                  <a:pathLst>
                    <a:path w="4005" h="3432" extrusionOk="0">
                      <a:moveTo>
                        <a:pt x="2285" y="0"/>
                      </a:moveTo>
                      <a:cubicBezTo>
                        <a:pt x="1865" y="0"/>
                        <a:pt x="1437" y="156"/>
                        <a:pt x="1089" y="504"/>
                      </a:cubicBezTo>
                      <a:cubicBezTo>
                        <a:pt x="0" y="1581"/>
                        <a:pt x="774" y="3432"/>
                        <a:pt x="2299" y="3432"/>
                      </a:cubicBezTo>
                      <a:cubicBezTo>
                        <a:pt x="3242" y="3432"/>
                        <a:pt x="4004" y="2658"/>
                        <a:pt x="4004" y="1714"/>
                      </a:cubicBezTo>
                      <a:cubicBezTo>
                        <a:pt x="4004" y="683"/>
                        <a:pt x="3163" y="0"/>
                        <a:pt x="2285"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23" name="Google Shape;3923;p60"/>
                <p:cNvSpPr/>
                <p:nvPr/>
              </p:nvSpPr>
              <p:spPr>
                <a:xfrm>
                  <a:off x="5426681" y="3632075"/>
                  <a:ext cx="7527" cy="7519"/>
                </a:xfrm>
                <a:custGeom>
                  <a:avLst/>
                  <a:gdLst/>
                  <a:ahLst/>
                  <a:cxnLst/>
                  <a:rect l="l" t="t" r="r" b="b"/>
                  <a:pathLst>
                    <a:path w="957" h="956" extrusionOk="0">
                      <a:moveTo>
                        <a:pt x="485" y="0"/>
                      </a:moveTo>
                      <a:cubicBezTo>
                        <a:pt x="206" y="0"/>
                        <a:pt x="1" y="206"/>
                        <a:pt x="1" y="472"/>
                      </a:cubicBezTo>
                      <a:cubicBezTo>
                        <a:pt x="1" y="738"/>
                        <a:pt x="206" y="956"/>
                        <a:pt x="485" y="956"/>
                      </a:cubicBezTo>
                      <a:cubicBezTo>
                        <a:pt x="751" y="956"/>
                        <a:pt x="956" y="738"/>
                        <a:pt x="956" y="472"/>
                      </a:cubicBezTo>
                      <a:cubicBezTo>
                        <a:pt x="956" y="206"/>
                        <a:pt x="751" y="0"/>
                        <a:pt x="48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24" name="Google Shape;3924;p60"/>
              <p:cNvGrpSpPr/>
              <p:nvPr/>
            </p:nvGrpSpPr>
            <p:grpSpPr>
              <a:xfrm>
                <a:off x="5476254" y="3473949"/>
                <a:ext cx="26835" cy="26930"/>
                <a:chOff x="5476254" y="3473949"/>
                <a:chExt cx="26835" cy="26930"/>
              </a:xfrm>
            </p:grpSpPr>
            <p:sp>
              <p:nvSpPr>
                <p:cNvPr id="3925" name="Google Shape;3925;p60"/>
                <p:cNvSpPr/>
                <p:nvPr/>
              </p:nvSpPr>
              <p:spPr>
                <a:xfrm>
                  <a:off x="5476254" y="3473949"/>
                  <a:ext cx="26835" cy="26930"/>
                </a:xfrm>
                <a:custGeom>
                  <a:avLst/>
                  <a:gdLst/>
                  <a:ahLst/>
                  <a:cxnLst/>
                  <a:rect l="l" t="t" r="r" b="b"/>
                  <a:pathLst>
                    <a:path w="3412" h="3424" extrusionOk="0">
                      <a:moveTo>
                        <a:pt x="1706" y="1"/>
                      </a:moveTo>
                      <a:cubicBezTo>
                        <a:pt x="762" y="1"/>
                        <a:pt x="0" y="775"/>
                        <a:pt x="0" y="1718"/>
                      </a:cubicBezTo>
                      <a:cubicBezTo>
                        <a:pt x="0" y="2662"/>
                        <a:pt x="762" y="3424"/>
                        <a:pt x="1706" y="3424"/>
                      </a:cubicBezTo>
                      <a:cubicBezTo>
                        <a:pt x="2649" y="3424"/>
                        <a:pt x="3411" y="2662"/>
                        <a:pt x="3411" y="1718"/>
                      </a:cubicBezTo>
                      <a:cubicBezTo>
                        <a:pt x="3411" y="775"/>
                        <a:pt x="2649" y="1"/>
                        <a:pt x="1706"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26" name="Google Shape;3926;p60"/>
                <p:cNvSpPr/>
                <p:nvPr/>
              </p:nvSpPr>
              <p:spPr>
                <a:xfrm>
                  <a:off x="5485857" y="3483655"/>
                  <a:ext cx="7621" cy="7621"/>
                </a:xfrm>
                <a:custGeom>
                  <a:avLst/>
                  <a:gdLst/>
                  <a:ahLst/>
                  <a:cxnLst/>
                  <a:rect l="l" t="t" r="r" b="b"/>
                  <a:pathLst>
                    <a:path w="969" h="969"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27" name="Google Shape;3927;p60"/>
              <p:cNvGrpSpPr/>
              <p:nvPr/>
            </p:nvGrpSpPr>
            <p:grpSpPr>
              <a:xfrm>
                <a:off x="5564547" y="3481594"/>
                <a:ext cx="31397" cy="26898"/>
                <a:chOff x="5564547" y="3481594"/>
                <a:chExt cx="31397" cy="26898"/>
              </a:xfrm>
            </p:grpSpPr>
            <p:sp>
              <p:nvSpPr>
                <p:cNvPr id="3928" name="Google Shape;3928;p60"/>
                <p:cNvSpPr/>
                <p:nvPr/>
              </p:nvSpPr>
              <p:spPr>
                <a:xfrm>
                  <a:off x="5564547" y="3481594"/>
                  <a:ext cx="31397" cy="26898"/>
                </a:xfrm>
                <a:custGeom>
                  <a:avLst/>
                  <a:gdLst/>
                  <a:ahLst/>
                  <a:cxnLst/>
                  <a:rect l="l" t="t" r="r" b="b"/>
                  <a:pathLst>
                    <a:path w="3992" h="3420" extrusionOk="0">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29" name="Google Shape;3929;p60"/>
                <p:cNvSpPr/>
                <p:nvPr/>
              </p:nvSpPr>
              <p:spPr>
                <a:xfrm>
                  <a:off x="5578719" y="3491268"/>
                  <a:ext cx="7621" cy="7613"/>
                </a:xfrm>
                <a:custGeom>
                  <a:avLst/>
                  <a:gdLst/>
                  <a:ahLst/>
                  <a:cxnLst/>
                  <a:rect l="l" t="t" r="r" b="b"/>
                  <a:pathLst>
                    <a:path w="969"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30" name="Google Shape;3930;p60"/>
              <p:cNvGrpSpPr/>
              <p:nvPr/>
            </p:nvGrpSpPr>
            <p:grpSpPr>
              <a:xfrm>
                <a:off x="5534101" y="3470174"/>
                <a:ext cx="31397" cy="26906"/>
                <a:chOff x="5534101" y="3470174"/>
                <a:chExt cx="31397" cy="26906"/>
              </a:xfrm>
            </p:grpSpPr>
            <p:sp>
              <p:nvSpPr>
                <p:cNvPr id="3931" name="Google Shape;3931;p60"/>
                <p:cNvSpPr/>
                <p:nvPr/>
              </p:nvSpPr>
              <p:spPr>
                <a:xfrm>
                  <a:off x="5534101" y="3470174"/>
                  <a:ext cx="31397" cy="26906"/>
                </a:xfrm>
                <a:custGeom>
                  <a:avLst/>
                  <a:gdLst/>
                  <a:ahLst/>
                  <a:cxnLst/>
                  <a:rect l="l" t="t" r="r" b="b"/>
                  <a:pathLst>
                    <a:path w="3992" h="3421" extrusionOk="0">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32" name="Google Shape;3932;p60"/>
                <p:cNvSpPr/>
                <p:nvPr/>
              </p:nvSpPr>
              <p:spPr>
                <a:xfrm>
                  <a:off x="5546945" y="3479848"/>
                  <a:ext cx="8950" cy="7582"/>
                </a:xfrm>
                <a:custGeom>
                  <a:avLst/>
                  <a:gdLst/>
                  <a:ahLst/>
                  <a:cxnLst/>
                  <a:rect l="l" t="t" r="r" b="b"/>
                  <a:pathLst>
                    <a:path w="1138" h="964" extrusionOk="0">
                      <a:moveTo>
                        <a:pt x="653" y="1"/>
                      </a:moveTo>
                      <a:cubicBezTo>
                        <a:pt x="218" y="1"/>
                        <a:pt x="0" y="521"/>
                        <a:pt x="303" y="823"/>
                      </a:cubicBezTo>
                      <a:cubicBezTo>
                        <a:pt x="404" y="921"/>
                        <a:pt x="526" y="964"/>
                        <a:pt x="646" y="964"/>
                      </a:cubicBezTo>
                      <a:cubicBezTo>
                        <a:pt x="898" y="964"/>
                        <a:pt x="1137" y="771"/>
                        <a:pt x="1137" y="484"/>
                      </a:cubicBezTo>
                      <a:cubicBezTo>
                        <a:pt x="1137" y="218"/>
                        <a:pt x="919" y="1"/>
                        <a:pt x="65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33" name="Google Shape;3933;p60"/>
              <p:cNvGrpSpPr/>
              <p:nvPr/>
            </p:nvGrpSpPr>
            <p:grpSpPr>
              <a:xfrm>
                <a:off x="5610879" y="3314486"/>
                <a:ext cx="31499" cy="26938"/>
                <a:chOff x="5610879" y="3314486"/>
                <a:chExt cx="31499" cy="26938"/>
              </a:xfrm>
            </p:grpSpPr>
            <p:sp>
              <p:nvSpPr>
                <p:cNvPr id="3934" name="Google Shape;3934;p60"/>
                <p:cNvSpPr/>
                <p:nvPr/>
              </p:nvSpPr>
              <p:spPr>
                <a:xfrm>
                  <a:off x="5610879" y="3314486"/>
                  <a:ext cx="31499" cy="26938"/>
                </a:xfrm>
                <a:custGeom>
                  <a:avLst/>
                  <a:gdLst/>
                  <a:ahLst/>
                  <a:cxnLst/>
                  <a:rect l="l" t="t" r="r" b="b"/>
                  <a:pathLst>
                    <a:path w="4005" h="3425" extrusionOk="0">
                      <a:moveTo>
                        <a:pt x="2285" y="0"/>
                      </a:moveTo>
                      <a:cubicBezTo>
                        <a:pt x="1865" y="0"/>
                        <a:pt x="1437" y="157"/>
                        <a:pt x="1089" y="509"/>
                      </a:cubicBezTo>
                      <a:cubicBezTo>
                        <a:pt x="0" y="1586"/>
                        <a:pt x="774" y="3425"/>
                        <a:pt x="2299" y="3425"/>
                      </a:cubicBezTo>
                      <a:cubicBezTo>
                        <a:pt x="3242" y="3425"/>
                        <a:pt x="4004" y="2663"/>
                        <a:pt x="4004" y="1719"/>
                      </a:cubicBezTo>
                      <a:cubicBezTo>
                        <a:pt x="4004" y="688"/>
                        <a:pt x="3163" y="0"/>
                        <a:pt x="2285"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35" name="Google Shape;3935;p60"/>
                <p:cNvSpPr/>
                <p:nvPr/>
              </p:nvSpPr>
              <p:spPr>
                <a:xfrm>
                  <a:off x="5623817" y="3324192"/>
                  <a:ext cx="8950" cy="7590"/>
                </a:xfrm>
                <a:custGeom>
                  <a:avLst/>
                  <a:gdLst/>
                  <a:ahLst/>
                  <a:cxnLst/>
                  <a:rect l="l" t="t" r="r" b="b"/>
                  <a:pathLst>
                    <a:path w="1138" h="965" extrusionOk="0">
                      <a:moveTo>
                        <a:pt x="675" y="1"/>
                      </a:moveTo>
                      <a:cubicBezTo>
                        <a:pt x="668" y="1"/>
                        <a:pt x="661" y="1"/>
                        <a:pt x="654" y="1"/>
                      </a:cubicBezTo>
                      <a:cubicBezTo>
                        <a:pt x="218" y="1"/>
                        <a:pt x="0" y="509"/>
                        <a:pt x="303" y="824"/>
                      </a:cubicBezTo>
                      <a:cubicBezTo>
                        <a:pt x="404" y="921"/>
                        <a:pt x="525" y="965"/>
                        <a:pt x="644" y="965"/>
                      </a:cubicBezTo>
                      <a:cubicBezTo>
                        <a:pt x="893" y="965"/>
                        <a:pt x="1129" y="772"/>
                        <a:pt x="1137" y="485"/>
                      </a:cubicBezTo>
                      <a:cubicBezTo>
                        <a:pt x="1137" y="214"/>
                        <a:pt x="931" y="1"/>
                        <a:pt x="675"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36" name="Google Shape;3936;p60"/>
              <p:cNvGrpSpPr/>
              <p:nvPr/>
            </p:nvGrpSpPr>
            <p:grpSpPr>
              <a:xfrm>
                <a:off x="4834525" y="3501382"/>
                <a:ext cx="31499" cy="26898"/>
                <a:chOff x="4834525" y="3501382"/>
                <a:chExt cx="31499" cy="26898"/>
              </a:xfrm>
            </p:grpSpPr>
            <p:sp>
              <p:nvSpPr>
                <p:cNvPr id="3937" name="Google Shape;3937;p60"/>
                <p:cNvSpPr/>
                <p:nvPr/>
              </p:nvSpPr>
              <p:spPr>
                <a:xfrm>
                  <a:off x="4834525" y="3501382"/>
                  <a:ext cx="31499" cy="26898"/>
                </a:xfrm>
                <a:custGeom>
                  <a:avLst/>
                  <a:gdLst/>
                  <a:ahLst/>
                  <a:cxnLst/>
                  <a:rect l="l" t="t" r="r" b="b"/>
                  <a:pathLst>
                    <a:path w="4005" h="3420" extrusionOk="0">
                      <a:moveTo>
                        <a:pt x="2285" y="0"/>
                      </a:moveTo>
                      <a:cubicBezTo>
                        <a:pt x="1865" y="0"/>
                        <a:pt x="1437" y="156"/>
                        <a:pt x="1089" y="504"/>
                      </a:cubicBezTo>
                      <a:cubicBezTo>
                        <a:pt x="0" y="1581"/>
                        <a:pt x="775"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38" name="Google Shape;3938;p60"/>
                <p:cNvSpPr/>
                <p:nvPr/>
              </p:nvSpPr>
              <p:spPr>
                <a:xfrm>
                  <a:off x="4847463" y="3511056"/>
                  <a:ext cx="8950" cy="7605"/>
                </a:xfrm>
                <a:custGeom>
                  <a:avLst/>
                  <a:gdLst/>
                  <a:ahLst/>
                  <a:cxnLst/>
                  <a:rect l="l" t="t" r="r" b="b"/>
                  <a:pathLst>
                    <a:path w="1138" h="967" extrusionOk="0">
                      <a:moveTo>
                        <a:pt x="654" y="0"/>
                      </a:moveTo>
                      <a:cubicBezTo>
                        <a:pt x="218" y="0"/>
                        <a:pt x="1" y="520"/>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39" name="Google Shape;3939;p60"/>
              <p:cNvGrpSpPr/>
              <p:nvPr/>
            </p:nvGrpSpPr>
            <p:grpSpPr>
              <a:xfrm>
                <a:off x="4898460" y="3580158"/>
                <a:ext cx="31405" cy="26898"/>
                <a:chOff x="4898460" y="3580158"/>
                <a:chExt cx="31405" cy="26898"/>
              </a:xfrm>
            </p:grpSpPr>
            <p:sp>
              <p:nvSpPr>
                <p:cNvPr id="3940" name="Google Shape;3940;p60"/>
                <p:cNvSpPr/>
                <p:nvPr/>
              </p:nvSpPr>
              <p:spPr>
                <a:xfrm>
                  <a:off x="4898460" y="3580158"/>
                  <a:ext cx="31405" cy="26898"/>
                </a:xfrm>
                <a:custGeom>
                  <a:avLst/>
                  <a:gdLst/>
                  <a:ahLst/>
                  <a:cxnLst/>
                  <a:rect l="l" t="t" r="r" b="b"/>
                  <a:pathLst>
                    <a:path w="3993" h="3420" extrusionOk="0">
                      <a:moveTo>
                        <a:pt x="2273" y="1"/>
                      </a:moveTo>
                      <a:cubicBezTo>
                        <a:pt x="1853" y="1"/>
                        <a:pt x="1425" y="156"/>
                        <a:pt x="1077" y="505"/>
                      </a:cubicBezTo>
                      <a:cubicBezTo>
                        <a:pt x="0"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41" name="Google Shape;3941;p60"/>
                <p:cNvSpPr/>
                <p:nvPr/>
              </p:nvSpPr>
              <p:spPr>
                <a:xfrm>
                  <a:off x="4911303" y="3589832"/>
                  <a:ext cx="8950" cy="7605"/>
                </a:xfrm>
                <a:custGeom>
                  <a:avLst/>
                  <a:gdLst/>
                  <a:ahLst/>
                  <a:cxnLst/>
                  <a:rect l="l" t="t" r="r" b="b"/>
                  <a:pathLst>
                    <a:path w="1138" h="967" extrusionOk="0">
                      <a:moveTo>
                        <a:pt x="654" y="0"/>
                      </a:moveTo>
                      <a:cubicBezTo>
                        <a:pt x="218" y="0"/>
                        <a:pt x="1" y="521"/>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42" name="Google Shape;3942;p60"/>
              <p:cNvGrpSpPr/>
              <p:nvPr/>
            </p:nvGrpSpPr>
            <p:grpSpPr>
              <a:xfrm>
                <a:off x="4882667" y="3608032"/>
                <a:ext cx="31499" cy="27001"/>
                <a:chOff x="4882667" y="3608032"/>
                <a:chExt cx="31499" cy="27001"/>
              </a:xfrm>
            </p:grpSpPr>
            <p:sp>
              <p:nvSpPr>
                <p:cNvPr id="3943" name="Google Shape;3943;p60"/>
                <p:cNvSpPr/>
                <p:nvPr/>
              </p:nvSpPr>
              <p:spPr>
                <a:xfrm>
                  <a:off x="4882667" y="3608032"/>
                  <a:ext cx="31499" cy="27001"/>
                </a:xfrm>
                <a:custGeom>
                  <a:avLst/>
                  <a:gdLst/>
                  <a:ahLst/>
                  <a:cxnLst/>
                  <a:rect l="l" t="t" r="r" b="b"/>
                  <a:pathLst>
                    <a:path w="4005" h="3433" extrusionOk="0">
                      <a:moveTo>
                        <a:pt x="2276" y="1"/>
                      </a:moveTo>
                      <a:cubicBezTo>
                        <a:pt x="1854" y="1"/>
                        <a:pt x="1425" y="157"/>
                        <a:pt x="1077" y="505"/>
                      </a:cubicBezTo>
                      <a:cubicBezTo>
                        <a:pt x="0" y="1582"/>
                        <a:pt x="763" y="3432"/>
                        <a:pt x="2287" y="3432"/>
                      </a:cubicBezTo>
                      <a:cubicBezTo>
                        <a:pt x="3230" y="3420"/>
                        <a:pt x="4004" y="2658"/>
                        <a:pt x="4004" y="1715"/>
                      </a:cubicBezTo>
                      <a:cubicBezTo>
                        <a:pt x="4004" y="683"/>
                        <a:pt x="3157" y="1"/>
                        <a:pt x="2276"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44" name="Google Shape;3944;p60"/>
                <p:cNvSpPr/>
                <p:nvPr/>
              </p:nvSpPr>
              <p:spPr>
                <a:xfrm>
                  <a:off x="4895605" y="3617706"/>
                  <a:ext cx="8950" cy="7653"/>
                </a:xfrm>
                <a:custGeom>
                  <a:avLst/>
                  <a:gdLst/>
                  <a:ahLst/>
                  <a:cxnLst/>
                  <a:rect l="l" t="t" r="r" b="b"/>
                  <a:pathLst>
                    <a:path w="1138" h="973" extrusionOk="0">
                      <a:moveTo>
                        <a:pt x="642" y="1"/>
                      </a:moveTo>
                      <a:cubicBezTo>
                        <a:pt x="218" y="1"/>
                        <a:pt x="1" y="521"/>
                        <a:pt x="303" y="823"/>
                      </a:cubicBezTo>
                      <a:cubicBezTo>
                        <a:pt x="402" y="926"/>
                        <a:pt x="524" y="972"/>
                        <a:pt x="644" y="972"/>
                      </a:cubicBezTo>
                      <a:cubicBezTo>
                        <a:pt x="891" y="972"/>
                        <a:pt x="1130" y="778"/>
                        <a:pt x="1138" y="485"/>
                      </a:cubicBezTo>
                      <a:cubicBezTo>
                        <a:pt x="1138" y="218"/>
                        <a:pt x="920" y="1"/>
                        <a:pt x="642"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45" name="Google Shape;3945;p60"/>
              <p:cNvGrpSpPr/>
              <p:nvPr/>
            </p:nvGrpSpPr>
            <p:grpSpPr>
              <a:xfrm>
                <a:off x="4843373" y="3631407"/>
                <a:ext cx="16273" cy="16186"/>
                <a:chOff x="4843373" y="3631407"/>
                <a:chExt cx="16273" cy="16186"/>
              </a:xfrm>
            </p:grpSpPr>
            <p:sp>
              <p:nvSpPr>
                <p:cNvPr id="3946" name="Google Shape;3946;p60"/>
                <p:cNvSpPr/>
                <p:nvPr/>
              </p:nvSpPr>
              <p:spPr>
                <a:xfrm>
                  <a:off x="4843373" y="3631407"/>
                  <a:ext cx="16273" cy="16186"/>
                </a:xfrm>
                <a:custGeom>
                  <a:avLst/>
                  <a:gdLst/>
                  <a:ahLst/>
                  <a:cxnLst/>
                  <a:rect l="l" t="t" r="r" b="b"/>
                  <a:pathLst>
                    <a:path w="2069" h="2058" extrusionOk="0">
                      <a:moveTo>
                        <a:pt x="1029" y="1"/>
                      </a:moveTo>
                      <a:cubicBezTo>
                        <a:pt x="460" y="1"/>
                        <a:pt x="0" y="460"/>
                        <a:pt x="0" y="1029"/>
                      </a:cubicBezTo>
                      <a:cubicBezTo>
                        <a:pt x="0" y="1597"/>
                        <a:pt x="460" y="2057"/>
                        <a:pt x="1029" y="2057"/>
                      </a:cubicBezTo>
                      <a:cubicBezTo>
                        <a:pt x="1609" y="2057"/>
                        <a:pt x="2069" y="1597"/>
                        <a:pt x="2069" y="1029"/>
                      </a:cubicBezTo>
                      <a:cubicBezTo>
                        <a:pt x="2069" y="460"/>
                        <a:pt x="1609" y="1"/>
                        <a:pt x="1029"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47" name="Google Shape;3947;p60"/>
                <p:cNvSpPr/>
                <p:nvPr/>
              </p:nvSpPr>
              <p:spPr>
                <a:xfrm>
                  <a:off x="4849178" y="3637211"/>
                  <a:ext cx="4672" cy="4577"/>
                </a:xfrm>
                <a:custGeom>
                  <a:avLst/>
                  <a:gdLst/>
                  <a:ahLst/>
                  <a:cxnLst/>
                  <a:rect l="l" t="t" r="r" b="b"/>
                  <a:pathLst>
                    <a:path w="594" h="582" extrusionOk="0">
                      <a:moveTo>
                        <a:pt x="291" y="1"/>
                      </a:moveTo>
                      <a:cubicBezTo>
                        <a:pt x="133" y="1"/>
                        <a:pt x="0" y="134"/>
                        <a:pt x="0" y="291"/>
                      </a:cubicBezTo>
                      <a:cubicBezTo>
                        <a:pt x="0" y="460"/>
                        <a:pt x="133" y="581"/>
                        <a:pt x="291" y="581"/>
                      </a:cubicBezTo>
                      <a:cubicBezTo>
                        <a:pt x="460" y="581"/>
                        <a:pt x="593" y="460"/>
                        <a:pt x="593" y="291"/>
                      </a:cubicBezTo>
                      <a:cubicBezTo>
                        <a:pt x="593" y="134"/>
                        <a:pt x="460" y="1"/>
                        <a:pt x="291"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48" name="Google Shape;3948;p60"/>
              <p:cNvGrpSpPr/>
              <p:nvPr/>
            </p:nvGrpSpPr>
            <p:grpSpPr>
              <a:xfrm>
                <a:off x="4727773" y="3591578"/>
                <a:ext cx="31499" cy="26898"/>
                <a:chOff x="4727773" y="3591578"/>
                <a:chExt cx="31499" cy="26898"/>
              </a:xfrm>
            </p:grpSpPr>
            <p:sp>
              <p:nvSpPr>
                <p:cNvPr id="3949" name="Google Shape;3949;p60"/>
                <p:cNvSpPr/>
                <p:nvPr/>
              </p:nvSpPr>
              <p:spPr>
                <a:xfrm>
                  <a:off x="4727773" y="3591578"/>
                  <a:ext cx="31499" cy="26898"/>
                </a:xfrm>
                <a:custGeom>
                  <a:avLst/>
                  <a:gdLst/>
                  <a:ahLst/>
                  <a:cxnLst/>
                  <a:rect l="l" t="t" r="r" b="b"/>
                  <a:pathLst>
                    <a:path w="4005" h="3420" extrusionOk="0">
                      <a:moveTo>
                        <a:pt x="2276" y="0"/>
                      </a:moveTo>
                      <a:cubicBezTo>
                        <a:pt x="1855" y="0"/>
                        <a:pt x="1426" y="156"/>
                        <a:pt x="1077" y="504"/>
                      </a:cubicBezTo>
                      <a:cubicBezTo>
                        <a:pt x="1" y="1581"/>
                        <a:pt x="763" y="3419"/>
                        <a:pt x="2287" y="3419"/>
                      </a:cubicBezTo>
                      <a:cubicBezTo>
                        <a:pt x="3231" y="3419"/>
                        <a:pt x="3993" y="2657"/>
                        <a:pt x="4005" y="1714"/>
                      </a:cubicBezTo>
                      <a:cubicBezTo>
                        <a:pt x="4005" y="683"/>
                        <a:pt x="3158" y="0"/>
                        <a:pt x="2276"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50" name="Google Shape;3950;p60"/>
                <p:cNvSpPr/>
                <p:nvPr/>
              </p:nvSpPr>
              <p:spPr>
                <a:xfrm>
                  <a:off x="4740719" y="3601244"/>
                  <a:ext cx="8856" cy="7590"/>
                </a:xfrm>
                <a:custGeom>
                  <a:avLst/>
                  <a:gdLst/>
                  <a:ahLst/>
                  <a:cxnLst/>
                  <a:rect l="l" t="t" r="r" b="b"/>
                  <a:pathLst>
                    <a:path w="1126" h="965" extrusionOk="0">
                      <a:moveTo>
                        <a:pt x="641" y="1"/>
                      </a:moveTo>
                      <a:cubicBezTo>
                        <a:pt x="206" y="1"/>
                        <a:pt x="0" y="521"/>
                        <a:pt x="302" y="824"/>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sp>
            <p:nvSpPr>
              <p:cNvPr id="3951" name="Google Shape;3951;p60"/>
              <p:cNvSpPr/>
              <p:nvPr/>
            </p:nvSpPr>
            <p:spPr>
              <a:xfrm>
                <a:off x="4652041" y="3622590"/>
                <a:ext cx="31405" cy="26906"/>
              </a:xfrm>
              <a:custGeom>
                <a:avLst/>
                <a:gdLst/>
                <a:ahLst/>
                <a:cxnLst/>
                <a:rect l="l" t="t" r="r" b="b"/>
                <a:pathLst>
                  <a:path w="3993" h="3421" extrusionOk="0">
                    <a:moveTo>
                      <a:pt x="2273" y="1"/>
                    </a:moveTo>
                    <a:cubicBezTo>
                      <a:pt x="1853" y="1"/>
                      <a:pt x="1426" y="157"/>
                      <a:pt x="1077" y="505"/>
                    </a:cubicBezTo>
                    <a:cubicBezTo>
                      <a:pt x="1" y="1581"/>
                      <a:pt x="763" y="3420"/>
                      <a:pt x="2287" y="3420"/>
                    </a:cubicBezTo>
                    <a:cubicBezTo>
                      <a:pt x="3231" y="3420"/>
                      <a:pt x="3993" y="2658"/>
                      <a:pt x="3993" y="1714"/>
                    </a:cubicBezTo>
                    <a:cubicBezTo>
                      <a:pt x="3993" y="683"/>
                      <a:pt x="3151" y="1"/>
                      <a:pt x="227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52" name="Google Shape;3952;p60"/>
              <p:cNvSpPr/>
              <p:nvPr/>
            </p:nvSpPr>
            <p:spPr>
              <a:xfrm>
                <a:off x="4666222" y="3632264"/>
                <a:ext cx="7613" cy="7621"/>
              </a:xfrm>
              <a:custGeom>
                <a:avLst/>
                <a:gdLst/>
                <a:ahLst/>
                <a:cxnLst/>
                <a:rect l="l" t="t" r="r" b="b"/>
                <a:pathLst>
                  <a:path w="968" h="969" extrusionOk="0">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nvGrpSpPr>
              <p:cNvPr id="3953" name="Google Shape;3953;p60"/>
              <p:cNvGrpSpPr/>
              <p:nvPr/>
            </p:nvGrpSpPr>
            <p:grpSpPr>
              <a:xfrm>
                <a:off x="4609421" y="3577398"/>
                <a:ext cx="31499" cy="27001"/>
                <a:chOff x="4609421" y="3577398"/>
                <a:chExt cx="31499" cy="27001"/>
              </a:xfrm>
            </p:grpSpPr>
            <p:sp>
              <p:nvSpPr>
                <p:cNvPr id="3954" name="Google Shape;3954;p60"/>
                <p:cNvSpPr/>
                <p:nvPr/>
              </p:nvSpPr>
              <p:spPr>
                <a:xfrm>
                  <a:off x="4609421" y="3577398"/>
                  <a:ext cx="31499" cy="27001"/>
                </a:xfrm>
                <a:custGeom>
                  <a:avLst/>
                  <a:gdLst/>
                  <a:ahLst/>
                  <a:cxnLst/>
                  <a:rect l="l" t="t" r="r" b="b"/>
                  <a:pathLst>
                    <a:path w="4005" h="3433" extrusionOk="0">
                      <a:moveTo>
                        <a:pt x="2273" y="1"/>
                      </a:moveTo>
                      <a:cubicBezTo>
                        <a:pt x="1853" y="1"/>
                        <a:pt x="1425" y="157"/>
                        <a:pt x="1077" y="505"/>
                      </a:cubicBezTo>
                      <a:cubicBezTo>
                        <a:pt x="0" y="1581"/>
                        <a:pt x="763" y="3432"/>
                        <a:pt x="2287" y="3432"/>
                      </a:cubicBezTo>
                      <a:cubicBezTo>
                        <a:pt x="3230" y="3432"/>
                        <a:pt x="3992" y="2658"/>
                        <a:pt x="4005" y="1714"/>
                      </a:cubicBezTo>
                      <a:cubicBezTo>
                        <a:pt x="3996" y="683"/>
                        <a:pt x="3152" y="1"/>
                        <a:pt x="227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55" name="Google Shape;3955;p60"/>
                <p:cNvSpPr/>
                <p:nvPr/>
              </p:nvSpPr>
              <p:spPr>
                <a:xfrm>
                  <a:off x="4623594" y="3587072"/>
                  <a:ext cx="7621" cy="7621"/>
                </a:xfrm>
                <a:custGeom>
                  <a:avLst/>
                  <a:gdLst/>
                  <a:ahLst/>
                  <a:cxnLst/>
                  <a:rect l="l" t="t" r="r" b="b"/>
                  <a:pathLst>
                    <a:path w="969" h="969" extrusionOk="0">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56" name="Google Shape;3956;p60"/>
              <p:cNvGrpSpPr/>
              <p:nvPr/>
            </p:nvGrpSpPr>
            <p:grpSpPr>
              <a:xfrm>
                <a:off x="4649289" y="3577398"/>
                <a:ext cx="31499" cy="27001"/>
                <a:chOff x="4649289" y="3577398"/>
                <a:chExt cx="31499" cy="27001"/>
              </a:xfrm>
            </p:grpSpPr>
            <p:sp>
              <p:nvSpPr>
                <p:cNvPr id="3957" name="Google Shape;3957;p60"/>
                <p:cNvSpPr/>
                <p:nvPr/>
              </p:nvSpPr>
              <p:spPr>
                <a:xfrm>
                  <a:off x="4649289" y="3577398"/>
                  <a:ext cx="31499" cy="27001"/>
                </a:xfrm>
                <a:custGeom>
                  <a:avLst/>
                  <a:gdLst/>
                  <a:ahLst/>
                  <a:cxnLst/>
                  <a:rect l="l" t="t" r="r" b="b"/>
                  <a:pathLst>
                    <a:path w="4005" h="3433" extrusionOk="0">
                      <a:moveTo>
                        <a:pt x="2275" y="1"/>
                      </a:moveTo>
                      <a:cubicBezTo>
                        <a:pt x="1854" y="1"/>
                        <a:pt x="1425" y="157"/>
                        <a:pt x="1077" y="505"/>
                      </a:cubicBezTo>
                      <a:cubicBezTo>
                        <a:pt x="0" y="1581"/>
                        <a:pt x="762" y="3432"/>
                        <a:pt x="2286" y="3432"/>
                      </a:cubicBezTo>
                      <a:cubicBezTo>
                        <a:pt x="3230" y="3432"/>
                        <a:pt x="4004" y="2658"/>
                        <a:pt x="4004" y="1714"/>
                      </a:cubicBezTo>
                      <a:cubicBezTo>
                        <a:pt x="4004" y="683"/>
                        <a:pt x="3157" y="1"/>
                        <a:pt x="2275"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58" name="Google Shape;3958;p60"/>
                <p:cNvSpPr/>
                <p:nvPr/>
              </p:nvSpPr>
              <p:spPr>
                <a:xfrm>
                  <a:off x="4662227" y="3587072"/>
                  <a:ext cx="8856" cy="7676"/>
                </a:xfrm>
                <a:custGeom>
                  <a:avLst/>
                  <a:gdLst/>
                  <a:ahLst/>
                  <a:cxnLst/>
                  <a:rect l="l" t="t" r="r" b="b"/>
                  <a:pathLst>
                    <a:path w="1126" h="976" extrusionOk="0">
                      <a:moveTo>
                        <a:pt x="641" y="1"/>
                      </a:moveTo>
                      <a:cubicBezTo>
                        <a:pt x="218" y="1"/>
                        <a:pt x="0" y="521"/>
                        <a:pt x="303" y="835"/>
                      </a:cubicBezTo>
                      <a:cubicBezTo>
                        <a:pt x="400" y="932"/>
                        <a:pt x="519" y="976"/>
                        <a:pt x="636" y="976"/>
                      </a:cubicBezTo>
                      <a:cubicBezTo>
                        <a:pt x="885" y="976"/>
                        <a:pt x="1125" y="780"/>
                        <a:pt x="1125" y="484"/>
                      </a:cubicBezTo>
                      <a:cubicBezTo>
                        <a:pt x="1125" y="218"/>
                        <a:pt x="907" y="1"/>
                        <a:pt x="641"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59" name="Google Shape;3959;p60"/>
              <p:cNvGrpSpPr/>
              <p:nvPr/>
            </p:nvGrpSpPr>
            <p:grpSpPr>
              <a:xfrm>
                <a:off x="4605614" y="3639523"/>
                <a:ext cx="31499" cy="26906"/>
                <a:chOff x="4605614" y="3639523"/>
                <a:chExt cx="31499" cy="26906"/>
              </a:xfrm>
            </p:grpSpPr>
            <p:sp>
              <p:nvSpPr>
                <p:cNvPr id="3960" name="Google Shape;3960;p60"/>
                <p:cNvSpPr/>
                <p:nvPr/>
              </p:nvSpPr>
              <p:spPr>
                <a:xfrm>
                  <a:off x="4605614" y="3639523"/>
                  <a:ext cx="31499" cy="26906"/>
                </a:xfrm>
                <a:custGeom>
                  <a:avLst/>
                  <a:gdLst/>
                  <a:ahLst/>
                  <a:cxnLst/>
                  <a:rect l="l" t="t" r="r" b="b"/>
                  <a:pathLst>
                    <a:path w="4005" h="3421" extrusionOk="0">
                      <a:moveTo>
                        <a:pt x="2276" y="1"/>
                      </a:moveTo>
                      <a:cubicBezTo>
                        <a:pt x="1855" y="1"/>
                        <a:pt x="1425" y="157"/>
                        <a:pt x="1077" y="505"/>
                      </a:cubicBezTo>
                      <a:cubicBezTo>
                        <a:pt x="1" y="1582"/>
                        <a:pt x="763" y="3420"/>
                        <a:pt x="2287" y="3420"/>
                      </a:cubicBezTo>
                      <a:cubicBezTo>
                        <a:pt x="3230" y="3420"/>
                        <a:pt x="3993" y="2658"/>
                        <a:pt x="4005" y="1715"/>
                      </a:cubicBezTo>
                      <a:cubicBezTo>
                        <a:pt x="4005" y="683"/>
                        <a:pt x="3157" y="1"/>
                        <a:pt x="2276"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61" name="Google Shape;3961;p60"/>
                <p:cNvSpPr/>
                <p:nvPr/>
              </p:nvSpPr>
              <p:spPr>
                <a:xfrm>
                  <a:off x="4619795" y="3649197"/>
                  <a:ext cx="7613" cy="7621"/>
                </a:xfrm>
                <a:custGeom>
                  <a:avLst/>
                  <a:gdLst/>
                  <a:ahLst/>
                  <a:cxnLst/>
                  <a:rect l="l" t="t" r="r" b="b"/>
                  <a:pathLst>
                    <a:path w="968" h="969" extrusionOk="0">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62" name="Google Shape;3962;p60"/>
              <p:cNvGrpSpPr/>
              <p:nvPr/>
            </p:nvGrpSpPr>
            <p:grpSpPr>
              <a:xfrm>
                <a:off x="4785149" y="3618846"/>
                <a:ext cx="26930" cy="26843"/>
                <a:chOff x="4785149" y="3618846"/>
                <a:chExt cx="26930" cy="26843"/>
              </a:xfrm>
            </p:grpSpPr>
            <p:sp>
              <p:nvSpPr>
                <p:cNvPr id="3963" name="Google Shape;3963;p60"/>
                <p:cNvSpPr/>
                <p:nvPr/>
              </p:nvSpPr>
              <p:spPr>
                <a:xfrm>
                  <a:off x="4785149" y="3618846"/>
                  <a:ext cx="26930" cy="26843"/>
                </a:xfrm>
                <a:custGeom>
                  <a:avLst/>
                  <a:gdLst/>
                  <a:ahLst/>
                  <a:cxnLst/>
                  <a:rect l="l" t="t" r="r" b="b"/>
                  <a:pathLst>
                    <a:path w="3424" h="3413" extrusionOk="0">
                      <a:moveTo>
                        <a:pt x="1718" y="1"/>
                      </a:moveTo>
                      <a:cubicBezTo>
                        <a:pt x="774" y="1"/>
                        <a:pt x="0" y="763"/>
                        <a:pt x="0" y="1707"/>
                      </a:cubicBezTo>
                      <a:cubicBezTo>
                        <a:pt x="0" y="2650"/>
                        <a:pt x="774" y="3412"/>
                        <a:pt x="1718" y="3412"/>
                      </a:cubicBezTo>
                      <a:cubicBezTo>
                        <a:pt x="2662" y="3412"/>
                        <a:pt x="3424" y="2650"/>
                        <a:pt x="3424" y="1707"/>
                      </a:cubicBezTo>
                      <a:cubicBezTo>
                        <a:pt x="3424" y="763"/>
                        <a:pt x="2662" y="1"/>
                        <a:pt x="1718"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64" name="Google Shape;3964;p60"/>
                <p:cNvSpPr/>
                <p:nvPr/>
              </p:nvSpPr>
              <p:spPr>
                <a:xfrm>
                  <a:off x="4793611" y="3628457"/>
                  <a:ext cx="8856" cy="7590"/>
                </a:xfrm>
                <a:custGeom>
                  <a:avLst/>
                  <a:gdLst/>
                  <a:ahLst/>
                  <a:cxnLst/>
                  <a:rect l="l" t="t" r="r" b="b"/>
                  <a:pathLst>
                    <a:path w="1126" h="965" extrusionOk="0">
                      <a:moveTo>
                        <a:pt x="642" y="1"/>
                      </a:moveTo>
                      <a:cubicBezTo>
                        <a:pt x="206" y="1"/>
                        <a:pt x="1" y="521"/>
                        <a:pt x="303" y="823"/>
                      </a:cubicBezTo>
                      <a:cubicBezTo>
                        <a:pt x="401" y="921"/>
                        <a:pt x="521" y="964"/>
                        <a:pt x="639" y="964"/>
                      </a:cubicBezTo>
                      <a:cubicBezTo>
                        <a:pt x="887" y="964"/>
                        <a:pt x="1126" y="772"/>
                        <a:pt x="1126" y="485"/>
                      </a:cubicBezTo>
                      <a:cubicBezTo>
                        <a:pt x="1126" y="218"/>
                        <a:pt x="908" y="1"/>
                        <a:pt x="642"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65" name="Google Shape;3965;p60"/>
              <p:cNvGrpSpPr/>
              <p:nvPr/>
            </p:nvGrpSpPr>
            <p:grpSpPr>
              <a:xfrm>
                <a:off x="4810167" y="3601567"/>
                <a:ext cx="31405" cy="26898"/>
                <a:chOff x="4810167" y="3601567"/>
                <a:chExt cx="31405" cy="26898"/>
              </a:xfrm>
            </p:grpSpPr>
            <p:sp>
              <p:nvSpPr>
                <p:cNvPr id="3966" name="Google Shape;3966;p60"/>
                <p:cNvSpPr/>
                <p:nvPr/>
              </p:nvSpPr>
              <p:spPr>
                <a:xfrm>
                  <a:off x="4810167" y="3601567"/>
                  <a:ext cx="31405" cy="26898"/>
                </a:xfrm>
                <a:custGeom>
                  <a:avLst/>
                  <a:gdLst/>
                  <a:ahLst/>
                  <a:cxnLst/>
                  <a:rect l="l" t="t" r="r" b="b"/>
                  <a:pathLst>
                    <a:path w="3993" h="3420" extrusionOk="0">
                      <a:moveTo>
                        <a:pt x="2273" y="0"/>
                      </a:moveTo>
                      <a:cubicBezTo>
                        <a:pt x="1853" y="0"/>
                        <a:pt x="1425" y="156"/>
                        <a:pt x="1077" y="504"/>
                      </a:cubicBezTo>
                      <a:cubicBezTo>
                        <a:pt x="1" y="1581"/>
                        <a:pt x="763" y="3420"/>
                        <a:pt x="2287" y="3420"/>
                      </a:cubicBezTo>
                      <a:cubicBezTo>
                        <a:pt x="3231" y="3420"/>
                        <a:pt x="3993" y="2658"/>
                        <a:pt x="3993" y="1714"/>
                      </a:cubicBezTo>
                      <a:cubicBezTo>
                        <a:pt x="3993" y="683"/>
                        <a:pt x="3151" y="0"/>
                        <a:pt x="2273"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67" name="Google Shape;3967;p60"/>
                <p:cNvSpPr/>
                <p:nvPr/>
              </p:nvSpPr>
              <p:spPr>
                <a:xfrm>
                  <a:off x="4824348" y="3611241"/>
                  <a:ext cx="7613" cy="7613"/>
                </a:xfrm>
                <a:custGeom>
                  <a:avLst/>
                  <a:gdLst/>
                  <a:ahLst/>
                  <a:cxnLst/>
                  <a:rect l="l" t="t" r="r" b="b"/>
                  <a:pathLst>
                    <a:path w="968"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68" name="Google Shape;3968;p60"/>
              <p:cNvGrpSpPr/>
              <p:nvPr/>
            </p:nvGrpSpPr>
            <p:grpSpPr>
              <a:xfrm>
                <a:off x="4831002" y="3373230"/>
                <a:ext cx="31405" cy="26898"/>
                <a:chOff x="4831002" y="3373230"/>
                <a:chExt cx="31405" cy="26898"/>
              </a:xfrm>
            </p:grpSpPr>
            <p:sp>
              <p:nvSpPr>
                <p:cNvPr id="3969" name="Google Shape;3969;p60"/>
                <p:cNvSpPr/>
                <p:nvPr/>
              </p:nvSpPr>
              <p:spPr>
                <a:xfrm>
                  <a:off x="4831002" y="3373230"/>
                  <a:ext cx="31405" cy="26898"/>
                </a:xfrm>
                <a:custGeom>
                  <a:avLst/>
                  <a:gdLst/>
                  <a:ahLst/>
                  <a:cxnLst/>
                  <a:rect l="l" t="t" r="r" b="b"/>
                  <a:pathLst>
                    <a:path w="3993" h="3420" extrusionOk="0">
                      <a:moveTo>
                        <a:pt x="2273" y="0"/>
                      </a:moveTo>
                      <a:cubicBezTo>
                        <a:pt x="1853" y="0"/>
                        <a:pt x="1426" y="156"/>
                        <a:pt x="1077" y="504"/>
                      </a:cubicBezTo>
                      <a:cubicBezTo>
                        <a:pt x="1" y="1581"/>
                        <a:pt x="763" y="3419"/>
                        <a:pt x="2287" y="3419"/>
                      </a:cubicBezTo>
                      <a:cubicBezTo>
                        <a:pt x="3231" y="3419"/>
                        <a:pt x="3993" y="2657"/>
                        <a:pt x="3993" y="1714"/>
                      </a:cubicBezTo>
                      <a:cubicBezTo>
                        <a:pt x="3993" y="683"/>
                        <a:pt x="3151" y="0"/>
                        <a:pt x="2273"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70" name="Google Shape;3970;p60"/>
                <p:cNvSpPr/>
                <p:nvPr/>
              </p:nvSpPr>
              <p:spPr>
                <a:xfrm>
                  <a:off x="4845182" y="3382896"/>
                  <a:ext cx="7519" cy="7621"/>
                </a:xfrm>
                <a:custGeom>
                  <a:avLst/>
                  <a:gdLst/>
                  <a:ahLst/>
                  <a:cxnLst/>
                  <a:rect l="l" t="t" r="r" b="b"/>
                  <a:pathLst>
                    <a:path w="956" h="969" extrusionOk="0">
                      <a:moveTo>
                        <a:pt x="472" y="1"/>
                      </a:moveTo>
                      <a:cubicBezTo>
                        <a:pt x="206" y="1"/>
                        <a:pt x="0" y="219"/>
                        <a:pt x="0" y="485"/>
                      </a:cubicBezTo>
                      <a:cubicBezTo>
                        <a:pt x="0" y="751"/>
                        <a:pt x="206" y="969"/>
                        <a:pt x="472" y="969"/>
                      </a:cubicBezTo>
                      <a:cubicBezTo>
                        <a:pt x="750" y="969"/>
                        <a:pt x="956" y="751"/>
                        <a:pt x="956" y="485"/>
                      </a:cubicBezTo>
                      <a:cubicBezTo>
                        <a:pt x="956" y="219"/>
                        <a:pt x="750" y="1"/>
                        <a:pt x="472"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71" name="Google Shape;3971;p60"/>
              <p:cNvGrpSpPr/>
              <p:nvPr/>
            </p:nvGrpSpPr>
            <p:grpSpPr>
              <a:xfrm>
                <a:off x="4719311" y="3355054"/>
                <a:ext cx="31499" cy="27001"/>
                <a:chOff x="4719311" y="3355054"/>
                <a:chExt cx="31499" cy="27001"/>
              </a:xfrm>
            </p:grpSpPr>
            <p:sp>
              <p:nvSpPr>
                <p:cNvPr id="3972" name="Google Shape;3972;p60"/>
                <p:cNvSpPr/>
                <p:nvPr/>
              </p:nvSpPr>
              <p:spPr>
                <a:xfrm>
                  <a:off x="4719311" y="3355054"/>
                  <a:ext cx="31499" cy="27001"/>
                </a:xfrm>
                <a:custGeom>
                  <a:avLst/>
                  <a:gdLst/>
                  <a:ahLst/>
                  <a:cxnLst/>
                  <a:rect l="l" t="t" r="r" b="b"/>
                  <a:pathLst>
                    <a:path w="4005" h="3433" extrusionOk="0">
                      <a:moveTo>
                        <a:pt x="2275" y="1"/>
                      </a:moveTo>
                      <a:cubicBezTo>
                        <a:pt x="1854" y="1"/>
                        <a:pt x="1425" y="157"/>
                        <a:pt x="1077" y="505"/>
                      </a:cubicBezTo>
                      <a:cubicBezTo>
                        <a:pt x="0" y="1581"/>
                        <a:pt x="762" y="3432"/>
                        <a:pt x="2287" y="3432"/>
                      </a:cubicBezTo>
                      <a:cubicBezTo>
                        <a:pt x="3230" y="3432"/>
                        <a:pt x="4004" y="2658"/>
                        <a:pt x="4004" y="1714"/>
                      </a:cubicBezTo>
                      <a:cubicBezTo>
                        <a:pt x="4004" y="683"/>
                        <a:pt x="3157" y="1"/>
                        <a:pt x="2275"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73" name="Google Shape;3973;p60"/>
                <p:cNvSpPr/>
                <p:nvPr/>
              </p:nvSpPr>
              <p:spPr>
                <a:xfrm>
                  <a:off x="4733578" y="3364822"/>
                  <a:ext cx="7527" cy="7527"/>
                </a:xfrm>
                <a:custGeom>
                  <a:avLst/>
                  <a:gdLst/>
                  <a:ahLst/>
                  <a:cxnLst/>
                  <a:rect l="l" t="t" r="r" b="b"/>
                  <a:pathLst>
                    <a:path w="957" h="957" extrusionOk="0">
                      <a:moveTo>
                        <a:pt x="473" y="1"/>
                      </a:moveTo>
                      <a:cubicBezTo>
                        <a:pt x="206" y="1"/>
                        <a:pt x="1" y="206"/>
                        <a:pt x="1" y="472"/>
                      </a:cubicBezTo>
                      <a:cubicBezTo>
                        <a:pt x="1" y="738"/>
                        <a:pt x="206" y="956"/>
                        <a:pt x="473" y="956"/>
                      </a:cubicBezTo>
                      <a:cubicBezTo>
                        <a:pt x="751" y="956"/>
                        <a:pt x="956" y="738"/>
                        <a:pt x="956" y="472"/>
                      </a:cubicBezTo>
                      <a:cubicBezTo>
                        <a:pt x="956" y="206"/>
                        <a:pt x="751" y="1"/>
                        <a:pt x="47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74" name="Google Shape;3974;p60"/>
              <p:cNvGrpSpPr/>
              <p:nvPr/>
            </p:nvGrpSpPr>
            <p:grpSpPr>
              <a:xfrm>
                <a:off x="4798755" y="3450260"/>
                <a:ext cx="26930" cy="26930"/>
                <a:chOff x="4798755" y="3450260"/>
                <a:chExt cx="26930" cy="26930"/>
              </a:xfrm>
            </p:grpSpPr>
            <p:sp>
              <p:nvSpPr>
                <p:cNvPr id="3975" name="Google Shape;3975;p60"/>
                <p:cNvSpPr/>
                <p:nvPr/>
              </p:nvSpPr>
              <p:spPr>
                <a:xfrm>
                  <a:off x="4798755" y="3450260"/>
                  <a:ext cx="26930" cy="26930"/>
                </a:xfrm>
                <a:custGeom>
                  <a:avLst/>
                  <a:gdLst/>
                  <a:ahLst/>
                  <a:cxnLst/>
                  <a:rect l="l" t="t" r="r" b="b"/>
                  <a:pathLst>
                    <a:path w="3424" h="3424" extrusionOk="0">
                      <a:moveTo>
                        <a:pt x="1718" y="0"/>
                      </a:moveTo>
                      <a:cubicBezTo>
                        <a:pt x="774" y="0"/>
                        <a:pt x="0" y="763"/>
                        <a:pt x="0" y="1706"/>
                      </a:cubicBezTo>
                      <a:cubicBezTo>
                        <a:pt x="0" y="2650"/>
                        <a:pt x="774" y="3424"/>
                        <a:pt x="1718" y="3424"/>
                      </a:cubicBezTo>
                      <a:cubicBezTo>
                        <a:pt x="2661" y="3424"/>
                        <a:pt x="3423" y="2650"/>
                        <a:pt x="3423" y="1706"/>
                      </a:cubicBezTo>
                      <a:cubicBezTo>
                        <a:pt x="3423" y="763"/>
                        <a:pt x="2661" y="0"/>
                        <a:pt x="1718"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76" name="Google Shape;3976;p60"/>
                <p:cNvSpPr/>
                <p:nvPr/>
              </p:nvSpPr>
              <p:spPr>
                <a:xfrm>
                  <a:off x="4807218" y="3459871"/>
                  <a:ext cx="8856" cy="7605"/>
                </a:xfrm>
                <a:custGeom>
                  <a:avLst/>
                  <a:gdLst/>
                  <a:ahLst/>
                  <a:cxnLst/>
                  <a:rect l="l" t="t" r="r" b="b"/>
                  <a:pathLst>
                    <a:path w="1126" h="967" extrusionOk="0">
                      <a:moveTo>
                        <a:pt x="642" y="0"/>
                      </a:moveTo>
                      <a:cubicBezTo>
                        <a:pt x="206" y="0"/>
                        <a:pt x="1" y="520"/>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77" name="Google Shape;3977;p60"/>
              <p:cNvGrpSpPr/>
              <p:nvPr/>
            </p:nvGrpSpPr>
            <p:grpSpPr>
              <a:xfrm>
                <a:off x="4645576" y="3467555"/>
                <a:ext cx="31405" cy="26953"/>
                <a:chOff x="4645576" y="3467555"/>
                <a:chExt cx="31405" cy="26953"/>
              </a:xfrm>
            </p:grpSpPr>
            <p:sp>
              <p:nvSpPr>
                <p:cNvPr id="3978" name="Google Shape;3978;p60"/>
                <p:cNvSpPr/>
                <p:nvPr/>
              </p:nvSpPr>
              <p:spPr>
                <a:xfrm>
                  <a:off x="4645576" y="3467555"/>
                  <a:ext cx="31405" cy="26953"/>
                </a:xfrm>
                <a:custGeom>
                  <a:avLst/>
                  <a:gdLst/>
                  <a:ahLst/>
                  <a:cxnLst/>
                  <a:rect l="l" t="t" r="r" b="b"/>
                  <a:pathLst>
                    <a:path w="3993" h="3427" extrusionOk="0">
                      <a:moveTo>
                        <a:pt x="2272" y="0"/>
                      </a:moveTo>
                      <a:cubicBezTo>
                        <a:pt x="1853" y="0"/>
                        <a:pt x="1425" y="155"/>
                        <a:pt x="1077" y="499"/>
                      </a:cubicBezTo>
                      <a:cubicBezTo>
                        <a:pt x="0" y="1576"/>
                        <a:pt x="750" y="3414"/>
                        <a:pt x="2274" y="3426"/>
                      </a:cubicBezTo>
                      <a:cubicBezTo>
                        <a:pt x="3218" y="3426"/>
                        <a:pt x="3992" y="2652"/>
                        <a:pt x="3992" y="1709"/>
                      </a:cubicBezTo>
                      <a:cubicBezTo>
                        <a:pt x="3992" y="677"/>
                        <a:pt x="3150" y="0"/>
                        <a:pt x="227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79" name="Google Shape;3979;p60"/>
                <p:cNvSpPr/>
                <p:nvPr/>
              </p:nvSpPr>
              <p:spPr>
                <a:xfrm>
                  <a:off x="4659749" y="3477182"/>
                  <a:ext cx="7527" cy="7621"/>
                </a:xfrm>
                <a:custGeom>
                  <a:avLst/>
                  <a:gdLst/>
                  <a:ahLst/>
                  <a:cxnLst/>
                  <a:rect l="l" t="t" r="r" b="b"/>
                  <a:pathLst>
                    <a:path w="957" h="969" extrusionOk="0">
                      <a:moveTo>
                        <a:pt x="472" y="1"/>
                      </a:moveTo>
                      <a:cubicBezTo>
                        <a:pt x="206" y="1"/>
                        <a:pt x="1" y="219"/>
                        <a:pt x="1" y="485"/>
                      </a:cubicBezTo>
                      <a:cubicBezTo>
                        <a:pt x="1" y="751"/>
                        <a:pt x="206" y="969"/>
                        <a:pt x="472" y="969"/>
                      </a:cubicBezTo>
                      <a:cubicBezTo>
                        <a:pt x="751" y="969"/>
                        <a:pt x="956" y="751"/>
                        <a:pt x="956" y="485"/>
                      </a:cubicBezTo>
                      <a:cubicBezTo>
                        <a:pt x="956" y="219"/>
                        <a:pt x="751" y="1"/>
                        <a:pt x="472"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80" name="Google Shape;3980;p60"/>
              <p:cNvGrpSpPr/>
              <p:nvPr/>
            </p:nvGrpSpPr>
            <p:grpSpPr>
              <a:xfrm>
                <a:off x="4687631" y="3583965"/>
                <a:ext cx="31499" cy="26898"/>
                <a:chOff x="4687631" y="3583965"/>
                <a:chExt cx="31499" cy="26898"/>
              </a:xfrm>
            </p:grpSpPr>
            <p:sp>
              <p:nvSpPr>
                <p:cNvPr id="3981" name="Google Shape;3981;p60"/>
                <p:cNvSpPr/>
                <p:nvPr/>
              </p:nvSpPr>
              <p:spPr>
                <a:xfrm>
                  <a:off x="4687631" y="3583965"/>
                  <a:ext cx="31499" cy="26898"/>
                </a:xfrm>
                <a:custGeom>
                  <a:avLst/>
                  <a:gdLst/>
                  <a:ahLst/>
                  <a:cxnLst/>
                  <a:rect l="l" t="t" r="r" b="b"/>
                  <a:pathLst>
                    <a:path w="4005" h="3420" extrusionOk="0">
                      <a:moveTo>
                        <a:pt x="2284" y="0"/>
                      </a:moveTo>
                      <a:cubicBezTo>
                        <a:pt x="1865" y="0"/>
                        <a:pt x="1437" y="156"/>
                        <a:pt x="1089" y="504"/>
                      </a:cubicBezTo>
                      <a:cubicBezTo>
                        <a:pt x="0" y="1581"/>
                        <a:pt x="774" y="3420"/>
                        <a:pt x="2298" y="3420"/>
                      </a:cubicBezTo>
                      <a:cubicBezTo>
                        <a:pt x="3242" y="3420"/>
                        <a:pt x="4004" y="2658"/>
                        <a:pt x="4004" y="1714"/>
                      </a:cubicBezTo>
                      <a:cubicBezTo>
                        <a:pt x="4004" y="683"/>
                        <a:pt x="3162" y="0"/>
                        <a:pt x="2284"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82" name="Google Shape;3982;p60"/>
                <p:cNvSpPr/>
                <p:nvPr/>
              </p:nvSpPr>
              <p:spPr>
                <a:xfrm>
                  <a:off x="4700568" y="3593639"/>
                  <a:ext cx="8950" cy="7582"/>
                </a:xfrm>
                <a:custGeom>
                  <a:avLst/>
                  <a:gdLst/>
                  <a:ahLst/>
                  <a:cxnLst/>
                  <a:rect l="l" t="t" r="r" b="b"/>
                  <a:pathLst>
                    <a:path w="1138" h="964" extrusionOk="0">
                      <a:moveTo>
                        <a:pt x="641" y="0"/>
                      </a:moveTo>
                      <a:cubicBezTo>
                        <a:pt x="218" y="0"/>
                        <a:pt x="0" y="520"/>
                        <a:pt x="303" y="823"/>
                      </a:cubicBezTo>
                      <a:cubicBezTo>
                        <a:pt x="404" y="920"/>
                        <a:pt x="525" y="964"/>
                        <a:pt x="644" y="964"/>
                      </a:cubicBezTo>
                      <a:cubicBezTo>
                        <a:pt x="893" y="964"/>
                        <a:pt x="1129" y="771"/>
                        <a:pt x="1137" y="484"/>
                      </a:cubicBezTo>
                      <a:cubicBezTo>
                        <a:pt x="1137" y="218"/>
                        <a:pt x="920" y="0"/>
                        <a:pt x="641"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83" name="Google Shape;3983;p60"/>
              <p:cNvGrpSpPr/>
              <p:nvPr/>
            </p:nvGrpSpPr>
            <p:grpSpPr>
              <a:xfrm>
                <a:off x="4719311" y="3471314"/>
                <a:ext cx="31499" cy="27001"/>
                <a:chOff x="4719311" y="3471314"/>
                <a:chExt cx="31499" cy="27001"/>
              </a:xfrm>
            </p:grpSpPr>
            <p:sp>
              <p:nvSpPr>
                <p:cNvPr id="3984" name="Google Shape;3984;p60"/>
                <p:cNvSpPr/>
                <p:nvPr/>
              </p:nvSpPr>
              <p:spPr>
                <a:xfrm>
                  <a:off x="4719311" y="3471314"/>
                  <a:ext cx="31499" cy="27001"/>
                </a:xfrm>
                <a:custGeom>
                  <a:avLst/>
                  <a:gdLst/>
                  <a:ahLst/>
                  <a:cxnLst/>
                  <a:rect l="l" t="t" r="r" b="b"/>
                  <a:pathLst>
                    <a:path w="4005" h="3433" extrusionOk="0">
                      <a:moveTo>
                        <a:pt x="2285" y="1"/>
                      </a:moveTo>
                      <a:cubicBezTo>
                        <a:pt x="1865" y="1"/>
                        <a:pt x="1437" y="157"/>
                        <a:pt x="1089" y="505"/>
                      </a:cubicBezTo>
                      <a:cubicBezTo>
                        <a:pt x="0" y="1581"/>
                        <a:pt x="774" y="3432"/>
                        <a:pt x="2299" y="3432"/>
                      </a:cubicBezTo>
                      <a:cubicBezTo>
                        <a:pt x="3242" y="3432"/>
                        <a:pt x="4004" y="2658"/>
                        <a:pt x="4004" y="1715"/>
                      </a:cubicBezTo>
                      <a:cubicBezTo>
                        <a:pt x="4004" y="683"/>
                        <a:pt x="3163" y="1"/>
                        <a:pt x="2285"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85" name="Google Shape;3985;p60"/>
                <p:cNvSpPr/>
                <p:nvPr/>
              </p:nvSpPr>
              <p:spPr>
                <a:xfrm>
                  <a:off x="4732249" y="3480988"/>
                  <a:ext cx="8856" cy="7605"/>
                </a:xfrm>
                <a:custGeom>
                  <a:avLst/>
                  <a:gdLst/>
                  <a:ahLst/>
                  <a:cxnLst/>
                  <a:rect l="l" t="t" r="r" b="b"/>
                  <a:pathLst>
                    <a:path w="1126" h="967" extrusionOk="0">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86" name="Google Shape;3986;p60"/>
              <p:cNvGrpSpPr/>
              <p:nvPr/>
            </p:nvGrpSpPr>
            <p:grpSpPr>
              <a:xfrm>
                <a:off x="4719311" y="3434404"/>
                <a:ext cx="31499" cy="26898"/>
                <a:chOff x="4719311" y="3434404"/>
                <a:chExt cx="31499" cy="26898"/>
              </a:xfrm>
            </p:grpSpPr>
            <p:sp>
              <p:nvSpPr>
                <p:cNvPr id="3987" name="Google Shape;3987;p60"/>
                <p:cNvSpPr/>
                <p:nvPr/>
              </p:nvSpPr>
              <p:spPr>
                <a:xfrm>
                  <a:off x="4719311" y="3434404"/>
                  <a:ext cx="31499" cy="26898"/>
                </a:xfrm>
                <a:custGeom>
                  <a:avLst/>
                  <a:gdLst/>
                  <a:ahLst/>
                  <a:cxnLst/>
                  <a:rect l="l" t="t" r="r" b="b"/>
                  <a:pathLst>
                    <a:path w="4005" h="3420" extrusionOk="0">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88" name="Google Shape;3988;p60"/>
                <p:cNvSpPr/>
                <p:nvPr/>
              </p:nvSpPr>
              <p:spPr>
                <a:xfrm>
                  <a:off x="4732249" y="3444078"/>
                  <a:ext cx="8856" cy="7582"/>
                </a:xfrm>
                <a:custGeom>
                  <a:avLst/>
                  <a:gdLst/>
                  <a:ahLst/>
                  <a:cxnLst/>
                  <a:rect l="l" t="t" r="r" b="b"/>
                  <a:pathLst>
                    <a:path w="1126" h="964" extrusionOk="0">
                      <a:moveTo>
                        <a:pt x="642" y="0"/>
                      </a:moveTo>
                      <a:cubicBezTo>
                        <a:pt x="218" y="0"/>
                        <a:pt x="0" y="520"/>
                        <a:pt x="303" y="823"/>
                      </a:cubicBezTo>
                      <a:cubicBezTo>
                        <a:pt x="400" y="920"/>
                        <a:pt x="520" y="964"/>
                        <a:pt x="638" y="964"/>
                      </a:cubicBezTo>
                      <a:cubicBezTo>
                        <a:pt x="886" y="964"/>
                        <a:pt x="1125" y="771"/>
                        <a:pt x="1125" y="484"/>
                      </a:cubicBezTo>
                      <a:cubicBezTo>
                        <a:pt x="1125" y="218"/>
                        <a:pt x="920" y="0"/>
                        <a:pt x="642"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89" name="Google Shape;3989;p60"/>
              <p:cNvGrpSpPr/>
              <p:nvPr/>
            </p:nvGrpSpPr>
            <p:grpSpPr>
              <a:xfrm>
                <a:off x="4768876" y="3401772"/>
                <a:ext cx="31499" cy="26898"/>
                <a:chOff x="4768876" y="3401772"/>
                <a:chExt cx="31499" cy="26898"/>
              </a:xfrm>
            </p:grpSpPr>
            <p:sp>
              <p:nvSpPr>
                <p:cNvPr id="3990" name="Google Shape;3990;p60"/>
                <p:cNvSpPr/>
                <p:nvPr/>
              </p:nvSpPr>
              <p:spPr>
                <a:xfrm>
                  <a:off x="4768876" y="3401772"/>
                  <a:ext cx="31499" cy="26898"/>
                </a:xfrm>
                <a:custGeom>
                  <a:avLst/>
                  <a:gdLst/>
                  <a:ahLst/>
                  <a:cxnLst/>
                  <a:rect l="l" t="t" r="r" b="b"/>
                  <a:pathLst>
                    <a:path w="4005" h="3420" extrusionOk="0">
                      <a:moveTo>
                        <a:pt x="2276" y="0"/>
                      </a:moveTo>
                      <a:cubicBezTo>
                        <a:pt x="1855" y="0"/>
                        <a:pt x="1425" y="156"/>
                        <a:pt x="1077" y="504"/>
                      </a:cubicBezTo>
                      <a:cubicBezTo>
                        <a:pt x="1" y="1581"/>
                        <a:pt x="763" y="3419"/>
                        <a:pt x="2287" y="3419"/>
                      </a:cubicBezTo>
                      <a:cubicBezTo>
                        <a:pt x="3231" y="3419"/>
                        <a:pt x="4005" y="2657"/>
                        <a:pt x="4005" y="1714"/>
                      </a:cubicBezTo>
                      <a:cubicBezTo>
                        <a:pt x="4005" y="683"/>
                        <a:pt x="3157" y="0"/>
                        <a:pt x="2276"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91" name="Google Shape;3991;p60"/>
                <p:cNvSpPr/>
                <p:nvPr/>
              </p:nvSpPr>
              <p:spPr>
                <a:xfrm>
                  <a:off x="4783057" y="3411438"/>
                  <a:ext cx="7613" cy="7621"/>
                </a:xfrm>
                <a:custGeom>
                  <a:avLst/>
                  <a:gdLst/>
                  <a:ahLst/>
                  <a:cxnLst/>
                  <a:rect l="l" t="t" r="r" b="b"/>
                  <a:pathLst>
                    <a:path w="968" h="969" extrusionOk="0">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92" name="Google Shape;3992;p60"/>
              <p:cNvGrpSpPr/>
              <p:nvPr/>
            </p:nvGrpSpPr>
            <p:grpSpPr>
              <a:xfrm>
                <a:off x="4762214" y="3471377"/>
                <a:ext cx="26938" cy="26938"/>
                <a:chOff x="4762214" y="3471377"/>
                <a:chExt cx="26938" cy="26938"/>
              </a:xfrm>
            </p:grpSpPr>
            <p:sp>
              <p:nvSpPr>
                <p:cNvPr id="3993" name="Google Shape;3993;p60"/>
                <p:cNvSpPr/>
                <p:nvPr/>
              </p:nvSpPr>
              <p:spPr>
                <a:xfrm>
                  <a:off x="4762214" y="3471377"/>
                  <a:ext cx="26938" cy="26938"/>
                </a:xfrm>
                <a:custGeom>
                  <a:avLst/>
                  <a:gdLst/>
                  <a:ahLst/>
                  <a:cxnLst/>
                  <a:rect l="l" t="t" r="r" b="b"/>
                  <a:pathLst>
                    <a:path w="3425" h="3425" extrusionOk="0">
                      <a:moveTo>
                        <a:pt x="1707" y="1"/>
                      </a:moveTo>
                      <a:cubicBezTo>
                        <a:pt x="763" y="1"/>
                        <a:pt x="1" y="763"/>
                        <a:pt x="1" y="1707"/>
                      </a:cubicBezTo>
                      <a:cubicBezTo>
                        <a:pt x="1" y="2650"/>
                        <a:pt x="763" y="3424"/>
                        <a:pt x="1707" y="3424"/>
                      </a:cubicBezTo>
                      <a:cubicBezTo>
                        <a:pt x="2662" y="3424"/>
                        <a:pt x="3424" y="2650"/>
                        <a:pt x="3424" y="1707"/>
                      </a:cubicBezTo>
                      <a:cubicBezTo>
                        <a:pt x="3424" y="763"/>
                        <a:pt x="2662" y="1"/>
                        <a:pt x="1707"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94" name="Google Shape;3994;p60"/>
                <p:cNvSpPr/>
                <p:nvPr/>
              </p:nvSpPr>
              <p:spPr>
                <a:xfrm>
                  <a:off x="4770591" y="3480988"/>
                  <a:ext cx="8856" cy="7605"/>
                </a:xfrm>
                <a:custGeom>
                  <a:avLst/>
                  <a:gdLst/>
                  <a:ahLst/>
                  <a:cxnLst/>
                  <a:rect l="l" t="t" r="r" b="b"/>
                  <a:pathLst>
                    <a:path w="1126" h="967" extrusionOk="0">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95" name="Google Shape;3995;p60"/>
              <p:cNvGrpSpPr/>
              <p:nvPr/>
            </p:nvGrpSpPr>
            <p:grpSpPr>
              <a:xfrm>
                <a:off x="4790473" y="3344782"/>
                <a:ext cx="31405" cy="26898"/>
                <a:chOff x="4790473" y="3344782"/>
                <a:chExt cx="31405" cy="26898"/>
              </a:xfrm>
            </p:grpSpPr>
            <p:sp>
              <p:nvSpPr>
                <p:cNvPr id="3996" name="Google Shape;3996;p60"/>
                <p:cNvSpPr/>
                <p:nvPr/>
              </p:nvSpPr>
              <p:spPr>
                <a:xfrm>
                  <a:off x="4790473" y="3344782"/>
                  <a:ext cx="31405" cy="26898"/>
                </a:xfrm>
                <a:custGeom>
                  <a:avLst/>
                  <a:gdLst/>
                  <a:ahLst/>
                  <a:cxnLst/>
                  <a:rect l="l" t="t" r="r" b="b"/>
                  <a:pathLst>
                    <a:path w="3993" h="3420" extrusionOk="0">
                      <a:moveTo>
                        <a:pt x="2273" y="0"/>
                      </a:moveTo>
                      <a:cubicBezTo>
                        <a:pt x="1853" y="0"/>
                        <a:pt x="1425" y="156"/>
                        <a:pt x="1077" y="504"/>
                      </a:cubicBezTo>
                      <a:cubicBezTo>
                        <a:pt x="1" y="1581"/>
                        <a:pt x="763" y="3420"/>
                        <a:pt x="2287" y="3420"/>
                      </a:cubicBezTo>
                      <a:cubicBezTo>
                        <a:pt x="3230" y="3420"/>
                        <a:pt x="3993" y="2657"/>
                        <a:pt x="3993" y="1714"/>
                      </a:cubicBezTo>
                      <a:cubicBezTo>
                        <a:pt x="3993" y="683"/>
                        <a:pt x="3151" y="0"/>
                        <a:pt x="2273"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3997" name="Google Shape;3997;p60"/>
                <p:cNvSpPr/>
                <p:nvPr/>
              </p:nvSpPr>
              <p:spPr>
                <a:xfrm>
                  <a:off x="4804654" y="3354456"/>
                  <a:ext cx="7613" cy="7613"/>
                </a:xfrm>
                <a:custGeom>
                  <a:avLst/>
                  <a:gdLst/>
                  <a:ahLst/>
                  <a:cxnLst/>
                  <a:rect l="l" t="t" r="r" b="b"/>
                  <a:pathLst>
                    <a:path w="968"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3998" name="Google Shape;3998;p60"/>
              <p:cNvGrpSpPr/>
              <p:nvPr/>
            </p:nvGrpSpPr>
            <p:grpSpPr>
              <a:xfrm>
                <a:off x="4823774" y="3950733"/>
                <a:ext cx="37398" cy="32034"/>
                <a:chOff x="4823774" y="3950733"/>
                <a:chExt cx="37398" cy="32034"/>
              </a:xfrm>
            </p:grpSpPr>
            <p:sp>
              <p:nvSpPr>
                <p:cNvPr id="3999" name="Google Shape;3999;p60"/>
                <p:cNvSpPr/>
                <p:nvPr/>
              </p:nvSpPr>
              <p:spPr>
                <a:xfrm>
                  <a:off x="4823774" y="3950733"/>
                  <a:ext cx="37398" cy="32034"/>
                </a:xfrm>
                <a:custGeom>
                  <a:avLst/>
                  <a:gdLst/>
                  <a:ahLst/>
                  <a:cxnLst/>
                  <a:rect l="l" t="t" r="r" b="b"/>
                  <a:pathLst>
                    <a:path w="4755" h="4073" extrusionOk="0">
                      <a:moveTo>
                        <a:pt x="2707" y="1"/>
                      </a:moveTo>
                      <a:cubicBezTo>
                        <a:pt x="2207" y="1"/>
                        <a:pt x="1698" y="186"/>
                        <a:pt x="1283" y="601"/>
                      </a:cubicBezTo>
                      <a:cubicBezTo>
                        <a:pt x="1" y="1883"/>
                        <a:pt x="908" y="4073"/>
                        <a:pt x="2722" y="4073"/>
                      </a:cubicBezTo>
                      <a:cubicBezTo>
                        <a:pt x="3835" y="4073"/>
                        <a:pt x="4755" y="3166"/>
                        <a:pt x="4755" y="2041"/>
                      </a:cubicBezTo>
                      <a:cubicBezTo>
                        <a:pt x="4755" y="813"/>
                        <a:pt x="3752" y="1"/>
                        <a:pt x="2707"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000" name="Google Shape;4000;p60"/>
                <p:cNvSpPr/>
                <p:nvPr/>
              </p:nvSpPr>
              <p:spPr>
                <a:xfrm>
                  <a:off x="4836617" y="3960407"/>
                  <a:ext cx="14849" cy="12718"/>
                </a:xfrm>
                <a:custGeom>
                  <a:avLst/>
                  <a:gdLst/>
                  <a:ahLst/>
                  <a:cxnLst/>
                  <a:rect l="l" t="t" r="r" b="b"/>
                  <a:pathLst>
                    <a:path w="1888" h="1617" extrusionOk="0">
                      <a:moveTo>
                        <a:pt x="1089" y="0"/>
                      </a:moveTo>
                      <a:cubicBezTo>
                        <a:pt x="363" y="0"/>
                        <a:pt x="1" y="871"/>
                        <a:pt x="509" y="1379"/>
                      </a:cubicBezTo>
                      <a:cubicBezTo>
                        <a:pt x="673" y="1543"/>
                        <a:pt x="874" y="1616"/>
                        <a:pt x="1073" y="1616"/>
                      </a:cubicBezTo>
                      <a:cubicBezTo>
                        <a:pt x="1488" y="1616"/>
                        <a:pt x="1888" y="1294"/>
                        <a:pt x="1888" y="811"/>
                      </a:cubicBezTo>
                      <a:cubicBezTo>
                        <a:pt x="1888" y="363"/>
                        <a:pt x="1537" y="0"/>
                        <a:pt x="1089"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001" name="Google Shape;4001;p60"/>
              <p:cNvGrpSpPr/>
              <p:nvPr/>
            </p:nvGrpSpPr>
            <p:grpSpPr>
              <a:xfrm>
                <a:off x="4823396" y="4110566"/>
                <a:ext cx="31405" cy="26906"/>
                <a:chOff x="4823396" y="4110566"/>
                <a:chExt cx="31405" cy="26906"/>
              </a:xfrm>
            </p:grpSpPr>
            <p:sp>
              <p:nvSpPr>
                <p:cNvPr id="4002" name="Google Shape;4002;p60"/>
                <p:cNvSpPr/>
                <p:nvPr/>
              </p:nvSpPr>
              <p:spPr>
                <a:xfrm>
                  <a:off x="4823396" y="4110566"/>
                  <a:ext cx="31405" cy="26906"/>
                </a:xfrm>
                <a:custGeom>
                  <a:avLst/>
                  <a:gdLst/>
                  <a:ahLst/>
                  <a:cxnLst/>
                  <a:rect l="l" t="t" r="r" b="b"/>
                  <a:pathLst>
                    <a:path w="3993" h="3421" extrusionOk="0">
                      <a:moveTo>
                        <a:pt x="2272" y="1"/>
                      </a:moveTo>
                      <a:cubicBezTo>
                        <a:pt x="1853" y="1"/>
                        <a:pt x="1425" y="157"/>
                        <a:pt x="1077" y="505"/>
                      </a:cubicBezTo>
                      <a:cubicBezTo>
                        <a:pt x="0" y="1582"/>
                        <a:pt x="762" y="3420"/>
                        <a:pt x="2286" y="3420"/>
                      </a:cubicBezTo>
                      <a:cubicBezTo>
                        <a:pt x="3230" y="3420"/>
                        <a:pt x="3992" y="2658"/>
                        <a:pt x="3992" y="1715"/>
                      </a:cubicBezTo>
                      <a:cubicBezTo>
                        <a:pt x="3992" y="683"/>
                        <a:pt x="3150" y="1"/>
                        <a:pt x="227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003" name="Google Shape;4003;p60"/>
                <p:cNvSpPr/>
                <p:nvPr/>
              </p:nvSpPr>
              <p:spPr>
                <a:xfrm>
                  <a:off x="4836240" y="4120145"/>
                  <a:ext cx="8950" cy="7684"/>
                </a:xfrm>
                <a:custGeom>
                  <a:avLst/>
                  <a:gdLst/>
                  <a:ahLst/>
                  <a:cxnLst/>
                  <a:rect l="l" t="t" r="r" b="b"/>
                  <a:pathLst>
                    <a:path w="1138" h="977" extrusionOk="0">
                      <a:moveTo>
                        <a:pt x="653" y="1"/>
                      </a:moveTo>
                      <a:cubicBezTo>
                        <a:pt x="218" y="1"/>
                        <a:pt x="0" y="533"/>
                        <a:pt x="303" y="835"/>
                      </a:cubicBezTo>
                      <a:cubicBezTo>
                        <a:pt x="404" y="933"/>
                        <a:pt x="527" y="976"/>
                        <a:pt x="646" y="976"/>
                      </a:cubicBezTo>
                      <a:cubicBezTo>
                        <a:pt x="898" y="976"/>
                        <a:pt x="1137" y="784"/>
                        <a:pt x="1137" y="497"/>
                      </a:cubicBezTo>
                      <a:cubicBezTo>
                        <a:pt x="1137" y="218"/>
                        <a:pt x="920" y="1"/>
                        <a:pt x="65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004" name="Google Shape;4004;p60"/>
              <p:cNvGrpSpPr/>
              <p:nvPr/>
            </p:nvGrpSpPr>
            <p:grpSpPr>
              <a:xfrm>
                <a:off x="4838332" y="3821150"/>
                <a:ext cx="31499" cy="26898"/>
                <a:chOff x="4838332" y="3821150"/>
                <a:chExt cx="31499" cy="26898"/>
              </a:xfrm>
            </p:grpSpPr>
            <p:sp>
              <p:nvSpPr>
                <p:cNvPr id="4005" name="Google Shape;4005;p60"/>
                <p:cNvSpPr/>
                <p:nvPr/>
              </p:nvSpPr>
              <p:spPr>
                <a:xfrm>
                  <a:off x="4838332" y="3821150"/>
                  <a:ext cx="31499" cy="26898"/>
                </a:xfrm>
                <a:custGeom>
                  <a:avLst/>
                  <a:gdLst/>
                  <a:ahLst/>
                  <a:cxnLst/>
                  <a:rect l="l" t="t" r="r" b="b"/>
                  <a:pathLst>
                    <a:path w="4005" h="3420" extrusionOk="0">
                      <a:moveTo>
                        <a:pt x="2285" y="1"/>
                      </a:moveTo>
                      <a:cubicBezTo>
                        <a:pt x="1865" y="1"/>
                        <a:pt x="1437" y="156"/>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006" name="Google Shape;4006;p60"/>
                <p:cNvSpPr/>
                <p:nvPr/>
              </p:nvSpPr>
              <p:spPr>
                <a:xfrm>
                  <a:off x="4851270" y="3830824"/>
                  <a:ext cx="8950" cy="7582"/>
                </a:xfrm>
                <a:custGeom>
                  <a:avLst/>
                  <a:gdLst/>
                  <a:ahLst/>
                  <a:cxnLst/>
                  <a:rect l="l" t="t" r="r" b="b"/>
                  <a:pathLst>
                    <a:path w="1138" h="964" extrusionOk="0">
                      <a:moveTo>
                        <a:pt x="654" y="0"/>
                      </a:moveTo>
                      <a:cubicBezTo>
                        <a:pt x="218" y="0"/>
                        <a:pt x="0" y="521"/>
                        <a:pt x="303" y="823"/>
                      </a:cubicBezTo>
                      <a:cubicBezTo>
                        <a:pt x="404" y="920"/>
                        <a:pt x="526" y="964"/>
                        <a:pt x="644" y="964"/>
                      </a:cubicBezTo>
                      <a:cubicBezTo>
                        <a:pt x="893" y="964"/>
                        <a:pt x="1129" y="771"/>
                        <a:pt x="1138" y="484"/>
                      </a:cubicBezTo>
                      <a:cubicBezTo>
                        <a:pt x="1125" y="218"/>
                        <a:pt x="920" y="0"/>
                        <a:pt x="65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007" name="Google Shape;4007;p60"/>
              <p:cNvGrpSpPr/>
              <p:nvPr/>
            </p:nvGrpSpPr>
            <p:grpSpPr>
              <a:xfrm>
                <a:off x="4661275" y="3815007"/>
                <a:ext cx="36824" cy="31523"/>
                <a:chOff x="4661275" y="3815007"/>
                <a:chExt cx="36824" cy="31523"/>
              </a:xfrm>
            </p:grpSpPr>
            <p:sp>
              <p:nvSpPr>
                <p:cNvPr id="4008" name="Google Shape;4008;p60"/>
                <p:cNvSpPr/>
                <p:nvPr/>
              </p:nvSpPr>
              <p:spPr>
                <a:xfrm>
                  <a:off x="4661275" y="3815007"/>
                  <a:ext cx="36824" cy="31523"/>
                </a:xfrm>
                <a:custGeom>
                  <a:avLst/>
                  <a:gdLst/>
                  <a:ahLst/>
                  <a:cxnLst/>
                  <a:rect l="l" t="t" r="r" b="b"/>
                  <a:pathLst>
                    <a:path w="4682" h="4008" extrusionOk="0">
                      <a:moveTo>
                        <a:pt x="2663" y="0"/>
                      </a:moveTo>
                      <a:cubicBezTo>
                        <a:pt x="2169" y="0"/>
                        <a:pt x="1666" y="184"/>
                        <a:pt x="1258" y="596"/>
                      </a:cubicBezTo>
                      <a:cubicBezTo>
                        <a:pt x="0" y="1854"/>
                        <a:pt x="895" y="4007"/>
                        <a:pt x="2674" y="4007"/>
                      </a:cubicBezTo>
                      <a:cubicBezTo>
                        <a:pt x="3774" y="4007"/>
                        <a:pt x="4682" y="3112"/>
                        <a:pt x="4682" y="2011"/>
                      </a:cubicBezTo>
                      <a:cubicBezTo>
                        <a:pt x="4682" y="801"/>
                        <a:pt x="3692" y="0"/>
                        <a:pt x="2663"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009" name="Google Shape;4009;p60"/>
                <p:cNvSpPr/>
                <p:nvPr/>
              </p:nvSpPr>
              <p:spPr>
                <a:xfrm>
                  <a:off x="4676211" y="3824736"/>
                  <a:ext cx="12183" cy="12183"/>
                </a:xfrm>
                <a:custGeom>
                  <a:avLst/>
                  <a:gdLst/>
                  <a:ahLst/>
                  <a:cxnLst/>
                  <a:rect l="l" t="t" r="r" b="b"/>
                  <a:pathLst>
                    <a:path w="1549" h="1549" extrusionOk="0">
                      <a:moveTo>
                        <a:pt x="775" y="0"/>
                      </a:moveTo>
                      <a:cubicBezTo>
                        <a:pt x="351" y="0"/>
                        <a:pt x="0" y="339"/>
                        <a:pt x="0" y="774"/>
                      </a:cubicBezTo>
                      <a:cubicBezTo>
                        <a:pt x="0" y="1198"/>
                        <a:pt x="351" y="1549"/>
                        <a:pt x="775" y="1549"/>
                      </a:cubicBezTo>
                      <a:cubicBezTo>
                        <a:pt x="1210" y="1549"/>
                        <a:pt x="1549" y="1198"/>
                        <a:pt x="1549" y="774"/>
                      </a:cubicBezTo>
                      <a:cubicBezTo>
                        <a:pt x="1549" y="339"/>
                        <a:pt x="1210" y="0"/>
                        <a:pt x="77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010" name="Google Shape;4010;p60"/>
              <p:cNvGrpSpPr/>
              <p:nvPr/>
            </p:nvGrpSpPr>
            <p:grpSpPr>
              <a:xfrm>
                <a:off x="4558998" y="3851037"/>
                <a:ext cx="33591" cy="28699"/>
                <a:chOff x="4558998" y="3851037"/>
                <a:chExt cx="33591" cy="28699"/>
              </a:xfrm>
            </p:grpSpPr>
            <p:sp>
              <p:nvSpPr>
                <p:cNvPr id="4011" name="Google Shape;4011;p60"/>
                <p:cNvSpPr/>
                <p:nvPr/>
              </p:nvSpPr>
              <p:spPr>
                <a:xfrm>
                  <a:off x="4558998" y="3851037"/>
                  <a:ext cx="33591" cy="28699"/>
                </a:xfrm>
                <a:custGeom>
                  <a:avLst/>
                  <a:gdLst/>
                  <a:ahLst/>
                  <a:cxnLst/>
                  <a:rect l="l" t="t" r="r" b="b"/>
                  <a:pathLst>
                    <a:path w="4271" h="3649" extrusionOk="0">
                      <a:moveTo>
                        <a:pt x="2430" y="0"/>
                      </a:moveTo>
                      <a:cubicBezTo>
                        <a:pt x="1980" y="0"/>
                        <a:pt x="1522" y="167"/>
                        <a:pt x="1149" y="539"/>
                      </a:cubicBezTo>
                      <a:cubicBezTo>
                        <a:pt x="0" y="1688"/>
                        <a:pt x="823" y="3648"/>
                        <a:pt x="2444" y="3648"/>
                      </a:cubicBezTo>
                      <a:cubicBezTo>
                        <a:pt x="3448" y="3648"/>
                        <a:pt x="4270" y="2838"/>
                        <a:pt x="4270" y="1822"/>
                      </a:cubicBezTo>
                      <a:cubicBezTo>
                        <a:pt x="4270" y="726"/>
                        <a:pt x="3369" y="0"/>
                        <a:pt x="2430"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012" name="Google Shape;4012;p60"/>
                <p:cNvSpPr/>
                <p:nvPr/>
              </p:nvSpPr>
              <p:spPr>
                <a:xfrm>
                  <a:off x="4573557" y="3860695"/>
                  <a:ext cx="9328" cy="9430"/>
                </a:xfrm>
                <a:custGeom>
                  <a:avLst/>
                  <a:gdLst/>
                  <a:ahLst/>
                  <a:cxnLst/>
                  <a:rect l="l" t="t" r="r" b="b"/>
                  <a:pathLst>
                    <a:path w="1186" h="1199" extrusionOk="0">
                      <a:moveTo>
                        <a:pt x="593" y="1"/>
                      </a:moveTo>
                      <a:cubicBezTo>
                        <a:pt x="266" y="1"/>
                        <a:pt x="0" y="267"/>
                        <a:pt x="0" y="594"/>
                      </a:cubicBezTo>
                      <a:cubicBezTo>
                        <a:pt x="0" y="932"/>
                        <a:pt x="266" y="1198"/>
                        <a:pt x="593" y="1198"/>
                      </a:cubicBezTo>
                      <a:cubicBezTo>
                        <a:pt x="919" y="1198"/>
                        <a:pt x="1185" y="932"/>
                        <a:pt x="1185" y="594"/>
                      </a:cubicBezTo>
                      <a:cubicBezTo>
                        <a:pt x="1185" y="267"/>
                        <a:pt x="919" y="1"/>
                        <a:pt x="59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013" name="Google Shape;4013;p60"/>
              <p:cNvGrpSpPr/>
              <p:nvPr/>
            </p:nvGrpSpPr>
            <p:grpSpPr>
              <a:xfrm>
                <a:off x="4696762" y="3638587"/>
                <a:ext cx="33591" cy="28794"/>
                <a:chOff x="4696762" y="3638587"/>
                <a:chExt cx="33591" cy="28794"/>
              </a:xfrm>
            </p:grpSpPr>
            <p:sp>
              <p:nvSpPr>
                <p:cNvPr id="4014" name="Google Shape;4014;p60"/>
                <p:cNvSpPr/>
                <p:nvPr/>
              </p:nvSpPr>
              <p:spPr>
                <a:xfrm>
                  <a:off x="4696762" y="3638587"/>
                  <a:ext cx="33591" cy="28794"/>
                </a:xfrm>
                <a:custGeom>
                  <a:avLst/>
                  <a:gdLst/>
                  <a:ahLst/>
                  <a:cxnLst/>
                  <a:rect l="l" t="t" r="r" b="b"/>
                  <a:pathLst>
                    <a:path w="4271" h="3661" extrusionOk="0">
                      <a:moveTo>
                        <a:pt x="2426" y="1"/>
                      </a:moveTo>
                      <a:cubicBezTo>
                        <a:pt x="1978" y="1"/>
                        <a:pt x="1521" y="167"/>
                        <a:pt x="1150" y="539"/>
                      </a:cubicBezTo>
                      <a:cubicBezTo>
                        <a:pt x="0" y="1688"/>
                        <a:pt x="823" y="3660"/>
                        <a:pt x="2444" y="3660"/>
                      </a:cubicBezTo>
                      <a:cubicBezTo>
                        <a:pt x="3448" y="3648"/>
                        <a:pt x="4258" y="2838"/>
                        <a:pt x="4270" y="1834"/>
                      </a:cubicBezTo>
                      <a:cubicBezTo>
                        <a:pt x="4262" y="729"/>
                        <a:pt x="3363" y="1"/>
                        <a:pt x="2426"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015" name="Google Shape;4015;p60"/>
                <p:cNvSpPr/>
                <p:nvPr/>
              </p:nvSpPr>
              <p:spPr>
                <a:xfrm>
                  <a:off x="4711320" y="3648245"/>
                  <a:ext cx="9328" cy="9430"/>
                </a:xfrm>
                <a:custGeom>
                  <a:avLst/>
                  <a:gdLst/>
                  <a:ahLst/>
                  <a:cxnLst/>
                  <a:rect l="l" t="t" r="r" b="b"/>
                  <a:pathLst>
                    <a:path w="1186" h="1199" extrusionOk="0">
                      <a:moveTo>
                        <a:pt x="593" y="1"/>
                      </a:moveTo>
                      <a:cubicBezTo>
                        <a:pt x="266" y="1"/>
                        <a:pt x="0" y="279"/>
                        <a:pt x="0" y="606"/>
                      </a:cubicBezTo>
                      <a:cubicBezTo>
                        <a:pt x="0" y="932"/>
                        <a:pt x="266" y="1198"/>
                        <a:pt x="593" y="1198"/>
                      </a:cubicBezTo>
                      <a:cubicBezTo>
                        <a:pt x="919" y="1198"/>
                        <a:pt x="1186" y="932"/>
                        <a:pt x="1186" y="606"/>
                      </a:cubicBezTo>
                      <a:cubicBezTo>
                        <a:pt x="1186" y="279"/>
                        <a:pt x="919" y="1"/>
                        <a:pt x="59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016" name="Google Shape;4016;p60"/>
              <p:cNvGrpSpPr/>
              <p:nvPr/>
            </p:nvGrpSpPr>
            <p:grpSpPr>
              <a:xfrm>
                <a:off x="4929479" y="3939140"/>
                <a:ext cx="33497" cy="28692"/>
                <a:chOff x="4929479" y="3939140"/>
                <a:chExt cx="33497" cy="28692"/>
              </a:xfrm>
            </p:grpSpPr>
            <p:sp>
              <p:nvSpPr>
                <p:cNvPr id="4017" name="Google Shape;4017;p60"/>
                <p:cNvSpPr/>
                <p:nvPr/>
              </p:nvSpPr>
              <p:spPr>
                <a:xfrm>
                  <a:off x="4929479" y="3939140"/>
                  <a:ext cx="33497" cy="28692"/>
                </a:xfrm>
                <a:custGeom>
                  <a:avLst/>
                  <a:gdLst/>
                  <a:ahLst/>
                  <a:cxnLst/>
                  <a:rect l="l" t="t" r="r" b="b"/>
                  <a:pathLst>
                    <a:path w="4259" h="3648" extrusionOk="0">
                      <a:moveTo>
                        <a:pt x="2426" y="0"/>
                      </a:moveTo>
                      <a:cubicBezTo>
                        <a:pt x="1978" y="0"/>
                        <a:pt x="1521" y="167"/>
                        <a:pt x="1149" y="539"/>
                      </a:cubicBezTo>
                      <a:cubicBezTo>
                        <a:pt x="0" y="1688"/>
                        <a:pt x="811" y="3648"/>
                        <a:pt x="2431" y="3648"/>
                      </a:cubicBezTo>
                      <a:cubicBezTo>
                        <a:pt x="3448" y="3648"/>
                        <a:pt x="4258" y="2837"/>
                        <a:pt x="4258" y="1833"/>
                      </a:cubicBezTo>
                      <a:cubicBezTo>
                        <a:pt x="4258" y="729"/>
                        <a:pt x="3361" y="0"/>
                        <a:pt x="2426"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018" name="Google Shape;4018;p60"/>
                <p:cNvSpPr/>
                <p:nvPr/>
              </p:nvSpPr>
              <p:spPr>
                <a:xfrm>
                  <a:off x="4943935" y="3948893"/>
                  <a:ext cx="9430" cy="9328"/>
                </a:xfrm>
                <a:custGeom>
                  <a:avLst/>
                  <a:gdLst/>
                  <a:ahLst/>
                  <a:cxnLst/>
                  <a:rect l="l" t="t" r="r" b="b"/>
                  <a:pathLst>
                    <a:path w="1199" h="1186" extrusionOk="0">
                      <a:moveTo>
                        <a:pt x="593" y="0"/>
                      </a:moveTo>
                      <a:cubicBezTo>
                        <a:pt x="267" y="0"/>
                        <a:pt x="1" y="267"/>
                        <a:pt x="1" y="593"/>
                      </a:cubicBezTo>
                      <a:cubicBezTo>
                        <a:pt x="1" y="920"/>
                        <a:pt x="267" y="1186"/>
                        <a:pt x="593" y="1186"/>
                      </a:cubicBezTo>
                      <a:cubicBezTo>
                        <a:pt x="932" y="1186"/>
                        <a:pt x="1198" y="920"/>
                        <a:pt x="1198" y="593"/>
                      </a:cubicBezTo>
                      <a:cubicBezTo>
                        <a:pt x="1198" y="267"/>
                        <a:pt x="932" y="0"/>
                        <a:pt x="593"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019" name="Google Shape;4019;p60"/>
              <p:cNvGrpSpPr/>
              <p:nvPr/>
            </p:nvGrpSpPr>
            <p:grpSpPr>
              <a:xfrm>
                <a:off x="4907119" y="3986039"/>
                <a:ext cx="33497" cy="28699"/>
                <a:chOff x="4907119" y="3986039"/>
                <a:chExt cx="33497" cy="28699"/>
              </a:xfrm>
            </p:grpSpPr>
            <p:sp>
              <p:nvSpPr>
                <p:cNvPr id="4020" name="Google Shape;4020;p60"/>
                <p:cNvSpPr/>
                <p:nvPr/>
              </p:nvSpPr>
              <p:spPr>
                <a:xfrm>
                  <a:off x="4907119" y="3986039"/>
                  <a:ext cx="33497" cy="28699"/>
                </a:xfrm>
                <a:custGeom>
                  <a:avLst/>
                  <a:gdLst/>
                  <a:ahLst/>
                  <a:cxnLst/>
                  <a:rect l="l" t="t" r="r" b="b"/>
                  <a:pathLst>
                    <a:path w="4259" h="3649" extrusionOk="0">
                      <a:moveTo>
                        <a:pt x="2427" y="1"/>
                      </a:moveTo>
                      <a:cubicBezTo>
                        <a:pt x="1979" y="1"/>
                        <a:pt x="1522" y="167"/>
                        <a:pt x="1149" y="540"/>
                      </a:cubicBezTo>
                      <a:cubicBezTo>
                        <a:pt x="0" y="1689"/>
                        <a:pt x="811" y="3648"/>
                        <a:pt x="2444" y="3648"/>
                      </a:cubicBezTo>
                      <a:cubicBezTo>
                        <a:pt x="3448" y="3648"/>
                        <a:pt x="4258" y="2826"/>
                        <a:pt x="4258" y="1822"/>
                      </a:cubicBezTo>
                      <a:cubicBezTo>
                        <a:pt x="4258" y="726"/>
                        <a:pt x="3363" y="1"/>
                        <a:pt x="2427"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021" name="Google Shape;4021;p60"/>
                <p:cNvSpPr/>
                <p:nvPr/>
              </p:nvSpPr>
              <p:spPr>
                <a:xfrm>
                  <a:off x="4921583" y="3995705"/>
                  <a:ext cx="9422" cy="9328"/>
                </a:xfrm>
                <a:custGeom>
                  <a:avLst/>
                  <a:gdLst/>
                  <a:ahLst/>
                  <a:cxnLst/>
                  <a:rect l="l" t="t" r="r" b="b"/>
                  <a:pathLst>
                    <a:path w="1198" h="1186" extrusionOk="0">
                      <a:moveTo>
                        <a:pt x="605" y="0"/>
                      </a:moveTo>
                      <a:cubicBezTo>
                        <a:pt x="266" y="0"/>
                        <a:pt x="0" y="266"/>
                        <a:pt x="0" y="593"/>
                      </a:cubicBezTo>
                      <a:cubicBezTo>
                        <a:pt x="0" y="919"/>
                        <a:pt x="266" y="1186"/>
                        <a:pt x="605" y="1186"/>
                      </a:cubicBezTo>
                      <a:cubicBezTo>
                        <a:pt x="931" y="1186"/>
                        <a:pt x="1198" y="919"/>
                        <a:pt x="1198" y="593"/>
                      </a:cubicBezTo>
                      <a:cubicBezTo>
                        <a:pt x="1198" y="266"/>
                        <a:pt x="931" y="0"/>
                        <a:pt x="60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022" name="Google Shape;4022;p60"/>
              <p:cNvGrpSpPr/>
              <p:nvPr/>
            </p:nvGrpSpPr>
            <p:grpSpPr>
              <a:xfrm>
                <a:off x="4911783" y="4048102"/>
                <a:ext cx="33591" cy="28762"/>
                <a:chOff x="4911783" y="4048102"/>
                <a:chExt cx="33591" cy="28762"/>
              </a:xfrm>
            </p:grpSpPr>
            <p:sp>
              <p:nvSpPr>
                <p:cNvPr id="4023" name="Google Shape;4023;p60"/>
                <p:cNvSpPr/>
                <p:nvPr/>
              </p:nvSpPr>
              <p:spPr>
                <a:xfrm>
                  <a:off x="4911783" y="4048102"/>
                  <a:ext cx="33591" cy="28762"/>
                </a:xfrm>
                <a:custGeom>
                  <a:avLst/>
                  <a:gdLst/>
                  <a:ahLst/>
                  <a:cxnLst/>
                  <a:rect l="l" t="t" r="r" b="b"/>
                  <a:pathLst>
                    <a:path w="4271" h="3657" extrusionOk="0">
                      <a:moveTo>
                        <a:pt x="2422" y="0"/>
                      </a:moveTo>
                      <a:cubicBezTo>
                        <a:pt x="1974" y="0"/>
                        <a:pt x="1519" y="166"/>
                        <a:pt x="1149" y="536"/>
                      </a:cubicBezTo>
                      <a:cubicBezTo>
                        <a:pt x="0" y="1685"/>
                        <a:pt x="823" y="3657"/>
                        <a:pt x="2456" y="3657"/>
                      </a:cubicBezTo>
                      <a:cubicBezTo>
                        <a:pt x="3448" y="3645"/>
                        <a:pt x="4258" y="2834"/>
                        <a:pt x="4270" y="1842"/>
                      </a:cubicBezTo>
                      <a:cubicBezTo>
                        <a:pt x="4270" y="735"/>
                        <a:pt x="3364" y="0"/>
                        <a:pt x="242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024" name="Google Shape;4024;p60"/>
                <p:cNvSpPr/>
                <p:nvPr/>
              </p:nvSpPr>
              <p:spPr>
                <a:xfrm>
                  <a:off x="4926333" y="4057831"/>
                  <a:ext cx="9336" cy="9328"/>
                </a:xfrm>
                <a:custGeom>
                  <a:avLst/>
                  <a:gdLst/>
                  <a:ahLst/>
                  <a:cxnLst/>
                  <a:rect l="l" t="t" r="r" b="b"/>
                  <a:pathLst>
                    <a:path w="1187" h="1186" extrusionOk="0">
                      <a:moveTo>
                        <a:pt x="594" y="0"/>
                      </a:moveTo>
                      <a:cubicBezTo>
                        <a:pt x="267" y="0"/>
                        <a:pt x="1" y="266"/>
                        <a:pt x="1" y="593"/>
                      </a:cubicBezTo>
                      <a:cubicBezTo>
                        <a:pt x="1" y="920"/>
                        <a:pt x="267" y="1186"/>
                        <a:pt x="594" y="1186"/>
                      </a:cubicBezTo>
                      <a:cubicBezTo>
                        <a:pt x="920" y="1186"/>
                        <a:pt x="1186" y="920"/>
                        <a:pt x="1186" y="593"/>
                      </a:cubicBezTo>
                      <a:cubicBezTo>
                        <a:pt x="1186" y="266"/>
                        <a:pt x="920" y="0"/>
                        <a:pt x="59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sp>
            <p:nvSpPr>
              <p:cNvPr id="4025" name="Google Shape;4025;p60"/>
              <p:cNvSpPr/>
              <p:nvPr/>
            </p:nvSpPr>
            <p:spPr>
              <a:xfrm>
                <a:off x="4713506" y="3934476"/>
                <a:ext cx="33497" cy="28692"/>
              </a:xfrm>
              <a:custGeom>
                <a:avLst/>
                <a:gdLst/>
                <a:ahLst/>
                <a:cxnLst/>
                <a:rect l="l" t="t" r="r" b="b"/>
                <a:pathLst>
                  <a:path w="4259" h="3648" extrusionOk="0">
                    <a:moveTo>
                      <a:pt x="2422" y="0"/>
                    </a:moveTo>
                    <a:cubicBezTo>
                      <a:pt x="1974" y="0"/>
                      <a:pt x="1518" y="167"/>
                      <a:pt x="1150" y="539"/>
                    </a:cubicBezTo>
                    <a:cubicBezTo>
                      <a:pt x="0" y="1688"/>
                      <a:pt x="811" y="3648"/>
                      <a:pt x="2432" y="3648"/>
                    </a:cubicBezTo>
                    <a:cubicBezTo>
                      <a:pt x="3436" y="3648"/>
                      <a:pt x="4258" y="2838"/>
                      <a:pt x="4258" y="1821"/>
                    </a:cubicBezTo>
                    <a:cubicBezTo>
                      <a:pt x="4258" y="726"/>
                      <a:pt x="3357" y="0"/>
                      <a:pt x="242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026" name="Google Shape;4026;p60"/>
              <p:cNvSpPr/>
              <p:nvPr/>
            </p:nvSpPr>
            <p:spPr>
              <a:xfrm>
                <a:off x="4727970" y="3944135"/>
                <a:ext cx="9328" cy="9430"/>
              </a:xfrm>
              <a:custGeom>
                <a:avLst/>
                <a:gdLst/>
                <a:ahLst/>
                <a:cxnLst/>
                <a:rect l="l" t="t" r="r" b="b"/>
                <a:pathLst>
                  <a:path w="1186" h="1199" extrusionOk="0">
                    <a:moveTo>
                      <a:pt x="593" y="1"/>
                    </a:moveTo>
                    <a:cubicBezTo>
                      <a:pt x="266" y="1"/>
                      <a:pt x="0" y="267"/>
                      <a:pt x="0" y="593"/>
                    </a:cubicBezTo>
                    <a:cubicBezTo>
                      <a:pt x="0" y="932"/>
                      <a:pt x="266" y="1198"/>
                      <a:pt x="593" y="1198"/>
                    </a:cubicBezTo>
                    <a:cubicBezTo>
                      <a:pt x="919" y="1198"/>
                      <a:pt x="1186" y="932"/>
                      <a:pt x="1186" y="593"/>
                    </a:cubicBezTo>
                    <a:cubicBezTo>
                      <a:pt x="1186" y="267"/>
                      <a:pt x="919" y="1"/>
                      <a:pt x="59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nvGrpSpPr>
              <p:cNvPr id="4027" name="Google Shape;4027;p60"/>
              <p:cNvGrpSpPr/>
              <p:nvPr/>
            </p:nvGrpSpPr>
            <p:grpSpPr>
              <a:xfrm>
                <a:off x="4762623" y="3837847"/>
                <a:ext cx="42416" cy="36273"/>
                <a:chOff x="4762623" y="3837847"/>
                <a:chExt cx="42416" cy="36273"/>
              </a:xfrm>
            </p:grpSpPr>
            <p:sp>
              <p:nvSpPr>
                <p:cNvPr id="4028" name="Google Shape;4028;p60"/>
                <p:cNvSpPr/>
                <p:nvPr/>
              </p:nvSpPr>
              <p:spPr>
                <a:xfrm>
                  <a:off x="4762623" y="3837847"/>
                  <a:ext cx="42416" cy="36273"/>
                </a:xfrm>
                <a:custGeom>
                  <a:avLst/>
                  <a:gdLst/>
                  <a:ahLst/>
                  <a:cxnLst/>
                  <a:rect l="l" t="t" r="r" b="b"/>
                  <a:pathLst>
                    <a:path w="5393" h="4612" extrusionOk="0">
                      <a:moveTo>
                        <a:pt x="3064" y="1"/>
                      </a:moveTo>
                      <a:cubicBezTo>
                        <a:pt x="2496" y="1"/>
                        <a:pt x="1918" y="211"/>
                        <a:pt x="1449" y="680"/>
                      </a:cubicBezTo>
                      <a:cubicBezTo>
                        <a:pt x="1" y="2128"/>
                        <a:pt x="1033" y="4611"/>
                        <a:pt x="3067" y="4611"/>
                      </a:cubicBezTo>
                      <a:cubicBezTo>
                        <a:pt x="3072" y="4611"/>
                        <a:pt x="3077" y="4611"/>
                        <a:pt x="3082" y="4611"/>
                      </a:cubicBezTo>
                      <a:cubicBezTo>
                        <a:pt x="4352" y="4611"/>
                        <a:pt x="5380" y="3583"/>
                        <a:pt x="5392" y="2313"/>
                      </a:cubicBezTo>
                      <a:cubicBezTo>
                        <a:pt x="5392" y="921"/>
                        <a:pt x="4251" y="1"/>
                        <a:pt x="3064"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029" name="Google Shape;4029;p60"/>
                <p:cNvSpPr/>
                <p:nvPr/>
              </p:nvSpPr>
              <p:spPr>
                <a:xfrm>
                  <a:off x="4775538" y="3847568"/>
                  <a:ext cx="19796" cy="16957"/>
                </a:xfrm>
                <a:custGeom>
                  <a:avLst/>
                  <a:gdLst/>
                  <a:ahLst/>
                  <a:cxnLst/>
                  <a:rect l="l" t="t" r="r" b="b"/>
                  <a:pathLst>
                    <a:path w="2517" h="2156" extrusionOk="0">
                      <a:moveTo>
                        <a:pt x="1440" y="0"/>
                      </a:moveTo>
                      <a:cubicBezTo>
                        <a:pt x="484" y="0"/>
                        <a:pt x="0" y="1162"/>
                        <a:pt x="678" y="1839"/>
                      </a:cubicBezTo>
                      <a:cubicBezTo>
                        <a:pt x="896" y="2058"/>
                        <a:pt x="1165" y="2155"/>
                        <a:pt x="1429" y="2155"/>
                      </a:cubicBezTo>
                      <a:cubicBezTo>
                        <a:pt x="1984" y="2155"/>
                        <a:pt x="2517" y="1724"/>
                        <a:pt x="2517" y="1077"/>
                      </a:cubicBezTo>
                      <a:cubicBezTo>
                        <a:pt x="2517" y="484"/>
                        <a:pt x="2045" y="0"/>
                        <a:pt x="1440"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030" name="Google Shape;4030;p60"/>
              <p:cNvGrpSpPr/>
              <p:nvPr/>
            </p:nvGrpSpPr>
            <p:grpSpPr>
              <a:xfrm>
                <a:off x="4746044" y="4104966"/>
                <a:ext cx="33497" cy="28699"/>
                <a:chOff x="4746044" y="4104966"/>
                <a:chExt cx="33497" cy="28699"/>
              </a:xfrm>
            </p:grpSpPr>
            <p:sp>
              <p:nvSpPr>
                <p:cNvPr id="4031" name="Google Shape;4031;p60"/>
                <p:cNvSpPr/>
                <p:nvPr/>
              </p:nvSpPr>
              <p:spPr>
                <a:xfrm>
                  <a:off x="4746044" y="4104966"/>
                  <a:ext cx="33497" cy="28699"/>
                </a:xfrm>
                <a:custGeom>
                  <a:avLst/>
                  <a:gdLst/>
                  <a:ahLst/>
                  <a:cxnLst/>
                  <a:rect l="l" t="t" r="r" b="b"/>
                  <a:pathLst>
                    <a:path w="4259" h="3649" extrusionOk="0">
                      <a:moveTo>
                        <a:pt x="2428" y="1"/>
                      </a:moveTo>
                      <a:cubicBezTo>
                        <a:pt x="1979" y="1"/>
                        <a:pt x="1522" y="167"/>
                        <a:pt x="1150" y="540"/>
                      </a:cubicBezTo>
                      <a:cubicBezTo>
                        <a:pt x="0" y="1677"/>
                        <a:pt x="811" y="3648"/>
                        <a:pt x="2432" y="3648"/>
                      </a:cubicBezTo>
                      <a:cubicBezTo>
                        <a:pt x="3436" y="3648"/>
                        <a:pt x="4259" y="2826"/>
                        <a:pt x="4259" y="1822"/>
                      </a:cubicBezTo>
                      <a:cubicBezTo>
                        <a:pt x="4259" y="726"/>
                        <a:pt x="3363" y="1"/>
                        <a:pt x="2428"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032" name="Google Shape;4032;p60"/>
                <p:cNvSpPr/>
                <p:nvPr/>
              </p:nvSpPr>
              <p:spPr>
                <a:xfrm>
                  <a:off x="4758887" y="4114632"/>
                  <a:ext cx="11042" cy="9375"/>
                </a:xfrm>
                <a:custGeom>
                  <a:avLst/>
                  <a:gdLst/>
                  <a:ahLst/>
                  <a:cxnLst/>
                  <a:rect l="l" t="t" r="r" b="b"/>
                  <a:pathLst>
                    <a:path w="1404" h="1192" extrusionOk="0">
                      <a:moveTo>
                        <a:pt x="799" y="0"/>
                      </a:moveTo>
                      <a:cubicBezTo>
                        <a:pt x="267" y="0"/>
                        <a:pt x="1" y="641"/>
                        <a:pt x="376" y="1016"/>
                      </a:cubicBezTo>
                      <a:cubicBezTo>
                        <a:pt x="497" y="1137"/>
                        <a:pt x="645" y="1191"/>
                        <a:pt x="792" y="1191"/>
                      </a:cubicBezTo>
                      <a:cubicBezTo>
                        <a:pt x="1099" y="1191"/>
                        <a:pt x="1396" y="953"/>
                        <a:pt x="1404" y="593"/>
                      </a:cubicBezTo>
                      <a:cubicBezTo>
                        <a:pt x="1404" y="266"/>
                        <a:pt x="1126" y="0"/>
                        <a:pt x="799"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033" name="Google Shape;4033;p60"/>
              <p:cNvGrpSpPr/>
              <p:nvPr/>
            </p:nvGrpSpPr>
            <p:grpSpPr>
              <a:xfrm>
                <a:off x="4859646" y="4162554"/>
                <a:ext cx="33591" cy="28762"/>
                <a:chOff x="4859646" y="4162554"/>
                <a:chExt cx="33591" cy="28762"/>
              </a:xfrm>
            </p:grpSpPr>
            <p:sp>
              <p:nvSpPr>
                <p:cNvPr id="4034" name="Google Shape;4034;p60"/>
                <p:cNvSpPr/>
                <p:nvPr/>
              </p:nvSpPr>
              <p:spPr>
                <a:xfrm>
                  <a:off x="4859646" y="4162554"/>
                  <a:ext cx="33591" cy="28762"/>
                </a:xfrm>
                <a:custGeom>
                  <a:avLst/>
                  <a:gdLst/>
                  <a:ahLst/>
                  <a:cxnLst/>
                  <a:rect l="l" t="t" r="r" b="b"/>
                  <a:pathLst>
                    <a:path w="4271" h="3657" extrusionOk="0">
                      <a:moveTo>
                        <a:pt x="2423" y="0"/>
                      </a:moveTo>
                      <a:cubicBezTo>
                        <a:pt x="1975" y="0"/>
                        <a:pt x="1520" y="166"/>
                        <a:pt x="1149" y="536"/>
                      </a:cubicBezTo>
                      <a:cubicBezTo>
                        <a:pt x="0" y="1685"/>
                        <a:pt x="823" y="3657"/>
                        <a:pt x="2444" y="3657"/>
                      </a:cubicBezTo>
                      <a:cubicBezTo>
                        <a:pt x="3448" y="3657"/>
                        <a:pt x="4258" y="2834"/>
                        <a:pt x="4270" y="1830"/>
                      </a:cubicBezTo>
                      <a:cubicBezTo>
                        <a:pt x="4270" y="732"/>
                        <a:pt x="3365" y="0"/>
                        <a:pt x="2423"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035" name="Google Shape;4035;p60"/>
                <p:cNvSpPr/>
                <p:nvPr/>
              </p:nvSpPr>
              <p:spPr>
                <a:xfrm>
                  <a:off x="4874196" y="4172283"/>
                  <a:ext cx="9336" cy="9336"/>
                </a:xfrm>
                <a:custGeom>
                  <a:avLst/>
                  <a:gdLst/>
                  <a:ahLst/>
                  <a:cxnLst/>
                  <a:rect l="l" t="t" r="r" b="b"/>
                  <a:pathLst>
                    <a:path w="1187" h="1187" extrusionOk="0">
                      <a:moveTo>
                        <a:pt x="594" y="1"/>
                      </a:moveTo>
                      <a:cubicBezTo>
                        <a:pt x="267" y="1"/>
                        <a:pt x="1" y="267"/>
                        <a:pt x="1" y="593"/>
                      </a:cubicBezTo>
                      <a:cubicBezTo>
                        <a:pt x="1" y="920"/>
                        <a:pt x="267" y="1186"/>
                        <a:pt x="594" y="1186"/>
                      </a:cubicBezTo>
                      <a:cubicBezTo>
                        <a:pt x="920" y="1186"/>
                        <a:pt x="1186" y="920"/>
                        <a:pt x="1186" y="593"/>
                      </a:cubicBezTo>
                      <a:cubicBezTo>
                        <a:pt x="1186" y="267"/>
                        <a:pt x="920" y="1"/>
                        <a:pt x="59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grpSp>
          <p:nvGrpSpPr>
            <p:cNvPr id="4036" name="Google Shape;4036;p60"/>
            <p:cNvGrpSpPr/>
            <p:nvPr/>
          </p:nvGrpSpPr>
          <p:grpSpPr>
            <a:xfrm>
              <a:off x="3597785" y="3274438"/>
              <a:ext cx="855610" cy="1122100"/>
              <a:chOff x="3597785" y="3274438"/>
              <a:chExt cx="855610" cy="1122100"/>
            </a:xfrm>
          </p:grpSpPr>
          <p:grpSp>
            <p:nvGrpSpPr>
              <p:cNvPr id="4037" name="Google Shape;4037;p60"/>
              <p:cNvGrpSpPr/>
              <p:nvPr/>
            </p:nvGrpSpPr>
            <p:grpSpPr>
              <a:xfrm>
                <a:off x="3617857" y="3284717"/>
                <a:ext cx="826785" cy="1099165"/>
                <a:chOff x="3617857" y="3284717"/>
                <a:chExt cx="826785" cy="1099165"/>
              </a:xfrm>
            </p:grpSpPr>
            <p:sp>
              <p:nvSpPr>
                <p:cNvPr id="4038" name="Google Shape;4038;p60"/>
                <p:cNvSpPr/>
                <p:nvPr/>
              </p:nvSpPr>
              <p:spPr>
                <a:xfrm>
                  <a:off x="4155028" y="3869354"/>
                  <a:ext cx="289613" cy="514528"/>
                </a:xfrm>
                <a:custGeom>
                  <a:avLst/>
                  <a:gdLst/>
                  <a:ahLst/>
                  <a:cxnLst/>
                  <a:rect l="l" t="t" r="r" b="b"/>
                  <a:pathLst>
                    <a:path w="36823" h="65420" fill="none" extrusionOk="0">
                      <a:moveTo>
                        <a:pt x="5928" y="64827"/>
                      </a:moveTo>
                      <a:lnTo>
                        <a:pt x="6158" y="49755"/>
                      </a:lnTo>
                      <a:lnTo>
                        <a:pt x="8202" y="42327"/>
                      </a:lnTo>
                      <a:lnTo>
                        <a:pt x="8795" y="36351"/>
                      </a:lnTo>
                      <a:lnTo>
                        <a:pt x="8795" y="28912"/>
                      </a:lnTo>
                      <a:lnTo>
                        <a:pt x="3049" y="23347"/>
                      </a:lnTo>
                      <a:lnTo>
                        <a:pt x="0" y="12291"/>
                      </a:lnTo>
                      <a:lnTo>
                        <a:pt x="11601" y="1"/>
                      </a:lnTo>
                      <a:lnTo>
                        <a:pt x="19319" y="4259"/>
                      </a:lnTo>
                      <a:lnTo>
                        <a:pt x="27266" y="11747"/>
                      </a:lnTo>
                      <a:lnTo>
                        <a:pt x="36823" y="15472"/>
                      </a:lnTo>
                      <a:lnTo>
                        <a:pt x="34827" y="25803"/>
                      </a:lnTo>
                      <a:lnTo>
                        <a:pt x="26722" y="36944"/>
                      </a:lnTo>
                      <a:lnTo>
                        <a:pt x="19924" y="49198"/>
                      </a:lnTo>
                      <a:lnTo>
                        <a:pt x="11008" y="60690"/>
                      </a:lnTo>
                      <a:lnTo>
                        <a:pt x="5335" y="6542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39" name="Google Shape;4039;p60"/>
                <p:cNvSpPr/>
                <p:nvPr/>
              </p:nvSpPr>
              <p:spPr>
                <a:xfrm>
                  <a:off x="3617857" y="3284717"/>
                  <a:ext cx="662957" cy="685970"/>
                </a:xfrm>
                <a:custGeom>
                  <a:avLst/>
                  <a:gdLst/>
                  <a:ahLst/>
                  <a:cxnLst/>
                  <a:rect l="l" t="t" r="r" b="b"/>
                  <a:pathLst>
                    <a:path w="84292" h="87218" fill="none" extrusionOk="0">
                      <a:moveTo>
                        <a:pt x="79900" y="75157"/>
                      </a:moveTo>
                      <a:lnTo>
                        <a:pt x="77916" y="83262"/>
                      </a:lnTo>
                      <a:lnTo>
                        <a:pt x="68299" y="87218"/>
                      </a:lnTo>
                      <a:lnTo>
                        <a:pt x="61610" y="72314"/>
                      </a:lnTo>
                      <a:lnTo>
                        <a:pt x="48376" y="64524"/>
                      </a:lnTo>
                      <a:lnTo>
                        <a:pt x="37489" y="50685"/>
                      </a:lnTo>
                      <a:lnTo>
                        <a:pt x="32771" y="39181"/>
                      </a:lnTo>
                      <a:lnTo>
                        <a:pt x="28525" y="27000"/>
                      </a:lnTo>
                      <a:lnTo>
                        <a:pt x="19779" y="19379"/>
                      </a:lnTo>
                      <a:lnTo>
                        <a:pt x="1" y="14057"/>
                      </a:lnTo>
                      <a:lnTo>
                        <a:pt x="5227" y="0"/>
                      </a:lnTo>
                      <a:lnTo>
                        <a:pt x="40380" y="3605"/>
                      </a:lnTo>
                      <a:lnTo>
                        <a:pt x="53662" y="9254"/>
                      </a:lnTo>
                      <a:lnTo>
                        <a:pt x="56711" y="17734"/>
                      </a:lnTo>
                      <a:lnTo>
                        <a:pt x="69727" y="26177"/>
                      </a:lnTo>
                      <a:lnTo>
                        <a:pt x="84291" y="20649"/>
                      </a:lnTo>
                      <a:lnTo>
                        <a:pt x="79465" y="38165"/>
                      </a:lnTo>
                      <a:lnTo>
                        <a:pt x="72207" y="46960"/>
                      </a:lnTo>
                      <a:lnTo>
                        <a:pt x="64791" y="54677"/>
                      </a:lnTo>
                      <a:lnTo>
                        <a:pt x="54497" y="63206"/>
                      </a:lnTo>
                      <a:lnTo>
                        <a:pt x="62094" y="63556"/>
                      </a:lnTo>
                      <a:lnTo>
                        <a:pt x="66098" y="74335"/>
                      </a:lnTo>
                      <a:close/>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40" name="Google Shape;4040;p60"/>
                <p:cNvSpPr/>
                <p:nvPr/>
              </p:nvSpPr>
              <p:spPr>
                <a:xfrm>
                  <a:off x="4230666" y="3943372"/>
                  <a:ext cx="15612" cy="77934"/>
                </a:xfrm>
                <a:custGeom>
                  <a:avLst/>
                  <a:gdLst/>
                  <a:ahLst/>
                  <a:cxnLst/>
                  <a:rect l="l" t="t" r="r" b="b"/>
                  <a:pathLst>
                    <a:path w="1985" h="9909" fill="none" extrusionOk="0">
                      <a:moveTo>
                        <a:pt x="1984" y="9908"/>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41" name="Google Shape;4041;p60"/>
                <p:cNvSpPr/>
                <p:nvPr/>
              </p:nvSpPr>
              <p:spPr>
                <a:xfrm>
                  <a:off x="4230666" y="3902843"/>
                  <a:ext cx="138817" cy="116937"/>
                </a:xfrm>
                <a:custGeom>
                  <a:avLst/>
                  <a:gdLst/>
                  <a:ahLst/>
                  <a:cxnLst/>
                  <a:rect l="l" t="t" r="r" b="b"/>
                  <a:pathLst>
                    <a:path w="17650" h="14868" fill="none" extrusionOk="0">
                      <a:moveTo>
                        <a:pt x="11952" y="14868"/>
                      </a:moveTo>
                      <a:lnTo>
                        <a:pt x="0" y="4670"/>
                      </a:lnTo>
                      <a:lnTo>
                        <a:pt x="9702" y="1"/>
                      </a:lnTo>
                      <a:lnTo>
                        <a:pt x="17649" y="7489"/>
                      </a:lnTo>
                      <a:close/>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42" name="Google Shape;4042;p60"/>
                <p:cNvSpPr/>
                <p:nvPr/>
              </p:nvSpPr>
              <p:spPr>
                <a:xfrm>
                  <a:off x="4234473" y="3939573"/>
                  <a:ext cx="143953" cy="22171"/>
                </a:xfrm>
                <a:custGeom>
                  <a:avLst/>
                  <a:gdLst/>
                  <a:ahLst/>
                  <a:cxnLst/>
                  <a:rect l="l" t="t" r="r" b="b"/>
                  <a:pathLst>
                    <a:path w="18303" h="2819" fill="none" extrusionOk="0">
                      <a:moveTo>
                        <a:pt x="0" y="0"/>
                      </a:moveTo>
                      <a:lnTo>
                        <a:pt x="18303" y="2819"/>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43" name="Google Shape;4043;p60"/>
                <p:cNvSpPr/>
                <p:nvPr/>
              </p:nvSpPr>
              <p:spPr>
                <a:xfrm>
                  <a:off x="4300405" y="4023579"/>
                  <a:ext cx="24264" cy="112650"/>
                </a:xfrm>
                <a:custGeom>
                  <a:avLst/>
                  <a:gdLst/>
                  <a:ahLst/>
                  <a:cxnLst/>
                  <a:rect l="l" t="t" r="r" b="b"/>
                  <a:pathLst>
                    <a:path w="3085" h="14323" fill="none" extrusionOk="0">
                      <a:moveTo>
                        <a:pt x="0" y="14323"/>
                      </a:moveTo>
                      <a:lnTo>
                        <a:pt x="3085"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44" name="Google Shape;4044;p60"/>
                <p:cNvSpPr/>
                <p:nvPr/>
              </p:nvSpPr>
              <p:spPr>
                <a:xfrm>
                  <a:off x="4324661" y="4019772"/>
                  <a:ext cx="40544" cy="140154"/>
                </a:xfrm>
                <a:custGeom>
                  <a:avLst/>
                  <a:gdLst/>
                  <a:ahLst/>
                  <a:cxnLst/>
                  <a:rect l="l" t="t" r="r" b="b"/>
                  <a:pathLst>
                    <a:path w="5155" h="17820" fill="none" extrusionOk="0">
                      <a:moveTo>
                        <a:pt x="1" y="1"/>
                      </a:moveTo>
                      <a:lnTo>
                        <a:pt x="5154" y="17819"/>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45" name="Google Shape;4045;p60"/>
                <p:cNvSpPr/>
                <p:nvPr/>
              </p:nvSpPr>
              <p:spPr>
                <a:xfrm>
                  <a:off x="4324661" y="4019772"/>
                  <a:ext cx="104282" cy="52522"/>
                </a:xfrm>
                <a:custGeom>
                  <a:avLst/>
                  <a:gdLst/>
                  <a:ahLst/>
                  <a:cxnLst/>
                  <a:rect l="l" t="t" r="r" b="b"/>
                  <a:pathLst>
                    <a:path w="13259" h="6678" fill="none" extrusionOk="0">
                      <a:moveTo>
                        <a:pt x="1" y="1"/>
                      </a:moveTo>
                      <a:lnTo>
                        <a:pt x="13259" y="6678"/>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46" name="Google Shape;4046;p60"/>
                <p:cNvSpPr/>
                <p:nvPr/>
              </p:nvSpPr>
              <p:spPr>
                <a:xfrm>
                  <a:off x="4328467" y="3989901"/>
                  <a:ext cx="113421" cy="29879"/>
                </a:xfrm>
                <a:custGeom>
                  <a:avLst/>
                  <a:gdLst/>
                  <a:ahLst/>
                  <a:cxnLst/>
                  <a:rect l="l" t="t" r="r" b="b"/>
                  <a:pathLst>
                    <a:path w="14421" h="3799" fill="none" extrusionOk="0">
                      <a:moveTo>
                        <a:pt x="14420" y="0"/>
                      </a:moveTo>
                      <a:lnTo>
                        <a:pt x="1" y="3799"/>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47" name="Google Shape;4047;p60"/>
                <p:cNvSpPr/>
                <p:nvPr/>
              </p:nvSpPr>
              <p:spPr>
                <a:xfrm>
                  <a:off x="4224193" y="4019772"/>
                  <a:ext cx="23886" cy="76975"/>
                </a:xfrm>
                <a:custGeom>
                  <a:avLst/>
                  <a:gdLst/>
                  <a:ahLst/>
                  <a:cxnLst/>
                  <a:rect l="l" t="t" r="r" b="b"/>
                  <a:pathLst>
                    <a:path w="3037" h="9787" fill="none" extrusionOk="0">
                      <a:moveTo>
                        <a:pt x="1" y="9787"/>
                      </a:moveTo>
                      <a:lnTo>
                        <a:pt x="3037"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48" name="Google Shape;4048;p60"/>
                <p:cNvSpPr/>
                <p:nvPr/>
              </p:nvSpPr>
              <p:spPr>
                <a:xfrm>
                  <a:off x="4248071" y="4019772"/>
                  <a:ext cx="52342" cy="116457"/>
                </a:xfrm>
                <a:custGeom>
                  <a:avLst/>
                  <a:gdLst/>
                  <a:ahLst/>
                  <a:cxnLst/>
                  <a:rect l="l" t="t" r="r" b="b"/>
                  <a:pathLst>
                    <a:path w="6655" h="14807" fill="none" extrusionOk="0">
                      <a:moveTo>
                        <a:pt x="1" y="1"/>
                      </a:moveTo>
                      <a:lnTo>
                        <a:pt x="6654" y="14807"/>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49" name="Google Shape;4049;p60"/>
                <p:cNvSpPr/>
                <p:nvPr/>
              </p:nvSpPr>
              <p:spPr>
                <a:xfrm>
                  <a:off x="4300405" y="4138982"/>
                  <a:ext cx="6567" cy="119029"/>
                </a:xfrm>
                <a:custGeom>
                  <a:avLst/>
                  <a:gdLst/>
                  <a:ahLst/>
                  <a:cxnLst/>
                  <a:rect l="l" t="t" r="r" b="b"/>
                  <a:pathLst>
                    <a:path w="835" h="15134" fill="none" extrusionOk="0">
                      <a:moveTo>
                        <a:pt x="0" y="1"/>
                      </a:moveTo>
                      <a:lnTo>
                        <a:pt x="835" y="15134"/>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50" name="Google Shape;4050;p60"/>
                <p:cNvSpPr/>
                <p:nvPr/>
              </p:nvSpPr>
              <p:spPr>
                <a:xfrm>
                  <a:off x="4219726" y="4200164"/>
                  <a:ext cx="85343" cy="60513"/>
                </a:xfrm>
                <a:custGeom>
                  <a:avLst/>
                  <a:gdLst/>
                  <a:ahLst/>
                  <a:cxnLst/>
                  <a:rect l="l" t="t" r="r" b="b"/>
                  <a:pathLst>
                    <a:path w="10851" h="7694" fill="none" extrusionOk="0">
                      <a:moveTo>
                        <a:pt x="0" y="0"/>
                      </a:moveTo>
                      <a:lnTo>
                        <a:pt x="10851" y="7694"/>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51" name="Google Shape;4051;p60"/>
                <p:cNvSpPr/>
                <p:nvPr/>
              </p:nvSpPr>
              <p:spPr>
                <a:xfrm>
                  <a:off x="4223430" y="4137275"/>
                  <a:ext cx="81930" cy="15132"/>
                </a:xfrm>
                <a:custGeom>
                  <a:avLst/>
                  <a:gdLst/>
                  <a:ahLst/>
                  <a:cxnLst/>
                  <a:rect l="l" t="t" r="r" b="b"/>
                  <a:pathLst>
                    <a:path w="10417" h="1924" fill="none" extrusionOk="0">
                      <a:moveTo>
                        <a:pt x="1" y="1923"/>
                      </a:moveTo>
                      <a:lnTo>
                        <a:pt x="10416"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52" name="Google Shape;4052;p60"/>
                <p:cNvSpPr/>
                <p:nvPr/>
              </p:nvSpPr>
              <p:spPr>
                <a:xfrm>
                  <a:off x="4303638" y="4138982"/>
                  <a:ext cx="59947" cy="23894"/>
                </a:xfrm>
                <a:custGeom>
                  <a:avLst/>
                  <a:gdLst/>
                  <a:ahLst/>
                  <a:cxnLst/>
                  <a:rect l="l" t="t" r="r" b="b"/>
                  <a:pathLst>
                    <a:path w="7622" h="3038" fill="none" extrusionOk="0">
                      <a:moveTo>
                        <a:pt x="7621" y="3037"/>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53" name="Google Shape;4053;p60"/>
                <p:cNvSpPr/>
                <p:nvPr/>
              </p:nvSpPr>
              <p:spPr>
                <a:xfrm>
                  <a:off x="4201644" y="4267237"/>
                  <a:ext cx="39970" cy="77164"/>
                </a:xfrm>
                <a:custGeom>
                  <a:avLst/>
                  <a:gdLst/>
                  <a:ahLst/>
                  <a:cxnLst/>
                  <a:rect l="l" t="t" r="r" b="b"/>
                  <a:pathLst>
                    <a:path w="5082" h="9811" fill="none" extrusionOk="0">
                      <a:moveTo>
                        <a:pt x="1" y="0"/>
                      </a:moveTo>
                      <a:lnTo>
                        <a:pt x="5081" y="981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54" name="Google Shape;4054;p60"/>
                <p:cNvSpPr/>
                <p:nvPr/>
              </p:nvSpPr>
              <p:spPr>
                <a:xfrm>
                  <a:off x="4203831" y="4258003"/>
                  <a:ext cx="103142" cy="9241"/>
                </a:xfrm>
                <a:custGeom>
                  <a:avLst/>
                  <a:gdLst/>
                  <a:ahLst/>
                  <a:cxnLst/>
                  <a:rect l="l" t="t" r="r" b="b"/>
                  <a:pathLst>
                    <a:path w="13114" h="1175" fill="none" extrusionOk="0">
                      <a:moveTo>
                        <a:pt x="1" y="1174"/>
                      </a:moveTo>
                      <a:lnTo>
                        <a:pt x="13114"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55" name="Google Shape;4055;p60"/>
                <p:cNvSpPr/>
                <p:nvPr/>
              </p:nvSpPr>
              <p:spPr>
                <a:xfrm>
                  <a:off x="4179001" y="3943372"/>
                  <a:ext cx="51673" cy="104951"/>
                </a:xfrm>
                <a:custGeom>
                  <a:avLst/>
                  <a:gdLst/>
                  <a:ahLst/>
                  <a:cxnLst/>
                  <a:rect l="l" t="t" r="r" b="b"/>
                  <a:pathLst>
                    <a:path w="6570" h="13344" fill="none" extrusionOk="0">
                      <a:moveTo>
                        <a:pt x="1" y="13344"/>
                      </a:moveTo>
                      <a:lnTo>
                        <a:pt x="6569"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56" name="Google Shape;4056;p60"/>
                <p:cNvSpPr/>
                <p:nvPr/>
              </p:nvSpPr>
              <p:spPr>
                <a:xfrm>
                  <a:off x="4248071" y="4019772"/>
                  <a:ext cx="76597" cy="8"/>
                </a:xfrm>
                <a:custGeom>
                  <a:avLst/>
                  <a:gdLst/>
                  <a:ahLst/>
                  <a:cxnLst/>
                  <a:rect l="l" t="t" r="r" b="b"/>
                  <a:pathLst>
                    <a:path w="9739" h="1" fill="none" extrusionOk="0">
                      <a:moveTo>
                        <a:pt x="1" y="1"/>
                      </a:moveTo>
                      <a:lnTo>
                        <a:pt x="9739"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57" name="Google Shape;4057;p60"/>
                <p:cNvSpPr/>
                <p:nvPr/>
              </p:nvSpPr>
              <p:spPr>
                <a:xfrm>
                  <a:off x="4219529" y="4138982"/>
                  <a:ext cx="84116" cy="63282"/>
                </a:xfrm>
                <a:custGeom>
                  <a:avLst/>
                  <a:gdLst/>
                  <a:ahLst/>
                  <a:cxnLst/>
                  <a:rect l="l" t="t" r="r" b="b"/>
                  <a:pathLst>
                    <a:path w="10695" h="8046" fill="none" extrusionOk="0">
                      <a:moveTo>
                        <a:pt x="1" y="8045"/>
                      </a:moveTo>
                      <a:lnTo>
                        <a:pt x="10694"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58" name="Google Shape;4058;p60"/>
                <p:cNvSpPr/>
                <p:nvPr/>
              </p:nvSpPr>
              <p:spPr>
                <a:xfrm>
                  <a:off x="3654964" y="3289853"/>
                  <a:ext cx="46820" cy="63848"/>
                </a:xfrm>
                <a:custGeom>
                  <a:avLst/>
                  <a:gdLst/>
                  <a:ahLst/>
                  <a:cxnLst/>
                  <a:rect l="l" t="t" r="r" b="b"/>
                  <a:pathLst>
                    <a:path w="5953" h="8118" fill="none" extrusionOk="0">
                      <a:moveTo>
                        <a:pt x="1" y="0"/>
                      </a:moveTo>
                      <a:lnTo>
                        <a:pt x="5952" y="8117"/>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59" name="Google Shape;4059;p60"/>
                <p:cNvSpPr/>
                <p:nvPr/>
              </p:nvSpPr>
              <p:spPr>
                <a:xfrm>
                  <a:off x="3619760" y="3353693"/>
                  <a:ext cx="85736" cy="36730"/>
                </a:xfrm>
                <a:custGeom>
                  <a:avLst/>
                  <a:gdLst/>
                  <a:ahLst/>
                  <a:cxnLst/>
                  <a:rect l="l" t="t" r="r" b="b"/>
                  <a:pathLst>
                    <a:path w="10901" h="4670" fill="none" extrusionOk="0">
                      <a:moveTo>
                        <a:pt x="1" y="4670"/>
                      </a:moveTo>
                      <a:lnTo>
                        <a:pt x="10900"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60" name="Google Shape;4060;p60"/>
                <p:cNvSpPr/>
                <p:nvPr/>
              </p:nvSpPr>
              <p:spPr>
                <a:xfrm>
                  <a:off x="3703011" y="3354739"/>
                  <a:ext cx="70415" cy="79350"/>
                </a:xfrm>
                <a:custGeom>
                  <a:avLst/>
                  <a:gdLst/>
                  <a:ahLst/>
                  <a:cxnLst/>
                  <a:rect l="l" t="t" r="r" b="b"/>
                  <a:pathLst>
                    <a:path w="8953" h="10089" fill="none" extrusionOk="0">
                      <a:moveTo>
                        <a:pt x="1" y="0"/>
                      </a:moveTo>
                      <a:lnTo>
                        <a:pt x="8952" y="10089"/>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61" name="Google Shape;4061;p60"/>
                <p:cNvSpPr/>
                <p:nvPr/>
              </p:nvSpPr>
              <p:spPr>
                <a:xfrm>
                  <a:off x="3779884" y="3366443"/>
                  <a:ext cx="34449" cy="67647"/>
                </a:xfrm>
                <a:custGeom>
                  <a:avLst/>
                  <a:gdLst/>
                  <a:ahLst/>
                  <a:cxnLst/>
                  <a:rect l="l" t="t" r="r" b="b"/>
                  <a:pathLst>
                    <a:path w="4380" h="8601" fill="none" extrusionOk="0">
                      <a:moveTo>
                        <a:pt x="1" y="8601"/>
                      </a:moveTo>
                      <a:lnTo>
                        <a:pt x="4380"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62" name="Google Shape;4062;p60"/>
                <p:cNvSpPr/>
                <p:nvPr/>
              </p:nvSpPr>
              <p:spPr>
                <a:xfrm>
                  <a:off x="3701776" y="3353693"/>
                  <a:ext cx="116363" cy="12757"/>
                </a:xfrm>
                <a:custGeom>
                  <a:avLst/>
                  <a:gdLst/>
                  <a:ahLst/>
                  <a:cxnLst/>
                  <a:rect l="l" t="t" r="r" b="b"/>
                  <a:pathLst>
                    <a:path w="14795" h="1622" fill="none" extrusionOk="0">
                      <a:moveTo>
                        <a:pt x="14795" y="1621"/>
                      </a:moveTo>
                      <a:lnTo>
                        <a:pt x="0"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63" name="Google Shape;4063;p60"/>
                <p:cNvSpPr/>
                <p:nvPr/>
              </p:nvSpPr>
              <p:spPr>
                <a:xfrm>
                  <a:off x="3701776" y="3313063"/>
                  <a:ext cx="227204" cy="40638"/>
                </a:xfrm>
                <a:custGeom>
                  <a:avLst/>
                  <a:gdLst/>
                  <a:ahLst/>
                  <a:cxnLst/>
                  <a:rect l="l" t="t" r="r" b="b"/>
                  <a:pathLst>
                    <a:path w="28888" h="5167" fill="none" extrusionOk="0">
                      <a:moveTo>
                        <a:pt x="28887" y="1"/>
                      </a:moveTo>
                      <a:lnTo>
                        <a:pt x="0" y="5166"/>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64" name="Google Shape;4064;p60"/>
                <p:cNvSpPr/>
                <p:nvPr/>
              </p:nvSpPr>
              <p:spPr>
                <a:xfrm>
                  <a:off x="3888633" y="3313063"/>
                  <a:ext cx="40347" cy="114467"/>
                </a:xfrm>
                <a:custGeom>
                  <a:avLst/>
                  <a:gdLst/>
                  <a:ahLst/>
                  <a:cxnLst/>
                  <a:rect l="l" t="t" r="r" b="b"/>
                  <a:pathLst>
                    <a:path w="5130" h="14554" fill="none" extrusionOk="0">
                      <a:moveTo>
                        <a:pt x="5129" y="1"/>
                      </a:moveTo>
                      <a:lnTo>
                        <a:pt x="0" y="14553"/>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65" name="Google Shape;4065;p60"/>
                <p:cNvSpPr/>
                <p:nvPr/>
              </p:nvSpPr>
              <p:spPr>
                <a:xfrm>
                  <a:off x="3814325" y="3366443"/>
                  <a:ext cx="74316" cy="61087"/>
                </a:xfrm>
                <a:custGeom>
                  <a:avLst/>
                  <a:gdLst/>
                  <a:ahLst/>
                  <a:cxnLst/>
                  <a:rect l="l" t="t" r="r" b="b"/>
                  <a:pathLst>
                    <a:path w="9449" h="7767" fill="none" extrusionOk="0">
                      <a:moveTo>
                        <a:pt x="1" y="0"/>
                      </a:moveTo>
                      <a:lnTo>
                        <a:pt x="9448" y="7766"/>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66" name="Google Shape;4066;p60"/>
                <p:cNvSpPr/>
                <p:nvPr/>
              </p:nvSpPr>
              <p:spPr>
                <a:xfrm>
                  <a:off x="3838399" y="3427522"/>
                  <a:ext cx="50242" cy="67749"/>
                </a:xfrm>
                <a:custGeom>
                  <a:avLst/>
                  <a:gdLst/>
                  <a:ahLst/>
                  <a:cxnLst/>
                  <a:rect l="l" t="t" r="r" b="b"/>
                  <a:pathLst>
                    <a:path w="6388" h="8614" fill="none" extrusionOk="0">
                      <a:moveTo>
                        <a:pt x="0" y="8613"/>
                      </a:moveTo>
                      <a:lnTo>
                        <a:pt x="6387"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67" name="Google Shape;4067;p60"/>
                <p:cNvSpPr/>
                <p:nvPr/>
              </p:nvSpPr>
              <p:spPr>
                <a:xfrm>
                  <a:off x="3814325" y="3313063"/>
                  <a:ext cx="114656" cy="53388"/>
                </a:xfrm>
                <a:custGeom>
                  <a:avLst/>
                  <a:gdLst/>
                  <a:ahLst/>
                  <a:cxnLst/>
                  <a:rect l="l" t="t" r="r" b="b"/>
                  <a:pathLst>
                    <a:path w="14578" h="6788" fill="none" extrusionOk="0">
                      <a:moveTo>
                        <a:pt x="1" y="6787"/>
                      </a:moveTo>
                      <a:lnTo>
                        <a:pt x="14577"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68" name="Google Shape;4068;p60"/>
                <p:cNvSpPr/>
                <p:nvPr/>
              </p:nvSpPr>
              <p:spPr>
                <a:xfrm>
                  <a:off x="3888633" y="3427522"/>
                  <a:ext cx="55377" cy="76212"/>
                </a:xfrm>
                <a:custGeom>
                  <a:avLst/>
                  <a:gdLst/>
                  <a:ahLst/>
                  <a:cxnLst/>
                  <a:rect l="l" t="t" r="r" b="b"/>
                  <a:pathLst>
                    <a:path w="7041" h="9690" fill="none" extrusionOk="0">
                      <a:moveTo>
                        <a:pt x="0" y="0"/>
                      </a:moveTo>
                      <a:lnTo>
                        <a:pt x="7041" y="969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69" name="Google Shape;4069;p60"/>
                <p:cNvSpPr/>
                <p:nvPr/>
              </p:nvSpPr>
              <p:spPr>
                <a:xfrm>
                  <a:off x="3944003" y="3406208"/>
                  <a:ext cx="40631" cy="97526"/>
                </a:xfrm>
                <a:custGeom>
                  <a:avLst/>
                  <a:gdLst/>
                  <a:ahLst/>
                  <a:cxnLst/>
                  <a:rect l="l" t="t" r="r" b="b"/>
                  <a:pathLst>
                    <a:path w="5166" h="12400" fill="none" extrusionOk="0">
                      <a:moveTo>
                        <a:pt x="1" y="12400"/>
                      </a:moveTo>
                      <a:lnTo>
                        <a:pt x="5166"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70" name="Google Shape;4070;p60"/>
                <p:cNvSpPr/>
                <p:nvPr/>
              </p:nvSpPr>
              <p:spPr>
                <a:xfrm>
                  <a:off x="3984625" y="3357500"/>
                  <a:ext cx="55291" cy="48716"/>
                </a:xfrm>
                <a:custGeom>
                  <a:avLst/>
                  <a:gdLst/>
                  <a:ahLst/>
                  <a:cxnLst/>
                  <a:rect l="l" t="t" r="r" b="b"/>
                  <a:pathLst>
                    <a:path w="7030" h="6194" fill="none" extrusionOk="0">
                      <a:moveTo>
                        <a:pt x="1" y="6194"/>
                      </a:moveTo>
                      <a:lnTo>
                        <a:pt x="7029"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71" name="Google Shape;4071;p60"/>
                <p:cNvSpPr/>
                <p:nvPr/>
              </p:nvSpPr>
              <p:spPr>
                <a:xfrm>
                  <a:off x="3888633" y="3406208"/>
                  <a:ext cx="96000" cy="21322"/>
                </a:xfrm>
                <a:custGeom>
                  <a:avLst/>
                  <a:gdLst/>
                  <a:ahLst/>
                  <a:cxnLst/>
                  <a:rect l="l" t="t" r="r" b="b"/>
                  <a:pathLst>
                    <a:path w="12206" h="2711" fill="none" extrusionOk="0">
                      <a:moveTo>
                        <a:pt x="0" y="2710"/>
                      </a:moveTo>
                      <a:lnTo>
                        <a:pt x="12206"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72" name="Google Shape;4072;p60"/>
                <p:cNvSpPr/>
                <p:nvPr/>
              </p:nvSpPr>
              <p:spPr>
                <a:xfrm>
                  <a:off x="3984625" y="3406208"/>
                  <a:ext cx="42251" cy="136348"/>
                </a:xfrm>
                <a:custGeom>
                  <a:avLst/>
                  <a:gdLst/>
                  <a:ahLst/>
                  <a:cxnLst/>
                  <a:rect l="l" t="t" r="r" b="b"/>
                  <a:pathLst>
                    <a:path w="5372" h="17336" fill="none" extrusionOk="0">
                      <a:moveTo>
                        <a:pt x="1" y="1"/>
                      </a:moveTo>
                      <a:lnTo>
                        <a:pt x="5372" y="17335"/>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73" name="Google Shape;4073;p60"/>
                <p:cNvSpPr/>
                <p:nvPr/>
              </p:nvSpPr>
              <p:spPr>
                <a:xfrm>
                  <a:off x="4026868" y="3427522"/>
                  <a:ext cx="35597" cy="115033"/>
                </a:xfrm>
                <a:custGeom>
                  <a:avLst/>
                  <a:gdLst/>
                  <a:ahLst/>
                  <a:cxnLst/>
                  <a:rect l="l" t="t" r="r" b="b"/>
                  <a:pathLst>
                    <a:path w="4526" h="14626" fill="none" extrusionOk="0">
                      <a:moveTo>
                        <a:pt x="1" y="14625"/>
                      </a:moveTo>
                      <a:lnTo>
                        <a:pt x="4525"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74" name="Google Shape;4074;p60"/>
                <p:cNvSpPr/>
                <p:nvPr/>
              </p:nvSpPr>
              <p:spPr>
                <a:xfrm>
                  <a:off x="3876261" y="3542548"/>
                  <a:ext cx="150615" cy="52051"/>
                </a:xfrm>
                <a:custGeom>
                  <a:avLst/>
                  <a:gdLst/>
                  <a:ahLst/>
                  <a:cxnLst/>
                  <a:rect l="l" t="t" r="r" b="b"/>
                  <a:pathLst>
                    <a:path w="19150" h="6618" fill="none" extrusionOk="0">
                      <a:moveTo>
                        <a:pt x="1" y="6617"/>
                      </a:moveTo>
                      <a:lnTo>
                        <a:pt x="19150"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75" name="Google Shape;4075;p60"/>
                <p:cNvSpPr/>
                <p:nvPr/>
              </p:nvSpPr>
              <p:spPr>
                <a:xfrm>
                  <a:off x="4006702" y="3542548"/>
                  <a:ext cx="20174" cy="99044"/>
                </a:xfrm>
                <a:custGeom>
                  <a:avLst/>
                  <a:gdLst/>
                  <a:ahLst/>
                  <a:cxnLst/>
                  <a:rect l="l" t="t" r="r" b="b"/>
                  <a:pathLst>
                    <a:path w="2565" h="12593" fill="none" extrusionOk="0">
                      <a:moveTo>
                        <a:pt x="2565" y="0"/>
                      </a:moveTo>
                      <a:lnTo>
                        <a:pt x="0" y="12593"/>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76" name="Google Shape;4076;p60"/>
                <p:cNvSpPr/>
                <p:nvPr/>
              </p:nvSpPr>
              <p:spPr>
                <a:xfrm>
                  <a:off x="3912700" y="3641584"/>
                  <a:ext cx="97817" cy="41779"/>
                </a:xfrm>
                <a:custGeom>
                  <a:avLst/>
                  <a:gdLst/>
                  <a:ahLst/>
                  <a:cxnLst/>
                  <a:rect l="l" t="t" r="r" b="b"/>
                  <a:pathLst>
                    <a:path w="12437" h="5312" fill="none" extrusionOk="0">
                      <a:moveTo>
                        <a:pt x="1" y="5311"/>
                      </a:moveTo>
                      <a:lnTo>
                        <a:pt x="12436"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77" name="Google Shape;4077;p60"/>
                <p:cNvSpPr/>
                <p:nvPr/>
              </p:nvSpPr>
              <p:spPr>
                <a:xfrm>
                  <a:off x="3875601" y="3503726"/>
                  <a:ext cx="68410" cy="89158"/>
                </a:xfrm>
                <a:custGeom>
                  <a:avLst/>
                  <a:gdLst/>
                  <a:ahLst/>
                  <a:cxnLst/>
                  <a:rect l="l" t="t" r="r" b="b"/>
                  <a:pathLst>
                    <a:path w="8698" h="11336" fill="none" extrusionOk="0">
                      <a:moveTo>
                        <a:pt x="8698" y="1"/>
                      </a:moveTo>
                      <a:lnTo>
                        <a:pt x="0" y="11335"/>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78" name="Google Shape;4078;p60"/>
                <p:cNvSpPr/>
                <p:nvPr/>
              </p:nvSpPr>
              <p:spPr>
                <a:xfrm>
                  <a:off x="3944003" y="3503726"/>
                  <a:ext cx="89441" cy="36163"/>
                </a:xfrm>
                <a:custGeom>
                  <a:avLst/>
                  <a:gdLst/>
                  <a:ahLst/>
                  <a:cxnLst/>
                  <a:rect l="l" t="t" r="r" b="b"/>
                  <a:pathLst>
                    <a:path w="11372" h="4598" fill="none" extrusionOk="0">
                      <a:moveTo>
                        <a:pt x="1" y="1"/>
                      </a:moveTo>
                      <a:lnTo>
                        <a:pt x="11372" y="4598"/>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79" name="Google Shape;4079;p60"/>
                <p:cNvSpPr/>
                <p:nvPr/>
              </p:nvSpPr>
              <p:spPr>
                <a:xfrm>
                  <a:off x="4033436" y="3490599"/>
                  <a:ext cx="132824" cy="49290"/>
                </a:xfrm>
                <a:custGeom>
                  <a:avLst/>
                  <a:gdLst/>
                  <a:ahLst/>
                  <a:cxnLst/>
                  <a:rect l="l" t="t" r="r" b="b"/>
                  <a:pathLst>
                    <a:path w="16888" h="6267" fill="none" extrusionOk="0">
                      <a:moveTo>
                        <a:pt x="1" y="6267"/>
                      </a:moveTo>
                      <a:lnTo>
                        <a:pt x="16888"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80" name="Google Shape;4080;p60"/>
                <p:cNvSpPr/>
                <p:nvPr/>
              </p:nvSpPr>
              <p:spPr>
                <a:xfrm>
                  <a:off x="4166252" y="3490599"/>
                  <a:ext cx="73459" cy="95528"/>
                </a:xfrm>
                <a:custGeom>
                  <a:avLst/>
                  <a:gdLst/>
                  <a:ahLst/>
                  <a:cxnLst/>
                  <a:rect l="l" t="t" r="r" b="b"/>
                  <a:pathLst>
                    <a:path w="9340" h="12146" fill="none" extrusionOk="0">
                      <a:moveTo>
                        <a:pt x="1" y="0"/>
                      </a:moveTo>
                      <a:lnTo>
                        <a:pt x="9339" y="12146"/>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81" name="Google Shape;4081;p60"/>
                <p:cNvSpPr/>
                <p:nvPr/>
              </p:nvSpPr>
              <p:spPr>
                <a:xfrm>
                  <a:off x="4027726" y="3539882"/>
                  <a:ext cx="211985" cy="39970"/>
                </a:xfrm>
                <a:custGeom>
                  <a:avLst/>
                  <a:gdLst/>
                  <a:ahLst/>
                  <a:cxnLst/>
                  <a:rect l="l" t="t" r="r" b="b"/>
                  <a:pathLst>
                    <a:path w="26953" h="5082" fill="none" extrusionOk="0">
                      <a:moveTo>
                        <a:pt x="26952" y="5081"/>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82" name="Google Shape;4082;p60"/>
                <p:cNvSpPr/>
                <p:nvPr/>
              </p:nvSpPr>
              <p:spPr>
                <a:xfrm>
                  <a:off x="4027726" y="3539882"/>
                  <a:ext cx="99720" cy="174878"/>
                </a:xfrm>
                <a:custGeom>
                  <a:avLst/>
                  <a:gdLst/>
                  <a:ahLst/>
                  <a:cxnLst/>
                  <a:rect l="l" t="t" r="r" b="b"/>
                  <a:pathLst>
                    <a:path w="12679" h="22235" fill="none" extrusionOk="0">
                      <a:moveTo>
                        <a:pt x="1" y="1"/>
                      </a:moveTo>
                      <a:lnTo>
                        <a:pt x="12678" y="22234"/>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83" name="Google Shape;4083;p60"/>
                <p:cNvSpPr/>
                <p:nvPr/>
              </p:nvSpPr>
              <p:spPr>
                <a:xfrm>
                  <a:off x="4027726" y="3539882"/>
                  <a:ext cx="159754" cy="111707"/>
                </a:xfrm>
                <a:custGeom>
                  <a:avLst/>
                  <a:gdLst/>
                  <a:ahLst/>
                  <a:cxnLst/>
                  <a:rect l="l" t="t" r="r" b="b"/>
                  <a:pathLst>
                    <a:path w="20312" h="14203" fill="none" extrusionOk="0">
                      <a:moveTo>
                        <a:pt x="1" y="1"/>
                      </a:moveTo>
                      <a:lnTo>
                        <a:pt x="20311" y="14202"/>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84" name="Google Shape;4084;p60"/>
                <p:cNvSpPr/>
                <p:nvPr/>
              </p:nvSpPr>
              <p:spPr>
                <a:xfrm>
                  <a:off x="4006702" y="3641584"/>
                  <a:ext cx="120743" cy="73176"/>
                </a:xfrm>
                <a:custGeom>
                  <a:avLst/>
                  <a:gdLst/>
                  <a:ahLst/>
                  <a:cxnLst/>
                  <a:rect l="l" t="t" r="r" b="b"/>
                  <a:pathLst>
                    <a:path w="15352" h="9304" fill="none" extrusionOk="0">
                      <a:moveTo>
                        <a:pt x="0" y="1"/>
                      </a:moveTo>
                      <a:lnTo>
                        <a:pt x="15351" y="9303"/>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85" name="Google Shape;4085;p60"/>
                <p:cNvSpPr/>
                <p:nvPr/>
              </p:nvSpPr>
              <p:spPr>
                <a:xfrm>
                  <a:off x="4006702" y="3641584"/>
                  <a:ext cx="39773" cy="140249"/>
                </a:xfrm>
                <a:custGeom>
                  <a:avLst/>
                  <a:gdLst/>
                  <a:ahLst/>
                  <a:cxnLst/>
                  <a:rect l="l" t="t" r="r" b="b"/>
                  <a:pathLst>
                    <a:path w="5057" h="17832" fill="none" extrusionOk="0">
                      <a:moveTo>
                        <a:pt x="5057" y="17832"/>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86" name="Google Shape;4086;p60"/>
                <p:cNvSpPr/>
                <p:nvPr/>
              </p:nvSpPr>
              <p:spPr>
                <a:xfrm>
                  <a:off x="3996423" y="3784585"/>
                  <a:ext cx="51862" cy="10280"/>
                </a:xfrm>
                <a:custGeom>
                  <a:avLst/>
                  <a:gdLst/>
                  <a:ahLst/>
                  <a:cxnLst/>
                  <a:rect l="l" t="t" r="r" b="b"/>
                  <a:pathLst>
                    <a:path w="6594" h="1307" fill="none" extrusionOk="0">
                      <a:moveTo>
                        <a:pt x="1" y="1307"/>
                      </a:moveTo>
                      <a:lnTo>
                        <a:pt x="6594"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87" name="Google Shape;4087;p60"/>
                <p:cNvSpPr/>
                <p:nvPr/>
              </p:nvSpPr>
              <p:spPr>
                <a:xfrm>
                  <a:off x="4048277" y="3784585"/>
                  <a:ext cx="47583" cy="68890"/>
                </a:xfrm>
                <a:custGeom>
                  <a:avLst/>
                  <a:gdLst/>
                  <a:ahLst/>
                  <a:cxnLst/>
                  <a:rect l="l" t="t" r="r" b="b"/>
                  <a:pathLst>
                    <a:path w="6050" h="8759" fill="none" extrusionOk="0">
                      <a:moveTo>
                        <a:pt x="1" y="0"/>
                      </a:moveTo>
                      <a:lnTo>
                        <a:pt x="6049" y="8758"/>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88" name="Google Shape;4088;p60"/>
                <p:cNvSpPr/>
                <p:nvPr/>
              </p:nvSpPr>
              <p:spPr>
                <a:xfrm>
                  <a:off x="4095947" y="3788392"/>
                  <a:ext cx="10280" cy="64894"/>
                </a:xfrm>
                <a:custGeom>
                  <a:avLst/>
                  <a:gdLst/>
                  <a:ahLst/>
                  <a:cxnLst/>
                  <a:rect l="l" t="t" r="r" b="b"/>
                  <a:pathLst>
                    <a:path w="1307" h="8251" fill="none" extrusionOk="0">
                      <a:moveTo>
                        <a:pt x="0" y="8250"/>
                      </a:moveTo>
                      <a:lnTo>
                        <a:pt x="1307" y="0"/>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89" name="Google Shape;4089;p60"/>
                <p:cNvSpPr/>
                <p:nvPr/>
              </p:nvSpPr>
              <p:spPr>
                <a:xfrm>
                  <a:off x="4095852" y="3853467"/>
                  <a:ext cx="45672" cy="15895"/>
                </a:xfrm>
                <a:custGeom>
                  <a:avLst/>
                  <a:gdLst/>
                  <a:ahLst/>
                  <a:cxnLst/>
                  <a:rect l="l" t="t" r="r" b="b"/>
                  <a:pathLst>
                    <a:path w="5807" h="2021" fill="none" extrusionOk="0">
                      <a:moveTo>
                        <a:pt x="0" y="0"/>
                      </a:moveTo>
                      <a:lnTo>
                        <a:pt x="5807" y="202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90" name="Google Shape;4090;p60"/>
                <p:cNvSpPr/>
                <p:nvPr/>
              </p:nvSpPr>
              <p:spPr>
                <a:xfrm>
                  <a:off x="4138567" y="3868308"/>
                  <a:ext cx="16469" cy="101710"/>
                </a:xfrm>
                <a:custGeom>
                  <a:avLst/>
                  <a:gdLst/>
                  <a:ahLst/>
                  <a:cxnLst/>
                  <a:rect l="l" t="t" r="r" b="b"/>
                  <a:pathLst>
                    <a:path w="2094" h="12932" fill="none" extrusionOk="0">
                      <a:moveTo>
                        <a:pt x="1" y="1"/>
                      </a:moveTo>
                      <a:lnTo>
                        <a:pt x="2093" y="12932"/>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91" name="Google Shape;4091;p60"/>
                <p:cNvSpPr/>
                <p:nvPr/>
              </p:nvSpPr>
              <p:spPr>
                <a:xfrm>
                  <a:off x="3875601" y="3592876"/>
                  <a:ext cx="131110" cy="48716"/>
                </a:xfrm>
                <a:custGeom>
                  <a:avLst/>
                  <a:gdLst/>
                  <a:ahLst/>
                  <a:cxnLst/>
                  <a:rect l="l" t="t" r="r" b="b"/>
                  <a:pathLst>
                    <a:path w="16670" h="6194" fill="none" extrusionOk="0">
                      <a:moveTo>
                        <a:pt x="0" y="0"/>
                      </a:moveTo>
                      <a:lnTo>
                        <a:pt x="16669" y="6194"/>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92" name="Google Shape;4092;p60"/>
                <p:cNvSpPr/>
                <p:nvPr/>
              </p:nvSpPr>
              <p:spPr>
                <a:xfrm>
                  <a:off x="4164828" y="3394410"/>
                  <a:ext cx="26458" cy="93153"/>
                </a:xfrm>
                <a:custGeom>
                  <a:avLst/>
                  <a:gdLst/>
                  <a:ahLst/>
                  <a:cxnLst/>
                  <a:rect l="l" t="t" r="r" b="b"/>
                  <a:pathLst>
                    <a:path w="3364" h="11844" fill="none" extrusionOk="0">
                      <a:moveTo>
                        <a:pt x="0" y="11843"/>
                      </a:moveTo>
                      <a:lnTo>
                        <a:pt x="3363" y="1"/>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sp>
              <p:nvSpPr>
                <p:cNvPr id="4093" name="Google Shape;4093;p60"/>
                <p:cNvSpPr/>
                <p:nvPr/>
              </p:nvSpPr>
              <p:spPr>
                <a:xfrm>
                  <a:off x="4191278" y="3394410"/>
                  <a:ext cx="86586" cy="52719"/>
                </a:xfrm>
                <a:custGeom>
                  <a:avLst/>
                  <a:gdLst/>
                  <a:ahLst/>
                  <a:cxnLst/>
                  <a:rect l="l" t="t" r="r" b="b"/>
                  <a:pathLst>
                    <a:path w="11009" h="6703" fill="none" extrusionOk="0">
                      <a:moveTo>
                        <a:pt x="0" y="1"/>
                      </a:moveTo>
                      <a:lnTo>
                        <a:pt x="11008" y="6702"/>
                      </a:lnTo>
                    </a:path>
                  </a:pathLst>
                </a:custGeom>
                <a:noFill/>
                <a:ln w="1825" cap="flat" cmpd="sng">
                  <a:solidFill>
                    <a:srgbClr val="A5B7C5"/>
                  </a:solidFill>
                  <a:prstDash val="solid"/>
                  <a:miter lim="12096"/>
                  <a:headEnd type="none" w="sm" len="sm"/>
                  <a:tailEnd type="none" w="sm" len="sm"/>
                </a:ln>
              </p:spPr>
              <p:txBody>
                <a:bodyPr spcFirstLastPara="1" wrap="square" lIns="121900" tIns="121900" rIns="121900" bIns="121900" anchor="ctr" anchorCtr="0">
                  <a:noAutofit/>
                </a:bodyPr>
                <a:lstStyle/>
                <a:p>
                  <a:endParaRPr sz="2400"/>
                </a:p>
              </p:txBody>
            </p:sp>
          </p:grpSp>
          <p:grpSp>
            <p:nvGrpSpPr>
              <p:cNvPr id="4094" name="Google Shape;4094;p60"/>
              <p:cNvGrpSpPr/>
              <p:nvPr/>
            </p:nvGrpSpPr>
            <p:grpSpPr>
              <a:xfrm>
                <a:off x="4180904" y="4251758"/>
                <a:ext cx="37783" cy="32420"/>
                <a:chOff x="4180904" y="4251758"/>
                <a:chExt cx="37783" cy="32420"/>
              </a:xfrm>
            </p:grpSpPr>
            <p:sp>
              <p:nvSpPr>
                <p:cNvPr id="4095" name="Google Shape;4095;p60"/>
                <p:cNvSpPr/>
                <p:nvPr/>
              </p:nvSpPr>
              <p:spPr>
                <a:xfrm>
                  <a:off x="4180904" y="4251758"/>
                  <a:ext cx="37783" cy="32420"/>
                </a:xfrm>
                <a:custGeom>
                  <a:avLst/>
                  <a:gdLst/>
                  <a:ahLst/>
                  <a:cxnLst/>
                  <a:rect l="l" t="t" r="r" b="b"/>
                  <a:pathLst>
                    <a:path w="4804" h="4122" extrusionOk="0">
                      <a:moveTo>
                        <a:pt x="2738" y="0"/>
                      </a:moveTo>
                      <a:cubicBezTo>
                        <a:pt x="2231" y="0"/>
                        <a:pt x="1715" y="190"/>
                        <a:pt x="1295" y="613"/>
                      </a:cubicBezTo>
                      <a:cubicBezTo>
                        <a:pt x="1" y="1908"/>
                        <a:pt x="920" y="4121"/>
                        <a:pt x="2759" y="4121"/>
                      </a:cubicBezTo>
                      <a:cubicBezTo>
                        <a:pt x="3884" y="4109"/>
                        <a:pt x="4803" y="3190"/>
                        <a:pt x="4803" y="2065"/>
                      </a:cubicBezTo>
                      <a:cubicBezTo>
                        <a:pt x="4803" y="823"/>
                        <a:pt x="3792" y="0"/>
                        <a:pt x="2738"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096" name="Google Shape;4096;p60"/>
                <p:cNvSpPr/>
                <p:nvPr/>
              </p:nvSpPr>
              <p:spPr>
                <a:xfrm>
                  <a:off x="4196037" y="4261432"/>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097" name="Google Shape;4097;p60"/>
              <p:cNvGrpSpPr/>
              <p:nvPr/>
            </p:nvGrpSpPr>
            <p:grpSpPr>
              <a:xfrm>
                <a:off x="4201644" y="4081324"/>
                <a:ext cx="37783" cy="32364"/>
                <a:chOff x="4201644" y="4081324"/>
                <a:chExt cx="37783" cy="32364"/>
              </a:xfrm>
            </p:grpSpPr>
            <p:sp>
              <p:nvSpPr>
                <p:cNvPr id="4098" name="Google Shape;4098;p60"/>
                <p:cNvSpPr/>
                <p:nvPr/>
              </p:nvSpPr>
              <p:spPr>
                <a:xfrm>
                  <a:off x="4201644" y="4081324"/>
                  <a:ext cx="37783" cy="32364"/>
                </a:xfrm>
                <a:custGeom>
                  <a:avLst/>
                  <a:gdLst/>
                  <a:ahLst/>
                  <a:cxnLst/>
                  <a:rect l="l" t="t" r="r" b="b"/>
                  <a:pathLst>
                    <a:path w="4804" h="4115" extrusionOk="0">
                      <a:moveTo>
                        <a:pt x="2732" y="1"/>
                      </a:moveTo>
                      <a:cubicBezTo>
                        <a:pt x="2228" y="1"/>
                        <a:pt x="1713"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099" name="Google Shape;4099;p60"/>
                <p:cNvSpPr/>
                <p:nvPr/>
              </p:nvSpPr>
              <p:spPr>
                <a:xfrm>
                  <a:off x="4214582" y="4091037"/>
                  <a:ext cx="15235" cy="13040"/>
                </a:xfrm>
                <a:custGeom>
                  <a:avLst/>
                  <a:gdLst/>
                  <a:ahLst/>
                  <a:cxnLst/>
                  <a:rect l="l" t="t" r="r" b="b"/>
                  <a:pathLst>
                    <a:path w="1937" h="1658" extrusionOk="0">
                      <a:moveTo>
                        <a:pt x="1102" y="0"/>
                      </a:moveTo>
                      <a:cubicBezTo>
                        <a:pt x="364" y="0"/>
                        <a:pt x="1" y="883"/>
                        <a:pt x="521" y="1415"/>
                      </a:cubicBezTo>
                      <a:cubicBezTo>
                        <a:pt x="688" y="1582"/>
                        <a:pt x="894" y="1657"/>
                        <a:pt x="1096" y="1657"/>
                      </a:cubicBezTo>
                      <a:cubicBezTo>
                        <a:pt x="1524" y="1657"/>
                        <a:pt x="1936" y="1323"/>
                        <a:pt x="1936" y="823"/>
                      </a:cubicBezTo>
                      <a:cubicBezTo>
                        <a:pt x="1936" y="363"/>
                        <a:pt x="1561" y="0"/>
                        <a:pt x="1102"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00" name="Google Shape;4100;p60"/>
              <p:cNvGrpSpPr/>
              <p:nvPr/>
            </p:nvGrpSpPr>
            <p:grpSpPr>
              <a:xfrm>
                <a:off x="4284416" y="3887428"/>
                <a:ext cx="37783" cy="32451"/>
                <a:chOff x="4284416" y="3887428"/>
                <a:chExt cx="37783" cy="32451"/>
              </a:xfrm>
            </p:grpSpPr>
            <p:sp>
              <p:nvSpPr>
                <p:cNvPr id="4101" name="Google Shape;4101;p60"/>
                <p:cNvSpPr/>
                <p:nvPr/>
              </p:nvSpPr>
              <p:spPr>
                <a:xfrm>
                  <a:off x="4284416" y="3887428"/>
                  <a:ext cx="37783" cy="32451"/>
                </a:xfrm>
                <a:custGeom>
                  <a:avLst/>
                  <a:gdLst/>
                  <a:ahLst/>
                  <a:cxnLst/>
                  <a:rect l="l" t="t" r="r" b="b"/>
                  <a:pathLst>
                    <a:path w="4804" h="4126" extrusionOk="0">
                      <a:moveTo>
                        <a:pt x="2731" y="1"/>
                      </a:moveTo>
                      <a:cubicBezTo>
                        <a:pt x="2227" y="1"/>
                        <a:pt x="1713" y="188"/>
                        <a:pt x="1295" y="606"/>
                      </a:cubicBezTo>
                      <a:cubicBezTo>
                        <a:pt x="1" y="1900"/>
                        <a:pt x="920" y="4126"/>
                        <a:pt x="2747" y="4126"/>
                      </a:cubicBezTo>
                      <a:cubicBezTo>
                        <a:pt x="3884" y="4114"/>
                        <a:pt x="4803" y="3195"/>
                        <a:pt x="4803" y="2070"/>
                      </a:cubicBezTo>
                      <a:cubicBezTo>
                        <a:pt x="4803" y="824"/>
                        <a:pt x="3788" y="1"/>
                        <a:pt x="2731"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02" name="Google Shape;4102;p60"/>
                <p:cNvSpPr/>
                <p:nvPr/>
              </p:nvSpPr>
              <p:spPr>
                <a:xfrm>
                  <a:off x="4299548" y="3897039"/>
                  <a:ext cx="13040" cy="13048"/>
                </a:xfrm>
                <a:custGeom>
                  <a:avLst/>
                  <a:gdLst/>
                  <a:ahLst/>
                  <a:cxnLst/>
                  <a:rect l="l" t="t" r="r" b="b"/>
                  <a:pathLst>
                    <a:path w="1658" h="1659" extrusionOk="0">
                      <a:moveTo>
                        <a:pt x="823" y="1"/>
                      </a:moveTo>
                      <a:cubicBezTo>
                        <a:pt x="363" y="1"/>
                        <a:pt x="0" y="376"/>
                        <a:pt x="0" y="835"/>
                      </a:cubicBezTo>
                      <a:cubicBezTo>
                        <a:pt x="0"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03" name="Google Shape;4103;p60"/>
              <p:cNvGrpSpPr/>
              <p:nvPr/>
            </p:nvGrpSpPr>
            <p:grpSpPr>
              <a:xfrm>
                <a:off x="4223721" y="3860404"/>
                <a:ext cx="37870" cy="32364"/>
                <a:chOff x="4223721" y="3860404"/>
                <a:chExt cx="37870" cy="32364"/>
              </a:xfrm>
            </p:grpSpPr>
            <p:sp>
              <p:nvSpPr>
                <p:cNvPr id="4104" name="Google Shape;4104;p60"/>
                <p:cNvSpPr/>
                <p:nvPr/>
              </p:nvSpPr>
              <p:spPr>
                <a:xfrm>
                  <a:off x="4223721" y="3860404"/>
                  <a:ext cx="37870" cy="32364"/>
                </a:xfrm>
                <a:custGeom>
                  <a:avLst/>
                  <a:gdLst/>
                  <a:ahLst/>
                  <a:cxnLst/>
                  <a:rect l="l" t="t" r="r" b="b"/>
                  <a:pathLst>
                    <a:path w="4815" h="4115" extrusionOk="0">
                      <a:moveTo>
                        <a:pt x="2735" y="1"/>
                      </a:moveTo>
                      <a:cubicBezTo>
                        <a:pt x="2228" y="1"/>
                        <a:pt x="1713" y="188"/>
                        <a:pt x="1295" y="606"/>
                      </a:cubicBezTo>
                      <a:cubicBezTo>
                        <a:pt x="0" y="1901"/>
                        <a:pt x="920" y="4114"/>
                        <a:pt x="2758" y="4114"/>
                      </a:cubicBezTo>
                      <a:cubicBezTo>
                        <a:pt x="3883" y="4114"/>
                        <a:pt x="4803" y="3195"/>
                        <a:pt x="4815" y="2058"/>
                      </a:cubicBezTo>
                      <a:cubicBezTo>
                        <a:pt x="4815" y="822"/>
                        <a:pt x="3795" y="1"/>
                        <a:pt x="2735"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05" name="Google Shape;4105;p60"/>
                <p:cNvSpPr/>
                <p:nvPr/>
              </p:nvSpPr>
              <p:spPr>
                <a:xfrm>
                  <a:off x="4238846" y="3870117"/>
                  <a:ext cx="13040" cy="13040"/>
                </a:xfrm>
                <a:custGeom>
                  <a:avLst/>
                  <a:gdLst/>
                  <a:ahLst/>
                  <a:cxnLst/>
                  <a:rect l="l" t="t" r="r" b="b"/>
                  <a:pathLst>
                    <a:path w="1658" h="1658" extrusionOk="0">
                      <a:moveTo>
                        <a:pt x="835" y="0"/>
                      </a:moveTo>
                      <a:cubicBezTo>
                        <a:pt x="376" y="0"/>
                        <a:pt x="1" y="363"/>
                        <a:pt x="1" y="823"/>
                      </a:cubicBezTo>
                      <a:cubicBezTo>
                        <a:pt x="1" y="1283"/>
                        <a:pt x="376" y="1658"/>
                        <a:pt x="835" y="1658"/>
                      </a:cubicBezTo>
                      <a:cubicBezTo>
                        <a:pt x="1283" y="1658"/>
                        <a:pt x="1658" y="1283"/>
                        <a:pt x="1658" y="823"/>
                      </a:cubicBezTo>
                      <a:cubicBezTo>
                        <a:pt x="1658" y="363"/>
                        <a:pt x="1283" y="0"/>
                        <a:pt x="83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06" name="Google Shape;4106;p60"/>
              <p:cNvGrpSpPr/>
              <p:nvPr/>
            </p:nvGrpSpPr>
            <p:grpSpPr>
              <a:xfrm>
                <a:off x="4104889" y="3699242"/>
                <a:ext cx="37776" cy="32357"/>
                <a:chOff x="4104889" y="3699242"/>
                <a:chExt cx="37776" cy="32357"/>
              </a:xfrm>
            </p:grpSpPr>
            <p:sp>
              <p:nvSpPr>
                <p:cNvPr id="4107" name="Google Shape;4107;p60"/>
                <p:cNvSpPr/>
                <p:nvPr/>
              </p:nvSpPr>
              <p:spPr>
                <a:xfrm>
                  <a:off x="4104889" y="3699242"/>
                  <a:ext cx="37776" cy="32357"/>
                </a:xfrm>
                <a:custGeom>
                  <a:avLst/>
                  <a:gdLst/>
                  <a:ahLst/>
                  <a:cxnLst/>
                  <a:rect l="l" t="t" r="r" b="b"/>
                  <a:pathLst>
                    <a:path w="4803" h="4114" extrusionOk="0">
                      <a:moveTo>
                        <a:pt x="2730" y="0"/>
                      </a:moveTo>
                      <a:cubicBezTo>
                        <a:pt x="2226" y="0"/>
                        <a:pt x="1712" y="188"/>
                        <a:pt x="1295" y="605"/>
                      </a:cubicBezTo>
                      <a:cubicBezTo>
                        <a:pt x="0" y="1900"/>
                        <a:pt x="920" y="4114"/>
                        <a:pt x="2746" y="4114"/>
                      </a:cubicBezTo>
                      <a:cubicBezTo>
                        <a:pt x="3883" y="4114"/>
                        <a:pt x="4803" y="3194"/>
                        <a:pt x="4803" y="2069"/>
                      </a:cubicBezTo>
                      <a:cubicBezTo>
                        <a:pt x="4803" y="824"/>
                        <a:pt x="3788" y="0"/>
                        <a:pt x="2730"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08" name="Google Shape;4108;p60"/>
                <p:cNvSpPr/>
                <p:nvPr/>
              </p:nvSpPr>
              <p:spPr>
                <a:xfrm>
                  <a:off x="4120013" y="3708948"/>
                  <a:ext cx="13040" cy="13040"/>
                </a:xfrm>
                <a:custGeom>
                  <a:avLst/>
                  <a:gdLst/>
                  <a:ahLst/>
                  <a:cxnLst/>
                  <a:rect l="l" t="t" r="r" b="b"/>
                  <a:pathLst>
                    <a:path w="1658" h="1658" extrusionOk="0">
                      <a:moveTo>
                        <a:pt x="823" y="0"/>
                      </a:moveTo>
                      <a:cubicBezTo>
                        <a:pt x="376" y="0"/>
                        <a:pt x="1" y="375"/>
                        <a:pt x="1" y="823"/>
                      </a:cubicBezTo>
                      <a:cubicBezTo>
                        <a:pt x="1" y="1283"/>
                        <a:pt x="376"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09" name="Google Shape;4109;p60"/>
              <p:cNvGrpSpPr/>
              <p:nvPr/>
            </p:nvGrpSpPr>
            <p:grpSpPr>
              <a:xfrm>
                <a:off x="4143608" y="3475121"/>
                <a:ext cx="37878" cy="32420"/>
                <a:chOff x="4143608" y="3475121"/>
                <a:chExt cx="37878" cy="32420"/>
              </a:xfrm>
            </p:grpSpPr>
            <p:sp>
              <p:nvSpPr>
                <p:cNvPr id="4110" name="Google Shape;4110;p60"/>
                <p:cNvSpPr/>
                <p:nvPr/>
              </p:nvSpPr>
              <p:spPr>
                <a:xfrm>
                  <a:off x="4143608" y="3475121"/>
                  <a:ext cx="37878" cy="32420"/>
                </a:xfrm>
                <a:custGeom>
                  <a:avLst/>
                  <a:gdLst/>
                  <a:ahLst/>
                  <a:cxnLst/>
                  <a:rect l="l" t="t" r="r" b="b"/>
                  <a:pathLst>
                    <a:path w="4816" h="4122" extrusionOk="0">
                      <a:moveTo>
                        <a:pt x="2750" y="0"/>
                      </a:moveTo>
                      <a:cubicBezTo>
                        <a:pt x="2244" y="0"/>
                        <a:pt x="1727" y="190"/>
                        <a:pt x="1307" y="614"/>
                      </a:cubicBezTo>
                      <a:cubicBezTo>
                        <a:pt x="1" y="1908"/>
                        <a:pt x="920" y="4122"/>
                        <a:pt x="2759" y="4122"/>
                      </a:cubicBezTo>
                      <a:cubicBezTo>
                        <a:pt x="3896" y="4122"/>
                        <a:pt x="4815" y="3202"/>
                        <a:pt x="4815" y="2065"/>
                      </a:cubicBezTo>
                      <a:cubicBezTo>
                        <a:pt x="4815" y="823"/>
                        <a:pt x="3805" y="0"/>
                        <a:pt x="2750"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11" name="Google Shape;4111;p60"/>
                <p:cNvSpPr/>
                <p:nvPr/>
              </p:nvSpPr>
              <p:spPr>
                <a:xfrm>
                  <a:off x="4158741" y="3484795"/>
                  <a:ext cx="13040" cy="13040"/>
                </a:xfrm>
                <a:custGeom>
                  <a:avLst/>
                  <a:gdLst/>
                  <a:ahLst/>
                  <a:cxnLst/>
                  <a:rect l="l" t="t" r="r" b="b"/>
                  <a:pathLst>
                    <a:path w="1658" h="1658" extrusionOk="0">
                      <a:moveTo>
                        <a:pt x="835" y="1"/>
                      </a:moveTo>
                      <a:cubicBezTo>
                        <a:pt x="375" y="1"/>
                        <a:pt x="0" y="376"/>
                        <a:pt x="0" y="835"/>
                      </a:cubicBezTo>
                      <a:cubicBezTo>
                        <a:pt x="0" y="1295"/>
                        <a:pt x="375" y="1658"/>
                        <a:pt x="835" y="1658"/>
                      </a:cubicBezTo>
                      <a:cubicBezTo>
                        <a:pt x="1294" y="1658"/>
                        <a:pt x="1657" y="1295"/>
                        <a:pt x="1657" y="835"/>
                      </a:cubicBezTo>
                      <a:cubicBezTo>
                        <a:pt x="1657" y="376"/>
                        <a:pt x="1294" y="1"/>
                        <a:pt x="835"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12" name="Google Shape;4112;p60"/>
              <p:cNvGrpSpPr/>
              <p:nvPr/>
            </p:nvGrpSpPr>
            <p:grpSpPr>
              <a:xfrm>
                <a:off x="4217248" y="3570893"/>
                <a:ext cx="37776" cy="32364"/>
                <a:chOff x="4217248" y="3570893"/>
                <a:chExt cx="37776" cy="32364"/>
              </a:xfrm>
            </p:grpSpPr>
            <p:sp>
              <p:nvSpPr>
                <p:cNvPr id="4113" name="Google Shape;4113;p60"/>
                <p:cNvSpPr/>
                <p:nvPr/>
              </p:nvSpPr>
              <p:spPr>
                <a:xfrm>
                  <a:off x="4217248" y="3570893"/>
                  <a:ext cx="37776" cy="32364"/>
                </a:xfrm>
                <a:custGeom>
                  <a:avLst/>
                  <a:gdLst/>
                  <a:ahLst/>
                  <a:cxnLst/>
                  <a:rect l="l" t="t" r="r" b="b"/>
                  <a:pathLst>
                    <a:path w="4803" h="4115" extrusionOk="0">
                      <a:moveTo>
                        <a:pt x="2732" y="1"/>
                      </a:moveTo>
                      <a:cubicBezTo>
                        <a:pt x="2228" y="1"/>
                        <a:pt x="1713" y="188"/>
                        <a:pt x="1295" y="606"/>
                      </a:cubicBezTo>
                      <a:cubicBezTo>
                        <a:pt x="1" y="1900"/>
                        <a:pt x="920" y="4114"/>
                        <a:pt x="2759"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14" name="Google Shape;4114;p60"/>
                <p:cNvSpPr/>
                <p:nvPr/>
              </p:nvSpPr>
              <p:spPr>
                <a:xfrm>
                  <a:off x="4232373" y="3580599"/>
                  <a:ext cx="13048" cy="13048"/>
                </a:xfrm>
                <a:custGeom>
                  <a:avLst/>
                  <a:gdLst/>
                  <a:ahLst/>
                  <a:cxnLst/>
                  <a:rect l="l" t="t" r="r" b="b"/>
                  <a:pathLst>
                    <a:path w="1659" h="1659" extrusionOk="0">
                      <a:moveTo>
                        <a:pt x="824" y="1"/>
                      </a:moveTo>
                      <a:cubicBezTo>
                        <a:pt x="364" y="1"/>
                        <a:pt x="1" y="376"/>
                        <a:pt x="1" y="824"/>
                      </a:cubicBezTo>
                      <a:cubicBezTo>
                        <a:pt x="1" y="1283"/>
                        <a:pt x="364" y="1658"/>
                        <a:pt x="824" y="1658"/>
                      </a:cubicBezTo>
                      <a:cubicBezTo>
                        <a:pt x="1283" y="1658"/>
                        <a:pt x="1658" y="1283"/>
                        <a:pt x="1658" y="824"/>
                      </a:cubicBezTo>
                      <a:cubicBezTo>
                        <a:pt x="1658" y="376"/>
                        <a:pt x="1283" y="1"/>
                        <a:pt x="82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15" name="Google Shape;4115;p60"/>
              <p:cNvGrpSpPr/>
              <p:nvPr/>
            </p:nvGrpSpPr>
            <p:grpSpPr>
              <a:xfrm>
                <a:off x="4255307" y="3431612"/>
                <a:ext cx="37776" cy="32451"/>
                <a:chOff x="4255307" y="3431612"/>
                <a:chExt cx="37776" cy="32451"/>
              </a:xfrm>
            </p:grpSpPr>
            <p:sp>
              <p:nvSpPr>
                <p:cNvPr id="4116" name="Google Shape;4116;p60"/>
                <p:cNvSpPr/>
                <p:nvPr/>
              </p:nvSpPr>
              <p:spPr>
                <a:xfrm>
                  <a:off x="4255307" y="3431612"/>
                  <a:ext cx="37776" cy="32451"/>
                </a:xfrm>
                <a:custGeom>
                  <a:avLst/>
                  <a:gdLst/>
                  <a:ahLst/>
                  <a:cxnLst/>
                  <a:rect l="l" t="t" r="r" b="b"/>
                  <a:pathLst>
                    <a:path w="4803" h="4126" extrusionOk="0">
                      <a:moveTo>
                        <a:pt x="2730" y="0"/>
                      </a:moveTo>
                      <a:cubicBezTo>
                        <a:pt x="2226" y="0"/>
                        <a:pt x="1712" y="187"/>
                        <a:pt x="1295" y="605"/>
                      </a:cubicBezTo>
                      <a:cubicBezTo>
                        <a:pt x="0" y="1912"/>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17" name="Google Shape;4117;p60"/>
                <p:cNvSpPr/>
                <p:nvPr/>
              </p:nvSpPr>
              <p:spPr>
                <a:xfrm>
                  <a:off x="4270432" y="3441317"/>
                  <a:ext cx="13040" cy="13040"/>
                </a:xfrm>
                <a:custGeom>
                  <a:avLst/>
                  <a:gdLst/>
                  <a:ahLst/>
                  <a:cxnLst/>
                  <a:rect l="l" t="t" r="r" b="b"/>
                  <a:pathLst>
                    <a:path w="1658" h="1658" extrusionOk="0">
                      <a:moveTo>
                        <a:pt x="835" y="0"/>
                      </a:moveTo>
                      <a:cubicBezTo>
                        <a:pt x="376" y="0"/>
                        <a:pt x="1" y="375"/>
                        <a:pt x="1" y="835"/>
                      </a:cubicBezTo>
                      <a:cubicBezTo>
                        <a:pt x="1" y="1295"/>
                        <a:pt x="376" y="1658"/>
                        <a:pt x="835" y="1658"/>
                      </a:cubicBezTo>
                      <a:cubicBezTo>
                        <a:pt x="1295" y="1658"/>
                        <a:pt x="1658" y="1295"/>
                        <a:pt x="1658" y="835"/>
                      </a:cubicBezTo>
                      <a:cubicBezTo>
                        <a:pt x="1658" y="375"/>
                        <a:pt x="1295" y="0"/>
                        <a:pt x="83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18" name="Google Shape;4118;p60"/>
              <p:cNvGrpSpPr/>
              <p:nvPr/>
            </p:nvGrpSpPr>
            <p:grpSpPr>
              <a:xfrm>
                <a:off x="3853052" y="3577398"/>
                <a:ext cx="37776" cy="32420"/>
                <a:chOff x="3853052" y="3577398"/>
                <a:chExt cx="37776" cy="32420"/>
              </a:xfrm>
            </p:grpSpPr>
            <p:sp>
              <p:nvSpPr>
                <p:cNvPr id="4119" name="Google Shape;4119;p60"/>
                <p:cNvSpPr/>
                <p:nvPr/>
              </p:nvSpPr>
              <p:spPr>
                <a:xfrm>
                  <a:off x="3853052" y="3577398"/>
                  <a:ext cx="37776" cy="32420"/>
                </a:xfrm>
                <a:custGeom>
                  <a:avLst/>
                  <a:gdLst/>
                  <a:ahLst/>
                  <a:cxnLst/>
                  <a:rect l="l" t="t" r="r" b="b"/>
                  <a:pathLst>
                    <a:path w="4803" h="4122" extrusionOk="0">
                      <a:moveTo>
                        <a:pt x="2737" y="0"/>
                      </a:moveTo>
                      <a:cubicBezTo>
                        <a:pt x="2231" y="0"/>
                        <a:pt x="1714" y="190"/>
                        <a:pt x="1294" y="614"/>
                      </a:cubicBezTo>
                      <a:cubicBezTo>
                        <a:pt x="0" y="1908"/>
                        <a:pt x="919" y="4122"/>
                        <a:pt x="2746" y="4122"/>
                      </a:cubicBezTo>
                      <a:cubicBezTo>
                        <a:pt x="3883" y="4122"/>
                        <a:pt x="4803" y="3202"/>
                        <a:pt x="4803" y="2065"/>
                      </a:cubicBezTo>
                      <a:cubicBezTo>
                        <a:pt x="4803" y="823"/>
                        <a:pt x="3792" y="0"/>
                        <a:pt x="2737"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20" name="Google Shape;4120;p60"/>
                <p:cNvSpPr/>
                <p:nvPr/>
              </p:nvSpPr>
              <p:spPr>
                <a:xfrm>
                  <a:off x="3868176" y="3587072"/>
                  <a:ext cx="13040" cy="13040"/>
                </a:xfrm>
                <a:custGeom>
                  <a:avLst/>
                  <a:gdLst/>
                  <a:ahLst/>
                  <a:cxnLst/>
                  <a:rect l="l" t="t" r="r" b="b"/>
                  <a:pathLst>
                    <a:path w="1658" h="1658" extrusionOk="0">
                      <a:moveTo>
                        <a:pt x="823" y="1"/>
                      </a:moveTo>
                      <a:cubicBezTo>
                        <a:pt x="363" y="1"/>
                        <a:pt x="1" y="376"/>
                        <a:pt x="1" y="835"/>
                      </a:cubicBezTo>
                      <a:cubicBezTo>
                        <a:pt x="1"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21" name="Google Shape;4121;p60"/>
              <p:cNvGrpSpPr/>
              <p:nvPr/>
            </p:nvGrpSpPr>
            <p:grpSpPr>
              <a:xfrm>
                <a:off x="4039908" y="3412107"/>
                <a:ext cx="37776" cy="32357"/>
                <a:chOff x="4039908" y="3412107"/>
                <a:chExt cx="37776" cy="32357"/>
              </a:xfrm>
            </p:grpSpPr>
            <p:sp>
              <p:nvSpPr>
                <p:cNvPr id="4122" name="Google Shape;4122;p60"/>
                <p:cNvSpPr/>
                <p:nvPr/>
              </p:nvSpPr>
              <p:spPr>
                <a:xfrm>
                  <a:off x="4039908" y="3412107"/>
                  <a:ext cx="37776" cy="32357"/>
                </a:xfrm>
                <a:custGeom>
                  <a:avLst/>
                  <a:gdLst/>
                  <a:ahLst/>
                  <a:cxnLst/>
                  <a:rect l="l" t="t" r="r" b="b"/>
                  <a:pathLst>
                    <a:path w="4803" h="4114" extrusionOk="0">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23" name="Google Shape;4123;p60"/>
                <p:cNvSpPr/>
                <p:nvPr/>
              </p:nvSpPr>
              <p:spPr>
                <a:xfrm>
                  <a:off x="4055033" y="3421812"/>
                  <a:ext cx="13040" cy="13040"/>
                </a:xfrm>
                <a:custGeom>
                  <a:avLst/>
                  <a:gdLst/>
                  <a:ahLst/>
                  <a:cxnLst/>
                  <a:rect l="l" t="t" r="r" b="b"/>
                  <a:pathLst>
                    <a:path w="1658" h="1658" extrusionOk="0">
                      <a:moveTo>
                        <a:pt x="823" y="1"/>
                      </a:moveTo>
                      <a:cubicBezTo>
                        <a:pt x="363" y="1"/>
                        <a:pt x="1" y="363"/>
                        <a:pt x="1" y="823"/>
                      </a:cubicBezTo>
                      <a:cubicBezTo>
                        <a:pt x="1" y="1283"/>
                        <a:pt x="363"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24" name="Google Shape;4124;p60"/>
              <p:cNvGrpSpPr/>
              <p:nvPr/>
            </p:nvGrpSpPr>
            <p:grpSpPr>
              <a:xfrm>
                <a:off x="4017360" y="3342061"/>
                <a:ext cx="37870" cy="32380"/>
                <a:chOff x="4017360" y="3342061"/>
                <a:chExt cx="37870" cy="32380"/>
              </a:xfrm>
            </p:grpSpPr>
            <p:sp>
              <p:nvSpPr>
                <p:cNvPr id="4125" name="Google Shape;4125;p60"/>
                <p:cNvSpPr/>
                <p:nvPr/>
              </p:nvSpPr>
              <p:spPr>
                <a:xfrm>
                  <a:off x="4017360" y="3342061"/>
                  <a:ext cx="37870" cy="32380"/>
                </a:xfrm>
                <a:custGeom>
                  <a:avLst/>
                  <a:gdLst/>
                  <a:ahLst/>
                  <a:cxnLst/>
                  <a:rect l="l" t="t" r="r" b="b"/>
                  <a:pathLst>
                    <a:path w="4815" h="4117" extrusionOk="0">
                      <a:moveTo>
                        <a:pt x="2749" y="0"/>
                      </a:moveTo>
                      <a:cubicBezTo>
                        <a:pt x="2243" y="0"/>
                        <a:pt x="1726" y="189"/>
                        <a:pt x="1307" y="608"/>
                      </a:cubicBezTo>
                      <a:cubicBezTo>
                        <a:pt x="0" y="1903"/>
                        <a:pt x="920" y="4116"/>
                        <a:pt x="2758" y="4116"/>
                      </a:cubicBezTo>
                      <a:cubicBezTo>
                        <a:pt x="3895" y="4116"/>
                        <a:pt x="4815" y="3197"/>
                        <a:pt x="4815" y="2060"/>
                      </a:cubicBezTo>
                      <a:cubicBezTo>
                        <a:pt x="4815" y="817"/>
                        <a:pt x="3804" y="0"/>
                        <a:pt x="2749"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26" name="Google Shape;4126;p60"/>
                <p:cNvSpPr/>
                <p:nvPr/>
              </p:nvSpPr>
              <p:spPr>
                <a:xfrm>
                  <a:off x="4032484" y="3351790"/>
                  <a:ext cx="13040" cy="13040"/>
                </a:xfrm>
                <a:custGeom>
                  <a:avLst/>
                  <a:gdLst/>
                  <a:ahLst/>
                  <a:cxnLst/>
                  <a:rect l="l" t="t" r="r" b="b"/>
                  <a:pathLst>
                    <a:path w="1658" h="1658" extrusionOk="0">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sp>
            <p:nvSpPr>
              <p:cNvPr id="4127" name="Google Shape;4127;p60"/>
              <p:cNvSpPr/>
              <p:nvPr/>
            </p:nvSpPr>
            <p:spPr>
              <a:xfrm>
                <a:off x="3998712" y="3520180"/>
                <a:ext cx="47764" cy="40929"/>
              </a:xfrm>
              <a:custGeom>
                <a:avLst/>
                <a:gdLst/>
                <a:ahLst/>
                <a:cxnLst/>
                <a:rect l="l" t="t" r="r" b="b"/>
                <a:pathLst>
                  <a:path w="6073" h="5204" extrusionOk="0">
                    <a:moveTo>
                      <a:pt x="3457" y="0"/>
                    </a:moveTo>
                    <a:cubicBezTo>
                      <a:pt x="2821" y="0"/>
                      <a:pt x="2173" y="236"/>
                      <a:pt x="1645" y="764"/>
                    </a:cubicBezTo>
                    <a:cubicBezTo>
                      <a:pt x="0" y="2397"/>
                      <a:pt x="1162" y="5191"/>
                      <a:pt x="3472" y="5203"/>
                    </a:cubicBezTo>
                    <a:cubicBezTo>
                      <a:pt x="4899" y="5191"/>
                      <a:pt x="6061" y="4030"/>
                      <a:pt x="6073" y="2602"/>
                    </a:cubicBezTo>
                    <a:cubicBezTo>
                      <a:pt x="6073" y="1038"/>
                      <a:pt x="4792" y="0"/>
                      <a:pt x="3457"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28" name="Google Shape;4128;p60"/>
              <p:cNvSpPr/>
              <p:nvPr/>
            </p:nvSpPr>
            <p:spPr>
              <a:xfrm>
                <a:off x="4011744" y="3529893"/>
                <a:ext cx="25026" cy="21448"/>
              </a:xfrm>
              <a:custGeom>
                <a:avLst/>
                <a:gdLst/>
                <a:ahLst/>
                <a:cxnLst/>
                <a:rect l="l" t="t" r="r" b="b"/>
                <a:pathLst>
                  <a:path w="3182" h="2727" extrusionOk="0">
                    <a:moveTo>
                      <a:pt x="1815" y="0"/>
                    </a:moveTo>
                    <a:cubicBezTo>
                      <a:pt x="605" y="0"/>
                      <a:pt x="1" y="1464"/>
                      <a:pt x="847" y="2323"/>
                    </a:cubicBezTo>
                    <a:cubicBezTo>
                      <a:pt x="1126" y="2601"/>
                      <a:pt x="1468" y="2726"/>
                      <a:pt x="1803" y="2726"/>
                    </a:cubicBezTo>
                    <a:cubicBezTo>
                      <a:pt x="2503" y="2726"/>
                      <a:pt x="3174" y="2185"/>
                      <a:pt x="3182" y="1367"/>
                    </a:cubicBezTo>
                    <a:cubicBezTo>
                      <a:pt x="3182" y="605"/>
                      <a:pt x="2565" y="0"/>
                      <a:pt x="181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nvGrpSpPr>
              <p:cNvPr id="4129" name="Google Shape;4129;p60"/>
              <p:cNvGrpSpPr/>
              <p:nvPr/>
            </p:nvGrpSpPr>
            <p:grpSpPr>
              <a:xfrm>
                <a:off x="3750870" y="3418650"/>
                <a:ext cx="37776" cy="32380"/>
                <a:chOff x="3750870" y="3418650"/>
                <a:chExt cx="37776" cy="32380"/>
              </a:xfrm>
            </p:grpSpPr>
            <p:sp>
              <p:nvSpPr>
                <p:cNvPr id="4130" name="Google Shape;4130;p60"/>
                <p:cNvSpPr/>
                <p:nvPr/>
              </p:nvSpPr>
              <p:spPr>
                <a:xfrm>
                  <a:off x="3750870" y="3418650"/>
                  <a:ext cx="37776" cy="32380"/>
                </a:xfrm>
                <a:custGeom>
                  <a:avLst/>
                  <a:gdLst/>
                  <a:ahLst/>
                  <a:cxnLst/>
                  <a:rect l="l" t="t" r="r" b="b"/>
                  <a:pathLst>
                    <a:path w="4803" h="4117" extrusionOk="0">
                      <a:moveTo>
                        <a:pt x="2737" y="0"/>
                      </a:moveTo>
                      <a:cubicBezTo>
                        <a:pt x="2231" y="0"/>
                        <a:pt x="1714" y="188"/>
                        <a:pt x="1295" y="608"/>
                      </a:cubicBezTo>
                      <a:cubicBezTo>
                        <a:pt x="0" y="1903"/>
                        <a:pt x="920" y="4116"/>
                        <a:pt x="2746" y="4116"/>
                      </a:cubicBezTo>
                      <a:cubicBezTo>
                        <a:pt x="3883" y="4104"/>
                        <a:pt x="4803" y="3185"/>
                        <a:pt x="4803" y="2060"/>
                      </a:cubicBezTo>
                      <a:cubicBezTo>
                        <a:pt x="4803" y="817"/>
                        <a:pt x="3792" y="0"/>
                        <a:pt x="2737"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31" name="Google Shape;4131;p60"/>
                <p:cNvSpPr/>
                <p:nvPr/>
              </p:nvSpPr>
              <p:spPr>
                <a:xfrm>
                  <a:off x="3765994" y="3428285"/>
                  <a:ext cx="13040" cy="13040"/>
                </a:xfrm>
                <a:custGeom>
                  <a:avLst/>
                  <a:gdLst/>
                  <a:ahLst/>
                  <a:cxnLst/>
                  <a:rect l="l" t="t" r="r" b="b"/>
                  <a:pathLst>
                    <a:path w="1658" h="1658" extrusionOk="0">
                      <a:moveTo>
                        <a:pt x="823" y="0"/>
                      </a:moveTo>
                      <a:cubicBezTo>
                        <a:pt x="363" y="0"/>
                        <a:pt x="1" y="375"/>
                        <a:pt x="1" y="835"/>
                      </a:cubicBezTo>
                      <a:cubicBezTo>
                        <a:pt x="1" y="1294"/>
                        <a:pt x="363" y="1657"/>
                        <a:pt x="823" y="1657"/>
                      </a:cubicBezTo>
                      <a:cubicBezTo>
                        <a:pt x="1283" y="1657"/>
                        <a:pt x="1658" y="1294"/>
                        <a:pt x="1658" y="835"/>
                      </a:cubicBezTo>
                      <a:cubicBezTo>
                        <a:pt x="1658" y="375"/>
                        <a:pt x="1283" y="0"/>
                        <a:pt x="823"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32" name="Google Shape;4132;p60"/>
              <p:cNvGrpSpPr/>
              <p:nvPr/>
            </p:nvGrpSpPr>
            <p:grpSpPr>
              <a:xfrm>
                <a:off x="3632509" y="3274438"/>
                <a:ext cx="37783" cy="32357"/>
                <a:chOff x="3632509" y="3274438"/>
                <a:chExt cx="37783" cy="32357"/>
              </a:xfrm>
            </p:grpSpPr>
            <p:sp>
              <p:nvSpPr>
                <p:cNvPr id="4133" name="Google Shape;4133;p60"/>
                <p:cNvSpPr/>
                <p:nvPr/>
              </p:nvSpPr>
              <p:spPr>
                <a:xfrm>
                  <a:off x="3632509" y="3274438"/>
                  <a:ext cx="37783" cy="32357"/>
                </a:xfrm>
                <a:custGeom>
                  <a:avLst/>
                  <a:gdLst/>
                  <a:ahLst/>
                  <a:cxnLst/>
                  <a:rect l="l" t="t" r="r" b="b"/>
                  <a:pathLst>
                    <a:path w="4804" h="4114" extrusionOk="0">
                      <a:moveTo>
                        <a:pt x="2732" y="0"/>
                      </a:moveTo>
                      <a:cubicBezTo>
                        <a:pt x="2228" y="0"/>
                        <a:pt x="1713" y="187"/>
                        <a:pt x="1295" y="605"/>
                      </a:cubicBezTo>
                      <a:cubicBezTo>
                        <a:pt x="1" y="1900"/>
                        <a:pt x="908" y="4114"/>
                        <a:pt x="2747" y="4114"/>
                      </a:cubicBezTo>
                      <a:cubicBezTo>
                        <a:pt x="3872" y="4114"/>
                        <a:pt x="4791" y="3194"/>
                        <a:pt x="4803" y="2057"/>
                      </a:cubicBezTo>
                      <a:cubicBezTo>
                        <a:pt x="4803" y="821"/>
                        <a:pt x="3789" y="0"/>
                        <a:pt x="273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34" name="Google Shape;4134;p60"/>
                <p:cNvSpPr/>
                <p:nvPr/>
              </p:nvSpPr>
              <p:spPr>
                <a:xfrm>
                  <a:off x="3647547" y="3284049"/>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35" name="Google Shape;4135;p60"/>
              <p:cNvGrpSpPr/>
              <p:nvPr/>
            </p:nvGrpSpPr>
            <p:grpSpPr>
              <a:xfrm>
                <a:off x="3906424" y="3297561"/>
                <a:ext cx="37776" cy="32451"/>
                <a:chOff x="3906424" y="3297561"/>
                <a:chExt cx="37776" cy="32451"/>
              </a:xfrm>
            </p:grpSpPr>
            <p:sp>
              <p:nvSpPr>
                <p:cNvPr id="4136" name="Google Shape;4136;p60"/>
                <p:cNvSpPr/>
                <p:nvPr/>
              </p:nvSpPr>
              <p:spPr>
                <a:xfrm>
                  <a:off x="3906424" y="3297561"/>
                  <a:ext cx="37776" cy="32451"/>
                </a:xfrm>
                <a:custGeom>
                  <a:avLst/>
                  <a:gdLst/>
                  <a:ahLst/>
                  <a:cxnLst/>
                  <a:rect l="l" t="t" r="r" b="b"/>
                  <a:pathLst>
                    <a:path w="4803" h="4126" extrusionOk="0">
                      <a:moveTo>
                        <a:pt x="2730" y="0"/>
                      </a:moveTo>
                      <a:cubicBezTo>
                        <a:pt x="2226" y="0"/>
                        <a:pt x="1713" y="187"/>
                        <a:pt x="1295" y="605"/>
                      </a:cubicBezTo>
                      <a:cubicBezTo>
                        <a:pt x="0" y="1899"/>
                        <a:pt x="920" y="4125"/>
                        <a:pt x="2746" y="4125"/>
                      </a:cubicBezTo>
                      <a:cubicBezTo>
                        <a:pt x="3883" y="4113"/>
                        <a:pt x="4803" y="3194"/>
                        <a:pt x="4803" y="2069"/>
                      </a:cubicBezTo>
                      <a:cubicBezTo>
                        <a:pt x="4803" y="824"/>
                        <a:pt x="3788" y="0"/>
                        <a:pt x="2730"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37" name="Google Shape;4137;p60"/>
                <p:cNvSpPr/>
                <p:nvPr/>
              </p:nvSpPr>
              <p:spPr>
                <a:xfrm>
                  <a:off x="3921548" y="3307361"/>
                  <a:ext cx="13048" cy="13040"/>
                </a:xfrm>
                <a:custGeom>
                  <a:avLst/>
                  <a:gdLst/>
                  <a:ahLst/>
                  <a:cxnLst/>
                  <a:rect l="l" t="t" r="r" b="b"/>
                  <a:pathLst>
                    <a:path w="1659" h="1658" extrusionOk="0">
                      <a:moveTo>
                        <a:pt x="823" y="0"/>
                      </a:moveTo>
                      <a:cubicBezTo>
                        <a:pt x="364" y="0"/>
                        <a:pt x="1" y="363"/>
                        <a:pt x="1" y="823"/>
                      </a:cubicBezTo>
                      <a:cubicBezTo>
                        <a:pt x="1" y="1282"/>
                        <a:pt x="364" y="1657"/>
                        <a:pt x="823" y="1657"/>
                      </a:cubicBezTo>
                      <a:cubicBezTo>
                        <a:pt x="1283" y="1657"/>
                        <a:pt x="1658" y="1282"/>
                        <a:pt x="1658" y="823"/>
                      </a:cubicBezTo>
                      <a:cubicBezTo>
                        <a:pt x="1658" y="363"/>
                        <a:pt x="1283" y="0"/>
                        <a:pt x="823"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38" name="Google Shape;4138;p60"/>
              <p:cNvGrpSpPr/>
              <p:nvPr/>
            </p:nvGrpSpPr>
            <p:grpSpPr>
              <a:xfrm>
                <a:off x="3866084" y="3412107"/>
                <a:ext cx="37776" cy="32357"/>
                <a:chOff x="3866084" y="3412107"/>
                <a:chExt cx="37776" cy="32357"/>
              </a:xfrm>
            </p:grpSpPr>
            <p:sp>
              <p:nvSpPr>
                <p:cNvPr id="4139" name="Google Shape;4139;p60"/>
                <p:cNvSpPr/>
                <p:nvPr/>
              </p:nvSpPr>
              <p:spPr>
                <a:xfrm>
                  <a:off x="3866084" y="3412107"/>
                  <a:ext cx="37776" cy="32357"/>
                </a:xfrm>
                <a:custGeom>
                  <a:avLst/>
                  <a:gdLst/>
                  <a:ahLst/>
                  <a:cxnLst/>
                  <a:rect l="l" t="t" r="r" b="b"/>
                  <a:pathLst>
                    <a:path w="4803" h="4114" extrusionOk="0">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40" name="Google Shape;4140;p60"/>
                <p:cNvSpPr/>
                <p:nvPr/>
              </p:nvSpPr>
              <p:spPr>
                <a:xfrm>
                  <a:off x="3881208" y="3421812"/>
                  <a:ext cx="13048" cy="13040"/>
                </a:xfrm>
                <a:custGeom>
                  <a:avLst/>
                  <a:gdLst/>
                  <a:ahLst/>
                  <a:cxnLst/>
                  <a:rect l="l" t="t" r="r" b="b"/>
                  <a:pathLst>
                    <a:path w="1659" h="1658" extrusionOk="0">
                      <a:moveTo>
                        <a:pt x="823" y="1"/>
                      </a:moveTo>
                      <a:cubicBezTo>
                        <a:pt x="364" y="1"/>
                        <a:pt x="1" y="363"/>
                        <a:pt x="1" y="823"/>
                      </a:cubicBezTo>
                      <a:cubicBezTo>
                        <a:pt x="1" y="1283"/>
                        <a:pt x="364"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41" name="Google Shape;4141;p60"/>
              <p:cNvGrpSpPr/>
              <p:nvPr/>
            </p:nvGrpSpPr>
            <p:grpSpPr>
              <a:xfrm>
                <a:off x="4023919" y="3766409"/>
                <a:ext cx="37783" cy="32357"/>
                <a:chOff x="4023919" y="3766409"/>
                <a:chExt cx="37783" cy="32357"/>
              </a:xfrm>
            </p:grpSpPr>
            <p:sp>
              <p:nvSpPr>
                <p:cNvPr id="4142" name="Google Shape;4142;p60"/>
                <p:cNvSpPr/>
                <p:nvPr/>
              </p:nvSpPr>
              <p:spPr>
                <a:xfrm>
                  <a:off x="4023919" y="3766409"/>
                  <a:ext cx="37783" cy="32357"/>
                </a:xfrm>
                <a:custGeom>
                  <a:avLst/>
                  <a:gdLst/>
                  <a:ahLst/>
                  <a:cxnLst/>
                  <a:rect l="l" t="t" r="r" b="b"/>
                  <a:pathLst>
                    <a:path w="4804" h="4114" extrusionOk="0">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43" name="Google Shape;4143;p60"/>
                <p:cNvSpPr/>
                <p:nvPr/>
              </p:nvSpPr>
              <p:spPr>
                <a:xfrm>
                  <a:off x="4039051" y="3776115"/>
                  <a:ext cx="13040" cy="13048"/>
                </a:xfrm>
                <a:custGeom>
                  <a:avLst/>
                  <a:gdLst/>
                  <a:ahLst/>
                  <a:cxnLst/>
                  <a:rect l="l" t="t" r="r" b="b"/>
                  <a:pathLst>
                    <a:path w="1658" h="1659" extrusionOk="0">
                      <a:moveTo>
                        <a:pt x="823" y="1"/>
                      </a:moveTo>
                      <a:cubicBezTo>
                        <a:pt x="363" y="1"/>
                        <a:pt x="0" y="376"/>
                        <a:pt x="0" y="823"/>
                      </a:cubicBezTo>
                      <a:cubicBezTo>
                        <a:pt x="0"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44" name="Google Shape;4144;p60"/>
              <p:cNvGrpSpPr/>
              <p:nvPr/>
            </p:nvGrpSpPr>
            <p:grpSpPr>
              <a:xfrm>
                <a:off x="3973882" y="3779449"/>
                <a:ext cx="37776" cy="32357"/>
                <a:chOff x="3973882" y="3779449"/>
                <a:chExt cx="37776" cy="32357"/>
              </a:xfrm>
            </p:grpSpPr>
            <p:sp>
              <p:nvSpPr>
                <p:cNvPr id="4145" name="Google Shape;4145;p60"/>
                <p:cNvSpPr/>
                <p:nvPr/>
              </p:nvSpPr>
              <p:spPr>
                <a:xfrm>
                  <a:off x="3973882" y="3779449"/>
                  <a:ext cx="37776" cy="32357"/>
                </a:xfrm>
                <a:custGeom>
                  <a:avLst/>
                  <a:gdLst/>
                  <a:ahLst/>
                  <a:cxnLst/>
                  <a:rect l="l" t="t" r="r" b="b"/>
                  <a:pathLst>
                    <a:path w="4803" h="4114" extrusionOk="0">
                      <a:moveTo>
                        <a:pt x="2730" y="0"/>
                      </a:moveTo>
                      <a:cubicBezTo>
                        <a:pt x="2226" y="0"/>
                        <a:pt x="1712" y="187"/>
                        <a:pt x="1294" y="605"/>
                      </a:cubicBezTo>
                      <a:cubicBezTo>
                        <a:pt x="0" y="1899"/>
                        <a:pt x="919" y="4113"/>
                        <a:pt x="2746" y="4113"/>
                      </a:cubicBezTo>
                      <a:cubicBezTo>
                        <a:pt x="3883" y="4113"/>
                        <a:pt x="4802" y="3194"/>
                        <a:pt x="4802" y="2069"/>
                      </a:cubicBezTo>
                      <a:cubicBezTo>
                        <a:pt x="4802" y="824"/>
                        <a:pt x="3787" y="0"/>
                        <a:pt x="2730"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46" name="Google Shape;4146;p60"/>
                <p:cNvSpPr/>
                <p:nvPr/>
              </p:nvSpPr>
              <p:spPr>
                <a:xfrm>
                  <a:off x="3989006" y="3789155"/>
                  <a:ext cx="13040" cy="13040"/>
                </a:xfrm>
                <a:custGeom>
                  <a:avLst/>
                  <a:gdLst/>
                  <a:ahLst/>
                  <a:cxnLst/>
                  <a:rect l="l" t="t" r="r" b="b"/>
                  <a:pathLst>
                    <a:path w="1658" h="1658" extrusionOk="0">
                      <a:moveTo>
                        <a:pt x="823" y="0"/>
                      </a:moveTo>
                      <a:cubicBezTo>
                        <a:pt x="363" y="0"/>
                        <a:pt x="0" y="375"/>
                        <a:pt x="0" y="823"/>
                      </a:cubicBezTo>
                      <a:cubicBezTo>
                        <a:pt x="0" y="1282"/>
                        <a:pt x="363" y="1657"/>
                        <a:pt x="823" y="1657"/>
                      </a:cubicBezTo>
                      <a:cubicBezTo>
                        <a:pt x="1283" y="1657"/>
                        <a:pt x="1658" y="1282"/>
                        <a:pt x="1658" y="823"/>
                      </a:cubicBezTo>
                      <a:cubicBezTo>
                        <a:pt x="1658" y="375"/>
                        <a:pt x="1283" y="0"/>
                        <a:pt x="823"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47" name="Google Shape;4147;p60"/>
              <p:cNvGrpSpPr/>
              <p:nvPr/>
            </p:nvGrpSpPr>
            <p:grpSpPr>
              <a:xfrm>
                <a:off x="4073398" y="3838028"/>
                <a:ext cx="37776" cy="32380"/>
                <a:chOff x="4073398" y="3838028"/>
                <a:chExt cx="37776" cy="32380"/>
              </a:xfrm>
            </p:grpSpPr>
            <p:sp>
              <p:nvSpPr>
                <p:cNvPr id="4148" name="Google Shape;4148;p60"/>
                <p:cNvSpPr/>
                <p:nvPr/>
              </p:nvSpPr>
              <p:spPr>
                <a:xfrm>
                  <a:off x="4073398" y="3838028"/>
                  <a:ext cx="37776" cy="32380"/>
                </a:xfrm>
                <a:custGeom>
                  <a:avLst/>
                  <a:gdLst/>
                  <a:ahLst/>
                  <a:cxnLst/>
                  <a:rect l="l" t="t" r="r" b="b"/>
                  <a:pathLst>
                    <a:path w="4803" h="4117" extrusionOk="0">
                      <a:moveTo>
                        <a:pt x="2737" y="1"/>
                      </a:moveTo>
                      <a:cubicBezTo>
                        <a:pt x="2231" y="1"/>
                        <a:pt x="1714" y="189"/>
                        <a:pt x="1295" y="609"/>
                      </a:cubicBezTo>
                      <a:cubicBezTo>
                        <a:pt x="0" y="1891"/>
                        <a:pt x="920" y="4105"/>
                        <a:pt x="2746" y="4117"/>
                      </a:cubicBezTo>
                      <a:cubicBezTo>
                        <a:pt x="3883" y="4105"/>
                        <a:pt x="4803" y="3185"/>
                        <a:pt x="4803" y="2060"/>
                      </a:cubicBezTo>
                      <a:cubicBezTo>
                        <a:pt x="4803" y="818"/>
                        <a:pt x="3792" y="1"/>
                        <a:pt x="2737"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49" name="Google Shape;4149;p60"/>
                <p:cNvSpPr/>
                <p:nvPr/>
              </p:nvSpPr>
              <p:spPr>
                <a:xfrm>
                  <a:off x="4088428" y="3847663"/>
                  <a:ext cx="13040" cy="13040"/>
                </a:xfrm>
                <a:custGeom>
                  <a:avLst/>
                  <a:gdLst/>
                  <a:ahLst/>
                  <a:cxnLst/>
                  <a:rect l="l" t="t" r="r" b="b"/>
                  <a:pathLst>
                    <a:path w="1658" h="1658" extrusionOk="0">
                      <a:moveTo>
                        <a:pt x="835" y="1"/>
                      </a:moveTo>
                      <a:cubicBezTo>
                        <a:pt x="376" y="1"/>
                        <a:pt x="1" y="376"/>
                        <a:pt x="1" y="835"/>
                      </a:cubicBezTo>
                      <a:cubicBezTo>
                        <a:pt x="1" y="1283"/>
                        <a:pt x="376"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50" name="Google Shape;4150;p60"/>
              <p:cNvGrpSpPr/>
              <p:nvPr/>
            </p:nvGrpSpPr>
            <p:grpSpPr>
              <a:xfrm>
                <a:off x="4342672" y="4144496"/>
                <a:ext cx="37752" cy="32364"/>
                <a:chOff x="4342672" y="4144496"/>
                <a:chExt cx="37752" cy="32364"/>
              </a:xfrm>
            </p:grpSpPr>
            <p:sp>
              <p:nvSpPr>
                <p:cNvPr id="4151" name="Google Shape;4151;p60"/>
                <p:cNvSpPr/>
                <p:nvPr/>
              </p:nvSpPr>
              <p:spPr>
                <a:xfrm>
                  <a:off x="4342672" y="4144496"/>
                  <a:ext cx="37752" cy="32364"/>
                </a:xfrm>
                <a:custGeom>
                  <a:avLst/>
                  <a:gdLst/>
                  <a:ahLst/>
                  <a:cxnLst/>
                  <a:rect l="l" t="t" r="r" b="b"/>
                  <a:pathLst>
                    <a:path w="4800" h="4115" extrusionOk="0">
                      <a:moveTo>
                        <a:pt x="2729" y="1"/>
                      </a:moveTo>
                      <a:cubicBezTo>
                        <a:pt x="2224" y="1"/>
                        <a:pt x="1710" y="188"/>
                        <a:pt x="1291" y="606"/>
                      </a:cubicBezTo>
                      <a:cubicBezTo>
                        <a:pt x="1" y="1897"/>
                        <a:pt x="912" y="4114"/>
                        <a:pt x="2740" y="4114"/>
                      </a:cubicBezTo>
                      <a:cubicBezTo>
                        <a:pt x="2745" y="4114"/>
                        <a:pt x="2750" y="4114"/>
                        <a:pt x="2755" y="4114"/>
                      </a:cubicBezTo>
                      <a:cubicBezTo>
                        <a:pt x="3880" y="4114"/>
                        <a:pt x="4800" y="3195"/>
                        <a:pt x="4800" y="2058"/>
                      </a:cubicBezTo>
                      <a:cubicBezTo>
                        <a:pt x="4800" y="822"/>
                        <a:pt x="3785" y="1"/>
                        <a:pt x="2729"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52" name="Google Shape;4152;p60"/>
                <p:cNvSpPr/>
                <p:nvPr/>
              </p:nvSpPr>
              <p:spPr>
                <a:xfrm>
                  <a:off x="4355586" y="4154209"/>
                  <a:ext cx="15227" cy="13040"/>
                </a:xfrm>
                <a:custGeom>
                  <a:avLst/>
                  <a:gdLst/>
                  <a:ahLst/>
                  <a:cxnLst/>
                  <a:rect l="l" t="t" r="r" b="b"/>
                  <a:pathLst>
                    <a:path w="1936" h="1658" extrusionOk="0">
                      <a:moveTo>
                        <a:pt x="1101" y="0"/>
                      </a:moveTo>
                      <a:cubicBezTo>
                        <a:pt x="363" y="0"/>
                        <a:pt x="0" y="895"/>
                        <a:pt x="520" y="1416"/>
                      </a:cubicBezTo>
                      <a:cubicBezTo>
                        <a:pt x="688" y="1583"/>
                        <a:pt x="893" y="1657"/>
                        <a:pt x="1096" y="1657"/>
                      </a:cubicBezTo>
                      <a:cubicBezTo>
                        <a:pt x="1523" y="1657"/>
                        <a:pt x="1936" y="1324"/>
                        <a:pt x="1936" y="823"/>
                      </a:cubicBezTo>
                      <a:cubicBezTo>
                        <a:pt x="1936" y="375"/>
                        <a:pt x="1561" y="0"/>
                        <a:pt x="1101"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53" name="Google Shape;4153;p60"/>
              <p:cNvGrpSpPr/>
              <p:nvPr/>
            </p:nvGrpSpPr>
            <p:grpSpPr>
              <a:xfrm>
                <a:off x="4406386" y="4056872"/>
                <a:ext cx="37783" cy="32364"/>
                <a:chOff x="4406386" y="4056872"/>
                <a:chExt cx="37783" cy="32364"/>
              </a:xfrm>
            </p:grpSpPr>
            <p:sp>
              <p:nvSpPr>
                <p:cNvPr id="4154" name="Google Shape;4154;p60"/>
                <p:cNvSpPr/>
                <p:nvPr/>
              </p:nvSpPr>
              <p:spPr>
                <a:xfrm>
                  <a:off x="4406386" y="4056872"/>
                  <a:ext cx="37783" cy="32364"/>
                </a:xfrm>
                <a:custGeom>
                  <a:avLst/>
                  <a:gdLst/>
                  <a:ahLst/>
                  <a:cxnLst/>
                  <a:rect l="l" t="t" r="r" b="b"/>
                  <a:pathLst>
                    <a:path w="4804" h="4115" extrusionOk="0">
                      <a:moveTo>
                        <a:pt x="2733" y="1"/>
                      </a:moveTo>
                      <a:cubicBezTo>
                        <a:pt x="2228" y="1"/>
                        <a:pt x="1714" y="188"/>
                        <a:pt x="1295" y="606"/>
                      </a:cubicBezTo>
                      <a:cubicBezTo>
                        <a:pt x="1" y="1900"/>
                        <a:pt x="920" y="4114"/>
                        <a:pt x="2747" y="4114"/>
                      </a:cubicBezTo>
                      <a:cubicBezTo>
                        <a:pt x="3884" y="4114"/>
                        <a:pt x="4803" y="3195"/>
                        <a:pt x="4803" y="2058"/>
                      </a:cubicBezTo>
                      <a:cubicBezTo>
                        <a:pt x="4803" y="821"/>
                        <a:pt x="3789" y="1"/>
                        <a:pt x="273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55" name="Google Shape;4155;p60"/>
                <p:cNvSpPr/>
                <p:nvPr/>
              </p:nvSpPr>
              <p:spPr>
                <a:xfrm>
                  <a:off x="4419332" y="4066577"/>
                  <a:ext cx="15227" cy="13017"/>
                </a:xfrm>
                <a:custGeom>
                  <a:avLst/>
                  <a:gdLst/>
                  <a:ahLst/>
                  <a:cxnLst/>
                  <a:rect l="l" t="t" r="r" b="b"/>
                  <a:pathLst>
                    <a:path w="1936" h="1655" extrusionOk="0">
                      <a:moveTo>
                        <a:pt x="1123" y="1"/>
                      </a:moveTo>
                      <a:cubicBezTo>
                        <a:pt x="1115" y="1"/>
                        <a:pt x="1108" y="1"/>
                        <a:pt x="1101" y="1"/>
                      </a:cubicBezTo>
                      <a:cubicBezTo>
                        <a:pt x="363" y="1"/>
                        <a:pt x="0" y="884"/>
                        <a:pt x="520" y="1404"/>
                      </a:cubicBezTo>
                      <a:cubicBezTo>
                        <a:pt x="689" y="1577"/>
                        <a:pt x="898" y="1655"/>
                        <a:pt x="1103" y="1655"/>
                      </a:cubicBezTo>
                      <a:cubicBezTo>
                        <a:pt x="1528" y="1655"/>
                        <a:pt x="1936" y="1322"/>
                        <a:pt x="1936" y="824"/>
                      </a:cubicBezTo>
                      <a:cubicBezTo>
                        <a:pt x="1936" y="371"/>
                        <a:pt x="1572" y="1"/>
                        <a:pt x="112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56" name="Google Shape;4156;p60"/>
              <p:cNvGrpSpPr/>
              <p:nvPr/>
            </p:nvGrpSpPr>
            <p:grpSpPr>
              <a:xfrm>
                <a:off x="4284416" y="4245254"/>
                <a:ext cx="37783" cy="32357"/>
                <a:chOff x="4284416" y="4245254"/>
                <a:chExt cx="37783" cy="32357"/>
              </a:xfrm>
            </p:grpSpPr>
            <p:sp>
              <p:nvSpPr>
                <p:cNvPr id="4157" name="Google Shape;4157;p60"/>
                <p:cNvSpPr/>
                <p:nvPr/>
              </p:nvSpPr>
              <p:spPr>
                <a:xfrm>
                  <a:off x="4284416" y="4245254"/>
                  <a:ext cx="37783" cy="32357"/>
                </a:xfrm>
                <a:custGeom>
                  <a:avLst/>
                  <a:gdLst/>
                  <a:ahLst/>
                  <a:cxnLst/>
                  <a:rect l="l" t="t" r="r" b="b"/>
                  <a:pathLst>
                    <a:path w="4804" h="4114" extrusionOk="0">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58" name="Google Shape;4158;p60"/>
                <p:cNvSpPr/>
                <p:nvPr/>
              </p:nvSpPr>
              <p:spPr>
                <a:xfrm>
                  <a:off x="4299548" y="4254959"/>
                  <a:ext cx="13040" cy="13040"/>
                </a:xfrm>
                <a:custGeom>
                  <a:avLst/>
                  <a:gdLst/>
                  <a:ahLst/>
                  <a:cxnLst/>
                  <a:rect l="l" t="t" r="r" b="b"/>
                  <a:pathLst>
                    <a:path w="1658" h="1658" extrusionOk="0">
                      <a:moveTo>
                        <a:pt x="823" y="1"/>
                      </a:moveTo>
                      <a:cubicBezTo>
                        <a:pt x="363" y="1"/>
                        <a:pt x="0" y="364"/>
                        <a:pt x="0" y="823"/>
                      </a:cubicBezTo>
                      <a:cubicBezTo>
                        <a:pt x="0" y="1283"/>
                        <a:pt x="363"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59" name="Google Shape;4159;p60"/>
              <p:cNvGrpSpPr/>
              <p:nvPr/>
            </p:nvGrpSpPr>
            <p:grpSpPr>
              <a:xfrm>
                <a:off x="4219057" y="4331258"/>
                <a:ext cx="37776" cy="32364"/>
                <a:chOff x="4219057" y="4331258"/>
                <a:chExt cx="37776" cy="32364"/>
              </a:xfrm>
            </p:grpSpPr>
            <p:sp>
              <p:nvSpPr>
                <p:cNvPr id="4160" name="Google Shape;4160;p60"/>
                <p:cNvSpPr/>
                <p:nvPr/>
              </p:nvSpPr>
              <p:spPr>
                <a:xfrm>
                  <a:off x="4219057" y="4331258"/>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61" name="Google Shape;4161;p60"/>
                <p:cNvSpPr/>
                <p:nvPr/>
              </p:nvSpPr>
              <p:spPr>
                <a:xfrm>
                  <a:off x="4231995" y="4340971"/>
                  <a:ext cx="15235" cy="13040"/>
                </a:xfrm>
                <a:custGeom>
                  <a:avLst/>
                  <a:gdLst/>
                  <a:ahLst/>
                  <a:cxnLst/>
                  <a:rect l="l" t="t" r="r" b="b"/>
                  <a:pathLst>
                    <a:path w="1937" h="1658" extrusionOk="0">
                      <a:moveTo>
                        <a:pt x="1113" y="0"/>
                      </a:moveTo>
                      <a:cubicBezTo>
                        <a:pt x="363" y="0"/>
                        <a:pt x="1" y="895"/>
                        <a:pt x="521" y="1416"/>
                      </a:cubicBezTo>
                      <a:cubicBezTo>
                        <a:pt x="688" y="1583"/>
                        <a:pt x="894" y="1657"/>
                        <a:pt x="1096" y="1657"/>
                      </a:cubicBezTo>
                      <a:cubicBezTo>
                        <a:pt x="1524" y="1657"/>
                        <a:pt x="1936" y="1324"/>
                        <a:pt x="1936" y="823"/>
                      </a:cubicBezTo>
                      <a:cubicBezTo>
                        <a:pt x="1936" y="375"/>
                        <a:pt x="1561" y="0"/>
                        <a:pt x="1113"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62" name="Google Shape;4162;p60"/>
              <p:cNvGrpSpPr/>
              <p:nvPr/>
            </p:nvGrpSpPr>
            <p:grpSpPr>
              <a:xfrm>
                <a:off x="4204122" y="4141688"/>
                <a:ext cx="33497" cy="28699"/>
                <a:chOff x="4204122" y="4141688"/>
                <a:chExt cx="33497" cy="28699"/>
              </a:xfrm>
            </p:grpSpPr>
            <p:sp>
              <p:nvSpPr>
                <p:cNvPr id="4163" name="Google Shape;4163;p60"/>
                <p:cNvSpPr/>
                <p:nvPr/>
              </p:nvSpPr>
              <p:spPr>
                <a:xfrm>
                  <a:off x="4204122" y="4141688"/>
                  <a:ext cx="33497" cy="28699"/>
                </a:xfrm>
                <a:custGeom>
                  <a:avLst/>
                  <a:gdLst/>
                  <a:ahLst/>
                  <a:cxnLst/>
                  <a:rect l="l" t="t" r="r" b="b"/>
                  <a:pathLst>
                    <a:path w="4259" h="3649" extrusionOk="0">
                      <a:moveTo>
                        <a:pt x="2427" y="1"/>
                      </a:moveTo>
                      <a:cubicBezTo>
                        <a:pt x="1979" y="1"/>
                        <a:pt x="1522" y="168"/>
                        <a:pt x="1149" y="540"/>
                      </a:cubicBezTo>
                      <a:cubicBezTo>
                        <a:pt x="0" y="1677"/>
                        <a:pt x="811" y="3649"/>
                        <a:pt x="2432" y="3649"/>
                      </a:cubicBezTo>
                      <a:cubicBezTo>
                        <a:pt x="3448" y="3649"/>
                        <a:pt x="4258" y="2826"/>
                        <a:pt x="4258" y="1822"/>
                      </a:cubicBezTo>
                      <a:cubicBezTo>
                        <a:pt x="4258" y="726"/>
                        <a:pt x="3363" y="1"/>
                        <a:pt x="2427"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64" name="Google Shape;4164;p60"/>
                <p:cNvSpPr/>
                <p:nvPr/>
              </p:nvSpPr>
              <p:spPr>
                <a:xfrm>
                  <a:off x="4216965" y="4151259"/>
                  <a:ext cx="11042" cy="9399"/>
                </a:xfrm>
                <a:custGeom>
                  <a:avLst/>
                  <a:gdLst/>
                  <a:ahLst/>
                  <a:cxnLst/>
                  <a:rect l="l" t="t" r="r" b="b"/>
                  <a:pathLst>
                    <a:path w="1404" h="1195" extrusionOk="0">
                      <a:moveTo>
                        <a:pt x="799" y="0"/>
                      </a:moveTo>
                      <a:cubicBezTo>
                        <a:pt x="266" y="0"/>
                        <a:pt x="0" y="641"/>
                        <a:pt x="375" y="1016"/>
                      </a:cubicBezTo>
                      <a:cubicBezTo>
                        <a:pt x="498" y="1139"/>
                        <a:pt x="650" y="1195"/>
                        <a:pt x="799" y="1195"/>
                      </a:cubicBezTo>
                      <a:cubicBezTo>
                        <a:pt x="1103" y="1195"/>
                        <a:pt x="1395" y="963"/>
                        <a:pt x="1404" y="605"/>
                      </a:cubicBezTo>
                      <a:cubicBezTo>
                        <a:pt x="1404" y="278"/>
                        <a:pt x="1137" y="0"/>
                        <a:pt x="799"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65" name="Google Shape;4165;p60"/>
              <p:cNvGrpSpPr/>
              <p:nvPr/>
            </p:nvGrpSpPr>
            <p:grpSpPr>
              <a:xfrm>
                <a:off x="4301546" y="4003869"/>
                <a:ext cx="38916" cy="33324"/>
                <a:chOff x="4301546" y="4003869"/>
                <a:chExt cx="38916" cy="33324"/>
              </a:xfrm>
            </p:grpSpPr>
            <p:sp>
              <p:nvSpPr>
                <p:cNvPr id="4166" name="Google Shape;4166;p60"/>
                <p:cNvSpPr/>
                <p:nvPr/>
              </p:nvSpPr>
              <p:spPr>
                <a:xfrm>
                  <a:off x="4301546" y="4003869"/>
                  <a:ext cx="38916" cy="33324"/>
                </a:xfrm>
                <a:custGeom>
                  <a:avLst/>
                  <a:gdLst/>
                  <a:ahLst/>
                  <a:cxnLst/>
                  <a:rect l="l" t="t" r="r" b="b"/>
                  <a:pathLst>
                    <a:path w="4948" h="4237" extrusionOk="0">
                      <a:moveTo>
                        <a:pt x="2818" y="1"/>
                      </a:moveTo>
                      <a:cubicBezTo>
                        <a:pt x="2295" y="1"/>
                        <a:pt x="1763" y="196"/>
                        <a:pt x="1331" y="631"/>
                      </a:cubicBezTo>
                      <a:cubicBezTo>
                        <a:pt x="0" y="1962"/>
                        <a:pt x="944" y="4236"/>
                        <a:pt x="2831" y="4236"/>
                      </a:cubicBezTo>
                      <a:cubicBezTo>
                        <a:pt x="3992" y="4236"/>
                        <a:pt x="4948" y="3293"/>
                        <a:pt x="4948" y="2119"/>
                      </a:cubicBezTo>
                      <a:cubicBezTo>
                        <a:pt x="4948" y="845"/>
                        <a:pt x="3905" y="1"/>
                        <a:pt x="2818"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67" name="Google Shape;4167;p60"/>
                <p:cNvSpPr/>
                <p:nvPr/>
              </p:nvSpPr>
              <p:spPr>
                <a:xfrm>
                  <a:off x="4314389" y="4013590"/>
                  <a:ext cx="16469" cy="14000"/>
                </a:xfrm>
                <a:custGeom>
                  <a:avLst/>
                  <a:gdLst/>
                  <a:ahLst/>
                  <a:cxnLst/>
                  <a:rect l="l" t="t" r="r" b="b"/>
                  <a:pathLst>
                    <a:path w="2094" h="1780" extrusionOk="0">
                      <a:moveTo>
                        <a:pt x="1220" y="0"/>
                      </a:moveTo>
                      <a:cubicBezTo>
                        <a:pt x="1213" y="0"/>
                        <a:pt x="1205" y="0"/>
                        <a:pt x="1198" y="0"/>
                      </a:cubicBezTo>
                      <a:cubicBezTo>
                        <a:pt x="400" y="0"/>
                        <a:pt x="0" y="956"/>
                        <a:pt x="569" y="1512"/>
                      </a:cubicBezTo>
                      <a:cubicBezTo>
                        <a:pt x="750" y="1697"/>
                        <a:pt x="974" y="1780"/>
                        <a:pt x="1194" y="1780"/>
                      </a:cubicBezTo>
                      <a:cubicBezTo>
                        <a:pt x="1652" y="1780"/>
                        <a:pt x="2093" y="1422"/>
                        <a:pt x="2093" y="883"/>
                      </a:cubicBezTo>
                      <a:cubicBezTo>
                        <a:pt x="2093" y="395"/>
                        <a:pt x="1706" y="0"/>
                        <a:pt x="1220"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68" name="Google Shape;4168;p60"/>
              <p:cNvGrpSpPr/>
              <p:nvPr/>
            </p:nvGrpSpPr>
            <p:grpSpPr>
              <a:xfrm>
                <a:off x="4210681" y="3924669"/>
                <a:ext cx="36549" cy="31366"/>
                <a:chOff x="4210681" y="3924669"/>
                <a:chExt cx="36549" cy="31366"/>
              </a:xfrm>
            </p:grpSpPr>
            <p:sp>
              <p:nvSpPr>
                <p:cNvPr id="4169" name="Google Shape;4169;p60"/>
                <p:cNvSpPr/>
                <p:nvPr/>
              </p:nvSpPr>
              <p:spPr>
                <a:xfrm>
                  <a:off x="4210681" y="3924669"/>
                  <a:ext cx="36549" cy="31366"/>
                </a:xfrm>
                <a:custGeom>
                  <a:avLst/>
                  <a:gdLst/>
                  <a:ahLst/>
                  <a:cxnLst/>
                  <a:rect l="l" t="t" r="r" b="b"/>
                  <a:pathLst>
                    <a:path w="4647" h="3988" extrusionOk="0">
                      <a:moveTo>
                        <a:pt x="2642" y="0"/>
                      </a:moveTo>
                      <a:cubicBezTo>
                        <a:pt x="2152" y="0"/>
                        <a:pt x="1654" y="182"/>
                        <a:pt x="1247" y="589"/>
                      </a:cubicBezTo>
                      <a:cubicBezTo>
                        <a:pt x="1" y="1847"/>
                        <a:pt x="884" y="3988"/>
                        <a:pt x="2662" y="3988"/>
                      </a:cubicBezTo>
                      <a:cubicBezTo>
                        <a:pt x="3751" y="3976"/>
                        <a:pt x="4646" y="3093"/>
                        <a:pt x="4646" y="1992"/>
                      </a:cubicBezTo>
                      <a:cubicBezTo>
                        <a:pt x="4646" y="797"/>
                        <a:pt x="3665" y="0"/>
                        <a:pt x="264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70" name="Google Shape;4170;p60"/>
                <p:cNvSpPr/>
                <p:nvPr/>
              </p:nvSpPr>
              <p:spPr>
                <a:xfrm>
                  <a:off x="4225625" y="3934335"/>
                  <a:ext cx="11994" cy="11994"/>
                </a:xfrm>
                <a:custGeom>
                  <a:avLst/>
                  <a:gdLst/>
                  <a:ahLst/>
                  <a:cxnLst/>
                  <a:rect l="l" t="t" r="r" b="b"/>
                  <a:pathLst>
                    <a:path w="1525" h="1525" extrusionOk="0">
                      <a:moveTo>
                        <a:pt x="762" y="1"/>
                      </a:moveTo>
                      <a:cubicBezTo>
                        <a:pt x="339" y="1"/>
                        <a:pt x="0" y="339"/>
                        <a:pt x="0" y="763"/>
                      </a:cubicBezTo>
                      <a:cubicBezTo>
                        <a:pt x="0" y="1186"/>
                        <a:pt x="339" y="1525"/>
                        <a:pt x="762" y="1525"/>
                      </a:cubicBezTo>
                      <a:cubicBezTo>
                        <a:pt x="1173" y="1525"/>
                        <a:pt x="1524" y="1186"/>
                        <a:pt x="1524" y="763"/>
                      </a:cubicBezTo>
                      <a:cubicBezTo>
                        <a:pt x="1524" y="339"/>
                        <a:pt x="1173" y="1"/>
                        <a:pt x="762"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71" name="Google Shape;4171;p60"/>
              <p:cNvGrpSpPr/>
              <p:nvPr/>
            </p:nvGrpSpPr>
            <p:grpSpPr>
              <a:xfrm>
                <a:off x="3987771" y="3628874"/>
                <a:ext cx="31499" cy="26993"/>
                <a:chOff x="3987771" y="3628874"/>
                <a:chExt cx="31499" cy="26993"/>
              </a:xfrm>
            </p:grpSpPr>
            <p:sp>
              <p:nvSpPr>
                <p:cNvPr id="4172" name="Google Shape;4172;p60"/>
                <p:cNvSpPr/>
                <p:nvPr/>
              </p:nvSpPr>
              <p:spPr>
                <a:xfrm>
                  <a:off x="3987771" y="3628874"/>
                  <a:ext cx="31499" cy="26993"/>
                </a:xfrm>
                <a:custGeom>
                  <a:avLst/>
                  <a:gdLst/>
                  <a:ahLst/>
                  <a:cxnLst/>
                  <a:rect l="l" t="t" r="r" b="b"/>
                  <a:pathLst>
                    <a:path w="4005" h="3432" extrusionOk="0">
                      <a:moveTo>
                        <a:pt x="2284" y="0"/>
                      </a:moveTo>
                      <a:cubicBezTo>
                        <a:pt x="1865" y="0"/>
                        <a:pt x="1437" y="156"/>
                        <a:pt x="1089" y="504"/>
                      </a:cubicBezTo>
                      <a:cubicBezTo>
                        <a:pt x="0" y="1581"/>
                        <a:pt x="774" y="3432"/>
                        <a:pt x="2299" y="3432"/>
                      </a:cubicBezTo>
                      <a:cubicBezTo>
                        <a:pt x="3242" y="3419"/>
                        <a:pt x="4004" y="2657"/>
                        <a:pt x="4004" y="1714"/>
                      </a:cubicBezTo>
                      <a:cubicBezTo>
                        <a:pt x="4004" y="682"/>
                        <a:pt x="3162" y="0"/>
                        <a:pt x="2284"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73" name="Google Shape;4173;p60"/>
                <p:cNvSpPr/>
                <p:nvPr/>
              </p:nvSpPr>
              <p:spPr>
                <a:xfrm>
                  <a:off x="4000709" y="3638540"/>
                  <a:ext cx="8856" cy="7605"/>
                </a:xfrm>
                <a:custGeom>
                  <a:avLst/>
                  <a:gdLst/>
                  <a:ahLst/>
                  <a:cxnLst/>
                  <a:rect l="l" t="t" r="r" b="b"/>
                  <a:pathLst>
                    <a:path w="1126" h="967" extrusionOk="0">
                      <a:moveTo>
                        <a:pt x="641" y="1"/>
                      </a:moveTo>
                      <a:cubicBezTo>
                        <a:pt x="218" y="1"/>
                        <a:pt x="0" y="521"/>
                        <a:pt x="303" y="823"/>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74" name="Google Shape;4174;p60"/>
              <p:cNvGrpSpPr/>
              <p:nvPr/>
            </p:nvGrpSpPr>
            <p:grpSpPr>
              <a:xfrm>
                <a:off x="4087382" y="3775674"/>
                <a:ext cx="31405" cy="26898"/>
                <a:chOff x="4087382" y="3775674"/>
                <a:chExt cx="31405" cy="26898"/>
              </a:xfrm>
            </p:grpSpPr>
            <p:sp>
              <p:nvSpPr>
                <p:cNvPr id="4175" name="Google Shape;4175;p60"/>
                <p:cNvSpPr/>
                <p:nvPr/>
              </p:nvSpPr>
              <p:spPr>
                <a:xfrm>
                  <a:off x="4087382" y="3775674"/>
                  <a:ext cx="31405" cy="26898"/>
                </a:xfrm>
                <a:custGeom>
                  <a:avLst/>
                  <a:gdLst/>
                  <a:ahLst/>
                  <a:cxnLst/>
                  <a:rect l="l" t="t" r="r" b="b"/>
                  <a:pathLst>
                    <a:path w="3993" h="3420" extrusionOk="0">
                      <a:moveTo>
                        <a:pt x="2273" y="0"/>
                      </a:moveTo>
                      <a:cubicBezTo>
                        <a:pt x="1853" y="0"/>
                        <a:pt x="1425" y="156"/>
                        <a:pt x="1077" y="504"/>
                      </a:cubicBezTo>
                      <a:cubicBezTo>
                        <a:pt x="0" y="1581"/>
                        <a:pt x="750" y="3420"/>
                        <a:pt x="2275" y="3420"/>
                      </a:cubicBezTo>
                      <a:cubicBezTo>
                        <a:pt x="3230" y="3420"/>
                        <a:pt x="3992" y="2658"/>
                        <a:pt x="3992" y="1714"/>
                      </a:cubicBezTo>
                      <a:cubicBezTo>
                        <a:pt x="3992" y="683"/>
                        <a:pt x="3151" y="0"/>
                        <a:pt x="2273"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76" name="Google Shape;4176;p60"/>
                <p:cNvSpPr/>
                <p:nvPr/>
              </p:nvSpPr>
              <p:spPr>
                <a:xfrm>
                  <a:off x="4101460" y="3785348"/>
                  <a:ext cx="7621" cy="7613"/>
                </a:xfrm>
                <a:custGeom>
                  <a:avLst/>
                  <a:gdLst/>
                  <a:ahLst/>
                  <a:cxnLst/>
                  <a:rect l="l" t="t" r="r" b="b"/>
                  <a:pathLst>
                    <a:path w="969" h="968"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77" name="Google Shape;4177;p60"/>
              <p:cNvGrpSpPr/>
              <p:nvPr/>
            </p:nvGrpSpPr>
            <p:grpSpPr>
              <a:xfrm>
                <a:off x="4118873" y="3856637"/>
                <a:ext cx="31405" cy="26906"/>
                <a:chOff x="4118873" y="3856637"/>
                <a:chExt cx="31405" cy="26906"/>
              </a:xfrm>
            </p:grpSpPr>
            <p:sp>
              <p:nvSpPr>
                <p:cNvPr id="4178" name="Google Shape;4178;p60"/>
                <p:cNvSpPr/>
                <p:nvPr/>
              </p:nvSpPr>
              <p:spPr>
                <a:xfrm>
                  <a:off x="4118873" y="3856637"/>
                  <a:ext cx="31405" cy="26906"/>
                </a:xfrm>
                <a:custGeom>
                  <a:avLst/>
                  <a:gdLst/>
                  <a:ahLst/>
                  <a:cxnLst/>
                  <a:rect l="l" t="t" r="r" b="b"/>
                  <a:pathLst>
                    <a:path w="3993" h="3421" extrusionOk="0">
                      <a:moveTo>
                        <a:pt x="2273" y="1"/>
                      </a:moveTo>
                      <a:cubicBezTo>
                        <a:pt x="1853" y="1"/>
                        <a:pt x="1425" y="157"/>
                        <a:pt x="1077" y="505"/>
                      </a:cubicBezTo>
                      <a:cubicBezTo>
                        <a:pt x="1"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79" name="Google Shape;4179;p60"/>
                <p:cNvSpPr/>
                <p:nvPr/>
              </p:nvSpPr>
              <p:spPr>
                <a:xfrm>
                  <a:off x="4133046" y="3866310"/>
                  <a:ext cx="7621" cy="7621"/>
                </a:xfrm>
                <a:custGeom>
                  <a:avLst/>
                  <a:gdLst/>
                  <a:ahLst/>
                  <a:cxnLst/>
                  <a:rect l="l" t="t" r="r" b="b"/>
                  <a:pathLst>
                    <a:path w="969" h="969" extrusionOk="0">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80" name="Google Shape;4180;p60"/>
              <p:cNvGrpSpPr/>
              <p:nvPr/>
            </p:nvGrpSpPr>
            <p:grpSpPr>
              <a:xfrm>
                <a:off x="4168541" y="3639523"/>
                <a:ext cx="31499" cy="26906"/>
                <a:chOff x="4168541" y="3639523"/>
                <a:chExt cx="31499" cy="26906"/>
              </a:xfrm>
            </p:grpSpPr>
            <p:sp>
              <p:nvSpPr>
                <p:cNvPr id="4181" name="Google Shape;4181;p60"/>
                <p:cNvSpPr/>
                <p:nvPr/>
              </p:nvSpPr>
              <p:spPr>
                <a:xfrm>
                  <a:off x="4168541" y="3639523"/>
                  <a:ext cx="31499" cy="26906"/>
                </a:xfrm>
                <a:custGeom>
                  <a:avLst/>
                  <a:gdLst/>
                  <a:ahLst/>
                  <a:cxnLst/>
                  <a:rect l="l" t="t" r="r" b="b"/>
                  <a:pathLst>
                    <a:path w="4005" h="3421" extrusionOk="0">
                      <a:moveTo>
                        <a:pt x="2284" y="1"/>
                      </a:moveTo>
                      <a:cubicBezTo>
                        <a:pt x="1865" y="1"/>
                        <a:pt x="1437" y="157"/>
                        <a:pt x="1089" y="505"/>
                      </a:cubicBezTo>
                      <a:cubicBezTo>
                        <a:pt x="0" y="1582"/>
                        <a:pt x="774" y="3420"/>
                        <a:pt x="2298" y="3420"/>
                      </a:cubicBezTo>
                      <a:cubicBezTo>
                        <a:pt x="3242" y="3420"/>
                        <a:pt x="4004" y="2658"/>
                        <a:pt x="4004" y="1715"/>
                      </a:cubicBezTo>
                      <a:cubicBezTo>
                        <a:pt x="4004" y="683"/>
                        <a:pt x="3162" y="1"/>
                        <a:pt x="2284"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82" name="Google Shape;4182;p60"/>
                <p:cNvSpPr/>
                <p:nvPr/>
              </p:nvSpPr>
              <p:spPr>
                <a:xfrm>
                  <a:off x="4182713" y="3649197"/>
                  <a:ext cx="7716" cy="7621"/>
                </a:xfrm>
                <a:custGeom>
                  <a:avLst/>
                  <a:gdLst/>
                  <a:ahLst/>
                  <a:cxnLst/>
                  <a:rect l="l" t="t" r="r" b="b"/>
                  <a:pathLst>
                    <a:path w="981" h="969" extrusionOk="0">
                      <a:moveTo>
                        <a:pt x="496" y="1"/>
                      </a:moveTo>
                      <a:cubicBezTo>
                        <a:pt x="218" y="1"/>
                        <a:pt x="0" y="218"/>
                        <a:pt x="0" y="485"/>
                      </a:cubicBezTo>
                      <a:cubicBezTo>
                        <a:pt x="0" y="751"/>
                        <a:pt x="218" y="968"/>
                        <a:pt x="496" y="968"/>
                      </a:cubicBezTo>
                      <a:cubicBezTo>
                        <a:pt x="763" y="968"/>
                        <a:pt x="980" y="751"/>
                        <a:pt x="980" y="485"/>
                      </a:cubicBezTo>
                      <a:cubicBezTo>
                        <a:pt x="980" y="218"/>
                        <a:pt x="763" y="1"/>
                        <a:pt x="496"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83" name="Google Shape;4183;p60"/>
              <p:cNvGrpSpPr/>
              <p:nvPr/>
            </p:nvGrpSpPr>
            <p:grpSpPr>
              <a:xfrm>
                <a:off x="3965789" y="3393545"/>
                <a:ext cx="31405" cy="26945"/>
                <a:chOff x="3965789" y="3393545"/>
                <a:chExt cx="31405" cy="26945"/>
              </a:xfrm>
            </p:grpSpPr>
            <p:sp>
              <p:nvSpPr>
                <p:cNvPr id="4184" name="Google Shape;4184;p60"/>
                <p:cNvSpPr/>
                <p:nvPr/>
              </p:nvSpPr>
              <p:spPr>
                <a:xfrm>
                  <a:off x="3965789" y="3393545"/>
                  <a:ext cx="31405" cy="26945"/>
                </a:xfrm>
                <a:custGeom>
                  <a:avLst/>
                  <a:gdLst/>
                  <a:ahLst/>
                  <a:cxnLst/>
                  <a:rect l="l" t="t" r="r" b="b"/>
                  <a:pathLst>
                    <a:path w="3993" h="3426" extrusionOk="0">
                      <a:moveTo>
                        <a:pt x="2273" y="0"/>
                      </a:moveTo>
                      <a:cubicBezTo>
                        <a:pt x="1854" y="0"/>
                        <a:pt x="1426" y="158"/>
                        <a:pt x="1077" y="510"/>
                      </a:cubicBezTo>
                      <a:cubicBezTo>
                        <a:pt x="1" y="1586"/>
                        <a:pt x="763" y="3425"/>
                        <a:pt x="2287" y="3425"/>
                      </a:cubicBezTo>
                      <a:cubicBezTo>
                        <a:pt x="3231" y="3425"/>
                        <a:pt x="3993" y="2663"/>
                        <a:pt x="3993" y="1720"/>
                      </a:cubicBezTo>
                      <a:cubicBezTo>
                        <a:pt x="3993" y="688"/>
                        <a:pt x="3151" y="0"/>
                        <a:pt x="2273"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85" name="Google Shape;4185;p60"/>
                <p:cNvSpPr/>
                <p:nvPr/>
              </p:nvSpPr>
              <p:spPr>
                <a:xfrm>
                  <a:off x="3978632" y="3403259"/>
                  <a:ext cx="8950" cy="7590"/>
                </a:xfrm>
                <a:custGeom>
                  <a:avLst/>
                  <a:gdLst/>
                  <a:ahLst/>
                  <a:cxnLst/>
                  <a:rect l="l" t="t" r="r" b="b"/>
                  <a:pathLst>
                    <a:path w="1138" h="965" extrusionOk="0">
                      <a:moveTo>
                        <a:pt x="654" y="1"/>
                      </a:moveTo>
                      <a:cubicBezTo>
                        <a:pt x="219" y="1"/>
                        <a:pt x="1" y="509"/>
                        <a:pt x="315" y="823"/>
                      </a:cubicBezTo>
                      <a:cubicBezTo>
                        <a:pt x="413" y="921"/>
                        <a:pt x="533" y="964"/>
                        <a:pt x="651" y="964"/>
                      </a:cubicBezTo>
                      <a:cubicBezTo>
                        <a:pt x="899" y="964"/>
                        <a:pt x="1138" y="772"/>
                        <a:pt x="1138" y="485"/>
                      </a:cubicBezTo>
                      <a:cubicBezTo>
                        <a:pt x="1138" y="206"/>
                        <a:pt x="920" y="1"/>
                        <a:pt x="65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86" name="Google Shape;4186;p60"/>
              <p:cNvGrpSpPr/>
              <p:nvPr/>
            </p:nvGrpSpPr>
            <p:grpSpPr>
              <a:xfrm>
                <a:off x="3925166" y="3491008"/>
                <a:ext cx="31405" cy="27001"/>
                <a:chOff x="3925166" y="3491008"/>
                <a:chExt cx="31405" cy="27001"/>
              </a:xfrm>
            </p:grpSpPr>
            <p:sp>
              <p:nvSpPr>
                <p:cNvPr id="4187" name="Google Shape;4187;p60"/>
                <p:cNvSpPr/>
                <p:nvPr/>
              </p:nvSpPr>
              <p:spPr>
                <a:xfrm>
                  <a:off x="3925166" y="3491008"/>
                  <a:ext cx="31405" cy="27001"/>
                </a:xfrm>
                <a:custGeom>
                  <a:avLst/>
                  <a:gdLst/>
                  <a:ahLst/>
                  <a:cxnLst/>
                  <a:rect l="l" t="t" r="r" b="b"/>
                  <a:pathLst>
                    <a:path w="3993" h="3433" extrusionOk="0">
                      <a:moveTo>
                        <a:pt x="2273" y="1"/>
                      </a:moveTo>
                      <a:cubicBezTo>
                        <a:pt x="1853" y="1"/>
                        <a:pt x="1425" y="157"/>
                        <a:pt x="1077" y="505"/>
                      </a:cubicBezTo>
                      <a:cubicBezTo>
                        <a:pt x="0" y="1582"/>
                        <a:pt x="763" y="3432"/>
                        <a:pt x="2287" y="3432"/>
                      </a:cubicBezTo>
                      <a:cubicBezTo>
                        <a:pt x="3230" y="3432"/>
                        <a:pt x="3992" y="2658"/>
                        <a:pt x="3992" y="1715"/>
                      </a:cubicBezTo>
                      <a:cubicBezTo>
                        <a:pt x="3992" y="683"/>
                        <a:pt x="3151" y="1"/>
                        <a:pt x="227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88" name="Google Shape;4188;p60"/>
                <p:cNvSpPr/>
                <p:nvPr/>
              </p:nvSpPr>
              <p:spPr>
                <a:xfrm>
                  <a:off x="3939339" y="3500682"/>
                  <a:ext cx="7621" cy="7621"/>
                </a:xfrm>
                <a:custGeom>
                  <a:avLst/>
                  <a:gdLst/>
                  <a:ahLst/>
                  <a:cxnLst/>
                  <a:rect l="l" t="t" r="r" b="b"/>
                  <a:pathLst>
                    <a:path w="969" h="969" extrusionOk="0">
                      <a:moveTo>
                        <a:pt x="485" y="1"/>
                      </a:moveTo>
                      <a:cubicBezTo>
                        <a:pt x="219" y="1"/>
                        <a:pt x="1" y="218"/>
                        <a:pt x="1" y="485"/>
                      </a:cubicBezTo>
                      <a:cubicBezTo>
                        <a:pt x="1" y="751"/>
                        <a:pt x="219" y="968"/>
                        <a:pt x="485" y="968"/>
                      </a:cubicBezTo>
                      <a:cubicBezTo>
                        <a:pt x="751" y="968"/>
                        <a:pt x="969" y="751"/>
                        <a:pt x="969" y="485"/>
                      </a:cubicBezTo>
                      <a:cubicBezTo>
                        <a:pt x="969" y="218"/>
                        <a:pt x="751" y="1"/>
                        <a:pt x="485"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89" name="Google Shape;4189;p60"/>
              <p:cNvGrpSpPr/>
              <p:nvPr/>
            </p:nvGrpSpPr>
            <p:grpSpPr>
              <a:xfrm>
                <a:off x="3682845" y="3340976"/>
                <a:ext cx="31397" cy="26898"/>
                <a:chOff x="3682845" y="3340976"/>
                <a:chExt cx="31397" cy="26898"/>
              </a:xfrm>
            </p:grpSpPr>
            <p:sp>
              <p:nvSpPr>
                <p:cNvPr id="4190" name="Google Shape;4190;p60"/>
                <p:cNvSpPr/>
                <p:nvPr/>
              </p:nvSpPr>
              <p:spPr>
                <a:xfrm>
                  <a:off x="3682845" y="3340976"/>
                  <a:ext cx="31397" cy="26898"/>
                </a:xfrm>
                <a:custGeom>
                  <a:avLst/>
                  <a:gdLst/>
                  <a:ahLst/>
                  <a:cxnLst/>
                  <a:rect l="l" t="t" r="r" b="b"/>
                  <a:pathLst>
                    <a:path w="3992" h="3420" extrusionOk="0">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91" name="Google Shape;4191;p60"/>
                <p:cNvSpPr/>
                <p:nvPr/>
              </p:nvSpPr>
              <p:spPr>
                <a:xfrm>
                  <a:off x="3695783" y="3350650"/>
                  <a:ext cx="8856" cy="7645"/>
                </a:xfrm>
                <a:custGeom>
                  <a:avLst/>
                  <a:gdLst/>
                  <a:ahLst/>
                  <a:cxnLst/>
                  <a:rect l="l" t="t" r="r" b="b"/>
                  <a:pathLst>
                    <a:path w="1126" h="972" extrusionOk="0">
                      <a:moveTo>
                        <a:pt x="641" y="0"/>
                      </a:moveTo>
                      <a:cubicBezTo>
                        <a:pt x="206" y="0"/>
                        <a:pt x="0" y="520"/>
                        <a:pt x="303" y="823"/>
                      </a:cubicBezTo>
                      <a:cubicBezTo>
                        <a:pt x="401" y="926"/>
                        <a:pt x="524" y="972"/>
                        <a:pt x="643" y="972"/>
                      </a:cubicBezTo>
                      <a:cubicBezTo>
                        <a:pt x="890" y="972"/>
                        <a:pt x="1125" y="777"/>
                        <a:pt x="1125" y="484"/>
                      </a:cubicBezTo>
                      <a:cubicBezTo>
                        <a:pt x="1125" y="218"/>
                        <a:pt x="907" y="0"/>
                        <a:pt x="641"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92" name="Google Shape;4192;p60"/>
              <p:cNvGrpSpPr/>
              <p:nvPr/>
            </p:nvGrpSpPr>
            <p:grpSpPr>
              <a:xfrm>
                <a:off x="3795393" y="3353725"/>
                <a:ext cx="31499" cy="26993"/>
                <a:chOff x="3795393" y="3353725"/>
                <a:chExt cx="31499" cy="26993"/>
              </a:xfrm>
            </p:grpSpPr>
            <p:sp>
              <p:nvSpPr>
                <p:cNvPr id="4193" name="Google Shape;4193;p60"/>
                <p:cNvSpPr/>
                <p:nvPr/>
              </p:nvSpPr>
              <p:spPr>
                <a:xfrm>
                  <a:off x="3795393" y="3353725"/>
                  <a:ext cx="31499" cy="26993"/>
                </a:xfrm>
                <a:custGeom>
                  <a:avLst/>
                  <a:gdLst/>
                  <a:ahLst/>
                  <a:cxnLst/>
                  <a:rect l="l" t="t" r="r" b="b"/>
                  <a:pathLst>
                    <a:path w="4005" h="3432" extrusionOk="0">
                      <a:moveTo>
                        <a:pt x="2285" y="0"/>
                      </a:moveTo>
                      <a:cubicBezTo>
                        <a:pt x="1865" y="0"/>
                        <a:pt x="1437" y="156"/>
                        <a:pt x="1089" y="504"/>
                      </a:cubicBezTo>
                      <a:cubicBezTo>
                        <a:pt x="0" y="1581"/>
                        <a:pt x="775" y="3432"/>
                        <a:pt x="2299" y="3432"/>
                      </a:cubicBezTo>
                      <a:cubicBezTo>
                        <a:pt x="3242" y="3432"/>
                        <a:pt x="4005" y="2658"/>
                        <a:pt x="4005" y="1714"/>
                      </a:cubicBezTo>
                      <a:cubicBezTo>
                        <a:pt x="4005" y="683"/>
                        <a:pt x="3163" y="0"/>
                        <a:pt x="2285"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94" name="Google Shape;4194;p60"/>
                <p:cNvSpPr/>
                <p:nvPr/>
              </p:nvSpPr>
              <p:spPr>
                <a:xfrm>
                  <a:off x="3809668" y="3363399"/>
                  <a:ext cx="7613" cy="7613"/>
                </a:xfrm>
                <a:custGeom>
                  <a:avLst/>
                  <a:gdLst/>
                  <a:ahLst/>
                  <a:cxnLst/>
                  <a:rect l="l" t="t" r="r" b="b"/>
                  <a:pathLst>
                    <a:path w="968" h="968" extrusionOk="0">
                      <a:moveTo>
                        <a:pt x="484" y="0"/>
                      </a:moveTo>
                      <a:cubicBezTo>
                        <a:pt x="206" y="0"/>
                        <a:pt x="0" y="218"/>
                        <a:pt x="0" y="484"/>
                      </a:cubicBezTo>
                      <a:cubicBezTo>
                        <a:pt x="0" y="750"/>
                        <a:pt x="206"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95" name="Google Shape;4195;p60"/>
              <p:cNvGrpSpPr/>
              <p:nvPr/>
            </p:nvGrpSpPr>
            <p:grpSpPr>
              <a:xfrm>
                <a:off x="4176909" y="4363221"/>
                <a:ext cx="38924" cy="33316"/>
                <a:chOff x="4176909" y="4363221"/>
                <a:chExt cx="38924" cy="33316"/>
              </a:xfrm>
            </p:grpSpPr>
            <p:sp>
              <p:nvSpPr>
                <p:cNvPr id="4196" name="Google Shape;4196;p60"/>
                <p:cNvSpPr/>
                <p:nvPr/>
              </p:nvSpPr>
              <p:spPr>
                <a:xfrm>
                  <a:off x="4176909" y="4363221"/>
                  <a:ext cx="38924" cy="33316"/>
                </a:xfrm>
                <a:custGeom>
                  <a:avLst/>
                  <a:gdLst/>
                  <a:ahLst/>
                  <a:cxnLst/>
                  <a:rect l="l" t="t" r="r" b="b"/>
                  <a:pathLst>
                    <a:path w="4949" h="4236" extrusionOk="0">
                      <a:moveTo>
                        <a:pt x="2823" y="0"/>
                      </a:moveTo>
                      <a:cubicBezTo>
                        <a:pt x="2301" y="0"/>
                        <a:pt x="1767" y="195"/>
                        <a:pt x="1331" y="631"/>
                      </a:cubicBezTo>
                      <a:cubicBezTo>
                        <a:pt x="1" y="1961"/>
                        <a:pt x="944" y="4236"/>
                        <a:pt x="2831" y="4236"/>
                      </a:cubicBezTo>
                      <a:cubicBezTo>
                        <a:pt x="4005" y="4236"/>
                        <a:pt x="4948" y="3292"/>
                        <a:pt x="4948" y="2119"/>
                      </a:cubicBezTo>
                      <a:cubicBezTo>
                        <a:pt x="4948" y="844"/>
                        <a:pt x="3911" y="0"/>
                        <a:pt x="2823"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197" name="Google Shape;4197;p60"/>
                <p:cNvSpPr/>
                <p:nvPr/>
              </p:nvSpPr>
              <p:spPr>
                <a:xfrm>
                  <a:off x="4192230" y="4372934"/>
                  <a:ext cx="13897" cy="13992"/>
                </a:xfrm>
                <a:custGeom>
                  <a:avLst/>
                  <a:gdLst/>
                  <a:ahLst/>
                  <a:cxnLst/>
                  <a:rect l="l" t="t" r="r" b="b"/>
                  <a:pathLst>
                    <a:path w="1767" h="1779" extrusionOk="0">
                      <a:moveTo>
                        <a:pt x="883" y="1"/>
                      </a:moveTo>
                      <a:cubicBezTo>
                        <a:pt x="399" y="1"/>
                        <a:pt x="0" y="400"/>
                        <a:pt x="0" y="896"/>
                      </a:cubicBezTo>
                      <a:cubicBezTo>
                        <a:pt x="0" y="1380"/>
                        <a:pt x="399" y="1779"/>
                        <a:pt x="883" y="1779"/>
                      </a:cubicBezTo>
                      <a:cubicBezTo>
                        <a:pt x="1379" y="1779"/>
                        <a:pt x="1766" y="1380"/>
                        <a:pt x="1766" y="896"/>
                      </a:cubicBezTo>
                      <a:cubicBezTo>
                        <a:pt x="1766" y="400"/>
                        <a:pt x="1379" y="1"/>
                        <a:pt x="88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198" name="Google Shape;4198;p60"/>
              <p:cNvGrpSpPr/>
              <p:nvPr/>
            </p:nvGrpSpPr>
            <p:grpSpPr>
              <a:xfrm>
                <a:off x="4226191" y="4007660"/>
                <a:ext cx="33560" cy="28770"/>
                <a:chOff x="4226191" y="4007660"/>
                <a:chExt cx="33560" cy="28770"/>
              </a:xfrm>
            </p:grpSpPr>
            <p:sp>
              <p:nvSpPr>
                <p:cNvPr id="4199" name="Google Shape;4199;p60"/>
                <p:cNvSpPr/>
                <p:nvPr/>
              </p:nvSpPr>
              <p:spPr>
                <a:xfrm>
                  <a:off x="4226191" y="4007660"/>
                  <a:ext cx="33560" cy="28770"/>
                </a:xfrm>
                <a:custGeom>
                  <a:avLst/>
                  <a:gdLst/>
                  <a:ahLst/>
                  <a:cxnLst/>
                  <a:rect l="l" t="t" r="r" b="b"/>
                  <a:pathLst>
                    <a:path w="4267" h="3658" extrusionOk="0">
                      <a:moveTo>
                        <a:pt x="2427" y="1"/>
                      </a:moveTo>
                      <a:cubicBezTo>
                        <a:pt x="1980" y="1"/>
                        <a:pt x="1524" y="167"/>
                        <a:pt x="1150" y="537"/>
                      </a:cubicBezTo>
                      <a:cubicBezTo>
                        <a:pt x="1" y="1686"/>
                        <a:pt x="811" y="3645"/>
                        <a:pt x="2444" y="3658"/>
                      </a:cubicBezTo>
                      <a:cubicBezTo>
                        <a:pt x="3436" y="3645"/>
                        <a:pt x="4259" y="2835"/>
                        <a:pt x="4259" y="1843"/>
                      </a:cubicBezTo>
                      <a:cubicBezTo>
                        <a:pt x="4267" y="736"/>
                        <a:pt x="3369" y="1"/>
                        <a:pt x="2427"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200" name="Google Shape;4200;p60"/>
                <p:cNvSpPr/>
                <p:nvPr/>
              </p:nvSpPr>
              <p:spPr>
                <a:xfrm>
                  <a:off x="4239129" y="4017397"/>
                  <a:ext cx="10948" cy="9383"/>
                </a:xfrm>
                <a:custGeom>
                  <a:avLst/>
                  <a:gdLst/>
                  <a:ahLst/>
                  <a:cxnLst/>
                  <a:rect l="l" t="t" r="r" b="b"/>
                  <a:pathLst>
                    <a:path w="1392" h="1193" extrusionOk="0">
                      <a:moveTo>
                        <a:pt x="787" y="0"/>
                      </a:moveTo>
                      <a:cubicBezTo>
                        <a:pt x="267" y="0"/>
                        <a:pt x="1" y="641"/>
                        <a:pt x="376" y="1016"/>
                      </a:cubicBezTo>
                      <a:cubicBezTo>
                        <a:pt x="497" y="1138"/>
                        <a:pt x="647" y="1192"/>
                        <a:pt x="794" y="1192"/>
                      </a:cubicBezTo>
                      <a:cubicBezTo>
                        <a:pt x="1099" y="1192"/>
                        <a:pt x="1392" y="957"/>
                        <a:pt x="1392" y="605"/>
                      </a:cubicBezTo>
                      <a:cubicBezTo>
                        <a:pt x="1392" y="266"/>
                        <a:pt x="1126" y="0"/>
                        <a:pt x="787"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201" name="Google Shape;4201;p60"/>
              <p:cNvGrpSpPr/>
              <p:nvPr/>
            </p:nvGrpSpPr>
            <p:grpSpPr>
              <a:xfrm>
                <a:off x="3597785" y="3377045"/>
                <a:ext cx="33591" cy="28699"/>
                <a:chOff x="3597785" y="3377045"/>
                <a:chExt cx="33591" cy="28699"/>
              </a:xfrm>
            </p:grpSpPr>
            <p:sp>
              <p:nvSpPr>
                <p:cNvPr id="4202" name="Google Shape;4202;p60"/>
                <p:cNvSpPr/>
                <p:nvPr/>
              </p:nvSpPr>
              <p:spPr>
                <a:xfrm>
                  <a:off x="3597785" y="3377045"/>
                  <a:ext cx="33591" cy="28699"/>
                </a:xfrm>
                <a:custGeom>
                  <a:avLst/>
                  <a:gdLst/>
                  <a:ahLst/>
                  <a:cxnLst/>
                  <a:rect l="l" t="t" r="r" b="b"/>
                  <a:pathLst>
                    <a:path w="4271" h="3649" extrusionOk="0">
                      <a:moveTo>
                        <a:pt x="2428" y="0"/>
                      </a:moveTo>
                      <a:cubicBezTo>
                        <a:pt x="1979" y="0"/>
                        <a:pt x="1522" y="167"/>
                        <a:pt x="1150" y="539"/>
                      </a:cubicBezTo>
                      <a:cubicBezTo>
                        <a:pt x="0" y="1676"/>
                        <a:pt x="811" y="3648"/>
                        <a:pt x="2444" y="3648"/>
                      </a:cubicBezTo>
                      <a:cubicBezTo>
                        <a:pt x="3448" y="3648"/>
                        <a:pt x="4259" y="2826"/>
                        <a:pt x="4271" y="1822"/>
                      </a:cubicBezTo>
                      <a:cubicBezTo>
                        <a:pt x="4262" y="726"/>
                        <a:pt x="3364" y="0"/>
                        <a:pt x="2428"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203" name="Google Shape;4203;p60"/>
                <p:cNvSpPr/>
                <p:nvPr/>
              </p:nvSpPr>
              <p:spPr>
                <a:xfrm>
                  <a:off x="3612343" y="3386703"/>
                  <a:ext cx="9328" cy="9336"/>
                </a:xfrm>
                <a:custGeom>
                  <a:avLst/>
                  <a:gdLst/>
                  <a:ahLst/>
                  <a:cxnLst/>
                  <a:rect l="l" t="t" r="r" b="b"/>
                  <a:pathLst>
                    <a:path w="1186" h="1187" extrusionOk="0">
                      <a:moveTo>
                        <a:pt x="593" y="1"/>
                      </a:moveTo>
                      <a:cubicBezTo>
                        <a:pt x="266" y="1"/>
                        <a:pt x="0" y="267"/>
                        <a:pt x="0" y="594"/>
                      </a:cubicBezTo>
                      <a:cubicBezTo>
                        <a:pt x="0" y="920"/>
                        <a:pt x="266" y="1186"/>
                        <a:pt x="593" y="1186"/>
                      </a:cubicBezTo>
                      <a:cubicBezTo>
                        <a:pt x="920" y="1186"/>
                        <a:pt x="1186" y="920"/>
                        <a:pt x="1186" y="594"/>
                      </a:cubicBezTo>
                      <a:cubicBezTo>
                        <a:pt x="1186" y="267"/>
                        <a:pt x="920" y="1"/>
                        <a:pt x="59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204" name="Google Shape;4204;p60"/>
              <p:cNvGrpSpPr/>
              <p:nvPr/>
            </p:nvGrpSpPr>
            <p:grpSpPr>
              <a:xfrm>
                <a:off x="3887870" y="3669796"/>
                <a:ext cx="33591" cy="28692"/>
                <a:chOff x="3887870" y="3669796"/>
                <a:chExt cx="33591" cy="28692"/>
              </a:xfrm>
            </p:grpSpPr>
            <p:sp>
              <p:nvSpPr>
                <p:cNvPr id="4205" name="Google Shape;4205;p60"/>
                <p:cNvSpPr/>
                <p:nvPr/>
              </p:nvSpPr>
              <p:spPr>
                <a:xfrm>
                  <a:off x="3887870" y="3669796"/>
                  <a:ext cx="33591" cy="28692"/>
                </a:xfrm>
                <a:custGeom>
                  <a:avLst/>
                  <a:gdLst/>
                  <a:ahLst/>
                  <a:cxnLst/>
                  <a:rect l="l" t="t" r="r" b="b"/>
                  <a:pathLst>
                    <a:path w="4271" h="3648" extrusionOk="0">
                      <a:moveTo>
                        <a:pt x="2431" y="0"/>
                      </a:moveTo>
                      <a:cubicBezTo>
                        <a:pt x="1981" y="0"/>
                        <a:pt x="1522" y="167"/>
                        <a:pt x="1150" y="539"/>
                      </a:cubicBezTo>
                      <a:cubicBezTo>
                        <a:pt x="1" y="1676"/>
                        <a:pt x="823" y="3648"/>
                        <a:pt x="2444" y="3648"/>
                      </a:cubicBezTo>
                      <a:cubicBezTo>
                        <a:pt x="3448" y="3648"/>
                        <a:pt x="4271" y="2825"/>
                        <a:pt x="4271" y="1821"/>
                      </a:cubicBezTo>
                      <a:cubicBezTo>
                        <a:pt x="4271" y="725"/>
                        <a:pt x="3370" y="0"/>
                        <a:pt x="2431"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206" name="Google Shape;4206;p60"/>
                <p:cNvSpPr/>
                <p:nvPr/>
              </p:nvSpPr>
              <p:spPr>
                <a:xfrm>
                  <a:off x="3902428" y="3679454"/>
                  <a:ext cx="9422" cy="9328"/>
                </a:xfrm>
                <a:custGeom>
                  <a:avLst/>
                  <a:gdLst/>
                  <a:ahLst/>
                  <a:cxnLst/>
                  <a:rect l="l" t="t" r="r" b="b"/>
                  <a:pathLst>
                    <a:path w="1198" h="1186" extrusionOk="0">
                      <a:moveTo>
                        <a:pt x="593" y="1"/>
                      </a:moveTo>
                      <a:cubicBezTo>
                        <a:pt x="266" y="1"/>
                        <a:pt x="0" y="267"/>
                        <a:pt x="0" y="593"/>
                      </a:cubicBezTo>
                      <a:cubicBezTo>
                        <a:pt x="0" y="920"/>
                        <a:pt x="266" y="1186"/>
                        <a:pt x="593" y="1186"/>
                      </a:cubicBezTo>
                      <a:cubicBezTo>
                        <a:pt x="932" y="1186"/>
                        <a:pt x="1198" y="920"/>
                        <a:pt x="1198" y="593"/>
                      </a:cubicBezTo>
                      <a:cubicBezTo>
                        <a:pt x="1198" y="267"/>
                        <a:pt x="932" y="1"/>
                        <a:pt x="59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207" name="Google Shape;4207;p60"/>
              <p:cNvGrpSpPr/>
              <p:nvPr/>
            </p:nvGrpSpPr>
            <p:grpSpPr>
              <a:xfrm>
                <a:off x="3818320" y="3481625"/>
                <a:ext cx="33497" cy="28770"/>
                <a:chOff x="3818320" y="3481625"/>
                <a:chExt cx="33497" cy="28770"/>
              </a:xfrm>
            </p:grpSpPr>
            <p:sp>
              <p:nvSpPr>
                <p:cNvPr id="4208" name="Google Shape;4208;p60"/>
                <p:cNvSpPr/>
                <p:nvPr/>
              </p:nvSpPr>
              <p:spPr>
                <a:xfrm>
                  <a:off x="3818320" y="3481625"/>
                  <a:ext cx="33497" cy="28770"/>
                </a:xfrm>
                <a:custGeom>
                  <a:avLst/>
                  <a:gdLst/>
                  <a:ahLst/>
                  <a:cxnLst/>
                  <a:rect l="l" t="t" r="r" b="b"/>
                  <a:pathLst>
                    <a:path w="4259" h="3658" extrusionOk="0">
                      <a:moveTo>
                        <a:pt x="2421" y="1"/>
                      </a:moveTo>
                      <a:cubicBezTo>
                        <a:pt x="1975" y="1"/>
                        <a:pt x="1520" y="166"/>
                        <a:pt x="1150" y="537"/>
                      </a:cubicBezTo>
                      <a:cubicBezTo>
                        <a:pt x="1" y="1686"/>
                        <a:pt x="811" y="3658"/>
                        <a:pt x="2432" y="3658"/>
                      </a:cubicBezTo>
                      <a:cubicBezTo>
                        <a:pt x="3448" y="3658"/>
                        <a:pt x="4259" y="2835"/>
                        <a:pt x="4259" y="1831"/>
                      </a:cubicBezTo>
                      <a:cubicBezTo>
                        <a:pt x="4259" y="732"/>
                        <a:pt x="3359" y="1"/>
                        <a:pt x="2421"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209" name="Google Shape;4209;p60"/>
                <p:cNvSpPr/>
                <p:nvPr/>
              </p:nvSpPr>
              <p:spPr>
                <a:xfrm>
                  <a:off x="3831258" y="3491362"/>
                  <a:ext cx="10956" cy="9375"/>
                </a:xfrm>
                <a:custGeom>
                  <a:avLst/>
                  <a:gdLst/>
                  <a:ahLst/>
                  <a:cxnLst/>
                  <a:rect l="l" t="t" r="r" b="b"/>
                  <a:pathLst>
                    <a:path w="1393" h="1192" extrusionOk="0">
                      <a:moveTo>
                        <a:pt x="787" y="0"/>
                      </a:moveTo>
                      <a:cubicBezTo>
                        <a:pt x="267" y="0"/>
                        <a:pt x="1" y="641"/>
                        <a:pt x="376" y="1016"/>
                      </a:cubicBezTo>
                      <a:cubicBezTo>
                        <a:pt x="497" y="1137"/>
                        <a:pt x="646" y="1192"/>
                        <a:pt x="792" y="1192"/>
                      </a:cubicBezTo>
                      <a:cubicBezTo>
                        <a:pt x="1098" y="1192"/>
                        <a:pt x="1392" y="953"/>
                        <a:pt x="1392" y="593"/>
                      </a:cubicBezTo>
                      <a:cubicBezTo>
                        <a:pt x="1392" y="266"/>
                        <a:pt x="1126" y="0"/>
                        <a:pt x="787"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210" name="Google Shape;4210;p60"/>
              <p:cNvGrpSpPr/>
              <p:nvPr/>
            </p:nvGrpSpPr>
            <p:grpSpPr>
              <a:xfrm>
                <a:off x="4278139" y="4120948"/>
                <a:ext cx="37492" cy="32129"/>
                <a:chOff x="4278139" y="4120948"/>
                <a:chExt cx="37492" cy="32129"/>
              </a:xfrm>
            </p:grpSpPr>
            <p:sp>
              <p:nvSpPr>
                <p:cNvPr id="4211" name="Google Shape;4211;p60"/>
                <p:cNvSpPr/>
                <p:nvPr/>
              </p:nvSpPr>
              <p:spPr>
                <a:xfrm>
                  <a:off x="4278139" y="4120948"/>
                  <a:ext cx="37492" cy="32129"/>
                </a:xfrm>
                <a:custGeom>
                  <a:avLst/>
                  <a:gdLst/>
                  <a:ahLst/>
                  <a:cxnLst/>
                  <a:rect l="l" t="t" r="r" b="b"/>
                  <a:pathLst>
                    <a:path w="4767" h="4085" extrusionOk="0">
                      <a:moveTo>
                        <a:pt x="2708" y="0"/>
                      </a:moveTo>
                      <a:cubicBezTo>
                        <a:pt x="2207" y="0"/>
                        <a:pt x="1697" y="186"/>
                        <a:pt x="1283" y="600"/>
                      </a:cubicBezTo>
                      <a:cubicBezTo>
                        <a:pt x="1" y="1895"/>
                        <a:pt x="908" y="4084"/>
                        <a:pt x="2722" y="4084"/>
                      </a:cubicBezTo>
                      <a:cubicBezTo>
                        <a:pt x="3847" y="4084"/>
                        <a:pt x="4755" y="3177"/>
                        <a:pt x="4767" y="2052"/>
                      </a:cubicBezTo>
                      <a:cubicBezTo>
                        <a:pt x="4767" y="815"/>
                        <a:pt x="3758" y="0"/>
                        <a:pt x="2708"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212" name="Google Shape;4212;p60"/>
                <p:cNvSpPr/>
                <p:nvPr/>
              </p:nvSpPr>
              <p:spPr>
                <a:xfrm>
                  <a:off x="4290983" y="4130614"/>
                  <a:ext cx="14943" cy="12812"/>
                </a:xfrm>
                <a:custGeom>
                  <a:avLst/>
                  <a:gdLst/>
                  <a:ahLst/>
                  <a:cxnLst/>
                  <a:rect l="l" t="t" r="r" b="b"/>
                  <a:pathLst>
                    <a:path w="1900" h="1629" extrusionOk="0">
                      <a:moveTo>
                        <a:pt x="1089" y="0"/>
                      </a:moveTo>
                      <a:cubicBezTo>
                        <a:pt x="363" y="0"/>
                        <a:pt x="1" y="883"/>
                        <a:pt x="509" y="1391"/>
                      </a:cubicBezTo>
                      <a:cubicBezTo>
                        <a:pt x="673" y="1555"/>
                        <a:pt x="876" y="1629"/>
                        <a:pt x="1076" y="1629"/>
                      </a:cubicBezTo>
                      <a:cubicBezTo>
                        <a:pt x="1495" y="1629"/>
                        <a:pt x="1900" y="1306"/>
                        <a:pt x="1900" y="823"/>
                      </a:cubicBezTo>
                      <a:cubicBezTo>
                        <a:pt x="1900" y="363"/>
                        <a:pt x="1537" y="0"/>
                        <a:pt x="1089"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213" name="Google Shape;4213;p60"/>
              <p:cNvGrpSpPr/>
              <p:nvPr/>
            </p:nvGrpSpPr>
            <p:grpSpPr>
              <a:xfrm>
                <a:off x="4419898" y="3977388"/>
                <a:ext cx="33497" cy="28692"/>
                <a:chOff x="4419898" y="3977388"/>
                <a:chExt cx="33497" cy="28692"/>
              </a:xfrm>
            </p:grpSpPr>
            <p:sp>
              <p:nvSpPr>
                <p:cNvPr id="4214" name="Google Shape;4214;p60"/>
                <p:cNvSpPr/>
                <p:nvPr/>
              </p:nvSpPr>
              <p:spPr>
                <a:xfrm>
                  <a:off x="4419898" y="3977388"/>
                  <a:ext cx="33497" cy="28692"/>
                </a:xfrm>
                <a:custGeom>
                  <a:avLst/>
                  <a:gdLst/>
                  <a:ahLst/>
                  <a:cxnLst/>
                  <a:rect l="l" t="t" r="r" b="b"/>
                  <a:pathLst>
                    <a:path w="4259" h="3648" extrusionOk="0">
                      <a:moveTo>
                        <a:pt x="2426" y="0"/>
                      </a:moveTo>
                      <a:cubicBezTo>
                        <a:pt x="1979" y="0"/>
                        <a:pt x="1522" y="167"/>
                        <a:pt x="1150" y="539"/>
                      </a:cubicBezTo>
                      <a:cubicBezTo>
                        <a:pt x="1" y="1688"/>
                        <a:pt x="811" y="3648"/>
                        <a:pt x="2432" y="3648"/>
                      </a:cubicBezTo>
                      <a:cubicBezTo>
                        <a:pt x="3448" y="3648"/>
                        <a:pt x="4259" y="2837"/>
                        <a:pt x="4259" y="1833"/>
                      </a:cubicBezTo>
                      <a:cubicBezTo>
                        <a:pt x="4259" y="729"/>
                        <a:pt x="3362" y="0"/>
                        <a:pt x="2426"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215" name="Google Shape;4215;p60"/>
                <p:cNvSpPr/>
                <p:nvPr/>
              </p:nvSpPr>
              <p:spPr>
                <a:xfrm>
                  <a:off x="4432742" y="3987046"/>
                  <a:ext cx="11042" cy="9399"/>
                </a:xfrm>
                <a:custGeom>
                  <a:avLst/>
                  <a:gdLst/>
                  <a:ahLst/>
                  <a:cxnLst/>
                  <a:rect l="l" t="t" r="r" b="b"/>
                  <a:pathLst>
                    <a:path w="1404" h="1195" extrusionOk="0">
                      <a:moveTo>
                        <a:pt x="799" y="0"/>
                      </a:moveTo>
                      <a:cubicBezTo>
                        <a:pt x="267" y="0"/>
                        <a:pt x="1" y="641"/>
                        <a:pt x="376" y="1016"/>
                      </a:cubicBezTo>
                      <a:cubicBezTo>
                        <a:pt x="499" y="1139"/>
                        <a:pt x="650" y="1195"/>
                        <a:pt x="799" y="1195"/>
                      </a:cubicBezTo>
                      <a:cubicBezTo>
                        <a:pt x="1104" y="1195"/>
                        <a:pt x="1396" y="963"/>
                        <a:pt x="1404" y="605"/>
                      </a:cubicBezTo>
                      <a:cubicBezTo>
                        <a:pt x="1404" y="266"/>
                        <a:pt x="1138" y="0"/>
                        <a:pt x="799"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216" name="Google Shape;4216;p60"/>
              <p:cNvGrpSpPr/>
              <p:nvPr/>
            </p:nvGrpSpPr>
            <p:grpSpPr>
              <a:xfrm>
                <a:off x="4158930" y="4034684"/>
                <a:ext cx="33497" cy="28762"/>
                <a:chOff x="4158930" y="4034684"/>
                <a:chExt cx="33497" cy="28762"/>
              </a:xfrm>
            </p:grpSpPr>
            <p:sp>
              <p:nvSpPr>
                <p:cNvPr id="4217" name="Google Shape;4217;p60"/>
                <p:cNvSpPr/>
                <p:nvPr/>
              </p:nvSpPr>
              <p:spPr>
                <a:xfrm>
                  <a:off x="4158930" y="4034684"/>
                  <a:ext cx="33497" cy="28762"/>
                </a:xfrm>
                <a:custGeom>
                  <a:avLst/>
                  <a:gdLst/>
                  <a:ahLst/>
                  <a:cxnLst/>
                  <a:rect l="l" t="t" r="r" b="b"/>
                  <a:pathLst>
                    <a:path w="4259" h="3657" extrusionOk="0">
                      <a:moveTo>
                        <a:pt x="2421" y="0"/>
                      </a:moveTo>
                      <a:cubicBezTo>
                        <a:pt x="1974" y="0"/>
                        <a:pt x="1520" y="166"/>
                        <a:pt x="1149" y="536"/>
                      </a:cubicBezTo>
                      <a:cubicBezTo>
                        <a:pt x="0" y="1685"/>
                        <a:pt x="811" y="3645"/>
                        <a:pt x="2432" y="3657"/>
                      </a:cubicBezTo>
                      <a:cubicBezTo>
                        <a:pt x="3436" y="3645"/>
                        <a:pt x="4258" y="2834"/>
                        <a:pt x="4258" y="1830"/>
                      </a:cubicBezTo>
                      <a:cubicBezTo>
                        <a:pt x="4258" y="732"/>
                        <a:pt x="3358" y="0"/>
                        <a:pt x="2421"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218" name="Google Shape;4218;p60"/>
                <p:cNvSpPr/>
                <p:nvPr/>
              </p:nvSpPr>
              <p:spPr>
                <a:xfrm>
                  <a:off x="4173385" y="4044319"/>
                  <a:ext cx="9336" cy="9430"/>
                </a:xfrm>
                <a:custGeom>
                  <a:avLst/>
                  <a:gdLst/>
                  <a:ahLst/>
                  <a:cxnLst/>
                  <a:rect l="l" t="t" r="r" b="b"/>
                  <a:pathLst>
                    <a:path w="1187" h="1199" extrusionOk="0">
                      <a:moveTo>
                        <a:pt x="594" y="1"/>
                      </a:moveTo>
                      <a:cubicBezTo>
                        <a:pt x="267" y="1"/>
                        <a:pt x="1" y="279"/>
                        <a:pt x="1" y="605"/>
                      </a:cubicBezTo>
                      <a:cubicBezTo>
                        <a:pt x="1" y="932"/>
                        <a:pt x="267" y="1198"/>
                        <a:pt x="594" y="1198"/>
                      </a:cubicBezTo>
                      <a:cubicBezTo>
                        <a:pt x="920" y="1198"/>
                        <a:pt x="1186" y="932"/>
                        <a:pt x="1186" y="605"/>
                      </a:cubicBezTo>
                      <a:cubicBezTo>
                        <a:pt x="1186" y="279"/>
                        <a:pt x="920" y="1"/>
                        <a:pt x="59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219" name="Google Shape;4219;p60"/>
              <p:cNvGrpSpPr/>
              <p:nvPr/>
            </p:nvGrpSpPr>
            <p:grpSpPr>
              <a:xfrm>
                <a:off x="4134949" y="3957049"/>
                <a:ext cx="33497" cy="28770"/>
                <a:chOff x="4134949" y="3957049"/>
                <a:chExt cx="33497" cy="28770"/>
              </a:xfrm>
            </p:grpSpPr>
            <p:sp>
              <p:nvSpPr>
                <p:cNvPr id="4220" name="Google Shape;4220;p60"/>
                <p:cNvSpPr/>
                <p:nvPr/>
              </p:nvSpPr>
              <p:spPr>
                <a:xfrm>
                  <a:off x="4134949" y="3957049"/>
                  <a:ext cx="33497" cy="28770"/>
                </a:xfrm>
                <a:custGeom>
                  <a:avLst/>
                  <a:gdLst/>
                  <a:ahLst/>
                  <a:cxnLst/>
                  <a:rect l="l" t="t" r="r" b="b"/>
                  <a:pathLst>
                    <a:path w="4259" h="3658" extrusionOk="0">
                      <a:moveTo>
                        <a:pt x="2421" y="0"/>
                      </a:moveTo>
                      <a:cubicBezTo>
                        <a:pt x="1975" y="0"/>
                        <a:pt x="1520" y="166"/>
                        <a:pt x="1150" y="536"/>
                      </a:cubicBezTo>
                      <a:cubicBezTo>
                        <a:pt x="1" y="1685"/>
                        <a:pt x="811" y="3657"/>
                        <a:pt x="2432" y="3657"/>
                      </a:cubicBezTo>
                      <a:cubicBezTo>
                        <a:pt x="3436" y="3657"/>
                        <a:pt x="4259" y="2834"/>
                        <a:pt x="4259" y="1830"/>
                      </a:cubicBezTo>
                      <a:cubicBezTo>
                        <a:pt x="4259" y="732"/>
                        <a:pt x="3359" y="0"/>
                        <a:pt x="2421"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221" name="Google Shape;4221;p60"/>
                <p:cNvSpPr/>
                <p:nvPr/>
              </p:nvSpPr>
              <p:spPr>
                <a:xfrm>
                  <a:off x="4147793" y="3966778"/>
                  <a:ext cx="10956" cy="9383"/>
                </a:xfrm>
                <a:custGeom>
                  <a:avLst/>
                  <a:gdLst/>
                  <a:ahLst/>
                  <a:cxnLst/>
                  <a:rect l="l" t="t" r="r" b="b"/>
                  <a:pathLst>
                    <a:path w="1393" h="1193" extrusionOk="0">
                      <a:moveTo>
                        <a:pt x="799" y="1"/>
                      </a:moveTo>
                      <a:cubicBezTo>
                        <a:pt x="267" y="1"/>
                        <a:pt x="1" y="642"/>
                        <a:pt x="376" y="1017"/>
                      </a:cubicBezTo>
                      <a:cubicBezTo>
                        <a:pt x="497" y="1138"/>
                        <a:pt x="646" y="1192"/>
                        <a:pt x="792" y="1192"/>
                      </a:cubicBezTo>
                      <a:cubicBezTo>
                        <a:pt x="1098" y="1192"/>
                        <a:pt x="1392" y="954"/>
                        <a:pt x="1392" y="593"/>
                      </a:cubicBezTo>
                      <a:cubicBezTo>
                        <a:pt x="1392" y="267"/>
                        <a:pt x="1126" y="1"/>
                        <a:pt x="799"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222" name="Google Shape;4222;p60"/>
              <p:cNvGrpSpPr/>
              <p:nvPr/>
            </p:nvGrpSpPr>
            <p:grpSpPr>
              <a:xfrm>
                <a:off x="4193653" y="4184403"/>
                <a:ext cx="43580" cy="37264"/>
                <a:chOff x="4193653" y="4184403"/>
                <a:chExt cx="43580" cy="37264"/>
              </a:xfrm>
            </p:grpSpPr>
            <p:sp>
              <p:nvSpPr>
                <p:cNvPr id="4223" name="Google Shape;4223;p60"/>
                <p:cNvSpPr/>
                <p:nvPr/>
              </p:nvSpPr>
              <p:spPr>
                <a:xfrm>
                  <a:off x="4193653" y="4184403"/>
                  <a:ext cx="43580" cy="37264"/>
                </a:xfrm>
                <a:custGeom>
                  <a:avLst/>
                  <a:gdLst/>
                  <a:ahLst/>
                  <a:cxnLst/>
                  <a:rect l="l" t="t" r="r" b="b"/>
                  <a:pathLst>
                    <a:path w="5541" h="4738" extrusionOk="0">
                      <a:moveTo>
                        <a:pt x="3156" y="1"/>
                      </a:moveTo>
                      <a:cubicBezTo>
                        <a:pt x="2575" y="1"/>
                        <a:pt x="1982" y="216"/>
                        <a:pt x="1501" y="698"/>
                      </a:cubicBezTo>
                      <a:cubicBezTo>
                        <a:pt x="1" y="2185"/>
                        <a:pt x="1065" y="4738"/>
                        <a:pt x="3170" y="4738"/>
                      </a:cubicBezTo>
                      <a:cubicBezTo>
                        <a:pt x="4476" y="4738"/>
                        <a:pt x="5529" y="3673"/>
                        <a:pt x="5541" y="2367"/>
                      </a:cubicBezTo>
                      <a:cubicBezTo>
                        <a:pt x="5541" y="943"/>
                        <a:pt x="4373" y="1"/>
                        <a:pt x="3156"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224" name="Google Shape;4224;p60"/>
                <p:cNvSpPr/>
                <p:nvPr/>
              </p:nvSpPr>
              <p:spPr>
                <a:xfrm>
                  <a:off x="4206591" y="4194069"/>
                  <a:ext cx="20944" cy="17948"/>
                </a:xfrm>
                <a:custGeom>
                  <a:avLst/>
                  <a:gdLst/>
                  <a:ahLst/>
                  <a:cxnLst/>
                  <a:rect l="l" t="t" r="r" b="b"/>
                  <a:pathLst>
                    <a:path w="2663" h="2282" extrusionOk="0">
                      <a:moveTo>
                        <a:pt x="1525" y="1"/>
                      </a:moveTo>
                      <a:cubicBezTo>
                        <a:pt x="509" y="1"/>
                        <a:pt x="1" y="1223"/>
                        <a:pt x="714" y="1948"/>
                      </a:cubicBezTo>
                      <a:cubicBezTo>
                        <a:pt x="948" y="2179"/>
                        <a:pt x="1234" y="2282"/>
                        <a:pt x="1514" y="2282"/>
                      </a:cubicBezTo>
                      <a:cubicBezTo>
                        <a:pt x="2101" y="2282"/>
                        <a:pt x="2662" y="1826"/>
                        <a:pt x="2662" y="1138"/>
                      </a:cubicBezTo>
                      <a:cubicBezTo>
                        <a:pt x="2662" y="509"/>
                        <a:pt x="2154" y="1"/>
                        <a:pt x="1525"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225" name="Google Shape;4225;p60"/>
              <p:cNvGrpSpPr/>
              <p:nvPr/>
            </p:nvGrpSpPr>
            <p:grpSpPr>
              <a:xfrm>
                <a:off x="4343600" y="3943844"/>
                <a:ext cx="43580" cy="37312"/>
                <a:chOff x="4343600" y="3943844"/>
                <a:chExt cx="43580" cy="37312"/>
              </a:xfrm>
            </p:grpSpPr>
            <p:sp>
              <p:nvSpPr>
                <p:cNvPr id="4226" name="Google Shape;4226;p60"/>
                <p:cNvSpPr/>
                <p:nvPr/>
              </p:nvSpPr>
              <p:spPr>
                <a:xfrm>
                  <a:off x="4343600" y="3943844"/>
                  <a:ext cx="43580" cy="37312"/>
                </a:xfrm>
                <a:custGeom>
                  <a:avLst/>
                  <a:gdLst/>
                  <a:ahLst/>
                  <a:cxnLst/>
                  <a:rect l="l" t="t" r="r" b="b"/>
                  <a:pathLst>
                    <a:path w="5541" h="4744" extrusionOk="0">
                      <a:moveTo>
                        <a:pt x="3156" y="1"/>
                      </a:moveTo>
                      <a:cubicBezTo>
                        <a:pt x="2574" y="1"/>
                        <a:pt x="1982" y="218"/>
                        <a:pt x="1500" y="703"/>
                      </a:cubicBezTo>
                      <a:cubicBezTo>
                        <a:pt x="0" y="2191"/>
                        <a:pt x="1065" y="4743"/>
                        <a:pt x="3169" y="4743"/>
                      </a:cubicBezTo>
                      <a:cubicBezTo>
                        <a:pt x="4476" y="4731"/>
                        <a:pt x="5528" y="3679"/>
                        <a:pt x="5540" y="2372"/>
                      </a:cubicBezTo>
                      <a:cubicBezTo>
                        <a:pt x="5540" y="949"/>
                        <a:pt x="4373" y="1"/>
                        <a:pt x="3156"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227" name="Google Shape;4227;p60"/>
                <p:cNvSpPr/>
                <p:nvPr/>
              </p:nvSpPr>
              <p:spPr>
                <a:xfrm>
                  <a:off x="4359581" y="3953557"/>
                  <a:ext cx="17893" cy="17893"/>
                </a:xfrm>
                <a:custGeom>
                  <a:avLst/>
                  <a:gdLst/>
                  <a:ahLst/>
                  <a:cxnLst/>
                  <a:rect l="l" t="t" r="r" b="b"/>
                  <a:pathLst>
                    <a:path w="2275" h="2275" extrusionOk="0">
                      <a:moveTo>
                        <a:pt x="1137" y="0"/>
                      </a:moveTo>
                      <a:cubicBezTo>
                        <a:pt x="508" y="0"/>
                        <a:pt x="0" y="508"/>
                        <a:pt x="0" y="1137"/>
                      </a:cubicBezTo>
                      <a:cubicBezTo>
                        <a:pt x="0" y="1766"/>
                        <a:pt x="508" y="2274"/>
                        <a:pt x="1137" y="2274"/>
                      </a:cubicBezTo>
                      <a:cubicBezTo>
                        <a:pt x="1766" y="2274"/>
                        <a:pt x="2275" y="1766"/>
                        <a:pt x="2275" y="1137"/>
                      </a:cubicBezTo>
                      <a:cubicBezTo>
                        <a:pt x="2275" y="508"/>
                        <a:pt x="1766" y="0"/>
                        <a:pt x="1137"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228" name="Google Shape;4228;p60"/>
              <p:cNvGrpSpPr/>
              <p:nvPr/>
            </p:nvGrpSpPr>
            <p:grpSpPr>
              <a:xfrm>
                <a:off x="4172339" y="3381693"/>
                <a:ext cx="31499" cy="27001"/>
                <a:chOff x="4172339" y="3381693"/>
                <a:chExt cx="31499" cy="27001"/>
              </a:xfrm>
            </p:grpSpPr>
            <p:sp>
              <p:nvSpPr>
                <p:cNvPr id="4229" name="Google Shape;4229;p60"/>
                <p:cNvSpPr/>
                <p:nvPr/>
              </p:nvSpPr>
              <p:spPr>
                <a:xfrm>
                  <a:off x="4172339" y="3381693"/>
                  <a:ext cx="31499" cy="27001"/>
                </a:xfrm>
                <a:custGeom>
                  <a:avLst/>
                  <a:gdLst/>
                  <a:ahLst/>
                  <a:cxnLst/>
                  <a:rect l="l" t="t" r="r" b="b"/>
                  <a:pathLst>
                    <a:path w="4005" h="3433" extrusionOk="0">
                      <a:moveTo>
                        <a:pt x="2285" y="1"/>
                      </a:moveTo>
                      <a:cubicBezTo>
                        <a:pt x="1866" y="1"/>
                        <a:pt x="1438" y="157"/>
                        <a:pt x="1090" y="505"/>
                      </a:cubicBezTo>
                      <a:cubicBezTo>
                        <a:pt x="1" y="1581"/>
                        <a:pt x="775" y="3420"/>
                        <a:pt x="2299" y="3432"/>
                      </a:cubicBezTo>
                      <a:cubicBezTo>
                        <a:pt x="3243" y="3420"/>
                        <a:pt x="4005" y="2658"/>
                        <a:pt x="4005" y="1714"/>
                      </a:cubicBezTo>
                      <a:cubicBezTo>
                        <a:pt x="4005" y="683"/>
                        <a:pt x="3163" y="1"/>
                        <a:pt x="2285"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230" name="Google Shape;4230;p60"/>
                <p:cNvSpPr/>
                <p:nvPr/>
              </p:nvSpPr>
              <p:spPr>
                <a:xfrm>
                  <a:off x="4185285" y="3391367"/>
                  <a:ext cx="8856" cy="7605"/>
                </a:xfrm>
                <a:custGeom>
                  <a:avLst/>
                  <a:gdLst/>
                  <a:ahLst/>
                  <a:cxnLst/>
                  <a:rect l="l" t="t" r="r" b="b"/>
                  <a:pathLst>
                    <a:path w="1126" h="967" extrusionOk="0">
                      <a:moveTo>
                        <a:pt x="653" y="1"/>
                      </a:moveTo>
                      <a:cubicBezTo>
                        <a:pt x="218" y="1"/>
                        <a:pt x="0" y="521"/>
                        <a:pt x="302" y="823"/>
                      </a:cubicBezTo>
                      <a:cubicBezTo>
                        <a:pt x="401" y="922"/>
                        <a:pt x="523" y="967"/>
                        <a:pt x="643" y="967"/>
                      </a:cubicBezTo>
                      <a:cubicBezTo>
                        <a:pt x="889" y="967"/>
                        <a:pt x="1125" y="778"/>
                        <a:pt x="1125" y="484"/>
                      </a:cubicBezTo>
                      <a:cubicBezTo>
                        <a:pt x="1125" y="218"/>
                        <a:pt x="919" y="1"/>
                        <a:pt x="65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grpSp>
      <p:sp>
        <p:nvSpPr>
          <p:cNvPr id="4231" name="Dikdörtgen 4230"/>
          <p:cNvSpPr/>
          <p:nvPr/>
        </p:nvSpPr>
        <p:spPr>
          <a:xfrm>
            <a:off x="-27447" y="-9813"/>
            <a:ext cx="10911016" cy="1077218"/>
          </a:xfrm>
          <a:prstGeom prst="rect">
            <a:avLst/>
          </a:prstGeom>
        </p:spPr>
        <p:txBody>
          <a:bodyPr wrap="square">
            <a:spAutoFit/>
          </a:bodyPr>
          <a:lstStyle/>
          <a:p>
            <a:pPr fontAlgn="ctr">
              <a:defRPr/>
            </a:pPr>
            <a:r>
              <a:rPr lang="tr-TR" sz="3200" b="1" noProof="1">
                <a:cs typeface="Helvetica" panose="020B0604020202020204" pitchFamily="34" charset="0"/>
                <a:sym typeface="Flama Ziraat Medium" charset="0"/>
              </a:rPr>
              <a:t>Sunumlarda Kullanılabilecek Çeşitli Şekiller</a:t>
            </a:r>
          </a:p>
          <a:p>
            <a:pPr fontAlgn="ctr">
              <a:defRPr/>
            </a:pPr>
            <a:r>
              <a:rPr lang="tr-TR" sz="3200" b="1" i="1" noProof="1">
                <a:solidFill>
                  <a:srgbClr val="C00000"/>
                </a:solidFill>
                <a:cs typeface="Helvetica" panose="020B0604020202020204" pitchFamily="34" charset="0"/>
                <a:sym typeface="Flama Ziraat Medium" charset="0"/>
              </a:rPr>
              <a:t>Hepsi Farklı Renklerde Boyanabilir ya da Değiştirilebilirdir…</a:t>
            </a:r>
          </a:p>
        </p:txBody>
      </p:sp>
    </p:spTree>
    <p:extLst>
      <p:ext uri="{BB962C8B-B14F-4D97-AF65-F5344CB8AC3E}">
        <p14:creationId xmlns:p14="http://schemas.microsoft.com/office/powerpoint/2010/main" val="3496443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34"/>
        <p:cNvGrpSpPr/>
        <p:nvPr/>
      </p:nvGrpSpPr>
      <p:grpSpPr>
        <a:xfrm>
          <a:off x="0" y="0"/>
          <a:ext cx="0" cy="0"/>
          <a:chOff x="0" y="0"/>
          <a:chExt cx="0" cy="0"/>
        </a:xfrm>
      </p:grpSpPr>
      <p:grpSp>
        <p:nvGrpSpPr>
          <p:cNvPr id="4235" name="Google Shape;4235;p61"/>
          <p:cNvGrpSpPr/>
          <p:nvPr/>
        </p:nvGrpSpPr>
        <p:grpSpPr>
          <a:xfrm>
            <a:off x="972366" y="1567646"/>
            <a:ext cx="3343732" cy="274985"/>
            <a:chOff x="106648" y="895722"/>
            <a:chExt cx="4481413" cy="374300"/>
          </a:xfrm>
        </p:grpSpPr>
        <p:grpSp>
          <p:nvGrpSpPr>
            <p:cNvPr id="4236" name="Google Shape;4236;p61"/>
            <p:cNvGrpSpPr/>
            <p:nvPr/>
          </p:nvGrpSpPr>
          <p:grpSpPr>
            <a:xfrm>
              <a:off x="2233276" y="895722"/>
              <a:ext cx="1082667" cy="223591"/>
              <a:chOff x="4808316" y="2800065"/>
              <a:chExt cx="1999386" cy="412910"/>
            </a:xfrm>
          </p:grpSpPr>
          <p:sp>
            <p:nvSpPr>
              <p:cNvPr id="4237" name="Google Shape;4237;p61"/>
              <p:cNvSpPr/>
              <p:nvPr/>
            </p:nvSpPr>
            <p:spPr>
              <a:xfrm>
                <a:off x="4849302" y="3079475"/>
                <a:ext cx="1958400" cy="1335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grpSp>
            <p:nvGrpSpPr>
              <p:cNvPr id="4238" name="Google Shape;4238;p61"/>
              <p:cNvGrpSpPr/>
              <p:nvPr/>
            </p:nvGrpSpPr>
            <p:grpSpPr>
              <a:xfrm>
                <a:off x="4808316" y="2800065"/>
                <a:ext cx="92400" cy="411825"/>
                <a:chOff x="845575" y="2563700"/>
                <a:chExt cx="92400" cy="411825"/>
              </a:xfrm>
            </p:grpSpPr>
            <p:cxnSp>
              <p:nvCxnSpPr>
                <p:cNvPr id="4239" name="Google Shape;4239;p61"/>
                <p:cNvCxnSpPr/>
                <p:nvPr/>
              </p:nvCxnSpPr>
              <p:spPr>
                <a:xfrm>
                  <a:off x="891775" y="2616125"/>
                  <a:ext cx="0" cy="359400"/>
                </a:xfrm>
                <a:prstGeom prst="straightConnector1">
                  <a:avLst/>
                </a:prstGeom>
                <a:noFill/>
                <a:ln w="9525" cap="flat" cmpd="sng">
                  <a:solidFill>
                    <a:srgbClr val="667E92"/>
                  </a:solidFill>
                  <a:prstDash val="solid"/>
                  <a:round/>
                  <a:headEnd type="none" w="sm" len="sm"/>
                  <a:tailEnd type="none" w="sm" len="sm"/>
                </a:ln>
              </p:spPr>
            </p:cxnSp>
            <p:sp>
              <p:nvSpPr>
                <p:cNvPr id="4240" name="Google Shape;4240;p61"/>
                <p:cNvSpPr/>
                <p:nvPr/>
              </p:nvSpPr>
              <p:spPr>
                <a:xfrm>
                  <a:off x="845575" y="2563700"/>
                  <a:ext cx="92400" cy="92400"/>
                </a:xfrm>
                <a:prstGeom prst="ellipse">
                  <a:avLst/>
                </a:prstGeom>
                <a:solidFill>
                  <a:srgbClr val="667E92"/>
                </a:solidFill>
                <a:ln>
                  <a:noFill/>
                </a:ln>
              </p:spPr>
              <p:txBody>
                <a:bodyPr spcFirstLastPara="1" wrap="square" lIns="121900" tIns="121900" rIns="121900" bIns="121900" anchor="ctr" anchorCtr="0">
                  <a:noAutofit/>
                </a:bodyPr>
                <a:lstStyle/>
                <a:p>
                  <a:endParaRPr sz="2400"/>
                </a:p>
              </p:txBody>
            </p:sp>
          </p:grpSp>
        </p:grpSp>
        <p:grpSp>
          <p:nvGrpSpPr>
            <p:cNvPr id="4241" name="Google Shape;4241;p61"/>
            <p:cNvGrpSpPr/>
            <p:nvPr/>
          </p:nvGrpSpPr>
          <p:grpSpPr>
            <a:xfrm>
              <a:off x="106648" y="895722"/>
              <a:ext cx="1088401" cy="223591"/>
              <a:chOff x="881025" y="2800065"/>
              <a:chExt cx="2009975" cy="412910"/>
            </a:xfrm>
          </p:grpSpPr>
          <p:sp>
            <p:nvSpPr>
              <p:cNvPr id="4242" name="Google Shape;4242;p61"/>
              <p:cNvSpPr/>
              <p:nvPr/>
            </p:nvSpPr>
            <p:spPr>
              <a:xfrm>
                <a:off x="932600" y="3079475"/>
                <a:ext cx="1958400" cy="1335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grpSp>
            <p:nvGrpSpPr>
              <p:cNvPr id="4243" name="Google Shape;4243;p61"/>
              <p:cNvGrpSpPr/>
              <p:nvPr/>
            </p:nvGrpSpPr>
            <p:grpSpPr>
              <a:xfrm>
                <a:off x="881025" y="2800065"/>
                <a:ext cx="92400" cy="411825"/>
                <a:chOff x="845575" y="2563700"/>
                <a:chExt cx="92400" cy="411825"/>
              </a:xfrm>
            </p:grpSpPr>
            <p:cxnSp>
              <p:nvCxnSpPr>
                <p:cNvPr id="4244" name="Google Shape;4244;p61"/>
                <p:cNvCxnSpPr/>
                <p:nvPr/>
              </p:nvCxnSpPr>
              <p:spPr>
                <a:xfrm>
                  <a:off x="891775" y="2616125"/>
                  <a:ext cx="0" cy="359400"/>
                </a:xfrm>
                <a:prstGeom prst="straightConnector1">
                  <a:avLst/>
                </a:prstGeom>
                <a:noFill/>
                <a:ln w="9525" cap="flat" cmpd="sng">
                  <a:solidFill>
                    <a:srgbClr val="667E92"/>
                  </a:solidFill>
                  <a:prstDash val="solid"/>
                  <a:round/>
                  <a:headEnd type="none" w="sm" len="sm"/>
                  <a:tailEnd type="none" w="sm" len="sm"/>
                </a:ln>
              </p:spPr>
            </p:cxnSp>
            <p:sp>
              <p:nvSpPr>
                <p:cNvPr id="4245" name="Google Shape;4245;p61"/>
                <p:cNvSpPr/>
                <p:nvPr/>
              </p:nvSpPr>
              <p:spPr>
                <a:xfrm>
                  <a:off x="845575" y="2563700"/>
                  <a:ext cx="92400" cy="92400"/>
                </a:xfrm>
                <a:prstGeom prst="ellipse">
                  <a:avLst/>
                </a:prstGeom>
                <a:solidFill>
                  <a:srgbClr val="667E92"/>
                </a:solidFill>
                <a:ln>
                  <a:noFill/>
                </a:ln>
              </p:spPr>
              <p:txBody>
                <a:bodyPr spcFirstLastPara="1" wrap="square" lIns="121900" tIns="121900" rIns="121900" bIns="121900" anchor="ctr" anchorCtr="0">
                  <a:noAutofit/>
                </a:bodyPr>
                <a:lstStyle/>
                <a:p>
                  <a:endParaRPr sz="2400"/>
                </a:p>
              </p:txBody>
            </p:sp>
          </p:grpSp>
        </p:grpSp>
        <p:grpSp>
          <p:nvGrpSpPr>
            <p:cNvPr id="4246" name="Google Shape;4246;p61"/>
            <p:cNvGrpSpPr/>
            <p:nvPr/>
          </p:nvGrpSpPr>
          <p:grpSpPr>
            <a:xfrm>
              <a:off x="1172346" y="1047018"/>
              <a:ext cx="1083151" cy="223003"/>
              <a:chOff x="2849073" y="3079467"/>
              <a:chExt cx="2000279" cy="411825"/>
            </a:xfrm>
          </p:grpSpPr>
          <p:sp>
            <p:nvSpPr>
              <p:cNvPr id="4247" name="Google Shape;4247;p61"/>
              <p:cNvSpPr/>
              <p:nvPr/>
            </p:nvSpPr>
            <p:spPr>
              <a:xfrm>
                <a:off x="2890952" y="3079475"/>
                <a:ext cx="1958400" cy="133500"/>
              </a:xfrm>
              <a:prstGeom prst="rect">
                <a:avLst/>
              </a:prstGeom>
              <a:solidFill>
                <a:srgbClr val="869FB2"/>
              </a:solidFill>
              <a:ln>
                <a:noFill/>
              </a:ln>
            </p:spPr>
            <p:txBody>
              <a:bodyPr spcFirstLastPara="1" wrap="square" lIns="121900" tIns="121900" rIns="121900" bIns="121900" anchor="ctr" anchorCtr="0">
                <a:noAutofit/>
              </a:bodyPr>
              <a:lstStyle/>
              <a:p>
                <a:endParaRPr sz="2400"/>
              </a:p>
            </p:txBody>
          </p:sp>
          <p:grpSp>
            <p:nvGrpSpPr>
              <p:cNvPr id="4248" name="Google Shape;4248;p61"/>
              <p:cNvGrpSpPr/>
              <p:nvPr/>
            </p:nvGrpSpPr>
            <p:grpSpPr>
              <a:xfrm rot="10800000">
                <a:off x="2849073" y="3079467"/>
                <a:ext cx="92400" cy="411825"/>
                <a:chOff x="2070100" y="2563700"/>
                <a:chExt cx="92400" cy="411825"/>
              </a:xfrm>
            </p:grpSpPr>
            <p:cxnSp>
              <p:nvCxnSpPr>
                <p:cNvPr id="4249" name="Google Shape;4249;p61"/>
                <p:cNvCxnSpPr/>
                <p:nvPr/>
              </p:nvCxnSpPr>
              <p:spPr>
                <a:xfrm>
                  <a:off x="2116300" y="2616125"/>
                  <a:ext cx="0" cy="359400"/>
                </a:xfrm>
                <a:prstGeom prst="straightConnector1">
                  <a:avLst/>
                </a:prstGeom>
                <a:noFill/>
                <a:ln w="9525" cap="flat" cmpd="sng">
                  <a:solidFill>
                    <a:srgbClr val="667E92"/>
                  </a:solidFill>
                  <a:prstDash val="solid"/>
                  <a:round/>
                  <a:headEnd type="none" w="sm" len="sm"/>
                  <a:tailEnd type="none" w="sm" len="sm"/>
                </a:ln>
              </p:spPr>
            </p:cxnSp>
            <p:sp>
              <p:nvSpPr>
                <p:cNvPr id="4250" name="Google Shape;4250;p61"/>
                <p:cNvSpPr/>
                <p:nvPr/>
              </p:nvSpPr>
              <p:spPr>
                <a:xfrm>
                  <a:off x="2070100" y="2563700"/>
                  <a:ext cx="92400" cy="92400"/>
                </a:xfrm>
                <a:prstGeom prst="ellipse">
                  <a:avLst/>
                </a:prstGeom>
                <a:solidFill>
                  <a:srgbClr val="667E92"/>
                </a:solidFill>
                <a:ln>
                  <a:noFill/>
                </a:ln>
              </p:spPr>
              <p:txBody>
                <a:bodyPr spcFirstLastPara="1" wrap="square" lIns="121900" tIns="121900" rIns="121900" bIns="121900" anchor="ctr" anchorCtr="0">
                  <a:noAutofit/>
                </a:bodyPr>
                <a:lstStyle/>
                <a:p>
                  <a:endParaRPr sz="2400"/>
                </a:p>
              </p:txBody>
            </p:sp>
          </p:grpSp>
        </p:grpSp>
        <p:grpSp>
          <p:nvGrpSpPr>
            <p:cNvPr id="4251" name="Google Shape;4251;p61"/>
            <p:cNvGrpSpPr/>
            <p:nvPr/>
          </p:nvGrpSpPr>
          <p:grpSpPr>
            <a:xfrm>
              <a:off x="3290132" y="1047018"/>
              <a:ext cx="1297929" cy="223003"/>
              <a:chOff x="6760035" y="3079467"/>
              <a:chExt cx="2396914" cy="411825"/>
            </a:xfrm>
          </p:grpSpPr>
          <p:sp>
            <p:nvSpPr>
              <p:cNvPr id="4252" name="Google Shape;4252;p61"/>
              <p:cNvSpPr/>
              <p:nvPr/>
            </p:nvSpPr>
            <p:spPr>
              <a:xfrm>
                <a:off x="6807650" y="3079475"/>
                <a:ext cx="2349300" cy="133500"/>
              </a:xfrm>
              <a:prstGeom prst="rect">
                <a:avLst/>
              </a:prstGeom>
              <a:solidFill>
                <a:srgbClr val="869FB2"/>
              </a:solidFill>
              <a:ln>
                <a:noFill/>
              </a:ln>
            </p:spPr>
            <p:txBody>
              <a:bodyPr spcFirstLastPara="1" wrap="square" lIns="121900" tIns="121900" rIns="121900" bIns="121900" anchor="ctr" anchorCtr="0">
                <a:noAutofit/>
              </a:bodyPr>
              <a:lstStyle/>
              <a:p>
                <a:endParaRPr sz="2400"/>
              </a:p>
            </p:txBody>
          </p:sp>
          <p:grpSp>
            <p:nvGrpSpPr>
              <p:cNvPr id="4253" name="Google Shape;4253;p61"/>
              <p:cNvGrpSpPr/>
              <p:nvPr/>
            </p:nvGrpSpPr>
            <p:grpSpPr>
              <a:xfrm rot="10800000">
                <a:off x="6760035" y="3079467"/>
                <a:ext cx="92400" cy="411825"/>
                <a:chOff x="2070100" y="2563700"/>
                <a:chExt cx="92400" cy="411825"/>
              </a:xfrm>
            </p:grpSpPr>
            <p:cxnSp>
              <p:nvCxnSpPr>
                <p:cNvPr id="4254" name="Google Shape;4254;p61"/>
                <p:cNvCxnSpPr/>
                <p:nvPr/>
              </p:nvCxnSpPr>
              <p:spPr>
                <a:xfrm>
                  <a:off x="2116300" y="2616125"/>
                  <a:ext cx="0" cy="359400"/>
                </a:xfrm>
                <a:prstGeom prst="straightConnector1">
                  <a:avLst/>
                </a:prstGeom>
                <a:noFill/>
                <a:ln w="9525" cap="flat" cmpd="sng">
                  <a:solidFill>
                    <a:srgbClr val="667E92"/>
                  </a:solidFill>
                  <a:prstDash val="solid"/>
                  <a:round/>
                  <a:headEnd type="none" w="sm" len="sm"/>
                  <a:tailEnd type="none" w="sm" len="sm"/>
                </a:ln>
              </p:spPr>
            </p:cxnSp>
            <p:sp>
              <p:nvSpPr>
                <p:cNvPr id="4255" name="Google Shape;4255;p61"/>
                <p:cNvSpPr/>
                <p:nvPr/>
              </p:nvSpPr>
              <p:spPr>
                <a:xfrm>
                  <a:off x="2070100" y="2563700"/>
                  <a:ext cx="92400" cy="92400"/>
                </a:xfrm>
                <a:prstGeom prst="ellipse">
                  <a:avLst/>
                </a:prstGeom>
                <a:solidFill>
                  <a:srgbClr val="667E92"/>
                </a:solidFill>
                <a:ln>
                  <a:noFill/>
                </a:ln>
              </p:spPr>
              <p:txBody>
                <a:bodyPr spcFirstLastPara="1" wrap="square" lIns="121900" tIns="121900" rIns="121900" bIns="121900" anchor="ctr" anchorCtr="0">
                  <a:noAutofit/>
                </a:bodyPr>
                <a:lstStyle/>
                <a:p>
                  <a:endParaRPr sz="2400"/>
                </a:p>
              </p:txBody>
            </p:sp>
          </p:grpSp>
        </p:grpSp>
      </p:grpSp>
      <p:grpSp>
        <p:nvGrpSpPr>
          <p:cNvPr id="4256" name="Google Shape;4256;p61"/>
          <p:cNvGrpSpPr/>
          <p:nvPr/>
        </p:nvGrpSpPr>
        <p:grpSpPr>
          <a:xfrm>
            <a:off x="2862715" y="4766808"/>
            <a:ext cx="1448935" cy="1065905"/>
            <a:chOff x="2183288" y="3555572"/>
            <a:chExt cx="1136241" cy="835873"/>
          </a:xfrm>
        </p:grpSpPr>
        <p:sp>
          <p:nvSpPr>
            <p:cNvPr id="4257" name="Google Shape;4257;p61"/>
            <p:cNvSpPr/>
            <p:nvPr/>
          </p:nvSpPr>
          <p:spPr>
            <a:xfrm>
              <a:off x="2673740" y="4350566"/>
              <a:ext cx="270028" cy="11697"/>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121900" tIns="121900" rIns="121900" bIns="121900" anchor="ctr" anchorCtr="0">
              <a:noAutofit/>
            </a:bodyPr>
            <a:lstStyle/>
            <a:p>
              <a:endParaRPr sz="2400"/>
            </a:p>
          </p:txBody>
        </p:sp>
        <p:grpSp>
          <p:nvGrpSpPr>
            <p:cNvPr id="4258" name="Google Shape;4258;p61"/>
            <p:cNvGrpSpPr/>
            <p:nvPr/>
          </p:nvGrpSpPr>
          <p:grpSpPr>
            <a:xfrm>
              <a:off x="2205895" y="3637269"/>
              <a:ext cx="1089848" cy="724993"/>
              <a:chOff x="2205895" y="3637269"/>
              <a:chExt cx="1089848" cy="724993"/>
            </a:xfrm>
          </p:grpSpPr>
          <p:sp>
            <p:nvSpPr>
              <p:cNvPr id="4259" name="Google Shape;4259;p61"/>
              <p:cNvSpPr/>
              <p:nvPr/>
            </p:nvSpPr>
            <p:spPr>
              <a:xfrm>
                <a:off x="2205895" y="4204394"/>
                <a:ext cx="555376" cy="157849"/>
              </a:xfrm>
              <a:custGeom>
                <a:avLst/>
                <a:gdLst/>
                <a:ahLst/>
                <a:cxnLst/>
                <a:rect l="l" t="t" r="r" b="b"/>
                <a:pathLst>
                  <a:path w="128485" h="36518" extrusionOk="0">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a:noFill/>
              </a:ln>
            </p:spPr>
            <p:txBody>
              <a:bodyPr spcFirstLastPara="1" wrap="square" lIns="121900" tIns="121900" rIns="121900" bIns="121900" anchor="ctr" anchorCtr="0">
                <a:noAutofit/>
              </a:bodyPr>
              <a:lstStyle/>
              <a:p>
                <a:endParaRPr sz="2400"/>
              </a:p>
            </p:txBody>
          </p:sp>
          <p:sp>
            <p:nvSpPr>
              <p:cNvPr id="4260" name="Google Shape;4260;p61"/>
              <p:cNvSpPr/>
              <p:nvPr/>
            </p:nvSpPr>
            <p:spPr>
              <a:xfrm>
                <a:off x="2206834" y="3993916"/>
                <a:ext cx="218757" cy="153401"/>
              </a:xfrm>
              <a:custGeom>
                <a:avLst/>
                <a:gdLst/>
                <a:ahLst/>
                <a:cxnLst/>
                <a:rect l="l" t="t" r="r" b="b"/>
                <a:pathLst>
                  <a:path w="50609" h="35489" extrusionOk="0">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a:noFill/>
              </a:ln>
            </p:spPr>
            <p:txBody>
              <a:bodyPr spcFirstLastPara="1" wrap="square" lIns="121900" tIns="121900" rIns="121900" bIns="121900" anchor="ctr" anchorCtr="0">
                <a:noAutofit/>
              </a:bodyPr>
              <a:lstStyle/>
              <a:p>
                <a:endParaRPr sz="2400"/>
              </a:p>
            </p:txBody>
          </p:sp>
          <p:sp>
            <p:nvSpPr>
              <p:cNvPr id="4261" name="Google Shape;4261;p61"/>
              <p:cNvSpPr/>
              <p:nvPr/>
            </p:nvSpPr>
            <p:spPr>
              <a:xfrm>
                <a:off x="2487003" y="3847747"/>
                <a:ext cx="808740" cy="157849"/>
              </a:xfrm>
              <a:custGeom>
                <a:avLst/>
                <a:gdLst/>
                <a:ahLst/>
                <a:cxnLst/>
                <a:rect l="l" t="t" r="r" b="b"/>
                <a:pathLst>
                  <a:path w="187100" h="36518" extrusionOk="0">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a:noFill/>
              </a:ln>
            </p:spPr>
            <p:txBody>
              <a:bodyPr spcFirstLastPara="1" wrap="square" lIns="121900" tIns="121900" rIns="121900" bIns="121900" anchor="ctr" anchorCtr="0">
                <a:noAutofit/>
              </a:bodyPr>
              <a:lstStyle/>
              <a:p>
                <a:endParaRPr sz="2400"/>
              </a:p>
            </p:txBody>
          </p:sp>
          <p:sp>
            <p:nvSpPr>
              <p:cNvPr id="4262" name="Google Shape;4262;p61"/>
              <p:cNvSpPr/>
              <p:nvPr/>
            </p:nvSpPr>
            <p:spPr>
              <a:xfrm>
                <a:off x="2919192" y="3637269"/>
                <a:ext cx="375081" cy="148491"/>
              </a:xfrm>
              <a:custGeom>
                <a:avLst/>
                <a:gdLst/>
                <a:ahLst/>
                <a:cxnLst/>
                <a:rect l="l" t="t" r="r" b="b"/>
                <a:pathLst>
                  <a:path w="86774" h="34353" extrusionOk="0">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a:noFill/>
              </a:ln>
            </p:spPr>
            <p:txBody>
              <a:bodyPr spcFirstLastPara="1" wrap="square" lIns="121900" tIns="121900" rIns="121900" bIns="121900" anchor="ctr" anchorCtr="0">
                <a:noAutofit/>
              </a:bodyPr>
              <a:lstStyle/>
              <a:p>
                <a:endParaRPr sz="2400"/>
              </a:p>
            </p:txBody>
          </p:sp>
          <p:sp>
            <p:nvSpPr>
              <p:cNvPr id="4263" name="Google Shape;4263;p61"/>
              <p:cNvSpPr/>
              <p:nvPr/>
            </p:nvSpPr>
            <p:spPr>
              <a:xfrm>
                <a:off x="2233143" y="3637269"/>
                <a:ext cx="621199" cy="11697"/>
              </a:xfrm>
              <a:custGeom>
                <a:avLst/>
                <a:gdLst/>
                <a:ahLst/>
                <a:cxnLst/>
                <a:rect l="l" t="t" r="r" b="b"/>
                <a:pathLst>
                  <a:path w="143713" h="2706" extrusionOk="0">
                    <a:moveTo>
                      <a:pt x="0" y="0"/>
                    </a:moveTo>
                    <a:lnTo>
                      <a:pt x="0" y="2705"/>
                    </a:lnTo>
                    <a:lnTo>
                      <a:pt x="143712" y="2705"/>
                    </a:lnTo>
                    <a:lnTo>
                      <a:pt x="143712" y="0"/>
                    </a:lnTo>
                    <a:close/>
                  </a:path>
                </a:pathLst>
              </a:custGeom>
              <a:solidFill>
                <a:srgbClr val="A5B7C6"/>
              </a:solidFill>
              <a:ln>
                <a:noFill/>
              </a:ln>
            </p:spPr>
            <p:txBody>
              <a:bodyPr spcFirstLastPara="1" wrap="square" lIns="121900" tIns="121900" rIns="121900" bIns="121900" anchor="ctr" anchorCtr="0">
                <a:noAutofit/>
              </a:bodyPr>
              <a:lstStyle/>
              <a:p>
                <a:endParaRPr sz="2400"/>
              </a:p>
            </p:txBody>
          </p:sp>
          <p:sp>
            <p:nvSpPr>
              <p:cNvPr id="4264" name="Google Shape;4264;p61"/>
              <p:cNvSpPr/>
              <p:nvPr/>
            </p:nvSpPr>
            <p:spPr>
              <a:xfrm>
                <a:off x="3004568" y="4350566"/>
                <a:ext cx="270028" cy="11697"/>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121900" tIns="121900" rIns="121900" bIns="121900" anchor="ctr" anchorCtr="0">
                <a:noAutofit/>
              </a:bodyPr>
              <a:lstStyle/>
              <a:p>
                <a:endParaRPr sz="2400"/>
              </a:p>
            </p:txBody>
          </p:sp>
        </p:grpSp>
        <p:sp>
          <p:nvSpPr>
            <p:cNvPr id="4265" name="Google Shape;4265;p61"/>
            <p:cNvSpPr/>
            <p:nvPr/>
          </p:nvSpPr>
          <p:spPr>
            <a:xfrm rot="5400000">
              <a:off x="2852961" y="3612770"/>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cxnSp>
          <p:nvCxnSpPr>
            <p:cNvPr id="4266" name="Google Shape;4266;p61"/>
            <p:cNvCxnSpPr/>
            <p:nvPr/>
          </p:nvCxnSpPr>
          <p:spPr>
            <a:xfrm>
              <a:off x="2887992" y="3555572"/>
              <a:ext cx="0" cy="52500"/>
            </a:xfrm>
            <a:prstGeom prst="straightConnector1">
              <a:avLst/>
            </a:prstGeom>
            <a:noFill/>
            <a:ln w="9525" cap="flat" cmpd="sng">
              <a:solidFill>
                <a:srgbClr val="BAC8D3"/>
              </a:solidFill>
              <a:prstDash val="solid"/>
              <a:round/>
              <a:headEnd type="diamond" w="med" len="med"/>
              <a:tailEnd type="none" w="med" len="med"/>
            </a:ln>
          </p:spPr>
        </p:cxnSp>
        <p:grpSp>
          <p:nvGrpSpPr>
            <p:cNvPr id="4267" name="Google Shape;4267;p61"/>
            <p:cNvGrpSpPr/>
            <p:nvPr/>
          </p:nvGrpSpPr>
          <p:grpSpPr>
            <a:xfrm>
              <a:off x="3173850" y="3779426"/>
              <a:ext cx="145679" cy="70048"/>
              <a:chOff x="3173850" y="3779426"/>
              <a:chExt cx="145679" cy="70048"/>
            </a:xfrm>
          </p:grpSpPr>
          <p:cxnSp>
            <p:nvCxnSpPr>
              <p:cNvPr id="4268" name="Google Shape;4268;p61"/>
              <p:cNvCxnSpPr/>
              <p:nvPr/>
            </p:nvCxnSpPr>
            <p:spPr>
              <a:xfrm rot="10800000">
                <a:off x="3173850" y="3817250"/>
                <a:ext cx="94500" cy="0"/>
              </a:xfrm>
              <a:prstGeom prst="straightConnector1">
                <a:avLst/>
              </a:prstGeom>
              <a:noFill/>
              <a:ln w="9525" cap="flat" cmpd="sng">
                <a:solidFill>
                  <a:srgbClr val="BAC8D3"/>
                </a:solidFill>
                <a:prstDash val="solid"/>
                <a:round/>
                <a:headEnd type="none" w="med" len="med"/>
                <a:tailEnd type="diamond" w="med" len="med"/>
              </a:ln>
            </p:spPr>
          </p:cxnSp>
          <p:sp>
            <p:nvSpPr>
              <p:cNvPr id="4269" name="Google Shape;4269;p61"/>
              <p:cNvSpPr/>
              <p:nvPr/>
            </p:nvSpPr>
            <p:spPr>
              <a:xfrm rot="5400000">
                <a:off x="3254146" y="3784092"/>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4270" name="Google Shape;4270;p61"/>
            <p:cNvGrpSpPr/>
            <p:nvPr/>
          </p:nvGrpSpPr>
          <p:grpSpPr>
            <a:xfrm>
              <a:off x="2183288" y="4139483"/>
              <a:ext cx="145133" cy="70048"/>
              <a:chOff x="2183288" y="4139483"/>
              <a:chExt cx="145133" cy="70048"/>
            </a:xfrm>
          </p:grpSpPr>
          <p:cxnSp>
            <p:nvCxnSpPr>
              <p:cNvPr id="4271" name="Google Shape;4271;p61"/>
              <p:cNvCxnSpPr/>
              <p:nvPr/>
            </p:nvCxnSpPr>
            <p:spPr>
              <a:xfrm rot="10800000">
                <a:off x="2239021" y="4174494"/>
                <a:ext cx="89400" cy="0"/>
              </a:xfrm>
              <a:prstGeom prst="straightConnector1">
                <a:avLst/>
              </a:prstGeom>
              <a:noFill/>
              <a:ln w="9525" cap="flat" cmpd="sng">
                <a:solidFill>
                  <a:srgbClr val="BAC8D3"/>
                </a:solidFill>
                <a:prstDash val="solid"/>
                <a:round/>
                <a:headEnd type="diamond" w="med" len="med"/>
                <a:tailEnd type="none" w="med" len="med"/>
              </a:ln>
            </p:spPr>
          </p:cxnSp>
          <p:sp>
            <p:nvSpPr>
              <p:cNvPr id="4272" name="Google Shape;4272;p61"/>
              <p:cNvSpPr/>
              <p:nvPr/>
            </p:nvSpPr>
            <p:spPr>
              <a:xfrm rot="5400000">
                <a:off x="2178622" y="4144149"/>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sp>
          <p:nvSpPr>
            <p:cNvPr id="4273" name="Google Shape;4273;p61"/>
            <p:cNvSpPr/>
            <p:nvPr/>
          </p:nvSpPr>
          <p:spPr>
            <a:xfrm rot="5400000">
              <a:off x="2420934" y="3967554"/>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cxnSp>
          <p:nvCxnSpPr>
            <p:cNvPr id="4274" name="Google Shape;4274;p61"/>
            <p:cNvCxnSpPr/>
            <p:nvPr/>
          </p:nvCxnSpPr>
          <p:spPr>
            <a:xfrm>
              <a:off x="2455973" y="3911736"/>
              <a:ext cx="0" cy="52500"/>
            </a:xfrm>
            <a:prstGeom prst="straightConnector1">
              <a:avLst/>
            </a:prstGeom>
            <a:noFill/>
            <a:ln w="9525" cap="flat" cmpd="sng">
              <a:solidFill>
                <a:srgbClr val="BAC8D3"/>
              </a:solidFill>
              <a:prstDash val="solid"/>
              <a:round/>
              <a:headEnd type="diamond" w="med" len="med"/>
              <a:tailEnd type="none" w="med" len="med"/>
            </a:ln>
          </p:spPr>
        </p:cxnSp>
        <p:grpSp>
          <p:nvGrpSpPr>
            <p:cNvPr id="4275" name="Google Shape;4275;p61"/>
            <p:cNvGrpSpPr/>
            <p:nvPr/>
          </p:nvGrpSpPr>
          <p:grpSpPr>
            <a:xfrm>
              <a:off x="2943836" y="4268886"/>
              <a:ext cx="60717" cy="122559"/>
              <a:chOff x="2943836" y="4268886"/>
              <a:chExt cx="60717" cy="122559"/>
            </a:xfrm>
          </p:grpSpPr>
          <p:sp>
            <p:nvSpPr>
              <p:cNvPr id="4276" name="Google Shape;4276;p61"/>
              <p:cNvSpPr/>
              <p:nvPr/>
            </p:nvSpPr>
            <p:spPr>
              <a:xfrm rot="5400000">
                <a:off x="2939170" y="4326062"/>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cxnSp>
            <p:nvCxnSpPr>
              <p:cNvPr id="4277" name="Google Shape;4277;p61"/>
              <p:cNvCxnSpPr/>
              <p:nvPr/>
            </p:nvCxnSpPr>
            <p:spPr>
              <a:xfrm>
                <a:off x="2974204" y="4268886"/>
                <a:ext cx="0" cy="52500"/>
              </a:xfrm>
              <a:prstGeom prst="straightConnector1">
                <a:avLst/>
              </a:prstGeom>
              <a:noFill/>
              <a:ln w="9525" cap="flat" cmpd="sng">
                <a:solidFill>
                  <a:srgbClr val="BAC8D3"/>
                </a:solidFill>
                <a:prstDash val="solid"/>
                <a:round/>
                <a:headEnd type="diamond" w="med" len="med"/>
                <a:tailEnd type="none" w="med" len="med"/>
              </a:ln>
            </p:spPr>
          </p:cxnSp>
        </p:grpSp>
      </p:grpSp>
      <p:grpSp>
        <p:nvGrpSpPr>
          <p:cNvPr id="4278" name="Google Shape;4278;p61"/>
          <p:cNvGrpSpPr/>
          <p:nvPr/>
        </p:nvGrpSpPr>
        <p:grpSpPr>
          <a:xfrm>
            <a:off x="4546642" y="1994806"/>
            <a:ext cx="2234493" cy="1011001"/>
            <a:chOff x="3530532" y="1496185"/>
            <a:chExt cx="1562000" cy="706730"/>
          </a:xfrm>
        </p:grpSpPr>
        <p:cxnSp>
          <p:nvCxnSpPr>
            <p:cNvPr id="4279" name="Google Shape;4279;p61"/>
            <p:cNvCxnSpPr/>
            <p:nvPr/>
          </p:nvCxnSpPr>
          <p:spPr>
            <a:xfrm>
              <a:off x="3583832" y="1857562"/>
              <a:ext cx="1508700" cy="0"/>
            </a:xfrm>
            <a:prstGeom prst="straightConnector1">
              <a:avLst/>
            </a:prstGeom>
            <a:noFill/>
            <a:ln w="28575" cap="flat" cmpd="sng">
              <a:solidFill>
                <a:srgbClr val="A5B7C6"/>
              </a:solidFill>
              <a:prstDash val="solid"/>
              <a:round/>
              <a:headEnd type="none" w="med" len="med"/>
              <a:tailEnd type="triangle" w="med" len="med"/>
            </a:ln>
          </p:spPr>
        </p:cxnSp>
        <p:grpSp>
          <p:nvGrpSpPr>
            <p:cNvPr id="4280" name="Google Shape;4280;p61"/>
            <p:cNvGrpSpPr/>
            <p:nvPr/>
          </p:nvGrpSpPr>
          <p:grpSpPr>
            <a:xfrm>
              <a:off x="3530532" y="1496185"/>
              <a:ext cx="323430" cy="463587"/>
              <a:chOff x="3530532" y="1496185"/>
              <a:chExt cx="323430" cy="463587"/>
            </a:xfrm>
          </p:grpSpPr>
          <p:grpSp>
            <p:nvGrpSpPr>
              <p:cNvPr id="4281" name="Google Shape;4281;p61"/>
              <p:cNvGrpSpPr/>
              <p:nvPr/>
            </p:nvGrpSpPr>
            <p:grpSpPr>
              <a:xfrm>
                <a:off x="3567462" y="1496185"/>
                <a:ext cx="286500" cy="361376"/>
                <a:chOff x="3567462" y="1496185"/>
                <a:chExt cx="286500" cy="361376"/>
              </a:xfrm>
            </p:grpSpPr>
            <p:cxnSp>
              <p:nvCxnSpPr>
                <p:cNvPr id="4282" name="Google Shape;4282;p61"/>
                <p:cNvCxnSpPr/>
                <p:nvPr/>
              </p:nvCxnSpPr>
              <p:spPr>
                <a:xfrm rot="10800000">
                  <a:off x="3626630" y="1565661"/>
                  <a:ext cx="0" cy="291900"/>
                </a:xfrm>
                <a:prstGeom prst="straightConnector1">
                  <a:avLst/>
                </a:prstGeom>
                <a:noFill/>
                <a:ln w="28575" cap="flat" cmpd="sng">
                  <a:solidFill>
                    <a:srgbClr val="A5B7C6"/>
                  </a:solidFill>
                  <a:prstDash val="solid"/>
                  <a:round/>
                  <a:headEnd type="none" w="med" len="med"/>
                  <a:tailEnd type="none" w="med" len="med"/>
                </a:ln>
              </p:spPr>
            </p:cxnSp>
            <p:sp>
              <p:nvSpPr>
                <p:cNvPr id="4283" name="Google Shape;4283;p61"/>
                <p:cNvSpPr/>
                <p:nvPr/>
              </p:nvSpPr>
              <p:spPr>
                <a:xfrm>
                  <a:off x="3567462" y="1496185"/>
                  <a:ext cx="286500" cy="99900"/>
                </a:xfrm>
                <a:prstGeom prst="rect">
                  <a:avLst/>
                </a:prstGeom>
                <a:solidFill>
                  <a:srgbClr val="5F7D95"/>
                </a:solidFill>
                <a:ln>
                  <a:noFill/>
                </a:ln>
              </p:spPr>
              <p:txBody>
                <a:bodyPr spcFirstLastPara="1" wrap="square" lIns="121900" tIns="121900" rIns="121900" bIns="121900" anchor="ctr" anchorCtr="0">
                  <a:noAutofit/>
                </a:bodyPr>
                <a:lstStyle/>
                <a:p>
                  <a:endParaRPr sz="2400"/>
                </a:p>
              </p:txBody>
            </p:sp>
          </p:grpSp>
          <p:sp>
            <p:nvSpPr>
              <p:cNvPr id="4284" name="Google Shape;4284;p61"/>
              <p:cNvSpPr/>
              <p:nvPr/>
            </p:nvSpPr>
            <p:spPr>
              <a:xfrm>
                <a:off x="3530532" y="1771972"/>
                <a:ext cx="187800" cy="187800"/>
              </a:xfrm>
              <a:prstGeom prst="ellipse">
                <a:avLst/>
              </a:pr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4285" name="Google Shape;4285;p61"/>
            <p:cNvGrpSpPr/>
            <p:nvPr/>
          </p:nvGrpSpPr>
          <p:grpSpPr>
            <a:xfrm>
              <a:off x="3891569" y="1779209"/>
              <a:ext cx="323945" cy="423706"/>
              <a:chOff x="3891569" y="1779209"/>
              <a:chExt cx="323945" cy="423706"/>
            </a:xfrm>
          </p:grpSpPr>
          <p:grpSp>
            <p:nvGrpSpPr>
              <p:cNvPr id="4286" name="Google Shape;4286;p61"/>
              <p:cNvGrpSpPr/>
              <p:nvPr/>
            </p:nvGrpSpPr>
            <p:grpSpPr>
              <a:xfrm>
                <a:off x="3929014" y="1881638"/>
                <a:ext cx="286500" cy="321278"/>
                <a:chOff x="3929014" y="1881638"/>
                <a:chExt cx="286500" cy="321278"/>
              </a:xfrm>
            </p:grpSpPr>
            <p:cxnSp>
              <p:nvCxnSpPr>
                <p:cNvPr id="4287" name="Google Shape;4287;p61"/>
                <p:cNvCxnSpPr/>
                <p:nvPr/>
              </p:nvCxnSpPr>
              <p:spPr>
                <a:xfrm rot="10800000">
                  <a:off x="3988388" y="1881638"/>
                  <a:ext cx="0" cy="291900"/>
                </a:xfrm>
                <a:prstGeom prst="straightConnector1">
                  <a:avLst/>
                </a:prstGeom>
                <a:noFill/>
                <a:ln w="28575" cap="flat" cmpd="sng">
                  <a:solidFill>
                    <a:srgbClr val="A5B7C6"/>
                  </a:solidFill>
                  <a:prstDash val="solid"/>
                  <a:round/>
                  <a:headEnd type="none" w="med" len="med"/>
                  <a:tailEnd type="none" w="med" len="med"/>
                </a:ln>
              </p:spPr>
            </p:cxnSp>
            <p:sp>
              <p:nvSpPr>
                <p:cNvPr id="4288" name="Google Shape;4288;p61"/>
                <p:cNvSpPr/>
                <p:nvPr/>
              </p:nvSpPr>
              <p:spPr>
                <a:xfrm>
                  <a:off x="3929014" y="2103016"/>
                  <a:ext cx="286500" cy="99900"/>
                </a:xfrm>
                <a:prstGeom prst="rect">
                  <a:avLst/>
                </a:prstGeom>
                <a:solidFill>
                  <a:srgbClr val="5F7D95"/>
                </a:solidFill>
                <a:ln>
                  <a:noFill/>
                </a:ln>
              </p:spPr>
              <p:txBody>
                <a:bodyPr spcFirstLastPara="1" wrap="square" lIns="121900" tIns="121900" rIns="121900" bIns="121900" anchor="ctr" anchorCtr="0">
                  <a:noAutofit/>
                </a:bodyPr>
                <a:lstStyle/>
                <a:p>
                  <a:endParaRPr sz="2400"/>
                </a:p>
              </p:txBody>
            </p:sp>
          </p:grpSp>
          <p:sp>
            <p:nvSpPr>
              <p:cNvPr id="4289" name="Google Shape;4289;p61"/>
              <p:cNvSpPr/>
              <p:nvPr/>
            </p:nvSpPr>
            <p:spPr>
              <a:xfrm>
                <a:off x="3891569" y="1779209"/>
                <a:ext cx="187800" cy="187800"/>
              </a:xfrm>
              <a:prstGeom prst="ellipse">
                <a:avLst/>
              </a:pr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4290" name="Google Shape;4290;p61"/>
            <p:cNvGrpSpPr/>
            <p:nvPr/>
          </p:nvGrpSpPr>
          <p:grpSpPr>
            <a:xfrm>
              <a:off x="4252606" y="1496185"/>
              <a:ext cx="324721" cy="463587"/>
              <a:chOff x="4252606" y="1496185"/>
              <a:chExt cx="324721" cy="463587"/>
            </a:xfrm>
          </p:grpSpPr>
          <p:grpSp>
            <p:nvGrpSpPr>
              <p:cNvPr id="4291" name="Google Shape;4291;p61"/>
              <p:cNvGrpSpPr/>
              <p:nvPr/>
            </p:nvGrpSpPr>
            <p:grpSpPr>
              <a:xfrm>
                <a:off x="4290828" y="1496185"/>
                <a:ext cx="286500" cy="361376"/>
                <a:chOff x="4290828" y="1496185"/>
                <a:chExt cx="286500" cy="361376"/>
              </a:xfrm>
            </p:grpSpPr>
            <p:cxnSp>
              <p:nvCxnSpPr>
                <p:cNvPr id="4292" name="Google Shape;4292;p61"/>
                <p:cNvCxnSpPr/>
                <p:nvPr/>
              </p:nvCxnSpPr>
              <p:spPr>
                <a:xfrm rot="10800000">
                  <a:off x="4349995" y="1565661"/>
                  <a:ext cx="0" cy="291900"/>
                </a:xfrm>
                <a:prstGeom prst="straightConnector1">
                  <a:avLst/>
                </a:prstGeom>
                <a:noFill/>
                <a:ln w="28575" cap="flat" cmpd="sng">
                  <a:solidFill>
                    <a:srgbClr val="A5B7C6"/>
                  </a:solidFill>
                  <a:prstDash val="solid"/>
                  <a:round/>
                  <a:headEnd type="none" w="med" len="med"/>
                  <a:tailEnd type="none" w="med" len="med"/>
                </a:ln>
              </p:spPr>
            </p:cxnSp>
            <p:sp>
              <p:nvSpPr>
                <p:cNvPr id="4293" name="Google Shape;4293;p61"/>
                <p:cNvSpPr/>
                <p:nvPr/>
              </p:nvSpPr>
              <p:spPr>
                <a:xfrm>
                  <a:off x="4290828" y="1496185"/>
                  <a:ext cx="286500" cy="99900"/>
                </a:xfrm>
                <a:prstGeom prst="rect">
                  <a:avLst/>
                </a:prstGeom>
                <a:solidFill>
                  <a:srgbClr val="5F7D95"/>
                </a:solidFill>
                <a:ln>
                  <a:noFill/>
                </a:ln>
              </p:spPr>
              <p:txBody>
                <a:bodyPr spcFirstLastPara="1" wrap="square" lIns="121900" tIns="121900" rIns="121900" bIns="121900" anchor="ctr" anchorCtr="0">
                  <a:noAutofit/>
                </a:bodyPr>
                <a:lstStyle/>
                <a:p>
                  <a:endParaRPr sz="2400"/>
                </a:p>
              </p:txBody>
            </p:sp>
          </p:grpSp>
          <p:sp>
            <p:nvSpPr>
              <p:cNvPr id="4294" name="Google Shape;4294;p61"/>
              <p:cNvSpPr/>
              <p:nvPr/>
            </p:nvSpPr>
            <p:spPr>
              <a:xfrm>
                <a:off x="4252606" y="1771972"/>
                <a:ext cx="187800" cy="187800"/>
              </a:xfrm>
              <a:prstGeom prst="ellipse">
                <a:avLst/>
              </a:pr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4295" name="Google Shape;4295;p61"/>
            <p:cNvGrpSpPr/>
            <p:nvPr/>
          </p:nvGrpSpPr>
          <p:grpSpPr>
            <a:xfrm>
              <a:off x="4613643" y="1763716"/>
              <a:ext cx="325308" cy="439200"/>
              <a:chOff x="4613643" y="1763716"/>
              <a:chExt cx="325308" cy="439200"/>
            </a:xfrm>
          </p:grpSpPr>
          <p:grpSp>
            <p:nvGrpSpPr>
              <p:cNvPr id="4296" name="Google Shape;4296;p61"/>
              <p:cNvGrpSpPr/>
              <p:nvPr/>
            </p:nvGrpSpPr>
            <p:grpSpPr>
              <a:xfrm>
                <a:off x="4652451" y="1879538"/>
                <a:ext cx="286500" cy="323378"/>
                <a:chOff x="4652451" y="1879538"/>
                <a:chExt cx="286500" cy="323378"/>
              </a:xfrm>
            </p:grpSpPr>
            <p:cxnSp>
              <p:nvCxnSpPr>
                <p:cNvPr id="4297" name="Google Shape;4297;p61"/>
                <p:cNvCxnSpPr/>
                <p:nvPr/>
              </p:nvCxnSpPr>
              <p:spPr>
                <a:xfrm rot="10800000">
                  <a:off x="4707486" y="1879538"/>
                  <a:ext cx="0" cy="294000"/>
                </a:xfrm>
                <a:prstGeom prst="straightConnector1">
                  <a:avLst/>
                </a:prstGeom>
                <a:noFill/>
                <a:ln w="28575" cap="flat" cmpd="sng">
                  <a:solidFill>
                    <a:srgbClr val="A5B7C6"/>
                  </a:solidFill>
                  <a:prstDash val="solid"/>
                  <a:round/>
                  <a:headEnd type="none" w="med" len="med"/>
                  <a:tailEnd type="none" w="med" len="med"/>
                </a:ln>
              </p:spPr>
            </p:cxnSp>
            <p:sp>
              <p:nvSpPr>
                <p:cNvPr id="4298" name="Google Shape;4298;p61"/>
                <p:cNvSpPr/>
                <p:nvPr/>
              </p:nvSpPr>
              <p:spPr>
                <a:xfrm>
                  <a:off x="4652451" y="2103016"/>
                  <a:ext cx="286500" cy="99900"/>
                </a:xfrm>
                <a:prstGeom prst="rect">
                  <a:avLst/>
                </a:prstGeom>
                <a:solidFill>
                  <a:srgbClr val="5F7D95"/>
                </a:solidFill>
                <a:ln>
                  <a:noFill/>
                </a:ln>
              </p:spPr>
              <p:txBody>
                <a:bodyPr spcFirstLastPara="1" wrap="square" lIns="121900" tIns="121900" rIns="121900" bIns="121900" anchor="ctr" anchorCtr="0">
                  <a:noAutofit/>
                </a:bodyPr>
                <a:lstStyle/>
                <a:p>
                  <a:endParaRPr sz="2400"/>
                </a:p>
              </p:txBody>
            </p:sp>
          </p:grpSp>
          <p:sp>
            <p:nvSpPr>
              <p:cNvPr id="4299" name="Google Shape;4299;p61"/>
              <p:cNvSpPr/>
              <p:nvPr/>
            </p:nvSpPr>
            <p:spPr>
              <a:xfrm>
                <a:off x="4613643" y="1763716"/>
                <a:ext cx="187800" cy="187800"/>
              </a:xfrm>
              <a:prstGeom prst="ellipse">
                <a:avLst/>
              </a:prstGeom>
              <a:solidFill>
                <a:srgbClr val="5F7D95"/>
              </a:solidFill>
              <a:ln>
                <a:noFill/>
              </a:ln>
            </p:spPr>
            <p:txBody>
              <a:bodyPr spcFirstLastPara="1" wrap="square" lIns="121900" tIns="121900" rIns="121900" bIns="121900" anchor="ctr" anchorCtr="0">
                <a:noAutofit/>
              </a:bodyPr>
              <a:lstStyle/>
              <a:p>
                <a:endParaRPr sz="2400"/>
              </a:p>
            </p:txBody>
          </p:sp>
        </p:grpSp>
      </p:grpSp>
      <p:grpSp>
        <p:nvGrpSpPr>
          <p:cNvPr id="4300" name="Google Shape;4300;p61"/>
          <p:cNvGrpSpPr/>
          <p:nvPr/>
        </p:nvGrpSpPr>
        <p:grpSpPr>
          <a:xfrm>
            <a:off x="4562456" y="3132974"/>
            <a:ext cx="2202897" cy="522023"/>
            <a:chOff x="3512551" y="2358270"/>
            <a:chExt cx="1597383" cy="378533"/>
          </a:xfrm>
        </p:grpSpPr>
        <p:cxnSp>
          <p:nvCxnSpPr>
            <p:cNvPr id="4301" name="Google Shape;4301;p61"/>
            <p:cNvCxnSpPr>
              <a:stCxn id="4302" idx="6"/>
              <a:endCxn id="4303" idx="2"/>
            </p:cNvCxnSpPr>
            <p:nvPr/>
          </p:nvCxnSpPr>
          <p:spPr>
            <a:xfrm>
              <a:off x="3738198" y="2553118"/>
              <a:ext cx="1146000" cy="0"/>
            </a:xfrm>
            <a:prstGeom prst="straightConnector1">
              <a:avLst/>
            </a:prstGeom>
            <a:noFill/>
            <a:ln w="19050" cap="flat" cmpd="sng">
              <a:solidFill>
                <a:srgbClr val="435D74"/>
              </a:solidFill>
              <a:prstDash val="solid"/>
              <a:round/>
              <a:headEnd type="none" w="med" len="med"/>
              <a:tailEnd type="none" w="med" len="med"/>
            </a:ln>
          </p:spPr>
        </p:cxnSp>
        <p:grpSp>
          <p:nvGrpSpPr>
            <p:cNvPr id="4304" name="Google Shape;4304;p61"/>
            <p:cNvGrpSpPr/>
            <p:nvPr/>
          </p:nvGrpSpPr>
          <p:grpSpPr>
            <a:xfrm>
              <a:off x="3512551" y="2358270"/>
              <a:ext cx="225647" cy="307714"/>
              <a:chOff x="2182679" y="2004714"/>
              <a:chExt cx="792300" cy="1080458"/>
            </a:xfrm>
          </p:grpSpPr>
          <p:cxnSp>
            <p:nvCxnSpPr>
              <p:cNvPr id="4305" name="Google Shape;4305;p61"/>
              <p:cNvCxnSpPr>
                <a:stCxn id="4306" idx="0"/>
              </p:cNvCxnSpPr>
              <p:nvPr/>
            </p:nvCxnSpPr>
            <p:spPr>
              <a:xfrm rot="10800000">
                <a:off x="2578961" y="2004714"/>
                <a:ext cx="0" cy="389100"/>
              </a:xfrm>
              <a:prstGeom prst="straightConnector1">
                <a:avLst/>
              </a:prstGeom>
              <a:noFill/>
              <a:ln w="9525" cap="flat" cmpd="sng">
                <a:solidFill>
                  <a:srgbClr val="435D74"/>
                </a:solidFill>
                <a:prstDash val="solid"/>
                <a:round/>
                <a:headEnd type="none" w="med" len="med"/>
                <a:tailEnd type="none" w="med" len="med"/>
              </a:ln>
            </p:spPr>
          </p:cxnSp>
          <p:sp>
            <p:nvSpPr>
              <p:cNvPr id="4302" name="Google Shape;4302;p61"/>
              <p:cNvSpPr/>
              <p:nvPr/>
            </p:nvSpPr>
            <p:spPr>
              <a:xfrm>
                <a:off x="2182679"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306" name="Google Shape;4306;p61"/>
              <p:cNvSpPr/>
              <p:nvPr/>
            </p:nvSpPr>
            <p:spPr>
              <a:xfrm>
                <a:off x="2283911" y="2393814"/>
                <a:ext cx="590100" cy="590100"/>
              </a:xfrm>
              <a:prstGeom prst="ellipse">
                <a:avLst/>
              </a:prstGeom>
              <a:solidFill>
                <a:srgbClr val="435D74"/>
              </a:solidFill>
              <a:ln>
                <a:noFill/>
              </a:ln>
            </p:spPr>
            <p:txBody>
              <a:bodyPr spcFirstLastPara="1" wrap="square" lIns="121900" tIns="121900" rIns="121900" bIns="121900" anchor="ctr" anchorCtr="0">
                <a:noAutofit/>
              </a:bodyPr>
              <a:lstStyle/>
              <a:p>
                <a:endParaRPr sz="2400"/>
              </a:p>
            </p:txBody>
          </p:sp>
        </p:grpSp>
        <p:grpSp>
          <p:nvGrpSpPr>
            <p:cNvPr id="4307" name="Google Shape;4307;p61"/>
            <p:cNvGrpSpPr/>
            <p:nvPr/>
          </p:nvGrpSpPr>
          <p:grpSpPr>
            <a:xfrm>
              <a:off x="3969644" y="2440153"/>
              <a:ext cx="225853" cy="296651"/>
              <a:chOff x="3775710" y="1729289"/>
              <a:chExt cx="136500" cy="179289"/>
            </a:xfrm>
          </p:grpSpPr>
          <p:cxnSp>
            <p:nvCxnSpPr>
              <p:cNvPr id="4308" name="Google Shape;4308;p61"/>
              <p:cNvCxnSpPr/>
              <p:nvPr/>
            </p:nvCxnSpPr>
            <p:spPr>
              <a:xfrm>
                <a:off x="3843851" y="1848278"/>
                <a:ext cx="0" cy="60300"/>
              </a:xfrm>
              <a:prstGeom prst="straightConnector1">
                <a:avLst/>
              </a:prstGeom>
              <a:noFill/>
              <a:ln w="9525" cap="flat" cmpd="sng">
                <a:solidFill>
                  <a:srgbClr val="435D74"/>
                </a:solidFill>
                <a:prstDash val="solid"/>
                <a:round/>
                <a:headEnd type="none" w="med" len="med"/>
                <a:tailEnd type="none" w="med" len="med"/>
              </a:ln>
            </p:spPr>
          </p:cxnSp>
          <p:sp>
            <p:nvSpPr>
              <p:cNvPr id="4309" name="Google Shape;4309;p61"/>
              <p:cNvSpPr/>
              <p:nvPr/>
            </p:nvSpPr>
            <p:spPr>
              <a:xfrm>
                <a:off x="3775710" y="1729289"/>
                <a:ext cx="136500" cy="136500"/>
              </a:xfrm>
              <a:prstGeom prst="ellipse">
                <a:avLst/>
              </a:prstGeom>
              <a:noFill/>
              <a:ln w="19050" cap="flat" cmpd="sng">
                <a:solidFill>
                  <a:srgbClr val="BAC8D3"/>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310" name="Google Shape;4310;p61"/>
              <p:cNvSpPr/>
              <p:nvPr/>
            </p:nvSpPr>
            <p:spPr>
              <a:xfrm>
                <a:off x="3793133" y="1746713"/>
                <a:ext cx="101700" cy="101700"/>
              </a:xfrm>
              <a:prstGeom prst="ellipse">
                <a:avLst/>
              </a:prstGeom>
              <a:solidFill>
                <a:srgbClr val="435D74"/>
              </a:solidFill>
              <a:ln>
                <a:noFill/>
              </a:ln>
            </p:spPr>
            <p:txBody>
              <a:bodyPr spcFirstLastPara="1" wrap="square" lIns="121900" tIns="121900" rIns="121900" bIns="121900" anchor="ctr" anchorCtr="0">
                <a:noAutofit/>
              </a:bodyPr>
              <a:lstStyle/>
              <a:p>
                <a:endParaRPr sz="2400"/>
              </a:p>
            </p:txBody>
          </p:sp>
        </p:grpSp>
        <p:grpSp>
          <p:nvGrpSpPr>
            <p:cNvPr id="4311" name="Google Shape;4311;p61"/>
            <p:cNvGrpSpPr/>
            <p:nvPr/>
          </p:nvGrpSpPr>
          <p:grpSpPr>
            <a:xfrm>
              <a:off x="4427051" y="2358270"/>
              <a:ext cx="225647" cy="307714"/>
              <a:chOff x="5393704" y="2004714"/>
              <a:chExt cx="792300" cy="1080458"/>
            </a:xfrm>
          </p:grpSpPr>
          <p:cxnSp>
            <p:nvCxnSpPr>
              <p:cNvPr id="4312" name="Google Shape;4312;p61"/>
              <p:cNvCxnSpPr>
                <a:stCxn id="4313" idx="0"/>
              </p:cNvCxnSpPr>
              <p:nvPr/>
            </p:nvCxnSpPr>
            <p:spPr>
              <a:xfrm rot="10800000">
                <a:off x="5789986" y="2004714"/>
                <a:ext cx="0" cy="389100"/>
              </a:xfrm>
              <a:prstGeom prst="straightConnector1">
                <a:avLst/>
              </a:prstGeom>
              <a:noFill/>
              <a:ln w="9525" cap="flat" cmpd="sng">
                <a:solidFill>
                  <a:srgbClr val="435D74"/>
                </a:solidFill>
                <a:prstDash val="solid"/>
                <a:round/>
                <a:headEnd type="none" w="med" len="med"/>
                <a:tailEnd type="none" w="med" len="med"/>
              </a:ln>
            </p:spPr>
          </p:cxnSp>
          <p:sp>
            <p:nvSpPr>
              <p:cNvPr id="4314" name="Google Shape;4314;p61"/>
              <p:cNvSpPr/>
              <p:nvPr/>
            </p:nvSpPr>
            <p:spPr>
              <a:xfrm>
                <a:off x="5393704"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313" name="Google Shape;4313;p61"/>
              <p:cNvSpPr/>
              <p:nvPr/>
            </p:nvSpPr>
            <p:spPr>
              <a:xfrm>
                <a:off x="5494936" y="2393814"/>
                <a:ext cx="590100" cy="590100"/>
              </a:xfrm>
              <a:prstGeom prst="ellipse">
                <a:avLst/>
              </a:prstGeom>
              <a:solidFill>
                <a:srgbClr val="435D74"/>
              </a:solidFill>
              <a:ln>
                <a:noFill/>
              </a:ln>
            </p:spPr>
            <p:txBody>
              <a:bodyPr spcFirstLastPara="1" wrap="square" lIns="121900" tIns="121900" rIns="121900" bIns="121900" anchor="ctr" anchorCtr="0">
                <a:noAutofit/>
              </a:bodyPr>
              <a:lstStyle/>
              <a:p>
                <a:endParaRPr sz="2400"/>
              </a:p>
            </p:txBody>
          </p:sp>
        </p:grpSp>
        <p:grpSp>
          <p:nvGrpSpPr>
            <p:cNvPr id="4315" name="Google Shape;4315;p61"/>
            <p:cNvGrpSpPr/>
            <p:nvPr/>
          </p:nvGrpSpPr>
          <p:grpSpPr>
            <a:xfrm>
              <a:off x="4884287" y="2440252"/>
              <a:ext cx="225647" cy="296532"/>
              <a:chOff x="6999166" y="2292572"/>
              <a:chExt cx="792300" cy="1041192"/>
            </a:xfrm>
          </p:grpSpPr>
          <p:cxnSp>
            <p:nvCxnSpPr>
              <p:cNvPr id="4316" name="Google Shape;4316;p61"/>
              <p:cNvCxnSpPr/>
              <p:nvPr/>
            </p:nvCxnSpPr>
            <p:spPr>
              <a:xfrm>
                <a:off x="7395553" y="2983964"/>
                <a:ext cx="0" cy="349800"/>
              </a:xfrm>
              <a:prstGeom prst="straightConnector1">
                <a:avLst/>
              </a:prstGeom>
              <a:noFill/>
              <a:ln w="9525" cap="flat" cmpd="sng">
                <a:solidFill>
                  <a:srgbClr val="435D74"/>
                </a:solidFill>
                <a:prstDash val="solid"/>
                <a:round/>
                <a:headEnd type="none" w="med" len="med"/>
                <a:tailEnd type="none" w="med" len="med"/>
              </a:ln>
            </p:spPr>
          </p:cxnSp>
          <p:sp>
            <p:nvSpPr>
              <p:cNvPr id="4303" name="Google Shape;4303;p61"/>
              <p:cNvSpPr/>
              <p:nvPr/>
            </p:nvSpPr>
            <p:spPr>
              <a:xfrm>
                <a:off x="6999166"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317" name="Google Shape;4317;p61"/>
              <p:cNvSpPr/>
              <p:nvPr/>
            </p:nvSpPr>
            <p:spPr>
              <a:xfrm>
                <a:off x="7100398" y="2393814"/>
                <a:ext cx="590100" cy="590100"/>
              </a:xfrm>
              <a:prstGeom prst="ellipse">
                <a:avLst/>
              </a:prstGeom>
              <a:solidFill>
                <a:srgbClr val="435D74"/>
              </a:solidFill>
              <a:ln>
                <a:noFill/>
              </a:ln>
            </p:spPr>
            <p:txBody>
              <a:bodyPr spcFirstLastPara="1" wrap="square" lIns="121900" tIns="121900" rIns="121900" bIns="121900" anchor="ctr" anchorCtr="0">
                <a:noAutofit/>
              </a:bodyPr>
              <a:lstStyle/>
              <a:p>
                <a:endParaRPr sz="2400"/>
              </a:p>
            </p:txBody>
          </p:sp>
        </p:grpSp>
      </p:grpSp>
      <p:grpSp>
        <p:nvGrpSpPr>
          <p:cNvPr id="4318" name="Google Shape;4318;p61"/>
          <p:cNvGrpSpPr/>
          <p:nvPr/>
        </p:nvGrpSpPr>
        <p:grpSpPr>
          <a:xfrm>
            <a:off x="9123532" y="1581240"/>
            <a:ext cx="2109125" cy="977091"/>
            <a:chOff x="634175" y="2986275"/>
            <a:chExt cx="3147949" cy="1458344"/>
          </a:xfrm>
        </p:grpSpPr>
        <p:cxnSp>
          <p:nvCxnSpPr>
            <p:cNvPr id="4319" name="Google Shape;4319;p61"/>
            <p:cNvCxnSpPr>
              <a:stCxn id="4320" idx="4"/>
              <a:endCxn id="4321" idx="0"/>
            </p:cNvCxnSpPr>
            <p:nvPr/>
          </p:nvCxnSpPr>
          <p:spPr>
            <a:xfrm>
              <a:off x="929975" y="3577875"/>
              <a:ext cx="591600" cy="275100"/>
            </a:xfrm>
            <a:prstGeom prst="straightConnector1">
              <a:avLst/>
            </a:prstGeom>
            <a:noFill/>
            <a:ln w="19050" cap="flat" cmpd="sng">
              <a:solidFill>
                <a:srgbClr val="435D74"/>
              </a:solidFill>
              <a:prstDash val="solid"/>
              <a:round/>
              <a:headEnd type="none" w="med" len="med"/>
              <a:tailEnd type="none" w="med" len="med"/>
            </a:ln>
          </p:spPr>
        </p:cxnSp>
        <p:cxnSp>
          <p:nvCxnSpPr>
            <p:cNvPr id="4322" name="Google Shape;4322;p61"/>
            <p:cNvCxnSpPr>
              <a:stCxn id="4321" idx="0"/>
              <a:endCxn id="4323" idx="4"/>
            </p:cNvCxnSpPr>
            <p:nvPr/>
          </p:nvCxnSpPr>
          <p:spPr>
            <a:xfrm rot="10800000" flipH="1">
              <a:off x="1521366" y="3577919"/>
              <a:ext cx="686700" cy="275100"/>
            </a:xfrm>
            <a:prstGeom prst="straightConnector1">
              <a:avLst/>
            </a:prstGeom>
            <a:noFill/>
            <a:ln w="19050" cap="flat" cmpd="sng">
              <a:solidFill>
                <a:srgbClr val="435D74"/>
              </a:solidFill>
              <a:prstDash val="solid"/>
              <a:round/>
              <a:headEnd type="none" w="med" len="med"/>
              <a:tailEnd type="none" w="med" len="med"/>
            </a:ln>
          </p:spPr>
        </p:cxnSp>
        <p:cxnSp>
          <p:nvCxnSpPr>
            <p:cNvPr id="4324" name="Google Shape;4324;p61"/>
            <p:cNvCxnSpPr>
              <a:stCxn id="4323" idx="4"/>
              <a:endCxn id="4325" idx="0"/>
            </p:cNvCxnSpPr>
            <p:nvPr/>
          </p:nvCxnSpPr>
          <p:spPr>
            <a:xfrm>
              <a:off x="2208152" y="3577875"/>
              <a:ext cx="686700" cy="275100"/>
            </a:xfrm>
            <a:prstGeom prst="straightConnector1">
              <a:avLst/>
            </a:prstGeom>
            <a:noFill/>
            <a:ln w="19050" cap="flat" cmpd="sng">
              <a:solidFill>
                <a:srgbClr val="435D74"/>
              </a:solidFill>
              <a:prstDash val="solid"/>
              <a:round/>
              <a:headEnd type="none" w="med" len="med"/>
              <a:tailEnd type="none" w="med" len="med"/>
            </a:ln>
          </p:spPr>
        </p:cxnSp>
        <p:cxnSp>
          <p:nvCxnSpPr>
            <p:cNvPr id="4326" name="Google Shape;4326;p61"/>
            <p:cNvCxnSpPr>
              <a:stCxn id="4325" idx="0"/>
              <a:endCxn id="4327" idx="4"/>
            </p:cNvCxnSpPr>
            <p:nvPr/>
          </p:nvCxnSpPr>
          <p:spPr>
            <a:xfrm rot="10800000" flipH="1">
              <a:off x="2894933" y="3577918"/>
              <a:ext cx="591600" cy="275100"/>
            </a:xfrm>
            <a:prstGeom prst="straightConnector1">
              <a:avLst/>
            </a:prstGeom>
            <a:noFill/>
            <a:ln w="19050" cap="flat" cmpd="sng">
              <a:solidFill>
                <a:srgbClr val="435D74"/>
              </a:solidFill>
              <a:prstDash val="solid"/>
              <a:round/>
              <a:headEnd type="none" w="med" len="med"/>
              <a:tailEnd type="none" w="med" len="med"/>
            </a:ln>
          </p:spPr>
        </p:cxnSp>
        <p:sp>
          <p:nvSpPr>
            <p:cNvPr id="4327" name="Google Shape;4327;p61"/>
            <p:cNvSpPr/>
            <p:nvPr/>
          </p:nvSpPr>
          <p:spPr>
            <a:xfrm>
              <a:off x="3190524"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91433" tIns="45700" rIns="91433" bIns="45700" anchor="ctr" anchorCtr="0">
              <a:noAutofit/>
            </a:bodyPr>
            <a:lstStyle/>
            <a:p>
              <a:pPr algn="ctr"/>
              <a:endParaRPr sz="1867">
                <a:solidFill>
                  <a:srgbClr val="00C3B1"/>
                </a:solidFill>
                <a:latin typeface="Calibri"/>
                <a:ea typeface="Calibri"/>
                <a:cs typeface="Calibri"/>
                <a:sym typeface="Calibri"/>
              </a:endParaRPr>
            </a:p>
          </p:txBody>
        </p:sp>
        <p:sp>
          <p:nvSpPr>
            <p:cNvPr id="4323" name="Google Shape;4323;p61"/>
            <p:cNvSpPr/>
            <p:nvPr/>
          </p:nvSpPr>
          <p:spPr>
            <a:xfrm>
              <a:off x="1912352"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91433" tIns="45700" rIns="91433" bIns="45700" anchor="ctr" anchorCtr="0">
              <a:noAutofit/>
            </a:bodyPr>
            <a:lstStyle/>
            <a:p>
              <a:pPr algn="ctr"/>
              <a:endParaRPr sz="1867">
                <a:solidFill>
                  <a:srgbClr val="00C3B1"/>
                </a:solidFill>
                <a:latin typeface="Calibri"/>
                <a:ea typeface="Calibri"/>
                <a:cs typeface="Calibri"/>
                <a:sym typeface="Calibri"/>
              </a:endParaRPr>
            </a:p>
          </p:txBody>
        </p:sp>
        <p:sp>
          <p:nvSpPr>
            <p:cNvPr id="4320" name="Google Shape;4320;p61"/>
            <p:cNvSpPr/>
            <p:nvPr/>
          </p:nvSpPr>
          <p:spPr>
            <a:xfrm>
              <a:off x="634175"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91433" tIns="45700" rIns="91433" bIns="45700" anchor="ctr" anchorCtr="0">
              <a:noAutofit/>
            </a:bodyPr>
            <a:lstStyle/>
            <a:p>
              <a:pPr algn="ctr"/>
              <a:endParaRPr sz="1867">
                <a:solidFill>
                  <a:srgbClr val="00C3B1"/>
                </a:solidFill>
                <a:latin typeface="Calibri"/>
                <a:ea typeface="Calibri"/>
                <a:cs typeface="Calibri"/>
                <a:sym typeface="Calibri"/>
              </a:endParaRPr>
            </a:p>
          </p:txBody>
        </p:sp>
        <p:sp>
          <p:nvSpPr>
            <p:cNvPr id="4325" name="Google Shape;4325;p61"/>
            <p:cNvSpPr/>
            <p:nvPr/>
          </p:nvSpPr>
          <p:spPr>
            <a:xfrm>
              <a:off x="2599133" y="3853018"/>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91433" tIns="45700" rIns="91433" bIns="45700" anchor="ctr" anchorCtr="0">
              <a:noAutofit/>
            </a:bodyPr>
            <a:lstStyle/>
            <a:p>
              <a:pPr algn="ctr"/>
              <a:endParaRPr sz="1867">
                <a:solidFill>
                  <a:srgbClr val="00C3B1"/>
                </a:solidFill>
                <a:latin typeface="Calibri"/>
                <a:ea typeface="Calibri"/>
                <a:cs typeface="Calibri"/>
                <a:sym typeface="Calibri"/>
              </a:endParaRPr>
            </a:p>
          </p:txBody>
        </p:sp>
        <p:sp>
          <p:nvSpPr>
            <p:cNvPr id="4321" name="Google Shape;4321;p61"/>
            <p:cNvSpPr/>
            <p:nvPr/>
          </p:nvSpPr>
          <p:spPr>
            <a:xfrm>
              <a:off x="1225566" y="3853019"/>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91433" tIns="45700" rIns="91433" bIns="45700" anchor="ctr" anchorCtr="0">
              <a:noAutofit/>
            </a:bodyPr>
            <a:lstStyle/>
            <a:p>
              <a:pPr algn="ctr"/>
              <a:endParaRPr sz="1867">
                <a:solidFill>
                  <a:srgbClr val="FFFFFF"/>
                </a:solidFill>
                <a:latin typeface="Calibri"/>
                <a:ea typeface="Calibri"/>
                <a:cs typeface="Calibri"/>
                <a:sym typeface="Calibri"/>
              </a:endParaRPr>
            </a:p>
          </p:txBody>
        </p:sp>
      </p:grpSp>
      <p:grpSp>
        <p:nvGrpSpPr>
          <p:cNvPr id="4328" name="Google Shape;4328;p61"/>
          <p:cNvGrpSpPr/>
          <p:nvPr/>
        </p:nvGrpSpPr>
        <p:grpSpPr>
          <a:xfrm>
            <a:off x="4547152" y="3840320"/>
            <a:ext cx="2233504" cy="418232"/>
            <a:chOff x="998425" y="1182125"/>
            <a:chExt cx="1065400" cy="199500"/>
          </a:xfrm>
        </p:grpSpPr>
        <p:sp>
          <p:nvSpPr>
            <p:cNvPr id="4329" name="Google Shape;4329;p61"/>
            <p:cNvSpPr/>
            <p:nvPr/>
          </p:nvSpPr>
          <p:spPr>
            <a:xfrm>
              <a:off x="998425" y="1182125"/>
              <a:ext cx="1065400" cy="199500"/>
            </a:xfrm>
            <a:custGeom>
              <a:avLst/>
              <a:gdLst/>
              <a:ahLst/>
              <a:cxnLst/>
              <a:rect l="l" t="t" r="r" b="b"/>
              <a:pathLst>
                <a:path w="42616" h="7980" extrusionOk="0">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4330" name="Google Shape;4330;p61"/>
            <p:cNvSpPr/>
            <p:nvPr/>
          </p:nvSpPr>
          <p:spPr>
            <a:xfrm>
              <a:off x="1017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4331" name="Google Shape;4331;p61"/>
            <p:cNvSpPr/>
            <p:nvPr/>
          </p:nvSpPr>
          <p:spPr>
            <a:xfrm>
              <a:off x="1303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4332" name="Google Shape;4332;p61"/>
            <p:cNvSpPr/>
            <p:nvPr/>
          </p:nvSpPr>
          <p:spPr>
            <a:xfrm>
              <a:off x="1589250" y="1193175"/>
              <a:ext cx="177475" cy="177500"/>
            </a:xfrm>
            <a:custGeom>
              <a:avLst/>
              <a:gdLst/>
              <a:ahLst/>
              <a:cxnLst/>
              <a:rect l="l" t="t" r="r" b="b"/>
              <a:pathLst>
                <a:path w="7099" h="7100" extrusionOk="0">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4333" name="Google Shape;4333;p61"/>
            <p:cNvSpPr/>
            <p:nvPr/>
          </p:nvSpPr>
          <p:spPr>
            <a:xfrm>
              <a:off x="1875200" y="1193175"/>
              <a:ext cx="177525" cy="177500"/>
            </a:xfrm>
            <a:custGeom>
              <a:avLst/>
              <a:gdLst/>
              <a:ahLst/>
              <a:cxnLst/>
              <a:rect l="l" t="t" r="r" b="b"/>
              <a:pathLst>
                <a:path w="7101" h="7100" extrusionOk="0">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334" name="Google Shape;4334;p61"/>
          <p:cNvGrpSpPr/>
          <p:nvPr/>
        </p:nvGrpSpPr>
        <p:grpSpPr>
          <a:xfrm>
            <a:off x="4547152" y="5114942"/>
            <a:ext cx="2233505" cy="700460"/>
            <a:chOff x="5194708" y="3484366"/>
            <a:chExt cx="3148148" cy="987304"/>
          </a:xfrm>
        </p:grpSpPr>
        <p:grpSp>
          <p:nvGrpSpPr>
            <p:cNvPr id="4335" name="Google Shape;4335;p61"/>
            <p:cNvGrpSpPr/>
            <p:nvPr/>
          </p:nvGrpSpPr>
          <p:grpSpPr>
            <a:xfrm>
              <a:off x="7531521" y="3484366"/>
              <a:ext cx="811335" cy="987304"/>
              <a:chOff x="3379425" y="1617275"/>
              <a:chExt cx="1090650" cy="1327200"/>
            </a:xfrm>
          </p:grpSpPr>
          <p:sp>
            <p:nvSpPr>
              <p:cNvPr id="4336" name="Google Shape;4336;p61"/>
              <p:cNvSpPr/>
              <p:nvPr/>
            </p:nvSpPr>
            <p:spPr>
              <a:xfrm>
                <a:off x="3554475"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4337" name="Google Shape;4337;p61"/>
              <p:cNvSpPr/>
              <p:nvPr/>
            </p:nvSpPr>
            <p:spPr>
              <a:xfrm>
                <a:off x="3379425"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4338" name="Google Shape;4338;p61"/>
              <p:cNvSpPr/>
              <p:nvPr/>
            </p:nvSpPr>
            <p:spPr>
              <a:xfrm>
                <a:off x="3775050" y="2771175"/>
                <a:ext cx="300875" cy="173300"/>
              </a:xfrm>
              <a:custGeom>
                <a:avLst/>
                <a:gdLst/>
                <a:ahLst/>
                <a:cxnLst/>
                <a:rect l="l" t="t" r="r" b="b"/>
                <a:pathLst>
                  <a:path w="12035" h="6932" extrusionOk="0">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grpSp>
          <p:nvGrpSpPr>
            <p:cNvPr id="4339" name="Google Shape;4339;p61"/>
            <p:cNvGrpSpPr/>
            <p:nvPr/>
          </p:nvGrpSpPr>
          <p:grpSpPr>
            <a:xfrm>
              <a:off x="6752546" y="3484366"/>
              <a:ext cx="811428" cy="987304"/>
              <a:chOff x="2332275" y="1617275"/>
              <a:chExt cx="1090775" cy="1327200"/>
            </a:xfrm>
          </p:grpSpPr>
          <p:sp>
            <p:nvSpPr>
              <p:cNvPr id="4340" name="Google Shape;4340;p61"/>
              <p:cNvSpPr/>
              <p:nvPr/>
            </p:nvSpPr>
            <p:spPr>
              <a:xfrm>
                <a:off x="2507425"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341" name="Google Shape;4341;p61"/>
              <p:cNvSpPr/>
              <p:nvPr/>
            </p:nvSpPr>
            <p:spPr>
              <a:xfrm>
                <a:off x="2332275" y="1617275"/>
                <a:ext cx="1090775" cy="1273950"/>
              </a:xfrm>
              <a:custGeom>
                <a:avLst/>
                <a:gdLst/>
                <a:ahLst/>
                <a:cxnLst/>
                <a:rect l="l" t="t" r="r" b="b"/>
                <a:pathLst>
                  <a:path w="43631" h="50958" extrusionOk="0">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342" name="Google Shape;4342;p61"/>
              <p:cNvSpPr/>
              <p:nvPr/>
            </p:nvSpPr>
            <p:spPr>
              <a:xfrm>
                <a:off x="2727925"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grpSp>
        <p:grpSp>
          <p:nvGrpSpPr>
            <p:cNvPr id="4343" name="Google Shape;4343;p61"/>
            <p:cNvGrpSpPr/>
            <p:nvPr/>
          </p:nvGrpSpPr>
          <p:grpSpPr>
            <a:xfrm>
              <a:off x="5973664" y="3484366"/>
              <a:ext cx="811335" cy="987304"/>
              <a:chOff x="1285250" y="1617275"/>
              <a:chExt cx="1090650" cy="1327200"/>
            </a:xfrm>
          </p:grpSpPr>
          <p:sp>
            <p:nvSpPr>
              <p:cNvPr id="4344" name="Google Shape;4344;p61"/>
              <p:cNvSpPr/>
              <p:nvPr/>
            </p:nvSpPr>
            <p:spPr>
              <a:xfrm>
                <a:off x="1460300"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4345" name="Google Shape;4345;p61"/>
              <p:cNvSpPr/>
              <p:nvPr/>
            </p:nvSpPr>
            <p:spPr>
              <a:xfrm>
                <a:off x="1285250"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4346" name="Google Shape;4346;p61"/>
              <p:cNvSpPr/>
              <p:nvPr/>
            </p:nvSpPr>
            <p:spPr>
              <a:xfrm>
                <a:off x="1680900" y="2771175"/>
                <a:ext cx="300850" cy="173300"/>
              </a:xfrm>
              <a:custGeom>
                <a:avLst/>
                <a:gdLst/>
                <a:ahLst/>
                <a:cxnLst/>
                <a:rect l="l" t="t" r="r" b="b"/>
                <a:pathLst>
                  <a:path w="12034" h="6932" extrusionOk="0">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grpSp>
        <p:grpSp>
          <p:nvGrpSpPr>
            <p:cNvPr id="4347" name="Google Shape;4347;p61"/>
            <p:cNvGrpSpPr/>
            <p:nvPr/>
          </p:nvGrpSpPr>
          <p:grpSpPr>
            <a:xfrm>
              <a:off x="5194708" y="3484366"/>
              <a:ext cx="811409" cy="987304"/>
              <a:chOff x="238125" y="1617275"/>
              <a:chExt cx="1090750" cy="1327200"/>
            </a:xfrm>
          </p:grpSpPr>
          <p:sp>
            <p:nvSpPr>
              <p:cNvPr id="4348" name="Google Shape;4348;p61"/>
              <p:cNvSpPr/>
              <p:nvPr/>
            </p:nvSpPr>
            <p:spPr>
              <a:xfrm>
                <a:off x="413250"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4349" name="Google Shape;4349;p61"/>
              <p:cNvSpPr/>
              <p:nvPr/>
            </p:nvSpPr>
            <p:spPr>
              <a:xfrm>
                <a:off x="238125" y="1617275"/>
                <a:ext cx="1090750" cy="1273950"/>
              </a:xfrm>
              <a:custGeom>
                <a:avLst/>
                <a:gdLst/>
                <a:ahLst/>
                <a:cxnLst/>
                <a:rect l="l" t="t" r="r" b="b"/>
                <a:pathLst>
                  <a:path w="43630" h="50958" extrusionOk="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4350" name="Google Shape;4350;p61"/>
              <p:cNvSpPr/>
              <p:nvPr/>
            </p:nvSpPr>
            <p:spPr>
              <a:xfrm>
                <a:off x="633750"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grpSp>
        <p:nvGrpSpPr>
          <p:cNvPr id="4351" name="Google Shape;4351;p61"/>
          <p:cNvGrpSpPr/>
          <p:nvPr/>
        </p:nvGrpSpPr>
        <p:grpSpPr>
          <a:xfrm>
            <a:off x="9125397" y="3309460"/>
            <a:ext cx="2105395" cy="696307"/>
            <a:chOff x="6853641" y="2534077"/>
            <a:chExt cx="1515545" cy="501229"/>
          </a:xfrm>
        </p:grpSpPr>
        <p:grpSp>
          <p:nvGrpSpPr>
            <p:cNvPr id="4352" name="Google Shape;4352;p61"/>
            <p:cNvGrpSpPr/>
            <p:nvPr/>
          </p:nvGrpSpPr>
          <p:grpSpPr>
            <a:xfrm>
              <a:off x="6853641" y="2618923"/>
              <a:ext cx="1515545" cy="324556"/>
              <a:chOff x="6853641" y="2618923"/>
              <a:chExt cx="1515545" cy="324556"/>
            </a:xfrm>
          </p:grpSpPr>
          <p:sp>
            <p:nvSpPr>
              <p:cNvPr id="4353" name="Google Shape;4353;p61"/>
              <p:cNvSpPr/>
              <p:nvPr/>
            </p:nvSpPr>
            <p:spPr>
              <a:xfrm>
                <a:off x="7747010" y="2781222"/>
                <a:ext cx="324578" cy="162258"/>
              </a:xfrm>
              <a:custGeom>
                <a:avLst/>
                <a:gdLst/>
                <a:ahLst/>
                <a:cxnLst/>
                <a:rect l="l" t="t" r="r" b="b"/>
                <a:pathLst>
                  <a:path w="7904" h="3951" extrusionOk="0">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4354" name="Google Shape;4354;p61"/>
              <p:cNvSpPr/>
              <p:nvPr/>
            </p:nvSpPr>
            <p:spPr>
              <a:xfrm>
                <a:off x="7449412" y="2618923"/>
                <a:ext cx="324496" cy="162258"/>
              </a:xfrm>
              <a:custGeom>
                <a:avLst/>
                <a:gdLst/>
                <a:ahLst/>
                <a:cxnLst/>
                <a:rect l="l" t="t" r="r" b="b"/>
                <a:pathLst>
                  <a:path w="7902" h="3951" extrusionOk="0">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4355" name="Google Shape;4355;p61"/>
              <p:cNvSpPr/>
              <p:nvPr/>
            </p:nvSpPr>
            <p:spPr>
              <a:xfrm>
                <a:off x="6853641" y="2618923"/>
                <a:ext cx="324824" cy="162792"/>
              </a:xfrm>
              <a:custGeom>
                <a:avLst/>
                <a:gdLst/>
                <a:ahLst/>
                <a:cxnLst/>
                <a:rect l="l" t="t" r="r" b="b"/>
                <a:pathLst>
                  <a:path w="7910" h="3964" extrusionOk="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4356" name="Google Shape;4356;p61"/>
              <p:cNvSpPr/>
              <p:nvPr/>
            </p:nvSpPr>
            <p:spPr>
              <a:xfrm>
                <a:off x="7151691" y="2781222"/>
                <a:ext cx="324578" cy="162258"/>
              </a:xfrm>
              <a:custGeom>
                <a:avLst/>
                <a:gdLst/>
                <a:ahLst/>
                <a:cxnLst/>
                <a:rect l="l" t="t" r="r" b="b"/>
                <a:pathLst>
                  <a:path w="7904" h="3951" extrusionOk="0">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357" name="Google Shape;4357;p61"/>
              <p:cNvSpPr/>
              <p:nvPr/>
            </p:nvSpPr>
            <p:spPr>
              <a:xfrm>
                <a:off x="8044362" y="2618923"/>
                <a:ext cx="324824" cy="162792"/>
              </a:xfrm>
              <a:custGeom>
                <a:avLst/>
                <a:gdLst/>
                <a:ahLst/>
                <a:cxnLst/>
                <a:rect l="l" t="t" r="r" b="b"/>
                <a:pathLst>
                  <a:path w="7910" h="3964" extrusionOk="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grpSp>
        <p:sp>
          <p:nvSpPr>
            <p:cNvPr id="4358" name="Google Shape;4358;p61"/>
            <p:cNvSpPr/>
            <p:nvPr/>
          </p:nvSpPr>
          <p:spPr>
            <a:xfrm>
              <a:off x="6899264" y="2673830"/>
              <a:ext cx="225242" cy="361476"/>
            </a:xfrm>
            <a:custGeom>
              <a:avLst/>
              <a:gdLst/>
              <a:ahLst/>
              <a:cxnLst/>
              <a:rect l="l" t="t" r="r" b="b"/>
              <a:pathLst>
                <a:path w="5485" h="8802" extrusionOk="0">
                  <a:moveTo>
                    <a:pt x="2798" y="1197"/>
                  </a:moveTo>
                  <a:cubicBezTo>
                    <a:pt x="2989" y="1197"/>
                    <a:pt x="3183" y="1234"/>
                    <a:pt x="3366" y="1310"/>
                  </a:cubicBezTo>
                  <a:cubicBezTo>
                    <a:pt x="3924" y="1542"/>
                    <a:pt x="4287" y="2085"/>
                    <a:pt x="4287" y="2689"/>
                  </a:cubicBezTo>
                  <a:cubicBezTo>
                    <a:pt x="4287" y="3512"/>
                    <a:pt x="3619" y="4178"/>
                    <a:pt x="2796" y="4180"/>
                  </a:cubicBezTo>
                  <a:cubicBezTo>
                    <a:pt x="2194" y="4180"/>
                    <a:pt x="1650" y="3816"/>
                    <a:pt x="1419" y="3259"/>
                  </a:cubicBezTo>
                  <a:cubicBezTo>
                    <a:pt x="1189" y="2702"/>
                    <a:pt x="1317" y="2061"/>
                    <a:pt x="1743" y="1634"/>
                  </a:cubicBezTo>
                  <a:cubicBezTo>
                    <a:pt x="2028" y="1348"/>
                    <a:pt x="2410" y="1197"/>
                    <a:pt x="2798" y="1197"/>
                  </a:cubicBezTo>
                  <a:close/>
                  <a:moveTo>
                    <a:pt x="2796" y="1"/>
                  </a:moveTo>
                  <a:cubicBezTo>
                    <a:pt x="2254" y="1"/>
                    <a:pt x="1714" y="165"/>
                    <a:pt x="1253" y="489"/>
                  </a:cubicBezTo>
                  <a:cubicBezTo>
                    <a:pt x="433" y="1063"/>
                    <a:pt x="0" y="2048"/>
                    <a:pt x="132" y="3043"/>
                  </a:cubicBezTo>
                  <a:cubicBezTo>
                    <a:pt x="263" y="4037"/>
                    <a:pt x="937" y="4875"/>
                    <a:pt x="1880" y="5216"/>
                  </a:cubicBezTo>
                  <a:lnTo>
                    <a:pt x="1880" y="6705"/>
                  </a:lnTo>
                  <a:lnTo>
                    <a:pt x="1067" y="6705"/>
                  </a:lnTo>
                  <a:lnTo>
                    <a:pt x="2723" y="8801"/>
                  </a:lnTo>
                  <a:lnTo>
                    <a:pt x="4377" y="6705"/>
                  </a:lnTo>
                  <a:lnTo>
                    <a:pt x="3563" y="6705"/>
                  </a:lnTo>
                  <a:lnTo>
                    <a:pt x="3563" y="5265"/>
                  </a:lnTo>
                  <a:cubicBezTo>
                    <a:pt x="4703" y="4926"/>
                    <a:pt x="5485" y="3877"/>
                    <a:pt x="5485" y="2689"/>
                  </a:cubicBezTo>
                  <a:cubicBezTo>
                    <a:pt x="5485" y="1685"/>
                    <a:pt x="4926" y="766"/>
                    <a:pt x="4037" y="304"/>
                  </a:cubicBezTo>
                  <a:cubicBezTo>
                    <a:pt x="3647" y="101"/>
                    <a:pt x="3221" y="1"/>
                    <a:pt x="2796"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4359" name="Google Shape;4359;p61"/>
            <p:cNvSpPr/>
            <p:nvPr/>
          </p:nvSpPr>
          <p:spPr>
            <a:xfrm>
              <a:off x="7198259" y="2534077"/>
              <a:ext cx="235261" cy="360532"/>
            </a:xfrm>
            <a:custGeom>
              <a:avLst/>
              <a:gdLst/>
              <a:ahLst/>
              <a:cxnLst/>
              <a:rect l="l" t="t" r="r" b="b"/>
              <a:pathLst>
                <a:path w="5729" h="8779" extrusionOk="0">
                  <a:moveTo>
                    <a:pt x="2858" y="4600"/>
                  </a:moveTo>
                  <a:cubicBezTo>
                    <a:pt x="3050" y="4600"/>
                    <a:pt x="3243" y="4637"/>
                    <a:pt x="3427" y="4713"/>
                  </a:cubicBezTo>
                  <a:cubicBezTo>
                    <a:pt x="3985" y="4945"/>
                    <a:pt x="4347" y="5488"/>
                    <a:pt x="4347" y="6092"/>
                  </a:cubicBezTo>
                  <a:cubicBezTo>
                    <a:pt x="4347" y="6915"/>
                    <a:pt x="3679" y="7581"/>
                    <a:pt x="2856" y="7583"/>
                  </a:cubicBezTo>
                  <a:cubicBezTo>
                    <a:pt x="2254" y="7583"/>
                    <a:pt x="1709" y="7219"/>
                    <a:pt x="1479" y="6662"/>
                  </a:cubicBezTo>
                  <a:cubicBezTo>
                    <a:pt x="1248" y="6105"/>
                    <a:pt x="1376" y="5464"/>
                    <a:pt x="1802" y="5037"/>
                  </a:cubicBezTo>
                  <a:cubicBezTo>
                    <a:pt x="2087" y="4751"/>
                    <a:pt x="2469" y="4600"/>
                    <a:pt x="2858" y="4600"/>
                  </a:cubicBezTo>
                  <a:close/>
                  <a:moveTo>
                    <a:pt x="2883" y="0"/>
                  </a:moveTo>
                  <a:lnTo>
                    <a:pt x="1227" y="2097"/>
                  </a:lnTo>
                  <a:lnTo>
                    <a:pt x="2041" y="2097"/>
                  </a:lnTo>
                  <a:lnTo>
                    <a:pt x="2041" y="3530"/>
                  </a:lnTo>
                  <a:cubicBezTo>
                    <a:pt x="782" y="3930"/>
                    <a:pt x="1" y="5184"/>
                    <a:pt x="196" y="6491"/>
                  </a:cubicBezTo>
                  <a:cubicBezTo>
                    <a:pt x="393" y="7796"/>
                    <a:pt x="1507" y="8766"/>
                    <a:pt x="2827" y="8779"/>
                  </a:cubicBezTo>
                  <a:cubicBezTo>
                    <a:pt x="2837" y="8779"/>
                    <a:pt x="2847" y="8779"/>
                    <a:pt x="2857" y="8779"/>
                  </a:cubicBezTo>
                  <a:cubicBezTo>
                    <a:pt x="4165" y="8779"/>
                    <a:pt x="5285" y="7837"/>
                    <a:pt x="5506" y="6545"/>
                  </a:cubicBezTo>
                  <a:cubicBezTo>
                    <a:pt x="5729" y="5245"/>
                    <a:pt x="4974" y="3973"/>
                    <a:pt x="3724" y="3547"/>
                  </a:cubicBezTo>
                  <a:lnTo>
                    <a:pt x="3724" y="2097"/>
                  </a:lnTo>
                  <a:lnTo>
                    <a:pt x="4539" y="2097"/>
                  </a:lnTo>
                  <a:lnTo>
                    <a:pt x="2883" y="0"/>
                  </a:ln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360" name="Google Shape;4360;p61"/>
            <p:cNvSpPr/>
            <p:nvPr/>
          </p:nvSpPr>
          <p:spPr>
            <a:xfrm>
              <a:off x="7493639" y="2673830"/>
              <a:ext cx="225200" cy="361476"/>
            </a:xfrm>
            <a:custGeom>
              <a:avLst/>
              <a:gdLst/>
              <a:ahLst/>
              <a:cxnLst/>
              <a:rect l="l" t="t" r="r" b="b"/>
              <a:pathLst>
                <a:path w="5484" h="8802" extrusionOk="0">
                  <a:moveTo>
                    <a:pt x="2796" y="1197"/>
                  </a:moveTo>
                  <a:cubicBezTo>
                    <a:pt x="2988" y="1197"/>
                    <a:pt x="3181" y="1234"/>
                    <a:pt x="3365" y="1310"/>
                  </a:cubicBezTo>
                  <a:cubicBezTo>
                    <a:pt x="3922" y="1542"/>
                    <a:pt x="4286" y="2085"/>
                    <a:pt x="4286" y="2689"/>
                  </a:cubicBezTo>
                  <a:cubicBezTo>
                    <a:pt x="4284" y="3512"/>
                    <a:pt x="3618" y="4178"/>
                    <a:pt x="2795" y="4180"/>
                  </a:cubicBezTo>
                  <a:cubicBezTo>
                    <a:pt x="2191" y="4180"/>
                    <a:pt x="1649" y="3816"/>
                    <a:pt x="1418" y="3259"/>
                  </a:cubicBezTo>
                  <a:cubicBezTo>
                    <a:pt x="1187" y="2702"/>
                    <a:pt x="1314" y="2061"/>
                    <a:pt x="1740" y="1634"/>
                  </a:cubicBezTo>
                  <a:cubicBezTo>
                    <a:pt x="2026" y="1348"/>
                    <a:pt x="2408" y="1197"/>
                    <a:pt x="2796" y="1197"/>
                  </a:cubicBezTo>
                  <a:close/>
                  <a:moveTo>
                    <a:pt x="2794" y="1"/>
                  </a:moveTo>
                  <a:cubicBezTo>
                    <a:pt x="2254" y="1"/>
                    <a:pt x="1717" y="163"/>
                    <a:pt x="1258" y="484"/>
                  </a:cubicBezTo>
                  <a:cubicBezTo>
                    <a:pt x="436" y="1055"/>
                    <a:pt x="1" y="2037"/>
                    <a:pt x="127" y="3030"/>
                  </a:cubicBezTo>
                  <a:cubicBezTo>
                    <a:pt x="255" y="4023"/>
                    <a:pt x="923" y="4863"/>
                    <a:pt x="1862" y="5211"/>
                  </a:cubicBezTo>
                  <a:lnTo>
                    <a:pt x="1862" y="6705"/>
                  </a:lnTo>
                  <a:lnTo>
                    <a:pt x="1048" y="6705"/>
                  </a:lnTo>
                  <a:lnTo>
                    <a:pt x="2704" y="8801"/>
                  </a:lnTo>
                  <a:lnTo>
                    <a:pt x="4360" y="6705"/>
                  </a:lnTo>
                  <a:lnTo>
                    <a:pt x="3545" y="6705"/>
                  </a:lnTo>
                  <a:lnTo>
                    <a:pt x="3545" y="5270"/>
                  </a:lnTo>
                  <a:cubicBezTo>
                    <a:pt x="4693" y="4935"/>
                    <a:pt x="5484" y="3883"/>
                    <a:pt x="5484" y="2689"/>
                  </a:cubicBezTo>
                  <a:cubicBezTo>
                    <a:pt x="5482" y="1688"/>
                    <a:pt x="4927" y="769"/>
                    <a:pt x="4039" y="306"/>
                  </a:cubicBezTo>
                  <a:cubicBezTo>
                    <a:pt x="3647" y="102"/>
                    <a:pt x="3220" y="1"/>
                    <a:pt x="279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4361" name="Google Shape;4361;p61"/>
            <p:cNvSpPr/>
            <p:nvPr/>
          </p:nvSpPr>
          <p:spPr>
            <a:xfrm>
              <a:off x="7792387" y="2534077"/>
              <a:ext cx="235261" cy="360532"/>
            </a:xfrm>
            <a:custGeom>
              <a:avLst/>
              <a:gdLst/>
              <a:ahLst/>
              <a:cxnLst/>
              <a:rect l="l" t="t" r="r" b="b"/>
              <a:pathLst>
                <a:path w="5729" h="8779" extrusionOk="0">
                  <a:moveTo>
                    <a:pt x="2861" y="4601"/>
                  </a:moveTo>
                  <a:cubicBezTo>
                    <a:pt x="3053" y="4601"/>
                    <a:pt x="3247" y="4638"/>
                    <a:pt x="3431" y="4715"/>
                  </a:cubicBezTo>
                  <a:cubicBezTo>
                    <a:pt x="3988" y="4945"/>
                    <a:pt x="4351" y="5488"/>
                    <a:pt x="4351" y="6092"/>
                  </a:cubicBezTo>
                  <a:cubicBezTo>
                    <a:pt x="4350" y="6915"/>
                    <a:pt x="3684" y="7581"/>
                    <a:pt x="2861" y="7583"/>
                  </a:cubicBezTo>
                  <a:cubicBezTo>
                    <a:pt x="2259" y="7583"/>
                    <a:pt x="1714" y="7219"/>
                    <a:pt x="1483" y="6662"/>
                  </a:cubicBezTo>
                  <a:cubicBezTo>
                    <a:pt x="1253" y="6105"/>
                    <a:pt x="1381" y="5464"/>
                    <a:pt x="1807" y="5038"/>
                  </a:cubicBezTo>
                  <a:cubicBezTo>
                    <a:pt x="2092" y="4752"/>
                    <a:pt x="2473" y="4601"/>
                    <a:pt x="2861" y="4601"/>
                  </a:cubicBezTo>
                  <a:close/>
                  <a:moveTo>
                    <a:pt x="2870" y="0"/>
                  </a:moveTo>
                  <a:lnTo>
                    <a:pt x="1214" y="2097"/>
                  </a:lnTo>
                  <a:lnTo>
                    <a:pt x="2028" y="2097"/>
                  </a:lnTo>
                  <a:lnTo>
                    <a:pt x="2028" y="3536"/>
                  </a:lnTo>
                  <a:cubicBezTo>
                    <a:pt x="773" y="3944"/>
                    <a:pt x="1" y="5205"/>
                    <a:pt x="204" y="6508"/>
                  </a:cubicBezTo>
                  <a:cubicBezTo>
                    <a:pt x="409" y="7813"/>
                    <a:pt x="1532" y="8776"/>
                    <a:pt x="2851" y="8779"/>
                  </a:cubicBezTo>
                  <a:cubicBezTo>
                    <a:pt x="2854" y="8779"/>
                    <a:pt x="2858" y="8779"/>
                    <a:pt x="2861" y="8779"/>
                  </a:cubicBezTo>
                  <a:cubicBezTo>
                    <a:pt x="4178" y="8779"/>
                    <a:pt x="5300" y="7828"/>
                    <a:pt x="5514" y="6527"/>
                  </a:cubicBezTo>
                  <a:cubicBezTo>
                    <a:pt x="5729" y="5225"/>
                    <a:pt x="4965" y="3959"/>
                    <a:pt x="3713" y="3543"/>
                  </a:cubicBezTo>
                  <a:lnTo>
                    <a:pt x="3713" y="2097"/>
                  </a:lnTo>
                  <a:lnTo>
                    <a:pt x="4526" y="2097"/>
                  </a:lnTo>
                  <a:lnTo>
                    <a:pt x="2870" y="0"/>
                  </a:ln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4362" name="Google Shape;4362;p61"/>
            <p:cNvSpPr/>
            <p:nvPr/>
          </p:nvSpPr>
          <p:spPr>
            <a:xfrm>
              <a:off x="8090150" y="2673789"/>
              <a:ext cx="225857" cy="361517"/>
            </a:xfrm>
            <a:custGeom>
              <a:avLst/>
              <a:gdLst/>
              <a:ahLst/>
              <a:cxnLst/>
              <a:rect l="l" t="t" r="r" b="b"/>
              <a:pathLst>
                <a:path w="5500" h="8803" extrusionOk="0">
                  <a:moveTo>
                    <a:pt x="2811" y="1198"/>
                  </a:moveTo>
                  <a:cubicBezTo>
                    <a:pt x="3003" y="1198"/>
                    <a:pt x="3197" y="1235"/>
                    <a:pt x="3381" y="1311"/>
                  </a:cubicBezTo>
                  <a:cubicBezTo>
                    <a:pt x="3938" y="1543"/>
                    <a:pt x="4302" y="2086"/>
                    <a:pt x="4302" y="2690"/>
                  </a:cubicBezTo>
                  <a:cubicBezTo>
                    <a:pt x="4300" y="3513"/>
                    <a:pt x="3634" y="4179"/>
                    <a:pt x="2811" y="4181"/>
                  </a:cubicBezTo>
                  <a:cubicBezTo>
                    <a:pt x="2209" y="4181"/>
                    <a:pt x="1664" y="3817"/>
                    <a:pt x="1434" y="3260"/>
                  </a:cubicBezTo>
                  <a:cubicBezTo>
                    <a:pt x="1203" y="2703"/>
                    <a:pt x="1330" y="2062"/>
                    <a:pt x="1757" y="1635"/>
                  </a:cubicBezTo>
                  <a:cubicBezTo>
                    <a:pt x="2042" y="1349"/>
                    <a:pt x="2423" y="1198"/>
                    <a:pt x="2811" y="1198"/>
                  </a:cubicBezTo>
                  <a:close/>
                  <a:moveTo>
                    <a:pt x="2812" y="1"/>
                  </a:moveTo>
                  <a:cubicBezTo>
                    <a:pt x="2257" y="1"/>
                    <a:pt x="1706" y="172"/>
                    <a:pt x="1238" y="509"/>
                  </a:cubicBezTo>
                  <a:cubicBezTo>
                    <a:pt x="420" y="1098"/>
                    <a:pt x="1" y="2097"/>
                    <a:pt x="154" y="3095"/>
                  </a:cubicBezTo>
                  <a:cubicBezTo>
                    <a:pt x="306" y="4093"/>
                    <a:pt x="1005" y="4920"/>
                    <a:pt x="1962" y="5239"/>
                  </a:cubicBezTo>
                  <a:lnTo>
                    <a:pt x="1962" y="6706"/>
                  </a:lnTo>
                  <a:lnTo>
                    <a:pt x="1149" y="6706"/>
                  </a:lnTo>
                  <a:lnTo>
                    <a:pt x="2804" y="8802"/>
                  </a:lnTo>
                  <a:lnTo>
                    <a:pt x="4460" y="6706"/>
                  </a:lnTo>
                  <a:lnTo>
                    <a:pt x="3645" y="6706"/>
                  </a:lnTo>
                  <a:lnTo>
                    <a:pt x="3645" y="5244"/>
                  </a:lnTo>
                  <a:cubicBezTo>
                    <a:pt x="4750" y="4882"/>
                    <a:pt x="5499" y="3852"/>
                    <a:pt x="5499" y="2690"/>
                  </a:cubicBezTo>
                  <a:cubicBezTo>
                    <a:pt x="5499" y="1679"/>
                    <a:pt x="4934" y="755"/>
                    <a:pt x="4036" y="296"/>
                  </a:cubicBezTo>
                  <a:cubicBezTo>
                    <a:pt x="3650" y="98"/>
                    <a:pt x="3230" y="1"/>
                    <a:pt x="2812"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grpSp>
      <p:grpSp>
        <p:nvGrpSpPr>
          <p:cNvPr id="4363" name="Google Shape;4363;p61"/>
          <p:cNvGrpSpPr/>
          <p:nvPr/>
        </p:nvGrpSpPr>
        <p:grpSpPr>
          <a:xfrm>
            <a:off x="4585254" y="4476181"/>
            <a:ext cx="2157301" cy="462155"/>
            <a:chOff x="1808063" y="4294338"/>
            <a:chExt cx="3370782" cy="721817"/>
          </a:xfrm>
        </p:grpSpPr>
        <p:sp>
          <p:nvSpPr>
            <p:cNvPr id="4364" name="Google Shape;4364;p61"/>
            <p:cNvSpPr/>
            <p:nvPr/>
          </p:nvSpPr>
          <p:spPr>
            <a:xfrm>
              <a:off x="1906300"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121900" tIns="121900" rIns="121900" bIns="121900" anchor="ctr" anchorCtr="0">
              <a:noAutofit/>
            </a:bodyPr>
            <a:lstStyle/>
            <a:p>
              <a:endParaRPr sz="2400"/>
            </a:p>
          </p:txBody>
        </p:sp>
        <p:sp>
          <p:nvSpPr>
            <p:cNvPr id="4365" name="Google Shape;4365;p61"/>
            <p:cNvSpPr/>
            <p:nvPr/>
          </p:nvSpPr>
          <p:spPr>
            <a:xfrm>
              <a:off x="3795035" y="4655290"/>
              <a:ext cx="721912" cy="360865"/>
            </a:xfrm>
            <a:custGeom>
              <a:avLst/>
              <a:gdLst/>
              <a:ahLst/>
              <a:cxnLst/>
              <a:rect l="l" t="t" r="r" b="b"/>
              <a:pathLst>
                <a:path w="7904" h="3951" extrusionOk="0">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4366" name="Google Shape;4366;p61"/>
            <p:cNvSpPr/>
            <p:nvPr/>
          </p:nvSpPr>
          <p:spPr>
            <a:xfrm>
              <a:off x="3133137" y="4294338"/>
              <a:ext cx="721729" cy="360865"/>
            </a:xfrm>
            <a:custGeom>
              <a:avLst/>
              <a:gdLst/>
              <a:ahLst/>
              <a:cxnLst/>
              <a:rect l="l" t="t" r="r" b="b"/>
              <a:pathLst>
                <a:path w="7902" h="3951" extrusionOk="0">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4367" name="Google Shape;4367;p61"/>
            <p:cNvSpPr/>
            <p:nvPr/>
          </p:nvSpPr>
          <p:spPr>
            <a:xfrm>
              <a:off x="1808063" y="4294338"/>
              <a:ext cx="722460" cy="362052"/>
            </a:xfrm>
            <a:custGeom>
              <a:avLst/>
              <a:gdLst/>
              <a:ahLst/>
              <a:cxnLst/>
              <a:rect l="l" t="t" r="r" b="b"/>
              <a:pathLst>
                <a:path w="7910" h="3964" extrusionOk="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4368" name="Google Shape;4368;p61"/>
            <p:cNvSpPr/>
            <p:nvPr/>
          </p:nvSpPr>
          <p:spPr>
            <a:xfrm>
              <a:off x="2470965" y="4655290"/>
              <a:ext cx="721912" cy="360865"/>
            </a:xfrm>
            <a:custGeom>
              <a:avLst/>
              <a:gdLst/>
              <a:ahLst/>
              <a:cxnLst/>
              <a:rect l="l" t="t" r="r" b="b"/>
              <a:pathLst>
                <a:path w="7904" h="3951" extrusionOk="0">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369" name="Google Shape;4369;p61"/>
            <p:cNvSpPr/>
            <p:nvPr/>
          </p:nvSpPr>
          <p:spPr>
            <a:xfrm>
              <a:off x="4456385" y="4294338"/>
              <a:ext cx="722460" cy="362052"/>
            </a:xfrm>
            <a:custGeom>
              <a:avLst/>
              <a:gdLst/>
              <a:ahLst/>
              <a:cxnLst/>
              <a:rect l="l" t="t" r="r" b="b"/>
              <a:pathLst>
                <a:path w="7910" h="3964" extrusionOk="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370" name="Google Shape;4370;p61"/>
            <p:cNvSpPr/>
            <p:nvPr/>
          </p:nvSpPr>
          <p:spPr>
            <a:xfrm>
              <a:off x="2568813"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121900" tIns="121900" rIns="121900" bIns="121900" anchor="ctr" anchorCtr="0">
              <a:noAutofit/>
            </a:bodyPr>
            <a:lstStyle/>
            <a:p>
              <a:endParaRPr sz="2400"/>
            </a:p>
          </p:txBody>
        </p:sp>
        <p:sp>
          <p:nvSpPr>
            <p:cNvPr id="4371" name="Google Shape;4371;p61"/>
            <p:cNvSpPr/>
            <p:nvPr/>
          </p:nvSpPr>
          <p:spPr>
            <a:xfrm>
              <a:off x="3231883"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121900" tIns="121900" rIns="121900" bIns="121900" anchor="ctr" anchorCtr="0">
              <a:noAutofit/>
            </a:bodyPr>
            <a:lstStyle/>
            <a:p>
              <a:endParaRPr sz="2400"/>
            </a:p>
          </p:txBody>
        </p:sp>
        <p:sp>
          <p:nvSpPr>
            <p:cNvPr id="4372" name="Google Shape;4372;p61"/>
            <p:cNvSpPr/>
            <p:nvPr/>
          </p:nvSpPr>
          <p:spPr>
            <a:xfrm>
              <a:off x="3894395"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121900" tIns="121900" rIns="121900" bIns="121900" anchor="ctr" anchorCtr="0">
              <a:noAutofit/>
            </a:bodyPr>
            <a:lstStyle/>
            <a:p>
              <a:endParaRPr sz="2400"/>
            </a:p>
          </p:txBody>
        </p:sp>
        <p:sp>
          <p:nvSpPr>
            <p:cNvPr id="4373" name="Google Shape;4373;p61"/>
            <p:cNvSpPr/>
            <p:nvPr/>
          </p:nvSpPr>
          <p:spPr>
            <a:xfrm>
              <a:off x="4560958"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121900" tIns="121900" rIns="121900" bIns="121900" anchor="ctr" anchorCtr="0">
              <a:noAutofit/>
            </a:bodyPr>
            <a:lstStyle/>
            <a:p>
              <a:endParaRPr sz="2400"/>
            </a:p>
          </p:txBody>
        </p:sp>
      </p:grpSp>
      <p:grpSp>
        <p:nvGrpSpPr>
          <p:cNvPr id="4374" name="Google Shape;4374;p61"/>
          <p:cNvGrpSpPr/>
          <p:nvPr/>
        </p:nvGrpSpPr>
        <p:grpSpPr>
          <a:xfrm>
            <a:off x="7019915" y="5365182"/>
            <a:ext cx="1889423" cy="467473"/>
            <a:chOff x="4234950" y="2101012"/>
            <a:chExt cx="4219974" cy="1044090"/>
          </a:xfrm>
        </p:grpSpPr>
        <p:sp>
          <p:nvSpPr>
            <p:cNvPr id="4375" name="Google Shape;4375;p61"/>
            <p:cNvSpPr/>
            <p:nvPr/>
          </p:nvSpPr>
          <p:spPr>
            <a:xfrm rot="10800000">
              <a:off x="7528544" y="2218809"/>
              <a:ext cx="826790" cy="826702"/>
            </a:xfrm>
            <a:custGeom>
              <a:avLst/>
              <a:gdLst/>
              <a:ahLst/>
              <a:cxnLst/>
              <a:rect l="l" t="t" r="r" b="b"/>
              <a:pathLst>
                <a:path w="34893" h="34893" extrusionOk="0">
                  <a:moveTo>
                    <a:pt x="1" y="1"/>
                  </a:moveTo>
                  <a:lnTo>
                    <a:pt x="1" y="34892"/>
                  </a:lnTo>
                  <a:lnTo>
                    <a:pt x="34892" y="34892"/>
                  </a:lnTo>
                  <a:lnTo>
                    <a:pt x="34892" y="1"/>
                  </a:lnTo>
                  <a:close/>
                </a:path>
              </a:pathLst>
            </a:custGeom>
            <a:solidFill>
              <a:srgbClr val="435D74"/>
            </a:solidFill>
            <a:ln>
              <a:noFill/>
            </a:ln>
          </p:spPr>
          <p:txBody>
            <a:bodyPr spcFirstLastPara="1" wrap="square" lIns="121900" tIns="121900" rIns="121900" bIns="121900" anchor="ctr" anchorCtr="0">
              <a:noAutofit/>
            </a:bodyPr>
            <a:lstStyle/>
            <a:p>
              <a:endParaRPr sz="2400"/>
            </a:p>
          </p:txBody>
        </p:sp>
        <p:sp>
          <p:nvSpPr>
            <p:cNvPr id="4376" name="Google Shape;4376;p61"/>
            <p:cNvSpPr/>
            <p:nvPr/>
          </p:nvSpPr>
          <p:spPr>
            <a:xfrm rot="10800000">
              <a:off x="6487595" y="2218809"/>
              <a:ext cx="827572" cy="826702"/>
            </a:xfrm>
            <a:custGeom>
              <a:avLst/>
              <a:gdLst/>
              <a:ahLst/>
              <a:cxnLst/>
              <a:rect l="l" t="t" r="r" b="b"/>
              <a:pathLst>
                <a:path w="34926" h="34893" extrusionOk="0">
                  <a:moveTo>
                    <a:pt x="1" y="1"/>
                  </a:moveTo>
                  <a:lnTo>
                    <a:pt x="1" y="34892"/>
                  </a:lnTo>
                  <a:lnTo>
                    <a:pt x="34926" y="34892"/>
                  </a:lnTo>
                  <a:lnTo>
                    <a:pt x="3492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377" name="Google Shape;4377;p61"/>
            <p:cNvSpPr/>
            <p:nvPr/>
          </p:nvSpPr>
          <p:spPr>
            <a:xfrm rot="10800000">
              <a:off x="5430819" y="2218809"/>
              <a:ext cx="827572" cy="826702"/>
            </a:xfrm>
            <a:custGeom>
              <a:avLst/>
              <a:gdLst/>
              <a:ahLst/>
              <a:cxnLst/>
              <a:rect l="l" t="t" r="r" b="b"/>
              <a:pathLst>
                <a:path w="34926" h="34893" extrusionOk="0">
                  <a:moveTo>
                    <a:pt x="0" y="1"/>
                  </a:moveTo>
                  <a:lnTo>
                    <a:pt x="0" y="34892"/>
                  </a:lnTo>
                  <a:lnTo>
                    <a:pt x="34925" y="34892"/>
                  </a:lnTo>
                  <a:lnTo>
                    <a:pt x="34925"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4378" name="Google Shape;4378;p61"/>
            <p:cNvSpPr/>
            <p:nvPr/>
          </p:nvSpPr>
          <p:spPr>
            <a:xfrm rot="10800000">
              <a:off x="4374848" y="2218809"/>
              <a:ext cx="826790" cy="826702"/>
            </a:xfrm>
            <a:custGeom>
              <a:avLst/>
              <a:gdLst/>
              <a:ahLst/>
              <a:cxnLst/>
              <a:rect l="l" t="t" r="r" b="b"/>
              <a:pathLst>
                <a:path w="34893" h="34893" extrusionOk="0">
                  <a:moveTo>
                    <a:pt x="1" y="1"/>
                  </a:moveTo>
                  <a:lnTo>
                    <a:pt x="1" y="34892"/>
                  </a:lnTo>
                  <a:lnTo>
                    <a:pt x="34892" y="34892"/>
                  </a:lnTo>
                  <a:lnTo>
                    <a:pt x="34892" y="1"/>
                  </a:lnTo>
                  <a:close/>
                </a:path>
              </a:pathLst>
            </a:custGeom>
            <a:solidFill>
              <a:srgbClr val="BAC8D3"/>
            </a:solidFill>
            <a:ln>
              <a:noFill/>
            </a:ln>
          </p:spPr>
          <p:txBody>
            <a:bodyPr spcFirstLastPara="1" wrap="square" lIns="121900" tIns="121900" rIns="121900" bIns="121900" anchor="ctr" anchorCtr="0">
              <a:noAutofit/>
            </a:bodyPr>
            <a:lstStyle/>
            <a:p>
              <a:endParaRPr sz="2400"/>
            </a:p>
          </p:txBody>
        </p:sp>
        <p:sp>
          <p:nvSpPr>
            <p:cNvPr id="4379" name="Google Shape;4379;p61"/>
            <p:cNvSpPr/>
            <p:nvPr/>
          </p:nvSpPr>
          <p:spPr>
            <a:xfrm rot="10800000">
              <a:off x="7410780" y="2622683"/>
              <a:ext cx="1044144" cy="522420"/>
            </a:xfrm>
            <a:custGeom>
              <a:avLst/>
              <a:gdLst/>
              <a:ahLst/>
              <a:cxnLst/>
              <a:rect l="l" t="t" r="r" b="b"/>
              <a:pathLst>
                <a:path w="44066" h="22050" fill="none" extrusionOk="0">
                  <a:moveTo>
                    <a:pt x="1" y="22050"/>
                  </a:moveTo>
                  <a:cubicBezTo>
                    <a:pt x="1" y="9874"/>
                    <a:pt x="9874" y="1"/>
                    <a:pt x="22050" y="1"/>
                  </a:cubicBezTo>
                  <a:cubicBezTo>
                    <a:pt x="34192" y="1"/>
                    <a:pt x="44065" y="9874"/>
                    <a:pt x="44065" y="22050"/>
                  </a:cubicBezTo>
                </a:path>
              </a:pathLst>
            </a:custGeom>
            <a:noFill/>
            <a:ln w="20850" cap="rnd" cmpd="sng">
              <a:solidFill>
                <a:srgbClr val="435D74"/>
              </a:solidFill>
              <a:prstDash val="solid"/>
              <a:miter lim="33357"/>
              <a:headEnd type="none" w="sm" len="sm"/>
              <a:tailEnd type="none" w="sm" len="sm"/>
            </a:ln>
          </p:spPr>
          <p:txBody>
            <a:bodyPr spcFirstLastPara="1" wrap="square" lIns="121900" tIns="121900" rIns="121900" bIns="121900" anchor="ctr" anchorCtr="0">
              <a:noAutofit/>
            </a:bodyPr>
            <a:lstStyle/>
            <a:p>
              <a:endParaRPr sz="2400"/>
            </a:p>
          </p:txBody>
        </p:sp>
        <p:sp>
          <p:nvSpPr>
            <p:cNvPr id="4380" name="Google Shape;4380;p61"/>
            <p:cNvSpPr/>
            <p:nvPr/>
          </p:nvSpPr>
          <p:spPr>
            <a:xfrm rot="10800000">
              <a:off x="6366656" y="2101012"/>
              <a:ext cx="1044144" cy="521638"/>
            </a:xfrm>
            <a:custGeom>
              <a:avLst/>
              <a:gdLst/>
              <a:ahLst/>
              <a:cxnLst/>
              <a:rect l="l" t="t" r="r" b="b"/>
              <a:pathLst>
                <a:path w="44066" h="22017" fill="none" extrusionOk="0">
                  <a:moveTo>
                    <a:pt x="44065" y="1"/>
                  </a:moveTo>
                  <a:cubicBezTo>
                    <a:pt x="44065" y="12176"/>
                    <a:pt x="34191" y="22016"/>
                    <a:pt x="22049" y="22016"/>
                  </a:cubicBezTo>
                  <a:cubicBezTo>
                    <a:pt x="9874" y="22016"/>
                    <a:pt x="0" y="12176"/>
                    <a:pt x="0" y="1"/>
                  </a:cubicBezTo>
                </a:path>
              </a:pathLst>
            </a:custGeom>
            <a:noFill/>
            <a:ln w="20850" cap="rnd" cmpd="sng">
              <a:solidFill>
                <a:srgbClr val="5F7D95"/>
              </a:solidFill>
              <a:prstDash val="solid"/>
              <a:miter lim="33357"/>
              <a:headEnd type="none" w="sm" len="sm"/>
              <a:tailEnd type="none" w="sm" len="sm"/>
            </a:ln>
          </p:spPr>
          <p:txBody>
            <a:bodyPr spcFirstLastPara="1" wrap="square" lIns="121900" tIns="121900" rIns="121900" bIns="121900" anchor="ctr" anchorCtr="0">
              <a:noAutofit/>
            </a:bodyPr>
            <a:lstStyle/>
            <a:p>
              <a:endParaRPr sz="2400"/>
            </a:p>
          </p:txBody>
        </p:sp>
        <p:sp>
          <p:nvSpPr>
            <p:cNvPr id="4381" name="Google Shape;4381;p61"/>
            <p:cNvSpPr/>
            <p:nvPr/>
          </p:nvSpPr>
          <p:spPr>
            <a:xfrm rot="10800000">
              <a:off x="5322557" y="2622683"/>
              <a:ext cx="1044120" cy="522420"/>
            </a:xfrm>
            <a:custGeom>
              <a:avLst/>
              <a:gdLst/>
              <a:ahLst/>
              <a:cxnLst/>
              <a:rect l="l" t="t" r="r" b="b"/>
              <a:pathLst>
                <a:path w="44065" h="22050" fill="none" extrusionOk="0">
                  <a:moveTo>
                    <a:pt x="0" y="22050"/>
                  </a:moveTo>
                  <a:cubicBezTo>
                    <a:pt x="0" y="9874"/>
                    <a:pt x="9874" y="1"/>
                    <a:pt x="22049" y="1"/>
                  </a:cubicBezTo>
                  <a:cubicBezTo>
                    <a:pt x="34191" y="1"/>
                    <a:pt x="44065" y="9874"/>
                    <a:pt x="44065" y="22050"/>
                  </a:cubicBezTo>
                </a:path>
              </a:pathLst>
            </a:custGeom>
            <a:noFill/>
            <a:ln w="20850" cap="rnd" cmpd="sng">
              <a:solidFill>
                <a:srgbClr val="869FB2"/>
              </a:solidFill>
              <a:prstDash val="solid"/>
              <a:miter lim="33357"/>
              <a:headEnd type="none" w="sm" len="sm"/>
              <a:tailEnd type="none" w="sm" len="sm"/>
            </a:ln>
          </p:spPr>
          <p:txBody>
            <a:bodyPr spcFirstLastPara="1" wrap="square" lIns="121900" tIns="121900" rIns="121900" bIns="121900" anchor="ctr" anchorCtr="0">
              <a:noAutofit/>
            </a:bodyPr>
            <a:lstStyle/>
            <a:p>
              <a:endParaRPr sz="2400"/>
            </a:p>
          </p:txBody>
        </p:sp>
        <p:sp>
          <p:nvSpPr>
            <p:cNvPr id="4382" name="Google Shape;4382;p61"/>
            <p:cNvSpPr/>
            <p:nvPr/>
          </p:nvSpPr>
          <p:spPr>
            <a:xfrm rot="10800000">
              <a:off x="4278434" y="2101012"/>
              <a:ext cx="1044144" cy="521638"/>
            </a:xfrm>
            <a:custGeom>
              <a:avLst/>
              <a:gdLst/>
              <a:ahLst/>
              <a:cxnLst/>
              <a:rect l="l" t="t" r="r" b="b"/>
              <a:pathLst>
                <a:path w="44066" h="22017" fill="none" extrusionOk="0">
                  <a:moveTo>
                    <a:pt x="44066" y="1"/>
                  </a:moveTo>
                  <a:cubicBezTo>
                    <a:pt x="44066" y="12176"/>
                    <a:pt x="34192" y="22016"/>
                    <a:pt x="22017" y="22016"/>
                  </a:cubicBezTo>
                  <a:cubicBezTo>
                    <a:pt x="9875" y="22016"/>
                    <a:pt x="1" y="12176"/>
                    <a:pt x="1" y="1"/>
                  </a:cubicBezTo>
                </a:path>
              </a:pathLst>
            </a:custGeom>
            <a:noFill/>
            <a:ln w="20850" cap="rnd" cmpd="sng">
              <a:solidFill>
                <a:srgbClr val="BAC8D3"/>
              </a:solidFill>
              <a:prstDash val="solid"/>
              <a:miter lim="33357"/>
              <a:headEnd type="none" w="sm" len="sm"/>
              <a:tailEnd type="none" w="sm" len="sm"/>
            </a:ln>
          </p:spPr>
          <p:txBody>
            <a:bodyPr spcFirstLastPara="1" wrap="square" lIns="121900" tIns="121900" rIns="121900" bIns="121900" anchor="ctr" anchorCtr="0">
              <a:noAutofit/>
            </a:bodyPr>
            <a:lstStyle/>
            <a:p>
              <a:endParaRPr sz="2400"/>
            </a:p>
          </p:txBody>
        </p:sp>
        <p:sp>
          <p:nvSpPr>
            <p:cNvPr id="4383" name="Google Shape;4383;p61"/>
            <p:cNvSpPr/>
            <p:nvPr/>
          </p:nvSpPr>
          <p:spPr>
            <a:xfrm rot="10800000">
              <a:off x="7367296" y="2570459"/>
              <a:ext cx="86984" cy="86975"/>
            </a:xfrm>
            <a:custGeom>
              <a:avLst/>
              <a:gdLst/>
              <a:ahLst/>
              <a:cxnLst/>
              <a:rect l="l" t="t" r="r" b="b"/>
              <a:pathLst>
                <a:path w="3671" h="3671" extrusionOk="0">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384" name="Google Shape;4384;p61"/>
            <p:cNvSpPr/>
            <p:nvPr/>
          </p:nvSpPr>
          <p:spPr>
            <a:xfrm rot="10800000">
              <a:off x="6323197" y="2570459"/>
              <a:ext cx="86961" cy="86975"/>
            </a:xfrm>
            <a:custGeom>
              <a:avLst/>
              <a:gdLst/>
              <a:ahLst/>
              <a:cxnLst/>
              <a:rect l="l" t="t" r="r" b="b"/>
              <a:pathLst>
                <a:path w="3670" h="3671" extrusionOk="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385" name="Google Shape;4385;p61"/>
            <p:cNvSpPr/>
            <p:nvPr/>
          </p:nvSpPr>
          <p:spPr>
            <a:xfrm rot="10800000">
              <a:off x="5279073" y="2570459"/>
              <a:ext cx="86961" cy="86975"/>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386" name="Google Shape;4386;p61"/>
            <p:cNvSpPr/>
            <p:nvPr/>
          </p:nvSpPr>
          <p:spPr>
            <a:xfrm rot="10800000">
              <a:off x="4234950" y="2570459"/>
              <a:ext cx="86961" cy="86975"/>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69" y="2870"/>
                    <a:pt x="3669" y="1836"/>
                  </a:cubicBezTo>
                  <a:cubicBezTo>
                    <a:pt x="3669" y="835"/>
                    <a:pt x="2836" y="1"/>
                    <a:pt x="1835"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387" name="Google Shape;4387;p61"/>
            <p:cNvSpPr/>
            <p:nvPr/>
          </p:nvSpPr>
          <p:spPr>
            <a:xfrm rot="10800000">
              <a:off x="7541197" y="2231460"/>
              <a:ext cx="801483" cy="800617"/>
            </a:xfrm>
            <a:custGeom>
              <a:avLst/>
              <a:gdLst/>
              <a:ahLst/>
              <a:cxnLst/>
              <a:rect l="l" t="t" r="r" b="b"/>
              <a:pathLst>
                <a:path w="33825" h="33792" extrusionOk="0">
                  <a:moveTo>
                    <a:pt x="16912" y="1835"/>
                  </a:moveTo>
                  <a:cubicBezTo>
                    <a:pt x="25218" y="1835"/>
                    <a:pt x="31956" y="8573"/>
                    <a:pt x="31956" y="16879"/>
                  </a:cubicBezTo>
                  <a:cubicBezTo>
                    <a:pt x="31956" y="25185"/>
                    <a:pt x="25218" y="31923"/>
                    <a:pt x="16912" y="31923"/>
                  </a:cubicBezTo>
                  <a:cubicBezTo>
                    <a:pt x="8606" y="31923"/>
                    <a:pt x="1868" y="25185"/>
                    <a:pt x="1868" y="16879"/>
                  </a:cubicBezTo>
                  <a:cubicBezTo>
                    <a:pt x="1868" y="8573"/>
                    <a:pt x="8606" y="1835"/>
                    <a:pt x="16912" y="1835"/>
                  </a:cubicBezTo>
                  <a:close/>
                  <a:moveTo>
                    <a:pt x="16912" y="1"/>
                  </a:moveTo>
                  <a:cubicBezTo>
                    <a:pt x="7572" y="1"/>
                    <a:pt x="0" y="7539"/>
                    <a:pt x="0" y="16879"/>
                  </a:cubicBezTo>
                  <a:cubicBezTo>
                    <a:pt x="0" y="26219"/>
                    <a:pt x="7572" y="33791"/>
                    <a:pt x="16912" y="33791"/>
                  </a:cubicBezTo>
                  <a:cubicBezTo>
                    <a:pt x="26252" y="33791"/>
                    <a:pt x="33824" y="26219"/>
                    <a:pt x="33824" y="16879"/>
                  </a:cubicBezTo>
                  <a:cubicBezTo>
                    <a:pt x="33824" y="7539"/>
                    <a:pt x="26252" y="1"/>
                    <a:pt x="16912"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388" name="Google Shape;4388;p61"/>
            <p:cNvSpPr/>
            <p:nvPr/>
          </p:nvSpPr>
          <p:spPr>
            <a:xfrm rot="10800000">
              <a:off x="6488377" y="2231460"/>
              <a:ext cx="800701" cy="800617"/>
            </a:xfrm>
            <a:custGeom>
              <a:avLst/>
              <a:gdLst/>
              <a:ahLst/>
              <a:cxnLst/>
              <a:rect l="l" t="t" r="r" b="b"/>
              <a:pathLst>
                <a:path w="33792" h="33792" extrusionOk="0">
                  <a:moveTo>
                    <a:pt x="16912" y="1"/>
                  </a:moveTo>
                  <a:cubicBezTo>
                    <a:pt x="7572" y="1"/>
                    <a:pt x="0" y="7539"/>
                    <a:pt x="0" y="16879"/>
                  </a:cubicBezTo>
                  <a:cubicBezTo>
                    <a:pt x="0" y="26219"/>
                    <a:pt x="7572" y="33791"/>
                    <a:pt x="16912" y="33791"/>
                  </a:cubicBezTo>
                  <a:cubicBezTo>
                    <a:pt x="26219" y="33791"/>
                    <a:pt x="33791" y="26219"/>
                    <a:pt x="33791" y="16879"/>
                  </a:cubicBezTo>
                  <a:cubicBezTo>
                    <a:pt x="33791" y="7539"/>
                    <a:pt x="26252" y="1"/>
                    <a:pt x="16912" y="1"/>
                  </a:cubicBezTo>
                  <a:close/>
                  <a:moveTo>
                    <a:pt x="16912" y="31923"/>
                  </a:moveTo>
                  <a:cubicBezTo>
                    <a:pt x="8607" y="31923"/>
                    <a:pt x="1868" y="25185"/>
                    <a:pt x="1868" y="16879"/>
                  </a:cubicBezTo>
                  <a:cubicBezTo>
                    <a:pt x="1868" y="8573"/>
                    <a:pt x="8607" y="1835"/>
                    <a:pt x="16912" y="1835"/>
                  </a:cubicBezTo>
                  <a:cubicBezTo>
                    <a:pt x="25218" y="1835"/>
                    <a:pt x="31957" y="8573"/>
                    <a:pt x="31957" y="16879"/>
                  </a:cubicBezTo>
                  <a:cubicBezTo>
                    <a:pt x="31957" y="25185"/>
                    <a:pt x="25218" y="31923"/>
                    <a:pt x="16912" y="31923"/>
                  </a:cubicBezTo>
                  <a:close/>
                </a:path>
              </a:pathLst>
            </a:custGeom>
            <a:solidFill>
              <a:srgbClr val="F2F2F2"/>
            </a:solidFill>
            <a:ln>
              <a:noFill/>
            </a:ln>
          </p:spPr>
          <p:txBody>
            <a:bodyPr spcFirstLastPara="1" wrap="square" lIns="121900" tIns="121900" rIns="121900" bIns="121900" anchor="ctr" anchorCtr="0">
              <a:noAutofit/>
            </a:bodyPr>
            <a:lstStyle/>
            <a:p>
              <a:endParaRPr sz="2400"/>
            </a:p>
          </p:txBody>
        </p:sp>
        <p:sp>
          <p:nvSpPr>
            <p:cNvPr id="4389" name="Google Shape;4389;p61"/>
            <p:cNvSpPr/>
            <p:nvPr/>
          </p:nvSpPr>
          <p:spPr>
            <a:xfrm rot="10800000">
              <a:off x="5434776" y="2231460"/>
              <a:ext cx="800701" cy="800617"/>
            </a:xfrm>
            <a:custGeom>
              <a:avLst/>
              <a:gdLst/>
              <a:ahLst/>
              <a:cxnLst/>
              <a:rect l="l" t="t" r="r" b="b"/>
              <a:pathLst>
                <a:path w="33792" h="33792" extrusionOk="0">
                  <a:moveTo>
                    <a:pt x="16879" y="1"/>
                  </a:moveTo>
                  <a:cubicBezTo>
                    <a:pt x="7539" y="1"/>
                    <a:pt x="0" y="7539"/>
                    <a:pt x="0" y="16879"/>
                  </a:cubicBezTo>
                  <a:cubicBezTo>
                    <a:pt x="0" y="26219"/>
                    <a:pt x="7539" y="33791"/>
                    <a:pt x="16879" y="33791"/>
                  </a:cubicBezTo>
                  <a:cubicBezTo>
                    <a:pt x="26219" y="33791"/>
                    <a:pt x="33791" y="26219"/>
                    <a:pt x="33791" y="16879"/>
                  </a:cubicBezTo>
                  <a:cubicBezTo>
                    <a:pt x="33791" y="7539"/>
                    <a:pt x="26219" y="1"/>
                    <a:pt x="16879" y="1"/>
                  </a:cubicBezTo>
                  <a:close/>
                  <a:moveTo>
                    <a:pt x="16879" y="31923"/>
                  </a:moveTo>
                  <a:cubicBezTo>
                    <a:pt x="8573" y="31923"/>
                    <a:pt x="1835" y="25185"/>
                    <a:pt x="1835" y="16879"/>
                  </a:cubicBezTo>
                  <a:cubicBezTo>
                    <a:pt x="1835" y="8573"/>
                    <a:pt x="8573" y="1835"/>
                    <a:pt x="16879" y="1835"/>
                  </a:cubicBezTo>
                  <a:cubicBezTo>
                    <a:pt x="25185" y="1835"/>
                    <a:pt x="31923" y="8573"/>
                    <a:pt x="31923" y="16879"/>
                  </a:cubicBezTo>
                  <a:cubicBezTo>
                    <a:pt x="31923" y="25185"/>
                    <a:pt x="25185" y="31923"/>
                    <a:pt x="16879" y="31923"/>
                  </a:cubicBezTo>
                  <a:close/>
                </a:path>
              </a:pathLst>
            </a:custGeom>
            <a:solidFill>
              <a:srgbClr val="F2F2F2"/>
            </a:solidFill>
            <a:ln>
              <a:noFill/>
            </a:ln>
          </p:spPr>
          <p:txBody>
            <a:bodyPr spcFirstLastPara="1" wrap="square" lIns="121900" tIns="121900" rIns="121900" bIns="121900" anchor="ctr" anchorCtr="0">
              <a:noAutofit/>
            </a:bodyPr>
            <a:lstStyle/>
            <a:p>
              <a:endParaRPr sz="2400"/>
            </a:p>
          </p:txBody>
        </p:sp>
        <p:sp>
          <p:nvSpPr>
            <p:cNvPr id="4390" name="Google Shape;4390;p61"/>
            <p:cNvSpPr/>
            <p:nvPr/>
          </p:nvSpPr>
          <p:spPr>
            <a:xfrm rot="10800000">
              <a:off x="4381980" y="2231460"/>
              <a:ext cx="800678" cy="800617"/>
            </a:xfrm>
            <a:custGeom>
              <a:avLst/>
              <a:gdLst/>
              <a:ahLst/>
              <a:cxnLst/>
              <a:rect l="l" t="t" r="r" b="b"/>
              <a:pathLst>
                <a:path w="33791" h="33792" extrusionOk="0">
                  <a:moveTo>
                    <a:pt x="16912" y="1"/>
                  </a:moveTo>
                  <a:cubicBezTo>
                    <a:pt x="7572" y="1"/>
                    <a:pt x="0" y="7539"/>
                    <a:pt x="0" y="16879"/>
                  </a:cubicBezTo>
                  <a:cubicBezTo>
                    <a:pt x="0" y="26219"/>
                    <a:pt x="7572" y="33791"/>
                    <a:pt x="16912" y="33791"/>
                  </a:cubicBezTo>
                  <a:cubicBezTo>
                    <a:pt x="26252" y="33791"/>
                    <a:pt x="33791" y="26219"/>
                    <a:pt x="33791" y="16879"/>
                  </a:cubicBezTo>
                  <a:cubicBezTo>
                    <a:pt x="33791" y="7539"/>
                    <a:pt x="26252" y="1"/>
                    <a:pt x="16912" y="1"/>
                  </a:cubicBezTo>
                  <a:close/>
                  <a:moveTo>
                    <a:pt x="16912" y="31923"/>
                  </a:moveTo>
                  <a:cubicBezTo>
                    <a:pt x="8606" y="31923"/>
                    <a:pt x="1868" y="25185"/>
                    <a:pt x="1868" y="16879"/>
                  </a:cubicBezTo>
                  <a:cubicBezTo>
                    <a:pt x="1868" y="8573"/>
                    <a:pt x="8606" y="1835"/>
                    <a:pt x="16912" y="1835"/>
                  </a:cubicBezTo>
                  <a:cubicBezTo>
                    <a:pt x="25218" y="1835"/>
                    <a:pt x="31956" y="8573"/>
                    <a:pt x="31956" y="16879"/>
                  </a:cubicBezTo>
                  <a:cubicBezTo>
                    <a:pt x="31956" y="25185"/>
                    <a:pt x="25218" y="31923"/>
                    <a:pt x="16912" y="31923"/>
                  </a:cubicBezTo>
                  <a:close/>
                </a:path>
              </a:pathLst>
            </a:custGeom>
            <a:solidFill>
              <a:srgbClr val="F2F2F2"/>
            </a:solidFill>
            <a:ln>
              <a:noFill/>
            </a:ln>
          </p:spPr>
          <p:txBody>
            <a:bodyPr spcFirstLastPara="1" wrap="square" lIns="121900" tIns="121900" rIns="121900" bIns="121900" anchor="ctr" anchorCtr="0">
              <a:noAutofit/>
            </a:bodyPr>
            <a:lstStyle/>
            <a:p>
              <a:endParaRPr sz="2400"/>
            </a:p>
          </p:txBody>
        </p:sp>
      </p:grpSp>
      <p:grpSp>
        <p:nvGrpSpPr>
          <p:cNvPr id="4391" name="Google Shape;4391;p61"/>
          <p:cNvGrpSpPr/>
          <p:nvPr/>
        </p:nvGrpSpPr>
        <p:grpSpPr>
          <a:xfrm>
            <a:off x="9120545" y="2686192"/>
            <a:ext cx="2115103" cy="495409"/>
            <a:chOff x="1247650" y="2075423"/>
            <a:chExt cx="6648477" cy="1557238"/>
          </a:xfrm>
        </p:grpSpPr>
        <p:sp>
          <p:nvSpPr>
            <p:cNvPr id="4392" name="Google Shape;4392;p61"/>
            <p:cNvSpPr/>
            <p:nvPr/>
          </p:nvSpPr>
          <p:spPr>
            <a:xfrm>
              <a:off x="6633862" y="2075423"/>
              <a:ext cx="953444" cy="825696"/>
            </a:xfrm>
            <a:custGeom>
              <a:avLst/>
              <a:gdLst/>
              <a:ahLst/>
              <a:cxnLst/>
              <a:rect l="l" t="t" r="r" b="b"/>
              <a:pathLst>
                <a:path w="57767" h="50027" extrusionOk="0">
                  <a:moveTo>
                    <a:pt x="14439" y="0"/>
                  </a:moveTo>
                  <a:lnTo>
                    <a:pt x="0" y="25014"/>
                  </a:lnTo>
                  <a:lnTo>
                    <a:pt x="14439" y="50027"/>
                  </a:lnTo>
                  <a:lnTo>
                    <a:pt x="43329" y="50027"/>
                  </a:lnTo>
                  <a:lnTo>
                    <a:pt x="57767" y="25014"/>
                  </a:lnTo>
                  <a:lnTo>
                    <a:pt x="43329"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4393" name="Google Shape;4393;p61"/>
            <p:cNvSpPr/>
            <p:nvPr/>
          </p:nvSpPr>
          <p:spPr>
            <a:xfrm>
              <a:off x="5359252" y="2806965"/>
              <a:ext cx="953461" cy="825696"/>
            </a:xfrm>
            <a:custGeom>
              <a:avLst/>
              <a:gdLst/>
              <a:ahLst/>
              <a:cxnLst/>
              <a:rect l="l" t="t" r="r" b="b"/>
              <a:pathLst>
                <a:path w="57768" h="50027" extrusionOk="0">
                  <a:moveTo>
                    <a:pt x="14439" y="0"/>
                  </a:moveTo>
                  <a:lnTo>
                    <a:pt x="1" y="25013"/>
                  </a:lnTo>
                  <a:lnTo>
                    <a:pt x="14439" y="50027"/>
                  </a:lnTo>
                  <a:lnTo>
                    <a:pt x="43329" y="50027"/>
                  </a:lnTo>
                  <a:lnTo>
                    <a:pt x="57767" y="25013"/>
                  </a:lnTo>
                  <a:lnTo>
                    <a:pt x="43329"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4394" name="Google Shape;4394;p61"/>
            <p:cNvSpPr/>
            <p:nvPr/>
          </p:nvSpPr>
          <p:spPr>
            <a:xfrm>
              <a:off x="1601478" y="2075425"/>
              <a:ext cx="953316" cy="825696"/>
            </a:xfrm>
            <a:custGeom>
              <a:avLst/>
              <a:gdLst/>
              <a:ahLst/>
              <a:cxnLst/>
              <a:rect l="l" t="t" r="r" b="b"/>
              <a:pathLst>
                <a:path w="57768" h="50027" extrusionOk="0">
                  <a:moveTo>
                    <a:pt x="14439" y="0"/>
                  </a:moveTo>
                  <a:lnTo>
                    <a:pt x="1" y="25013"/>
                  </a:lnTo>
                  <a:lnTo>
                    <a:pt x="14439" y="50027"/>
                  </a:lnTo>
                  <a:lnTo>
                    <a:pt x="43329" y="50027"/>
                  </a:lnTo>
                  <a:lnTo>
                    <a:pt x="57768" y="25013"/>
                  </a:lnTo>
                  <a:lnTo>
                    <a:pt x="43329"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4395" name="Google Shape;4395;p61"/>
            <p:cNvSpPr/>
            <p:nvPr/>
          </p:nvSpPr>
          <p:spPr>
            <a:xfrm>
              <a:off x="2857827" y="2807112"/>
              <a:ext cx="953370" cy="825320"/>
            </a:xfrm>
            <a:custGeom>
              <a:avLst/>
              <a:gdLst/>
              <a:ahLst/>
              <a:cxnLst/>
              <a:rect l="l" t="t" r="r" b="b"/>
              <a:pathLst>
                <a:path w="57780" h="50027" extrusionOk="0">
                  <a:moveTo>
                    <a:pt x="14452" y="0"/>
                  </a:moveTo>
                  <a:lnTo>
                    <a:pt x="0" y="25013"/>
                  </a:lnTo>
                  <a:lnTo>
                    <a:pt x="14452" y="50027"/>
                  </a:lnTo>
                  <a:lnTo>
                    <a:pt x="43328" y="50027"/>
                  </a:lnTo>
                  <a:lnTo>
                    <a:pt x="57780" y="25013"/>
                  </a:lnTo>
                  <a:lnTo>
                    <a:pt x="43328"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4396" name="Google Shape;4396;p61"/>
            <p:cNvSpPr/>
            <p:nvPr/>
          </p:nvSpPr>
          <p:spPr>
            <a:xfrm>
              <a:off x="4097386" y="2075425"/>
              <a:ext cx="953444" cy="825696"/>
            </a:xfrm>
            <a:custGeom>
              <a:avLst/>
              <a:gdLst/>
              <a:ahLst/>
              <a:cxnLst/>
              <a:rect l="l" t="t" r="r" b="b"/>
              <a:pathLst>
                <a:path w="57767" h="50027" extrusionOk="0">
                  <a:moveTo>
                    <a:pt x="14439" y="0"/>
                  </a:moveTo>
                  <a:lnTo>
                    <a:pt x="0" y="25013"/>
                  </a:lnTo>
                  <a:lnTo>
                    <a:pt x="14439" y="50027"/>
                  </a:lnTo>
                  <a:lnTo>
                    <a:pt x="43328" y="50027"/>
                  </a:lnTo>
                  <a:lnTo>
                    <a:pt x="57767" y="25013"/>
                  </a:lnTo>
                  <a:lnTo>
                    <a:pt x="43328"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4397" name="Google Shape;4397;p61"/>
            <p:cNvSpPr/>
            <p:nvPr/>
          </p:nvSpPr>
          <p:spPr>
            <a:xfrm>
              <a:off x="1247650" y="2490334"/>
              <a:ext cx="6648477" cy="729445"/>
            </a:xfrm>
            <a:custGeom>
              <a:avLst/>
              <a:gdLst/>
              <a:ahLst/>
              <a:cxnLst/>
              <a:rect l="l" t="t" r="r" b="b"/>
              <a:pathLst>
                <a:path w="285373" h="31310" fill="none" extrusionOk="0">
                  <a:moveTo>
                    <a:pt x="285373" y="3317"/>
                  </a:moveTo>
                  <a:lnTo>
                    <a:pt x="269256" y="31309"/>
                  </a:lnTo>
                  <a:lnTo>
                    <a:pt x="233095" y="31309"/>
                  </a:lnTo>
                  <a:lnTo>
                    <a:pt x="215067" y="352"/>
                  </a:lnTo>
                  <a:lnTo>
                    <a:pt x="179426" y="352"/>
                  </a:lnTo>
                  <a:lnTo>
                    <a:pt x="161606" y="31218"/>
                  </a:lnTo>
                  <a:lnTo>
                    <a:pt x="125718" y="31309"/>
                  </a:lnTo>
                  <a:lnTo>
                    <a:pt x="107651" y="0"/>
                  </a:lnTo>
                  <a:lnTo>
                    <a:pt x="71490" y="0"/>
                  </a:lnTo>
                  <a:lnTo>
                    <a:pt x="53669" y="31075"/>
                  </a:lnTo>
                  <a:lnTo>
                    <a:pt x="18042" y="31075"/>
                  </a:lnTo>
                  <a:lnTo>
                    <a:pt x="0" y="118"/>
                  </a:lnTo>
                </a:path>
              </a:pathLst>
            </a:custGeom>
            <a:solidFill>
              <a:srgbClr val="191919"/>
            </a:solidFill>
            <a:ln w="19050" cap="flat" cmpd="sng">
              <a:solidFill>
                <a:srgbClr val="869FB2"/>
              </a:solidFill>
              <a:prstDash val="solid"/>
              <a:miter lim="13007"/>
              <a:headEnd type="none" w="sm" len="sm"/>
              <a:tailEnd type="none" w="sm" len="sm"/>
            </a:ln>
          </p:spPr>
          <p:txBody>
            <a:bodyPr spcFirstLastPara="1" wrap="square" lIns="121900" tIns="121900" rIns="121900" bIns="121900" anchor="ctr" anchorCtr="0">
              <a:noAutofit/>
            </a:bodyPr>
            <a:lstStyle/>
            <a:p>
              <a:endParaRPr sz="2400"/>
            </a:p>
          </p:txBody>
        </p:sp>
      </p:grpSp>
      <p:grpSp>
        <p:nvGrpSpPr>
          <p:cNvPr id="4398" name="Google Shape;4398;p61"/>
          <p:cNvGrpSpPr/>
          <p:nvPr/>
        </p:nvGrpSpPr>
        <p:grpSpPr>
          <a:xfrm>
            <a:off x="7028905" y="1557111"/>
            <a:ext cx="1887468" cy="2198044"/>
            <a:chOff x="1839112" y="2209163"/>
            <a:chExt cx="1918159" cy="2233784"/>
          </a:xfrm>
        </p:grpSpPr>
        <p:sp>
          <p:nvSpPr>
            <p:cNvPr id="4399" name="Google Shape;4399;p61"/>
            <p:cNvSpPr/>
            <p:nvPr/>
          </p:nvSpPr>
          <p:spPr>
            <a:xfrm>
              <a:off x="1839112" y="2209163"/>
              <a:ext cx="575100" cy="575100"/>
            </a:xfrm>
            <a:prstGeom prst="flowChartConnector">
              <a:avLst/>
            </a:prstGeom>
            <a:solidFill>
              <a:srgbClr val="869FB2"/>
            </a:solidFill>
            <a:ln>
              <a:noFill/>
            </a:ln>
          </p:spPr>
          <p:txBody>
            <a:bodyPr spcFirstLastPara="1" wrap="square" lIns="121900" tIns="121900" rIns="121900" bIns="121900" anchor="ctr" anchorCtr="0">
              <a:noAutofit/>
            </a:bodyPr>
            <a:lstStyle/>
            <a:p>
              <a:endParaRPr sz="2400"/>
            </a:p>
          </p:txBody>
        </p:sp>
        <p:sp>
          <p:nvSpPr>
            <p:cNvPr id="4400" name="Google Shape;4400;p61"/>
            <p:cNvSpPr/>
            <p:nvPr/>
          </p:nvSpPr>
          <p:spPr>
            <a:xfrm>
              <a:off x="3182171" y="2209163"/>
              <a:ext cx="575100" cy="575100"/>
            </a:xfrm>
            <a:prstGeom prst="flowChartConnector">
              <a:avLst/>
            </a:prstGeom>
            <a:solidFill>
              <a:srgbClr val="869FB2"/>
            </a:solidFill>
            <a:ln>
              <a:noFill/>
            </a:ln>
          </p:spPr>
          <p:txBody>
            <a:bodyPr spcFirstLastPara="1" wrap="square" lIns="121900" tIns="121900" rIns="121900" bIns="121900" anchor="ctr" anchorCtr="0">
              <a:noAutofit/>
            </a:bodyPr>
            <a:lstStyle/>
            <a:p>
              <a:endParaRPr sz="2400"/>
            </a:p>
          </p:txBody>
        </p:sp>
        <p:sp>
          <p:nvSpPr>
            <p:cNvPr id="4401" name="Google Shape;4401;p61"/>
            <p:cNvSpPr/>
            <p:nvPr/>
          </p:nvSpPr>
          <p:spPr>
            <a:xfrm>
              <a:off x="3182171" y="3040766"/>
              <a:ext cx="575100" cy="575100"/>
            </a:xfrm>
            <a:prstGeom prst="flowChartConnector">
              <a:avLst/>
            </a:prstGeom>
            <a:solidFill>
              <a:srgbClr val="869FB2"/>
            </a:solidFill>
            <a:ln>
              <a:noFill/>
            </a:ln>
          </p:spPr>
          <p:txBody>
            <a:bodyPr spcFirstLastPara="1" wrap="square" lIns="121900" tIns="121900" rIns="121900" bIns="121900" anchor="ctr" anchorCtr="0">
              <a:noAutofit/>
            </a:bodyPr>
            <a:lstStyle/>
            <a:p>
              <a:endParaRPr sz="2400"/>
            </a:p>
          </p:txBody>
        </p:sp>
        <p:cxnSp>
          <p:nvCxnSpPr>
            <p:cNvPr id="4402" name="Google Shape;4402;p61"/>
            <p:cNvCxnSpPr>
              <a:stCxn id="4399" idx="6"/>
              <a:endCxn id="4400" idx="2"/>
            </p:cNvCxnSpPr>
            <p:nvPr/>
          </p:nvCxnSpPr>
          <p:spPr>
            <a:xfrm>
              <a:off x="2414212" y="2496713"/>
              <a:ext cx="768000" cy="900"/>
            </a:xfrm>
            <a:prstGeom prst="bentConnector3">
              <a:avLst>
                <a:gd name="adj1" fmla="val 49997"/>
              </a:avLst>
            </a:prstGeom>
            <a:noFill/>
            <a:ln w="19050" cap="flat" cmpd="sng">
              <a:solidFill>
                <a:srgbClr val="374957"/>
              </a:solidFill>
              <a:prstDash val="solid"/>
              <a:round/>
              <a:headEnd type="none" w="med" len="med"/>
              <a:tailEnd type="none" w="med" len="med"/>
            </a:ln>
          </p:spPr>
        </p:cxnSp>
        <p:cxnSp>
          <p:nvCxnSpPr>
            <p:cNvPr id="4403" name="Google Shape;4403;p61"/>
            <p:cNvCxnSpPr>
              <a:stCxn id="4400" idx="4"/>
              <a:endCxn id="4404" idx="0"/>
            </p:cNvCxnSpPr>
            <p:nvPr/>
          </p:nvCxnSpPr>
          <p:spPr>
            <a:xfrm rot="5400000">
              <a:off x="2669921" y="2240963"/>
              <a:ext cx="256500" cy="1343100"/>
            </a:xfrm>
            <a:prstGeom prst="bentConnector3">
              <a:avLst>
                <a:gd name="adj1" fmla="val 50000"/>
              </a:avLst>
            </a:prstGeom>
            <a:noFill/>
            <a:ln w="19050" cap="flat" cmpd="sng">
              <a:solidFill>
                <a:srgbClr val="374957"/>
              </a:solidFill>
              <a:prstDash val="solid"/>
              <a:round/>
              <a:headEnd type="none" w="med" len="med"/>
              <a:tailEnd type="none" w="med" len="med"/>
            </a:ln>
          </p:spPr>
        </p:cxnSp>
        <p:cxnSp>
          <p:nvCxnSpPr>
            <p:cNvPr id="4405" name="Google Shape;4405;p61"/>
            <p:cNvCxnSpPr>
              <a:stCxn id="4404" idx="6"/>
              <a:endCxn id="4401" idx="2"/>
            </p:cNvCxnSpPr>
            <p:nvPr/>
          </p:nvCxnSpPr>
          <p:spPr>
            <a:xfrm>
              <a:off x="2414212" y="3328316"/>
              <a:ext cx="768000" cy="900"/>
            </a:xfrm>
            <a:prstGeom prst="bentConnector3">
              <a:avLst>
                <a:gd name="adj1" fmla="val 49997"/>
              </a:avLst>
            </a:prstGeom>
            <a:noFill/>
            <a:ln w="19050" cap="flat" cmpd="sng">
              <a:solidFill>
                <a:srgbClr val="374957"/>
              </a:solidFill>
              <a:prstDash val="solid"/>
              <a:round/>
              <a:headEnd type="none" w="med" len="med"/>
              <a:tailEnd type="none" w="med" len="med"/>
            </a:ln>
          </p:spPr>
        </p:cxnSp>
        <p:cxnSp>
          <p:nvCxnSpPr>
            <p:cNvPr id="4406" name="Google Shape;4406;p61"/>
            <p:cNvCxnSpPr>
              <a:stCxn id="4401" idx="4"/>
              <a:endCxn id="4407" idx="0"/>
            </p:cNvCxnSpPr>
            <p:nvPr/>
          </p:nvCxnSpPr>
          <p:spPr>
            <a:xfrm rot="5400000">
              <a:off x="2672171" y="3070316"/>
              <a:ext cx="252000" cy="1343100"/>
            </a:xfrm>
            <a:prstGeom prst="bentConnector3">
              <a:avLst>
                <a:gd name="adj1" fmla="val 49996"/>
              </a:avLst>
            </a:prstGeom>
            <a:noFill/>
            <a:ln w="19050" cap="flat" cmpd="sng">
              <a:solidFill>
                <a:srgbClr val="374957"/>
              </a:solidFill>
              <a:prstDash val="solid"/>
              <a:round/>
              <a:headEnd type="none" w="med" len="med"/>
              <a:tailEnd type="none" w="med" len="med"/>
            </a:ln>
          </p:spPr>
        </p:cxnSp>
        <p:sp>
          <p:nvSpPr>
            <p:cNvPr id="4404" name="Google Shape;4404;p61"/>
            <p:cNvSpPr/>
            <p:nvPr/>
          </p:nvSpPr>
          <p:spPr>
            <a:xfrm>
              <a:off x="1839112" y="3040766"/>
              <a:ext cx="575100" cy="575100"/>
            </a:xfrm>
            <a:prstGeom prst="flowChartConnector">
              <a:avLst/>
            </a:prstGeom>
            <a:solidFill>
              <a:srgbClr val="869FB2"/>
            </a:solidFill>
            <a:ln>
              <a:noFill/>
            </a:ln>
          </p:spPr>
          <p:txBody>
            <a:bodyPr spcFirstLastPara="1" wrap="square" lIns="121900" tIns="121900" rIns="121900" bIns="121900" anchor="ctr" anchorCtr="0">
              <a:noAutofit/>
            </a:bodyPr>
            <a:lstStyle/>
            <a:p>
              <a:endParaRPr sz="2400"/>
            </a:p>
          </p:txBody>
        </p:sp>
        <p:sp>
          <p:nvSpPr>
            <p:cNvPr id="4407" name="Google Shape;4407;p61"/>
            <p:cNvSpPr/>
            <p:nvPr/>
          </p:nvSpPr>
          <p:spPr>
            <a:xfrm>
              <a:off x="1839112" y="3867848"/>
              <a:ext cx="575100" cy="575100"/>
            </a:xfrm>
            <a:prstGeom prst="flowChartConnector">
              <a:avLst/>
            </a:prstGeom>
            <a:solidFill>
              <a:srgbClr val="869FB2"/>
            </a:solidFill>
            <a:ln>
              <a:noFill/>
            </a:ln>
          </p:spPr>
          <p:txBody>
            <a:bodyPr spcFirstLastPara="1" wrap="square" lIns="121900" tIns="121900" rIns="121900" bIns="121900" anchor="ctr" anchorCtr="0">
              <a:noAutofit/>
            </a:bodyPr>
            <a:lstStyle/>
            <a:p>
              <a:endParaRPr sz="2400"/>
            </a:p>
          </p:txBody>
        </p:sp>
        <p:sp>
          <p:nvSpPr>
            <p:cNvPr id="4408" name="Google Shape;4408;p61"/>
            <p:cNvSpPr/>
            <p:nvPr/>
          </p:nvSpPr>
          <p:spPr>
            <a:xfrm>
              <a:off x="3182171" y="3867848"/>
              <a:ext cx="575100" cy="575100"/>
            </a:xfrm>
            <a:prstGeom prst="flowChartConnector">
              <a:avLst/>
            </a:prstGeom>
            <a:solidFill>
              <a:srgbClr val="869FB2"/>
            </a:solidFill>
            <a:ln>
              <a:noFill/>
            </a:ln>
          </p:spPr>
          <p:txBody>
            <a:bodyPr spcFirstLastPara="1" wrap="square" lIns="121900" tIns="121900" rIns="121900" bIns="121900" anchor="ctr" anchorCtr="0">
              <a:noAutofit/>
            </a:bodyPr>
            <a:lstStyle/>
            <a:p>
              <a:endParaRPr sz="2400"/>
            </a:p>
          </p:txBody>
        </p:sp>
        <p:cxnSp>
          <p:nvCxnSpPr>
            <p:cNvPr id="4409" name="Google Shape;4409;p61"/>
            <p:cNvCxnSpPr>
              <a:endCxn id="4408" idx="2"/>
            </p:cNvCxnSpPr>
            <p:nvPr/>
          </p:nvCxnSpPr>
          <p:spPr>
            <a:xfrm>
              <a:off x="2413871" y="4154498"/>
              <a:ext cx="768300" cy="900"/>
            </a:xfrm>
            <a:prstGeom prst="bentConnector3">
              <a:avLst>
                <a:gd name="adj1" fmla="val 50000"/>
              </a:avLst>
            </a:prstGeom>
            <a:noFill/>
            <a:ln w="19050" cap="flat" cmpd="sng">
              <a:solidFill>
                <a:srgbClr val="374957"/>
              </a:solidFill>
              <a:prstDash val="solid"/>
              <a:round/>
              <a:headEnd type="none" w="med" len="med"/>
              <a:tailEnd type="none" w="med" len="med"/>
            </a:ln>
          </p:spPr>
        </p:cxnSp>
      </p:grpSp>
      <p:grpSp>
        <p:nvGrpSpPr>
          <p:cNvPr id="4410" name="Google Shape;4410;p61"/>
          <p:cNvGrpSpPr/>
          <p:nvPr/>
        </p:nvGrpSpPr>
        <p:grpSpPr>
          <a:xfrm>
            <a:off x="4571926" y="1581223"/>
            <a:ext cx="2183957" cy="206589"/>
            <a:chOff x="238125" y="2506075"/>
            <a:chExt cx="7115411" cy="673075"/>
          </a:xfrm>
        </p:grpSpPr>
        <p:sp>
          <p:nvSpPr>
            <p:cNvPr id="4411" name="Google Shape;4411;p61"/>
            <p:cNvSpPr/>
            <p:nvPr/>
          </p:nvSpPr>
          <p:spPr>
            <a:xfrm>
              <a:off x="238125" y="2506075"/>
              <a:ext cx="1643150" cy="673075"/>
            </a:xfrm>
            <a:custGeom>
              <a:avLst/>
              <a:gdLst/>
              <a:ahLst/>
              <a:cxnLst/>
              <a:rect l="l" t="t" r="r" b="b"/>
              <a:pathLst>
                <a:path w="65726" h="26923" extrusionOk="0">
                  <a:moveTo>
                    <a:pt x="0" y="0"/>
                  </a:moveTo>
                  <a:lnTo>
                    <a:pt x="10782" y="13477"/>
                  </a:lnTo>
                  <a:lnTo>
                    <a:pt x="0" y="26923"/>
                  </a:lnTo>
                  <a:lnTo>
                    <a:pt x="54943" y="26923"/>
                  </a:lnTo>
                  <a:lnTo>
                    <a:pt x="65725" y="13477"/>
                  </a:lnTo>
                  <a:lnTo>
                    <a:pt x="54943" y="0"/>
                  </a:ln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4412" name="Google Shape;4412;p61"/>
            <p:cNvSpPr/>
            <p:nvPr/>
          </p:nvSpPr>
          <p:spPr>
            <a:xfrm>
              <a:off x="1606190"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4413" name="Google Shape;4413;p61"/>
            <p:cNvSpPr/>
            <p:nvPr/>
          </p:nvSpPr>
          <p:spPr>
            <a:xfrm>
              <a:off x="2973481"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414" name="Google Shape;4414;p61"/>
            <p:cNvSpPr/>
            <p:nvPr/>
          </p:nvSpPr>
          <p:spPr>
            <a:xfrm>
              <a:off x="5709611"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4415" name="Google Shape;4415;p61"/>
            <p:cNvSpPr/>
            <p:nvPr/>
          </p:nvSpPr>
          <p:spPr>
            <a:xfrm>
              <a:off x="4342321" y="2506075"/>
              <a:ext cx="1643150" cy="673075"/>
            </a:xfrm>
            <a:custGeom>
              <a:avLst/>
              <a:gdLst/>
              <a:ahLst/>
              <a:cxnLst/>
              <a:rect l="l" t="t" r="r" b="b"/>
              <a:pathLst>
                <a:path w="65726" h="26923" extrusionOk="0">
                  <a:moveTo>
                    <a:pt x="1" y="0"/>
                  </a:moveTo>
                  <a:lnTo>
                    <a:pt x="10751" y="13477"/>
                  </a:lnTo>
                  <a:lnTo>
                    <a:pt x="1" y="26923"/>
                  </a:lnTo>
                  <a:lnTo>
                    <a:pt x="54944" y="26923"/>
                  </a:lnTo>
                  <a:lnTo>
                    <a:pt x="65726" y="13477"/>
                  </a:lnTo>
                  <a:lnTo>
                    <a:pt x="54944" y="0"/>
                  </a:ln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grpSp>
        <p:nvGrpSpPr>
          <p:cNvPr id="4416" name="Google Shape;4416;p61"/>
          <p:cNvGrpSpPr/>
          <p:nvPr/>
        </p:nvGrpSpPr>
        <p:grpSpPr>
          <a:xfrm>
            <a:off x="2626240" y="2000847"/>
            <a:ext cx="1683909" cy="1047211"/>
            <a:chOff x="548861" y="389676"/>
            <a:chExt cx="3843371" cy="2390163"/>
          </a:xfrm>
        </p:grpSpPr>
        <p:cxnSp>
          <p:nvCxnSpPr>
            <p:cNvPr id="4417" name="Google Shape;4417;p61"/>
            <p:cNvCxnSpPr/>
            <p:nvPr/>
          </p:nvCxnSpPr>
          <p:spPr>
            <a:xfrm rot="10800000" flipH="1">
              <a:off x="3486925" y="1918250"/>
              <a:ext cx="742200" cy="6903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4418" name="Google Shape;4418;p61"/>
            <p:cNvCxnSpPr/>
            <p:nvPr/>
          </p:nvCxnSpPr>
          <p:spPr>
            <a:xfrm rot="-5400000" flipH="1">
              <a:off x="3486925" y="577350"/>
              <a:ext cx="650100" cy="6501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4419" name="Google Shape;4419;p61"/>
            <p:cNvCxnSpPr/>
            <p:nvPr/>
          </p:nvCxnSpPr>
          <p:spPr>
            <a:xfrm>
              <a:off x="2725450" y="576000"/>
              <a:ext cx="1410600" cy="18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4420" name="Google Shape;4420;p61"/>
            <p:cNvCxnSpPr/>
            <p:nvPr/>
          </p:nvCxnSpPr>
          <p:spPr>
            <a:xfrm rot="10800000" flipH="1">
              <a:off x="756500" y="577975"/>
              <a:ext cx="1705500" cy="1049100"/>
            </a:xfrm>
            <a:prstGeom prst="bentConnector3">
              <a:avLst>
                <a:gd name="adj1" fmla="val 50000"/>
              </a:avLst>
            </a:prstGeom>
            <a:noFill/>
            <a:ln w="9525" cap="flat" cmpd="sng">
              <a:solidFill>
                <a:srgbClr val="BAC8D3"/>
              </a:solidFill>
              <a:prstDash val="solid"/>
              <a:round/>
              <a:headEnd type="none" w="med" len="med"/>
              <a:tailEnd type="none" w="med" len="med"/>
            </a:ln>
          </p:spPr>
        </p:cxnSp>
        <p:cxnSp>
          <p:nvCxnSpPr>
            <p:cNvPr id="4421" name="Google Shape;4421;p61"/>
            <p:cNvCxnSpPr/>
            <p:nvPr/>
          </p:nvCxnSpPr>
          <p:spPr>
            <a:xfrm>
              <a:off x="760067" y="1625791"/>
              <a:ext cx="1689000" cy="974100"/>
            </a:xfrm>
            <a:prstGeom prst="bentConnector3">
              <a:avLst>
                <a:gd name="adj1" fmla="val 50000"/>
              </a:avLst>
            </a:prstGeom>
            <a:noFill/>
            <a:ln w="9525" cap="flat" cmpd="sng">
              <a:solidFill>
                <a:srgbClr val="BAC8D3"/>
              </a:solidFill>
              <a:prstDash val="solid"/>
              <a:round/>
              <a:headEnd type="none" w="med" len="med"/>
              <a:tailEnd type="none" w="med" len="med"/>
            </a:ln>
          </p:spPr>
        </p:cxnSp>
        <p:sp>
          <p:nvSpPr>
            <p:cNvPr id="4422" name="Google Shape;4422;p61"/>
            <p:cNvSpPr/>
            <p:nvPr/>
          </p:nvSpPr>
          <p:spPr>
            <a:xfrm>
              <a:off x="548861" y="1338125"/>
              <a:ext cx="502050" cy="502875"/>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cxnSp>
          <p:nvCxnSpPr>
            <p:cNvPr id="4423" name="Google Shape;4423;p61"/>
            <p:cNvCxnSpPr/>
            <p:nvPr/>
          </p:nvCxnSpPr>
          <p:spPr>
            <a:xfrm>
              <a:off x="2725450" y="2609025"/>
              <a:ext cx="1416000" cy="1800"/>
            </a:xfrm>
            <a:prstGeom prst="bentConnector3">
              <a:avLst>
                <a:gd name="adj1" fmla="val 50000"/>
              </a:avLst>
            </a:prstGeom>
            <a:noFill/>
            <a:ln w="9525" cap="flat" cmpd="sng">
              <a:solidFill>
                <a:srgbClr val="869FB2"/>
              </a:solidFill>
              <a:prstDash val="solid"/>
              <a:round/>
              <a:headEnd type="none" w="med" len="med"/>
              <a:tailEnd type="none" w="med" len="med"/>
            </a:ln>
          </p:spPr>
        </p:cxnSp>
        <p:sp>
          <p:nvSpPr>
            <p:cNvPr id="4424" name="Google Shape;4424;p61"/>
            <p:cNvSpPr/>
            <p:nvPr/>
          </p:nvSpPr>
          <p:spPr>
            <a:xfrm>
              <a:off x="4095707" y="1083398"/>
              <a:ext cx="289400" cy="268650"/>
            </a:xfrm>
            <a:custGeom>
              <a:avLst/>
              <a:gdLst/>
              <a:ahLst/>
              <a:cxnLst/>
              <a:rect l="l" t="t" r="r" b="b"/>
              <a:pathLst>
                <a:path w="11576" h="10746" extrusionOk="0">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425" name="Google Shape;4425;p61"/>
            <p:cNvSpPr/>
            <p:nvPr/>
          </p:nvSpPr>
          <p:spPr>
            <a:xfrm>
              <a:off x="2421967" y="389676"/>
              <a:ext cx="383625" cy="371825"/>
            </a:xfrm>
            <a:custGeom>
              <a:avLst/>
              <a:gdLst/>
              <a:ahLst/>
              <a:cxnLst/>
              <a:rect l="l" t="t" r="r" b="b"/>
              <a:pathLst>
                <a:path w="15345" h="14873" extrusionOk="0">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4426" name="Google Shape;4426;p61"/>
            <p:cNvSpPr/>
            <p:nvPr/>
          </p:nvSpPr>
          <p:spPr>
            <a:xfrm>
              <a:off x="4095707" y="426309"/>
              <a:ext cx="289400" cy="268850"/>
            </a:xfrm>
            <a:custGeom>
              <a:avLst/>
              <a:gdLst/>
              <a:ahLst/>
              <a:cxnLst/>
              <a:rect l="l" t="t" r="r" b="b"/>
              <a:pathLst>
                <a:path w="11576" h="10754" extrusionOk="0">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427" name="Google Shape;4427;p61"/>
            <p:cNvSpPr/>
            <p:nvPr/>
          </p:nvSpPr>
          <p:spPr>
            <a:xfrm>
              <a:off x="4102832" y="2474633"/>
              <a:ext cx="289400" cy="269425"/>
            </a:xfrm>
            <a:custGeom>
              <a:avLst/>
              <a:gdLst/>
              <a:ahLst/>
              <a:cxnLst/>
              <a:rect l="l" t="t" r="r" b="b"/>
              <a:pathLst>
                <a:path w="11576" h="10777" extrusionOk="0">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428" name="Google Shape;4428;p61"/>
            <p:cNvSpPr/>
            <p:nvPr/>
          </p:nvSpPr>
          <p:spPr>
            <a:xfrm>
              <a:off x="4095707" y="1772738"/>
              <a:ext cx="289400" cy="268825"/>
            </a:xfrm>
            <a:custGeom>
              <a:avLst/>
              <a:gdLst/>
              <a:ahLst/>
              <a:cxnLst/>
              <a:rect l="l" t="t" r="r" b="b"/>
              <a:pathLst>
                <a:path w="11576" h="10753" extrusionOk="0">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429" name="Google Shape;4429;p61"/>
            <p:cNvSpPr/>
            <p:nvPr/>
          </p:nvSpPr>
          <p:spPr>
            <a:xfrm>
              <a:off x="2422792" y="2408015"/>
              <a:ext cx="383650" cy="371825"/>
            </a:xfrm>
            <a:custGeom>
              <a:avLst/>
              <a:gdLst/>
              <a:ahLst/>
              <a:cxnLst/>
              <a:rect l="l" t="t" r="r" b="b"/>
              <a:pathLst>
                <a:path w="15346" h="14873" extrusionOk="0">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4430" name="Google Shape;4430;p61"/>
          <p:cNvGrpSpPr/>
          <p:nvPr/>
        </p:nvGrpSpPr>
        <p:grpSpPr>
          <a:xfrm>
            <a:off x="1010416" y="3476683"/>
            <a:ext cx="1882739" cy="844749"/>
            <a:chOff x="1187400" y="2529299"/>
            <a:chExt cx="6769193" cy="2241903"/>
          </a:xfrm>
        </p:grpSpPr>
        <p:sp>
          <p:nvSpPr>
            <p:cNvPr id="4431" name="Google Shape;4431;p61"/>
            <p:cNvSpPr/>
            <p:nvPr/>
          </p:nvSpPr>
          <p:spPr>
            <a:xfrm>
              <a:off x="3802943" y="2529299"/>
              <a:ext cx="1538100" cy="442500"/>
            </a:xfrm>
            <a:prstGeom prst="roundRect">
              <a:avLst>
                <a:gd name="adj" fmla="val 50000"/>
              </a:avLst>
            </a:prstGeom>
            <a:solidFill>
              <a:srgbClr val="667E92"/>
            </a:solidFill>
            <a:ln>
              <a:noFill/>
            </a:ln>
          </p:spPr>
          <p:txBody>
            <a:bodyPr spcFirstLastPara="1" wrap="square" lIns="121900" tIns="121900" rIns="121900" bIns="121900" anchor="ctr" anchorCtr="0">
              <a:noAutofit/>
            </a:bodyPr>
            <a:lstStyle/>
            <a:p>
              <a:endParaRPr sz="2400">
                <a:solidFill>
                  <a:srgbClr val="FFFFFF"/>
                </a:solidFill>
              </a:endParaRPr>
            </a:p>
          </p:txBody>
        </p:sp>
        <p:sp>
          <p:nvSpPr>
            <p:cNvPr id="4432" name="Google Shape;4432;p61"/>
            <p:cNvSpPr/>
            <p:nvPr/>
          </p:nvSpPr>
          <p:spPr>
            <a:xfrm>
              <a:off x="5573240" y="3429000"/>
              <a:ext cx="1538100" cy="442500"/>
            </a:xfrm>
            <a:prstGeom prst="roundRect">
              <a:avLst>
                <a:gd name="adj" fmla="val 50000"/>
              </a:avLst>
            </a:prstGeom>
            <a:solidFill>
              <a:srgbClr val="869FB1"/>
            </a:solidFill>
            <a:ln>
              <a:noFill/>
            </a:ln>
          </p:spPr>
          <p:txBody>
            <a:bodyPr spcFirstLastPara="1" wrap="square" lIns="121900" tIns="121900" rIns="121900" bIns="121900" anchor="ctr" anchorCtr="0">
              <a:noAutofit/>
            </a:bodyPr>
            <a:lstStyle/>
            <a:p>
              <a:pPr algn="ctr"/>
              <a:endParaRPr sz="2400">
                <a:solidFill>
                  <a:srgbClr val="FFFFFF"/>
                </a:solidFill>
              </a:endParaRPr>
            </a:p>
          </p:txBody>
        </p:sp>
        <p:sp>
          <p:nvSpPr>
            <p:cNvPr id="4433" name="Google Shape;4433;p61"/>
            <p:cNvSpPr/>
            <p:nvPr/>
          </p:nvSpPr>
          <p:spPr>
            <a:xfrm>
              <a:off x="2032647" y="3429000"/>
              <a:ext cx="1538100" cy="442500"/>
            </a:xfrm>
            <a:prstGeom prst="roundRect">
              <a:avLst>
                <a:gd name="adj" fmla="val 50000"/>
              </a:avLst>
            </a:prstGeom>
            <a:solidFill>
              <a:srgbClr val="869FB1"/>
            </a:solidFill>
            <a:ln>
              <a:noFill/>
            </a:ln>
          </p:spPr>
          <p:txBody>
            <a:bodyPr spcFirstLastPara="1" wrap="square" lIns="121900" tIns="121900" rIns="121900" bIns="121900" anchor="ctr" anchorCtr="0">
              <a:noAutofit/>
            </a:bodyPr>
            <a:lstStyle/>
            <a:p>
              <a:pPr algn="ctr"/>
              <a:endParaRPr sz="2400">
                <a:solidFill>
                  <a:srgbClr val="FFFFFF"/>
                </a:solidFill>
              </a:endParaRPr>
            </a:p>
          </p:txBody>
        </p:sp>
        <p:sp>
          <p:nvSpPr>
            <p:cNvPr id="4434" name="Google Shape;4434;p61"/>
            <p:cNvSpPr/>
            <p:nvPr/>
          </p:nvSpPr>
          <p:spPr>
            <a:xfrm>
              <a:off x="1187400" y="4328701"/>
              <a:ext cx="1538100" cy="442500"/>
            </a:xfrm>
            <a:prstGeom prst="roundRect">
              <a:avLst>
                <a:gd name="adj" fmla="val 50000"/>
              </a:avLst>
            </a:prstGeom>
            <a:solidFill>
              <a:srgbClr val="CFD9E0"/>
            </a:solidFill>
            <a:ln>
              <a:noFill/>
            </a:ln>
          </p:spPr>
          <p:txBody>
            <a:bodyPr spcFirstLastPara="1" wrap="square" lIns="121900" tIns="121900" rIns="121900" bIns="121900" anchor="ctr" anchorCtr="0">
              <a:noAutofit/>
            </a:bodyPr>
            <a:lstStyle/>
            <a:p>
              <a:pPr algn="ctr"/>
              <a:endParaRPr sz="2400">
                <a:solidFill>
                  <a:srgbClr val="FFFFFF"/>
                </a:solidFill>
              </a:endParaRPr>
            </a:p>
          </p:txBody>
        </p:sp>
        <p:sp>
          <p:nvSpPr>
            <p:cNvPr id="4435" name="Google Shape;4435;p61"/>
            <p:cNvSpPr/>
            <p:nvPr/>
          </p:nvSpPr>
          <p:spPr>
            <a:xfrm>
              <a:off x="2877893" y="4328701"/>
              <a:ext cx="1538100" cy="442500"/>
            </a:xfrm>
            <a:prstGeom prst="roundRect">
              <a:avLst>
                <a:gd name="adj" fmla="val 50000"/>
              </a:avLst>
            </a:prstGeom>
            <a:solidFill>
              <a:srgbClr val="CFD9E0"/>
            </a:solidFill>
            <a:ln>
              <a:noFill/>
            </a:ln>
          </p:spPr>
          <p:txBody>
            <a:bodyPr spcFirstLastPara="1" wrap="square" lIns="121900" tIns="121900" rIns="121900" bIns="121900" anchor="ctr" anchorCtr="0">
              <a:noAutofit/>
            </a:bodyPr>
            <a:lstStyle/>
            <a:p>
              <a:pPr algn="ctr"/>
              <a:endParaRPr sz="2400">
                <a:solidFill>
                  <a:srgbClr val="FFFFFF"/>
                </a:solidFill>
              </a:endParaRPr>
            </a:p>
          </p:txBody>
        </p:sp>
        <p:sp>
          <p:nvSpPr>
            <p:cNvPr id="4436" name="Google Shape;4436;p61"/>
            <p:cNvSpPr/>
            <p:nvPr/>
          </p:nvSpPr>
          <p:spPr>
            <a:xfrm>
              <a:off x="4728000" y="4328701"/>
              <a:ext cx="1538100" cy="442500"/>
            </a:xfrm>
            <a:prstGeom prst="roundRect">
              <a:avLst>
                <a:gd name="adj" fmla="val 50000"/>
              </a:avLst>
            </a:prstGeom>
            <a:solidFill>
              <a:srgbClr val="CFD9E0"/>
            </a:solidFill>
            <a:ln>
              <a:noFill/>
            </a:ln>
          </p:spPr>
          <p:txBody>
            <a:bodyPr spcFirstLastPara="1" wrap="square" lIns="121900" tIns="121900" rIns="121900" bIns="121900" anchor="ctr" anchorCtr="0">
              <a:noAutofit/>
            </a:bodyPr>
            <a:lstStyle/>
            <a:p>
              <a:pPr algn="ctr"/>
              <a:endParaRPr sz="2400">
                <a:solidFill>
                  <a:srgbClr val="FFFFFF"/>
                </a:solidFill>
              </a:endParaRPr>
            </a:p>
          </p:txBody>
        </p:sp>
        <p:sp>
          <p:nvSpPr>
            <p:cNvPr id="4437" name="Google Shape;4437;p61"/>
            <p:cNvSpPr/>
            <p:nvPr/>
          </p:nvSpPr>
          <p:spPr>
            <a:xfrm>
              <a:off x="6418493" y="4328701"/>
              <a:ext cx="1538100" cy="442500"/>
            </a:xfrm>
            <a:prstGeom prst="roundRect">
              <a:avLst>
                <a:gd name="adj" fmla="val 50000"/>
              </a:avLst>
            </a:prstGeom>
            <a:solidFill>
              <a:srgbClr val="CFD9E0"/>
            </a:solidFill>
            <a:ln>
              <a:noFill/>
            </a:ln>
          </p:spPr>
          <p:txBody>
            <a:bodyPr spcFirstLastPara="1" wrap="square" lIns="121900" tIns="121900" rIns="121900" bIns="121900" anchor="ctr" anchorCtr="0">
              <a:noAutofit/>
            </a:bodyPr>
            <a:lstStyle/>
            <a:p>
              <a:pPr algn="ctr"/>
              <a:endParaRPr sz="2400">
                <a:solidFill>
                  <a:srgbClr val="FFFFFF"/>
                </a:solidFill>
              </a:endParaRPr>
            </a:p>
          </p:txBody>
        </p:sp>
        <p:cxnSp>
          <p:nvCxnSpPr>
            <p:cNvPr id="4438" name="Google Shape;4438;p61"/>
            <p:cNvCxnSpPr>
              <a:stCxn id="4431" idx="2"/>
              <a:endCxn id="4432" idx="0"/>
            </p:cNvCxnSpPr>
            <p:nvPr/>
          </p:nvCxnSpPr>
          <p:spPr>
            <a:xfrm rot="-5400000" flipH="1">
              <a:off x="5228393" y="2315399"/>
              <a:ext cx="457500" cy="17703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4439" name="Google Shape;4439;p61"/>
            <p:cNvCxnSpPr>
              <a:stCxn id="4433" idx="0"/>
              <a:endCxn id="4431" idx="2"/>
            </p:cNvCxnSpPr>
            <p:nvPr/>
          </p:nvCxnSpPr>
          <p:spPr>
            <a:xfrm rot="-5400000">
              <a:off x="3458097" y="2315100"/>
              <a:ext cx="457500" cy="17703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4440" name="Google Shape;4440;p61"/>
            <p:cNvCxnSpPr>
              <a:stCxn id="4433" idx="2"/>
              <a:endCxn id="4435" idx="0"/>
            </p:cNvCxnSpPr>
            <p:nvPr/>
          </p:nvCxnSpPr>
          <p:spPr>
            <a:xfrm rot="-5400000" flipH="1">
              <a:off x="2995797" y="3677400"/>
              <a:ext cx="457500" cy="8457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4441" name="Google Shape;4441;p61"/>
            <p:cNvCxnSpPr>
              <a:stCxn id="4434" idx="0"/>
              <a:endCxn id="4433" idx="2"/>
            </p:cNvCxnSpPr>
            <p:nvPr/>
          </p:nvCxnSpPr>
          <p:spPr>
            <a:xfrm rot="-5400000">
              <a:off x="2150550" y="3677101"/>
              <a:ext cx="457500" cy="8457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4442" name="Google Shape;4442;p61"/>
            <p:cNvCxnSpPr>
              <a:stCxn id="4432" idx="2"/>
              <a:endCxn id="4437" idx="0"/>
            </p:cNvCxnSpPr>
            <p:nvPr/>
          </p:nvCxnSpPr>
          <p:spPr>
            <a:xfrm rot="-5400000" flipH="1">
              <a:off x="6536390" y="3677400"/>
              <a:ext cx="457500" cy="8457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4443" name="Google Shape;4443;p61"/>
            <p:cNvCxnSpPr>
              <a:stCxn id="4436" idx="0"/>
              <a:endCxn id="4432" idx="2"/>
            </p:cNvCxnSpPr>
            <p:nvPr/>
          </p:nvCxnSpPr>
          <p:spPr>
            <a:xfrm rot="-5400000">
              <a:off x="5691150" y="3677101"/>
              <a:ext cx="457500" cy="845700"/>
            </a:xfrm>
            <a:prstGeom prst="bentConnector3">
              <a:avLst>
                <a:gd name="adj1" fmla="val 49967"/>
              </a:avLst>
            </a:prstGeom>
            <a:noFill/>
            <a:ln w="9525" cap="flat" cmpd="sng">
              <a:solidFill>
                <a:srgbClr val="C2C2C2"/>
              </a:solidFill>
              <a:prstDash val="solid"/>
              <a:round/>
              <a:headEnd type="none" w="sm" len="sm"/>
              <a:tailEnd type="none" w="sm" len="sm"/>
            </a:ln>
          </p:spPr>
        </p:cxnSp>
      </p:grpSp>
      <p:grpSp>
        <p:nvGrpSpPr>
          <p:cNvPr id="4444" name="Google Shape;4444;p61"/>
          <p:cNvGrpSpPr/>
          <p:nvPr/>
        </p:nvGrpSpPr>
        <p:grpSpPr>
          <a:xfrm>
            <a:off x="9125411" y="4133629"/>
            <a:ext cx="2105380" cy="721164"/>
            <a:chOff x="6895650" y="3126697"/>
            <a:chExt cx="1436662" cy="492105"/>
          </a:xfrm>
        </p:grpSpPr>
        <p:sp>
          <p:nvSpPr>
            <p:cNvPr id="4445" name="Google Shape;4445;p61"/>
            <p:cNvSpPr/>
            <p:nvPr/>
          </p:nvSpPr>
          <p:spPr>
            <a:xfrm>
              <a:off x="7151820" y="3406364"/>
              <a:ext cx="414806" cy="212438"/>
            </a:xfrm>
            <a:custGeom>
              <a:avLst/>
              <a:gdLst/>
              <a:ahLst/>
              <a:cxnLst/>
              <a:rect l="l" t="t" r="r" b="b"/>
              <a:pathLst>
                <a:path w="12481" h="6392" extrusionOk="0">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5" y="1490"/>
                    <a:pt x="4793" y="838"/>
                    <a:pt x="4793" y="32"/>
                  </a:cubicBezTo>
                  <a:cubicBezTo>
                    <a:pt x="4793" y="23"/>
                    <a:pt x="4795" y="12"/>
                    <a:pt x="479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4446" name="Google Shape;4446;p61"/>
            <p:cNvSpPr/>
            <p:nvPr/>
          </p:nvSpPr>
          <p:spPr>
            <a:xfrm>
              <a:off x="7664160" y="3406364"/>
              <a:ext cx="414806" cy="212438"/>
            </a:xfrm>
            <a:custGeom>
              <a:avLst/>
              <a:gdLst/>
              <a:ahLst/>
              <a:cxnLst/>
              <a:rect l="l" t="t" r="r" b="b"/>
              <a:pathLst>
                <a:path w="12481" h="6392" extrusionOk="0">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7" y="1490"/>
                    <a:pt x="4793" y="838"/>
                    <a:pt x="4793" y="32"/>
                  </a:cubicBezTo>
                  <a:cubicBezTo>
                    <a:pt x="4793" y="23"/>
                    <a:pt x="4795" y="12"/>
                    <a:pt x="4795"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4447" name="Google Shape;4447;p61"/>
            <p:cNvSpPr/>
            <p:nvPr/>
          </p:nvSpPr>
          <p:spPr>
            <a:xfrm>
              <a:off x="6895650" y="3127761"/>
              <a:ext cx="420489" cy="212471"/>
            </a:xfrm>
            <a:custGeom>
              <a:avLst/>
              <a:gdLst/>
              <a:ahLst/>
              <a:cxnLst/>
              <a:rect l="l" t="t" r="r" b="b"/>
              <a:pathLst>
                <a:path w="12652" h="6393" extrusionOk="0">
                  <a:moveTo>
                    <a:pt x="6326" y="0"/>
                  </a:moveTo>
                  <a:cubicBezTo>
                    <a:pt x="2832" y="0"/>
                    <a:pt x="1" y="2833"/>
                    <a:pt x="1" y="6326"/>
                  </a:cubicBezTo>
                  <a:lnTo>
                    <a:pt x="1" y="6393"/>
                  </a:lnTo>
                  <a:lnTo>
                    <a:pt x="4883" y="6393"/>
                  </a:lnTo>
                  <a:cubicBezTo>
                    <a:pt x="4883" y="6382"/>
                    <a:pt x="4882" y="6370"/>
                    <a:pt x="4882" y="6359"/>
                  </a:cubicBezTo>
                  <a:cubicBezTo>
                    <a:pt x="4882" y="5555"/>
                    <a:pt x="5534" y="4904"/>
                    <a:pt x="6337" y="4904"/>
                  </a:cubicBezTo>
                  <a:cubicBezTo>
                    <a:pt x="7141" y="4904"/>
                    <a:pt x="7793" y="5555"/>
                    <a:pt x="7793" y="6359"/>
                  </a:cubicBezTo>
                  <a:cubicBezTo>
                    <a:pt x="7793" y="6370"/>
                    <a:pt x="7791" y="6382"/>
                    <a:pt x="7791" y="6393"/>
                  </a:cubicBezTo>
                  <a:lnTo>
                    <a:pt x="12651" y="6393"/>
                  </a:lnTo>
                  <a:lnTo>
                    <a:pt x="12651" y="6326"/>
                  </a:lnTo>
                  <a:cubicBezTo>
                    <a:pt x="12651" y="2833"/>
                    <a:pt x="9820" y="0"/>
                    <a:pt x="6326"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4448" name="Google Shape;4448;p61"/>
            <p:cNvSpPr/>
            <p:nvPr/>
          </p:nvSpPr>
          <p:spPr>
            <a:xfrm>
              <a:off x="7399482" y="3126697"/>
              <a:ext cx="420489" cy="212438"/>
            </a:xfrm>
            <a:custGeom>
              <a:avLst/>
              <a:gdLst/>
              <a:ahLst/>
              <a:cxnLst/>
              <a:rect l="l" t="t" r="r" b="b"/>
              <a:pathLst>
                <a:path w="12652" h="6392" extrusionOk="0">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4449" name="Google Shape;4449;p61"/>
            <p:cNvSpPr/>
            <p:nvPr/>
          </p:nvSpPr>
          <p:spPr>
            <a:xfrm>
              <a:off x="7911823" y="3126697"/>
              <a:ext cx="420489" cy="212438"/>
            </a:xfrm>
            <a:custGeom>
              <a:avLst/>
              <a:gdLst/>
              <a:ahLst/>
              <a:cxnLst/>
              <a:rect l="l" t="t" r="r" b="b"/>
              <a:pathLst>
                <a:path w="12652" h="6392" extrusionOk="0">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nvGrpSpPr>
            <p:cNvPr id="4450" name="Google Shape;4450;p61"/>
            <p:cNvGrpSpPr/>
            <p:nvPr/>
          </p:nvGrpSpPr>
          <p:grpSpPr>
            <a:xfrm>
              <a:off x="6995957" y="3335810"/>
              <a:ext cx="1230393" cy="71754"/>
              <a:chOff x="6995957" y="3287964"/>
              <a:chExt cx="1230393" cy="71754"/>
            </a:xfrm>
          </p:grpSpPr>
          <p:sp>
            <p:nvSpPr>
              <p:cNvPr id="4451" name="Google Shape;4451;p61"/>
              <p:cNvSpPr/>
              <p:nvPr/>
            </p:nvSpPr>
            <p:spPr>
              <a:xfrm>
                <a:off x="8006733" y="3287964"/>
                <a:ext cx="219617" cy="71754"/>
              </a:xfrm>
              <a:custGeom>
                <a:avLst/>
                <a:gdLst/>
                <a:ahLst/>
                <a:cxnLst/>
                <a:rect l="l" t="t" r="r" b="b"/>
                <a:pathLst>
                  <a:path w="6608" h="2159" extrusionOk="0">
                    <a:moveTo>
                      <a:pt x="3501" y="647"/>
                    </a:moveTo>
                    <a:cubicBezTo>
                      <a:pt x="3723" y="647"/>
                      <a:pt x="3935" y="820"/>
                      <a:pt x="3936" y="1080"/>
                    </a:cubicBezTo>
                    <a:cubicBezTo>
                      <a:pt x="3936" y="1318"/>
                      <a:pt x="3743" y="1512"/>
                      <a:pt x="3504" y="1512"/>
                    </a:cubicBezTo>
                    <a:cubicBezTo>
                      <a:pt x="3118" y="1512"/>
                      <a:pt x="2924" y="1048"/>
                      <a:pt x="3198" y="775"/>
                    </a:cubicBezTo>
                    <a:cubicBezTo>
                      <a:pt x="3286" y="687"/>
                      <a:pt x="3395" y="647"/>
                      <a:pt x="3501" y="647"/>
                    </a:cubicBezTo>
                    <a:close/>
                    <a:moveTo>
                      <a:pt x="3504" y="0"/>
                    </a:moveTo>
                    <a:cubicBezTo>
                      <a:pt x="3051" y="0"/>
                      <a:pt x="2646" y="282"/>
                      <a:pt x="2490" y="708"/>
                    </a:cubicBezTo>
                    <a:lnTo>
                      <a:pt x="357" y="708"/>
                    </a:lnTo>
                    <a:cubicBezTo>
                      <a:pt x="160" y="708"/>
                      <a:pt x="0" y="868"/>
                      <a:pt x="0" y="1065"/>
                    </a:cubicBezTo>
                    <a:lnTo>
                      <a:pt x="0" y="1129"/>
                    </a:lnTo>
                    <a:cubicBezTo>
                      <a:pt x="0" y="1326"/>
                      <a:pt x="160" y="1486"/>
                      <a:pt x="357" y="1486"/>
                    </a:cubicBezTo>
                    <a:lnTo>
                      <a:pt x="2502" y="1486"/>
                    </a:lnTo>
                    <a:cubicBezTo>
                      <a:pt x="2668" y="1893"/>
                      <a:pt x="3064" y="2159"/>
                      <a:pt x="3502" y="2159"/>
                    </a:cubicBezTo>
                    <a:cubicBezTo>
                      <a:pt x="3943" y="2159"/>
                      <a:pt x="4338" y="1893"/>
                      <a:pt x="4503" y="1486"/>
                    </a:cubicBezTo>
                    <a:lnTo>
                      <a:pt x="6271" y="1486"/>
                    </a:lnTo>
                    <a:cubicBezTo>
                      <a:pt x="6457" y="1486"/>
                      <a:pt x="6607" y="1336"/>
                      <a:pt x="6607" y="1150"/>
                    </a:cubicBezTo>
                    <a:lnTo>
                      <a:pt x="6607" y="1044"/>
                    </a:lnTo>
                    <a:cubicBezTo>
                      <a:pt x="6607" y="859"/>
                      <a:pt x="6457" y="710"/>
                      <a:pt x="6271" y="708"/>
                    </a:cubicBezTo>
                    <a:lnTo>
                      <a:pt x="4518" y="708"/>
                    </a:lnTo>
                    <a:cubicBezTo>
                      <a:pt x="4362" y="282"/>
                      <a:pt x="3957" y="0"/>
                      <a:pt x="3504"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4452" name="Google Shape;4452;p61"/>
              <p:cNvSpPr/>
              <p:nvPr/>
            </p:nvSpPr>
            <p:spPr>
              <a:xfrm>
                <a:off x="7756540" y="3287964"/>
                <a:ext cx="219617" cy="71754"/>
              </a:xfrm>
              <a:custGeom>
                <a:avLst/>
                <a:gdLst/>
                <a:ahLst/>
                <a:cxnLst/>
                <a:rect l="l" t="t" r="r" b="b"/>
                <a:pathLst>
                  <a:path w="6608" h="2159" extrusionOk="0">
                    <a:moveTo>
                      <a:pt x="3500" y="647"/>
                    </a:moveTo>
                    <a:cubicBezTo>
                      <a:pt x="3722" y="647"/>
                      <a:pt x="3935" y="820"/>
                      <a:pt x="3935" y="1080"/>
                    </a:cubicBezTo>
                    <a:cubicBezTo>
                      <a:pt x="3935" y="1318"/>
                      <a:pt x="3741" y="1512"/>
                      <a:pt x="3503" y="1512"/>
                    </a:cubicBezTo>
                    <a:cubicBezTo>
                      <a:pt x="3117" y="1512"/>
                      <a:pt x="2925" y="1048"/>
                      <a:pt x="3197" y="775"/>
                    </a:cubicBezTo>
                    <a:cubicBezTo>
                      <a:pt x="3285" y="687"/>
                      <a:pt x="3393" y="647"/>
                      <a:pt x="3500" y="647"/>
                    </a:cubicBezTo>
                    <a:close/>
                    <a:moveTo>
                      <a:pt x="3503" y="0"/>
                    </a:moveTo>
                    <a:cubicBezTo>
                      <a:pt x="3049" y="0"/>
                      <a:pt x="2644" y="282"/>
                      <a:pt x="2489" y="708"/>
                    </a:cubicBezTo>
                    <a:lnTo>
                      <a:pt x="358" y="708"/>
                    </a:lnTo>
                    <a:cubicBezTo>
                      <a:pt x="159" y="708"/>
                      <a:pt x="0" y="868"/>
                      <a:pt x="0" y="1065"/>
                    </a:cubicBezTo>
                    <a:lnTo>
                      <a:pt x="0" y="1129"/>
                    </a:lnTo>
                    <a:cubicBezTo>
                      <a:pt x="0" y="1326"/>
                      <a:pt x="159" y="1486"/>
                      <a:pt x="358" y="1486"/>
                    </a:cubicBezTo>
                    <a:lnTo>
                      <a:pt x="2502" y="1486"/>
                    </a:lnTo>
                    <a:cubicBezTo>
                      <a:pt x="2668" y="1893"/>
                      <a:pt x="3064" y="2159"/>
                      <a:pt x="3503" y="2159"/>
                    </a:cubicBezTo>
                    <a:cubicBezTo>
                      <a:pt x="3941" y="2159"/>
                      <a:pt x="4338" y="1893"/>
                      <a:pt x="4503" y="1486"/>
                    </a:cubicBezTo>
                    <a:lnTo>
                      <a:pt x="6271" y="1486"/>
                    </a:lnTo>
                    <a:cubicBezTo>
                      <a:pt x="6457" y="1486"/>
                      <a:pt x="6608" y="1336"/>
                      <a:pt x="6608" y="1150"/>
                    </a:cubicBezTo>
                    <a:lnTo>
                      <a:pt x="6608" y="1044"/>
                    </a:lnTo>
                    <a:cubicBezTo>
                      <a:pt x="6606" y="859"/>
                      <a:pt x="6455" y="708"/>
                      <a:pt x="6270" y="708"/>
                    </a:cubicBezTo>
                    <a:lnTo>
                      <a:pt x="4516" y="708"/>
                    </a:lnTo>
                    <a:cubicBezTo>
                      <a:pt x="4361" y="282"/>
                      <a:pt x="3956" y="0"/>
                      <a:pt x="3503"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4453" name="Google Shape;4453;p61"/>
              <p:cNvSpPr/>
              <p:nvPr/>
            </p:nvSpPr>
            <p:spPr>
              <a:xfrm>
                <a:off x="7496443" y="3287964"/>
                <a:ext cx="219617" cy="71754"/>
              </a:xfrm>
              <a:custGeom>
                <a:avLst/>
                <a:gdLst/>
                <a:ahLst/>
                <a:cxnLst/>
                <a:rect l="l" t="t" r="r" b="b"/>
                <a:pathLst>
                  <a:path w="6608" h="2159" extrusionOk="0">
                    <a:moveTo>
                      <a:pt x="3500" y="647"/>
                    </a:moveTo>
                    <a:cubicBezTo>
                      <a:pt x="3722" y="647"/>
                      <a:pt x="3935" y="820"/>
                      <a:pt x="3935" y="1080"/>
                    </a:cubicBezTo>
                    <a:cubicBezTo>
                      <a:pt x="3935" y="1318"/>
                      <a:pt x="3743" y="1512"/>
                      <a:pt x="3504" y="1512"/>
                    </a:cubicBezTo>
                    <a:cubicBezTo>
                      <a:pt x="3119" y="1512"/>
                      <a:pt x="2925" y="1048"/>
                      <a:pt x="3197" y="775"/>
                    </a:cubicBezTo>
                    <a:cubicBezTo>
                      <a:pt x="3285" y="687"/>
                      <a:pt x="3394" y="647"/>
                      <a:pt x="3500" y="647"/>
                    </a:cubicBezTo>
                    <a:close/>
                    <a:moveTo>
                      <a:pt x="3504" y="0"/>
                    </a:moveTo>
                    <a:cubicBezTo>
                      <a:pt x="3050" y="0"/>
                      <a:pt x="2646" y="282"/>
                      <a:pt x="2491" y="708"/>
                    </a:cubicBezTo>
                    <a:lnTo>
                      <a:pt x="358" y="708"/>
                    </a:lnTo>
                    <a:cubicBezTo>
                      <a:pt x="159" y="708"/>
                      <a:pt x="1" y="868"/>
                      <a:pt x="1" y="1065"/>
                    </a:cubicBezTo>
                    <a:lnTo>
                      <a:pt x="1" y="1129"/>
                    </a:lnTo>
                    <a:cubicBezTo>
                      <a:pt x="1" y="1326"/>
                      <a:pt x="159" y="1486"/>
                      <a:pt x="358" y="1486"/>
                    </a:cubicBezTo>
                    <a:lnTo>
                      <a:pt x="2502" y="1486"/>
                    </a:lnTo>
                    <a:cubicBezTo>
                      <a:pt x="2669" y="1893"/>
                      <a:pt x="3064" y="2159"/>
                      <a:pt x="3503" y="2159"/>
                    </a:cubicBezTo>
                    <a:cubicBezTo>
                      <a:pt x="3943" y="2159"/>
                      <a:pt x="4339" y="1893"/>
                      <a:pt x="4504" y="1486"/>
                    </a:cubicBezTo>
                    <a:lnTo>
                      <a:pt x="6272" y="1486"/>
                    </a:lnTo>
                    <a:cubicBezTo>
                      <a:pt x="6457" y="1486"/>
                      <a:pt x="6608" y="1336"/>
                      <a:pt x="6608" y="1150"/>
                    </a:cubicBezTo>
                    <a:lnTo>
                      <a:pt x="6608" y="1044"/>
                    </a:lnTo>
                    <a:cubicBezTo>
                      <a:pt x="6608" y="859"/>
                      <a:pt x="6457" y="710"/>
                      <a:pt x="6272" y="708"/>
                    </a:cubicBezTo>
                    <a:lnTo>
                      <a:pt x="4518" y="708"/>
                    </a:lnTo>
                    <a:cubicBezTo>
                      <a:pt x="4361" y="282"/>
                      <a:pt x="3958" y="0"/>
                      <a:pt x="3504"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4454" name="Google Shape;4454;p61"/>
              <p:cNvSpPr/>
              <p:nvPr/>
            </p:nvSpPr>
            <p:spPr>
              <a:xfrm>
                <a:off x="7243757" y="3287964"/>
                <a:ext cx="219617" cy="71754"/>
              </a:xfrm>
              <a:custGeom>
                <a:avLst/>
                <a:gdLst/>
                <a:ahLst/>
                <a:cxnLst/>
                <a:rect l="l" t="t" r="r" b="b"/>
                <a:pathLst>
                  <a:path w="6608" h="2159" extrusionOk="0">
                    <a:moveTo>
                      <a:pt x="3500" y="647"/>
                    </a:moveTo>
                    <a:cubicBezTo>
                      <a:pt x="3722" y="647"/>
                      <a:pt x="3935" y="820"/>
                      <a:pt x="3935" y="1080"/>
                    </a:cubicBezTo>
                    <a:cubicBezTo>
                      <a:pt x="3935" y="1318"/>
                      <a:pt x="3743" y="1512"/>
                      <a:pt x="3503" y="1512"/>
                    </a:cubicBezTo>
                    <a:cubicBezTo>
                      <a:pt x="3118" y="1512"/>
                      <a:pt x="2925" y="1048"/>
                      <a:pt x="3197" y="775"/>
                    </a:cubicBezTo>
                    <a:cubicBezTo>
                      <a:pt x="3285" y="687"/>
                      <a:pt x="3394" y="647"/>
                      <a:pt x="3500" y="647"/>
                    </a:cubicBezTo>
                    <a:close/>
                    <a:moveTo>
                      <a:pt x="3503" y="0"/>
                    </a:moveTo>
                    <a:cubicBezTo>
                      <a:pt x="3050" y="0"/>
                      <a:pt x="2644" y="282"/>
                      <a:pt x="2489" y="708"/>
                    </a:cubicBezTo>
                    <a:lnTo>
                      <a:pt x="358" y="708"/>
                    </a:lnTo>
                    <a:cubicBezTo>
                      <a:pt x="159" y="708"/>
                      <a:pt x="1" y="868"/>
                      <a:pt x="1" y="1065"/>
                    </a:cubicBezTo>
                    <a:lnTo>
                      <a:pt x="1" y="1129"/>
                    </a:lnTo>
                    <a:cubicBezTo>
                      <a:pt x="1" y="1326"/>
                      <a:pt x="159" y="1486"/>
                      <a:pt x="358" y="1486"/>
                    </a:cubicBezTo>
                    <a:lnTo>
                      <a:pt x="2502" y="1486"/>
                    </a:lnTo>
                    <a:cubicBezTo>
                      <a:pt x="2668" y="1893"/>
                      <a:pt x="3064" y="2159"/>
                      <a:pt x="3503" y="2159"/>
                    </a:cubicBezTo>
                    <a:cubicBezTo>
                      <a:pt x="3943" y="2159"/>
                      <a:pt x="4339" y="1893"/>
                      <a:pt x="4504" y="1486"/>
                    </a:cubicBezTo>
                    <a:lnTo>
                      <a:pt x="6271" y="1486"/>
                    </a:lnTo>
                    <a:cubicBezTo>
                      <a:pt x="6457" y="1486"/>
                      <a:pt x="6608" y="1336"/>
                      <a:pt x="6608" y="1150"/>
                    </a:cubicBezTo>
                    <a:lnTo>
                      <a:pt x="6608" y="1044"/>
                    </a:lnTo>
                    <a:cubicBezTo>
                      <a:pt x="6608" y="859"/>
                      <a:pt x="6457" y="710"/>
                      <a:pt x="6271" y="708"/>
                    </a:cubicBezTo>
                    <a:lnTo>
                      <a:pt x="4516" y="708"/>
                    </a:lnTo>
                    <a:cubicBezTo>
                      <a:pt x="4361" y="282"/>
                      <a:pt x="3956" y="0"/>
                      <a:pt x="3503"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4455" name="Google Shape;4455;p61"/>
              <p:cNvSpPr/>
              <p:nvPr/>
            </p:nvSpPr>
            <p:spPr>
              <a:xfrm>
                <a:off x="6995957" y="3287964"/>
                <a:ext cx="219617" cy="71754"/>
              </a:xfrm>
              <a:custGeom>
                <a:avLst/>
                <a:gdLst/>
                <a:ahLst/>
                <a:cxnLst/>
                <a:rect l="l" t="t" r="r" b="b"/>
                <a:pathLst>
                  <a:path w="6608" h="2159" extrusionOk="0">
                    <a:moveTo>
                      <a:pt x="3502" y="647"/>
                    </a:moveTo>
                    <a:cubicBezTo>
                      <a:pt x="3724" y="647"/>
                      <a:pt x="3937" y="820"/>
                      <a:pt x="3937" y="1080"/>
                    </a:cubicBezTo>
                    <a:cubicBezTo>
                      <a:pt x="3937" y="1318"/>
                      <a:pt x="3743" y="1512"/>
                      <a:pt x="3505" y="1512"/>
                    </a:cubicBezTo>
                    <a:cubicBezTo>
                      <a:pt x="3119" y="1512"/>
                      <a:pt x="2926" y="1048"/>
                      <a:pt x="3199" y="775"/>
                    </a:cubicBezTo>
                    <a:cubicBezTo>
                      <a:pt x="3287" y="687"/>
                      <a:pt x="3395" y="647"/>
                      <a:pt x="3502" y="647"/>
                    </a:cubicBezTo>
                    <a:close/>
                    <a:moveTo>
                      <a:pt x="3505" y="0"/>
                    </a:moveTo>
                    <a:cubicBezTo>
                      <a:pt x="3051" y="0"/>
                      <a:pt x="2646" y="282"/>
                      <a:pt x="2491" y="708"/>
                    </a:cubicBezTo>
                    <a:lnTo>
                      <a:pt x="358" y="708"/>
                    </a:lnTo>
                    <a:cubicBezTo>
                      <a:pt x="161" y="708"/>
                      <a:pt x="1" y="868"/>
                      <a:pt x="1" y="1065"/>
                    </a:cubicBezTo>
                    <a:lnTo>
                      <a:pt x="1" y="1129"/>
                    </a:lnTo>
                    <a:cubicBezTo>
                      <a:pt x="1" y="1326"/>
                      <a:pt x="161" y="1486"/>
                      <a:pt x="358" y="1486"/>
                    </a:cubicBezTo>
                    <a:lnTo>
                      <a:pt x="2504" y="1486"/>
                    </a:lnTo>
                    <a:cubicBezTo>
                      <a:pt x="2669" y="1893"/>
                      <a:pt x="3064" y="2159"/>
                      <a:pt x="3505" y="2159"/>
                    </a:cubicBezTo>
                    <a:cubicBezTo>
                      <a:pt x="3943" y="2159"/>
                      <a:pt x="4339" y="1893"/>
                      <a:pt x="4505" y="1486"/>
                    </a:cubicBezTo>
                    <a:lnTo>
                      <a:pt x="6272" y="1486"/>
                    </a:lnTo>
                    <a:cubicBezTo>
                      <a:pt x="6457" y="1486"/>
                      <a:pt x="6608" y="1336"/>
                      <a:pt x="6608" y="1150"/>
                    </a:cubicBezTo>
                    <a:lnTo>
                      <a:pt x="6608" y="1044"/>
                    </a:lnTo>
                    <a:cubicBezTo>
                      <a:pt x="6608" y="859"/>
                      <a:pt x="6457" y="710"/>
                      <a:pt x="6272" y="708"/>
                    </a:cubicBezTo>
                    <a:lnTo>
                      <a:pt x="4518" y="708"/>
                    </a:lnTo>
                    <a:cubicBezTo>
                      <a:pt x="4363" y="282"/>
                      <a:pt x="3958" y="0"/>
                      <a:pt x="3505"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grpSp>
      <p:grpSp>
        <p:nvGrpSpPr>
          <p:cNvPr id="4456" name="Google Shape;4456;p61"/>
          <p:cNvGrpSpPr/>
          <p:nvPr/>
        </p:nvGrpSpPr>
        <p:grpSpPr>
          <a:xfrm>
            <a:off x="9123520" y="4982646"/>
            <a:ext cx="2109149" cy="867500"/>
            <a:chOff x="6777990" y="3710194"/>
            <a:chExt cx="1646915" cy="677382"/>
          </a:xfrm>
        </p:grpSpPr>
        <p:grpSp>
          <p:nvGrpSpPr>
            <p:cNvPr id="4457" name="Google Shape;4457;p61"/>
            <p:cNvGrpSpPr/>
            <p:nvPr/>
          </p:nvGrpSpPr>
          <p:grpSpPr>
            <a:xfrm>
              <a:off x="6777990" y="3874492"/>
              <a:ext cx="411129" cy="513083"/>
              <a:chOff x="6777990" y="3874492"/>
              <a:chExt cx="411129" cy="513083"/>
            </a:xfrm>
          </p:grpSpPr>
          <p:cxnSp>
            <p:nvCxnSpPr>
              <p:cNvPr id="4458" name="Google Shape;4458;p61"/>
              <p:cNvCxnSpPr/>
              <p:nvPr/>
            </p:nvCxnSpPr>
            <p:spPr>
              <a:xfrm>
                <a:off x="6977019" y="4216875"/>
                <a:ext cx="0" cy="170700"/>
              </a:xfrm>
              <a:prstGeom prst="straightConnector1">
                <a:avLst/>
              </a:prstGeom>
              <a:noFill/>
              <a:ln w="19050" cap="flat" cmpd="sng">
                <a:solidFill>
                  <a:srgbClr val="A5B7C6"/>
                </a:solidFill>
                <a:prstDash val="solid"/>
                <a:round/>
                <a:headEnd type="none" w="med" len="med"/>
                <a:tailEnd type="diamond" w="med" len="med"/>
              </a:ln>
            </p:spPr>
          </p:cxnSp>
          <p:sp>
            <p:nvSpPr>
              <p:cNvPr id="4459" name="Google Shape;4459;p61"/>
              <p:cNvSpPr/>
              <p:nvPr/>
            </p:nvSpPr>
            <p:spPr>
              <a:xfrm>
                <a:off x="6777990" y="3874492"/>
                <a:ext cx="411129" cy="356237"/>
              </a:xfrm>
              <a:custGeom>
                <a:avLst/>
                <a:gdLst/>
                <a:ahLst/>
                <a:cxnLst/>
                <a:rect l="l" t="t" r="r" b="b"/>
                <a:pathLst>
                  <a:path w="69272" h="60023" extrusionOk="0">
                    <a:moveTo>
                      <a:pt x="17333" y="0"/>
                    </a:moveTo>
                    <a:lnTo>
                      <a:pt x="0" y="30011"/>
                    </a:lnTo>
                    <a:lnTo>
                      <a:pt x="17333"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121900" tIns="121900" rIns="121900" bIns="121900" anchor="ctr" anchorCtr="0">
                <a:noAutofit/>
              </a:bodyPr>
              <a:lstStyle/>
              <a:p>
                <a:endParaRPr sz="2400"/>
              </a:p>
            </p:txBody>
          </p:sp>
        </p:grpSp>
        <p:grpSp>
          <p:nvGrpSpPr>
            <p:cNvPr id="4460" name="Google Shape;4460;p61"/>
            <p:cNvGrpSpPr/>
            <p:nvPr/>
          </p:nvGrpSpPr>
          <p:grpSpPr>
            <a:xfrm>
              <a:off x="7188425" y="3710194"/>
              <a:ext cx="411123" cy="520535"/>
              <a:chOff x="7188425" y="3710194"/>
              <a:chExt cx="411123" cy="520535"/>
            </a:xfrm>
          </p:grpSpPr>
          <p:cxnSp>
            <p:nvCxnSpPr>
              <p:cNvPr id="4461" name="Google Shape;4461;p61"/>
              <p:cNvCxnSpPr/>
              <p:nvPr/>
            </p:nvCxnSpPr>
            <p:spPr>
              <a:xfrm rot="10800000">
                <a:off x="7393988" y="3710194"/>
                <a:ext cx="0" cy="170700"/>
              </a:xfrm>
              <a:prstGeom prst="straightConnector1">
                <a:avLst/>
              </a:prstGeom>
              <a:noFill/>
              <a:ln w="19050" cap="flat" cmpd="sng">
                <a:solidFill>
                  <a:srgbClr val="A5B7C6"/>
                </a:solidFill>
                <a:prstDash val="solid"/>
                <a:round/>
                <a:headEnd type="none" w="med" len="med"/>
                <a:tailEnd type="diamond" w="med" len="med"/>
              </a:ln>
            </p:spPr>
          </p:cxnSp>
          <p:sp>
            <p:nvSpPr>
              <p:cNvPr id="4462" name="Google Shape;4462;p61"/>
              <p:cNvSpPr/>
              <p:nvPr/>
            </p:nvSpPr>
            <p:spPr>
              <a:xfrm>
                <a:off x="7188425" y="3874492"/>
                <a:ext cx="411123" cy="356237"/>
              </a:xfrm>
              <a:custGeom>
                <a:avLst/>
                <a:gdLst/>
                <a:ahLst/>
                <a:cxnLst/>
                <a:rect l="l" t="t" r="r" b="b"/>
                <a:pathLst>
                  <a:path w="69271" h="60023" extrusionOk="0">
                    <a:moveTo>
                      <a:pt x="17274" y="0"/>
                    </a:moveTo>
                    <a:lnTo>
                      <a:pt x="0" y="30011"/>
                    </a:lnTo>
                    <a:lnTo>
                      <a:pt x="17274"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121900" tIns="121900" rIns="121900" bIns="121900" anchor="ctr" anchorCtr="0">
                <a:noAutofit/>
              </a:bodyPr>
              <a:lstStyle/>
              <a:p>
                <a:endParaRPr sz="2400"/>
              </a:p>
            </p:txBody>
          </p:sp>
        </p:grpSp>
        <p:grpSp>
          <p:nvGrpSpPr>
            <p:cNvPr id="4463" name="Google Shape;4463;p61"/>
            <p:cNvGrpSpPr/>
            <p:nvPr/>
          </p:nvGrpSpPr>
          <p:grpSpPr>
            <a:xfrm>
              <a:off x="7603341" y="3874492"/>
              <a:ext cx="411474" cy="513083"/>
              <a:chOff x="7603341" y="3874492"/>
              <a:chExt cx="411474" cy="513083"/>
            </a:xfrm>
          </p:grpSpPr>
          <p:cxnSp>
            <p:nvCxnSpPr>
              <p:cNvPr id="4464" name="Google Shape;4464;p61"/>
              <p:cNvCxnSpPr/>
              <p:nvPr/>
            </p:nvCxnSpPr>
            <p:spPr>
              <a:xfrm>
                <a:off x="7809095" y="4216875"/>
                <a:ext cx="0" cy="170700"/>
              </a:xfrm>
              <a:prstGeom prst="straightConnector1">
                <a:avLst/>
              </a:prstGeom>
              <a:noFill/>
              <a:ln w="19050" cap="flat" cmpd="sng">
                <a:solidFill>
                  <a:srgbClr val="A5B7C6"/>
                </a:solidFill>
                <a:prstDash val="solid"/>
                <a:round/>
                <a:headEnd type="none" w="med" len="med"/>
                <a:tailEnd type="diamond" w="med" len="med"/>
              </a:ln>
            </p:spPr>
          </p:cxnSp>
          <p:sp>
            <p:nvSpPr>
              <p:cNvPr id="4465" name="Google Shape;4465;p61"/>
              <p:cNvSpPr/>
              <p:nvPr/>
            </p:nvSpPr>
            <p:spPr>
              <a:xfrm>
                <a:off x="7603341" y="3874492"/>
                <a:ext cx="411474" cy="356237"/>
              </a:xfrm>
              <a:custGeom>
                <a:avLst/>
                <a:gdLst/>
                <a:ahLst/>
                <a:cxnLst/>
                <a:rect l="l" t="t" r="r" b="b"/>
                <a:pathLst>
                  <a:path w="69330" h="60023" extrusionOk="0">
                    <a:moveTo>
                      <a:pt x="17333" y="0"/>
                    </a:moveTo>
                    <a:lnTo>
                      <a:pt x="1" y="30011"/>
                    </a:lnTo>
                    <a:lnTo>
                      <a:pt x="17333" y="60023"/>
                    </a:lnTo>
                    <a:lnTo>
                      <a:pt x="51998" y="60023"/>
                    </a:lnTo>
                    <a:lnTo>
                      <a:pt x="69330" y="30011"/>
                    </a:lnTo>
                    <a:lnTo>
                      <a:pt x="51998"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121900" tIns="121900" rIns="121900" bIns="121900" anchor="ctr" anchorCtr="0">
                <a:noAutofit/>
              </a:bodyPr>
              <a:lstStyle/>
              <a:p>
                <a:endParaRPr sz="2400"/>
              </a:p>
            </p:txBody>
          </p:sp>
        </p:grpSp>
        <p:grpSp>
          <p:nvGrpSpPr>
            <p:cNvPr id="4466" name="Google Shape;4466;p61"/>
            <p:cNvGrpSpPr/>
            <p:nvPr/>
          </p:nvGrpSpPr>
          <p:grpSpPr>
            <a:xfrm>
              <a:off x="8013776" y="3722847"/>
              <a:ext cx="411129" cy="507881"/>
              <a:chOff x="8013776" y="3722847"/>
              <a:chExt cx="411129" cy="507881"/>
            </a:xfrm>
          </p:grpSpPr>
          <p:cxnSp>
            <p:nvCxnSpPr>
              <p:cNvPr id="4467" name="Google Shape;4467;p61"/>
              <p:cNvCxnSpPr/>
              <p:nvPr/>
            </p:nvCxnSpPr>
            <p:spPr>
              <a:xfrm rot="10800000">
                <a:off x="8219339" y="3722847"/>
                <a:ext cx="0" cy="169800"/>
              </a:xfrm>
              <a:prstGeom prst="straightConnector1">
                <a:avLst/>
              </a:prstGeom>
              <a:noFill/>
              <a:ln w="19050" cap="flat" cmpd="sng">
                <a:solidFill>
                  <a:srgbClr val="A5B7C6"/>
                </a:solidFill>
                <a:prstDash val="solid"/>
                <a:round/>
                <a:headEnd type="none" w="med" len="med"/>
                <a:tailEnd type="diamond" w="med" len="med"/>
              </a:ln>
            </p:spPr>
          </p:cxnSp>
          <p:sp>
            <p:nvSpPr>
              <p:cNvPr id="4468" name="Google Shape;4468;p61"/>
              <p:cNvSpPr/>
              <p:nvPr/>
            </p:nvSpPr>
            <p:spPr>
              <a:xfrm>
                <a:off x="8013776" y="3874492"/>
                <a:ext cx="411129" cy="356237"/>
              </a:xfrm>
              <a:custGeom>
                <a:avLst/>
                <a:gdLst/>
                <a:ahLst/>
                <a:cxnLst/>
                <a:rect l="l" t="t" r="r" b="b"/>
                <a:pathLst>
                  <a:path w="69272" h="60023" extrusionOk="0">
                    <a:moveTo>
                      <a:pt x="17333" y="0"/>
                    </a:moveTo>
                    <a:lnTo>
                      <a:pt x="0" y="30011"/>
                    </a:lnTo>
                    <a:lnTo>
                      <a:pt x="17333"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121900" tIns="121900" rIns="121900" bIns="121900" anchor="ctr" anchorCtr="0">
                <a:noAutofit/>
              </a:bodyPr>
              <a:lstStyle/>
              <a:p>
                <a:endParaRPr sz="2400"/>
              </a:p>
            </p:txBody>
          </p:sp>
        </p:grpSp>
      </p:grpSp>
      <p:grpSp>
        <p:nvGrpSpPr>
          <p:cNvPr id="4469" name="Google Shape;4469;p61"/>
          <p:cNvGrpSpPr/>
          <p:nvPr/>
        </p:nvGrpSpPr>
        <p:grpSpPr>
          <a:xfrm>
            <a:off x="7016207" y="3879766"/>
            <a:ext cx="1895852" cy="1360804"/>
            <a:chOff x="5190863" y="2824811"/>
            <a:chExt cx="1544860" cy="1108869"/>
          </a:xfrm>
        </p:grpSpPr>
        <p:grpSp>
          <p:nvGrpSpPr>
            <p:cNvPr id="4470" name="Google Shape;4470;p61"/>
            <p:cNvGrpSpPr/>
            <p:nvPr/>
          </p:nvGrpSpPr>
          <p:grpSpPr>
            <a:xfrm>
              <a:off x="5938695" y="3176919"/>
              <a:ext cx="685761" cy="404739"/>
              <a:chOff x="5938695" y="3176919"/>
              <a:chExt cx="685761" cy="404739"/>
            </a:xfrm>
          </p:grpSpPr>
          <p:grpSp>
            <p:nvGrpSpPr>
              <p:cNvPr id="4471" name="Google Shape;4471;p61"/>
              <p:cNvGrpSpPr/>
              <p:nvPr/>
            </p:nvGrpSpPr>
            <p:grpSpPr>
              <a:xfrm>
                <a:off x="5938695" y="3176919"/>
                <a:ext cx="685761" cy="404739"/>
                <a:chOff x="5938695" y="3176919"/>
                <a:chExt cx="685761" cy="404739"/>
              </a:xfrm>
            </p:grpSpPr>
            <p:sp>
              <p:nvSpPr>
                <p:cNvPr id="4472" name="Google Shape;4472;p61"/>
                <p:cNvSpPr/>
                <p:nvPr/>
              </p:nvSpPr>
              <p:spPr>
                <a:xfrm>
                  <a:off x="5938695" y="3176919"/>
                  <a:ext cx="404679" cy="404739"/>
                </a:xfrm>
                <a:custGeom>
                  <a:avLst/>
                  <a:gdLst/>
                  <a:ahLst/>
                  <a:cxnLst/>
                  <a:rect l="l" t="t" r="r" b="b"/>
                  <a:pathLst>
                    <a:path w="9649" h="9651" extrusionOk="0">
                      <a:moveTo>
                        <a:pt x="4922" y="1"/>
                      </a:moveTo>
                      <a:cubicBezTo>
                        <a:pt x="4890" y="1"/>
                        <a:pt x="4858" y="2"/>
                        <a:pt x="4826" y="2"/>
                      </a:cubicBezTo>
                      <a:lnTo>
                        <a:pt x="4826" y="1251"/>
                      </a:lnTo>
                      <a:cubicBezTo>
                        <a:pt x="4858" y="1251"/>
                        <a:pt x="4890" y="1251"/>
                        <a:pt x="4922" y="1253"/>
                      </a:cubicBezTo>
                      <a:lnTo>
                        <a:pt x="4925" y="1253"/>
                      </a:lnTo>
                      <a:cubicBezTo>
                        <a:pt x="6858" y="1309"/>
                        <a:pt x="8395" y="2891"/>
                        <a:pt x="8395" y="4825"/>
                      </a:cubicBezTo>
                      <a:cubicBezTo>
                        <a:pt x="8395" y="4845"/>
                        <a:pt x="8393" y="4864"/>
                        <a:pt x="8393" y="4883"/>
                      </a:cubicBezTo>
                      <a:cubicBezTo>
                        <a:pt x="8361" y="6814"/>
                        <a:pt x="6800" y="8371"/>
                        <a:pt x="4869" y="8396"/>
                      </a:cubicBezTo>
                      <a:cubicBezTo>
                        <a:pt x="4853" y="8397"/>
                        <a:pt x="4837" y="8397"/>
                        <a:pt x="4820" y="8397"/>
                      </a:cubicBezTo>
                      <a:cubicBezTo>
                        <a:pt x="2911" y="8397"/>
                        <a:pt x="1336" y="6893"/>
                        <a:pt x="1253" y="4979"/>
                      </a:cubicBezTo>
                      <a:lnTo>
                        <a:pt x="1253" y="4971"/>
                      </a:lnTo>
                      <a:cubicBezTo>
                        <a:pt x="1251" y="4942"/>
                        <a:pt x="1251" y="4912"/>
                        <a:pt x="1251" y="4883"/>
                      </a:cubicBezTo>
                      <a:lnTo>
                        <a:pt x="2" y="4883"/>
                      </a:lnTo>
                      <a:cubicBezTo>
                        <a:pt x="2" y="4913"/>
                        <a:pt x="2" y="4944"/>
                        <a:pt x="1" y="4976"/>
                      </a:cubicBezTo>
                      <a:lnTo>
                        <a:pt x="1" y="4979"/>
                      </a:lnTo>
                      <a:cubicBezTo>
                        <a:pt x="23" y="5762"/>
                        <a:pt x="238" y="6528"/>
                        <a:pt x="627" y="7208"/>
                      </a:cubicBezTo>
                      <a:cubicBezTo>
                        <a:pt x="1484" y="8717"/>
                        <a:pt x="3085" y="9650"/>
                        <a:pt x="4822" y="9650"/>
                      </a:cubicBezTo>
                      <a:cubicBezTo>
                        <a:pt x="7468" y="9650"/>
                        <a:pt x="9614" y="7520"/>
                        <a:pt x="9646" y="4883"/>
                      </a:cubicBezTo>
                      <a:cubicBezTo>
                        <a:pt x="9646" y="4864"/>
                        <a:pt x="9647" y="4845"/>
                        <a:pt x="9647" y="4825"/>
                      </a:cubicBezTo>
                      <a:cubicBezTo>
                        <a:pt x="9649" y="3088"/>
                        <a:pt x="8714" y="1483"/>
                        <a:pt x="7200" y="628"/>
                      </a:cubicBezTo>
                      <a:cubicBezTo>
                        <a:pt x="6746" y="369"/>
                        <a:pt x="6251" y="186"/>
                        <a:pt x="5737" y="87"/>
                      </a:cubicBezTo>
                      <a:cubicBezTo>
                        <a:pt x="5468" y="36"/>
                        <a:pt x="5195" y="7"/>
                        <a:pt x="4922"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4473" name="Google Shape;4473;p61"/>
                <p:cNvSpPr/>
                <p:nvPr/>
              </p:nvSpPr>
              <p:spPr>
                <a:xfrm>
                  <a:off x="6256893" y="3285705"/>
                  <a:ext cx="367562" cy="187754"/>
                </a:xfrm>
                <a:custGeom>
                  <a:avLst/>
                  <a:gdLst/>
                  <a:ahLst/>
                  <a:cxnLst/>
                  <a:rect l="l" t="t" r="r" b="b"/>
                  <a:pathLst>
                    <a:path w="8764" h="4477" extrusionOk="0">
                      <a:moveTo>
                        <a:pt x="6645" y="1"/>
                      </a:moveTo>
                      <a:cubicBezTo>
                        <a:pt x="6644" y="1"/>
                        <a:pt x="6643" y="1"/>
                        <a:pt x="6642" y="1"/>
                      </a:cubicBezTo>
                      <a:lnTo>
                        <a:pt x="14" y="1"/>
                      </a:lnTo>
                      <a:cubicBezTo>
                        <a:pt x="1061" y="1309"/>
                        <a:pt x="1055" y="3173"/>
                        <a:pt x="1" y="4476"/>
                      </a:cubicBezTo>
                      <a:lnTo>
                        <a:pt x="6642" y="4476"/>
                      </a:lnTo>
                      <a:cubicBezTo>
                        <a:pt x="7814" y="4476"/>
                        <a:pt x="8763" y="3527"/>
                        <a:pt x="8763" y="2355"/>
                      </a:cubicBezTo>
                      <a:lnTo>
                        <a:pt x="8763" y="2121"/>
                      </a:lnTo>
                      <a:cubicBezTo>
                        <a:pt x="8762" y="950"/>
                        <a:pt x="7814" y="1"/>
                        <a:pt x="6645"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grpSp>
          <p:sp>
            <p:nvSpPr>
              <p:cNvPr id="4474" name="Google Shape;4474;p61"/>
              <p:cNvSpPr/>
              <p:nvPr/>
            </p:nvSpPr>
            <p:spPr>
              <a:xfrm>
                <a:off x="6044300" y="3282475"/>
                <a:ext cx="191959" cy="191990"/>
              </a:xfrm>
              <a:custGeom>
                <a:avLst/>
                <a:gdLst/>
                <a:ahLst/>
                <a:cxnLst/>
                <a:rect l="l" t="t" r="r" b="b"/>
                <a:pathLst>
                  <a:path w="4577" h="4578" extrusionOk="0">
                    <a:moveTo>
                      <a:pt x="2288" y="1"/>
                    </a:moveTo>
                    <a:cubicBezTo>
                      <a:pt x="1025" y="1"/>
                      <a:pt x="0" y="1024"/>
                      <a:pt x="0" y="2289"/>
                    </a:cubicBezTo>
                    <a:cubicBezTo>
                      <a:pt x="0" y="3553"/>
                      <a:pt x="1025" y="4577"/>
                      <a:pt x="2288" y="4577"/>
                    </a:cubicBezTo>
                    <a:cubicBezTo>
                      <a:pt x="3552" y="4577"/>
                      <a:pt x="4577" y="3553"/>
                      <a:pt x="4577" y="2289"/>
                    </a:cubicBezTo>
                    <a:cubicBezTo>
                      <a:pt x="4577" y="1024"/>
                      <a:pt x="3552" y="1"/>
                      <a:pt x="2288"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475" name="Google Shape;4475;p61"/>
            <p:cNvGrpSpPr/>
            <p:nvPr/>
          </p:nvGrpSpPr>
          <p:grpSpPr>
            <a:xfrm>
              <a:off x="5305233" y="3176835"/>
              <a:ext cx="685971" cy="404655"/>
              <a:chOff x="5305233" y="3176835"/>
              <a:chExt cx="685971" cy="404655"/>
            </a:xfrm>
          </p:grpSpPr>
          <p:grpSp>
            <p:nvGrpSpPr>
              <p:cNvPr id="4476" name="Google Shape;4476;p61"/>
              <p:cNvGrpSpPr/>
              <p:nvPr/>
            </p:nvGrpSpPr>
            <p:grpSpPr>
              <a:xfrm>
                <a:off x="5305233" y="3176835"/>
                <a:ext cx="685971" cy="404655"/>
                <a:chOff x="5305233" y="3176835"/>
                <a:chExt cx="685971" cy="404655"/>
              </a:xfrm>
            </p:grpSpPr>
            <p:sp>
              <p:nvSpPr>
                <p:cNvPr id="4477" name="Google Shape;4477;p61"/>
                <p:cNvSpPr/>
                <p:nvPr/>
              </p:nvSpPr>
              <p:spPr>
                <a:xfrm>
                  <a:off x="5586650" y="3176835"/>
                  <a:ext cx="404553" cy="404655"/>
                </a:xfrm>
                <a:custGeom>
                  <a:avLst/>
                  <a:gdLst/>
                  <a:ahLst/>
                  <a:cxnLst/>
                  <a:rect l="l" t="t" r="r" b="b"/>
                  <a:pathLst>
                    <a:path w="9646" h="9649" extrusionOk="0">
                      <a:moveTo>
                        <a:pt x="4824" y="1"/>
                      </a:moveTo>
                      <a:cubicBezTo>
                        <a:pt x="2159" y="1"/>
                        <a:pt x="1" y="2161"/>
                        <a:pt x="1" y="4826"/>
                      </a:cubicBezTo>
                      <a:lnTo>
                        <a:pt x="1" y="4883"/>
                      </a:lnTo>
                      <a:cubicBezTo>
                        <a:pt x="31" y="7486"/>
                        <a:pt x="2121" y="9594"/>
                        <a:pt x="4724" y="9647"/>
                      </a:cubicBezTo>
                      <a:cubicBezTo>
                        <a:pt x="4756" y="9647"/>
                        <a:pt x="4790" y="9649"/>
                        <a:pt x="4824" y="9649"/>
                      </a:cubicBezTo>
                      <a:lnTo>
                        <a:pt x="4829" y="9649"/>
                      </a:lnTo>
                      <a:cubicBezTo>
                        <a:pt x="4861" y="9649"/>
                        <a:pt x="4893" y="9649"/>
                        <a:pt x="4925" y="9647"/>
                      </a:cubicBezTo>
                      <a:cubicBezTo>
                        <a:pt x="5725" y="9633"/>
                        <a:pt x="6508" y="9417"/>
                        <a:pt x="7205" y="9021"/>
                      </a:cubicBezTo>
                      <a:cubicBezTo>
                        <a:pt x="6508" y="8626"/>
                        <a:pt x="5725" y="8411"/>
                        <a:pt x="4925" y="8395"/>
                      </a:cubicBezTo>
                      <a:cubicBezTo>
                        <a:pt x="4893" y="8397"/>
                        <a:pt x="4861" y="8397"/>
                        <a:pt x="4829" y="8397"/>
                      </a:cubicBezTo>
                      <a:lnTo>
                        <a:pt x="4824" y="8397"/>
                      </a:lnTo>
                      <a:cubicBezTo>
                        <a:pt x="4790" y="8397"/>
                        <a:pt x="4756" y="8397"/>
                        <a:pt x="4724" y="8395"/>
                      </a:cubicBezTo>
                      <a:cubicBezTo>
                        <a:pt x="2817" y="8344"/>
                        <a:pt x="1283" y="6795"/>
                        <a:pt x="1253" y="4883"/>
                      </a:cubicBezTo>
                      <a:cubicBezTo>
                        <a:pt x="1253" y="4863"/>
                        <a:pt x="1251" y="4843"/>
                        <a:pt x="1251" y="4824"/>
                      </a:cubicBezTo>
                      <a:cubicBezTo>
                        <a:pt x="1251" y="2851"/>
                        <a:pt x="2851" y="1252"/>
                        <a:pt x="4824" y="1252"/>
                      </a:cubicBezTo>
                      <a:cubicBezTo>
                        <a:pt x="6745" y="1252"/>
                        <a:pt x="8313" y="2768"/>
                        <a:pt x="8393" y="4670"/>
                      </a:cubicBezTo>
                      <a:lnTo>
                        <a:pt x="8393" y="4674"/>
                      </a:lnTo>
                      <a:cubicBezTo>
                        <a:pt x="8396" y="4723"/>
                        <a:pt x="8396" y="4774"/>
                        <a:pt x="8396" y="4824"/>
                      </a:cubicBezTo>
                      <a:cubicBezTo>
                        <a:pt x="8396" y="4845"/>
                        <a:pt x="8396" y="4863"/>
                        <a:pt x="8396" y="4883"/>
                      </a:cubicBezTo>
                      <a:lnTo>
                        <a:pt x="9644" y="4883"/>
                      </a:lnTo>
                      <a:cubicBezTo>
                        <a:pt x="9644" y="4863"/>
                        <a:pt x="9642" y="4843"/>
                        <a:pt x="9642" y="4824"/>
                      </a:cubicBezTo>
                      <a:cubicBezTo>
                        <a:pt x="9644" y="4778"/>
                        <a:pt x="9644" y="4728"/>
                        <a:pt x="9645" y="4680"/>
                      </a:cubicBezTo>
                      <a:lnTo>
                        <a:pt x="9645" y="4672"/>
                      </a:lnTo>
                      <a:cubicBezTo>
                        <a:pt x="9623" y="3889"/>
                        <a:pt x="9407" y="3124"/>
                        <a:pt x="9019" y="2443"/>
                      </a:cubicBezTo>
                      <a:cubicBezTo>
                        <a:pt x="8163" y="933"/>
                        <a:pt x="6560" y="1"/>
                        <a:pt x="4824"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478" name="Google Shape;4478;p61"/>
                <p:cNvSpPr/>
                <p:nvPr/>
              </p:nvSpPr>
              <p:spPr>
                <a:xfrm>
                  <a:off x="5305233" y="3285914"/>
                  <a:ext cx="367352" cy="187796"/>
                </a:xfrm>
                <a:custGeom>
                  <a:avLst/>
                  <a:gdLst/>
                  <a:ahLst/>
                  <a:cxnLst/>
                  <a:rect l="l" t="t" r="r" b="b"/>
                  <a:pathLst>
                    <a:path w="8759" h="4478" extrusionOk="0">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sp>
            <p:nvSpPr>
              <p:cNvPr id="4479" name="Google Shape;4479;p61"/>
              <p:cNvSpPr/>
              <p:nvPr/>
            </p:nvSpPr>
            <p:spPr>
              <a:xfrm>
                <a:off x="5694436" y="3282475"/>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sp>
          <p:nvSpPr>
            <p:cNvPr id="4480" name="Google Shape;4480;p61"/>
            <p:cNvSpPr/>
            <p:nvPr/>
          </p:nvSpPr>
          <p:spPr>
            <a:xfrm>
              <a:off x="6103938" y="3114683"/>
              <a:ext cx="40933" cy="7549"/>
            </a:xfrm>
            <a:custGeom>
              <a:avLst/>
              <a:gdLst/>
              <a:ahLst/>
              <a:cxnLst/>
              <a:rect l="l" t="t" r="r" b="b"/>
              <a:pathLst>
                <a:path w="976" h="180" extrusionOk="0">
                  <a:moveTo>
                    <a:pt x="1" y="1"/>
                  </a:moveTo>
                  <a:lnTo>
                    <a:pt x="1" y="1"/>
                  </a:lnTo>
                  <a:cubicBezTo>
                    <a:pt x="279" y="119"/>
                    <a:pt x="578" y="179"/>
                    <a:pt x="881" y="179"/>
                  </a:cubicBezTo>
                  <a:cubicBezTo>
                    <a:pt x="881" y="179"/>
                    <a:pt x="881" y="179"/>
                    <a:pt x="881" y="179"/>
                  </a:cubicBezTo>
                  <a:lnTo>
                    <a:pt x="881" y="179"/>
                  </a:lnTo>
                  <a:cubicBezTo>
                    <a:pt x="882" y="179"/>
                    <a:pt x="882" y="179"/>
                    <a:pt x="882" y="179"/>
                  </a:cubicBezTo>
                  <a:cubicBezTo>
                    <a:pt x="913" y="179"/>
                    <a:pt x="945" y="178"/>
                    <a:pt x="975" y="176"/>
                  </a:cubicBezTo>
                  <a:lnTo>
                    <a:pt x="975" y="176"/>
                  </a:lnTo>
                  <a:cubicBezTo>
                    <a:pt x="943" y="178"/>
                    <a:pt x="913" y="179"/>
                    <a:pt x="881" y="179"/>
                  </a:cubicBezTo>
                  <a:lnTo>
                    <a:pt x="881" y="179"/>
                  </a:lnTo>
                  <a:cubicBezTo>
                    <a:pt x="579" y="179"/>
                    <a:pt x="279" y="119"/>
                    <a:pt x="1"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nvGrpSpPr>
            <p:cNvPr id="4481" name="Google Shape;4481;p61"/>
            <p:cNvGrpSpPr/>
            <p:nvPr/>
          </p:nvGrpSpPr>
          <p:grpSpPr>
            <a:xfrm>
              <a:off x="5657361" y="2824811"/>
              <a:ext cx="1078361" cy="404655"/>
              <a:chOff x="5657361" y="2824811"/>
              <a:chExt cx="1078361" cy="404655"/>
            </a:xfrm>
          </p:grpSpPr>
          <p:grpSp>
            <p:nvGrpSpPr>
              <p:cNvPr id="4482" name="Google Shape;4482;p61"/>
              <p:cNvGrpSpPr/>
              <p:nvPr/>
            </p:nvGrpSpPr>
            <p:grpSpPr>
              <a:xfrm>
                <a:off x="5657361" y="2824811"/>
                <a:ext cx="1078361" cy="404655"/>
                <a:chOff x="5657361" y="2824811"/>
                <a:chExt cx="1078361" cy="404655"/>
              </a:xfrm>
            </p:grpSpPr>
            <p:grpSp>
              <p:nvGrpSpPr>
                <p:cNvPr id="4483" name="Google Shape;4483;p61"/>
                <p:cNvGrpSpPr/>
                <p:nvPr/>
              </p:nvGrpSpPr>
              <p:grpSpPr>
                <a:xfrm>
                  <a:off x="5938485" y="2824811"/>
                  <a:ext cx="797237" cy="404655"/>
                  <a:chOff x="5938485" y="2824811"/>
                  <a:chExt cx="797237" cy="404655"/>
                </a:xfrm>
              </p:grpSpPr>
              <p:sp>
                <p:nvSpPr>
                  <p:cNvPr id="4484" name="Google Shape;4484;p61"/>
                  <p:cNvSpPr/>
                  <p:nvPr/>
                </p:nvSpPr>
                <p:spPr>
                  <a:xfrm>
                    <a:off x="6137952" y="2824811"/>
                    <a:ext cx="597771" cy="301698"/>
                  </a:xfrm>
                  <a:custGeom>
                    <a:avLst/>
                    <a:gdLst/>
                    <a:ahLst/>
                    <a:cxnLst/>
                    <a:rect l="l" t="t" r="r" b="b"/>
                    <a:pathLst>
                      <a:path w="14253" h="7194" extrusionOk="0">
                        <a:moveTo>
                          <a:pt x="1" y="1"/>
                        </a:moveTo>
                        <a:lnTo>
                          <a:pt x="1" y="1255"/>
                        </a:lnTo>
                        <a:cubicBezTo>
                          <a:pt x="1972" y="1256"/>
                          <a:pt x="3570" y="2856"/>
                          <a:pt x="3570" y="4826"/>
                        </a:cubicBezTo>
                        <a:lnTo>
                          <a:pt x="3570" y="4827"/>
                        </a:lnTo>
                        <a:cubicBezTo>
                          <a:pt x="3570" y="4994"/>
                          <a:pt x="3578" y="5160"/>
                          <a:pt x="3594" y="5322"/>
                        </a:cubicBezTo>
                        <a:cubicBezTo>
                          <a:pt x="3703" y="6385"/>
                          <a:pt x="4598" y="7194"/>
                          <a:pt x="5668" y="7194"/>
                        </a:cubicBezTo>
                        <a:lnTo>
                          <a:pt x="14253" y="7194"/>
                        </a:lnTo>
                        <a:lnTo>
                          <a:pt x="14253" y="6015"/>
                        </a:lnTo>
                        <a:lnTo>
                          <a:pt x="5982" y="6017"/>
                        </a:lnTo>
                        <a:cubicBezTo>
                          <a:pt x="5333" y="6017"/>
                          <a:pt x="4819" y="5485"/>
                          <a:pt x="4821" y="4838"/>
                        </a:cubicBezTo>
                        <a:lnTo>
                          <a:pt x="4821" y="4826"/>
                        </a:lnTo>
                        <a:cubicBezTo>
                          <a:pt x="4821" y="2163"/>
                          <a:pt x="2662" y="2"/>
                          <a:pt x="1"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485" name="Google Shape;4485;p61"/>
                  <p:cNvSpPr/>
                  <p:nvPr/>
                </p:nvSpPr>
                <p:spPr>
                  <a:xfrm>
                    <a:off x="5938485" y="2824811"/>
                    <a:ext cx="202151" cy="404655"/>
                  </a:xfrm>
                  <a:custGeom>
                    <a:avLst/>
                    <a:gdLst/>
                    <a:ahLst/>
                    <a:cxnLst/>
                    <a:rect l="l" t="t" r="r" b="b"/>
                    <a:pathLst>
                      <a:path w="4820" h="9649" extrusionOk="0">
                        <a:moveTo>
                          <a:pt x="4819" y="1"/>
                        </a:moveTo>
                        <a:cubicBezTo>
                          <a:pt x="2161" y="4"/>
                          <a:pt x="1" y="2167"/>
                          <a:pt x="1" y="4827"/>
                        </a:cubicBezTo>
                        <a:cubicBezTo>
                          <a:pt x="1" y="6565"/>
                          <a:pt x="934" y="8168"/>
                          <a:pt x="2446" y="9023"/>
                        </a:cubicBezTo>
                        <a:cubicBezTo>
                          <a:pt x="3141" y="9418"/>
                          <a:pt x="3924" y="9634"/>
                          <a:pt x="4725" y="9649"/>
                        </a:cubicBezTo>
                        <a:cubicBezTo>
                          <a:pt x="4757" y="9649"/>
                          <a:pt x="4789" y="9647"/>
                          <a:pt x="4819" y="9647"/>
                        </a:cubicBezTo>
                        <a:lnTo>
                          <a:pt x="4819" y="8398"/>
                        </a:lnTo>
                        <a:cubicBezTo>
                          <a:pt x="4787" y="8398"/>
                          <a:pt x="4757" y="8398"/>
                          <a:pt x="4725" y="8397"/>
                        </a:cubicBezTo>
                        <a:lnTo>
                          <a:pt x="4723" y="8397"/>
                        </a:lnTo>
                        <a:cubicBezTo>
                          <a:pt x="2742" y="8342"/>
                          <a:pt x="1165" y="6672"/>
                          <a:pt x="1256" y="4657"/>
                        </a:cubicBezTo>
                        <a:cubicBezTo>
                          <a:pt x="1340" y="2818"/>
                          <a:pt x="2843" y="1327"/>
                          <a:pt x="4685" y="1255"/>
                        </a:cubicBezTo>
                        <a:cubicBezTo>
                          <a:pt x="4730" y="1253"/>
                          <a:pt x="4774" y="1253"/>
                          <a:pt x="4819" y="1253"/>
                        </a:cubicBezTo>
                        <a:lnTo>
                          <a:pt x="4819" y="1"/>
                        </a:lnTo>
                        <a:close/>
                      </a:path>
                    </a:pathLst>
                  </a:custGeom>
                  <a:solidFill>
                    <a:srgbClr val="667E92"/>
                  </a:solidFill>
                  <a:ln>
                    <a:noFill/>
                  </a:ln>
                </p:spPr>
                <p:txBody>
                  <a:bodyPr spcFirstLastPara="1" wrap="square" lIns="121900" tIns="121900" rIns="121900" bIns="121900" anchor="ctr" anchorCtr="0">
                    <a:noAutofit/>
                  </a:bodyPr>
                  <a:lstStyle/>
                  <a:p>
                    <a:endParaRPr sz="2400"/>
                  </a:p>
                </p:txBody>
              </p:sp>
            </p:grpSp>
            <p:sp>
              <p:nvSpPr>
                <p:cNvPr id="4486" name="Google Shape;4486;p61"/>
                <p:cNvSpPr/>
                <p:nvPr/>
              </p:nvSpPr>
              <p:spPr>
                <a:xfrm>
                  <a:off x="5657361" y="2934478"/>
                  <a:ext cx="367688" cy="187838"/>
                </a:xfrm>
                <a:custGeom>
                  <a:avLst/>
                  <a:gdLst/>
                  <a:ahLst/>
                  <a:cxnLst/>
                  <a:rect l="l" t="t" r="r" b="b"/>
                  <a:pathLst>
                    <a:path w="8767" h="4479" extrusionOk="0">
                      <a:moveTo>
                        <a:pt x="2123" y="1"/>
                      </a:moveTo>
                      <a:cubicBezTo>
                        <a:pt x="952" y="1"/>
                        <a:pt x="1" y="950"/>
                        <a:pt x="1" y="2123"/>
                      </a:cubicBezTo>
                      <a:lnTo>
                        <a:pt x="1" y="2356"/>
                      </a:lnTo>
                      <a:cubicBezTo>
                        <a:pt x="1" y="3527"/>
                        <a:pt x="952" y="4478"/>
                        <a:pt x="2123" y="4478"/>
                      </a:cubicBezTo>
                      <a:lnTo>
                        <a:pt x="8766" y="4478"/>
                      </a:lnTo>
                      <a:cubicBezTo>
                        <a:pt x="7702" y="3181"/>
                        <a:pt x="7684" y="1319"/>
                        <a:pt x="8723"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sp>
            <p:nvSpPr>
              <p:cNvPr id="4487" name="Google Shape;4487;p61"/>
              <p:cNvSpPr/>
              <p:nvPr/>
            </p:nvSpPr>
            <p:spPr>
              <a:xfrm>
                <a:off x="6047361" y="2932675"/>
                <a:ext cx="192001" cy="191990"/>
              </a:xfrm>
              <a:custGeom>
                <a:avLst/>
                <a:gdLst/>
                <a:ahLst/>
                <a:cxnLst/>
                <a:rect l="l" t="t" r="r" b="b"/>
                <a:pathLst>
                  <a:path w="4578" h="4578" extrusionOk="0">
                    <a:moveTo>
                      <a:pt x="2289" y="1"/>
                    </a:moveTo>
                    <a:cubicBezTo>
                      <a:pt x="1026" y="1"/>
                      <a:pt x="1" y="1024"/>
                      <a:pt x="1" y="2289"/>
                    </a:cubicBezTo>
                    <a:cubicBezTo>
                      <a:pt x="1" y="3552"/>
                      <a:pt x="1026" y="4577"/>
                      <a:pt x="2289" y="4577"/>
                    </a:cubicBezTo>
                    <a:cubicBezTo>
                      <a:pt x="3552" y="4577"/>
                      <a:pt x="4577" y="3552"/>
                      <a:pt x="4577" y="2289"/>
                    </a:cubicBezTo>
                    <a:cubicBezTo>
                      <a:pt x="4577" y="1024"/>
                      <a:pt x="3552" y="1"/>
                      <a:pt x="2289"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488" name="Google Shape;4488;p61"/>
            <p:cNvGrpSpPr/>
            <p:nvPr/>
          </p:nvGrpSpPr>
          <p:grpSpPr>
            <a:xfrm>
              <a:off x="5190863" y="3528942"/>
              <a:ext cx="1078026" cy="404739"/>
              <a:chOff x="5190863" y="3528942"/>
              <a:chExt cx="1078026" cy="404739"/>
            </a:xfrm>
          </p:grpSpPr>
          <p:sp>
            <p:nvSpPr>
              <p:cNvPr id="4489" name="Google Shape;4489;p61"/>
              <p:cNvSpPr/>
              <p:nvPr/>
            </p:nvSpPr>
            <p:spPr>
              <a:xfrm>
                <a:off x="5694436" y="3635379"/>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nvGrpSpPr>
              <p:cNvPr id="4490" name="Google Shape;4490;p61"/>
              <p:cNvGrpSpPr/>
              <p:nvPr/>
            </p:nvGrpSpPr>
            <p:grpSpPr>
              <a:xfrm>
                <a:off x="5190863" y="3528942"/>
                <a:ext cx="1078026" cy="404739"/>
                <a:chOff x="5190863" y="3528942"/>
                <a:chExt cx="1078026" cy="404739"/>
              </a:xfrm>
            </p:grpSpPr>
            <p:sp>
              <p:nvSpPr>
                <p:cNvPr id="4491" name="Google Shape;4491;p61"/>
                <p:cNvSpPr/>
                <p:nvPr/>
              </p:nvSpPr>
              <p:spPr>
                <a:xfrm>
                  <a:off x="5190863" y="3528942"/>
                  <a:ext cx="800551" cy="404739"/>
                </a:xfrm>
                <a:custGeom>
                  <a:avLst/>
                  <a:gdLst/>
                  <a:ahLst/>
                  <a:cxnLst/>
                  <a:rect l="l" t="t" r="r" b="b"/>
                  <a:pathLst>
                    <a:path w="19088" h="9651" extrusionOk="0">
                      <a:moveTo>
                        <a:pt x="14266" y="1"/>
                      </a:moveTo>
                      <a:lnTo>
                        <a:pt x="14266" y="1253"/>
                      </a:lnTo>
                      <a:cubicBezTo>
                        <a:pt x="14298" y="1253"/>
                        <a:pt x="14330" y="1253"/>
                        <a:pt x="14362" y="1255"/>
                      </a:cubicBezTo>
                      <a:cubicBezTo>
                        <a:pt x="16314" y="1309"/>
                        <a:pt x="17861" y="2922"/>
                        <a:pt x="17833" y="4874"/>
                      </a:cubicBezTo>
                      <a:cubicBezTo>
                        <a:pt x="17808" y="6827"/>
                        <a:pt x="16218" y="8396"/>
                        <a:pt x="14266" y="8398"/>
                      </a:cubicBezTo>
                      <a:lnTo>
                        <a:pt x="14261" y="8398"/>
                      </a:lnTo>
                      <a:cubicBezTo>
                        <a:pt x="12331" y="8398"/>
                        <a:pt x="10757" y="6867"/>
                        <a:pt x="10691" y="4952"/>
                      </a:cubicBezTo>
                      <a:lnTo>
                        <a:pt x="10691" y="4950"/>
                      </a:lnTo>
                      <a:cubicBezTo>
                        <a:pt x="10688" y="4909"/>
                        <a:pt x="10688" y="4867"/>
                        <a:pt x="10688" y="4825"/>
                      </a:cubicBezTo>
                      <a:cubicBezTo>
                        <a:pt x="10688" y="4784"/>
                        <a:pt x="10688" y="4744"/>
                        <a:pt x="10691" y="4704"/>
                      </a:cubicBezTo>
                      <a:lnTo>
                        <a:pt x="10691" y="4680"/>
                      </a:lnTo>
                      <a:cubicBezTo>
                        <a:pt x="10653" y="3432"/>
                        <a:pt x="9614" y="2446"/>
                        <a:pt x="8364" y="2446"/>
                      </a:cubicBezTo>
                      <a:cubicBezTo>
                        <a:pt x="8363" y="2446"/>
                        <a:pt x="8362" y="2446"/>
                        <a:pt x="8361" y="2446"/>
                      </a:cubicBezTo>
                      <a:cubicBezTo>
                        <a:pt x="6936" y="2446"/>
                        <a:pt x="2798" y="2449"/>
                        <a:pt x="1" y="2449"/>
                      </a:cubicBezTo>
                      <a:lnTo>
                        <a:pt x="1" y="3626"/>
                      </a:lnTo>
                      <a:lnTo>
                        <a:pt x="8387" y="3626"/>
                      </a:lnTo>
                      <a:cubicBezTo>
                        <a:pt x="8978" y="3626"/>
                        <a:pt x="9452" y="4113"/>
                        <a:pt x="9438" y="4704"/>
                      </a:cubicBezTo>
                      <a:lnTo>
                        <a:pt x="9438" y="4715"/>
                      </a:lnTo>
                      <a:cubicBezTo>
                        <a:pt x="9438" y="4752"/>
                        <a:pt x="9438" y="4789"/>
                        <a:pt x="9438" y="4825"/>
                      </a:cubicBezTo>
                      <a:cubicBezTo>
                        <a:pt x="9438" y="4862"/>
                        <a:pt x="9438" y="4901"/>
                        <a:pt x="9438" y="4939"/>
                      </a:cubicBezTo>
                      <a:cubicBezTo>
                        <a:pt x="9498" y="7558"/>
                        <a:pt x="11639" y="9650"/>
                        <a:pt x="14259" y="9650"/>
                      </a:cubicBezTo>
                      <a:cubicBezTo>
                        <a:pt x="14260" y="9650"/>
                        <a:pt x="14261" y="9650"/>
                        <a:pt x="14262" y="9650"/>
                      </a:cubicBezTo>
                      <a:lnTo>
                        <a:pt x="14267" y="9650"/>
                      </a:lnTo>
                      <a:cubicBezTo>
                        <a:pt x="16929" y="9647"/>
                        <a:pt x="19087" y="7488"/>
                        <a:pt x="19087" y="4825"/>
                      </a:cubicBezTo>
                      <a:cubicBezTo>
                        <a:pt x="19087" y="3088"/>
                        <a:pt x="18154" y="1484"/>
                        <a:pt x="16640" y="628"/>
                      </a:cubicBezTo>
                      <a:cubicBezTo>
                        <a:pt x="15945" y="233"/>
                        <a:pt x="15162" y="17"/>
                        <a:pt x="14362" y="2"/>
                      </a:cubicBezTo>
                      <a:cubicBezTo>
                        <a:pt x="14330" y="2"/>
                        <a:pt x="14298" y="1"/>
                        <a:pt x="14266"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4492" name="Google Shape;4492;p61"/>
                <p:cNvSpPr/>
                <p:nvPr/>
              </p:nvSpPr>
              <p:spPr>
                <a:xfrm>
                  <a:off x="5905730" y="3637351"/>
                  <a:ext cx="363158" cy="187796"/>
                </a:xfrm>
                <a:custGeom>
                  <a:avLst/>
                  <a:gdLst/>
                  <a:ahLst/>
                  <a:cxnLst/>
                  <a:rect l="l" t="t" r="r" b="b"/>
                  <a:pathLst>
                    <a:path w="8659" h="4478" extrusionOk="0">
                      <a:moveTo>
                        <a:pt x="0" y="0"/>
                      </a:moveTo>
                      <a:cubicBezTo>
                        <a:pt x="1051" y="1307"/>
                        <a:pt x="1051" y="3169"/>
                        <a:pt x="0" y="4478"/>
                      </a:cubicBezTo>
                      <a:lnTo>
                        <a:pt x="6537" y="4478"/>
                      </a:lnTo>
                      <a:cubicBezTo>
                        <a:pt x="7708" y="4478"/>
                        <a:pt x="8659" y="3526"/>
                        <a:pt x="8659" y="2356"/>
                      </a:cubicBezTo>
                      <a:lnTo>
                        <a:pt x="8659" y="2120"/>
                      </a:lnTo>
                      <a:cubicBezTo>
                        <a:pt x="8657" y="950"/>
                        <a:pt x="7708" y="0"/>
                        <a:pt x="6537"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grpSp>
        </p:grpSp>
      </p:grpSp>
      <p:grpSp>
        <p:nvGrpSpPr>
          <p:cNvPr id="4493" name="Google Shape;4493;p61"/>
          <p:cNvGrpSpPr/>
          <p:nvPr/>
        </p:nvGrpSpPr>
        <p:grpSpPr>
          <a:xfrm>
            <a:off x="970883" y="1965724"/>
            <a:ext cx="1448959" cy="1172649"/>
            <a:chOff x="803162" y="1474292"/>
            <a:chExt cx="1086719" cy="879487"/>
          </a:xfrm>
        </p:grpSpPr>
        <p:grpSp>
          <p:nvGrpSpPr>
            <p:cNvPr id="4494" name="Google Shape;4494;p61"/>
            <p:cNvGrpSpPr/>
            <p:nvPr/>
          </p:nvGrpSpPr>
          <p:grpSpPr>
            <a:xfrm>
              <a:off x="803162" y="1625948"/>
              <a:ext cx="445856" cy="576579"/>
              <a:chOff x="803162" y="1625948"/>
              <a:chExt cx="445856" cy="576579"/>
            </a:xfrm>
          </p:grpSpPr>
          <p:sp>
            <p:nvSpPr>
              <p:cNvPr id="4495" name="Google Shape;4495;p61"/>
              <p:cNvSpPr/>
              <p:nvPr/>
            </p:nvSpPr>
            <p:spPr>
              <a:xfrm>
                <a:off x="803162" y="1847356"/>
                <a:ext cx="133646" cy="133865"/>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435D74"/>
              </a:solidFill>
              <a:ln>
                <a:noFill/>
              </a:ln>
            </p:spPr>
            <p:txBody>
              <a:bodyPr spcFirstLastPara="1" wrap="square" lIns="121900" tIns="121900" rIns="121900" bIns="121900" anchor="ctr" anchorCtr="0">
                <a:noAutofit/>
              </a:bodyPr>
              <a:lstStyle/>
              <a:p>
                <a:endParaRPr sz="2400"/>
              </a:p>
            </p:txBody>
          </p:sp>
          <p:grpSp>
            <p:nvGrpSpPr>
              <p:cNvPr id="4496" name="Google Shape;4496;p61"/>
              <p:cNvGrpSpPr/>
              <p:nvPr/>
            </p:nvGrpSpPr>
            <p:grpSpPr>
              <a:xfrm>
                <a:off x="1056023" y="1625948"/>
                <a:ext cx="192995" cy="576579"/>
                <a:chOff x="1056023" y="1625948"/>
                <a:chExt cx="192995" cy="576579"/>
              </a:xfrm>
            </p:grpSpPr>
            <p:sp>
              <p:nvSpPr>
                <p:cNvPr id="4497" name="Google Shape;4497;p61"/>
                <p:cNvSpPr/>
                <p:nvPr/>
              </p:nvSpPr>
              <p:spPr>
                <a:xfrm>
                  <a:off x="1066902" y="1914079"/>
                  <a:ext cx="167456" cy="269382"/>
                </a:xfrm>
                <a:custGeom>
                  <a:avLst/>
                  <a:gdLst/>
                  <a:ahLst/>
                  <a:cxnLst/>
                  <a:rect l="l" t="t" r="r" b="b"/>
                  <a:pathLst>
                    <a:path w="25153" h="40463" fill="none" extrusionOk="0">
                      <a:moveTo>
                        <a:pt x="25152" y="40463"/>
                      </a:moveTo>
                      <a:cubicBezTo>
                        <a:pt x="19315" y="40463"/>
                        <a:pt x="14378" y="32724"/>
                        <a:pt x="12777" y="22150"/>
                      </a:cubicBezTo>
                      <a:lnTo>
                        <a:pt x="12810" y="22350"/>
                      </a:lnTo>
                      <a:cubicBezTo>
                        <a:pt x="10542" y="7606"/>
                        <a:pt x="6372" y="1"/>
                        <a:pt x="1" y="1"/>
                      </a:cubicBezTo>
                      <a:lnTo>
                        <a:pt x="1" y="1"/>
                      </a:lnTo>
                    </a:path>
                  </a:pathLst>
                </a:custGeom>
                <a:noFill/>
                <a:ln w="9525" cap="rnd" cmpd="sng">
                  <a:solidFill>
                    <a:srgbClr val="435D74"/>
                  </a:solidFill>
                  <a:prstDash val="solid"/>
                  <a:miter lim="33357"/>
                  <a:headEnd type="none" w="sm" len="sm"/>
                  <a:tailEnd type="none" w="sm" len="sm"/>
                </a:ln>
              </p:spPr>
              <p:txBody>
                <a:bodyPr spcFirstLastPara="1" wrap="square" lIns="121900" tIns="121900" rIns="121900" bIns="121900" anchor="ctr" anchorCtr="0">
                  <a:noAutofit/>
                </a:bodyPr>
                <a:lstStyle/>
                <a:p>
                  <a:endParaRPr sz="2400"/>
                </a:p>
              </p:txBody>
            </p:sp>
            <p:sp>
              <p:nvSpPr>
                <p:cNvPr id="4498" name="Google Shape;4498;p61"/>
                <p:cNvSpPr/>
                <p:nvPr/>
              </p:nvSpPr>
              <p:spPr>
                <a:xfrm>
                  <a:off x="1066902" y="1645136"/>
                  <a:ext cx="167456" cy="269382"/>
                </a:xfrm>
                <a:custGeom>
                  <a:avLst/>
                  <a:gdLst/>
                  <a:ahLst/>
                  <a:cxnLst/>
                  <a:rect l="l" t="t" r="r" b="b"/>
                  <a:pathLst>
                    <a:path w="25153" h="40463" fill="none" extrusionOk="0">
                      <a:moveTo>
                        <a:pt x="25152" y="0"/>
                      </a:moveTo>
                      <a:cubicBezTo>
                        <a:pt x="19315" y="0"/>
                        <a:pt x="14378" y="7706"/>
                        <a:pt x="12777" y="18313"/>
                      </a:cubicBezTo>
                      <a:lnTo>
                        <a:pt x="12810" y="18113"/>
                      </a:lnTo>
                      <a:cubicBezTo>
                        <a:pt x="10542" y="32857"/>
                        <a:pt x="6372" y="40462"/>
                        <a:pt x="1" y="40462"/>
                      </a:cubicBezTo>
                      <a:lnTo>
                        <a:pt x="1" y="40462"/>
                      </a:lnTo>
                    </a:path>
                  </a:pathLst>
                </a:custGeom>
                <a:noFill/>
                <a:ln w="9525" cap="rnd" cmpd="sng">
                  <a:solidFill>
                    <a:srgbClr val="435D74"/>
                  </a:solidFill>
                  <a:prstDash val="solid"/>
                  <a:miter lim="33357"/>
                  <a:headEnd type="none" w="sm" len="sm"/>
                  <a:tailEnd type="none" w="sm" len="sm"/>
                </a:ln>
              </p:spPr>
              <p:txBody>
                <a:bodyPr spcFirstLastPara="1" wrap="square" lIns="121900" tIns="121900" rIns="121900" bIns="121900" anchor="ctr" anchorCtr="0">
                  <a:noAutofit/>
                </a:bodyPr>
                <a:lstStyle/>
                <a:p>
                  <a:endParaRPr sz="2400"/>
                </a:p>
              </p:txBody>
            </p:sp>
            <p:sp>
              <p:nvSpPr>
                <p:cNvPr id="4499" name="Google Shape;4499;p61"/>
                <p:cNvSpPr/>
                <p:nvPr/>
              </p:nvSpPr>
              <p:spPr>
                <a:xfrm>
                  <a:off x="1056023" y="1893872"/>
                  <a:ext cx="40644" cy="40644"/>
                </a:xfrm>
                <a:custGeom>
                  <a:avLst/>
                  <a:gdLst/>
                  <a:ahLst/>
                  <a:cxnLst/>
                  <a:rect l="l" t="t" r="r" b="b"/>
                  <a:pathLst>
                    <a:path w="6105" h="6105" extrusionOk="0">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500" name="Google Shape;4500;p61"/>
                <p:cNvSpPr/>
                <p:nvPr/>
              </p:nvSpPr>
              <p:spPr>
                <a:xfrm>
                  <a:off x="1220365" y="2164199"/>
                  <a:ext cx="28654" cy="38327"/>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501" name="Google Shape;4501;p61"/>
                <p:cNvSpPr/>
                <p:nvPr/>
              </p:nvSpPr>
              <p:spPr>
                <a:xfrm>
                  <a:off x="1220365" y="1625948"/>
                  <a:ext cx="28654" cy="38467"/>
                </a:xfrm>
                <a:custGeom>
                  <a:avLst/>
                  <a:gdLst/>
                  <a:ahLst/>
                  <a:cxnLst/>
                  <a:rect l="l" t="t" r="r" b="b"/>
                  <a:pathLst>
                    <a:path w="4304" h="5778" extrusionOk="0">
                      <a:moveTo>
                        <a:pt x="489" y="0"/>
                      </a:moveTo>
                      <a:cubicBezTo>
                        <a:pt x="234" y="0"/>
                        <a:pt x="1" y="207"/>
                        <a:pt x="1" y="514"/>
                      </a:cubicBezTo>
                      <a:lnTo>
                        <a:pt x="1" y="5284"/>
                      </a:lnTo>
                      <a:cubicBezTo>
                        <a:pt x="1" y="5574"/>
                        <a:pt x="229" y="5777"/>
                        <a:pt x="482" y="5777"/>
                      </a:cubicBezTo>
                      <a:cubicBezTo>
                        <a:pt x="577" y="5777"/>
                        <a:pt x="676" y="5748"/>
                        <a:pt x="768" y="5684"/>
                      </a:cubicBezTo>
                      <a:lnTo>
                        <a:pt x="4003" y="3382"/>
                      </a:lnTo>
                      <a:cubicBezTo>
                        <a:pt x="4304" y="3182"/>
                        <a:pt x="4304" y="2782"/>
                        <a:pt x="4037" y="2582"/>
                      </a:cubicBezTo>
                      <a:lnTo>
                        <a:pt x="801" y="113"/>
                      </a:lnTo>
                      <a:cubicBezTo>
                        <a:pt x="704" y="35"/>
                        <a:pt x="595" y="0"/>
                        <a:pt x="489"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grpSp>
        </p:grpSp>
        <p:grpSp>
          <p:nvGrpSpPr>
            <p:cNvPr id="4502" name="Google Shape;4502;p61"/>
            <p:cNvGrpSpPr/>
            <p:nvPr/>
          </p:nvGrpSpPr>
          <p:grpSpPr>
            <a:xfrm>
              <a:off x="1371406" y="1474292"/>
              <a:ext cx="518475" cy="879487"/>
              <a:chOff x="1398231" y="1474292"/>
              <a:chExt cx="518475" cy="879487"/>
            </a:xfrm>
          </p:grpSpPr>
          <p:grpSp>
            <p:nvGrpSpPr>
              <p:cNvPr id="4503" name="Google Shape;4503;p61"/>
              <p:cNvGrpSpPr/>
              <p:nvPr/>
            </p:nvGrpSpPr>
            <p:grpSpPr>
              <a:xfrm>
                <a:off x="1398231" y="1474292"/>
                <a:ext cx="518475" cy="341643"/>
                <a:chOff x="1398231" y="1474292"/>
                <a:chExt cx="518475" cy="341643"/>
              </a:xfrm>
            </p:grpSpPr>
            <p:sp>
              <p:nvSpPr>
                <p:cNvPr id="4504" name="Google Shape;4504;p61"/>
                <p:cNvSpPr/>
                <p:nvPr/>
              </p:nvSpPr>
              <p:spPr>
                <a:xfrm>
                  <a:off x="1398231" y="1595601"/>
                  <a:ext cx="102159" cy="99017"/>
                </a:xfrm>
                <a:custGeom>
                  <a:avLst/>
                  <a:gdLst/>
                  <a:ahLst/>
                  <a:cxnLst/>
                  <a:rect l="l" t="t" r="r" b="b"/>
                  <a:pathLst>
                    <a:path w="15345" h="14873" extrusionOk="0">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4505" name="Google Shape;4505;p61"/>
                <p:cNvGrpSpPr/>
                <p:nvPr/>
              </p:nvGrpSpPr>
              <p:grpSpPr>
                <a:xfrm>
                  <a:off x="1616453" y="1474292"/>
                  <a:ext cx="300253" cy="341643"/>
                  <a:chOff x="1616453" y="1475379"/>
                  <a:chExt cx="300253" cy="341643"/>
                </a:xfrm>
              </p:grpSpPr>
              <p:sp>
                <p:nvSpPr>
                  <p:cNvPr id="4506" name="Google Shape;4506;p61"/>
                  <p:cNvSpPr/>
                  <p:nvPr/>
                </p:nvSpPr>
                <p:spPr>
                  <a:xfrm>
                    <a:off x="1631387" y="1645136"/>
                    <a:ext cx="85283" cy="74624"/>
                  </a:xfrm>
                  <a:custGeom>
                    <a:avLst/>
                    <a:gdLst/>
                    <a:ahLst/>
                    <a:cxnLst/>
                    <a:rect l="l" t="t" r="r" b="b"/>
                    <a:pathLst>
                      <a:path w="12810" h="11209" fill="none" extrusionOk="0">
                        <a:moveTo>
                          <a:pt x="1" y="0"/>
                        </a:moveTo>
                        <a:lnTo>
                          <a:pt x="1" y="0"/>
                        </a:lnTo>
                        <a:cubicBezTo>
                          <a:pt x="6372" y="0"/>
                          <a:pt x="10542" y="3803"/>
                          <a:pt x="12810" y="11208"/>
                        </a:cubicBezTo>
                      </a:path>
                    </a:pathLst>
                  </a:custGeom>
                  <a:noFill/>
                  <a:ln w="9525" cap="rnd" cmpd="sng">
                    <a:solidFill>
                      <a:srgbClr val="5F7D95"/>
                    </a:solidFill>
                    <a:prstDash val="solid"/>
                    <a:miter lim="33357"/>
                    <a:headEnd type="none" w="sm" len="sm"/>
                    <a:tailEnd type="none" w="sm" len="sm"/>
                  </a:ln>
                </p:spPr>
                <p:txBody>
                  <a:bodyPr spcFirstLastPara="1" wrap="square" lIns="121900" tIns="121900" rIns="121900" bIns="121900" anchor="ctr" anchorCtr="0">
                    <a:noAutofit/>
                  </a:bodyPr>
                  <a:lstStyle/>
                  <a:p>
                    <a:endParaRPr sz="2400"/>
                  </a:p>
                </p:txBody>
              </p:sp>
              <p:sp>
                <p:nvSpPr>
                  <p:cNvPr id="4507" name="Google Shape;4507;p61"/>
                  <p:cNvSpPr/>
                  <p:nvPr/>
                </p:nvSpPr>
                <p:spPr>
                  <a:xfrm>
                    <a:off x="1716447" y="1509882"/>
                    <a:ext cx="82400" cy="61302"/>
                  </a:xfrm>
                  <a:custGeom>
                    <a:avLst/>
                    <a:gdLst/>
                    <a:ahLst/>
                    <a:cxnLst/>
                    <a:rect l="l" t="t" r="r" b="b"/>
                    <a:pathLst>
                      <a:path w="12377" h="9208" fill="none" extrusionOk="0">
                        <a:moveTo>
                          <a:pt x="1" y="9207"/>
                        </a:moveTo>
                        <a:cubicBezTo>
                          <a:pt x="1635" y="3870"/>
                          <a:pt x="6539" y="1"/>
                          <a:pt x="12376" y="1"/>
                        </a:cubicBezTo>
                      </a:path>
                    </a:pathLst>
                  </a:custGeom>
                  <a:noFill/>
                  <a:ln w="9525" cap="rnd" cmpd="sng">
                    <a:solidFill>
                      <a:srgbClr val="5F7D95"/>
                    </a:solidFill>
                    <a:prstDash val="solid"/>
                    <a:miter lim="33357"/>
                    <a:headEnd type="none" w="sm" len="sm"/>
                    <a:tailEnd type="none" w="sm" len="sm"/>
                  </a:ln>
                </p:spPr>
                <p:txBody>
                  <a:bodyPr spcFirstLastPara="1" wrap="square" lIns="121900" tIns="121900" rIns="121900" bIns="121900" anchor="ctr" anchorCtr="0">
                    <a:noAutofit/>
                  </a:bodyPr>
                  <a:lstStyle/>
                  <a:p>
                    <a:endParaRPr sz="2400"/>
                  </a:p>
                </p:txBody>
              </p:sp>
              <p:sp>
                <p:nvSpPr>
                  <p:cNvPr id="4508" name="Google Shape;4508;p61"/>
                  <p:cNvSpPr/>
                  <p:nvPr/>
                </p:nvSpPr>
                <p:spPr>
                  <a:xfrm>
                    <a:off x="1716447" y="1719091"/>
                    <a:ext cx="82400" cy="61076"/>
                  </a:xfrm>
                  <a:custGeom>
                    <a:avLst/>
                    <a:gdLst/>
                    <a:ahLst/>
                    <a:cxnLst/>
                    <a:rect l="l" t="t" r="r" b="b"/>
                    <a:pathLst>
                      <a:path w="12377" h="9174" fill="none" extrusionOk="0">
                        <a:moveTo>
                          <a:pt x="1" y="0"/>
                        </a:moveTo>
                        <a:cubicBezTo>
                          <a:pt x="1635" y="5304"/>
                          <a:pt x="6539" y="9173"/>
                          <a:pt x="12376" y="9173"/>
                        </a:cubicBezTo>
                      </a:path>
                    </a:pathLst>
                  </a:custGeom>
                  <a:noFill/>
                  <a:ln w="9525" cap="rnd" cmpd="sng">
                    <a:solidFill>
                      <a:srgbClr val="5F7D95"/>
                    </a:solidFill>
                    <a:prstDash val="solid"/>
                    <a:miter lim="33357"/>
                    <a:headEnd type="none" w="sm" len="sm"/>
                    <a:tailEnd type="none" w="sm" len="sm"/>
                  </a:ln>
                </p:spPr>
                <p:txBody>
                  <a:bodyPr spcFirstLastPara="1" wrap="square" lIns="121900" tIns="121900" rIns="121900" bIns="121900" anchor="ctr" anchorCtr="0">
                    <a:noAutofit/>
                  </a:bodyPr>
                  <a:lstStyle/>
                  <a:p>
                    <a:endParaRPr sz="2400"/>
                  </a:p>
                </p:txBody>
              </p:sp>
              <p:sp>
                <p:nvSpPr>
                  <p:cNvPr id="4509" name="Google Shape;4509;p61"/>
                  <p:cNvSpPr/>
                  <p:nvPr/>
                </p:nvSpPr>
                <p:spPr>
                  <a:xfrm>
                    <a:off x="1631387" y="1570955"/>
                    <a:ext cx="85283" cy="74185"/>
                  </a:xfrm>
                  <a:custGeom>
                    <a:avLst/>
                    <a:gdLst/>
                    <a:ahLst/>
                    <a:cxnLst/>
                    <a:rect l="l" t="t" r="r" b="b"/>
                    <a:pathLst>
                      <a:path w="12810" h="11143" fill="none" extrusionOk="0">
                        <a:moveTo>
                          <a:pt x="1" y="11142"/>
                        </a:moveTo>
                        <a:cubicBezTo>
                          <a:pt x="6539" y="11142"/>
                          <a:pt x="10275" y="7106"/>
                          <a:pt x="12810" y="1"/>
                        </a:cubicBezTo>
                      </a:path>
                    </a:pathLst>
                  </a:custGeom>
                  <a:noFill/>
                  <a:ln w="9525" cap="rnd" cmpd="sng">
                    <a:solidFill>
                      <a:srgbClr val="5F7D95"/>
                    </a:solidFill>
                    <a:prstDash val="solid"/>
                    <a:miter lim="33357"/>
                    <a:headEnd type="none" w="sm" len="sm"/>
                    <a:tailEnd type="none" w="sm" len="sm"/>
                  </a:ln>
                </p:spPr>
                <p:txBody>
                  <a:bodyPr spcFirstLastPara="1" wrap="square" lIns="121900" tIns="121900" rIns="121900" bIns="121900" anchor="ctr" anchorCtr="0">
                    <a:noAutofit/>
                  </a:bodyPr>
                  <a:lstStyle/>
                  <a:p>
                    <a:endParaRPr sz="2400"/>
                  </a:p>
                </p:txBody>
              </p:sp>
              <p:sp>
                <p:nvSpPr>
                  <p:cNvPr id="4510" name="Google Shape;4510;p61"/>
                  <p:cNvSpPr/>
                  <p:nvPr/>
                </p:nvSpPr>
                <p:spPr>
                  <a:xfrm>
                    <a:off x="1616453" y="1624776"/>
                    <a:ext cx="42868" cy="40717"/>
                  </a:xfrm>
                  <a:custGeom>
                    <a:avLst/>
                    <a:gdLst/>
                    <a:ahLst/>
                    <a:cxnLst/>
                    <a:rect l="l" t="t" r="r" b="b"/>
                    <a:pathLst>
                      <a:path w="6439" h="6116" extrusionOk="0">
                        <a:moveTo>
                          <a:pt x="3199" y="1"/>
                        </a:moveTo>
                        <a:cubicBezTo>
                          <a:pt x="3079" y="1"/>
                          <a:pt x="2958" y="8"/>
                          <a:pt x="2835" y="23"/>
                        </a:cubicBezTo>
                        <a:cubicBezTo>
                          <a:pt x="1168" y="256"/>
                          <a:pt x="0" y="1757"/>
                          <a:pt x="200" y="3425"/>
                        </a:cubicBezTo>
                        <a:cubicBezTo>
                          <a:pt x="386" y="4971"/>
                          <a:pt x="1717" y="6115"/>
                          <a:pt x="3239" y="6115"/>
                        </a:cubicBezTo>
                        <a:cubicBezTo>
                          <a:pt x="3359" y="6115"/>
                          <a:pt x="3481" y="6108"/>
                          <a:pt x="3603" y="6094"/>
                        </a:cubicBezTo>
                        <a:cubicBezTo>
                          <a:pt x="5271" y="5860"/>
                          <a:pt x="6438" y="4359"/>
                          <a:pt x="6238" y="2691"/>
                        </a:cubicBezTo>
                        <a:cubicBezTo>
                          <a:pt x="6052" y="1145"/>
                          <a:pt x="4721" y="1"/>
                          <a:pt x="3199"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511" name="Google Shape;4511;p61"/>
                  <p:cNvSpPr/>
                  <p:nvPr/>
                </p:nvSpPr>
                <p:spPr>
                  <a:xfrm>
                    <a:off x="1784849" y="1760975"/>
                    <a:ext cx="28654" cy="38467"/>
                  </a:xfrm>
                  <a:custGeom>
                    <a:avLst/>
                    <a:gdLst/>
                    <a:ahLst/>
                    <a:cxnLst/>
                    <a:rect l="l" t="t" r="r" b="b"/>
                    <a:pathLst>
                      <a:path w="4304" h="5778" extrusionOk="0">
                        <a:moveTo>
                          <a:pt x="489" y="0"/>
                        </a:moveTo>
                        <a:cubicBezTo>
                          <a:pt x="234" y="0"/>
                          <a:pt x="1" y="207"/>
                          <a:pt x="1" y="514"/>
                        </a:cubicBezTo>
                        <a:lnTo>
                          <a:pt x="1" y="5284"/>
                        </a:lnTo>
                        <a:cubicBezTo>
                          <a:pt x="1" y="5575"/>
                          <a:pt x="229" y="5777"/>
                          <a:pt x="482" y="5777"/>
                        </a:cubicBezTo>
                        <a:cubicBezTo>
                          <a:pt x="577" y="5777"/>
                          <a:pt x="676" y="5748"/>
                          <a:pt x="768" y="5684"/>
                        </a:cubicBezTo>
                        <a:lnTo>
                          <a:pt x="4037" y="3383"/>
                        </a:lnTo>
                        <a:cubicBezTo>
                          <a:pt x="4304" y="3183"/>
                          <a:pt x="4304" y="2782"/>
                          <a:pt x="4037" y="2582"/>
                        </a:cubicBezTo>
                        <a:lnTo>
                          <a:pt x="801" y="114"/>
                        </a:lnTo>
                        <a:cubicBezTo>
                          <a:pt x="704" y="36"/>
                          <a:pt x="595" y="0"/>
                          <a:pt x="489"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512" name="Google Shape;4512;p61"/>
                  <p:cNvSpPr/>
                  <p:nvPr/>
                </p:nvSpPr>
                <p:spPr>
                  <a:xfrm>
                    <a:off x="1784849" y="1490834"/>
                    <a:ext cx="28654" cy="38327"/>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37" y="3395"/>
                        </a:lnTo>
                        <a:cubicBezTo>
                          <a:pt x="4304" y="3195"/>
                          <a:pt x="4304" y="2795"/>
                          <a:pt x="4037" y="2561"/>
                        </a:cubicBezTo>
                        <a:lnTo>
                          <a:pt x="801" y="93"/>
                        </a:lnTo>
                        <a:cubicBezTo>
                          <a:pt x="710" y="29"/>
                          <a:pt x="608" y="0"/>
                          <a:pt x="509"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grpSp>
                <p:nvGrpSpPr>
                  <p:cNvPr id="4513" name="Google Shape;4513;p61"/>
                  <p:cNvGrpSpPr/>
                  <p:nvPr/>
                </p:nvGrpSpPr>
                <p:grpSpPr>
                  <a:xfrm>
                    <a:off x="1839639" y="1475379"/>
                    <a:ext cx="77067" cy="341643"/>
                    <a:chOff x="1839639" y="1475379"/>
                    <a:chExt cx="77067" cy="341643"/>
                  </a:xfrm>
                </p:grpSpPr>
                <p:sp>
                  <p:nvSpPr>
                    <p:cNvPr id="4514" name="Google Shape;4514;p61"/>
                    <p:cNvSpPr/>
                    <p:nvPr/>
                  </p:nvSpPr>
                  <p:spPr>
                    <a:xfrm>
                      <a:off x="1839639" y="1745481"/>
                      <a:ext cx="77067" cy="71541"/>
                    </a:xfrm>
                    <a:custGeom>
                      <a:avLst/>
                      <a:gdLst/>
                      <a:ahLst/>
                      <a:cxnLst/>
                      <a:rect l="l" t="t" r="r" b="b"/>
                      <a:pathLst>
                        <a:path w="11576" h="10746" extrusionOk="0">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A5B7C6"/>
                    </a:solidFill>
                    <a:ln>
                      <a:noFill/>
                    </a:ln>
                  </p:spPr>
                  <p:txBody>
                    <a:bodyPr spcFirstLastPara="1" wrap="square" lIns="121900" tIns="121900" rIns="121900" bIns="121900" anchor="ctr" anchorCtr="0">
                      <a:noAutofit/>
                    </a:bodyPr>
                    <a:lstStyle/>
                    <a:p>
                      <a:endParaRPr sz="2400"/>
                    </a:p>
                  </p:txBody>
                </p:sp>
                <p:sp>
                  <p:nvSpPr>
                    <p:cNvPr id="4515" name="Google Shape;4515;p61"/>
                    <p:cNvSpPr/>
                    <p:nvPr/>
                  </p:nvSpPr>
                  <p:spPr>
                    <a:xfrm>
                      <a:off x="1839639" y="1475379"/>
                      <a:ext cx="77067" cy="71595"/>
                    </a:xfrm>
                    <a:custGeom>
                      <a:avLst/>
                      <a:gdLst/>
                      <a:ahLst/>
                      <a:cxnLst/>
                      <a:rect l="l" t="t" r="r" b="b"/>
                      <a:pathLst>
                        <a:path w="11576" h="10754" extrusionOk="0">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A5B7C6"/>
                    </a:solidFill>
                    <a:ln>
                      <a:noFill/>
                    </a:ln>
                  </p:spPr>
                  <p:txBody>
                    <a:bodyPr spcFirstLastPara="1" wrap="square" lIns="121900" tIns="121900" rIns="121900" bIns="121900" anchor="ctr" anchorCtr="0">
                      <a:noAutofit/>
                    </a:bodyPr>
                    <a:lstStyle/>
                    <a:p>
                      <a:endParaRPr sz="2400"/>
                    </a:p>
                  </p:txBody>
                </p:sp>
              </p:grpSp>
            </p:grpSp>
          </p:grpSp>
          <p:grpSp>
            <p:nvGrpSpPr>
              <p:cNvPr id="4516" name="Google Shape;4516;p61"/>
              <p:cNvGrpSpPr/>
              <p:nvPr/>
            </p:nvGrpSpPr>
            <p:grpSpPr>
              <a:xfrm>
                <a:off x="1398451" y="2012951"/>
                <a:ext cx="518255" cy="340828"/>
                <a:chOff x="1398451" y="2012951"/>
                <a:chExt cx="518255" cy="340828"/>
              </a:xfrm>
            </p:grpSpPr>
            <p:sp>
              <p:nvSpPr>
                <p:cNvPr id="4517" name="Google Shape;4517;p61"/>
                <p:cNvSpPr/>
                <p:nvPr/>
              </p:nvSpPr>
              <p:spPr>
                <a:xfrm>
                  <a:off x="1398451" y="2133928"/>
                  <a:ext cx="102166" cy="99017"/>
                </a:xfrm>
                <a:custGeom>
                  <a:avLst/>
                  <a:gdLst/>
                  <a:ahLst/>
                  <a:cxnLst/>
                  <a:rect l="l" t="t" r="r" b="b"/>
                  <a:pathLst>
                    <a:path w="15346" h="14873" extrusionOk="0">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4518" name="Google Shape;4518;p61"/>
                <p:cNvGrpSpPr/>
                <p:nvPr/>
              </p:nvGrpSpPr>
              <p:grpSpPr>
                <a:xfrm>
                  <a:off x="1616453" y="2012951"/>
                  <a:ext cx="300253" cy="340828"/>
                  <a:chOff x="1616453" y="2013538"/>
                  <a:chExt cx="300253" cy="340828"/>
                </a:xfrm>
              </p:grpSpPr>
              <p:sp>
                <p:nvSpPr>
                  <p:cNvPr id="4519" name="Google Shape;4519;p61"/>
                  <p:cNvSpPr/>
                  <p:nvPr/>
                </p:nvSpPr>
                <p:spPr>
                  <a:xfrm>
                    <a:off x="1631387" y="2183474"/>
                    <a:ext cx="85283" cy="74624"/>
                  </a:xfrm>
                  <a:custGeom>
                    <a:avLst/>
                    <a:gdLst/>
                    <a:ahLst/>
                    <a:cxnLst/>
                    <a:rect l="l" t="t" r="r" b="b"/>
                    <a:pathLst>
                      <a:path w="12810" h="11209" fill="none" extrusionOk="0">
                        <a:moveTo>
                          <a:pt x="1" y="0"/>
                        </a:moveTo>
                        <a:lnTo>
                          <a:pt x="1" y="0"/>
                        </a:lnTo>
                        <a:cubicBezTo>
                          <a:pt x="6372" y="0"/>
                          <a:pt x="10542" y="3803"/>
                          <a:pt x="12810" y="11208"/>
                        </a:cubicBezTo>
                      </a:path>
                    </a:pathLst>
                  </a:custGeom>
                  <a:noFill/>
                  <a:ln w="9525" cap="rnd" cmpd="sng">
                    <a:solidFill>
                      <a:srgbClr val="5F7D95"/>
                    </a:solidFill>
                    <a:prstDash val="solid"/>
                    <a:miter lim="33357"/>
                    <a:headEnd type="none" w="sm" len="sm"/>
                    <a:tailEnd type="none" w="sm" len="sm"/>
                  </a:ln>
                </p:spPr>
                <p:txBody>
                  <a:bodyPr spcFirstLastPara="1" wrap="square" lIns="121900" tIns="121900" rIns="121900" bIns="121900" anchor="ctr" anchorCtr="0">
                    <a:noAutofit/>
                  </a:bodyPr>
                  <a:lstStyle/>
                  <a:p>
                    <a:endParaRPr sz="2400"/>
                  </a:p>
                </p:txBody>
              </p:sp>
              <p:sp>
                <p:nvSpPr>
                  <p:cNvPr id="4520" name="Google Shape;4520;p61"/>
                  <p:cNvSpPr/>
                  <p:nvPr/>
                </p:nvSpPr>
                <p:spPr>
                  <a:xfrm>
                    <a:off x="1716447" y="2048220"/>
                    <a:ext cx="82400" cy="61076"/>
                  </a:xfrm>
                  <a:custGeom>
                    <a:avLst/>
                    <a:gdLst/>
                    <a:ahLst/>
                    <a:cxnLst/>
                    <a:rect l="l" t="t" r="r" b="b"/>
                    <a:pathLst>
                      <a:path w="12377" h="9174" fill="none" extrusionOk="0">
                        <a:moveTo>
                          <a:pt x="1" y="9174"/>
                        </a:moveTo>
                        <a:cubicBezTo>
                          <a:pt x="1635" y="3870"/>
                          <a:pt x="6539" y="0"/>
                          <a:pt x="12376" y="0"/>
                        </a:cubicBezTo>
                      </a:path>
                    </a:pathLst>
                  </a:custGeom>
                  <a:noFill/>
                  <a:ln w="9525" cap="rnd" cmpd="sng">
                    <a:solidFill>
                      <a:srgbClr val="5F7D95"/>
                    </a:solidFill>
                    <a:prstDash val="solid"/>
                    <a:miter lim="33357"/>
                    <a:headEnd type="none" w="sm" len="sm"/>
                    <a:tailEnd type="none" w="sm" len="sm"/>
                  </a:ln>
                </p:spPr>
                <p:txBody>
                  <a:bodyPr spcFirstLastPara="1" wrap="square" lIns="121900" tIns="121900" rIns="121900" bIns="121900" anchor="ctr" anchorCtr="0">
                    <a:noAutofit/>
                  </a:bodyPr>
                  <a:lstStyle/>
                  <a:p>
                    <a:endParaRPr sz="2400"/>
                  </a:p>
                </p:txBody>
              </p:sp>
              <p:sp>
                <p:nvSpPr>
                  <p:cNvPr id="4521" name="Google Shape;4521;p61"/>
                  <p:cNvSpPr/>
                  <p:nvPr/>
                </p:nvSpPr>
                <p:spPr>
                  <a:xfrm>
                    <a:off x="1716447" y="2257422"/>
                    <a:ext cx="82400" cy="61083"/>
                  </a:xfrm>
                  <a:custGeom>
                    <a:avLst/>
                    <a:gdLst/>
                    <a:ahLst/>
                    <a:cxnLst/>
                    <a:rect l="l" t="t" r="r" b="b"/>
                    <a:pathLst>
                      <a:path w="12377" h="9175" fill="none" extrusionOk="0">
                        <a:moveTo>
                          <a:pt x="1" y="1"/>
                        </a:moveTo>
                        <a:cubicBezTo>
                          <a:pt x="1635" y="5305"/>
                          <a:pt x="6539" y="9174"/>
                          <a:pt x="12376" y="9174"/>
                        </a:cubicBezTo>
                      </a:path>
                    </a:pathLst>
                  </a:custGeom>
                  <a:noFill/>
                  <a:ln w="9525" cap="rnd" cmpd="sng">
                    <a:solidFill>
                      <a:srgbClr val="5F7D95"/>
                    </a:solidFill>
                    <a:prstDash val="solid"/>
                    <a:miter lim="33357"/>
                    <a:headEnd type="none" w="sm" len="sm"/>
                    <a:tailEnd type="none" w="sm" len="sm"/>
                  </a:ln>
                </p:spPr>
                <p:txBody>
                  <a:bodyPr spcFirstLastPara="1" wrap="square" lIns="121900" tIns="121900" rIns="121900" bIns="121900" anchor="ctr" anchorCtr="0">
                    <a:noAutofit/>
                  </a:bodyPr>
                  <a:lstStyle/>
                  <a:p>
                    <a:endParaRPr sz="2400"/>
                  </a:p>
                </p:txBody>
              </p:sp>
              <p:sp>
                <p:nvSpPr>
                  <p:cNvPr id="4522" name="Google Shape;4522;p61"/>
                  <p:cNvSpPr/>
                  <p:nvPr/>
                </p:nvSpPr>
                <p:spPr>
                  <a:xfrm>
                    <a:off x="1631387" y="2109073"/>
                    <a:ext cx="85283" cy="74398"/>
                  </a:xfrm>
                  <a:custGeom>
                    <a:avLst/>
                    <a:gdLst/>
                    <a:ahLst/>
                    <a:cxnLst/>
                    <a:rect l="l" t="t" r="r" b="b"/>
                    <a:pathLst>
                      <a:path w="12810" h="11175" fill="none" extrusionOk="0">
                        <a:moveTo>
                          <a:pt x="1" y="11175"/>
                        </a:moveTo>
                        <a:cubicBezTo>
                          <a:pt x="6539" y="11175"/>
                          <a:pt x="10275" y="7105"/>
                          <a:pt x="12810" y="0"/>
                        </a:cubicBezTo>
                      </a:path>
                    </a:pathLst>
                  </a:custGeom>
                  <a:noFill/>
                  <a:ln w="9525" cap="rnd" cmpd="sng">
                    <a:solidFill>
                      <a:srgbClr val="5F7D95"/>
                    </a:solidFill>
                    <a:prstDash val="solid"/>
                    <a:miter lim="33357"/>
                    <a:headEnd type="none" w="sm" len="sm"/>
                    <a:tailEnd type="none" w="sm" len="sm"/>
                  </a:ln>
                </p:spPr>
                <p:txBody>
                  <a:bodyPr spcFirstLastPara="1" wrap="square" lIns="121900" tIns="121900" rIns="121900" bIns="121900" anchor="ctr" anchorCtr="0">
                    <a:noAutofit/>
                  </a:bodyPr>
                  <a:lstStyle/>
                  <a:p>
                    <a:endParaRPr sz="2400"/>
                  </a:p>
                </p:txBody>
              </p:sp>
              <p:sp>
                <p:nvSpPr>
                  <p:cNvPr id="4523" name="Google Shape;4523;p61"/>
                  <p:cNvSpPr/>
                  <p:nvPr/>
                </p:nvSpPr>
                <p:spPr>
                  <a:xfrm>
                    <a:off x="1616453" y="2163114"/>
                    <a:ext cx="42868" cy="40491"/>
                  </a:xfrm>
                  <a:custGeom>
                    <a:avLst/>
                    <a:gdLst/>
                    <a:ahLst/>
                    <a:cxnLst/>
                    <a:rect l="l" t="t" r="r" b="b"/>
                    <a:pathLst>
                      <a:path w="6439" h="6082" extrusionOk="0">
                        <a:moveTo>
                          <a:pt x="3241" y="0"/>
                        </a:moveTo>
                        <a:cubicBezTo>
                          <a:pt x="3118" y="0"/>
                          <a:pt x="2994" y="8"/>
                          <a:pt x="2869" y="23"/>
                        </a:cubicBezTo>
                        <a:cubicBezTo>
                          <a:pt x="1168" y="223"/>
                          <a:pt x="0" y="1724"/>
                          <a:pt x="200" y="3392"/>
                        </a:cubicBezTo>
                        <a:cubicBezTo>
                          <a:pt x="386" y="4937"/>
                          <a:pt x="1717" y="6082"/>
                          <a:pt x="3239" y="6082"/>
                        </a:cubicBezTo>
                        <a:cubicBezTo>
                          <a:pt x="3359" y="6082"/>
                          <a:pt x="3481" y="6075"/>
                          <a:pt x="3603" y="6060"/>
                        </a:cubicBezTo>
                        <a:cubicBezTo>
                          <a:pt x="5271" y="5860"/>
                          <a:pt x="6438" y="4326"/>
                          <a:pt x="6238" y="2658"/>
                        </a:cubicBezTo>
                        <a:cubicBezTo>
                          <a:pt x="6053" y="1115"/>
                          <a:pt x="4754" y="0"/>
                          <a:pt x="3241"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524" name="Google Shape;4524;p61"/>
                  <p:cNvSpPr/>
                  <p:nvPr/>
                </p:nvSpPr>
                <p:spPr>
                  <a:xfrm>
                    <a:off x="1784849" y="2299227"/>
                    <a:ext cx="28654" cy="38514"/>
                  </a:xfrm>
                  <a:custGeom>
                    <a:avLst/>
                    <a:gdLst/>
                    <a:ahLst/>
                    <a:cxnLst/>
                    <a:rect l="l" t="t" r="r" b="b"/>
                    <a:pathLst>
                      <a:path w="4304" h="5785" extrusionOk="0">
                        <a:moveTo>
                          <a:pt x="509" y="0"/>
                        </a:moveTo>
                        <a:cubicBezTo>
                          <a:pt x="247" y="0"/>
                          <a:pt x="1" y="203"/>
                          <a:pt x="1" y="493"/>
                        </a:cubicBezTo>
                        <a:lnTo>
                          <a:pt x="1" y="5264"/>
                        </a:lnTo>
                        <a:cubicBezTo>
                          <a:pt x="1" y="5561"/>
                          <a:pt x="240" y="5784"/>
                          <a:pt x="499" y="5784"/>
                        </a:cubicBezTo>
                        <a:cubicBezTo>
                          <a:pt x="589" y="5784"/>
                          <a:pt x="682" y="5757"/>
                          <a:pt x="768" y="5697"/>
                        </a:cubicBezTo>
                        <a:lnTo>
                          <a:pt x="4037" y="3396"/>
                        </a:lnTo>
                        <a:cubicBezTo>
                          <a:pt x="4304" y="3195"/>
                          <a:pt x="4304" y="2795"/>
                          <a:pt x="4037" y="2595"/>
                        </a:cubicBezTo>
                        <a:lnTo>
                          <a:pt x="801" y="93"/>
                        </a:lnTo>
                        <a:cubicBezTo>
                          <a:pt x="710" y="29"/>
                          <a:pt x="608" y="0"/>
                          <a:pt x="509"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525" name="Google Shape;4525;p61"/>
                  <p:cNvSpPr/>
                  <p:nvPr/>
                </p:nvSpPr>
                <p:spPr>
                  <a:xfrm>
                    <a:off x="1784849" y="2028946"/>
                    <a:ext cx="28654" cy="38547"/>
                  </a:xfrm>
                  <a:custGeom>
                    <a:avLst/>
                    <a:gdLst/>
                    <a:ahLst/>
                    <a:cxnLst/>
                    <a:rect l="l" t="t" r="r" b="b"/>
                    <a:pathLst>
                      <a:path w="4304" h="5790" extrusionOk="0">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grpSp>
                <p:nvGrpSpPr>
                  <p:cNvPr id="4526" name="Google Shape;4526;p61"/>
                  <p:cNvGrpSpPr/>
                  <p:nvPr/>
                </p:nvGrpSpPr>
                <p:grpSpPr>
                  <a:xfrm>
                    <a:off x="1839639" y="2013538"/>
                    <a:ext cx="77067" cy="340828"/>
                    <a:chOff x="1839639" y="2013538"/>
                    <a:chExt cx="77067" cy="340828"/>
                  </a:xfrm>
                </p:grpSpPr>
                <p:sp>
                  <p:nvSpPr>
                    <p:cNvPr id="4527" name="Google Shape;4527;p61"/>
                    <p:cNvSpPr/>
                    <p:nvPr/>
                  </p:nvSpPr>
                  <p:spPr>
                    <a:xfrm>
                      <a:off x="1839639" y="2282618"/>
                      <a:ext cx="77067" cy="71748"/>
                    </a:xfrm>
                    <a:custGeom>
                      <a:avLst/>
                      <a:gdLst/>
                      <a:ahLst/>
                      <a:cxnLst/>
                      <a:rect l="l" t="t" r="r" b="b"/>
                      <a:pathLst>
                        <a:path w="11576" h="10777" extrusionOk="0">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A5B7C6"/>
                    </a:solidFill>
                    <a:ln>
                      <a:noFill/>
                    </a:ln>
                  </p:spPr>
                  <p:txBody>
                    <a:bodyPr spcFirstLastPara="1" wrap="square" lIns="121900" tIns="121900" rIns="121900" bIns="121900" anchor="ctr" anchorCtr="0">
                      <a:noAutofit/>
                    </a:bodyPr>
                    <a:lstStyle/>
                    <a:p>
                      <a:endParaRPr sz="2400"/>
                    </a:p>
                  </p:txBody>
                </p:sp>
                <p:sp>
                  <p:nvSpPr>
                    <p:cNvPr id="4528" name="Google Shape;4528;p61"/>
                    <p:cNvSpPr/>
                    <p:nvPr/>
                  </p:nvSpPr>
                  <p:spPr>
                    <a:xfrm>
                      <a:off x="1839639" y="2013538"/>
                      <a:ext cx="77067" cy="71588"/>
                    </a:xfrm>
                    <a:custGeom>
                      <a:avLst/>
                      <a:gdLst/>
                      <a:ahLst/>
                      <a:cxnLst/>
                      <a:rect l="l" t="t" r="r" b="b"/>
                      <a:pathLst>
                        <a:path w="11576" h="10753" extrusionOk="0">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A5B7C6"/>
                    </a:solidFill>
                    <a:ln>
                      <a:noFill/>
                    </a:ln>
                  </p:spPr>
                  <p:txBody>
                    <a:bodyPr spcFirstLastPara="1" wrap="square" lIns="121900" tIns="121900" rIns="121900" bIns="121900" anchor="ctr" anchorCtr="0">
                      <a:noAutofit/>
                    </a:bodyPr>
                    <a:lstStyle/>
                    <a:p>
                      <a:endParaRPr sz="2400"/>
                    </a:p>
                  </p:txBody>
                </p:sp>
              </p:grpSp>
            </p:grpSp>
          </p:grpSp>
        </p:grpSp>
      </p:grpSp>
      <p:grpSp>
        <p:nvGrpSpPr>
          <p:cNvPr id="4529" name="Google Shape;4529;p61"/>
          <p:cNvGrpSpPr/>
          <p:nvPr/>
        </p:nvGrpSpPr>
        <p:grpSpPr>
          <a:xfrm>
            <a:off x="966649" y="4807304"/>
            <a:ext cx="1824908" cy="910557"/>
            <a:chOff x="724986" y="3605478"/>
            <a:chExt cx="1368681" cy="682918"/>
          </a:xfrm>
        </p:grpSpPr>
        <p:grpSp>
          <p:nvGrpSpPr>
            <p:cNvPr id="4530" name="Google Shape;4530;p61"/>
            <p:cNvGrpSpPr/>
            <p:nvPr/>
          </p:nvGrpSpPr>
          <p:grpSpPr>
            <a:xfrm>
              <a:off x="1289102" y="3823629"/>
              <a:ext cx="240442" cy="250435"/>
              <a:chOff x="-165066" y="3843615"/>
              <a:chExt cx="221259" cy="230455"/>
            </a:xfrm>
          </p:grpSpPr>
          <p:sp>
            <p:nvSpPr>
              <p:cNvPr id="4531" name="Google Shape;4531;p61"/>
              <p:cNvSpPr/>
              <p:nvPr/>
            </p:nvSpPr>
            <p:spPr>
              <a:xfrm>
                <a:off x="-165066" y="3843615"/>
                <a:ext cx="106189" cy="230455"/>
              </a:xfrm>
              <a:custGeom>
                <a:avLst/>
                <a:gdLst/>
                <a:ahLst/>
                <a:cxnLst/>
                <a:rect l="l" t="t" r="r" b="b"/>
                <a:pathLst>
                  <a:path w="9076" h="19697" extrusionOk="0">
                    <a:moveTo>
                      <a:pt x="7950" y="0"/>
                    </a:moveTo>
                    <a:cubicBezTo>
                      <a:pt x="7325" y="0"/>
                      <a:pt x="7031" y="353"/>
                      <a:pt x="6905" y="861"/>
                    </a:cubicBezTo>
                    <a:cubicBezTo>
                      <a:pt x="6789" y="843"/>
                      <a:pt x="6673" y="834"/>
                      <a:pt x="6560" y="834"/>
                    </a:cubicBezTo>
                    <a:cubicBezTo>
                      <a:pt x="5374" y="834"/>
                      <a:pt x="4369" y="1804"/>
                      <a:pt x="4378" y="3035"/>
                    </a:cubicBezTo>
                    <a:cubicBezTo>
                      <a:pt x="4378" y="3093"/>
                      <a:pt x="4384" y="3152"/>
                      <a:pt x="4388" y="3210"/>
                    </a:cubicBezTo>
                    <a:cubicBezTo>
                      <a:pt x="4095" y="3091"/>
                      <a:pt x="3789" y="3034"/>
                      <a:pt x="3486" y="3034"/>
                    </a:cubicBezTo>
                    <a:cubicBezTo>
                      <a:pt x="2814" y="3034"/>
                      <a:pt x="2155" y="3317"/>
                      <a:pt x="1689" y="3841"/>
                    </a:cubicBezTo>
                    <a:cubicBezTo>
                      <a:pt x="1013" y="4601"/>
                      <a:pt x="893" y="5704"/>
                      <a:pt x="1385" y="6594"/>
                    </a:cubicBezTo>
                    <a:cubicBezTo>
                      <a:pt x="0" y="7697"/>
                      <a:pt x="117" y="9839"/>
                      <a:pt x="1618" y="10780"/>
                    </a:cubicBezTo>
                    <a:cubicBezTo>
                      <a:pt x="664" y="11961"/>
                      <a:pt x="1036" y="13721"/>
                      <a:pt x="2388" y="14417"/>
                    </a:cubicBezTo>
                    <a:cubicBezTo>
                      <a:pt x="2375" y="14508"/>
                      <a:pt x="2372" y="14595"/>
                      <a:pt x="2372" y="14685"/>
                    </a:cubicBezTo>
                    <a:cubicBezTo>
                      <a:pt x="2372" y="15776"/>
                      <a:pt x="3106" y="16727"/>
                      <a:pt x="4161" y="17002"/>
                    </a:cubicBezTo>
                    <a:cubicBezTo>
                      <a:pt x="4473" y="17901"/>
                      <a:pt x="5317" y="18472"/>
                      <a:pt x="6226" y="18472"/>
                    </a:cubicBezTo>
                    <a:cubicBezTo>
                      <a:pt x="6429" y="18472"/>
                      <a:pt x="6635" y="18443"/>
                      <a:pt x="6840" y="18383"/>
                    </a:cubicBezTo>
                    <a:cubicBezTo>
                      <a:pt x="6888" y="19128"/>
                      <a:pt x="7157" y="19697"/>
                      <a:pt x="7953" y="19697"/>
                    </a:cubicBezTo>
                    <a:cubicBezTo>
                      <a:pt x="9074" y="19697"/>
                      <a:pt x="9059" y="18730"/>
                      <a:pt x="9075" y="18730"/>
                    </a:cubicBezTo>
                    <a:cubicBezTo>
                      <a:pt x="9075" y="18730"/>
                      <a:pt x="9075" y="18730"/>
                      <a:pt x="9075" y="18730"/>
                    </a:cubicBezTo>
                    <a:cubicBezTo>
                      <a:pt x="9072" y="18726"/>
                      <a:pt x="9046" y="1055"/>
                      <a:pt x="9033" y="1055"/>
                    </a:cubicBezTo>
                    <a:cubicBezTo>
                      <a:pt x="9033" y="1055"/>
                      <a:pt x="9033" y="1055"/>
                      <a:pt x="9033" y="1055"/>
                    </a:cubicBezTo>
                    <a:cubicBezTo>
                      <a:pt x="9014" y="919"/>
                      <a:pt x="8982" y="790"/>
                      <a:pt x="8936" y="660"/>
                    </a:cubicBezTo>
                    <a:cubicBezTo>
                      <a:pt x="8784" y="259"/>
                      <a:pt x="8490" y="0"/>
                      <a:pt x="7950" y="0"/>
                    </a:cubicBezTo>
                    <a:close/>
                  </a:path>
                </a:pathLst>
              </a:custGeom>
              <a:solidFill>
                <a:srgbClr val="E4E9ED"/>
              </a:solidFill>
              <a:ln>
                <a:noFill/>
              </a:ln>
            </p:spPr>
            <p:txBody>
              <a:bodyPr spcFirstLastPara="1" wrap="square" lIns="121900" tIns="121900" rIns="121900" bIns="121900" anchor="ctr" anchorCtr="0">
                <a:noAutofit/>
              </a:bodyPr>
              <a:lstStyle/>
              <a:p>
                <a:endParaRPr sz="2400"/>
              </a:p>
            </p:txBody>
          </p:sp>
          <p:sp>
            <p:nvSpPr>
              <p:cNvPr id="4532" name="Google Shape;4532;p61"/>
              <p:cNvSpPr/>
              <p:nvPr/>
            </p:nvSpPr>
            <p:spPr>
              <a:xfrm>
                <a:off x="-100985" y="3906105"/>
                <a:ext cx="41804" cy="52708"/>
              </a:xfrm>
              <a:custGeom>
                <a:avLst/>
                <a:gdLst/>
                <a:ahLst/>
                <a:cxnLst/>
                <a:rect l="l" t="t" r="r" b="b"/>
                <a:pathLst>
                  <a:path w="3573" h="4505" fill="none" extrusionOk="0">
                    <a:moveTo>
                      <a:pt x="3573" y="1"/>
                    </a:moveTo>
                    <a:cubicBezTo>
                      <a:pt x="3573" y="1"/>
                      <a:pt x="1" y="221"/>
                      <a:pt x="997" y="4504"/>
                    </a:cubicBezTo>
                  </a:path>
                </a:pathLst>
              </a:custGeom>
              <a:noFill/>
              <a:ln w="800" cap="rnd"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33" name="Google Shape;4533;p61"/>
              <p:cNvSpPr/>
              <p:nvPr/>
            </p:nvSpPr>
            <p:spPr>
              <a:xfrm>
                <a:off x="-86594" y="3875146"/>
                <a:ext cx="27296" cy="25717"/>
              </a:xfrm>
              <a:custGeom>
                <a:avLst/>
                <a:gdLst/>
                <a:ahLst/>
                <a:cxnLst/>
                <a:rect l="l" t="t" r="r" b="b"/>
                <a:pathLst>
                  <a:path w="2333" h="2198" fill="none" extrusionOk="0">
                    <a:moveTo>
                      <a:pt x="0" y="696"/>
                    </a:moveTo>
                    <a:cubicBezTo>
                      <a:pt x="0" y="696"/>
                      <a:pt x="2333" y="0"/>
                      <a:pt x="2333" y="2197"/>
                    </a:cubicBezTo>
                  </a:path>
                </a:pathLst>
              </a:custGeom>
              <a:noFill/>
              <a:ln w="800" cap="rnd"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34" name="Google Shape;4534;p61"/>
              <p:cNvSpPr/>
              <p:nvPr/>
            </p:nvSpPr>
            <p:spPr>
              <a:xfrm>
                <a:off x="-113855" y="3879078"/>
                <a:ext cx="8986" cy="21785"/>
              </a:xfrm>
              <a:custGeom>
                <a:avLst/>
                <a:gdLst/>
                <a:ahLst/>
                <a:cxnLst/>
                <a:rect l="l" t="t" r="r" b="b"/>
                <a:pathLst>
                  <a:path w="768" h="1862" fill="none" extrusionOk="0">
                    <a:moveTo>
                      <a:pt x="1" y="1"/>
                    </a:moveTo>
                    <a:cubicBezTo>
                      <a:pt x="1" y="1"/>
                      <a:pt x="1" y="1056"/>
                      <a:pt x="768" y="1861"/>
                    </a:cubicBezTo>
                  </a:path>
                </a:pathLst>
              </a:custGeom>
              <a:noFill/>
              <a:ln w="800" cap="rnd"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35" name="Google Shape;4535;p61"/>
              <p:cNvSpPr/>
              <p:nvPr/>
            </p:nvSpPr>
            <p:spPr>
              <a:xfrm>
                <a:off x="-148861" y="3908679"/>
                <a:ext cx="53340" cy="15538"/>
              </a:xfrm>
              <a:custGeom>
                <a:avLst/>
                <a:gdLst/>
                <a:ahLst/>
                <a:cxnLst/>
                <a:rect l="l" t="t" r="r" b="b"/>
                <a:pathLst>
                  <a:path w="4559" h="1328" fill="none" extrusionOk="0">
                    <a:moveTo>
                      <a:pt x="0" y="1030"/>
                    </a:moveTo>
                    <a:cubicBezTo>
                      <a:pt x="1301" y="1"/>
                      <a:pt x="2559" y="1327"/>
                      <a:pt x="2559" y="1327"/>
                    </a:cubicBezTo>
                    <a:cubicBezTo>
                      <a:pt x="2559" y="1327"/>
                      <a:pt x="2828" y="150"/>
                      <a:pt x="4559" y="642"/>
                    </a:cubicBezTo>
                  </a:path>
                </a:pathLst>
              </a:custGeom>
              <a:noFill/>
              <a:ln w="800" cap="rnd"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36" name="Google Shape;4536;p61"/>
              <p:cNvSpPr/>
              <p:nvPr/>
            </p:nvSpPr>
            <p:spPr>
              <a:xfrm>
                <a:off x="-137430" y="3963493"/>
                <a:ext cx="28092" cy="51948"/>
              </a:xfrm>
              <a:custGeom>
                <a:avLst/>
                <a:gdLst/>
                <a:ahLst/>
                <a:cxnLst/>
                <a:rect l="l" t="t" r="r" b="b"/>
                <a:pathLst>
                  <a:path w="2401" h="4440" fill="none" extrusionOk="0">
                    <a:moveTo>
                      <a:pt x="10" y="4439"/>
                    </a:moveTo>
                    <a:cubicBezTo>
                      <a:pt x="10" y="4439"/>
                      <a:pt x="0" y="2220"/>
                      <a:pt x="1718" y="2437"/>
                    </a:cubicBezTo>
                    <a:cubicBezTo>
                      <a:pt x="1718" y="2437"/>
                      <a:pt x="828" y="1217"/>
                      <a:pt x="2401" y="1"/>
                    </a:cubicBezTo>
                  </a:path>
                </a:pathLst>
              </a:custGeom>
              <a:noFill/>
              <a:ln w="800" cap="rnd"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37" name="Google Shape;4537;p61"/>
              <p:cNvSpPr/>
              <p:nvPr/>
            </p:nvSpPr>
            <p:spPr>
              <a:xfrm>
                <a:off x="-122021" y="4015429"/>
                <a:ext cx="12461" cy="32374"/>
              </a:xfrm>
              <a:custGeom>
                <a:avLst/>
                <a:gdLst/>
                <a:ahLst/>
                <a:cxnLst/>
                <a:rect l="l" t="t" r="r" b="b"/>
                <a:pathLst>
                  <a:path w="1065" h="2767" fill="none" extrusionOk="0">
                    <a:moveTo>
                      <a:pt x="1064" y="0"/>
                    </a:moveTo>
                    <a:cubicBezTo>
                      <a:pt x="1064" y="0"/>
                      <a:pt x="0" y="1146"/>
                      <a:pt x="702" y="2767"/>
                    </a:cubicBezTo>
                  </a:path>
                </a:pathLst>
              </a:custGeom>
              <a:noFill/>
              <a:ln w="800" cap="rnd"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38" name="Google Shape;4538;p61"/>
              <p:cNvSpPr/>
              <p:nvPr/>
            </p:nvSpPr>
            <p:spPr>
              <a:xfrm>
                <a:off x="-95533" y="4013124"/>
                <a:ext cx="36235" cy="21739"/>
              </a:xfrm>
              <a:custGeom>
                <a:avLst/>
                <a:gdLst/>
                <a:ahLst/>
                <a:cxnLst/>
                <a:rect l="l" t="t" r="r" b="b"/>
                <a:pathLst>
                  <a:path w="3097" h="1858" fill="none" extrusionOk="0">
                    <a:moveTo>
                      <a:pt x="3097" y="197"/>
                    </a:moveTo>
                    <a:cubicBezTo>
                      <a:pt x="1463" y="0"/>
                      <a:pt x="764" y="1579"/>
                      <a:pt x="764" y="1579"/>
                    </a:cubicBezTo>
                    <a:cubicBezTo>
                      <a:pt x="764" y="1579"/>
                      <a:pt x="334" y="1391"/>
                      <a:pt x="1" y="1857"/>
                    </a:cubicBezTo>
                  </a:path>
                </a:pathLst>
              </a:custGeom>
              <a:noFill/>
              <a:ln w="800" cap="rnd"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39" name="Google Shape;4539;p61"/>
              <p:cNvSpPr/>
              <p:nvPr/>
            </p:nvSpPr>
            <p:spPr>
              <a:xfrm>
                <a:off x="-123355" y="3941357"/>
                <a:ext cx="32000" cy="17913"/>
              </a:xfrm>
              <a:custGeom>
                <a:avLst/>
                <a:gdLst/>
                <a:ahLst/>
                <a:cxnLst/>
                <a:rect l="l" t="t" r="r" b="b"/>
                <a:pathLst>
                  <a:path w="2735" h="1531" fill="none" extrusionOk="0">
                    <a:moveTo>
                      <a:pt x="2735" y="0"/>
                    </a:moveTo>
                    <a:cubicBezTo>
                      <a:pt x="2735" y="0"/>
                      <a:pt x="1085" y="1530"/>
                      <a:pt x="1" y="0"/>
                    </a:cubicBezTo>
                  </a:path>
                </a:pathLst>
              </a:custGeom>
              <a:noFill/>
              <a:ln w="800" cap="rnd"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40" name="Google Shape;4540;p61"/>
              <p:cNvSpPr/>
              <p:nvPr/>
            </p:nvSpPr>
            <p:spPr>
              <a:xfrm>
                <a:off x="-91367" y="3973672"/>
                <a:ext cx="32070" cy="15807"/>
              </a:xfrm>
              <a:custGeom>
                <a:avLst/>
                <a:gdLst/>
                <a:ahLst/>
                <a:cxnLst/>
                <a:rect l="l" t="t" r="r" b="b"/>
                <a:pathLst>
                  <a:path w="2741" h="1351" fill="none" extrusionOk="0">
                    <a:moveTo>
                      <a:pt x="1" y="434"/>
                    </a:moveTo>
                    <a:cubicBezTo>
                      <a:pt x="1" y="434"/>
                      <a:pt x="1709" y="1"/>
                      <a:pt x="2741" y="1350"/>
                    </a:cubicBezTo>
                  </a:path>
                </a:pathLst>
              </a:custGeom>
              <a:noFill/>
              <a:ln w="800" cap="rnd"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41" name="Google Shape;4541;p61"/>
              <p:cNvSpPr/>
              <p:nvPr/>
            </p:nvSpPr>
            <p:spPr>
              <a:xfrm>
                <a:off x="-49996" y="3843615"/>
                <a:ext cx="106189" cy="230455"/>
              </a:xfrm>
              <a:custGeom>
                <a:avLst/>
                <a:gdLst/>
                <a:ahLst/>
                <a:cxnLst/>
                <a:rect l="l" t="t" r="r" b="b"/>
                <a:pathLst>
                  <a:path w="9076" h="19697" extrusionOk="0">
                    <a:moveTo>
                      <a:pt x="1127" y="0"/>
                    </a:moveTo>
                    <a:cubicBezTo>
                      <a:pt x="586" y="0"/>
                      <a:pt x="292" y="259"/>
                      <a:pt x="140" y="660"/>
                    </a:cubicBezTo>
                    <a:cubicBezTo>
                      <a:pt x="95" y="790"/>
                      <a:pt x="62" y="919"/>
                      <a:pt x="43" y="1055"/>
                    </a:cubicBezTo>
                    <a:cubicBezTo>
                      <a:pt x="43" y="1055"/>
                      <a:pt x="43" y="1055"/>
                      <a:pt x="43" y="1055"/>
                    </a:cubicBezTo>
                    <a:cubicBezTo>
                      <a:pt x="30" y="1055"/>
                      <a:pt x="4" y="18726"/>
                      <a:pt x="1" y="18730"/>
                    </a:cubicBezTo>
                    <a:cubicBezTo>
                      <a:pt x="1" y="18730"/>
                      <a:pt x="1" y="18730"/>
                      <a:pt x="1" y="18730"/>
                    </a:cubicBezTo>
                    <a:cubicBezTo>
                      <a:pt x="17" y="18730"/>
                      <a:pt x="3" y="19697"/>
                      <a:pt x="1123" y="19697"/>
                    </a:cubicBezTo>
                    <a:cubicBezTo>
                      <a:pt x="1919" y="19697"/>
                      <a:pt x="2188" y="19128"/>
                      <a:pt x="2236" y="18383"/>
                    </a:cubicBezTo>
                    <a:cubicBezTo>
                      <a:pt x="2441" y="18443"/>
                      <a:pt x="2647" y="18472"/>
                      <a:pt x="2850" y="18472"/>
                    </a:cubicBezTo>
                    <a:cubicBezTo>
                      <a:pt x="3758" y="18472"/>
                      <a:pt x="4600" y="17901"/>
                      <a:pt x="4915" y="17002"/>
                    </a:cubicBezTo>
                    <a:cubicBezTo>
                      <a:pt x="5970" y="16727"/>
                      <a:pt x="6704" y="15776"/>
                      <a:pt x="6704" y="14685"/>
                    </a:cubicBezTo>
                    <a:cubicBezTo>
                      <a:pt x="6704" y="14595"/>
                      <a:pt x="6698" y="14508"/>
                      <a:pt x="6688" y="14417"/>
                    </a:cubicBezTo>
                    <a:cubicBezTo>
                      <a:pt x="8040" y="13725"/>
                      <a:pt x="8412" y="11961"/>
                      <a:pt x="7458" y="10780"/>
                    </a:cubicBezTo>
                    <a:cubicBezTo>
                      <a:pt x="8956" y="9839"/>
                      <a:pt x="9076" y="7697"/>
                      <a:pt x="7691" y="6594"/>
                    </a:cubicBezTo>
                    <a:cubicBezTo>
                      <a:pt x="8183" y="5704"/>
                      <a:pt x="8060" y="4601"/>
                      <a:pt x="7387" y="3841"/>
                    </a:cubicBezTo>
                    <a:cubicBezTo>
                      <a:pt x="6921" y="3315"/>
                      <a:pt x="6264" y="3033"/>
                      <a:pt x="5593" y="3033"/>
                    </a:cubicBezTo>
                    <a:cubicBezTo>
                      <a:pt x="5289" y="3033"/>
                      <a:pt x="4982" y="3091"/>
                      <a:pt x="4689" y="3210"/>
                    </a:cubicBezTo>
                    <a:cubicBezTo>
                      <a:pt x="4692" y="3152"/>
                      <a:pt x="4695" y="3093"/>
                      <a:pt x="4695" y="3035"/>
                    </a:cubicBezTo>
                    <a:cubicBezTo>
                      <a:pt x="4704" y="1804"/>
                      <a:pt x="3702" y="834"/>
                      <a:pt x="2514" y="834"/>
                    </a:cubicBezTo>
                    <a:cubicBezTo>
                      <a:pt x="2400" y="834"/>
                      <a:pt x="2285" y="843"/>
                      <a:pt x="2168" y="861"/>
                    </a:cubicBezTo>
                    <a:cubicBezTo>
                      <a:pt x="2045" y="353"/>
                      <a:pt x="1751" y="0"/>
                      <a:pt x="1127" y="0"/>
                    </a:cubicBezTo>
                    <a:close/>
                  </a:path>
                </a:pathLst>
              </a:custGeom>
              <a:solidFill>
                <a:srgbClr val="40566D"/>
              </a:solidFill>
              <a:ln>
                <a:noFill/>
              </a:ln>
            </p:spPr>
            <p:txBody>
              <a:bodyPr spcFirstLastPara="1" wrap="square" lIns="121900" tIns="121900" rIns="121900" bIns="121900" anchor="ctr" anchorCtr="0">
                <a:noAutofit/>
              </a:bodyPr>
              <a:lstStyle/>
              <a:p>
                <a:endParaRPr sz="2400"/>
              </a:p>
            </p:txBody>
          </p:sp>
          <p:sp>
            <p:nvSpPr>
              <p:cNvPr id="4542" name="Google Shape;4542;p61"/>
              <p:cNvSpPr/>
              <p:nvPr/>
            </p:nvSpPr>
            <p:spPr>
              <a:xfrm>
                <a:off x="-49692" y="3906105"/>
                <a:ext cx="41804" cy="52708"/>
              </a:xfrm>
              <a:custGeom>
                <a:avLst/>
                <a:gdLst/>
                <a:ahLst/>
                <a:cxnLst/>
                <a:rect l="l" t="t" r="r" b="b"/>
                <a:pathLst>
                  <a:path w="3573" h="4505" fill="none" extrusionOk="0">
                    <a:moveTo>
                      <a:pt x="1" y="1"/>
                    </a:moveTo>
                    <a:cubicBezTo>
                      <a:pt x="1" y="1"/>
                      <a:pt x="3572" y="221"/>
                      <a:pt x="2573" y="4504"/>
                    </a:cubicBezTo>
                  </a:path>
                </a:pathLst>
              </a:custGeom>
              <a:noFill/>
              <a:ln w="800" cap="rnd"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43" name="Google Shape;4543;p61"/>
              <p:cNvSpPr/>
              <p:nvPr/>
            </p:nvSpPr>
            <p:spPr>
              <a:xfrm>
                <a:off x="-49575" y="3875146"/>
                <a:ext cx="27261" cy="25717"/>
              </a:xfrm>
              <a:custGeom>
                <a:avLst/>
                <a:gdLst/>
                <a:ahLst/>
                <a:cxnLst/>
                <a:rect l="l" t="t" r="r" b="b"/>
                <a:pathLst>
                  <a:path w="2330" h="2198" fill="none" extrusionOk="0">
                    <a:moveTo>
                      <a:pt x="2330" y="696"/>
                    </a:moveTo>
                    <a:cubicBezTo>
                      <a:pt x="2330" y="696"/>
                      <a:pt x="0" y="0"/>
                      <a:pt x="0" y="2197"/>
                    </a:cubicBezTo>
                  </a:path>
                </a:pathLst>
              </a:custGeom>
              <a:noFill/>
              <a:ln w="800" cap="rnd"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44" name="Google Shape;4544;p61"/>
              <p:cNvSpPr/>
              <p:nvPr/>
            </p:nvSpPr>
            <p:spPr>
              <a:xfrm>
                <a:off x="-4003" y="3879078"/>
                <a:ext cx="8986" cy="21785"/>
              </a:xfrm>
              <a:custGeom>
                <a:avLst/>
                <a:gdLst/>
                <a:ahLst/>
                <a:cxnLst/>
                <a:rect l="l" t="t" r="r" b="b"/>
                <a:pathLst>
                  <a:path w="768" h="1862" fill="none" extrusionOk="0">
                    <a:moveTo>
                      <a:pt x="767" y="1"/>
                    </a:moveTo>
                    <a:cubicBezTo>
                      <a:pt x="767" y="1"/>
                      <a:pt x="767" y="1056"/>
                      <a:pt x="1" y="1861"/>
                    </a:cubicBezTo>
                  </a:path>
                </a:pathLst>
              </a:custGeom>
              <a:noFill/>
              <a:ln w="800" cap="rnd"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45" name="Google Shape;4545;p61"/>
              <p:cNvSpPr/>
              <p:nvPr/>
            </p:nvSpPr>
            <p:spPr>
              <a:xfrm>
                <a:off x="-13352" y="3908679"/>
                <a:ext cx="53352" cy="15538"/>
              </a:xfrm>
              <a:custGeom>
                <a:avLst/>
                <a:gdLst/>
                <a:ahLst/>
                <a:cxnLst/>
                <a:rect l="l" t="t" r="r" b="b"/>
                <a:pathLst>
                  <a:path w="4560" h="1328" fill="none" extrusionOk="0">
                    <a:moveTo>
                      <a:pt x="4559" y="1030"/>
                    </a:moveTo>
                    <a:cubicBezTo>
                      <a:pt x="3258" y="1"/>
                      <a:pt x="1997" y="1327"/>
                      <a:pt x="1997" y="1327"/>
                    </a:cubicBezTo>
                    <a:cubicBezTo>
                      <a:pt x="1997" y="1327"/>
                      <a:pt x="1731" y="150"/>
                      <a:pt x="1" y="642"/>
                    </a:cubicBezTo>
                  </a:path>
                </a:pathLst>
              </a:custGeom>
              <a:noFill/>
              <a:ln w="800" cap="rnd"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46" name="Google Shape;4546;p61"/>
              <p:cNvSpPr/>
              <p:nvPr/>
            </p:nvSpPr>
            <p:spPr>
              <a:xfrm>
                <a:off x="466" y="3963493"/>
                <a:ext cx="28092" cy="51948"/>
              </a:xfrm>
              <a:custGeom>
                <a:avLst/>
                <a:gdLst/>
                <a:ahLst/>
                <a:cxnLst/>
                <a:rect l="l" t="t" r="r" b="b"/>
                <a:pathLst>
                  <a:path w="2401" h="4440" fill="none" extrusionOk="0">
                    <a:moveTo>
                      <a:pt x="2391" y="4439"/>
                    </a:moveTo>
                    <a:cubicBezTo>
                      <a:pt x="2391" y="4439"/>
                      <a:pt x="2401" y="2220"/>
                      <a:pt x="683" y="2437"/>
                    </a:cubicBezTo>
                    <a:cubicBezTo>
                      <a:pt x="683" y="2437"/>
                      <a:pt x="1573" y="1217"/>
                      <a:pt x="0" y="1"/>
                    </a:cubicBezTo>
                  </a:path>
                </a:pathLst>
              </a:custGeom>
              <a:noFill/>
              <a:ln w="800" cap="rnd"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47" name="Google Shape;4547;p61"/>
              <p:cNvSpPr/>
              <p:nvPr/>
            </p:nvSpPr>
            <p:spPr>
              <a:xfrm>
                <a:off x="688" y="4015429"/>
                <a:ext cx="12472" cy="32374"/>
              </a:xfrm>
              <a:custGeom>
                <a:avLst/>
                <a:gdLst/>
                <a:ahLst/>
                <a:cxnLst/>
                <a:rect l="l" t="t" r="r" b="b"/>
                <a:pathLst>
                  <a:path w="1066" h="2767" fill="none" extrusionOk="0">
                    <a:moveTo>
                      <a:pt x="1" y="0"/>
                    </a:moveTo>
                    <a:cubicBezTo>
                      <a:pt x="1" y="0"/>
                      <a:pt x="1065" y="1146"/>
                      <a:pt x="363" y="2767"/>
                    </a:cubicBezTo>
                  </a:path>
                </a:pathLst>
              </a:custGeom>
              <a:noFill/>
              <a:ln w="800" cap="rnd"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48" name="Google Shape;4548;p61"/>
              <p:cNvSpPr/>
              <p:nvPr/>
            </p:nvSpPr>
            <p:spPr>
              <a:xfrm>
                <a:off x="-49575" y="4013124"/>
                <a:ext cx="36235" cy="21739"/>
              </a:xfrm>
              <a:custGeom>
                <a:avLst/>
                <a:gdLst/>
                <a:ahLst/>
                <a:cxnLst/>
                <a:rect l="l" t="t" r="r" b="b"/>
                <a:pathLst>
                  <a:path w="3097" h="1858" fill="none" extrusionOk="0">
                    <a:moveTo>
                      <a:pt x="0" y="197"/>
                    </a:moveTo>
                    <a:cubicBezTo>
                      <a:pt x="1631" y="0"/>
                      <a:pt x="2330" y="1579"/>
                      <a:pt x="2330" y="1579"/>
                    </a:cubicBezTo>
                    <a:cubicBezTo>
                      <a:pt x="2330" y="1579"/>
                      <a:pt x="2763" y="1391"/>
                      <a:pt x="3097" y="1857"/>
                    </a:cubicBezTo>
                  </a:path>
                </a:pathLst>
              </a:custGeom>
              <a:noFill/>
              <a:ln w="800" cap="rnd"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49" name="Google Shape;4549;p61"/>
              <p:cNvSpPr/>
              <p:nvPr/>
            </p:nvSpPr>
            <p:spPr>
              <a:xfrm>
                <a:off x="-17517" y="3941357"/>
                <a:ext cx="32000" cy="17913"/>
              </a:xfrm>
              <a:custGeom>
                <a:avLst/>
                <a:gdLst/>
                <a:ahLst/>
                <a:cxnLst/>
                <a:rect l="l" t="t" r="r" b="b"/>
                <a:pathLst>
                  <a:path w="2735" h="1531" fill="none" extrusionOk="0">
                    <a:moveTo>
                      <a:pt x="1" y="0"/>
                    </a:moveTo>
                    <a:cubicBezTo>
                      <a:pt x="1" y="0"/>
                      <a:pt x="1651" y="1530"/>
                      <a:pt x="2734" y="0"/>
                    </a:cubicBezTo>
                  </a:path>
                </a:pathLst>
              </a:custGeom>
              <a:noFill/>
              <a:ln w="800" cap="rnd"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50" name="Google Shape;4550;p61"/>
              <p:cNvSpPr/>
              <p:nvPr/>
            </p:nvSpPr>
            <p:spPr>
              <a:xfrm>
                <a:off x="-49575" y="3973672"/>
                <a:ext cx="32070" cy="15807"/>
              </a:xfrm>
              <a:custGeom>
                <a:avLst/>
                <a:gdLst/>
                <a:ahLst/>
                <a:cxnLst/>
                <a:rect l="l" t="t" r="r" b="b"/>
                <a:pathLst>
                  <a:path w="2741" h="1351" fill="none" extrusionOk="0">
                    <a:moveTo>
                      <a:pt x="2741" y="434"/>
                    </a:moveTo>
                    <a:cubicBezTo>
                      <a:pt x="2741" y="434"/>
                      <a:pt x="1032" y="1"/>
                      <a:pt x="0" y="1350"/>
                    </a:cubicBezTo>
                  </a:path>
                </a:pathLst>
              </a:custGeom>
              <a:noFill/>
              <a:ln w="800" cap="rnd"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4551" name="Google Shape;4551;p61"/>
            <p:cNvGrpSpPr/>
            <p:nvPr/>
          </p:nvGrpSpPr>
          <p:grpSpPr>
            <a:xfrm>
              <a:off x="724986" y="3605478"/>
              <a:ext cx="1368681" cy="682918"/>
              <a:chOff x="724986" y="3605478"/>
              <a:chExt cx="1368681" cy="682918"/>
            </a:xfrm>
          </p:grpSpPr>
          <p:grpSp>
            <p:nvGrpSpPr>
              <p:cNvPr id="4552" name="Google Shape;4552;p61"/>
              <p:cNvGrpSpPr/>
              <p:nvPr/>
            </p:nvGrpSpPr>
            <p:grpSpPr>
              <a:xfrm>
                <a:off x="1498221" y="4047614"/>
                <a:ext cx="529172" cy="240783"/>
                <a:chOff x="1498221" y="4047614"/>
                <a:chExt cx="529172" cy="240783"/>
              </a:xfrm>
            </p:grpSpPr>
            <p:grpSp>
              <p:nvGrpSpPr>
                <p:cNvPr id="4553" name="Google Shape;4553;p61"/>
                <p:cNvGrpSpPr/>
                <p:nvPr/>
              </p:nvGrpSpPr>
              <p:grpSpPr>
                <a:xfrm>
                  <a:off x="1826655" y="4224370"/>
                  <a:ext cx="200738" cy="25631"/>
                  <a:chOff x="1826655" y="4224370"/>
                  <a:chExt cx="200738" cy="25631"/>
                </a:xfrm>
              </p:grpSpPr>
              <p:sp>
                <p:nvSpPr>
                  <p:cNvPr id="4554" name="Google Shape;4554;p61"/>
                  <p:cNvSpPr/>
                  <p:nvPr/>
                </p:nvSpPr>
                <p:spPr>
                  <a:xfrm>
                    <a:off x="1826655" y="4238011"/>
                    <a:ext cx="175094" cy="5"/>
                  </a:xfrm>
                  <a:custGeom>
                    <a:avLst/>
                    <a:gdLst/>
                    <a:ahLst/>
                    <a:cxnLst/>
                    <a:rect l="l" t="t" r="r" b="b"/>
                    <a:pathLst>
                      <a:path w="36535" h="1" fill="none" extrusionOk="0">
                        <a:moveTo>
                          <a:pt x="1" y="0"/>
                        </a:moveTo>
                        <a:lnTo>
                          <a:pt x="36535" y="0"/>
                        </a:lnTo>
                      </a:path>
                    </a:pathLst>
                  </a:custGeom>
                  <a:noFill/>
                  <a:ln w="9525" cap="rnd" cmpd="sng">
                    <a:solidFill>
                      <a:srgbClr val="CFD9E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55" name="Google Shape;4555;p61"/>
                  <p:cNvSpPr/>
                  <p:nvPr/>
                </p:nvSpPr>
                <p:spPr>
                  <a:xfrm>
                    <a:off x="2000728" y="4224370"/>
                    <a:ext cx="26665" cy="25631"/>
                  </a:xfrm>
                  <a:custGeom>
                    <a:avLst/>
                    <a:gdLst/>
                    <a:ahLst/>
                    <a:cxnLst/>
                    <a:rect l="l" t="t" r="r" b="b"/>
                    <a:pathLst>
                      <a:path w="5564" h="5351" extrusionOk="0">
                        <a:moveTo>
                          <a:pt x="2887" y="0"/>
                        </a:moveTo>
                        <a:cubicBezTo>
                          <a:pt x="2190" y="0"/>
                          <a:pt x="1506" y="271"/>
                          <a:pt x="996" y="783"/>
                        </a:cubicBezTo>
                        <a:cubicBezTo>
                          <a:pt x="230" y="1550"/>
                          <a:pt x="0" y="2699"/>
                          <a:pt x="416" y="3698"/>
                        </a:cubicBezTo>
                        <a:cubicBezTo>
                          <a:pt x="828" y="4698"/>
                          <a:pt x="1806" y="5351"/>
                          <a:pt x="2886" y="5351"/>
                        </a:cubicBezTo>
                        <a:cubicBezTo>
                          <a:pt x="4363" y="5351"/>
                          <a:pt x="5560" y="4150"/>
                          <a:pt x="5563" y="2677"/>
                        </a:cubicBezTo>
                        <a:cubicBezTo>
                          <a:pt x="5560" y="1593"/>
                          <a:pt x="4911" y="619"/>
                          <a:pt x="3911" y="203"/>
                        </a:cubicBezTo>
                        <a:cubicBezTo>
                          <a:pt x="3580" y="67"/>
                          <a:pt x="3232" y="0"/>
                          <a:pt x="2887" y="0"/>
                        </a:cubicBezTo>
                        <a:close/>
                      </a:path>
                    </a:pathLst>
                  </a:custGeom>
                  <a:solidFill>
                    <a:srgbClr val="213B55"/>
                  </a:solidFill>
                  <a:ln>
                    <a:noFill/>
                  </a:ln>
                </p:spPr>
                <p:txBody>
                  <a:bodyPr spcFirstLastPara="1" wrap="square" lIns="121900" tIns="121900" rIns="121900" bIns="121900" anchor="ctr" anchorCtr="0">
                    <a:noAutofit/>
                  </a:bodyPr>
                  <a:lstStyle/>
                  <a:p>
                    <a:endParaRPr sz="2400"/>
                  </a:p>
                </p:txBody>
              </p:sp>
            </p:grpSp>
            <p:grpSp>
              <p:nvGrpSpPr>
                <p:cNvPr id="4556" name="Google Shape;4556;p61"/>
                <p:cNvGrpSpPr/>
                <p:nvPr/>
              </p:nvGrpSpPr>
              <p:grpSpPr>
                <a:xfrm>
                  <a:off x="1498221" y="4047614"/>
                  <a:ext cx="328444" cy="240783"/>
                  <a:chOff x="1498221" y="4047614"/>
                  <a:chExt cx="328444" cy="240783"/>
                </a:xfrm>
              </p:grpSpPr>
              <p:sp>
                <p:nvSpPr>
                  <p:cNvPr id="4557" name="Google Shape;4557;p61"/>
                  <p:cNvSpPr/>
                  <p:nvPr/>
                </p:nvSpPr>
                <p:spPr>
                  <a:xfrm>
                    <a:off x="1648778" y="4185661"/>
                    <a:ext cx="177888" cy="102736"/>
                  </a:xfrm>
                  <a:custGeom>
                    <a:avLst/>
                    <a:gdLst/>
                    <a:ahLst/>
                    <a:cxnLst/>
                    <a:rect l="l" t="t" r="r" b="b"/>
                    <a:pathLst>
                      <a:path w="37118" h="21448" extrusionOk="0">
                        <a:moveTo>
                          <a:pt x="4950" y="1"/>
                        </a:moveTo>
                        <a:cubicBezTo>
                          <a:pt x="2218" y="1"/>
                          <a:pt x="0" y="2679"/>
                          <a:pt x="0" y="5984"/>
                        </a:cubicBezTo>
                        <a:lnTo>
                          <a:pt x="0" y="15461"/>
                        </a:lnTo>
                        <a:cubicBezTo>
                          <a:pt x="0" y="18766"/>
                          <a:pt x="2218" y="21447"/>
                          <a:pt x="4950" y="21447"/>
                        </a:cubicBezTo>
                        <a:lnTo>
                          <a:pt x="32168" y="21447"/>
                        </a:lnTo>
                        <a:cubicBezTo>
                          <a:pt x="34904" y="21447"/>
                          <a:pt x="37118" y="18766"/>
                          <a:pt x="37118" y="15461"/>
                        </a:cubicBezTo>
                        <a:lnTo>
                          <a:pt x="37118" y="5984"/>
                        </a:lnTo>
                        <a:cubicBezTo>
                          <a:pt x="37118" y="2679"/>
                          <a:pt x="34904" y="1"/>
                          <a:pt x="32168" y="1"/>
                        </a:cubicBezTo>
                        <a:close/>
                      </a:path>
                    </a:pathLst>
                  </a:custGeom>
                  <a:solidFill>
                    <a:srgbClr val="213B55"/>
                  </a:solidFill>
                  <a:ln w="9525" cap="flat" cmpd="sng">
                    <a:solidFill>
                      <a:srgbClr val="CFD9E0"/>
                    </a:solidFill>
                    <a:prstDash val="solid"/>
                    <a:miter lim="3647"/>
                    <a:headEnd type="none" w="sm" len="sm"/>
                    <a:tailEnd type="none" w="sm" len="sm"/>
                  </a:ln>
                </p:spPr>
                <p:txBody>
                  <a:bodyPr spcFirstLastPara="1" wrap="square" lIns="121900" tIns="121900" rIns="121900" bIns="121900" anchor="ctr" anchorCtr="0">
                    <a:noAutofit/>
                  </a:bodyPr>
                  <a:lstStyle/>
                  <a:p>
                    <a:endParaRPr sz="2400"/>
                  </a:p>
                </p:txBody>
              </p:sp>
              <p:grpSp>
                <p:nvGrpSpPr>
                  <p:cNvPr id="4558" name="Google Shape;4558;p61"/>
                  <p:cNvGrpSpPr/>
                  <p:nvPr/>
                </p:nvGrpSpPr>
                <p:grpSpPr>
                  <a:xfrm>
                    <a:off x="1498221" y="4047614"/>
                    <a:ext cx="150566" cy="190416"/>
                    <a:chOff x="1498221" y="4047614"/>
                    <a:chExt cx="150566" cy="190416"/>
                  </a:xfrm>
                </p:grpSpPr>
                <p:sp>
                  <p:nvSpPr>
                    <p:cNvPr id="4559" name="Google Shape;4559;p61"/>
                    <p:cNvSpPr/>
                    <p:nvPr/>
                  </p:nvSpPr>
                  <p:spPr>
                    <a:xfrm>
                      <a:off x="1510686" y="4060421"/>
                      <a:ext cx="138101" cy="177608"/>
                    </a:xfrm>
                    <a:custGeom>
                      <a:avLst/>
                      <a:gdLst/>
                      <a:ahLst/>
                      <a:cxnLst/>
                      <a:rect l="l" t="t" r="r" b="b"/>
                      <a:pathLst>
                        <a:path w="28816" h="37079" fill="none" extrusionOk="0">
                          <a:moveTo>
                            <a:pt x="28815" y="37078"/>
                          </a:moveTo>
                          <a:lnTo>
                            <a:pt x="17922" y="37078"/>
                          </a:lnTo>
                          <a:cubicBezTo>
                            <a:pt x="14829" y="37078"/>
                            <a:pt x="14212" y="33613"/>
                            <a:pt x="14212" y="33613"/>
                          </a:cubicBezTo>
                          <a:lnTo>
                            <a:pt x="14212" y="10631"/>
                          </a:lnTo>
                          <a:lnTo>
                            <a:pt x="0" y="10631"/>
                          </a:lnTo>
                          <a:lnTo>
                            <a:pt x="0" y="1"/>
                          </a:lnTo>
                        </a:path>
                      </a:pathLst>
                    </a:custGeom>
                    <a:noFill/>
                    <a:ln w="9525" cap="rnd" cmpd="sng">
                      <a:solidFill>
                        <a:srgbClr val="CFD9E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60" name="Google Shape;4560;p61"/>
                    <p:cNvSpPr/>
                    <p:nvPr/>
                  </p:nvSpPr>
                  <p:spPr>
                    <a:xfrm>
                      <a:off x="1498221" y="4047614"/>
                      <a:ext cx="26646" cy="25622"/>
                    </a:xfrm>
                    <a:custGeom>
                      <a:avLst/>
                      <a:gdLst/>
                      <a:ahLst/>
                      <a:cxnLst/>
                      <a:rect l="l" t="t" r="r" b="b"/>
                      <a:pathLst>
                        <a:path w="5560" h="5349" extrusionOk="0">
                          <a:moveTo>
                            <a:pt x="2886" y="1"/>
                          </a:moveTo>
                          <a:cubicBezTo>
                            <a:pt x="1806" y="1"/>
                            <a:pt x="828" y="654"/>
                            <a:pt x="416" y="1653"/>
                          </a:cubicBezTo>
                          <a:cubicBezTo>
                            <a:pt x="0" y="2649"/>
                            <a:pt x="230" y="3802"/>
                            <a:pt x="996" y="4564"/>
                          </a:cubicBezTo>
                          <a:cubicBezTo>
                            <a:pt x="1506" y="5077"/>
                            <a:pt x="2190" y="5349"/>
                            <a:pt x="2886" y="5349"/>
                          </a:cubicBezTo>
                          <a:cubicBezTo>
                            <a:pt x="3232" y="5349"/>
                            <a:pt x="3580" y="5282"/>
                            <a:pt x="3911" y="5144"/>
                          </a:cubicBezTo>
                          <a:cubicBezTo>
                            <a:pt x="4910" y="4732"/>
                            <a:pt x="5560" y="3758"/>
                            <a:pt x="5560" y="2675"/>
                          </a:cubicBezTo>
                          <a:cubicBezTo>
                            <a:pt x="5560" y="1197"/>
                            <a:pt x="4363" y="1"/>
                            <a:pt x="2886"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grpSp>
            </p:grpSp>
          </p:grpSp>
          <p:grpSp>
            <p:nvGrpSpPr>
              <p:cNvPr id="4561" name="Google Shape;4561;p61"/>
              <p:cNvGrpSpPr/>
              <p:nvPr/>
            </p:nvGrpSpPr>
            <p:grpSpPr>
              <a:xfrm>
                <a:off x="1560718" y="3800594"/>
                <a:ext cx="532948" cy="302090"/>
                <a:chOff x="1560718" y="3800594"/>
                <a:chExt cx="532948" cy="302090"/>
              </a:xfrm>
            </p:grpSpPr>
            <p:grpSp>
              <p:nvGrpSpPr>
                <p:cNvPr id="4562" name="Google Shape;4562;p61"/>
                <p:cNvGrpSpPr/>
                <p:nvPr/>
              </p:nvGrpSpPr>
              <p:grpSpPr>
                <a:xfrm>
                  <a:off x="1912179" y="3827344"/>
                  <a:ext cx="181487" cy="25631"/>
                  <a:chOff x="1912179" y="3827344"/>
                  <a:chExt cx="181487" cy="25631"/>
                </a:xfrm>
              </p:grpSpPr>
              <p:sp>
                <p:nvSpPr>
                  <p:cNvPr id="4563" name="Google Shape;4563;p61"/>
                  <p:cNvSpPr/>
                  <p:nvPr/>
                </p:nvSpPr>
                <p:spPr>
                  <a:xfrm>
                    <a:off x="2067020" y="3827344"/>
                    <a:ext cx="26646" cy="25631"/>
                  </a:xfrm>
                  <a:custGeom>
                    <a:avLst/>
                    <a:gdLst/>
                    <a:ahLst/>
                    <a:cxnLst/>
                    <a:rect l="l" t="t" r="r" b="b"/>
                    <a:pathLst>
                      <a:path w="5560" h="5351" extrusionOk="0">
                        <a:moveTo>
                          <a:pt x="2886" y="0"/>
                        </a:moveTo>
                        <a:cubicBezTo>
                          <a:pt x="1806" y="0"/>
                          <a:pt x="828" y="653"/>
                          <a:pt x="416" y="1653"/>
                        </a:cubicBezTo>
                        <a:cubicBezTo>
                          <a:pt x="0" y="2652"/>
                          <a:pt x="230" y="3801"/>
                          <a:pt x="993" y="4567"/>
                        </a:cubicBezTo>
                        <a:cubicBezTo>
                          <a:pt x="1505" y="5080"/>
                          <a:pt x="2190" y="5351"/>
                          <a:pt x="2887" y="5351"/>
                        </a:cubicBezTo>
                        <a:cubicBezTo>
                          <a:pt x="3232" y="5351"/>
                          <a:pt x="3580" y="5284"/>
                          <a:pt x="3911" y="5148"/>
                        </a:cubicBezTo>
                        <a:cubicBezTo>
                          <a:pt x="4910" y="4732"/>
                          <a:pt x="5560" y="3758"/>
                          <a:pt x="5560" y="2678"/>
                        </a:cubicBezTo>
                        <a:cubicBezTo>
                          <a:pt x="5560" y="1200"/>
                          <a:pt x="4363" y="0"/>
                          <a:pt x="2886" y="0"/>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4564" name="Google Shape;4564;p61"/>
                  <p:cNvSpPr/>
                  <p:nvPr/>
                </p:nvSpPr>
                <p:spPr>
                  <a:xfrm>
                    <a:off x="1912179" y="3842838"/>
                    <a:ext cx="156825" cy="5"/>
                  </a:xfrm>
                  <a:custGeom>
                    <a:avLst/>
                    <a:gdLst/>
                    <a:ahLst/>
                    <a:cxnLst/>
                    <a:rect l="l" t="t" r="r" b="b"/>
                    <a:pathLst>
                      <a:path w="32723" h="1" fill="none" extrusionOk="0">
                        <a:moveTo>
                          <a:pt x="1" y="1"/>
                        </a:moveTo>
                        <a:lnTo>
                          <a:pt x="32723" y="1"/>
                        </a:lnTo>
                      </a:path>
                    </a:pathLst>
                  </a:custGeom>
                  <a:noFill/>
                  <a:ln w="9525" cap="rnd" cmpd="sng">
                    <a:solidFill>
                      <a:srgbClr val="CFD9E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4565" name="Google Shape;4565;p61"/>
                <p:cNvGrpSpPr/>
                <p:nvPr/>
              </p:nvGrpSpPr>
              <p:grpSpPr>
                <a:xfrm>
                  <a:off x="1912179" y="4044505"/>
                  <a:ext cx="181487" cy="25622"/>
                  <a:chOff x="1912179" y="4044506"/>
                  <a:chExt cx="181487" cy="25622"/>
                </a:xfrm>
              </p:grpSpPr>
              <p:sp>
                <p:nvSpPr>
                  <p:cNvPr id="4566" name="Google Shape;4566;p61"/>
                  <p:cNvSpPr/>
                  <p:nvPr/>
                </p:nvSpPr>
                <p:spPr>
                  <a:xfrm>
                    <a:off x="2067020" y="4044505"/>
                    <a:ext cx="26646" cy="25622"/>
                  </a:xfrm>
                  <a:custGeom>
                    <a:avLst/>
                    <a:gdLst/>
                    <a:ahLst/>
                    <a:cxnLst/>
                    <a:rect l="l" t="t" r="r" b="b"/>
                    <a:pathLst>
                      <a:path w="5560" h="5349" extrusionOk="0">
                        <a:moveTo>
                          <a:pt x="2886" y="0"/>
                        </a:moveTo>
                        <a:cubicBezTo>
                          <a:pt x="1806" y="0"/>
                          <a:pt x="828" y="650"/>
                          <a:pt x="416" y="1649"/>
                        </a:cubicBezTo>
                        <a:cubicBezTo>
                          <a:pt x="0" y="2649"/>
                          <a:pt x="230" y="3802"/>
                          <a:pt x="993" y="4564"/>
                        </a:cubicBezTo>
                        <a:cubicBezTo>
                          <a:pt x="1505" y="5076"/>
                          <a:pt x="2190" y="5349"/>
                          <a:pt x="2887" y="5349"/>
                        </a:cubicBezTo>
                        <a:cubicBezTo>
                          <a:pt x="3232" y="5349"/>
                          <a:pt x="3580" y="5282"/>
                          <a:pt x="3911" y="5144"/>
                        </a:cubicBezTo>
                        <a:cubicBezTo>
                          <a:pt x="4910" y="4732"/>
                          <a:pt x="5560" y="3758"/>
                          <a:pt x="5560" y="2674"/>
                        </a:cubicBezTo>
                        <a:cubicBezTo>
                          <a:pt x="5560" y="1197"/>
                          <a:pt x="4363" y="0"/>
                          <a:pt x="2886"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4567" name="Google Shape;4567;p61"/>
                  <p:cNvSpPr/>
                  <p:nvPr/>
                </p:nvSpPr>
                <p:spPr>
                  <a:xfrm>
                    <a:off x="1912179" y="4059966"/>
                    <a:ext cx="156825" cy="5"/>
                  </a:xfrm>
                  <a:custGeom>
                    <a:avLst/>
                    <a:gdLst/>
                    <a:ahLst/>
                    <a:cxnLst/>
                    <a:rect l="l" t="t" r="r" b="b"/>
                    <a:pathLst>
                      <a:path w="32723" h="1" fill="none" extrusionOk="0">
                        <a:moveTo>
                          <a:pt x="32723" y="1"/>
                        </a:moveTo>
                        <a:lnTo>
                          <a:pt x="1" y="1"/>
                        </a:lnTo>
                      </a:path>
                    </a:pathLst>
                  </a:custGeom>
                  <a:noFill/>
                  <a:ln w="9525" cap="rnd" cmpd="sng">
                    <a:solidFill>
                      <a:srgbClr val="CFD9E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4568" name="Google Shape;4568;p61"/>
                <p:cNvGrpSpPr/>
                <p:nvPr/>
              </p:nvGrpSpPr>
              <p:grpSpPr>
                <a:xfrm>
                  <a:off x="1560718" y="3800594"/>
                  <a:ext cx="351472" cy="302090"/>
                  <a:chOff x="1560718" y="3800594"/>
                  <a:chExt cx="351472" cy="302090"/>
                </a:xfrm>
              </p:grpSpPr>
              <p:grpSp>
                <p:nvGrpSpPr>
                  <p:cNvPr id="4569" name="Google Shape;4569;p61"/>
                  <p:cNvGrpSpPr/>
                  <p:nvPr/>
                </p:nvGrpSpPr>
                <p:grpSpPr>
                  <a:xfrm>
                    <a:off x="1560718" y="3842857"/>
                    <a:ext cx="173586" cy="217131"/>
                    <a:chOff x="1560718" y="3842857"/>
                    <a:chExt cx="173586" cy="217131"/>
                  </a:xfrm>
                </p:grpSpPr>
                <p:sp>
                  <p:nvSpPr>
                    <p:cNvPr id="4570" name="Google Shape;4570;p61"/>
                    <p:cNvSpPr/>
                    <p:nvPr/>
                  </p:nvSpPr>
                  <p:spPr>
                    <a:xfrm>
                      <a:off x="1560718" y="3951414"/>
                      <a:ext cx="84343" cy="5"/>
                    </a:xfrm>
                    <a:custGeom>
                      <a:avLst/>
                      <a:gdLst/>
                      <a:ahLst/>
                      <a:cxnLst/>
                      <a:rect l="l" t="t" r="r" b="b"/>
                      <a:pathLst>
                        <a:path w="17599" h="1" fill="none" extrusionOk="0">
                          <a:moveTo>
                            <a:pt x="1" y="0"/>
                          </a:moveTo>
                          <a:lnTo>
                            <a:pt x="17598" y="0"/>
                          </a:lnTo>
                        </a:path>
                      </a:pathLst>
                    </a:custGeom>
                    <a:noFill/>
                    <a:ln w="9525" cap="rnd" cmpd="sng">
                      <a:solidFill>
                        <a:srgbClr val="CFD9E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71" name="Google Shape;4571;p61"/>
                    <p:cNvSpPr/>
                    <p:nvPr/>
                  </p:nvSpPr>
                  <p:spPr>
                    <a:xfrm>
                      <a:off x="1631242" y="3936509"/>
                      <a:ext cx="26646" cy="25622"/>
                    </a:xfrm>
                    <a:custGeom>
                      <a:avLst/>
                      <a:gdLst/>
                      <a:ahLst/>
                      <a:cxnLst/>
                      <a:rect l="l" t="t" r="r" b="b"/>
                      <a:pathLst>
                        <a:path w="5560" h="5349" extrusionOk="0">
                          <a:moveTo>
                            <a:pt x="2882" y="1"/>
                          </a:moveTo>
                          <a:cubicBezTo>
                            <a:pt x="1802" y="1"/>
                            <a:pt x="828" y="650"/>
                            <a:pt x="412" y="1649"/>
                          </a:cubicBezTo>
                          <a:cubicBezTo>
                            <a:pt x="0" y="2649"/>
                            <a:pt x="226" y="3798"/>
                            <a:pt x="993" y="4564"/>
                          </a:cubicBezTo>
                          <a:cubicBezTo>
                            <a:pt x="1502" y="5076"/>
                            <a:pt x="2187" y="5349"/>
                            <a:pt x="2883" y="5349"/>
                          </a:cubicBezTo>
                          <a:cubicBezTo>
                            <a:pt x="3228" y="5349"/>
                            <a:pt x="3576" y="5282"/>
                            <a:pt x="3907" y="5144"/>
                          </a:cubicBezTo>
                          <a:cubicBezTo>
                            <a:pt x="4907" y="4732"/>
                            <a:pt x="5556" y="3758"/>
                            <a:pt x="5560" y="2674"/>
                          </a:cubicBezTo>
                          <a:cubicBezTo>
                            <a:pt x="5560" y="1197"/>
                            <a:pt x="4360" y="1"/>
                            <a:pt x="2882"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572" name="Google Shape;4572;p61"/>
                    <p:cNvSpPr/>
                    <p:nvPr/>
                  </p:nvSpPr>
                  <p:spPr>
                    <a:xfrm>
                      <a:off x="1645054" y="3842857"/>
                      <a:ext cx="89251" cy="217131"/>
                    </a:xfrm>
                    <a:custGeom>
                      <a:avLst/>
                      <a:gdLst/>
                      <a:ahLst/>
                      <a:cxnLst/>
                      <a:rect l="l" t="t" r="r" b="b"/>
                      <a:pathLst>
                        <a:path w="18623" h="45330" fill="none" extrusionOk="0">
                          <a:moveTo>
                            <a:pt x="18623" y="45330"/>
                          </a:moveTo>
                          <a:lnTo>
                            <a:pt x="5625" y="45330"/>
                          </a:lnTo>
                          <a:cubicBezTo>
                            <a:pt x="2889" y="45330"/>
                            <a:pt x="0" y="42619"/>
                            <a:pt x="0" y="35634"/>
                          </a:cubicBezTo>
                          <a:lnTo>
                            <a:pt x="0" y="9697"/>
                          </a:lnTo>
                          <a:cubicBezTo>
                            <a:pt x="0" y="2711"/>
                            <a:pt x="2889" y="1"/>
                            <a:pt x="5625" y="1"/>
                          </a:cubicBezTo>
                          <a:lnTo>
                            <a:pt x="18623" y="1"/>
                          </a:lnTo>
                        </a:path>
                      </a:pathLst>
                    </a:custGeom>
                    <a:noFill/>
                    <a:ln w="9525" cap="rnd" cmpd="sng">
                      <a:solidFill>
                        <a:srgbClr val="CFD9E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sp>
                <p:nvSpPr>
                  <p:cNvPr id="4573" name="Google Shape;4573;p61"/>
                  <p:cNvSpPr/>
                  <p:nvPr/>
                </p:nvSpPr>
                <p:spPr>
                  <a:xfrm>
                    <a:off x="1733808" y="3800594"/>
                    <a:ext cx="177874" cy="102731"/>
                  </a:xfrm>
                  <a:custGeom>
                    <a:avLst/>
                    <a:gdLst/>
                    <a:ahLst/>
                    <a:cxnLst/>
                    <a:rect l="l" t="t" r="r" b="b"/>
                    <a:pathLst>
                      <a:path w="37115" h="21447" extrusionOk="0">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solidFill>
                    <a:srgbClr val="445D73"/>
                  </a:solidFill>
                  <a:ln w="9525" cap="flat" cmpd="sng">
                    <a:solidFill>
                      <a:srgbClr val="CFD9E0"/>
                    </a:solidFill>
                    <a:prstDash val="solid"/>
                    <a:miter lim="3647"/>
                    <a:headEnd type="none" w="sm" len="sm"/>
                    <a:tailEnd type="none" w="sm" len="sm"/>
                  </a:ln>
                </p:spPr>
                <p:txBody>
                  <a:bodyPr spcFirstLastPara="1" wrap="square" lIns="121900" tIns="121900" rIns="121900" bIns="121900" anchor="ctr" anchorCtr="0">
                    <a:noAutofit/>
                  </a:bodyPr>
                  <a:lstStyle/>
                  <a:p>
                    <a:endParaRPr sz="2400"/>
                  </a:p>
                </p:txBody>
              </p:sp>
              <p:sp>
                <p:nvSpPr>
                  <p:cNvPr id="4574" name="Google Shape;4574;p61"/>
                  <p:cNvSpPr/>
                  <p:nvPr/>
                </p:nvSpPr>
                <p:spPr>
                  <a:xfrm>
                    <a:off x="1734297" y="3999967"/>
                    <a:ext cx="177893" cy="102717"/>
                  </a:xfrm>
                  <a:custGeom>
                    <a:avLst/>
                    <a:gdLst/>
                    <a:ahLst/>
                    <a:cxnLst/>
                    <a:rect l="l" t="t" r="r" b="b"/>
                    <a:pathLst>
                      <a:path w="37119" h="21444" extrusionOk="0">
                        <a:moveTo>
                          <a:pt x="4951" y="1"/>
                        </a:moveTo>
                        <a:cubicBezTo>
                          <a:pt x="2219" y="1"/>
                          <a:pt x="1" y="2678"/>
                          <a:pt x="1" y="5983"/>
                        </a:cubicBezTo>
                        <a:lnTo>
                          <a:pt x="1" y="15461"/>
                        </a:lnTo>
                        <a:cubicBezTo>
                          <a:pt x="1" y="18766"/>
                          <a:pt x="2219" y="21443"/>
                          <a:pt x="4951" y="21443"/>
                        </a:cubicBezTo>
                        <a:lnTo>
                          <a:pt x="32168" y="21443"/>
                        </a:lnTo>
                        <a:cubicBezTo>
                          <a:pt x="34901" y="21443"/>
                          <a:pt x="37119" y="18766"/>
                          <a:pt x="37119" y="15461"/>
                        </a:cubicBezTo>
                        <a:lnTo>
                          <a:pt x="37119" y="5983"/>
                        </a:lnTo>
                        <a:cubicBezTo>
                          <a:pt x="37119" y="2678"/>
                          <a:pt x="34901" y="1"/>
                          <a:pt x="32168" y="1"/>
                        </a:cubicBezTo>
                        <a:close/>
                      </a:path>
                    </a:pathLst>
                  </a:custGeom>
                  <a:solidFill>
                    <a:srgbClr val="869FB1"/>
                  </a:solidFill>
                  <a:ln w="9525" cap="flat" cmpd="sng">
                    <a:solidFill>
                      <a:srgbClr val="CFD9E0"/>
                    </a:solidFill>
                    <a:prstDash val="solid"/>
                    <a:miter lim="3647"/>
                    <a:headEnd type="none" w="sm" len="sm"/>
                    <a:tailEnd type="none" w="sm" len="sm"/>
                  </a:ln>
                </p:spPr>
                <p:txBody>
                  <a:bodyPr spcFirstLastPara="1" wrap="square" lIns="121900" tIns="121900" rIns="121900" bIns="121900" anchor="ctr" anchorCtr="0">
                    <a:noAutofit/>
                  </a:bodyPr>
                  <a:lstStyle/>
                  <a:p>
                    <a:endParaRPr sz="2400"/>
                  </a:p>
                </p:txBody>
              </p:sp>
            </p:grpSp>
          </p:grpSp>
          <p:sp>
            <p:nvSpPr>
              <p:cNvPr id="4575" name="Google Shape;4575;p61"/>
              <p:cNvSpPr/>
              <p:nvPr/>
            </p:nvSpPr>
            <p:spPr>
              <a:xfrm>
                <a:off x="1258451" y="3798060"/>
                <a:ext cx="302718" cy="302541"/>
              </a:xfrm>
              <a:custGeom>
                <a:avLst/>
                <a:gdLst/>
                <a:ahLst/>
                <a:cxnLst/>
                <a:rect l="l" t="t" r="r" b="b"/>
                <a:pathLst>
                  <a:path w="63165" h="63161" fill="none" extrusionOk="0">
                    <a:moveTo>
                      <a:pt x="63165" y="31580"/>
                    </a:moveTo>
                    <a:cubicBezTo>
                      <a:pt x="63165" y="49021"/>
                      <a:pt x="49025" y="63161"/>
                      <a:pt x="31585" y="63161"/>
                    </a:cubicBezTo>
                    <a:cubicBezTo>
                      <a:pt x="14140" y="63161"/>
                      <a:pt x="1" y="49021"/>
                      <a:pt x="1" y="31580"/>
                    </a:cubicBezTo>
                    <a:cubicBezTo>
                      <a:pt x="1" y="14140"/>
                      <a:pt x="14140" y="0"/>
                      <a:pt x="31585" y="0"/>
                    </a:cubicBezTo>
                    <a:cubicBezTo>
                      <a:pt x="49025" y="0"/>
                      <a:pt x="63165" y="14140"/>
                      <a:pt x="63165" y="31580"/>
                    </a:cubicBezTo>
                    <a:close/>
                  </a:path>
                </a:pathLst>
              </a:custGeom>
              <a:noFill/>
              <a:ln w="9525" cap="flat" cmpd="sng">
                <a:solidFill>
                  <a:srgbClr val="CFD9E0"/>
                </a:solidFill>
                <a:prstDash val="solid"/>
                <a:miter lim="3647"/>
                <a:headEnd type="none" w="sm" len="sm"/>
                <a:tailEnd type="none" w="sm" len="sm"/>
              </a:ln>
            </p:spPr>
            <p:txBody>
              <a:bodyPr spcFirstLastPara="1" wrap="square" lIns="121900" tIns="121900" rIns="121900" bIns="121900" anchor="ctr" anchorCtr="0">
                <a:noAutofit/>
              </a:bodyPr>
              <a:lstStyle/>
              <a:p>
                <a:endParaRPr sz="2400"/>
              </a:p>
            </p:txBody>
          </p:sp>
          <p:grpSp>
            <p:nvGrpSpPr>
              <p:cNvPr id="4576" name="Google Shape;4576;p61"/>
              <p:cNvGrpSpPr/>
              <p:nvPr/>
            </p:nvGrpSpPr>
            <p:grpSpPr>
              <a:xfrm>
                <a:off x="785350" y="3605478"/>
                <a:ext cx="535311" cy="249245"/>
                <a:chOff x="785350" y="3605478"/>
                <a:chExt cx="535311" cy="249245"/>
              </a:xfrm>
            </p:grpSpPr>
            <p:grpSp>
              <p:nvGrpSpPr>
                <p:cNvPr id="4577" name="Google Shape;4577;p61"/>
                <p:cNvGrpSpPr/>
                <p:nvPr/>
              </p:nvGrpSpPr>
              <p:grpSpPr>
                <a:xfrm>
                  <a:off x="785350" y="3605478"/>
                  <a:ext cx="376191" cy="102736"/>
                  <a:chOff x="785350" y="3605478"/>
                  <a:chExt cx="376191" cy="102736"/>
                </a:xfrm>
              </p:grpSpPr>
              <p:sp>
                <p:nvSpPr>
                  <p:cNvPr id="4578" name="Google Shape;4578;p61"/>
                  <p:cNvSpPr/>
                  <p:nvPr/>
                </p:nvSpPr>
                <p:spPr>
                  <a:xfrm>
                    <a:off x="808023" y="3655851"/>
                    <a:ext cx="175636" cy="5"/>
                  </a:xfrm>
                  <a:custGeom>
                    <a:avLst/>
                    <a:gdLst/>
                    <a:ahLst/>
                    <a:cxnLst/>
                    <a:rect l="l" t="t" r="r" b="b"/>
                    <a:pathLst>
                      <a:path w="36648" h="1" fill="none" extrusionOk="0">
                        <a:moveTo>
                          <a:pt x="36648" y="1"/>
                        </a:moveTo>
                        <a:lnTo>
                          <a:pt x="1" y="1"/>
                        </a:lnTo>
                      </a:path>
                    </a:pathLst>
                  </a:custGeom>
                  <a:noFill/>
                  <a:ln w="9525" cap="rnd" cmpd="sng">
                    <a:solidFill>
                      <a:srgbClr val="CFD9E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79" name="Google Shape;4579;p61"/>
                  <p:cNvSpPr/>
                  <p:nvPr/>
                </p:nvSpPr>
                <p:spPr>
                  <a:xfrm>
                    <a:off x="785350" y="3643867"/>
                    <a:ext cx="25635" cy="25622"/>
                  </a:xfrm>
                  <a:custGeom>
                    <a:avLst/>
                    <a:gdLst/>
                    <a:ahLst/>
                    <a:cxnLst/>
                    <a:rect l="l" t="t" r="r" b="b"/>
                    <a:pathLst>
                      <a:path w="5349" h="5349" extrusionOk="0">
                        <a:moveTo>
                          <a:pt x="2674" y="0"/>
                        </a:moveTo>
                        <a:cubicBezTo>
                          <a:pt x="1197" y="0"/>
                          <a:pt x="0" y="1197"/>
                          <a:pt x="0" y="2674"/>
                        </a:cubicBezTo>
                        <a:cubicBezTo>
                          <a:pt x="0" y="4152"/>
                          <a:pt x="1197" y="5348"/>
                          <a:pt x="2674" y="5348"/>
                        </a:cubicBezTo>
                        <a:cubicBezTo>
                          <a:pt x="4152" y="5348"/>
                          <a:pt x="5348" y="4152"/>
                          <a:pt x="5348" y="2674"/>
                        </a:cubicBezTo>
                        <a:cubicBezTo>
                          <a:pt x="5348" y="1197"/>
                          <a:pt x="4152" y="0"/>
                          <a:pt x="2674"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4580" name="Google Shape;4580;p61"/>
                  <p:cNvSpPr/>
                  <p:nvPr/>
                </p:nvSpPr>
                <p:spPr>
                  <a:xfrm>
                    <a:off x="983648" y="3605478"/>
                    <a:ext cx="177893" cy="102736"/>
                  </a:xfrm>
                  <a:custGeom>
                    <a:avLst/>
                    <a:gdLst/>
                    <a:ahLst/>
                    <a:cxnLst/>
                    <a:rect l="l" t="t" r="r" b="b"/>
                    <a:pathLst>
                      <a:path w="37119" h="21448" extrusionOk="0">
                        <a:moveTo>
                          <a:pt x="4951" y="1"/>
                        </a:moveTo>
                        <a:cubicBezTo>
                          <a:pt x="2219" y="1"/>
                          <a:pt x="1" y="2682"/>
                          <a:pt x="1" y="5987"/>
                        </a:cubicBezTo>
                        <a:lnTo>
                          <a:pt x="1" y="15464"/>
                        </a:lnTo>
                        <a:cubicBezTo>
                          <a:pt x="1" y="18769"/>
                          <a:pt x="2219" y="21447"/>
                          <a:pt x="4951" y="21447"/>
                        </a:cubicBezTo>
                        <a:lnTo>
                          <a:pt x="32172" y="21447"/>
                        </a:lnTo>
                        <a:cubicBezTo>
                          <a:pt x="34904" y="21447"/>
                          <a:pt x="37119" y="18769"/>
                          <a:pt x="37119" y="15464"/>
                        </a:cubicBezTo>
                        <a:lnTo>
                          <a:pt x="37119" y="5987"/>
                        </a:lnTo>
                        <a:cubicBezTo>
                          <a:pt x="37119" y="2682"/>
                          <a:pt x="34904" y="1"/>
                          <a:pt x="32172" y="1"/>
                        </a:cubicBezTo>
                        <a:close/>
                      </a:path>
                    </a:pathLst>
                  </a:custGeom>
                  <a:solidFill>
                    <a:srgbClr val="E3E9ED"/>
                  </a:solidFill>
                  <a:ln w="9525" cap="flat" cmpd="sng">
                    <a:solidFill>
                      <a:srgbClr val="CFD9E0"/>
                    </a:solidFill>
                    <a:prstDash val="solid"/>
                    <a:miter lim="3647"/>
                    <a:headEnd type="none" w="sm" len="sm"/>
                    <a:tailEnd type="none" w="sm" len="sm"/>
                  </a:ln>
                </p:spPr>
                <p:txBody>
                  <a:bodyPr spcFirstLastPara="1" wrap="square" lIns="121900" tIns="121900" rIns="121900" bIns="121900" anchor="ctr" anchorCtr="0">
                    <a:noAutofit/>
                  </a:bodyPr>
                  <a:lstStyle/>
                  <a:p>
                    <a:endParaRPr sz="2400"/>
                  </a:p>
                </p:txBody>
              </p:sp>
            </p:grpSp>
            <p:grpSp>
              <p:nvGrpSpPr>
                <p:cNvPr id="4581" name="Google Shape;4581;p61"/>
                <p:cNvGrpSpPr/>
                <p:nvPr/>
              </p:nvGrpSpPr>
              <p:grpSpPr>
                <a:xfrm>
                  <a:off x="1161530" y="3655851"/>
                  <a:ext cx="159131" cy="198872"/>
                  <a:chOff x="1161530" y="3655851"/>
                  <a:chExt cx="159131" cy="198872"/>
                </a:xfrm>
              </p:grpSpPr>
              <p:sp>
                <p:nvSpPr>
                  <p:cNvPr id="4582" name="Google Shape;4582;p61"/>
                  <p:cNvSpPr/>
                  <p:nvPr/>
                </p:nvSpPr>
                <p:spPr>
                  <a:xfrm>
                    <a:off x="1161530" y="3655851"/>
                    <a:ext cx="146440" cy="186082"/>
                  </a:xfrm>
                  <a:custGeom>
                    <a:avLst/>
                    <a:gdLst/>
                    <a:ahLst/>
                    <a:cxnLst/>
                    <a:rect l="l" t="t" r="r" b="b"/>
                    <a:pathLst>
                      <a:path w="30556" h="38848" fill="none" extrusionOk="0">
                        <a:moveTo>
                          <a:pt x="1" y="1"/>
                        </a:moveTo>
                        <a:lnTo>
                          <a:pt x="12633" y="1"/>
                        </a:lnTo>
                        <a:cubicBezTo>
                          <a:pt x="15723" y="1"/>
                          <a:pt x="16343" y="3466"/>
                          <a:pt x="16343" y="3466"/>
                        </a:cubicBezTo>
                        <a:lnTo>
                          <a:pt x="16343" y="26448"/>
                        </a:lnTo>
                        <a:lnTo>
                          <a:pt x="30556" y="26448"/>
                        </a:lnTo>
                        <a:lnTo>
                          <a:pt x="30556" y="38848"/>
                        </a:lnTo>
                      </a:path>
                    </a:pathLst>
                  </a:custGeom>
                  <a:noFill/>
                  <a:ln w="9525" cap="rnd" cmpd="sng">
                    <a:solidFill>
                      <a:srgbClr val="CFD9E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83" name="Google Shape;4583;p61"/>
                  <p:cNvSpPr/>
                  <p:nvPr/>
                </p:nvSpPr>
                <p:spPr>
                  <a:xfrm>
                    <a:off x="1293991" y="3829092"/>
                    <a:ext cx="26670" cy="25631"/>
                  </a:xfrm>
                  <a:custGeom>
                    <a:avLst/>
                    <a:gdLst/>
                    <a:ahLst/>
                    <a:cxnLst/>
                    <a:rect l="l" t="t" r="r" b="b"/>
                    <a:pathLst>
                      <a:path w="5565" h="5351" extrusionOk="0">
                        <a:moveTo>
                          <a:pt x="2890" y="0"/>
                        </a:moveTo>
                        <a:cubicBezTo>
                          <a:pt x="1807" y="0"/>
                          <a:pt x="833" y="653"/>
                          <a:pt x="417" y="1653"/>
                        </a:cubicBezTo>
                        <a:cubicBezTo>
                          <a:pt x="1" y="2652"/>
                          <a:pt x="231" y="3801"/>
                          <a:pt x="997" y="4567"/>
                        </a:cubicBezTo>
                        <a:cubicBezTo>
                          <a:pt x="1509" y="5080"/>
                          <a:pt x="2193" y="5350"/>
                          <a:pt x="2888" y="5350"/>
                        </a:cubicBezTo>
                        <a:cubicBezTo>
                          <a:pt x="3233" y="5350"/>
                          <a:pt x="3580" y="5284"/>
                          <a:pt x="3912" y="5147"/>
                        </a:cubicBezTo>
                        <a:cubicBezTo>
                          <a:pt x="4911" y="4731"/>
                          <a:pt x="5564" y="3757"/>
                          <a:pt x="5564" y="2678"/>
                        </a:cubicBezTo>
                        <a:cubicBezTo>
                          <a:pt x="5564" y="1200"/>
                          <a:pt x="4364" y="0"/>
                          <a:pt x="2890"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grpSp>
          </p:grpSp>
          <p:grpSp>
            <p:nvGrpSpPr>
              <p:cNvPr id="4584" name="Google Shape;4584;p61"/>
              <p:cNvGrpSpPr/>
              <p:nvPr/>
            </p:nvGrpSpPr>
            <p:grpSpPr>
              <a:xfrm>
                <a:off x="785350" y="4047614"/>
                <a:ext cx="535311" cy="240783"/>
                <a:chOff x="785350" y="4047614"/>
                <a:chExt cx="535311" cy="240783"/>
              </a:xfrm>
            </p:grpSpPr>
            <p:grpSp>
              <p:nvGrpSpPr>
                <p:cNvPr id="4585" name="Google Shape;4585;p61"/>
                <p:cNvGrpSpPr/>
                <p:nvPr/>
              </p:nvGrpSpPr>
              <p:grpSpPr>
                <a:xfrm>
                  <a:off x="1161636" y="4047614"/>
                  <a:ext cx="159025" cy="190415"/>
                  <a:chOff x="1161636" y="4047614"/>
                  <a:chExt cx="159025" cy="190415"/>
                </a:xfrm>
              </p:grpSpPr>
              <p:sp>
                <p:nvSpPr>
                  <p:cNvPr id="4586" name="Google Shape;4586;p61"/>
                  <p:cNvSpPr/>
                  <p:nvPr/>
                </p:nvSpPr>
                <p:spPr>
                  <a:xfrm>
                    <a:off x="1293991" y="4047614"/>
                    <a:ext cx="26670" cy="25631"/>
                  </a:xfrm>
                  <a:custGeom>
                    <a:avLst/>
                    <a:gdLst/>
                    <a:ahLst/>
                    <a:cxnLst/>
                    <a:rect l="l" t="t" r="r" b="b"/>
                    <a:pathLst>
                      <a:path w="5565" h="5351" extrusionOk="0">
                        <a:moveTo>
                          <a:pt x="2890" y="1"/>
                        </a:moveTo>
                        <a:cubicBezTo>
                          <a:pt x="1807" y="1"/>
                          <a:pt x="833" y="654"/>
                          <a:pt x="417" y="1653"/>
                        </a:cubicBezTo>
                        <a:cubicBezTo>
                          <a:pt x="1" y="2653"/>
                          <a:pt x="231" y="3802"/>
                          <a:pt x="997" y="4568"/>
                        </a:cubicBezTo>
                        <a:cubicBezTo>
                          <a:pt x="1510" y="5078"/>
                          <a:pt x="2195" y="5350"/>
                          <a:pt x="2891" y="5350"/>
                        </a:cubicBezTo>
                        <a:cubicBezTo>
                          <a:pt x="3235" y="5350"/>
                          <a:pt x="3581" y="5284"/>
                          <a:pt x="3912" y="5148"/>
                        </a:cubicBezTo>
                        <a:cubicBezTo>
                          <a:pt x="4911" y="4732"/>
                          <a:pt x="5564" y="3758"/>
                          <a:pt x="5564" y="2675"/>
                        </a:cubicBezTo>
                        <a:cubicBezTo>
                          <a:pt x="5564" y="1197"/>
                          <a:pt x="4364" y="1"/>
                          <a:pt x="2890"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587" name="Google Shape;4587;p61"/>
                  <p:cNvSpPr/>
                  <p:nvPr/>
                </p:nvSpPr>
                <p:spPr>
                  <a:xfrm>
                    <a:off x="1161636" y="4073229"/>
                    <a:ext cx="146334" cy="164800"/>
                  </a:xfrm>
                  <a:custGeom>
                    <a:avLst/>
                    <a:gdLst/>
                    <a:ahLst/>
                    <a:cxnLst/>
                    <a:rect l="l" t="t" r="r" b="b"/>
                    <a:pathLst>
                      <a:path w="30534" h="34405" fill="none" extrusionOk="0">
                        <a:moveTo>
                          <a:pt x="0" y="34404"/>
                        </a:moveTo>
                        <a:lnTo>
                          <a:pt x="12611" y="34404"/>
                        </a:lnTo>
                        <a:cubicBezTo>
                          <a:pt x="15705" y="34404"/>
                          <a:pt x="16325" y="30939"/>
                          <a:pt x="16325" y="30939"/>
                        </a:cubicBezTo>
                        <a:lnTo>
                          <a:pt x="16325" y="7957"/>
                        </a:lnTo>
                        <a:lnTo>
                          <a:pt x="30534" y="7957"/>
                        </a:lnTo>
                        <a:lnTo>
                          <a:pt x="30534" y="1"/>
                        </a:lnTo>
                      </a:path>
                    </a:pathLst>
                  </a:custGeom>
                  <a:noFill/>
                  <a:ln w="9525" cap="rnd" cmpd="sng">
                    <a:solidFill>
                      <a:srgbClr val="CFD9E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4588" name="Google Shape;4588;p61"/>
                <p:cNvGrpSpPr/>
                <p:nvPr/>
              </p:nvGrpSpPr>
              <p:grpSpPr>
                <a:xfrm>
                  <a:off x="785350" y="4185661"/>
                  <a:ext cx="376191" cy="102736"/>
                  <a:chOff x="785350" y="4185661"/>
                  <a:chExt cx="376191" cy="102736"/>
                </a:xfrm>
              </p:grpSpPr>
              <p:sp>
                <p:nvSpPr>
                  <p:cNvPr id="4589" name="Google Shape;4589;p61"/>
                  <p:cNvSpPr/>
                  <p:nvPr/>
                </p:nvSpPr>
                <p:spPr>
                  <a:xfrm>
                    <a:off x="808023" y="4238011"/>
                    <a:ext cx="175636" cy="5"/>
                  </a:xfrm>
                  <a:custGeom>
                    <a:avLst/>
                    <a:gdLst/>
                    <a:ahLst/>
                    <a:cxnLst/>
                    <a:rect l="l" t="t" r="r" b="b"/>
                    <a:pathLst>
                      <a:path w="36648" h="1" fill="none" extrusionOk="0">
                        <a:moveTo>
                          <a:pt x="36648" y="0"/>
                        </a:moveTo>
                        <a:lnTo>
                          <a:pt x="1" y="0"/>
                        </a:lnTo>
                      </a:path>
                    </a:pathLst>
                  </a:custGeom>
                  <a:noFill/>
                  <a:ln w="9525" cap="rnd" cmpd="sng">
                    <a:solidFill>
                      <a:srgbClr val="CFD9E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90" name="Google Shape;4590;p61"/>
                  <p:cNvSpPr/>
                  <p:nvPr/>
                </p:nvSpPr>
                <p:spPr>
                  <a:xfrm>
                    <a:off x="983648" y="4185661"/>
                    <a:ext cx="177893" cy="102736"/>
                  </a:xfrm>
                  <a:custGeom>
                    <a:avLst/>
                    <a:gdLst/>
                    <a:ahLst/>
                    <a:cxnLst/>
                    <a:rect l="l" t="t" r="r" b="b"/>
                    <a:pathLst>
                      <a:path w="37119" h="21448" extrusionOk="0">
                        <a:moveTo>
                          <a:pt x="4951" y="1"/>
                        </a:moveTo>
                        <a:cubicBezTo>
                          <a:pt x="2219" y="1"/>
                          <a:pt x="1" y="2679"/>
                          <a:pt x="1" y="5984"/>
                        </a:cubicBezTo>
                        <a:lnTo>
                          <a:pt x="1" y="15461"/>
                        </a:lnTo>
                        <a:cubicBezTo>
                          <a:pt x="1" y="18766"/>
                          <a:pt x="2219" y="21447"/>
                          <a:pt x="4951" y="21447"/>
                        </a:cubicBezTo>
                        <a:lnTo>
                          <a:pt x="32172" y="21447"/>
                        </a:lnTo>
                        <a:cubicBezTo>
                          <a:pt x="34904" y="21447"/>
                          <a:pt x="37119" y="18766"/>
                          <a:pt x="37119" y="15461"/>
                        </a:cubicBezTo>
                        <a:lnTo>
                          <a:pt x="37119" y="5984"/>
                        </a:lnTo>
                        <a:cubicBezTo>
                          <a:pt x="37119" y="2679"/>
                          <a:pt x="34904" y="1"/>
                          <a:pt x="32172" y="1"/>
                        </a:cubicBezTo>
                        <a:close/>
                      </a:path>
                    </a:pathLst>
                  </a:custGeom>
                  <a:solidFill>
                    <a:srgbClr val="E4E9ED"/>
                  </a:solidFill>
                  <a:ln w="9525" cap="flat" cmpd="sng">
                    <a:solidFill>
                      <a:srgbClr val="CFD9E0"/>
                    </a:solidFill>
                    <a:prstDash val="solid"/>
                    <a:miter lim="3647"/>
                    <a:headEnd type="none" w="sm" len="sm"/>
                    <a:tailEnd type="none" w="sm" len="sm"/>
                  </a:ln>
                </p:spPr>
                <p:txBody>
                  <a:bodyPr spcFirstLastPara="1" wrap="square" lIns="121900" tIns="121900" rIns="121900" bIns="121900" anchor="ctr" anchorCtr="0">
                    <a:noAutofit/>
                  </a:bodyPr>
                  <a:lstStyle/>
                  <a:p>
                    <a:endParaRPr sz="2400"/>
                  </a:p>
                </p:txBody>
              </p:sp>
              <p:sp>
                <p:nvSpPr>
                  <p:cNvPr id="4591" name="Google Shape;4591;p61"/>
                  <p:cNvSpPr/>
                  <p:nvPr/>
                </p:nvSpPr>
                <p:spPr>
                  <a:xfrm>
                    <a:off x="785350" y="4224370"/>
                    <a:ext cx="26646" cy="25631"/>
                  </a:xfrm>
                  <a:custGeom>
                    <a:avLst/>
                    <a:gdLst/>
                    <a:ahLst/>
                    <a:cxnLst/>
                    <a:rect l="l" t="t" r="r" b="b"/>
                    <a:pathLst>
                      <a:path w="5560" h="5351" extrusionOk="0">
                        <a:moveTo>
                          <a:pt x="2674" y="0"/>
                        </a:moveTo>
                        <a:cubicBezTo>
                          <a:pt x="2328" y="0"/>
                          <a:pt x="1980" y="67"/>
                          <a:pt x="1649" y="203"/>
                        </a:cubicBezTo>
                        <a:cubicBezTo>
                          <a:pt x="650" y="619"/>
                          <a:pt x="0" y="1593"/>
                          <a:pt x="0" y="2677"/>
                        </a:cubicBezTo>
                        <a:cubicBezTo>
                          <a:pt x="0" y="4150"/>
                          <a:pt x="1197" y="5351"/>
                          <a:pt x="2674" y="5351"/>
                        </a:cubicBezTo>
                        <a:cubicBezTo>
                          <a:pt x="3754" y="5351"/>
                          <a:pt x="4732" y="4698"/>
                          <a:pt x="5144" y="3698"/>
                        </a:cubicBezTo>
                        <a:cubicBezTo>
                          <a:pt x="5560" y="2699"/>
                          <a:pt x="5330" y="1550"/>
                          <a:pt x="4568" y="783"/>
                        </a:cubicBezTo>
                        <a:cubicBezTo>
                          <a:pt x="4055" y="271"/>
                          <a:pt x="3370" y="0"/>
                          <a:pt x="2674" y="0"/>
                        </a:cubicBezTo>
                        <a:close/>
                      </a:path>
                    </a:pathLst>
                  </a:custGeom>
                  <a:solidFill>
                    <a:srgbClr val="E4E9ED"/>
                  </a:solidFill>
                  <a:ln>
                    <a:noFill/>
                  </a:ln>
                </p:spPr>
                <p:txBody>
                  <a:bodyPr spcFirstLastPara="1" wrap="square" lIns="121900" tIns="121900" rIns="121900" bIns="121900" anchor="ctr" anchorCtr="0">
                    <a:noAutofit/>
                  </a:bodyPr>
                  <a:lstStyle/>
                  <a:p>
                    <a:endParaRPr sz="2400"/>
                  </a:p>
                </p:txBody>
              </p:sp>
            </p:grpSp>
          </p:grpSp>
          <p:grpSp>
            <p:nvGrpSpPr>
              <p:cNvPr id="4592" name="Google Shape;4592;p61"/>
              <p:cNvGrpSpPr/>
              <p:nvPr/>
            </p:nvGrpSpPr>
            <p:grpSpPr>
              <a:xfrm>
                <a:off x="1501054" y="3605478"/>
                <a:ext cx="526340" cy="249240"/>
                <a:chOff x="1501054" y="3605478"/>
                <a:chExt cx="526340" cy="249240"/>
              </a:xfrm>
            </p:grpSpPr>
            <p:grpSp>
              <p:nvGrpSpPr>
                <p:cNvPr id="4593" name="Google Shape;4593;p61"/>
                <p:cNvGrpSpPr/>
                <p:nvPr/>
              </p:nvGrpSpPr>
              <p:grpSpPr>
                <a:xfrm>
                  <a:off x="1834208" y="3643867"/>
                  <a:ext cx="193185" cy="25622"/>
                  <a:chOff x="1834208" y="3643867"/>
                  <a:chExt cx="193185" cy="25622"/>
                </a:xfrm>
              </p:grpSpPr>
              <p:sp>
                <p:nvSpPr>
                  <p:cNvPr id="4594" name="Google Shape;4594;p61"/>
                  <p:cNvSpPr/>
                  <p:nvPr/>
                </p:nvSpPr>
                <p:spPr>
                  <a:xfrm>
                    <a:off x="1834208" y="3655851"/>
                    <a:ext cx="167541" cy="5"/>
                  </a:xfrm>
                  <a:custGeom>
                    <a:avLst/>
                    <a:gdLst/>
                    <a:ahLst/>
                    <a:cxnLst/>
                    <a:rect l="l" t="t" r="r" b="b"/>
                    <a:pathLst>
                      <a:path w="34959" h="1" fill="none" extrusionOk="0">
                        <a:moveTo>
                          <a:pt x="1" y="1"/>
                        </a:moveTo>
                        <a:lnTo>
                          <a:pt x="34959" y="1"/>
                        </a:lnTo>
                      </a:path>
                    </a:pathLst>
                  </a:custGeom>
                  <a:noFill/>
                  <a:ln w="9525" cap="rnd" cmpd="sng">
                    <a:solidFill>
                      <a:srgbClr val="CFD9E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95" name="Google Shape;4595;p61"/>
                  <p:cNvSpPr/>
                  <p:nvPr/>
                </p:nvSpPr>
                <p:spPr>
                  <a:xfrm>
                    <a:off x="2000728" y="3643867"/>
                    <a:ext cx="26665" cy="25622"/>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grpSp>
              <p:nvGrpSpPr>
                <p:cNvPr id="4596" name="Google Shape;4596;p61"/>
                <p:cNvGrpSpPr/>
                <p:nvPr/>
              </p:nvGrpSpPr>
              <p:grpSpPr>
                <a:xfrm>
                  <a:off x="1501054" y="3605478"/>
                  <a:ext cx="333165" cy="249240"/>
                  <a:chOff x="1501054" y="3605478"/>
                  <a:chExt cx="333165" cy="249240"/>
                </a:xfrm>
              </p:grpSpPr>
              <p:sp>
                <p:nvSpPr>
                  <p:cNvPr id="4597" name="Google Shape;4597;p61"/>
                  <p:cNvSpPr/>
                  <p:nvPr/>
                </p:nvSpPr>
                <p:spPr>
                  <a:xfrm>
                    <a:off x="1656330" y="3605478"/>
                    <a:ext cx="177888" cy="102736"/>
                  </a:xfrm>
                  <a:custGeom>
                    <a:avLst/>
                    <a:gdLst/>
                    <a:ahLst/>
                    <a:cxnLst/>
                    <a:rect l="l" t="t" r="r" b="b"/>
                    <a:pathLst>
                      <a:path w="37118" h="21448" extrusionOk="0">
                        <a:moveTo>
                          <a:pt x="4947" y="1"/>
                        </a:moveTo>
                        <a:cubicBezTo>
                          <a:pt x="2214" y="1"/>
                          <a:pt x="0" y="2682"/>
                          <a:pt x="0" y="5987"/>
                        </a:cubicBezTo>
                        <a:lnTo>
                          <a:pt x="0" y="15464"/>
                        </a:lnTo>
                        <a:cubicBezTo>
                          <a:pt x="0" y="18769"/>
                          <a:pt x="2214" y="21447"/>
                          <a:pt x="4950" y="21447"/>
                        </a:cubicBezTo>
                        <a:lnTo>
                          <a:pt x="32168" y="21447"/>
                        </a:lnTo>
                        <a:cubicBezTo>
                          <a:pt x="34900" y="21447"/>
                          <a:pt x="37118" y="18769"/>
                          <a:pt x="37118" y="15464"/>
                        </a:cubicBezTo>
                        <a:lnTo>
                          <a:pt x="37118" y="5987"/>
                        </a:lnTo>
                        <a:cubicBezTo>
                          <a:pt x="37118" y="2682"/>
                          <a:pt x="34900" y="1"/>
                          <a:pt x="32168" y="1"/>
                        </a:cubicBezTo>
                        <a:close/>
                      </a:path>
                    </a:pathLst>
                  </a:custGeom>
                  <a:solidFill>
                    <a:srgbClr val="A5B7C5"/>
                  </a:solidFill>
                  <a:ln w="9525" cap="flat" cmpd="sng">
                    <a:solidFill>
                      <a:srgbClr val="CFD9E0"/>
                    </a:solidFill>
                    <a:prstDash val="solid"/>
                    <a:miter lim="3647"/>
                    <a:headEnd type="none" w="sm" len="sm"/>
                    <a:tailEnd type="none" w="sm" len="sm"/>
                  </a:ln>
                </p:spPr>
                <p:txBody>
                  <a:bodyPr spcFirstLastPara="1" wrap="square" lIns="121900" tIns="121900" rIns="121900" bIns="121900" anchor="ctr" anchorCtr="0">
                    <a:noAutofit/>
                  </a:bodyPr>
                  <a:lstStyle/>
                  <a:p>
                    <a:endParaRPr sz="2400"/>
                  </a:p>
                </p:txBody>
              </p:sp>
              <p:grpSp>
                <p:nvGrpSpPr>
                  <p:cNvPr id="4598" name="Google Shape;4598;p61"/>
                  <p:cNvGrpSpPr/>
                  <p:nvPr/>
                </p:nvGrpSpPr>
                <p:grpSpPr>
                  <a:xfrm>
                    <a:off x="1501054" y="3655851"/>
                    <a:ext cx="155286" cy="198867"/>
                    <a:chOff x="1501054" y="3655851"/>
                    <a:chExt cx="155286" cy="198867"/>
                  </a:xfrm>
                </p:grpSpPr>
                <p:sp>
                  <p:nvSpPr>
                    <p:cNvPr id="4599" name="Google Shape;4599;p61"/>
                    <p:cNvSpPr/>
                    <p:nvPr/>
                  </p:nvSpPr>
                  <p:spPr>
                    <a:xfrm>
                      <a:off x="1516351" y="3655851"/>
                      <a:ext cx="139989" cy="186082"/>
                    </a:xfrm>
                    <a:custGeom>
                      <a:avLst/>
                      <a:gdLst/>
                      <a:ahLst/>
                      <a:cxnLst/>
                      <a:rect l="l" t="t" r="r" b="b"/>
                      <a:pathLst>
                        <a:path w="29210" h="38848" fill="none" extrusionOk="0">
                          <a:moveTo>
                            <a:pt x="29209" y="1"/>
                          </a:moveTo>
                          <a:lnTo>
                            <a:pt x="17922" y="1"/>
                          </a:lnTo>
                          <a:cubicBezTo>
                            <a:pt x="14829" y="1"/>
                            <a:pt x="14209" y="3466"/>
                            <a:pt x="14209" y="3466"/>
                          </a:cubicBezTo>
                          <a:lnTo>
                            <a:pt x="14209" y="26448"/>
                          </a:lnTo>
                          <a:lnTo>
                            <a:pt x="0" y="26448"/>
                          </a:lnTo>
                          <a:lnTo>
                            <a:pt x="0" y="38848"/>
                          </a:lnTo>
                        </a:path>
                      </a:pathLst>
                    </a:custGeom>
                    <a:noFill/>
                    <a:ln w="9525" cap="rnd" cmpd="sng">
                      <a:solidFill>
                        <a:srgbClr val="CFD9E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600" name="Google Shape;4600;p61"/>
                    <p:cNvSpPr/>
                    <p:nvPr/>
                  </p:nvSpPr>
                  <p:spPr>
                    <a:xfrm>
                      <a:off x="1501054" y="3829092"/>
                      <a:ext cx="26646" cy="25626"/>
                    </a:xfrm>
                    <a:custGeom>
                      <a:avLst/>
                      <a:gdLst/>
                      <a:ahLst/>
                      <a:cxnLst/>
                      <a:rect l="l" t="t" r="r" b="b"/>
                      <a:pathLst>
                        <a:path w="5560" h="5350" extrusionOk="0">
                          <a:moveTo>
                            <a:pt x="2886" y="0"/>
                          </a:moveTo>
                          <a:cubicBezTo>
                            <a:pt x="1806" y="0"/>
                            <a:pt x="828" y="653"/>
                            <a:pt x="416" y="1653"/>
                          </a:cubicBezTo>
                          <a:cubicBezTo>
                            <a:pt x="0" y="2652"/>
                            <a:pt x="230" y="3801"/>
                            <a:pt x="996" y="4567"/>
                          </a:cubicBezTo>
                          <a:cubicBezTo>
                            <a:pt x="1507" y="5078"/>
                            <a:pt x="2192" y="5350"/>
                            <a:pt x="2890" y="5350"/>
                          </a:cubicBezTo>
                          <a:cubicBezTo>
                            <a:pt x="3234" y="5350"/>
                            <a:pt x="3581" y="5283"/>
                            <a:pt x="3911" y="5147"/>
                          </a:cubicBezTo>
                          <a:cubicBezTo>
                            <a:pt x="4910" y="4731"/>
                            <a:pt x="5560" y="3757"/>
                            <a:pt x="5560" y="2678"/>
                          </a:cubicBezTo>
                          <a:cubicBezTo>
                            <a:pt x="5560" y="1200"/>
                            <a:pt x="4363" y="0"/>
                            <a:pt x="2886"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grpSp>
            </p:grpSp>
          </p:grpSp>
          <p:grpSp>
            <p:nvGrpSpPr>
              <p:cNvPr id="4601" name="Google Shape;4601;p61"/>
              <p:cNvGrpSpPr/>
              <p:nvPr/>
            </p:nvGrpSpPr>
            <p:grpSpPr>
              <a:xfrm>
                <a:off x="724986" y="3800594"/>
                <a:ext cx="532950" cy="302090"/>
                <a:chOff x="724986" y="3800594"/>
                <a:chExt cx="532950" cy="302090"/>
              </a:xfrm>
            </p:grpSpPr>
            <p:grpSp>
              <p:nvGrpSpPr>
                <p:cNvPr id="4602" name="Google Shape;4602;p61"/>
                <p:cNvGrpSpPr/>
                <p:nvPr/>
              </p:nvGrpSpPr>
              <p:grpSpPr>
                <a:xfrm>
                  <a:off x="724986" y="4044367"/>
                  <a:ext cx="181314" cy="25626"/>
                  <a:chOff x="724986" y="4044367"/>
                  <a:chExt cx="181314" cy="25626"/>
                </a:xfrm>
              </p:grpSpPr>
              <p:sp>
                <p:nvSpPr>
                  <p:cNvPr id="4603" name="Google Shape;4603;p61"/>
                  <p:cNvSpPr/>
                  <p:nvPr/>
                </p:nvSpPr>
                <p:spPr>
                  <a:xfrm>
                    <a:off x="746695" y="4059966"/>
                    <a:ext cx="159605" cy="5"/>
                  </a:xfrm>
                  <a:custGeom>
                    <a:avLst/>
                    <a:gdLst/>
                    <a:ahLst/>
                    <a:cxnLst/>
                    <a:rect l="l" t="t" r="r" b="b"/>
                    <a:pathLst>
                      <a:path w="33303" h="1" fill="none" extrusionOk="0">
                        <a:moveTo>
                          <a:pt x="1" y="1"/>
                        </a:moveTo>
                        <a:lnTo>
                          <a:pt x="33303" y="1"/>
                        </a:lnTo>
                      </a:path>
                    </a:pathLst>
                  </a:custGeom>
                  <a:noFill/>
                  <a:ln w="9525" cap="rnd" cmpd="sng">
                    <a:solidFill>
                      <a:srgbClr val="CFD9E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604" name="Google Shape;4604;p61"/>
                  <p:cNvSpPr/>
                  <p:nvPr/>
                </p:nvSpPr>
                <p:spPr>
                  <a:xfrm>
                    <a:off x="724986" y="4044367"/>
                    <a:ext cx="26646" cy="25626"/>
                  </a:xfrm>
                  <a:custGeom>
                    <a:avLst/>
                    <a:gdLst/>
                    <a:ahLst/>
                    <a:cxnLst/>
                    <a:rect l="l" t="t" r="r" b="b"/>
                    <a:pathLst>
                      <a:path w="5560" h="5350" extrusionOk="0">
                        <a:moveTo>
                          <a:pt x="2674" y="0"/>
                        </a:moveTo>
                        <a:cubicBezTo>
                          <a:pt x="1197" y="0"/>
                          <a:pt x="0" y="1197"/>
                          <a:pt x="0" y="2674"/>
                        </a:cubicBezTo>
                        <a:cubicBezTo>
                          <a:pt x="0" y="3758"/>
                          <a:pt x="653" y="4732"/>
                          <a:pt x="1653" y="5147"/>
                        </a:cubicBezTo>
                        <a:cubicBezTo>
                          <a:pt x="1983" y="5284"/>
                          <a:pt x="2329" y="5350"/>
                          <a:pt x="2673" y="5350"/>
                        </a:cubicBezTo>
                        <a:cubicBezTo>
                          <a:pt x="3369" y="5350"/>
                          <a:pt x="4054" y="5078"/>
                          <a:pt x="4567" y="4567"/>
                        </a:cubicBezTo>
                        <a:cubicBezTo>
                          <a:pt x="5330" y="3801"/>
                          <a:pt x="5559" y="2649"/>
                          <a:pt x="5147" y="1653"/>
                        </a:cubicBezTo>
                        <a:cubicBezTo>
                          <a:pt x="4731" y="653"/>
                          <a:pt x="3757" y="0"/>
                          <a:pt x="2674"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grpSp>
            <p:grpSp>
              <p:nvGrpSpPr>
                <p:cNvPr id="4605" name="Google Shape;4605;p61"/>
                <p:cNvGrpSpPr/>
                <p:nvPr/>
              </p:nvGrpSpPr>
              <p:grpSpPr>
                <a:xfrm>
                  <a:off x="906290" y="3800594"/>
                  <a:ext cx="351646" cy="302090"/>
                  <a:chOff x="906290" y="3800594"/>
                  <a:chExt cx="351646" cy="302090"/>
                </a:xfrm>
              </p:grpSpPr>
              <p:grpSp>
                <p:nvGrpSpPr>
                  <p:cNvPr id="4606" name="Google Shape;4606;p61"/>
                  <p:cNvGrpSpPr/>
                  <p:nvPr/>
                </p:nvGrpSpPr>
                <p:grpSpPr>
                  <a:xfrm>
                    <a:off x="1084172" y="3842857"/>
                    <a:ext cx="173764" cy="217131"/>
                    <a:chOff x="1084172" y="3842857"/>
                    <a:chExt cx="173764" cy="217131"/>
                  </a:xfrm>
                </p:grpSpPr>
                <p:grpSp>
                  <p:nvGrpSpPr>
                    <p:cNvPr id="4607" name="Google Shape;4607;p61"/>
                    <p:cNvGrpSpPr/>
                    <p:nvPr/>
                  </p:nvGrpSpPr>
                  <p:grpSpPr>
                    <a:xfrm>
                      <a:off x="1156862" y="3936509"/>
                      <a:ext cx="101073" cy="25622"/>
                      <a:chOff x="1156862" y="3936509"/>
                      <a:chExt cx="101073" cy="25622"/>
                    </a:xfrm>
                  </p:grpSpPr>
                  <p:sp>
                    <p:nvSpPr>
                      <p:cNvPr id="4608" name="Google Shape;4608;p61"/>
                      <p:cNvSpPr/>
                      <p:nvPr/>
                    </p:nvSpPr>
                    <p:spPr>
                      <a:xfrm>
                        <a:off x="1156862" y="3936509"/>
                        <a:ext cx="26651" cy="25622"/>
                      </a:xfrm>
                      <a:custGeom>
                        <a:avLst/>
                        <a:gdLst/>
                        <a:ahLst/>
                        <a:cxnLst/>
                        <a:rect l="l" t="t" r="r" b="b"/>
                        <a:pathLst>
                          <a:path w="5561" h="5349" extrusionOk="0">
                            <a:moveTo>
                              <a:pt x="2886" y="1"/>
                            </a:moveTo>
                            <a:cubicBezTo>
                              <a:pt x="1803" y="1"/>
                              <a:pt x="829" y="650"/>
                              <a:pt x="413" y="1649"/>
                            </a:cubicBezTo>
                            <a:cubicBezTo>
                              <a:pt x="1" y="2649"/>
                              <a:pt x="227" y="3798"/>
                              <a:pt x="993" y="4564"/>
                            </a:cubicBezTo>
                            <a:cubicBezTo>
                              <a:pt x="1505" y="5076"/>
                              <a:pt x="2189" y="5349"/>
                              <a:pt x="2884" y="5349"/>
                            </a:cubicBezTo>
                            <a:cubicBezTo>
                              <a:pt x="3229" y="5349"/>
                              <a:pt x="3576" y="5282"/>
                              <a:pt x="3908" y="5144"/>
                            </a:cubicBezTo>
                            <a:cubicBezTo>
                              <a:pt x="4907" y="4732"/>
                              <a:pt x="5560" y="3758"/>
                              <a:pt x="5560" y="2674"/>
                            </a:cubicBezTo>
                            <a:cubicBezTo>
                              <a:pt x="5560" y="1197"/>
                              <a:pt x="4364" y="1"/>
                              <a:pt x="2886"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609" name="Google Shape;4609;p61"/>
                      <p:cNvSpPr/>
                      <p:nvPr/>
                    </p:nvSpPr>
                    <p:spPr>
                      <a:xfrm>
                        <a:off x="1173592" y="3951414"/>
                        <a:ext cx="84343" cy="5"/>
                      </a:xfrm>
                      <a:custGeom>
                        <a:avLst/>
                        <a:gdLst/>
                        <a:ahLst/>
                        <a:cxnLst/>
                        <a:rect l="l" t="t" r="r" b="b"/>
                        <a:pathLst>
                          <a:path w="17599" h="1" fill="none" extrusionOk="0">
                            <a:moveTo>
                              <a:pt x="17598" y="0"/>
                            </a:moveTo>
                            <a:lnTo>
                              <a:pt x="1" y="0"/>
                            </a:lnTo>
                          </a:path>
                        </a:pathLst>
                      </a:custGeom>
                      <a:noFill/>
                      <a:ln w="9525" cap="rnd" cmpd="sng">
                        <a:solidFill>
                          <a:srgbClr val="CFD9E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sp>
                  <p:nvSpPr>
                    <p:cNvPr id="4610" name="Google Shape;4610;p61"/>
                    <p:cNvSpPr/>
                    <p:nvPr/>
                  </p:nvSpPr>
                  <p:spPr>
                    <a:xfrm>
                      <a:off x="1084172" y="3842857"/>
                      <a:ext cx="86476" cy="217131"/>
                    </a:xfrm>
                    <a:custGeom>
                      <a:avLst/>
                      <a:gdLst/>
                      <a:ahLst/>
                      <a:cxnLst/>
                      <a:rect l="l" t="t" r="r" b="b"/>
                      <a:pathLst>
                        <a:path w="18044" h="45330" fill="none" extrusionOk="0">
                          <a:moveTo>
                            <a:pt x="0" y="45330"/>
                          </a:moveTo>
                          <a:lnTo>
                            <a:pt x="12418" y="45330"/>
                          </a:lnTo>
                          <a:cubicBezTo>
                            <a:pt x="15150" y="45330"/>
                            <a:pt x="18043" y="42619"/>
                            <a:pt x="18043" y="35634"/>
                          </a:cubicBezTo>
                          <a:lnTo>
                            <a:pt x="18043" y="9697"/>
                          </a:lnTo>
                          <a:cubicBezTo>
                            <a:pt x="18043" y="2711"/>
                            <a:pt x="15150" y="1"/>
                            <a:pt x="12418" y="1"/>
                          </a:cubicBezTo>
                          <a:lnTo>
                            <a:pt x="1715" y="1"/>
                          </a:lnTo>
                        </a:path>
                      </a:pathLst>
                    </a:custGeom>
                    <a:noFill/>
                    <a:ln w="9525" cap="rnd" cmpd="sng">
                      <a:solidFill>
                        <a:srgbClr val="CFD9E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sp>
                <p:nvSpPr>
                  <p:cNvPr id="4611" name="Google Shape;4611;p61"/>
                  <p:cNvSpPr/>
                  <p:nvPr/>
                </p:nvSpPr>
                <p:spPr>
                  <a:xfrm>
                    <a:off x="906290" y="3999967"/>
                    <a:ext cx="177893" cy="102717"/>
                  </a:xfrm>
                  <a:custGeom>
                    <a:avLst/>
                    <a:gdLst/>
                    <a:ahLst/>
                    <a:cxnLst/>
                    <a:rect l="l" t="t" r="r" b="b"/>
                    <a:pathLst>
                      <a:path w="37119" h="21444" extrusionOk="0">
                        <a:moveTo>
                          <a:pt x="4947" y="1"/>
                        </a:moveTo>
                        <a:cubicBezTo>
                          <a:pt x="2215" y="1"/>
                          <a:pt x="1" y="2678"/>
                          <a:pt x="1" y="5983"/>
                        </a:cubicBezTo>
                        <a:lnTo>
                          <a:pt x="1" y="15461"/>
                        </a:lnTo>
                        <a:cubicBezTo>
                          <a:pt x="1" y="18766"/>
                          <a:pt x="2215" y="21443"/>
                          <a:pt x="4947" y="21443"/>
                        </a:cubicBezTo>
                        <a:lnTo>
                          <a:pt x="32168" y="21443"/>
                        </a:lnTo>
                        <a:cubicBezTo>
                          <a:pt x="34901" y="21443"/>
                          <a:pt x="37118" y="18766"/>
                          <a:pt x="37118" y="15461"/>
                        </a:cubicBezTo>
                        <a:lnTo>
                          <a:pt x="37118" y="5983"/>
                        </a:lnTo>
                        <a:cubicBezTo>
                          <a:pt x="37118" y="2678"/>
                          <a:pt x="34901" y="1"/>
                          <a:pt x="32168" y="1"/>
                        </a:cubicBezTo>
                        <a:close/>
                      </a:path>
                    </a:pathLst>
                  </a:custGeom>
                  <a:solidFill>
                    <a:srgbClr val="667E92"/>
                  </a:solidFill>
                  <a:ln w="9525" cap="flat" cmpd="sng">
                    <a:solidFill>
                      <a:srgbClr val="CFD9E0"/>
                    </a:solidFill>
                    <a:prstDash val="solid"/>
                    <a:miter lim="3647"/>
                    <a:headEnd type="none" w="sm" len="sm"/>
                    <a:tailEnd type="none" w="sm" len="sm"/>
                  </a:ln>
                </p:spPr>
                <p:txBody>
                  <a:bodyPr spcFirstLastPara="1" wrap="square" lIns="121900" tIns="121900" rIns="121900" bIns="121900" anchor="ctr" anchorCtr="0">
                    <a:noAutofit/>
                  </a:bodyPr>
                  <a:lstStyle/>
                  <a:p>
                    <a:endParaRPr sz="2400"/>
                  </a:p>
                </p:txBody>
              </p:sp>
              <p:sp>
                <p:nvSpPr>
                  <p:cNvPr id="4612" name="Google Shape;4612;p61"/>
                  <p:cNvSpPr/>
                  <p:nvPr/>
                </p:nvSpPr>
                <p:spPr>
                  <a:xfrm>
                    <a:off x="914509" y="3800594"/>
                    <a:ext cx="177888" cy="102731"/>
                  </a:xfrm>
                  <a:custGeom>
                    <a:avLst/>
                    <a:gdLst/>
                    <a:ahLst/>
                    <a:cxnLst/>
                    <a:rect l="l" t="t" r="r" b="b"/>
                    <a:pathLst>
                      <a:path w="37118" h="21447" extrusionOk="0">
                        <a:moveTo>
                          <a:pt x="4951" y="0"/>
                        </a:moveTo>
                        <a:cubicBezTo>
                          <a:pt x="2218" y="0"/>
                          <a:pt x="0" y="2678"/>
                          <a:pt x="0" y="5983"/>
                        </a:cubicBezTo>
                        <a:lnTo>
                          <a:pt x="0" y="15460"/>
                        </a:lnTo>
                        <a:cubicBezTo>
                          <a:pt x="0" y="18765"/>
                          <a:pt x="2215" y="21446"/>
                          <a:pt x="4951" y="21446"/>
                        </a:cubicBezTo>
                        <a:lnTo>
                          <a:pt x="32168" y="21446"/>
                        </a:lnTo>
                        <a:cubicBezTo>
                          <a:pt x="34900" y="21446"/>
                          <a:pt x="37118" y="18765"/>
                          <a:pt x="37118" y="15460"/>
                        </a:cubicBezTo>
                        <a:lnTo>
                          <a:pt x="37118" y="5983"/>
                        </a:lnTo>
                        <a:cubicBezTo>
                          <a:pt x="37118" y="2678"/>
                          <a:pt x="34900" y="0"/>
                          <a:pt x="32168" y="0"/>
                        </a:cubicBezTo>
                        <a:close/>
                      </a:path>
                    </a:pathLst>
                  </a:custGeom>
                  <a:solidFill>
                    <a:srgbClr val="E6EBEF"/>
                  </a:solidFill>
                  <a:ln w="9525" cap="flat" cmpd="sng">
                    <a:solidFill>
                      <a:srgbClr val="CFD9E0"/>
                    </a:solidFill>
                    <a:prstDash val="solid"/>
                    <a:miter lim="3647"/>
                    <a:headEnd type="none" w="sm" len="sm"/>
                    <a:tailEnd type="none" w="sm" len="sm"/>
                  </a:ln>
                </p:spPr>
                <p:txBody>
                  <a:bodyPr spcFirstLastPara="1" wrap="square" lIns="121900" tIns="121900" rIns="121900" bIns="121900" anchor="ctr" anchorCtr="0">
                    <a:noAutofit/>
                  </a:bodyPr>
                  <a:lstStyle/>
                  <a:p>
                    <a:endParaRPr sz="2400"/>
                  </a:p>
                </p:txBody>
              </p:sp>
            </p:grpSp>
            <p:grpSp>
              <p:nvGrpSpPr>
                <p:cNvPr id="4613" name="Google Shape;4613;p61"/>
                <p:cNvGrpSpPr/>
                <p:nvPr/>
              </p:nvGrpSpPr>
              <p:grpSpPr>
                <a:xfrm>
                  <a:off x="724986" y="3830189"/>
                  <a:ext cx="189533" cy="25626"/>
                  <a:chOff x="724986" y="3830189"/>
                  <a:chExt cx="189533" cy="25626"/>
                </a:xfrm>
              </p:grpSpPr>
              <p:sp>
                <p:nvSpPr>
                  <p:cNvPr id="4614" name="Google Shape;4614;p61"/>
                  <p:cNvSpPr/>
                  <p:nvPr/>
                </p:nvSpPr>
                <p:spPr>
                  <a:xfrm>
                    <a:off x="724986" y="3830189"/>
                    <a:ext cx="26646" cy="25626"/>
                  </a:xfrm>
                  <a:custGeom>
                    <a:avLst/>
                    <a:gdLst/>
                    <a:ahLst/>
                    <a:cxnLst/>
                    <a:rect l="l" t="t" r="r" b="b"/>
                    <a:pathLst>
                      <a:path w="5560" h="5350" extrusionOk="0">
                        <a:moveTo>
                          <a:pt x="2674" y="1"/>
                        </a:moveTo>
                        <a:cubicBezTo>
                          <a:pt x="1197" y="1"/>
                          <a:pt x="0" y="1197"/>
                          <a:pt x="0" y="2675"/>
                        </a:cubicBezTo>
                        <a:cubicBezTo>
                          <a:pt x="0" y="3758"/>
                          <a:pt x="653" y="4732"/>
                          <a:pt x="1653" y="5144"/>
                        </a:cubicBezTo>
                        <a:cubicBezTo>
                          <a:pt x="1984" y="5282"/>
                          <a:pt x="2331" y="5349"/>
                          <a:pt x="2676" y="5349"/>
                        </a:cubicBezTo>
                        <a:cubicBezTo>
                          <a:pt x="3371" y="5349"/>
                          <a:pt x="4055" y="5077"/>
                          <a:pt x="4567" y="4564"/>
                        </a:cubicBezTo>
                        <a:cubicBezTo>
                          <a:pt x="5330" y="3802"/>
                          <a:pt x="5559" y="2649"/>
                          <a:pt x="5147" y="1650"/>
                        </a:cubicBezTo>
                        <a:cubicBezTo>
                          <a:pt x="4731" y="650"/>
                          <a:pt x="3757" y="1"/>
                          <a:pt x="2674" y="1"/>
                        </a:cubicBezTo>
                        <a:close/>
                      </a:path>
                    </a:pathLst>
                  </a:custGeom>
                  <a:solidFill>
                    <a:srgbClr val="E6EBEF"/>
                  </a:solidFill>
                  <a:ln>
                    <a:noFill/>
                  </a:ln>
                </p:spPr>
                <p:txBody>
                  <a:bodyPr spcFirstLastPara="1" wrap="square" lIns="121900" tIns="121900" rIns="121900" bIns="121900" anchor="ctr" anchorCtr="0">
                    <a:noAutofit/>
                  </a:bodyPr>
                  <a:lstStyle/>
                  <a:p>
                    <a:endParaRPr sz="2400"/>
                  </a:p>
                </p:txBody>
              </p:sp>
              <p:sp>
                <p:nvSpPr>
                  <p:cNvPr id="4615" name="Google Shape;4615;p61"/>
                  <p:cNvSpPr/>
                  <p:nvPr/>
                </p:nvSpPr>
                <p:spPr>
                  <a:xfrm>
                    <a:off x="746695" y="3842838"/>
                    <a:ext cx="167824" cy="5"/>
                  </a:xfrm>
                  <a:custGeom>
                    <a:avLst/>
                    <a:gdLst/>
                    <a:ahLst/>
                    <a:cxnLst/>
                    <a:rect l="l" t="t" r="r" b="b"/>
                    <a:pathLst>
                      <a:path w="35018" h="1" fill="none" extrusionOk="0">
                        <a:moveTo>
                          <a:pt x="35017" y="1"/>
                        </a:moveTo>
                        <a:lnTo>
                          <a:pt x="1" y="1"/>
                        </a:lnTo>
                      </a:path>
                    </a:pathLst>
                  </a:custGeom>
                  <a:noFill/>
                  <a:ln w="9525" cap="rnd" cmpd="sng">
                    <a:solidFill>
                      <a:srgbClr val="CFD9E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grpSp>
      </p:grpSp>
      <p:grpSp>
        <p:nvGrpSpPr>
          <p:cNvPr id="4616" name="Google Shape;4616;p61"/>
          <p:cNvGrpSpPr/>
          <p:nvPr/>
        </p:nvGrpSpPr>
        <p:grpSpPr>
          <a:xfrm>
            <a:off x="3004398" y="3274187"/>
            <a:ext cx="1264935" cy="1247171"/>
            <a:chOff x="2253298" y="2428317"/>
            <a:chExt cx="948701" cy="935378"/>
          </a:xfrm>
        </p:grpSpPr>
        <p:sp>
          <p:nvSpPr>
            <p:cNvPr id="4617" name="Google Shape;4617;p61"/>
            <p:cNvSpPr/>
            <p:nvPr/>
          </p:nvSpPr>
          <p:spPr>
            <a:xfrm>
              <a:off x="2418065" y="2799334"/>
              <a:ext cx="619167" cy="193359"/>
            </a:xfrm>
            <a:custGeom>
              <a:avLst/>
              <a:gdLst/>
              <a:ahLst/>
              <a:cxnLst/>
              <a:rect l="l" t="t" r="r" b="b"/>
              <a:pathLst>
                <a:path w="116549" h="36397" extrusionOk="0">
                  <a:moveTo>
                    <a:pt x="18199" y="1"/>
                  </a:moveTo>
                  <a:cubicBezTo>
                    <a:pt x="8148" y="1"/>
                    <a:pt x="1" y="8148"/>
                    <a:pt x="1" y="18198"/>
                  </a:cubicBezTo>
                  <a:cubicBezTo>
                    <a:pt x="1" y="28249"/>
                    <a:pt x="8148" y="36396"/>
                    <a:pt x="18199" y="36396"/>
                  </a:cubicBezTo>
                  <a:lnTo>
                    <a:pt x="98350" y="36396"/>
                  </a:lnTo>
                  <a:cubicBezTo>
                    <a:pt x="108401" y="36396"/>
                    <a:pt x="116548" y="28249"/>
                    <a:pt x="116548" y="18198"/>
                  </a:cubicBezTo>
                  <a:cubicBezTo>
                    <a:pt x="116548" y="8148"/>
                    <a:pt x="108401" y="1"/>
                    <a:pt x="98350" y="1"/>
                  </a:cubicBezTo>
                  <a:close/>
                </a:path>
              </a:pathLst>
            </a:custGeom>
            <a:solidFill>
              <a:srgbClr val="A5B7C6"/>
            </a:solidFill>
            <a:ln>
              <a:noFill/>
            </a:ln>
          </p:spPr>
          <p:txBody>
            <a:bodyPr spcFirstLastPara="1" wrap="square" lIns="121900" tIns="121900" rIns="121900" bIns="121900" anchor="ctr" anchorCtr="0">
              <a:noAutofit/>
            </a:bodyPr>
            <a:lstStyle/>
            <a:p>
              <a:endParaRPr sz="2400"/>
            </a:p>
          </p:txBody>
        </p:sp>
        <p:sp>
          <p:nvSpPr>
            <p:cNvPr id="4618" name="Google Shape;4618;p61"/>
            <p:cNvSpPr/>
            <p:nvPr/>
          </p:nvSpPr>
          <p:spPr>
            <a:xfrm>
              <a:off x="2373234" y="2761962"/>
              <a:ext cx="248482" cy="268106"/>
            </a:xfrm>
            <a:custGeom>
              <a:avLst/>
              <a:gdLst/>
              <a:ahLst/>
              <a:cxnLst/>
              <a:rect l="l" t="t" r="r" b="b"/>
              <a:pathLst>
                <a:path w="46773" h="50467" extrusionOk="0">
                  <a:moveTo>
                    <a:pt x="25232" y="1"/>
                  </a:moveTo>
                  <a:cubicBezTo>
                    <a:pt x="11319" y="1"/>
                    <a:pt x="0" y="11322"/>
                    <a:pt x="0" y="25233"/>
                  </a:cubicBezTo>
                  <a:cubicBezTo>
                    <a:pt x="0" y="39146"/>
                    <a:pt x="11319" y="50466"/>
                    <a:pt x="25232" y="50466"/>
                  </a:cubicBezTo>
                  <a:lnTo>
                    <a:pt x="46773" y="50466"/>
                  </a:lnTo>
                  <a:lnTo>
                    <a:pt x="46773" y="49007"/>
                  </a:lnTo>
                  <a:lnTo>
                    <a:pt x="25232" y="49007"/>
                  </a:lnTo>
                  <a:cubicBezTo>
                    <a:pt x="12124" y="49007"/>
                    <a:pt x="1456" y="38344"/>
                    <a:pt x="1456" y="25233"/>
                  </a:cubicBezTo>
                  <a:cubicBezTo>
                    <a:pt x="1456" y="12123"/>
                    <a:pt x="12124" y="1457"/>
                    <a:pt x="25232" y="1457"/>
                  </a:cubicBezTo>
                  <a:lnTo>
                    <a:pt x="46773" y="1457"/>
                  </a:lnTo>
                  <a:lnTo>
                    <a:pt x="46773" y="1"/>
                  </a:lnTo>
                  <a:close/>
                </a:path>
              </a:pathLst>
            </a:custGeom>
            <a:solidFill>
              <a:srgbClr val="96979B"/>
            </a:solidFill>
            <a:ln>
              <a:noFill/>
            </a:ln>
          </p:spPr>
          <p:txBody>
            <a:bodyPr spcFirstLastPara="1" wrap="square" lIns="121900" tIns="121900" rIns="121900" bIns="121900" anchor="ctr" anchorCtr="0">
              <a:noAutofit/>
            </a:bodyPr>
            <a:lstStyle/>
            <a:p>
              <a:endParaRPr sz="2400"/>
            </a:p>
          </p:txBody>
        </p:sp>
        <p:sp>
          <p:nvSpPr>
            <p:cNvPr id="4619" name="Google Shape;4619;p61"/>
            <p:cNvSpPr/>
            <p:nvPr/>
          </p:nvSpPr>
          <p:spPr>
            <a:xfrm>
              <a:off x="2726356" y="3024889"/>
              <a:ext cx="2582" cy="99328"/>
            </a:xfrm>
            <a:custGeom>
              <a:avLst/>
              <a:gdLst/>
              <a:ahLst/>
              <a:cxnLst/>
              <a:rect l="l" t="t" r="r" b="b"/>
              <a:pathLst>
                <a:path w="486" h="18697" extrusionOk="0">
                  <a:moveTo>
                    <a:pt x="243" y="1"/>
                  </a:moveTo>
                  <a:cubicBezTo>
                    <a:pt x="108" y="1"/>
                    <a:pt x="1" y="109"/>
                    <a:pt x="1" y="243"/>
                  </a:cubicBezTo>
                  <a:lnTo>
                    <a:pt x="1" y="18455"/>
                  </a:lnTo>
                  <a:cubicBezTo>
                    <a:pt x="1" y="18588"/>
                    <a:pt x="108" y="18697"/>
                    <a:pt x="243" y="18697"/>
                  </a:cubicBezTo>
                  <a:cubicBezTo>
                    <a:pt x="377" y="18697"/>
                    <a:pt x="485" y="18588"/>
                    <a:pt x="485" y="18455"/>
                  </a:cubicBezTo>
                  <a:lnTo>
                    <a:pt x="485" y="243"/>
                  </a:lnTo>
                  <a:cubicBezTo>
                    <a:pt x="485" y="109"/>
                    <a:pt x="377" y="1"/>
                    <a:pt x="243" y="1"/>
                  </a:cubicBezTo>
                  <a:close/>
                </a:path>
              </a:pathLst>
            </a:custGeom>
            <a:solidFill>
              <a:srgbClr val="9FA0A4"/>
            </a:solidFill>
            <a:ln>
              <a:noFill/>
            </a:ln>
          </p:spPr>
          <p:txBody>
            <a:bodyPr spcFirstLastPara="1" wrap="square" lIns="121900" tIns="121900" rIns="121900" bIns="121900" anchor="ctr" anchorCtr="0">
              <a:noAutofit/>
            </a:bodyPr>
            <a:lstStyle/>
            <a:p>
              <a:endParaRPr sz="2400"/>
            </a:p>
          </p:txBody>
        </p:sp>
        <p:sp>
          <p:nvSpPr>
            <p:cNvPr id="4620" name="Google Shape;4620;p61"/>
            <p:cNvSpPr/>
            <p:nvPr/>
          </p:nvSpPr>
          <p:spPr>
            <a:xfrm>
              <a:off x="2785174" y="3024884"/>
              <a:ext cx="287220" cy="99333"/>
            </a:xfrm>
            <a:custGeom>
              <a:avLst/>
              <a:gdLst/>
              <a:ahLst/>
              <a:cxnLst/>
              <a:rect l="l" t="t" r="r" b="b"/>
              <a:pathLst>
                <a:path w="54065" h="18698" extrusionOk="0">
                  <a:moveTo>
                    <a:pt x="242" y="0"/>
                  </a:moveTo>
                  <a:cubicBezTo>
                    <a:pt x="109" y="0"/>
                    <a:pt x="0" y="109"/>
                    <a:pt x="0" y="242"/>
                  </a:cubicBezTo>
                  <a:lnTo>
                    <a:pt x="0" y="5286"/>
                  </a:lnTo>
                  <a:cubicBezTo>
                    <a:pt x="0" y="8843"/>
                    <a:pt x="2895" y="11736"/>
                    <a:pt x="6451" y="11736"/>
                  </a:cubicBezTo>
                  <a:lnTo>
                    <a:pt x="46862" y="11736"/>
                  </a:lnTo>
                  <a:cubicBezTo>
                    <a:pt x="50567" y="11736"/>
                    <a:pt x="53580" y="14751"/>
                    <a:pt x="53580" y="18456"/>
                  </a:cubicBezTo>
                  <a:cubicBezTo>
                    <a:pt x="53580" y="18589"/>
                    <a:pt x="53689" y="18698"/>
                    <a:pt x="53822" y="18698"/>
                  </a:cubicBezTo>
                  <a:cubicBezTo>
                    <a:pt x="53957" y="18698"/>
                    <a:pt x="54064" y="18589"/>
                    <a:pt x="54063" y="18456"/>
                  </a:cubicBezTo>
                  <a:cubicBezTo>
                    <a:pt x="54063" y="14484"/>
                    <a:pt x="50831" y="11250"/>
                    <a:pt x="46858" y="11250"/>
                  </a:cubicBezTo>
                  <a:lnTo>
                    <a:pt x="6449" y="11250"/>
                  </a:lnTo>
                  <a:cubicBezTo>
                    <a:pt x="3160" y="11250"/>
                    <a:pt x="484" y="8576"/>
                    <a:pt x="484" y="5286"/>
                  </a:cubicBezTo>
                  <a:lnTo>
                    <a:pt x="484" y="242"/>
                  </a:lnTo>
                  <a:cubicBezTo>
                    <a:pt x="484" y="109"/>
                    <a:pt x="376" y="0"/>
                    <a:pt x="242" y="0"/>
                  </a:cubicBezTo>
                  <a:close/>
                </a:path>
              </a:pathLst>
            </a:custGeom>
            <a:solidFill>
              <a:srgbClr val="9FA0A4"/>
            </a:solidFill>
            <a:ln>
              <a:noFill/>
            </a:ln>
          </p:spPr>
          <p:txBody>
            <a:bodyPr spcFirstLastPara="1" wrap="square" lIns="121900" tIns="121900" rIns="121900" bIns="121900" anchor="ctr" anchorCtr="0">
              <a:noAutofit/>
            </a:bodyPr>
            <a:lstStyle/>
            <a:p>
              <a:endParaRPr sz="2400"/>
            </a:p>
          </p:txBody>
        </p:sp>
        <p:sp>
          <p:nvSpPr>
            <p:cNvPr id="4621" name="Google Shape;4621;p61"/>
            <p:cNvSpPr/>
            <p:nvPr/>
          </p:nvSpPr>
          <p:spPr>
            <a:xfrm>
              <a:off x="2382903" y="3024884"/>
              <a:ext cx="287215" cy="99333"/>
            </a:xfrm>
            <a:custGeom>
              <a:avLst/>
              <a:gdLst/>
              <a:ahLst/>
              <a:cxnLst/>
              <a:rect l="l" t="t" r="r" b="b"/>
              <a:pathLst>
                <a:path w="54064" h="18698" extrusionOk="0">
                  <a:moveTo>
                    <a:pt x="53821" y="0"/>
                  </a:moveTo>
                  <a:cubicBezTo>
                    <a:pt x="53686" y="0"/>
                    <a:pt x="53579" y="109"/>
                    <a:pt x="53579" y="242"/>
                  </a:cubicBezTo>
                  <a:lnTo>
                    <a:pt x="53579" y="5286"/>
                  </a:lnTo>
                  <a:cubicBezTo>
                    <a:pt x="53579" y="8576"/>
                    <a:pt x="50903" y="11250"/>
                    <a:pt x="47614" y="11250"/>
                  </a:cubicBezTo>
                  <a:lnTo>
                    <a:pt x="7205" y="11250"/>
                  </a:lnTo>
                  <a:cubicBezTo>
                    <a:pt x="3232" y="11250"/>
                    <a:pt x="0" y="14484"/>
                    <a:pt x="0" y="18456"/>
                  </a:cubicBezTo>
                  <a:cubicBezTo>
                    <a:pt x="0" y="18589"/>
                    <a:pt x="109" y="18698"/>
                    <a:pt x="242" y="18698"/>
                  </a:cubicBezTo>
                  <a:cubicBezTo>
                    <a:pt x="376" y="18698"/>
                    <a:pt x="485" y="18589"/>
                    <a:pt x="485" y="18456"/>
                  </a:cubicBezTo>
                  <a:cubicBezTo>
                    <a:pt x="485" y="14751"/>
                    <a:pt x="3499" y="11736"/>
                    <a:pt x="7202" y="11736"/>
                  </a:cubicBezTo>
                  <a:lnTo>
                    <a:pt x="47612" y="11736"/>
                  </a:lnTo>
                  <a:cubicBezTo>
                    <a:pt x="51169" y="11736"/>
                    <a:pt x="54063" y="8843"/>
                    <a:pt x="54063" y="5286"/>
                  </a:cubicBezTo>
                  <a:lnTo>
                    <a:pt x="54063" y="242"/>
                  </a:lnTo>
                  <a:cubicBezTo>
                    <a:pt x="54063" y="109"/>
                    <a:pt x="53955" y="0"/>
                    <a:pt x="53821" y="0"/>
                  </a:cubicBezTo>
                  <a:close/>
                </a:path>
              </a:pathLst>
            </a:custGeom>
            <a:solidFill>
              <a:srgbClr val="9FA0A4"/>
            </a:solidFill>
            <a:ln>
              <a:noFill/>
            </a:ln>
          </p:spPr>
          <p:txBody>
            <a:bodyPr spcFirstLastPara="1" wrap="square" lIns="121900" tIns="121900" rIns="121900" bIns="121900" anchor="ctr" anchorCtr="0">
              <a:noAutofit/>
            </a:bodyPr>
            <a:lstStyle/>
            <a:p>
              <a:endParaRPr sz="2400"/>
            </a:p>
          </p:txBody>
        </p:sp>
        <p:sp>
          <p:nvSpPr>
            <p:cNvPr id="4622" name="Google Shape;4622;p61"/>
            <p:cNvSpPr/>
            <p:nvPr/>
          </p:nvSpPr>
          <p:spPr>
            <a:xfrm>
              <a:off x="2596756" y="3151259"/>
              <a:ext cx="261784" cy="212436"/>
            </a:xfrm>
            <a:custGeom>
              <a:avLst/>
              <a:gdLst/>
              <a:ahLst/>
              <a:cxnLst/>
              <a:rect l="l" t="t" r="r" b="b"/>
              <a:pathLst>
                <a:path w="49277" h="39988" extrusionOk="0">
                  <a:moveTo>
                    <a:pt x="7996" y="0"/>
                  </a:moveTo>
                  <a:cubicBezTo>
                    <a:pt x="3580" y="0"/>
                    <a:pt x="0" y="3579"/>
                    <a:pt x="0" y="7995"/>
                  </a:cubicBezTo>
                  <a:lnTo>
                    <a:pt x="0" y="31993"/>
                  </a:lnTo>
                  <a:cubicBezTo>
                    <a:pt x="0" y="36409"/>
                    <a:pt x="3580" y="39988"/>
                    <a:pt x="7996" y="39988"/>
                  </a:cubicBezTo>
                  <a:lnTo>
                    <a:pt x="41280" y="39988"/>
                  </a:lnTo>
                  <a:cubicBezTo>
                    <a:pt x="45697" y="39988"/>
                    <a:pt x="49277" y="36409"/>
                    <a:pt x="49277" y="31993"/>
                  </a:cubicBezTo>
                  <a:lnTo>
                    <a:pt x="49277" y="7995"/>
                  </a:lnTo>
                  <a:cubicBezTo>
                    <a:pt x="49277" y="3579"/>
                    <a:pt x="45697" y="0"/>
                    <a:pt x="4128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4623" name="Google Shape;4623;p61"/>
            <p:cNvSpPr/>
            <p:nvPr/>
          </p:nvSpPr>
          <p:spPr>
            <a:xfrm>
              <a:off x="2940204" y="3151259"/>
              <a:ext cx="261795" cy="212436"/>
            </a:xfrm>
            <a:custGeom>
              <a:avLst/>
              <a:gdLst/>
              <a:ahLst/>
              <a:cxnLst/>
              <a:rect l="l" t="t" r="r" b="b"/>
              <a:pathLst>
                <a:path w="49279" h="39988" extrusionOk="0">
                  <a:moveTo>
                    <a:pt x="7995" y="0"/>
                  </a:moveTo>
                  <a:cubicBezTo>
                    <a:pt x="3580" y="0"/>
                    <a:pt x="0" y="3579"/>
                    <a:pt x="0" y="7995"/>
                  </a:cubicBezTo>
                  <a:lnTo>
                    <a:pt x="0" y="31993"/>
                  </a:lnTo>
                  <a:cubicBezTo>
                    <a:pt x="0" y="36409"/>
                    <a:pt x="3580" y="39988"/>
                    <a:pt x="7995" y="39988"/>
                  </a:cubicBezTo>
                  <a:lnTo>
                    <a:pt x="41282" y="39988"/>
                  </a:lnTo>
                  <a:cubicBezTo>
                    <a:pt x="45698" y="39988"/>
                    <a:pt x="49278" y="36409"/>
                    <a:pt x="49278" y="31993"/>
                  </a:cubicBezTo>
                  <a:lnTo>
                    <a:pt x="49278" y="7995"/>
                  </a:lnTo>
                  <a:cubicBezTo>
                    <a:pt x="49278" y="3579"/>
                    <a:pt x="45698" y="0"/>
                    <a:pt x="41282"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4624" name="Google Shape;4624;p61"/>
            <p:cNvSpPr/>
            <p:nvPr/>
          </p:nvSpPr>
          <p:spPr>
            <a:xfrm>
              <a:off x="2253298" y="3151259"/>
              <a:ext cx="261795" cy="212436"/>
            </a:xfrm>
            <a:custGeom>
              <a:avLst/>
              <a:gdLst/>
              <a:ahLst/>
              <a:cxnLst/>
              <a:rect l="l" t="t" r="r" b="b"/>
              <a:pathLst>
                <a:path w="49279" h="39988" extrusionOk="0">
                  <a:moveTo>
                    <a:pt x="7997" y="0"/>
                  </a:moveTo>
                  <a:cubicBezTo>
                    <a:pt x="3580" y="0"/>
                    <a:pt x="0" y="3579"/>
                    <a:pt x="0" y="7995"/>
                  </a:cubicBezTo>
                  <a:lnTo>
                    <a:pt x="0" y="31993"/>
                  </a:lnTo>
                  <a:cubicBezTo>
                    <a:pt x="0" y="36409"/>
                    <a:pt x="3580" y="39988"/>
                    <a:pt x="7997" y="39988"/>
                  </a:cubicBezTo>
                  <a:lnTo>
                    <a:pt x="41282" y="39988"/>
                  </a:lnTo>
                  <a:cubicBezTo>
                    <a:pt x="45697" y="39988"/>
                    <a:pt x="49277" y="36409"/>
                    <a:pt x="49277" y="31993"/>
                  </a:cubicBezTo>
                  <a:lnTo>
                    <a:pt x="49277" y="7995"/>
                  </a:lnTo>
                  <a:cubicBezTo>
                    <a:pt x="49278" y="3579"/>
                    <a:pt x="45697" y="0"/>
                    <a:pt x="41282"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4625" name="Google Shape;4625;p61"/>
            <p:cNvSpPr/>
            <p:nvPr/>
          </p:nvSpPr>
          <p:spPr>
            <a:xfrm>
              <a:off x="2718685" y="3113966"/>
              <a:ext cx="17919" cy="17924"/>
            </a:xfrm>
            <a:custGeom>
              <a:avLst/>
              <a:gdLst/>
              <a:ahLst/>
              <a:cxnLst/>
              <a:rect l="l" t="t" r="r" b="b"/>
              <a:pathLst>
                <a:path w="3373" h="3374" extrusionOk="0">
                  <a:moveTo>
                    <a:pt x="1687" y="0"/>
                  </a:moveTo>
                  <a:cubicBezTo>
                    <a:pt x="755" y="0"/>
                    <a:pt x="1" y="755"/>
                    <a:pt x="1" y="1687"/>
                  </a:cubicBezTo>
                  <a:cubicBezTo>
                    <a:pt x="1" y="2619"/>
                    <a:pt x="755" y="3373"/>
                    <a:pt x="1687" y="3373"/>
                  </a:cubicBezTo>
                  <a:cubicBezTo>
                    <a:pt x="2618" y="3373"/>
                    <a:pt x="3372" y="2619"/>
                    <a:pt x="3372" y="1687"/>
                  </a:cubicBezTo>
                  <a:cubicBezTo>
                    <a:pt x="3372" y="755"/>
                    <a:pt x="2618" y="0"/>
                    <a:pt x="1687" y="0"/>
                  </a:cubicBezTo>
                  <a:close/>
                </a:path>
              </a:pathLst>
            </a:custGeom>
            <a:solidFill>
              <a:srgbClr val="435D74"/>
            </a:solidFill>
            <a:ln>
              <a:noFill/>
            </a:ln>
          </p:spPr>
          <p:txBody>
            <a:bodyPr spcFirstLastPara="1" wrap="square" lIns="121900" tIns="121900" rIns="121900" bIns="121900" anchor="ctr" anchorCtr="0">
              <a:noAutofit/>
            </a:bodyPr>
            <a:lstStyle/>
            <a:p>
              <a:endParaRPr sz="2400"/>
            </a:p>
          </p:txBody>
        </p:sp>
        <p:sp>
          <p:nvSpPr>
            <p:cNvPr id="4626" name="Google Shape;4626;p61"/>
            <p:cNvSpPr/>
            <p:nvPr/>
          </p:nvSpPr>
          <p:spPr>
            <a:xfrm>
              <a:off x="3062128" y="3113966"/>
              <a:ext cx="17924" cy="17924"/>
            </a:xfrm>
            <a:custGeom>
              <a:avLst/>
              <a:gdLst/>
              <a:ahLst/>
              <a:cxnLst/>
              <a:rect l="l" t="t" r="r" b="b"/>
              <a:pathLst>
                <a:path w="3374" h="3374" extrusionOk="0">
                  <a:moveTo>
                    <a:pt x="1687" y="0"/>
                  </a:moveTo>
                  <a:cubicBezTo>
                    <a:pt x="755" y="0"/>
                    <a:pt x="0" y="755"/>
                    <a:pt x="0" y="1687"/>
                  </a:cubicBezTo>
                  <a:cubicBezTo>
                    <a:pt x="0" y="2619"/>
                    <a:pt x="755" y="3373"/>
                    <a:pt x="1687" y="3373"/>
                  </a:cubicBezTo>
                  <a:cubicBezTo>
                    <a:pt x="2619" y="3373"/>
                    <a:pt x="3373" y="2619"/>
                    <a:pt x="3373" y="1687"/>
                  </a:cubicBezTo>
                  <a:cubicBezTo>
                    <a:pt x="3373" y="755"/>
                    <a:pt x="2619" y="0"/>
                    <a:pt x="1687" y="0"/>
                  </a:cubicBezTo>
                  <a:close/>
                </a:path>
              </a:pathLst>
            </a:custGeom>
            <a:solidFill>
              <a:srgbClr val="435D74"/>
            </a:solidFill>
            <a:ln>
              <a:noFill/>
            </a:ln>
          </p:spPr>
          <p:txBody>
            <a:bodyPr spcFirstLastPara="1" wrap="square" lIns="121900" tIns="121900" rIns="121900" bIns="121900" anchor="ctr" anchorCtr="0">
              <a:noAutofit/>
            </a:bodyPr>
            <a:lstStyle/>
            <a:p>
              <a:endParaRPr sz="2400"/>
            </a:p>
          </p:txBody>
        </p:sp>
        <p:sp>
          <p:nvSpPr>
            <p:cNvPr id="4627" name="Google Shape;4627;p61"/>
            <p:cNvSpPr/>
            <p:nvPr/>
          </p:nvSpPr>
          <p:spPr>
            <a:xfrm>
              <a:off x="2375226" y="3113966"/>
              <a:ext cx="17924" cy="17924"/>
            </a:xfrm>
            <a:custGeom>
              <a:avLst/>
              <a:gdLst/>
              <a:ahLst/>
              <a:cxnLst/>
              <a:rect l="l" t="t" r="r" b="b"/>
              <a:pathLst>
                <a:path w="3374" h="3374" extrusionOk="0">
                  <a:moveTo>
                    <a:pt x="1687" y="0"/>
                  </a:moveTo>
                  <a:cubicBezTo>
                    <a:pt x="755" y="0"/>
                    <a:pt x="1" y="755"/>
                    <a:pt x="1" y="1687"/>
                  </a:cubicBezTo>
                  <a:cubicBezTo>
                    <a:pt x="1" y="2619"/>
                    <a:pt x="755" y="3373"/>
                    <a:pt x="1687" y="3373"/>
                  </a:cubicBezTo>
                  <a:cubicBezTo>
                    <a:pt x="2619" y="3373"/>
                    <a:pt x="3374" y="2619"/>
                    <a:pt x="3374" y="1687"/>
                  </a:cubicBezTo>
                  <a:cubicBezTo>
                    <a:pt x="3374" y="755"/>
                    <a:pt x="2619" y="0"/>
                    <a:pt x="1687" y="0"/>
                  </a:cubicBezTo>
                  <a:close/>
                </a:path>
              </a:pathLst>
            </a:custGeom>
            <a:solidFill>
              <a:srgbClr val="435D74"/>
            </a:solidFill>
            <a:ln>
              <a:noFill/>
            </a:ln>
          </p:spPr>
          <p:txBody>
            <a:bodyPr spcFirstLastPara="1" wrap="square" lIns="121900" tIns="121900" rIns="121900" bIns="121900" anchor="ctr" anchorCtr="0">
              <a:noAutofit/>
            </a:bodyPr>
            <a:lstStyle/>
            <a:p>
              <a:endParaRPr sz="2400"/>
            </a:p>
          </p:txBody>
        </p:sp>
        <p:sp>
          <p:nvSpPr>
            <p:cNvPr id="4628" name="Google Shape;4628;p61"/>
            <p:cNvSpPr/>
            <p:nvPr/>
          </p:nvSpPr>
          <p:spPr>
            <a:xfrm>
              <a:off x="2718685" y="3017224"/>
              <a:ext cx="17919" cy="17919"/>
            </a:xfrm>
            <a:custGeom>
              <a:avLst/>
              <a:gdLst/>
              <a:ahLst/>
              <a:cxnLst/>
              <a:rect l="l" t="t" r="r" b="b"/>
              <a:pathLst>
                <a:path w="3373" h="3373" extrusionOk="0">
                  <a:moveTo>
                    <a:pt x="1687" y="1"/>
                  </a:moveTo>
                  <a:cubicBezTo>
                    <a:pt x="755" y="1"/>
                    <a:pt x="1" y="754"/>
                    <a:pt x="1" y="1686"/>
                  </a:cubicBezTo>
                  <a:cubicBezTo>
                    <a:pt x="1" y="2618"/>
                    <a:pt x="755" y="3372"/>
                    <a:pt x="1687" y="3372"/>
                  </a:cubicBezTo>
                  <a:cubicBezTo>
                    <a:pt x="2618" y="3372"/>
                    <a:pt x="3372" y="2618"/>
                    <a:pt x="3372" y="1686"/>
                  </a:cubicBezTo>
                  <a:cubicBezTo>
                    <a:pt x="3372" y="754"/>
                    <a:pt x="2618" y="1"/>
                    <a:pt x="1687" y="1"/>
                  </a:cubicBezTo>
                  <a:close/>
                </a:path>
              </a:pathLst>
            </a:custGeom>
            <a:solidFill>
              <a:srgbClr val="435D74"/>
            </a:solidFill>
            <a:ln>
              <a:noFill/>
            </a:ln>
          </p:spPr>
          <p:txBody>
            <a:bodyPr spcFirstLastPara="1" wrap="square" lIns="121900" tIns="121900" rIns="121900" bIns="121900" anchor="ctr" anchorCtr="0">
              <a:noAutofit/>
            </a:bodyPr>
            <a:lstStyle/>
            <a:p>
              <a:endParaRPr sz="2400"/>
            </a:p>
          </p:txBody>
        </p:sp>
        <p:sp>
          <p:nvSpPr>
            <p:cNvPr id="4629" name="Google Shape;4629;p61"/>
            <p:cNvSpPr/>
            <p:nvPr/>
          </p:nvSpPr>
          <p:spPr>
            <a:xfrm>
              <a:off x="2777509" y="3017224"/>
              <a:ext cx="17914" cy="17919"/>
            </a:xfrm>
            <a:custGeom>
              <a:avLst/>
              <a:gdLst/>
              <a:ahLst/>
              <a:cxnLst/>
              <a:rect l="l" t="t" r="r" b="b"/>
              <a:pathLst>
                <a:path w="3372" h="3373" extrusionOk="0">
                  <a:moveTo>
                    <a:pt x="1685" y="1"/>
                  </a:moveTo>
                  <a:cubicBezTo>
                    <a:pt x="753" y="1"/>
                    <a:pt x="0" y="754"/>
                    <a:pt x="0" y="1686"/>
                  </a:cubicBezTo>
                  <a:cubicBezTo>
                    <a:pt x="0" y="2618"/>
                    <a:pt x="753" y="3372"/>
                    <a:pt x="1685" y="3372"/>
                  </a:cubicBezTo>
                  <a:cubicBezTo>
                    <a:pt x="2617" y="3372"/>
                    <a:pt x="3372" y="2618"/>
                    <a:pt x="3372" y="1686"/>
                  </a:cubicBezTo>
                  <a:cubicBezTo>
                    <a:pt x="3372" y="754"/>
                    <a:pt x="2617" y="1"/>
                    <a:pt x="1685" y="1"/>
                  </a:cubicBezTo>
                  <a:close/>
                </a:path>
              </a:pathLst>
            </a:custGeom>
            <a:solidFill>
              <a:srgbClr val="435D74"/>
            </a:solidFill>
            <a:ln>
              <a:noFill/>
            </a:ln>
          </p:spPr>
          <p:txBody>
            <a:bodyPr spcFirstLastPara="1" wrap="square" lIns="121900" tIns="121900" rIns="121900" bIns="121900" anchor="ctr" anchorCtr="0">
              <a:noAutofit/>
            </a:bodyPr>
            <a:lstStyle/>
            <a:p>
              <a:endParaRPr sz="2400"/>
            </a:p>
          </p:txBody>
        </p:sp>
        <p:sp>
          <p:nvSpPr>
            <p:cNvPr id="4630" name="Google Shape;4630;p61"/>
            <p:cNvSpPr/>
            <p:nvPr/>
          </p:nvSpPr>
          <p:spPr>
            <a:xfrm>
              <a:off x="2659856" y="3017224"/>
              <a:ext cx="17914" cy="17919"/>
            </a:xfrm>
            <a:custGeom>
              <a:avLst/>
              <a:gdLst/>
              <a:ahLst/>
              <a:cxnLst/>
              <a:rect l="l" t="t" r="r" b="b"/>
              <a:pathLst>
                <a:path w="3372" h="3373" extrusionOk="0">
                  <a:moveTo>
                    <a:pt x="1687" y="1"/>
                  </a:moveTo>
                  <a:cubicBezTo>
                    <a:pt x="755" y="1"/>
                    <a:pt x="1" y="754"/>
                    <a:pt x="1" y="1686"/>
                  </a:cubicBezTo>
                  <a:cubicBezTo>
                    <a:pt x="1" y="2618"/>
                    <a:pt x="755" y="3372"/>
                    <a:pt x="1687" y="3372"/>
                  </a:cubicBezTo>
                  <a:cubicBezTo>
                    <a:pt x="2619" y="3372"/>
                    <a:pt x="3372" y="2618"/>
                    <a:pt x="3372" y="1686"/>
                  </a:cubicBezTo>
                  <a:cubicBezTo>
                    <a:pt x="3372" y="754"/>
                    <a:pt x="2619" y="1"/>
                    <a:pt x="1687" y="1"/>
                  </a:cubicBezTo>
                  <a:close/>
                </a:path>
              </a:pathLst>
            </a:custGeom>
            <a:solidFill>
              <a:srgbClr val="435D74"/>
            </a:solidFill>
            <a:ln>
              <a:noFill/>
            </a:ln>
          </p:spPr>
          <p:txBody>
            <a:bodyPr spcFirstLastPara="1" wrap="square" lIns="121900" tIns="121900" rIns="121900" bIns="121900" anchor="ctr" anchorCtr="0">
              <a:noAutofit/>
            </a:bodyPr>
            <a:lstStyle/>
            <a:p>
              <a:endParaRPr sz="2400"/>
            </a:p>
          </p:txBody>
        </p:sp>
        <p:sp>
          <p:nvSpPr>
            <p:cNvPr id="4631" name="Google Shape;4631;p61"/>
            <p:cNvSpPr/>
            <p:nvPr/>
          </p:nvSpPr>
          <p:spPr>
            <a:xfrm>
              <a:off x="2726356" y="2667807"/>
              <a:ext cx="2582" cy="99322"/>
            </a:xfrm>
            <a:custGeom>
              <a:avLst/>
              <a:gdLst/>
              <a:ahLst/>
              <a:cxnLst/>
              <a:rect l="l" t="t" r="r" b="b"/>
              <a:pathLst>
                <a:path w="486" h="18696" extrusionOk="0">
                  <a:moveTo>
                    <a:pt x="243" y="0"/>
                  </a:moveTo>
                  <a:cubicBezTo>
                    <a:pt x="108" y="0"/>
                    <a:pt x="1" y="109"/>
                    <a:pt x="1" y="243"/>
                  </a:cubicBezTo>
                  <a:lnTo>
                    <a:pt x="1" y="18453"/>
                  </a:lnTo>
                  <a:cubicBezTo>
                    <a:pt x="1" y="18588"/>
                    <a:pt x="108" y="18695"/>
                    <a:pt x="243" y="18695"/>
                  </a:cubicBezTo>
                  <a:cubicBezTo>
                    <a:pt x="377" y="18695"/>
                    <a:pt x="485" y="18588"/>
                    <a:pt x="485" y="18453"/>
                  </a:cubicBezTo>
                  <a:lnTo>
                    <a:pt x="485" y="243"/>
                  </a:lnTo>
                  <a:cubicBezTo>
                    <a:pt x="485" y="109"/>
                    <a:pt x="377" y="0"/>
                    <a:pt x="243" y="0"/>
                  </a:cubicBezTo>
                  <a:close/>
                </a:path>
              </a:pathLst>
            </a:custGeom>
            <a:solidFill>
              <a:srgbClr val="9FA0A4"/>
            </a:solidFill>
            <a:ln>
              <a:noFill/>
            </a:ln>
          </p:spPr>
          <p:txBody>
            <a:bodyPr spcFirstLastPara="1" wrap="square" lIns="121900" tIns="121900" rIns="121900" bIns="121900" anchor="ctr" anchorCtr="0">
              <a:noAutofit/>
            </a:bodyPr>
            <a:lstStyle/>
            <a:p>
              <a:endParaRPr sz="2400"/>
            </a:p>
          </p:txBody>
        </p:sp>
        <p:sp>
          <p:nvSpPr>
            <p:cNvPr id="4632" name="Google Shape;4632;p61"/>
            <p:cNvSpPr/>
            <p:nvPr/>
          </p:nvSpPr>
          <p:spPr>
            <a:xfrm>
              <a:off x="2785174" y="2667796"/>
              <a:ext cx="287210" cy="99333"/>
            </a:xfrm>
            <a:custGeom>
              <a:avLst/>
              <a:gdLst/>
              <a:ahLst/>
              <a:cxnLst/>
              <a:rect l="l" t="t" r="r" b="b"/>
              <a:pathLst>
                <a:path w="54063" h="18698" extrusionOk="0">
                  <a:moveTo>
                    <a:pt x="53821" y="1"/>
                  </a:moveTo>
                  <a:cubicBezTo>
                    <a:pt x="53687" y="1"/>
                    <a:pt x="53579" y="108"/>
                    <a:pt x="53579" y="243"/>
                  </a:cubicBezTo>
                  <a:cubicBezTo>
                    <a:pt x="53579" y="3946"/>
                    <a:pt x="50564" y="6961"/>
                    <a:pt x="46861" y="6961"/>
                  </a:cubicBezTo>
                  <a:lnTo>
                    <a:pt x="6451" y="6961"/>
                  </a:lnTo>
                  <a:cubicBezTo>
                    <a:pt x="2895" y="6961"/>
                    <a:pt x="0" y="9857"/>
                    <a:pt x="0" y="13412"/>
                  </a:cubicBezTo>
                  <a:lnTo>
                    <a:pt x="0" y="18455"/>
                  </a:lnTo>
                  <a:cubicBezTo>
                    <a:pt x="0" y="18590"/>
                    <a:pt x="109" y="18697"/>
                    <a:pt x="242" y="18697"/>
                  </a:cubicBezTo>
                  <a:cubicBezTo>
                    <a:pt x="379" y="18697"/>
                    <a:pt x="487" y="18590"/>
                    <a:pt x="486" y="18455"/>
                  </a:cubicBezTo>
                  <a:lnTo>
                    <a:pt x="486" y="13412"/>
                  </a:lnTo>
                  <a:cubicBezTo>
                    <a:pt x="486" y="10122"/>
                    <a:pt x="3162" y="7447"/>
                    <a:pt x="6451" y="7447"/>
                  </a:cubicBezTo>
                  <a:lnTo>
                    <a:pt x="46858" y="7447"/>
                  </a:lnTo>
                  <a:cubicBezTo>
                    <a:pt x="50831" y="7447"/>
                    <a:pt x="54063" y="4215"/>
                    <a:pt x="54063" y="243"/>
                  </a:cubicBezTo>
                  <a:cubicBezTo>
                    <a:pt x="54063" y="108"/>
                    <a:pt x="53954" y="1"/>
                    <a:pt x="53821" y="1"/>
                  </a:cubicBezTo>
                  <a:close/>
                </a:path>
              </a:pathLst>
            </a:custGeom>
            <a:solidFill>
              <a:srgbClr val="9FA0A4"/>
            </a:solidFill>
            <a:ln>
              <a:noFill/>
            </a:ln>
          </p:spPr>
          <p:txBody>
            <a:bodyPr spcFirstLastPara="1" wrap="square" lIns="121900" tIns="121900" rIns="121900" bIns="121900" anchor="ctr" anchorCtr="0">
              <a:noAutofit/>
            </a:bodyPr>
            <a:lstStyle/>
            <a:p>
              <a:endParaRPr sz="2400"/>
            </a:p>
          </p:txBody>
        </p:sp>
        <p:sp>
          <p:nvSpPr>
            <p:cNvPr id="4633" name="Google Shape;4633;p61"/>
            <p:cNvSpPr/>
            <p:nvPr/>
          </p:nvSpPr>
          <p:spPr>
            <a:xfrm>
              <a:off x="2382892" y="2667796"/>
              <a:ext cx="287226" cy="99333"/>
            </a:xfrm>
            <a:custGeom>
              <a:avLst/>
              <a:gdLst/>
              <a:ahLst/>
              <a:cxnLst/>
              <a:rect l="l" t="t" r="r" b="b"/>
              <a:pathLst>
                <a:path w="54066" h="18698" extrusionOk="0">
                  <a:moveTo>
                    <a:pt x="243" y="1"/>
                  </a:moveTo>
                  <a:cubicBezTo>
                    <a:pt x="108" y="1"/>
                    <a:pt x="1" y="108"/>
                    <a:pt x="1" y="243"/>
                  </a:cubicBezTo>
                  <a:cubicBezTo>
                    <a:pt x="1" y="4216"/>
                    <a:pt x="3233" y="7447"/>
                    <a:pt x="7204" y="7447"/>
                  </a:cubicBezTo>
                  <a:lnTo>
                    <a:pt x="47616" y="7447"/>
                  </a:lnTo>
                  <a:cubicBezTo>
                    <a:pt x="50905" y="7447"/>
                    <a:pt x="53581" y="10122"/>
                    <a:pt x="53581" y="13412"/>
                  </a:cubicBezTo>
                  <a:lnTo>
                    <a:pt x="53581" y="18455"/>
                  </a:lnTo>
                  <a:cubicBezTo>
                    <a:pt x="53581" y="18590"/>
                    <a:pt x="53688" y="18697"/>
                    <a:pt x="53823" y="18697"/>
                  </a:cubicBezTo>
                  <a:cubicBezTo>
                    <a:pt x="53957" y="18697"/>
                    <a:pt x="54065" y="18590"/>
                    <a:pt x="54062" y="18455"/>
                  </a:cubicBezTo>
                  <a:lnTo>
                    <a:pt x="54062" y="13412"/>
                  </a:lnTo>
                  <a:cubicBezTo>
                    <a:pt x="54062" y="9854"/>
                    <a:pt x="51169" y="6961"/>
                    <a:pt x="47611" y="6961"/>
                  </a:cubicBezTo>
                  <a:lnTo>
                    <a:pt x="7203" y="6961"/>
                  </a:lnTo>
                  <a:cubicBezTo>
                    <a:pt x="3498" y="6961"/>
                    <a:pt x="485" y="3946"/>
                    <a:pt x="485" y="243"/>
                  </a:cubicBezTo>
                  <a:cubicBezTo>
                    <a:pt x="485" y="108"/>
                    <a:pt x="377" y="1"/>
                    <a:pt x="243" y="1"/>
                  </a:cubicBezTo>
                  <a:close/>
                </a:path>
              </a:pathLst>
            </a:custGeom>
            <a:solidFill>
              <a:srgbClr val="9FA0A4"/>
            </a:solidFill>
            <a:ln>
              <a:noFill/>
            </a:ln>
          </p:spPr>
          <p:txBody>
            <a:bodyPr spcFirstLastPara="1" wrap="square" lIns="121900" tIns="121900" rIns="121900" bIns="121900" anchor="ctr" anchorCtr="0">
              <a:noAutofit/>
            </a:bodyPr>
            <a:lstStyle/>
            <a:p>
              <a:endParaRPr sz="2400"/>
            </a:p>
          </p:txBody>
        </p:sp>
        <p:sp>
          <p:nvSpPr>
            <p:cNvPr id="4634" name="Google Shape;4634;p61"/>
            <p:cNvSpPr/>
            <p:nvPr/>
          </p:nvSpPr>
          <p:spPr>
            <a:xfrm>
              <a:off x="2596756" y="2428317"/>
              <a:ext cx="261784" cy="212447"/>
            </a:xfrm>
            <a:custGeom>
              <a:avLst/>
              <a:gdLst/>
              <a:ahLst/>
              <a:cxnLst/>
              <a:rect l="l" t="t" r="r" b="b"/>
              <a:pathLst>
                <a:path w="49277" h="39990" extrusionOk="0">
                  <a:moveTo>
                    <a:pt x="7996" y="1"/>
                  </a:moveTo>
                  <a:cubicBezTo>
                    <a:pt x="3580" y="1"/>
                    <a:pt x="0" y="3580"/>
                    <a:pt x="0" y="7995"/>
                  </a:cubicBezTo>
                  <a:lnTo>
                    <a:pt x="0" y="31993"/>
                  </a:lnTo>
                  <a:cubicBezTo>
                    <a:pt x="0" y="36409"/>
                    <a:pt x="3580" y="39989"/>
                    <a:pt x="7996" y="39989"/>
                  </a:cubicBezTo>
                  <a:lnTo>
                    <a:pt x="41280" y="39989"/>
                  </a:lnTo>
                  <a:cubicBezTo>
                    <a:pt x="45697" y="39989"/>
                    <a:pt x="49277" y="36409"/>
                    <a:pt x="49277" y="31993"/>
                  </a:cubicBezTo>
                  <a:lnTo>
                    <a:pt x="49277" y="7995"/>
                  </a:lnTo>
                  <a:cubicBezTo>
                    <a:pt x="49277" y="3580"/>
                    <a:pt x="45697" y="1"/>
                    <a:pt x="41280" y="1"/>
                  </a:cubicBezTo>
                  <a:close/>
                </a:path>
              </a:pathLst>
            </a:custGeom>
            <a:solidFill>
              <a:srgbClr val="657E93"/>
            </a:solidFill>
            <a:ln>
              <a:noFill/>
            </a:ln>
          </p:spPr>
          <p:txBody>
            <a:bodyPr spcFirstLastPara="1" wrap="square" lIns="121900" tIns="121900" rIns="121900" bIns="121900" anchor="ctr" anchorCtr="0">
              <a:noAutofit/>
            </a:bodyPr>
            <a:lstStyle/>
            <a:p>
              <a:endParaRPr sz="2400"/>
            </a:p>
          </p:txBody>
        </p:sp>
        <p:sp>
          <p:nvSpPr>
            <p:cNvPr id="4635" name="Google Shape;4635;p61"/>
            <p:cNvSpPr/>
            <p:nvPr/>
          </p:nvSpPr>
          <p:spPr>
            <a:xfrm>
              <a:off x="2940204" y="2428317"/>
              <a:ext cx="261795" cy="212447"/>
            </a:xfrm>
            <a:custGeom>
              <a:avLst/>
              <a:gdLst/>
              <a:ahLst/>
              <a:cxnLst/>
              <a:rect l="l" t="t" r="r" b="b"/>
              <a:pathLst>
                <a:path w="49279" h="39990" extrusionOk="0">
                  <a:moveTo>
                    <a:pt x="7995" y="1"/>
                  </a:moveTo>
                  <a:cubicBezTo>
                    <a:pt x="3580" y="1"/>
                    <a:pt x="0" y="3580"/>
                    <a:pt x="0" y="7995"/>
                  </a:cubicBezTo>
                  <a:lnTo>
                    <a:pt x="0" y="31993"/>
                  </a:lnTo>
                  <a:cubicBezTo>
                    <a:pt x="0" y="36409"/>
                    <a:pt x="3580" y="39989"/>
                    <a:pt x="7995" y="39989"/>
                  </a:cubicBezTo>
                  <a:lnTo>
                    <a:pt x="41282" y="39989"/>
                  </a:lnTo>
                  <a:cubicBezTo>
                    <a:pt x="45698" y="39989"/>
                    <a:pt x="49278" y="36409"/>
                    <a:pt x="49278" y="31993"/>
                  </a:cubicBezTo>
                  <a:lnTo>
                    <a:pt x="49278" y="7995"/>
                  </a:lnTo>
                  <a:cubicBezTo>
                    <a:pt x="49278" y="3580"/>
                    <a:pt x="45698" y="1"/>
                    <a:pt x="41282" y="1"/>
                  </a:cubicBezTo>
                  <a:close/>
                </a:path>
              </a:pathLst>
            </a:custGeom>
            <a:solidFill>
              <a:srgbClr val="657E93"/>
            </a:solidFill>
            <a:ln>
              <a:noFill/>
            </a:ln>
          </p:spPr>
          <p:txBody>
            <a:bodyPr spcFirstLastPara="1" wrap="square" lIns="121900" tIns="121900" rIns="121900" bIns="121900" anchor="ctr" anchorCtr="0">
              <a:noAutofit/>
            </a:bodyPr>
            <a:lstStyle/>
            <a:p>
              <a:endParaRPr sz="2400"/>
            </a:p>
          </p:txBody>
        </p:sp>
        <p:sp>
          <p:nvSpPr>
            <p:cNvPr id="4636" name="Google Shape;4636;p61"/>
            <p:cNvSpPr/>
            <p:nvPr/>
          </p:nvSpPr>
          <p:spPr>
            <a:xfrm>
              <a:off x="2253298" y="2428317"/>
              <a:ext cx="261795" cy="212447"/>
            </a:xfrm>
            <a:custGeom>
              <a:avLst/>
              <a:gdLst/>
              <a:ahLst/>
              <a:cxnLst/>
              <a:rect l="l" t="t" r="r" b="b"/>
              <a:pathLst>
                <a:path w="49279" h="39990" extrusionOk="0">
                  <a:moveTo>
                    <a:pt x="7997" y="1"/>
                  </a:moveTo>
                  <a:cubicBezTo>
                    <a:pt x="3580" y="1"/>
                    <a:pt x="0" y="3580"/>
                    <a:pt x="0" y="7995"/>
                  </a:cubicBezTo>
                  <a:lnTo>
                    <a:pt x="0" y="31993"/>
                  </a:lnTo>
                  <a:cubicBezTo>
                    <a:pt x="0" y="36409"/>
                    <a:pt x="3580" y="39989"/>
                    <a:pt x="7997" y="39989"/>
                  </a:cubicBezTo>
                  <a:lnTo>
                    <a:pt x="41282" y="39989"/>
                  </a:lnTo>
                  <a:cubicBezTo>
                    <a:pt x="45697" y="39989"/>
                    <a:pt x="49277" y="36409"/>
                    <a:pt x="49277" y="31993"/>
                  </a:cubicBezTo>
                  <a:lnTo>
                    <a:pt x="49277" y="7995"/>
                  </a:lnTo>
                  <a:cubicBezTo>
                    <a:pt x="49278" y="3580"/>
                    <a:pt x="45697" y="1"/>
                    <a:pt x="41282" y="1"/>
                  </a:cubicBezTo>
                  <a:close/>
                </a:path>
              </a:pathLst>
            </a:custGeom>
            <a:solidFill>
              <a:srgbClr val="657E93"/>
            </a:solidFill>
            <a:ln>
              <a:noFill/>
            </a:ln>
          </p:spPr>
          <p:txBody>
            <a:bodyPr spcFirstLastPara="1" wrap="square" lIns="121900" tIns="121900" rIns="121900" bIns="121900" anchor="ctr" anchorCtr="0">
              <a:noAutofit/>
            </a:bodyPr>
            <a:lstStyle/>
            <a:p>
              <a:endParaRPr sz="2400"/>
            </a:p>
          </p:txBody>
        </p:sp>
        <p:sp>
          <p:nvSpPr>
            <p:cNvPr id="4637" name="Google Shape;4637;p61"/>
            <p:cNvSpPr/>
            <p:nvPr/>
          </p:nvSpPr>
          <p:spPr>
            <a:xfrm>
              <a:off x="2718685" y="2660136"/>
              <a:ext cx="17919" cy="17919"/>
            </a:xfrm>
            <a:custGeom>
              <a:avLst/>
              <a:gdLst/>
              <a:ahLst/>
              <a:cxnLst/>
              <a:rect l="l" t="t" r="r" b="b"/>
              <a:pathLst>
                <a:path w="3373" h="3373" extrusionOk="0">
                  <a:moveTo>
                    <a:pt x="1687" y="0"/>
                  </a:moveTo>
                  <a:cubicBezTo>
                    <a:pt x="755" y="0"/>
                    <a:pt x="1" y="754"/>
                    <a:pt x="1" y="1687"/>
                  </a:cubicBezTo>
                  <a:cubicBezTo>
                    <a:pt x="1" y="2619"/>
                    <a:pt x="755" y="3373"/>
                    <a:pt x="1687" y="3373"/>
                  </a:cubicBezTo>
                  <a:cubicBezTo>
                    <a:pt x="2618" y="3373"/>
                    <a:pt x="3372" y="2617"/>
                    <a:pt x="3372" y="1687"/>
                  </a:cubicBezTo>
                  <a:cubicBezTo>
                    <a:pt x="3372" y="754"/>
                    <a:pt x="2618" y="0"/>
                    <a:pt x="1687" y="0"/>
                  </a:cubicBezTo>
                  <a:close/>
                </a:path>
              </a:pathLst>
            </a:custGeom>
            <a:solidFill>
              <a:srgbClr val="435D74"/>
            </a:solidFill>
            <a:ln>
              <a:noFill/>
            </a:ln>
          </p:spPr>
          <p:txBody>
            <a:bodyPr spcFirstLastPara="1" wrap="square" lIns="121900" tIns="121900" rIns="121900" bIns="121900" anchor="ctr" anchorCtr="0">
              <a:noAutofit/>
            </a:bodyPr>
            <a:lstStyle/>
            <a:p>
              <a:endParaRPr sz="2400"/>
            </a:p>
          </p:txBody>
        </p:sp>
        <p:sp>
          <p:nvSpPr>
            <p:cNvPr id="4638" name="Google Shape;4638;p61"/>
            <p:cNvSpPr/>
            <p:nvPr/>
          </p:nvSpPr>
          <p:spPr>
            <a:xfrm>
              <a:off x="3062128" y="2660136"/>
              <a:ext cx="17924" cy="17919"/>
            </a:xfrm>
            <a:custGeom>
              <a:avLst/>
              <a:gdLst/>
              <a:ahLst/>
              <a:cxnLst/>
              <a:rect l="l" t="t" r="r" b="b"/>
              <a:pathLst>
                <a:path w="3374" h="3373" extrusionOk="0">
                  <a:moveTo>
                    <a:pt x="1687" y="0"/>
                  </a:moveTo>
                  <a:cubicBezTo>
                    <a:pt x="755" y="0"/>
                    <a:pt x="0" y="754"/>
                    <a:pt x="0" y="1687"/>
                  </a:cubicBezTo>
                  <a:cubicBezTo>
                    <a:pt x="0" y="2619"/>
                    <a:pt x="755" y="3373"/>
                    <a:pt x="1687" y="3373"/>
                  </a:cubicBezTo>
                  <a:cubicBezTo>
                    <a:pt x="2619" y="3370"/>
                    <a:pt x="3373" y="2617"/>
                    <a:pt x="3373" y="1687"/>
                  </a:cubicBezTo>
                  <a:cubicBezTo>
                    <a:pt x="3373" y="754"/>
                    <a:pt x="2619" y="0"/>
                    <a:pt x="1687" y="0"/>
                  </a:cubicBezTo>
                  <a:close/>
                </a:path>
              </a:pathLst>
            </a:custGeom>
            <a:solidFill>
              <a:srgbClr val="435D74"/>
            </a:solidFill>
            <a:ln>
              <a:noFill/>
            </a:ln>
          </p:spPr>
          <p:txBody>
            <a:bodyPr spcFirstLastPara="1" wrap="square" lIns="121900" tIns="121900" rIns="121900" bIns="121900" anchor="ctr" anchorCtr="0">
              <a:noAutofit/>
            </a:bodyPr>
            <a:lstStyle/>
            <a:p>
              <a:endParaRPr sz="2400"/>
            </a:p>
          </p:txBody>
        </p:sp>
        <p:sp>
          <p:nvSpPr>
            <p:cNvPr id="4639" name="Google Shape;4639;p61"/>
            <p:cNvSpPr/>
            <p:nvPr/>
          </p:nvSpPr>
          <p:spPr>
            <a:xfrm>
              <a:off x="2375226" y="2660136"/>
              <a:ext cx="17924" cy="17919"/>
            </a:xfrm>
            <a:custGeom>
              <a:avLst/>
              <a:gdLst/>
              <a:ahLst/>
              <a:cxnLst/>
              <a:rect l="l" t="t" r="r" b="b"/>
              <a:pathLst>
                <a:path w="3374" h="3373" extrusionOk="0">
                  <a:moveTo>
                    <a:pt x="1687" y="0"/>
                  </a:moveTo>
                  <a:cubicBezTo>
                    <a:pt x="755" y="0"/>
                    <a:pt x="1" y="754"/>
                    <a:pt x="1" y="1687"/>
                  </a:cubicBezTo>
                  <a:cubicBezTo>
                    <a:pt x="1" y="2619"/>
                    <a:pt x="755" y="3373"/>
                    <a:pt x="1687" y="3373"/>
                  </a:cubicBezTo>
                  <a:cubicBezTo>
                    <a:pt x="2619" y="3370"/>
                    <a:pt x="3374" y="2617"/>
                    <a:pt x="3374" y="1687"/>
                  </a:cubicBezTo>
                  <a:cubicBezTo>
                    <a:pt x="3374" y="754"/>
                    <a:pt x="2619" y="0"/>
                    <a:pt x="1687" y="0"/>
                  </a:cubicBezTo>
                  <a:close/>
                </a:path>
              </a:pathLst>
            </a:custGeom>
            <a:solidFill>
              <a:srgbClr val="435D74"/>
            </a:solidFill>
            <a:ln>
              <a:noFill/>
            </a:ln>
          </p:spPr>
          <p:txBody>
            <a:bodyPr spcFirstLastPara="1" wrap="square" lIns="121900" tIns="121900" rIns="121900" bIns="121900" anchor="ctr" anchorCtr="0">
              <a:noAutofit/>
            </a:bodyPr>
            <a:lstStyle/>
            <a:p>
              <a:endParaRPr sz="2400"/>
            </a:p>
          </p:txBody>
        </p:sp>
        <p:sp>
          <p:nvSpPr>
            <p:cNvPr id="4640" name="Google Shape;4640;p61"/>
            <p:cNvSpPr/>
            <p:nvPr/>
          </p:nvSpPr>
          <p:spPr>
            <a:xfrm>
              <a:off x="2718685" y="2756878"/>
              <a:ext cx="17919" cy="17919"/>
            </a:xfrm>
            <a:custGeom>
              <a:avLst/>
              <a:gdLst/>
              <a:ahLst/>
              <a:cxnLst/>
              <a:rect l="l" t="t" r="r" b="b"/>
              <a:pathLst>
                <a:path w="3373" h="3373" extrusionOk="0">
                  <a:moveTo>
                    <a:pt x="1687" y="1"/>
                  </a:moveTo>
                  <a:cubicBezTo>
                    <a:pt x="755" y="1"/>
                    <a:pt x="1" y="754"/>
                    <a:pt x="1" y="1686"/>
                  </a:cubicBezTo>
                  <a:cubicBezTo>
                    <a:pt x="1" y="2618"/>
                    <a:pt x="755" y="3372"/>
                    <a:pt x="1687" y="3372"/>
                  </a:cubicBezTo>
                  <a:cubicBezTo>
                    <a:pt x="2618" y="3372"/>
                    <a:pt x="3372" y="2616"/>
                    <a:pt x="3372" y="1686"/>
                  </a:cubicBezTo>
                  <a:cubicBezTo>
                    <a:pt x="3372" y="754"/>
                    <a:pt x="2618" y="1"/>
                    <a:pt x="1687" y="1"/>
                  </a:cubicBezTo>
                  <a:close/>
                </a:path>
              </a:pathLst>
            </a:custGeom>
            <a:solidFill>
              <a:srgbClr val="435D74"/>
            </a:solidFill>
            <a:ln>
              <a:noFill/>
            </a:ln>
          </p:spPr>
          <p:txBody>
            <a:bodyPr spcFirstLastPara="1" wrap="square" lIns="121900" tIns="121900" rIns="121900" bIns="121900" anchor="ctr" anchorCtr="0">
              <a:noAutofit/>
            </a:bodyPr>
            <a:lstStyle/>
            <a:p>
              <a:endParaRPr sz="2400"/>
            </a:p>
          </p:txBody>
        </p:sp>
        <p:sp>
          <p:nvSpPr>
            <p:cNvPr id="4641" name="Google Shape;4641;p61"/>
            <p:cNvSpPr/>
            <p:nvPr/>
          </p:nvSpPr>
          <p:spPr>
            <a:xfrm>
              <a:off x="2777509" y="2756878"/>
              <a:ext cx="17914" cy="17919"/>
            </a:xfrm>
            <a:custGeom>
              <a:avLst/>
              <a:gdLst/>
              <a:ahLst/>
              <a:cxnLst/>
              <a:rect l="l" t="t" r="r" b="b"/>
              <a:pathLst>
                <a:path w="3372" h="3373" extrusionOk="0">
                  <a:moveTo>
                    <a:pt x="1685" y="1"/>
                  </a:moveTo>
                  <a:cubicBezTo>
                    <a:pt x="753" y="1"/>
                    <a:pt x="0" y="754"/>
                    <a:pt x="0" y="1686"/>
                  </a:cubicBezTo>
                  <a:cubicBezTo>
                    <a:pt x="0" y="2618"/>
                    <a:pt x="753" y="3372"/>
                    <a:pt x="1685" y="3372"/>
                  </a:cubicBezTo>
                  <a:cubicBezTo>
                    <a:pt x="2617" y="3372"/>
                    <a:pt x="3372" y="2616"/>
                    <a:pt x="3372" y="1686"/>
                  </a:cubicBezTo>
                  <a:cubicBezTo>
                    <a:pt x="3372" y="754"/>
                    <a:pt x="2617" y="1"/>
                    <a:pt x="1685" y="1"/>
                  </a:cubicBezTo>
                  <a:close/>
                </a:path>
              </a:pathLst>
            </a:custGeom>
            <a:solidFill>
              <a:srgbClr val="435D74"/>
            </a:solidFill>
            <a:ln>
              <a:noFill/>
            </a:ln>
          </p:spPr>
          <p:txBody>
            <a:bodyPr spcFirstLastPara="1" wrap="square" lIns="121900" tIns="121900" rIns="121900" bIns="121900" anchor="ctr" anchorCtr="0">
              <a:noAutofit/>
            </a:bodyPr>
            <a:lstStyle/>
            <a:p>
              <a:endParaRPr sz="2400"/>
            </a:p>
          </p:txBody>
        </p:sp>
        <p:sp>
          <p:nvSpPr>
            <p:cNvPr id="4642" name="Google Shape;4642;p61"/>
            <p:cNvSpPr/>
            <p:nvPr/>
          </p:nvSpPr>
          <p:spPr>
            <a:xfrm>
              <a:off x="2659856" y="2756878"/>
              <a:ext cx="17914" cy="17919"/>
            </a:xfrm>
            <a:custGeom>
              <a:avLst/>
              <a:gdLst/>
              <a:ahLst/>
              <a:cxnLst/>
              <a:rect l="l" t="t" r="r" b="b"/>
              <a:pathLst>
                <a:path w="3372" h="3373" extrusionOk="0">
                  <a:moveTo>
                    <a:pt x="1687" y="1"/>
                  </a:moveTo>
                  <a:cubicBezTo>
                    <a:pt x="755" y="1"/>
                    <a:pt x="1" y="754"/>
                    <a:pt x="1" y="1686"/>
                  </a:cubicBezTo>
                  <a:cubicBezTo>
                    <a:pt x="1" y="2618"/>
                    <a:pt x="755" y="3372"/>
                    <a:pt x="1687" y="3372"/>
                  </a:cubicBezTo>
                  <a:cubicBezTo>
                    <a:pt x="2619" y="3372"/>
                    <a:pt x="3372" y="2616"/>
                    <a:pt x="3372" y="1686"/>
                  </a:cubicBezTo>
                  <a:cubicBezTo>
                    <a:pt x="3372" y="754"/>
                    <a:pt x="2619" y="1"/>
                    <a:pt x="1687" y="1"/>
                  </a:cubicBezTo>
                  <a:close/>
                </a:path>
              </a:pathLst>
            </a:custGeom>
            <a:solidFill>
              <a:srgbClr val="435D74"/>
            </a:solidFill>
            <a:ln>
              <a:noFill/>
            </a:ln>
          </p:spPr>
          <p:txBody>
            <a:bodyPr spcFirstLastPara="1" wrap="square" lIns="121900" tIns="121900" rIns="121900" bIns="121900" anchor="ctr" anchorCtr="0">
              <a:noAutofit/>
            </a:bodyPr>
            <a:lstStyle/>
            <a:p>
              <a:endParaRPr sz="2400"/>
            </a:p>
          </p:txBody>
        </p:sp>
        <p:sp>
          <p:nvSpPr>
            <p:cNvPr id="4643" name="Google Shape;4643;p61"/>
            <p:cNvSpPr/>
            <p:nvPr/>
          </p:nvSpPr>
          <p:spPr>
            <a:xfrm>
              <a:off x="2301024" y="2533889"/>
              <a:ext cx="163753" cy="1291"/>
            </a:xfrm>
            <a:custGeom>
              <a:avLst/>
              <a:gdLst/>
              <a:ahLst/>
              <a:cxnLst/>
              <a:rect l="l" t="t" r="r" b="b"/>
              <a:pathLst>
                <a:path w="30824" h="243" extrusionOk="0">
                  <a:moveTo>
                    <a:pt x="121" y="1"/>
                  </a:moveTo>
                  <a:cubicBezTo>
                    <a:pt x="55" y="1"/>
                    <a:pt x="0" y="55"/>
                    <a:pt x="0" y="121"/>
                  </a:cubicBezTo>
                  <a:cubicBezTo>
                    <a:pt x="0" y="187"/>
                    <a:pt x="55" y="243"/>
                    <a:pt x="121" y="243"/>
                  </a:cubicBezTo>
                  <a:lnTo>
                    <a:pt x="30703" y="243"/>
                  </a:lnTo>
                  <a:cubicBezTo>
                    <a:pt x="30769" y="243"/>
                    <a:pt x="30823" y="187"/>
                    <a:pt x="30823" y="121"/>
                  </a:cubicBezTo>
                  <a:cubicBezTo>
                    <a:pt x="30823" y="55"/>
                    <a:pt x="30767" y="1"/>
                    <a:pt x="30701"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644" name="Google Shape;4644;p61"/>
            <p:cNvSpPr/>
            <p:nvPr/>
          </p:nvSpPr>
          <p:spPr>
            <a:xfrm>
              <a:off x="2644918" y="2533889"/>
              <a:ext cx="163747" cy="1291"/>
            </a:xfrm>
            <a:custGeom>
              <a:avLst/>
              <a:gdLst/>
              <a:ahLst/>
              <a:cxnLst/>
              <a:rect l="l" t="t" r="r" b="b"/>
              <a:pathLst>
                <a:path w="30823" h="243" extrusionOk="0">
                  <a:moveTo>
                    <a:pt x="121" y="1"/>
                  </a:moveTo>
                  <a:cubicBezTo>
                    <a:pt x="55" y="1"/>
                    <a:pt x="0" y="55"/>
                    <a:pt x="0" y="121"/>
                  </a:cubicBezTo>
                  <a:cubicBezTo>
                    <a:pt x="0" y="187"/>
                    <a:pt x="55" y="243"/>
                    <a:pt x="121" y="243"/>
                  </a:cubicBezTo>
                  <a:lnTo>
                    <a:pt x="30701" y="243"/>
                  </a:lnTo>
                  <a:cubicBezTo>
                    <a:pt x="30769" y="243"/>
                    <a:pt x="30823" y="187"/>
                    <a:pt x="30823" y="121"/>
                  </a:cubicBezTo>
                  <a:cubicBezTo>
                    <a:pt x="30823" y="55"/>
                    <a:pt x="30767" y="1"/>
                    <a:pt x="30701"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645" name="Google Shape;4645;p61"/>
            <p:cNvSpPr/>
            <p:nvPr/>
          </p:nvSpPr>
          <p:spPr>
            <a:xfrm>
              <a:off x="2990071" y="2533889"/>
              <a:ext cx="163753" cy="1291"/>
            </a:xfrm>
            <a:custGeom>
              <a:avLst/>
              <a:gdLst/>
              <a:ahLst/>
              <a:cxnLst/>
              <a:rect l="l" t="t" r="r" b="b"/>
              <a:pathLst>
                <a:path w="30824" h="243" extrusionOk="0">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646" name="Google Shape;4646;p61"/>
            <p:cNvSpPr/>
            <p:nvPr/>
          </p:nvSpPr>
          <p:spPr>
            <a:xfrm>
              <a:off x="2644918" y="3256825"/>
              <a:ext cx="163758" cy="1291"/>
            </a:xfrm>
            <a:custGeom>
              <a:avLst/>
              <a:gdLst/>
              <a:ahLst/>
              <a:cxnLst/>
              <a:rect l="l" t="t" r="r" b="b"/>
              <a:pathLst>
                <a:path w="30825" h="243" extrusionOk="0">
                  <a:moveTo>
                    <a:pt x="121" y="0"/>
                  </a:moveTo>
                  <a:cubicBezTo>
                    <a:pt x="55" y="0"/>
                    <a:pt x="0" y="55"/>
                    <a:pt x="0" y="122"/>
                  </a:cubicBezTo>
                  <a:cubicBezTo>
                    <a:pt x="0" y="188"/>
                    <a:pt x="55" y="242"/>
                    <a:pt x="121" y="242"/>
                  </a:cubicBezTo>
                  <a:lnTo>
                    <a:pt x="30701" y="242"/>
                  </a:lnTo>
                  <a:cubicBezTo>
                    <a:pt x="30769" y="242"/>
                    <a:pt x="30824" y="190"/>
                    <a:pt x="30823" y="122"/>
                  </a:cubicBezTo>
                  <a:cubicBezTo>
                    <a:pt x="30823" y="56"/>
                    <a:pt x="30767" y="0"/>
                    <a:pt x="30701"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647" name="Google Shape;4647;p61"/>
            <p:cNvSpPr/>
            <p:nvPr/>
          </p:nvSpPr>
          <p:spPr>
            <a:xfrm>
              <a:off x="2301427" y="3256825"/>
              <a:ext cx="163758" cy="1291"/>
            </a:xfrm>
            <a:custGeom>
              <a:avLst/>
              <a:gdLst/>
              <a:ahLst/>
              <a:cxnLst/>
              <a:rect l="l" t="t" r="r" b="b"/>
              <a:pathLst>
                <a:path w="30825" h="243" extrusionOk="0">
                  <a:moveTo>
                    <a:pt x="123" y="0"/>
                  </a:moveTo>
                  <a:cubicBezTo>
                    <a:pt x="57" y="0"/>
                    <a:pt x="1" y="55"/>
                    <a:pt x="1" y="122"/>
                  </a:cubicBezTo>
                  <a:cubicBezTo>
                    <a:pt x="1" y="188"/>
                    <a:pt x="57" y="242"/>
                    <a:pt x="123" y="242"/>
                  </a:cubicBezTo>
                  <a:lnTo>
                    <a:pt x="30702" y="242"/>
                  </a:lnTo>
                  <a:cubicBezTo>
                    <a:pt x="30771" y="242"/>
                    <a:pt x="30825" y="190"/>
                    <a:pt x="30823" y="122"/>
                  </a:cubicBezTo>
                  <a:cubicBezTo>
                    <a:pt x="30823" y="56"/>
                    <a:pt x="30769" y="0"/>
                    <a:pt x="30702"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648" name="Google Shape;4648;p61"/>
            <p:cNvSpPr/>
            <p:nvPr/>
          </p:nvSpPr>
          <p:spPr>
            <a:xfrm>
              <a:off x="2990102" y="3256847"/>
              <a:ext cx="163753" cy="1291"/>
            </a:xfrm>
            <a:custGeom>
              <a:avLst/>
              <a:gdLst/>
              <a:ahLst/>
              <a:cxnLst/>
              <a:rect l="l" t="t" r="r" b="b"/>
              <a:pathLst>
                <a:path w="30824" h="243" extrusionOk="0">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649" name="Google Shape;4649;p61"/>
            <p:cNvSpPr/>
            <p:nvPr/>
          </p:nvSpPr>
          <p:spPr>
            <a:xfrm>
              <a:off x="2833559" y="2761962"/>
              <a:ext cx="248503" cy="268106"/>
            </a:xfrm>
            <a:custGeom>
              <a:avLst/>
              <a:gdLst/>
              <a:ahLst/>
              <a:cxnLst/>
              <a:rect l="l" t="t" r="r" b="b"/>
              <a:pathLst>
                <a:path w="46777" h="50467" extrusionOk="0">
                  <a:moveTo>
                    <a:pt x="1" y="1"/>
                  </a:moveTo>
                  <a:lnTo>
                    <a:pt x="1" y="1458"/>
                  </a:lnTo>
                  <a:lnTo>
                    <a:pt x="21544" y="1458"/>
                  </a:lnTo>
                  <a:cubicBezTo>
                    <a:pt x="34653" y="1458"/>
                    <a:pt x="45320" y="12123"/>
                    <a:pt x="45320" y="25233"/>
                  </a:cubicBezTo>
                  <a:cubicBezTo>
                    <a:pt x="45320" y="38344"/>
                    <a:pt x="34653" y="49009"/>
                    <a:pt x="21544" y="49009"/>
                  </a:cubicBezTo>
                  <a:lnTo>
                    <a:pt x="1" y="49009"/>
                  </a:lnTo>
                  <a:lnTo>
                    <a:pt x="1" y="50466"/>
                  </a:lnTo>
                  <a:lnTo>
                    <a:pt x="21544" y="50466"/>
                  </a:lnTo>
                  <a:cubicBezTo>
                    <a:pt x="35457" y="50466"/>
                    <a:pt x="46776" y="39146"/>
                    <a:pt x="46776" y="25233"/>
                  </a:cubicBezTo>
                  <a:cubicBezTo>
                    <a:pt x="46776" y="11322"/>
                    <a:pt x="35457" y="1"/>
                    <a:pt x="21544" y="1"/>
                  </a:cubicBezTo>
                  <a:close/>
                </a:path>
              </a:pathLst>
            </a:custGeom>
            <a:solidFill>
              <a:srgbClr val="96979B"/>
            </a:solidFill>
            <a:ln>
              <a:noFill/>
            </a:ln>
          </p:spPr>
          <p:txBody>
            <a:bodyPr spcFirstLastPara="1" wrap="square" lIns="121900" tIns="121900" rIns="121900" bIns="121900" anchor="ctr" anchorCtr="0">
              <a:noAutofit/>
            </a:bodyPr>
            <a:lstStyle/>
            <a:p>
              <a:endParaRPr sz="2400"/>
            </a:p>
          </p:txBody>
        </p:sp>
      </p:grpSp>
      <p:sp>
        <p:nvSpPr>
          <p:cNvPr id="417" name="Dikdörtgen 416"/>
          <p:cNvSpPr/>
          <p:nvPr/>
        </p:nvSpPr>
        <p:spPr>
          <a:xfrm>
            <a:off x="-27447" y="-9813"/>
            <a:ext cx="10911016" cy="1077218"/>
          </a:xfrm>
          <a:prstGeom prst="rect">
            <a:avLst/>
          </a:prstGeom>
        </p:spPr>
        <p:txBody>
          <a:bodyPr wrap="square">
            <a:spAutoFit/>
          </a:bodyPr>
          <a:lstStyle/>
          <a:p>
            <a:pPr fontAlgn="ctr">
              <a:defRPr/>
            </a:pPr>
            <a:r>
              <a:rPr lang="tr-TR" sz="3200" b="1" noProof="1">
                <a:cs typeface="Helvetica" panose="020B0604020202020204" pitchFamily="34" charset="0"/>
                <a:sym typeface="Flama Ziraat Medium" charset="0"/>
              </a:rPr>
              <a:t>Sunumlarda Kullanılabilecek Çeşitli Şekiller</a:t>
            </a:r>
          </a:p>
          <a:p>
            <a:pPr fontAlgn="ctr">
              <a:defRPr/>
            </a:pPr>
            <a:r>
              <a:rPr lang="tr-TR" sz="3200" b="1" i="1" noProof="1">
                <a:solidFill>
                  <a:srgbClr val="C00000"/>
                </a:solidFill>
                <a:cs typeface="Helvetica" panose="020B0604020202020204" pitchFamily="34" charset="0"/>
                <a:sym typeface="Flama Ziraat Medium" charset="0"/>
              </a:rPr>
              <a:t>Hepsi Farklı Renklerde Boyanabilir ya da Değiştirilebilirdir…</a:t>
            </a:r>
          </a:p>
        </p:txBody>
      </p:sp>
    </p:spTree>
    <p:extLst>
      <p:ext uri="{BB962C8B-B14F-4D97-AF65-F5344CB8AC3E}">
        <p14:creationId xmlns:p14="http://schemas.microsoft.com/office/powerpoint/2010/main" val="2067969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53"/>
        <p:cNvGrpSpPr/>
        <p:nvPr/>
      </p:nvGrpSpPr>
      <p:grpSpPr>
        <a:xfrm>
          <a:off x="0" y="0"/>
          <a:ext cx="0" cy="0"/>
          <a:chOff x="0" y="0"/>
          <a:chExt cx="0" cy="0"/>
        </a:xfrm>
      </p:grpSpPr>
      <p:grpSp>
        <p:nvGrpSpPr>
          <p:cNvPr id="4654" name="Google Shape;4654;p62"/>
          <p:cNvGrpSpPr/>
          <p:nvPr/>
        </p:nvGrpSpPr>
        <p:grpSpPr>
          <a:xfrm>
            <a:off x="4471443" y="1527503"/>
            <a:ext cx="3151191" cy="1357156"/>
            <a:chOff x="3292400" y="1219146"/>
            <a:chExt cx="2615240" cy="1110239"/>
          </a:xfrm>
        </p:grpSpPr>
        <p:sp>
          <p:nvSpPr>
            <p:cNvPr id="4655" name="Google Shape;4655;p62"/>
            <p:cNvSpPr/>
            <p:nvPr/>
          </p:nvSpPr>
          <p:spPr>
            <a:xfrm>
              <a:off x="3292400" y="1845763"/>
              <a:ext cx="370500" cy="478500"/>
            </a:xfrm>
            <a:prstGeom prst="round2DiagRect">
              <a:avLst>
                <a:gd name="adj1" fmla="val 16667"/>
                <a:gd name="adj2" fmla="val 0"/>
              </a:avLst>
            </a:prstGeom>
            <a:solidFill>
              <a:srgbClr val="ABBCC9"/>
            </a:solidFill>
            <a:ln>
              <a:noFill/>
            </a:ln>
          </p:spPr>
          <p:txBody>
            <a:bodyPr spcFirstLastPara="1" wrap="square" lIns="0" tIns="0" rIns="0" bIns="0" anchor="ctr" anchorCtr="0">
              <a:noAutofit/>
            </a:bodyPr>
            <a:lstStyle/>
            <a:p>
              <a:endParaRPr sz="267">
                <a:solidFill>
                  <a:srgbClr val="FFFFFF"/>
                </a:solidFill>
              </a:endParaRPr>
            </a:p>
          </p:txBody>
        </p:sp>
        <p:sp>
          <p:nvSpPr>
            <p:cNvPr id="4656" name="Google Shape;4656;p62"/>
            <p:cNvSpPr/>
            <p:nvPr/>
          </p:nvSpPr>
          <p:spPr>
            <a:xfrm>
              <a:off x="3292400" y="1314860"/>
              <a:ext cx="370500" cy="478500"/>
            </a:xfrm>
            <a:prstGeom prst="round2DiagRect">
              <a:avLst>
                <a:gd name="adj1" fmla="val 16667"/>
                <a:gd name="adj2" fmla="val 0"/>
              </a:avLst>
            </a:prstGeom>
            <a:solidFill>
              <a:srgbClr val="869FB1"/>
            </a:solidFill>
            <a:ln>
              <a:noFill/>
            </a:ln>
          </p:spPr>
          <p:txBody>
            <a:bodyPr spcFirstLastPara="1" wrap="square" lIns="121900" tIns="121900" rIns="121900" bIns="121900" anchor="ctr" anchorCtr="0">
              <a:noAutofit/>
            </a:bodyPr>
            <a:lstStyle/>
            <a:p>
              <a:endParaRPr sz="267">
                <a:solidFill>
                  <a:srgbClr val="FFFFFF"/>
                </a:solidFill>
              </a:endParaRPr>
            </a:p>
          </p:txBody>
        </p:sp>
        <p:sp>
          <p:nvSpPr>
            <p:cNvPr id="4657" name="Google Shape;4657;p62"/>
            <p:cNvSpPr txBox="1"/>
            <p:nvPr/>
          </p:nvSpPr>
          <p:spPr>
            <a:xfrm flipH="1">
              <a:off x="3678794" y="1219157"/>
              <a:ext cx="370500" cy="84300"/>
            </a:xfrm>
            <a:prstGeom prst="rect">
              <a:avLst/>
            </a:prstGeom>
            <a:noFill/>
            <a:ln>
              <a:noFill/>
            </a:ln>
          </p:spPr>
          <p:txBody>
            <a:bodyPr spcFirstLastPara="1" wrap="square" lIns="0" tIns="0" rIns="0" bIns="0" anchor="t" anchorCtr="0">
              <a:noAutofit/>
            </a:bodyPr>
            <a:lstStyle/>
            <a:p>
              <a:pPr algn="ctr">
                <a:spcAft>
                  <a:spcPts val="2133"/>
                </a:spcAft>
              </a:pPr>
              <a:r>
                <a:rPr lang="en" sz="267">
                  <a:solidFill>
                    <a:srgbClr val="FFFFFF"/>
                  </a:solidFill>
                </a:rPr>
                <a:t>JANUARY</a:t>
              </a:r>
              <a:endParaRPr sz="267">
                <a:solidFill>
                  <a:srgbClr val="FFFFFF"/>
                </a:solidFill>
              </a:endParaRPr>
            </a:p>
          </p:txBody>
        </p:sp>
        <p:sp>
          <p:nvSpPr>
            <p:cNvPr id="4658" name="Google Shape;4658;p62"/>
            <p:cNvSpPr txBox="1"/>
            <p:nvPr/>
          </p:nvSpPr>
          <p:spPr>
            <a:xfrm flipH="1">
              <a:off x="4051671" y="1219146"/>
              <a:ext cx="401400" cy="84300"/>
            </a:xfrm>
            <a:prstGeom prst="rect">
              <a:avLst/>
            </a:prstGeom>
            <a:noFill/>
            <a:ln>
              <a:noFill/>
            </a:ln>
          </p:spPr>
          <p:txBody>
            <a:bodyPr spcFirstLastPara="1" wrap="square" lIns="0" tIns="0" rIns="0" bIns="0" anchor="t" anchorCtr="0">
              <a:noAutofit/>
            </a:bodyPr>
            <a:lstStyle/>
            <a:p>
              <a:pPr algn="ctr">
                <a:spcAft>
                  <a:spcPts val="2133"/>
                </a:spcAft>
              </a:pPr>
              <a:r>
                <a:rPr lang="en" sz="267">
                  <a:solidFill>
                    <a:srgbClr val="FFFFFF"/>
                  </a:solidFill>
                </a:rPr>
                <a:t>FEBRUARY</a:t>
              </a:r>
              <a:endParaRPr sz="267">
                <a:solidFill>
                  <a:srgbClr val="FFFFFF"/>
                </a:solidFill>
              </a:endParaRPr>
            </a:p>
          </p:txBody>
        </p:sp>
        <p:sp>
          <p:nvSpPr>
            <p:cNvPr id="4659" name="Google Shape;4659;p62"/>
            <p:cNvSpPr txBox="1"/>
            <p:nvPr/>
          </p:nvSpPr>
          <p:spPr>
            <a:xfrm flipH="1">
              <a:off x="4453057" y="1219146"/>
              <a:ext cx="348000" cy="84300"/>
            </a:xfrm>
            <a:prstGeom prst="rect">
              <a:avLst/>
            </a:prstGeom>
            <a:noFill/>
            <a:ln>
              <a:noFill/>
            </a:ln>
          </p:spPr>
          <p:txBody>
            <a:bodyPr spcFirstLastPara="1" wrap="square" lIns="0" tIns="0" rIns="0" bIns="0" anchor="t" anchorCtr="0">
              <a:noAutofit/>
            </a:bodyPr>
            <a:lstStyle/>
            <a:p>
              <a:pPr algn="ctr">
                <a:spcAft>
                  <a:spcPts val="2133"/>
                </a:spcAft>
              </a:pPr>
              <a:r>
                <a:rPr lang="en" sz="267">
                  <a:solidFill>
                    <a:srgbClr val="FFFFFF"/>
                  </a:solidFill>
                </a:rPr>
                <a:t>MARCH</a:t>
              </a:r>
              <a:endParaRPr sz="267">
                <a:solidFill>
                  <a:srgbClr val="FFFFFF"/>
                </a:solidFill>
              </a:endParaRPr>
            </a:p>
          </p:txBody>
        </p:sp>
        <p:sp>
          <p:nvSpPr>
            <p:cNvPr id="4660" name="Google Shape;4660;p62"/>
            <p:cNvSpPr txBox="1"/>
            <p:nvPr/>
          </p:nvSpPr>
          <p:spPr>
            <a:xfrm flipH="1">
              <a:off x="4831790" y="1219155"/>
              <a:ext cx="313200" cy="84300"/>
            </a:xfrm>
            <a:prstGeom prst="rect">
              <a:avLst/>
            </a:prstGeom>
            <a:noFill/>
            <a:ln>
              <a:noFill/>
            </a:ln>
          </p:spPr>
          <p:txBody>
            <a:bodyPr spcFirstLastPara="1" wrap="square" lIns="0" tIns="0" rIns="0" bIns="0" anchor="t" anchorCtr="0">
              <a:noAutofit/>
            </a:bodyPr>
            <a:lstStyle/>
            <a:p>
              <a:pPr algn="ctr">
                <a:spcAft>
                  <a:spcPts val="2133"/>
                </a:spcAft>
              </a:pPr>
              <a:r>
                <a:rPr lang="en" sz="267">
                  <a:solidFill>
                    <a:srgbClr val="FFFFFF"/>
                  </a:solidFill>
                </a:rPr>
                <a:t>APRIL</a:t>
              </a:r>
              <a:endParaRPr sz="267">
                <a:solidFill>
                  <a:srgbClr val="FFFFFF"/>
                </a:solidFill>
              </a:endParaRPr>
            </a:p>
          </p:txBody>
        </p:sp>
        <p:sp>
          <p:nvSpPr>
            <p:cNvPr id="4661" name="Google Shape;4661;p62"/>
            <p:cNvSpPr txBox="1"/>
            <p:nvPr/>
          </p:nvSpPr>
          <p:spPr>
            <a:xfrm flipH="1">
              <a:off x="5186134" y="1219155"/>
              <a:ext cx="313200" cy="84300"/>
            </a:xfrm>
            <a:prstGeom prst="rect">
              <a:avLst/>
            </a:prstGeom>
            <a:noFill/>
            <a:ln>
              <a:noFill/>
            </a:ln>
          </p:spPr>
          <p:txBody>
            <a:bodyPr spcFirstLastPara="1" wrap="square" lIns="0" tIns="0" rIns="0" bIns="0" anchor="t" anchorCtr="0">
              <a:noAutofit/>
            </a:bodyPr>
            <a:lstStyle/>
            <a:p>
              <a:pPr algn="ctr">
                <a:spcAft>
                  <a:spcPts val="2133"/>
                </a:spcAft>
              </a:pPr>
              <a:r>
                <a:rPr lang="en" sz="267">
                  <a:solidFill>
                    <a:srgbClr val="FFFFFF"/>
                  </a:solidFill>
                </a:rPr>
                <a:t>MAY</a:t>
              </a:r>
              <a:endParaRPr sz="267">
                <a:solidFill>
                  <a:srgbClr val="FFFFFF"/>
                </a:solidFill>
              </a:endParaRPr>
            </a:p>
          </p:txBody>
        </p:sp>
        <p:sp>
          <p:nvSpPr>
            <p:cNvPr id="4662" name="Google Shape;4662;p62"/>
            <p:cNvSpPr txBox="1"/>
            <p:nvPr/>
          </p:nvSpPr>
          <p:spPr>
            <a:xfrm flipH="1">
              <a:off x="5562148" y="1219155"/>
              <a:ext cx="313200" cy="84300"/>
            </a:xfrm>
            <a:prstGeom prst="rect">
              <a:avLst/>
            </a:prstGeom>
            <a:noFill/>
            <a:ln>
              <a:noFill/>
            </a:ln>
          </p:spPr>
          <p:txBody>
            <a:bodyPr spcFirstLastPara="1" wrap="square" lIns="0" tIns="0" rIns="0" bIns="0" anchor="t" anchorCtr="0">
              <a:noAutofit/>
            </a:bodyPr>
            <a:lstStyle/>
            <a:p>
              <a:pPr algn="ctr">
                <a:spcAft>
                  <a:spcPts val="2133"/>
                </a:spcAft>
              </a:pPr>
              <a:r>
                <a:rPr lang="en" sz="267">
                  <a:solidFill>
                    <a:srgbClr val="FFFFFF"/>
                  </a:solidFill>
                </a:rPr>
                <a:t>JUNE</a:t>
              </a:r>
              <a:endParaRPr sz="267">
                <a:solidFill>
                  <a:srgbClr val="FFFFFF"/>
                </a:solidFill>
              </a:endParaRPr>
            </a:p>
          </p:txBody>
        </p:sp>
        <p:sp>
          <p:nvSpPr>
            <p:cNvPr id="4663" name="Google Shape;4663;p62"/>
            <p:cNvSpPr txBox="1"/>
            <p:nvPr/>
          </p:nvSpPr>
          <p:spPr>
            <a:xfrm flipH="1">
              <a:off x="3338153" y="1379250"/>
              <a:ext cx="279000" cy="96600"/>
            </a:xfrm>
            <a:prstGeom prst="rect">
              <a:avLst/>
            </a:prstGeom>
            <a:noFill/>
            <a:ln>
              <a:noFill/>
            </a:ln>
          </p:spPr>
          <p:txBody>
            <a:bodyPr spcFirstLastPara="1" wrap="square" lIns="0" tIns="0" rIns="0" bIns="0" anchor="t" anchorCtr="0">
              <a:noAutofit/>
            </a:bodyPr>
            <a:lstStyle/>
            <a:p>
              <a:pPr algn="r">
                <a:spcAft>
                  <a:spcPts val="2133"/>
                </a:spcAft>
              </a:pPr>
              <a:r>
                <a:rPr lang="en" sz="267">
                  <a:solidFill>
                    <a:srgbClr val="FFFFFF"/>
                  </a:solidFill>
                </a:rPr>
                <a:t>PHASE 1</a:t>
              </a:r>
              <a:endParaRPr sz="267">
                <a:solidFill>
                  <a:srgbClr val="FFFFFF"/>
                </a:solidFill>
              </a:endParaRPr>
            </a:p>
          </p:txBody>
        </p:sp>
        <p:sp>
          <p:nvSpPr>
            <p:cNvPr id="4664" name="Google Shape;4664;p62"/>
            <p:cNvSpPr txBox="1"/>
            <p:nvPr/>
          </p:nvSpPr>
          <p:spPr>
            <a:xfrm flipH="1">
              <a:off x="3338156" y="1902299"/>
              <a:ext cx="279000" cy="96600"/>
            </a:xfrm>
            <a:prstGeom prst="rect">
              <a:avLst/>
            </a:prstGeom>
            <a:noFill/>
            <a:ln>
              <a:noFill/>
            </a:ln>
          </p:spPr>
          <p:txBody>
            <a:bodyPr spcFirstLastPara="1" wrap="square" lIns="0" tIns="0" rIns="0" bIns="0" anchor="t" anchorCtr="0">
              <a:noAutofit/>
            </a:bodyPr>
            <a:lstStyle/>
            <a:p>
              <a:pPr algn="r">
                <a:spcAft>
                  <a:spcPts val="2133"/>
                </a:spcAft>
              </a:pPr>
              <a:r>
                <a:rPr lang="en" sz="267">
                  <a:solidFill>
                    <a:srgbClr val="FFFFFF"/>
                  </a:solidFill>
                </a:rPr>
                <a:t>PHASE 2</a:t>
              </a:r>
              <a:endParaRPr sz="267">
                <a:solidFill>
                  <a:srgbClr val="FFFFFF"/>
                </a:solidFill>
              </a:endParaRPr>
            </a:p>
          </p:txBody>
        </p:sp>
        <p:sp>
          <p:nvSpPr>
            <p:cNvPr id="4665" name="Google Shape;4665;p62"/>
            <p:cNvSpPr txBox="1"/>
            <p:nvPr/>
          </p:nvSpPr>
          <p:spPr>
            <a:xfrm flipH="1">
              <a:off x="3344522" y="1537172"/>
              <a:ext cx="262200" cy="96600"/>
            </a:xfrm>
            <a:prstGeom prst="rect">
              <a:avLst/>
            </a:prstGeom>
            <a:noFill/>
            <a:ln>
              <a:noFill/>
            </a:ln>
          </p:spPr>
          <p:txBody>
            <a:bodyPr spcFirstLastPara="1" wrap="square" lIns="0" tIns="0" rIns="0" bIns="0" anchor="t" anchorCtr="0">
              <a:noAutofit/>
            </a:bodyPr>
            <a:lstStyle/>
            <a:p>
              <a:pPr algn="r">
                <a:lnSpc>
                  <a:spcPct val="115000"/>
                </a:lnSpc>
                <a:spcAft>
                  <a:spcPts val="2133"/>
                </a:spcAft>
              </a:pPr>
              <a:r>
                <a:rPr lang="en" sz="267">
                  <a:solidFill>
                    <a:srgbClr val="FFFFFF"/>
                  </a:solidFill>
                </a:rPr>
                <a:t>Task 1</a:t>
              </a:r>
              <a:endParaRPr sz="267">
                <a:solidFill>
                  <a:srgbClr val="FFFFFF"/>
                </a:solidFill>
              </a:endParaRPr>
            </a:p>
          </p:txBody>
        </p:sp>
        <p:sp>
          <p:nvSpPr>
            <p:cNvPr id="4666" name="Google Shape;4666;p62"/>
            <p:cNvSpPr txBox="1"/>
            <p:nvPr/>
          </p:nvSpPr>
          <p:spPr>
            <a:xfrm flipH="1">
              <a:off x="3344522" y="1713877"/>
              <a:ext cx="262200" cy="96600"/>
            </a:xfrm>
            <a:prstGeom prst="rect">
              <a:avLst/>
            </a:prstGeom>
            <a:noFill/>
            <a:ln>
              <a:noFill/>
            </a:ln>
          </p:spPr>
          <p:txBody>
            <a:bodyPr spcFirstLastPara="1" wrap="square" lIns="0" tIns="0" rIns="0" bIns="0" anchor="t" anchorCtr="0">
              <a:noAutofit/>
            </a:bodyPr>
            <a:lstStyle/>
            <a:p>
              <a:pPr algn="r">
                <a:lnSpc>
                  <a:spcPct val="115000"/>
                </a:lnSpc>
                <a:spcAft>
                  <a:spcPts val="2133"/>
                </a:spcAft>
              </a:pPr>
              <a:r>
                <a:rPr lang="en" sz="267">
                  <a:solidFill>
                    <a:srgbClr val="FFFFFF"/>
                  </a:solidFill>
                </a:rPr>
                <a:t>Task 2</a:t>
              </a:r>
              <a:endParaRPr sz="267">
                <a:solidFill>
                  <a:srgbClr val="FFFFFF"/>
                </a:solidFill>
              </a:endParaRPr>
            </a:p>
          </p:txBody>
        </p:sp>
        <p:sp>
          <p:nvSpPr>
            <p:cNvPr id="4667" name="Google Shape;4667;p62"/>
            <p:cNvSpPr txBox="1"/>
            <p:nvPr/>
          </p:nvSpPr>
          <p:spPr>
            <a:xfrm flipH="1">
              <a:off x="3344522" y="2079003"/>
              <a:ext cx="262200" cy="96600"/>
            </a:xfrm>
            <a:prstGeom prst="rect">
              <a:avLst/>
            </a:prstGeom>
            <a:noFill/>
            <a:ln>
              <a:noFill/>
            </a:ln>
          </p:spPr>
          <p:txBody>
            <a:bodyPr spcFirstLastPara="1" wrap="square" lIns="0" tIns="0" rIns="0" bIns="0" anchor="t" anchorCtr="0">
              <a:noAutofit/>
            </a:bodyPr>
            <a:lstStyle/>
            <a:p>
              <a:pPr algn="r">
                <a:lnSpc>
                  <a:spcPct val="115000"/>
                </a:lnSpc>
                <a:spcAft>
                  <a:spcPts val="2133"/>
                </a:spcAft>
              </a:pPr>
              <a:r>
                <a:rPr lang="en" sz="267">
                  <a:solidFill>
                    <a:srgbClr val="FFFFFF"/>
                  </a:solidFill>
                </a:rPr>
                <a:t>Task 1</a:t>
              </a:r>
              <a:endParaRPr sz="267">
                <a:solidFill>
                  <a:srgbClr val="FFFFFF"/>
                </a:solidFill>
              </a:endParaRPr>
            </a:p>
          </p:txBody>
        </p:sp>
        <p:sp>
          <p:nvSpPr>
            <p:cNvPr id="4668" name="Google Shape;4668;p62"/>
            <p:cNvSpPr txBox="1"/>
            <p:nvPr/>
          </p:nvSpPr>
          <p:spPr>
            <a:xfrm flipH="1">
              <a:off x="3344527" y="2246885"/>
              <a:ext cx="262200" cy="82500"/>
            </a:xfrm>
            <a:prstGeom prst="rect">
              <a:avLst/>
            </a:prstGeom>
            <a:noFill/>
            <a:ln>
              <a:noFill/>
            </a:ln>
          </p:spPr>
          <p:txBody>
            <a:bodyPr spcFirstLastPara="1" wrap="square" lIns="0" tIns="0" rIns="0" bIns="0" anchor="t" anchorCtr="0">
              <a:noAutofit/>
            </a:bodyPr>
            <a:lstStyle/>
            <a:p>
              <a:pPr algn="r">
                <a:lnSpc>
                  <a:spcPct val="115000"/>
                </a:lnSpc>
                <a:spcAft>
                  <a:spcPts val="2133"/>
                </a:spcAft>
              </a:pPr>
              <a:r>
                <a:rPr lang="en" sz="267">
                  <a:solidFill>
                    <a:srgbClr val="FFFFFF"/>
                  </a:solidFill>
                </a:rPr>
                <a:t>Task 2</a:t>
              </a:r>
              <a:endParaRPr sz="267">
                <a:solidFill>
                  <a:srgbClr val="FFFFFF"/>
                </a:solidFill>
              </a:endParaRPr>
            </a:p>
          </p:txBody>
        </p:sp>
        <p:grpSp>
          <p:nvGrpSpPr>
            <p:cNvPr id="4669" name="Google Shape;4669;p62"/>
            <p:cNvGrpSpPr/>
            <p:nvPr/>
          </p:nvGrpSpPr>
          <p:grpSpPr>
            <a:xfrm>
              <a:off x="3748438" y="1378608"/>
              <a:ext cx="2159202" cy="903971"/>
              <a:chOff x="1683525" y="2179850"/>
              <a:chExt cx="4519050" cy="2134525"/>
            </a:xfrm>
          </p:grpSpPr>
          <p:sp>
            <p:nvSpPr>
              <p:cNvPr id="4670" name="Google Shape;4670;p62"/>
              <p:cNvSpPr/>
              <p:nvPr/>
            </p:nvSpPr>
            <p:spPr>
              <a:xfrm>
                <a:off x="1683525" y="2179850"/>
                <a:ext cx="4519050" cy="53925"/>
              </a:xfrm>
              <a:custGeom>
                <a:avLst/>
                <a:gdLst/>
                <a:ahLst/>
                <a:cxnLst/>
                <a:rect l="l" t="t" r="r" b="b"/>
                <a:pathLst>
                  <a:path w="180762" h="2157" extrusionOk="0">
                    <a:moveTo>
                      <a:pt x="1072" y="1"/>
                    </a:moveTo>
                    <a:cubicBezTo>
                      <a:pt x="477" y="1"/>
                      <a:pt x="1" y="477"/>
                      <a:pt x="1" y="1073"/>
                    </a:cubicBezTo>
                    <a:cubicBezTo>
                      <a:pt x="1" y="1668"/>
                      <a:pt x="477" y="2156"/>
                      <a:pt x="1072" y="2156"/>
                    </a:cubicBezTo>
                    <a:lnTo>
                      <a:pt x="179678" y="2156"/>
                    </a:lnTo>
                    <a:cubicBezTo>
                      <a:pt x="180273" y="2156"/>
                      <a:pt x="180761" y="1668"/>
                      <a:pt x="180761" y="1073"/>
                    </a:cubicBezTo>
                    <a:cubicBezTo>
                      <a:pt x="180761" y="477"/>
                      <a:pt x="180273" y="1"/>
                      <a:pt x="179678" y="1"/>
                    </a:cubicBezTo>
                    <a:close/>
                  </a:path>
                </a:pathLst>
              </a:custGeom>
              <a:solidFill>
                <a:srgbClr val="7994A9">
                  <a:alpha val="64709"/>
                </a:srgbClr>
              </a:solidFill>
              <a:ln>
                <a:noFill/>
              </a:ln>
            </p:spPr>
            <p:txBody>
              <a:bodyPr spcFirstLastPara="1" wrap="square" lIns="121900" tIns="121900" rIns="121900" bIns="121900" anchor="ctr" anchorCtr="0">
                <a:noAutofit/>
              </a:bodyPr>
              <a:lstStyle/>
              <a:p>
                <a:endParaRPr sz="267">
                  <a:solidFill>
                    <a:srgbClr val="FFFFFF"/>
                  </a:solidFill>
                </a:endParaRPr>
              </a:p>
            </p:txBody>
          </p:sp>
          <p:sp>
            <p:nvSpPr>
              <p:cNvPr id="4671" name="Google Shape;4671;p62"/>
              <p:cNvSpPr/>
              <p:nvPr/>
            </p:nvSpPr>
            <p:spPr>
              <a:xfrm>
                <a:off x="1683525" y="2595975"/>
                <a:ext cx="4519050" cy="53900"/>
              </a:xfrm>
              <a:custGeom>
                <a:avLst/>
                <a:gdLst/>
                <a:ahLst/>
                <a:cxnLst/>
                <a:rect l="l" t="t" r="r" b="b"/>
                <a:pathLst>
                  <a:path w="180762" h="2156" extrusionOk="0">
                    <a:moveTo>
                      <a:pt x="1072" y="1"/>
                    </a:moveTo>
                    <a:cubicBezTo>
                      <a:pt x="477" y="1"/>
                      <a:pt x="1" y="489"/>
                      <a:pt x="1" y="1084"/>
                    </a:cubicBezTo>
                    <a:cubicBezTo>
                      <a:pt x="1" y="1668"/>
                      <a:pt x="477" y="2156"/>
                      <a:pt x="1072" y="2156"/>
                    </a:cubicBezTo>
                    <a:lnTo>
                      <a:pt x="179678" y="2156"/>
                    </a:lnTo>
                    <a:cubicBezTo>
                      <a:pt x="180273" y="2156"/>
                      <a:pt x="180761" y="1668"/>
                      <a:pt x="180761" y="1084"/>
                    </a:cubicBezTo>
                    <a:cubicBezTo>
                      <a:pt x="180761" y="489"/>
                      <a:pt x="180273" y="1"/>
                      <a:pt x="179678" y="1"/>
                    </a:cubicBezTo>
                    <a:close/>
                  </a:path>
                </a:pathLst>
              </a:custGeom>
              <a:solidFill>
                <a:srgbClr val="374957"/>
              </a:solidFill>
              <a:ln>
                <a:noFill/>
              </a:ln>
            </p:spPr>
            <p:txBody>
              <a:bodyPr spcFirstLastPara="1" wrap="square" lIns="121900" tIns="121900" rIns="121900" bIns="121900" anchor="ctr" anchorCtr="0">
                <a:noAutofit/>
              </a:bodyPr>
              <a:lstStyle/>
              <a:p>
                <a:endParaRPr sz="267">
                  <a:solidFill>
                    <a:srgbClr val="FFFFFF"/>
                  </a:solidFill>
                </a:endParaRPr>
              </a:p>
            </p:txBody>
          </p:sp>
          <p:sp>
            <p:nvSpPr>
              <p:cNvPr id="4672" name="Google Shape;4672;p62"/>
              <p:cNvSpPr/>
              <p:nvPr/>
            </p:nvSpPr>
            <p:spPr>
              <a:xfrm>
                <a:off x="1683525" y="3012100"/>
                <a:ext cx="4519050" cy="53900"/>
              </a:xfrm>
              <a:custGeom>
                <a:avLst/>
                <a:gdLst/>
                <a:ahLst/>
                <a:cxnLst/>
                <a:rect l="l" t="t" r="r" b="b"/>
                <a:pathLst>
                  <a:path w="180762" h="2156" extrusionOk="0">
                    <a:moveTo>
                      <a:pt x="1072" y="1"/>
                    </a:moveTo>
                    <a:cubicBezTo>
                      <a:pt x="477" y="1"/>
                      <a:pt x="1" y="489"/>
                      <a:pt x="1" y="1084"/>
                    </a:cubicBezTo>
                    <a:cubicBezTo>
                      <a:pt x="1" y="1680"/>
                      <a:pt x="477" y="2156"/>
                      <a:pt x="1072" y="2156"/>
                    </a:cubicBezTo>
                    <a:lnTo>
                      <a:pt x="179678" y="2156"/>
                    </a:lnTo>
                    <a:cubicBezTo>
                      <a:pt x="180273" y="2156"/>
                      <a:pt x="180761" y="1668"/>
                      <a:pt x="180761" y="1072"/>
                    </a:cubicBezTo>
                    <a:cubicBezTo>
                      <a:pt x="180761" y="477"/>
                      <a:pt x="180273" y="1"/>
                      <a:pt x="179678" y="1"/>
                    </a:cubicBezTo>
                    <a:close/>
                  </a:path>
                </a:pathLst>
              </a:custGeom>
              <a:solidFill>
                <a:srgbClr val="7994A9">
                  <a:alpha val="64709"/>
                </a:srgbClr>
              </a:solidFill>
              <a:ln>
                <a:noFill/>
              </a:ln>
            </p:spPr>
            <p:txBody>
              <a:bodyPr spcFirstLastPara="1" wrap="square" lIns="121900" tIns="121900" rIns="121900" bIns="121900" anchor="ctr" anchorCtr="0">
                <a:noAutofit/>
              </a:bodyPr>
              <a:lstStyle/>
              <a:p>
                <a:endParaRPr sz="267">
                  <a:solidFill>
                    <a:srgbClr val="FFFFFF"/>
                  </a:solidFill>
                </a:endParaRPr>
              </a:p>
            </p:txBody>
          </p:sp>
          <p:sp>
            <p:nvSpPr>
              <p:cNvPr id="4673" name="Google Shape;4673;p62"/>
              <p:cNvSpPr/>
              <p:nvPr/>
            </p:nvSpPr>
            <p:spPr>
              <a:xfrm>
                <a:off x="1683525" y="3428225"/>
                <a:ext cx="4519050" cy="53900"/>
              </a:xfrm>
              <a:custGeom>
                <a:avLst/>
                <a:gdLst/>
                <a:ahLst/>
                <a:cxnLst/>
                <a:rect l="l" t="t" r="r" b="b"/>
                <a:pathLst>
                  <a:path w="180762" h="2156" extrusionOk="0">
                    <a:moveTo>
                      <a:pt x="1072" y="1"/>
                    </a:moveTo>
                    <a:cubicBezTo>
                      <a:pt x="477" y="1"/>
                      <a:pt x="1" y="489"/>
                      <a:pt x="1" y="1084"/>
                    </a:cubicBezTo>
                    <a:cubicBezTo>
                      <a:pt x="1" y="1679"/>
                      <a:pt x="477" y="2156"/>
                      <a:pt x="1072" y="2156"/>
                    </a:cubicBezTo>
                    <a:lnTo>
                      <a:pt x="179678" y="2156"/>
                    </a:lnTo>
                    <a:cubicBezTo>
                      <a:pt x="180273" y="2156"/>
                      <a:pt x="180761" y="1679"/>
                      <a:pt x="180761" y="1084"/>
                    </a:cubicBezTo>
                    <a:cubicBezTo>
                      <a:pt x="180761" y="489"/>
                      <a:pt x="180273" y="1"/>
                      <a:pt x="179678" y="1"/>
                    </a:cubicBezTo>
                    <a:close/>
                  </a:path>
                </a:pathLst>
              </a:custGeom>
              <a:solidFill>
                <a:srgbClr val="374957"/>
              </a:solidFill>
              <a:ln>
                <a:noFill/>
              </a:ln>
            </p:spPr>
            <p:txBody>
              <a:bodyPr spcFirstLastPara="1" wrap="square" lIns="121900" tIns="121900" rIns="121900" bIns="121900" anchor="ctr" anchorCtr="0">
                <a:noAutofit/>
              </a:bodyPr>
              <a:lstStyle/>
              <a:p>
                <a:endParaRPr sz="267">
                  <a:solidFill>
                    <a:srgbClr val="FFFFFF"/>
                  </a:solidFill>
                </a:endParaRPr>
              </a:p>
            </p:txBody>
          </p:sp>
          <p:sp>
            <p:nvSpPr>
              <p:cNvPr id="4674" name="Google Shape;4674;p62"/>
              <p:cNvSpPr/>
              <p:nvPr/>
            </p:nvSpPr>
            <p:spPr>
              <a:xfrm>
                <a:off x="1683525" y="3844350"/>
                <a:ext cx="4519050" cy="53900"/>
              </a:xfrm>
              <a:custGeom>
                <a:avLst/>
                <a:gdLst/>
                <a:ahLst/>
                <a:cxnLst/>
                <a:rect l="l" t="t" r="r" b="b"/>
                <a:pathLst>
                  <a:path w="180762" h="2156" extrusionOk="0">
                    <a:moveTo>
                      <a:pt x="548" y="1"/>
                    </a:moveTo>
                    <a:cubicBezTo>
                      <a:pt x="251" y="1"/>
                      <a:pt x="1" y="251"/>
                      <a:pt x="1" y="560"/>
                    </a:cubicBezTo>
                    <a:lnTo>
                      <a:pt x="1" y="1608"/>
                    </a:lnTo>
                    <a:cubicBezTo>
                      <a:pt x="1" y="1917"/>
                      <a:pt x="251" y="2156"/>
                      <a:pt x="548" y="2156"/>
                    </a:cubicBezTo>
                    <a:lnTo>
                      <a:pt x="180202" y="2156"/>
                    </a:lnTo>
                    <a:cubicBezTo>
                      <a:pt x="180511" y="2156"/>
                      <a:pt x="180761" y="1917"/>
                      <a:pt x="180761" y="1608"/>
                    </a:cubicBezTo>
                    <a:lnTo>
                      <a:pt x="180761" y="560"/>
                    </a:lnTo>
                    <a:cubicBezTo>
                      <a:pt x="180761" y="251"/>
                      <a:pt x="180511" y="1"/>
                      <a:pt x="180202" y="1"/>
                    </a:cubicBezTo>
                    <a:close/>
                  </a:path>
                </a:pathLst>
              </a:custGeom>
              <a:solidFill>
                <a:srgbClr val="7994A9">
                  <a:alpha val="64709"/>
                </a:srgbClr>
              </a:solidFill>
              <a:ln>
                <a:noFill/>
              </a:ln>
            </p:spPr>
            <p:txBody>
              <a:bodyPr spcFirstLastPara="1" wrap="square" lIns="121900" tIns="121900" rIns="121900" bIns="121900" anchor="ctr" anchorCtr="0">
                <a:noAutofit/>
              </a:bodyPr>
              <a:lstStyle/>
              <a:p>
                <a:endParaRPr sz="267">
                  <a:solidFill>
                    <a:srgbClr val="FFFFFF"/>
                  </a:solidFill>
                </a:endParaRPr>
              </a:p>
            </p:txBody>
          </p:sp>
          <p:sp>
            <p:nvSpPr>
              <p:cNvPr id="4675" name="Google Shape;4675;p62"/>
              <p:cNvSpPr/>
              <p:nvPr/>
            </p:nvSpPr>
            <p:spPr>
              <a:xfrm>
                <a:off x="1683525" y="4260475"/>
                <a:ext cx="4519050" cy="53900"/>
              </a:xfrm>
              <a:custGeom>
                <a:avLst/>
                <a:gdLst/>
                <a:ahLst/>
                <a:cxnLst/>
                <a:rect l="l" t="t" r="r" b="b"/>
                <a:pathLst>
                  <a:path w="180762" h="2156" extrusionOk="0">
                    <a:moveTo>
                      <a:pt x="1072" y="0"/>
                    </a:moveTo>
                    <a:cubicBezTo>
                      <a:pt x="477" y="0"/>
                      <a:pt x="1" y="489"/>
                      <a:pt x="1" y="1084"/>
                    </a:cubicBezTo>
                    <a:cubicBezTo>
                      <a:pt x="1" y="1679"/>
                      <a:pt x="477" y="2156"/>
                      <a:pt x="1072" y="2156"/>
                    </a:cubicBezTo>
                    <a:lnTo>
                      <a:pt x="179678" y="2156"/>
                    </a:lnTo>
                    <a:cubicBezTo>
                      <a:pt x="180273" y="2156"/>
                      <a:pt x="180761" y="1679"/>
                      <a:pt x="180761" y="1084"/>
                    </a:cubicBezTo>
                    <a:cubicBezTo>
                      <a:pt x="180761" y="489"/>
                      <a:pt x="180273" y="0"/>
                      <a:pt x="179678" y="0"/>
                    </a:cubicBezTo>
                    <a:close/>
                  </a:path>
                </a:pathLst>
              </a:custGeom>
              <a:solidFill>
                <a:srgbClr val="374957"/>
              </a:solidFill>
              <a:ln>
                <a:noFill/>
              </a:ln>
            </p:spPr>
            <p:txBody>
              <a:bodyPr spcFirstLastPara="1" wrap="square" lIns="121900" tIns="121900" rIns="121900" bIns="121900" anchor="ctr" anchorCtr="0">
                <a:noAutofit/>
              </a:bodyPr>
              <a:lstStyle/>
              <a:p>
                <a:endParaRPr sz="267">
                  <a:solidFill>
                    <a:srgbClr val="FFFFFF"/>
                  </a:solidFill>
                </a:endParaRPr>
              </a:p>
            </p:txBody>
          </p:sp>
          <p:sp>
            <p:nvSpPr>
              <p:cNvPr id="4676" name="Google Shape;4676;p62"/>
              <p:cNvSpPr/>
              <p:nvPr/>
            </p:nvSpPr>
            <p:spPr>
              <a:xfrm>
                <a:off x="1683525" y="2179850"/>
                <a:ext cx="921275" cy="53925"/>
              </a:xfrm>
              <a:custGeom>
                <a:avLst/>
                <a:gdLst/>
                <a:ahLst/>
                <a:cxnLst/>
                <a:rect l="l" t="t" r="r" b="b"/>
                <a:pathLst>
                  <a:path w="36851" h="2157" extrusionOk="0">
                    <a:moveTo>
                      <a:pt x="1072" y="1"/>
                    </a:moveTo>
                    <a:cubicBezTo>
                      <a:pt x="477" y="1"/>
                      <a:pt x="1" y="477"/>
                      <a:pt x="1" y="1073"/>
                    </a:cubicBezTo>
                    <a:cubicBezTo>
                      <a:pt x="1" y="1668"/>
                      <a:pt x="477" y="2156"/>
                      <a:pt x="1072" y="2156"/>
                    </a:cubicBezTo>
                    <a:lnTo>
                      <a:pt x="35767" y="2156"/>
                    </a:lnTo>
                    <a:cubicBezTo>
                      <a:pt x="36362" y="2156"/>
                      <a:pt x="36851" y="1668"/>
                      <a:pt x="36851" y="1073"/>
                    </a:cubicBezTo>
                    <a:cubicBezTo>
                      <a:pt x="36851" y="477"/>
                      <a:pt x="36362" y="1"/>
                      <a:pt x="35767" y="1"/>
                    </a:cubicBezTo>
                    <a:close/>
                  </a:path>
                </a:pathLst>
              </a:custGeom>
              <a:solidFill>
                <a:srgbClr val="7994A9"/>
              </a:solidFill>
              <a:ln>
                <a:noFill/>
              </a:ln>
            </p:spPr>
            <p:txBody>
              <a:bodyPr spcFirstLastPara="1" wrap="square" lIns="121900" tIns="121900" rIns="121900" bIns="121900" anchor="ctr" anchorCtr="0">
                <a:noAutofit/>
              </a:bodyPr>
              <a:lstStyle/>
              <a:p>
                <a:endParaRPr sz="267">
                  <a:solidFill>
                    <a:srgbClr val="FFFFFF"/>
                  </a:solidFill>
                </a:endParaRPr>
              </a:p>
            </p:txBody>
          </p:sp>
          <p:sp>
            <p:nvSpPr>
              <p:cNvPr id="4677" name="Google Shape;4677;p62"/>
              <p:cNvSpPr/>
              <p:nvPr/>
            </p:nvSpPr>
            <p:spPr>
              <a:xfrm>
                <a:off x="2166625" y="2595975"/>
                <a:ext cx="2036900" cy="53900"/>
              </a:xfrm>
              <a:custGeom>
                <a:avLst/>
                <a:gdLst/>
                <a:ahLst/>
                <a:cxnLst/>
                <a:rect l="l" t="t" r="r" b="b"/>
                <a:pathLst>
                  <a:path w="81476" h="2156" extrusionOk="0">
                    <a:moveTo>
                      <a:pt x="1084" y="1"/>
                    </a:moveTo>
                    <a:cubicBezTo>
                      <a:pt x="489" y="1"/>
                      <a:pt x="1" y="489"/>
                      <a:pt x="1" y="1084"/>
                    </a:cubicBezTo>
                    <a:cubicBezTo>
                      <a:pt x="1" y="1668"/>
                      <a:pt x="489" y="2156"/>
                      <a:pt x="1084" y="2156"/>
                    </a:cubicBezTo>
                    <a:lnTo>
                      <a:pt x="80392" y="2156"/>
                    </a:lnTo>
                    <a:cubicBezTo>
                      <a:pt x="80987" y="2156"/>
                      <a:pt x="81475" y="1668"/>
                      <a:pt x="81475" y="1084"/>
                    </a:cubicBezTo>
                    <a:cubicBezTo>
                      <a:pt x="81475" y="489"/>
                      <a:pt x="80987" y="1"/>
                      <a:pt x="80392" y="1"/>
                    </a:cubicBezTo>
                    <a:close/>
                  </a:path>
                </a:pathLst>
              </a:custGeom>
              <a:solidFill>
                <a:srgbClr val="D7DFE5">
                  <a:alpha val="65920"/>
                </a:srgbClr>
              </a:solidFill>
              <a:ln>
                <a:noFill/>
              </a:ln>
            </p:spPr>
            <p:txBody>
              <a:bodyPr spcFirstLastPara="1" wrap="square" lIns="121900" tIns="121900" rIns="121900" bIns="121900" anchor="ctr" anchorCtr="0">
                <a:noAutofit/>
              </a:bodyPr>
              <a:lstStyle/>
              <a:p>
                <a:endParaRPr sz="267">
                  <a:solidFill>
                    <a:srgbClr val="FFFFFF"/>
                  </a:solidFill>
                </a:endParaRPr>
              </a:p>
            </p:txBody>
          </p:sp>
          <p:sp>
            <p:nvSpPr>
              <p:cNvPr id="4678" name="Google Shape;4678;p62"/>
              <p:cNvSpPr/>
              <p:nvPr/>
            </p:nvSpPr>
            <p:spPr>
              <a:xfrm>
                <a:off x="2808675" y="3012100"/>
                <a:ext cx="1082000" cy="53900"/>
              </a:xfrm>
              <a:custGeom>
                <a:avLst/>
                <a:gdLst/>
                <a:ahLst/>
                <a:cxnLst/>
                <a:rect l="l" t="t" r="r" b="b"/>
                <a:pathLst>
                  <a:path w="43280" h="2156" extrusionOk="0">
                    <a:moveTo>
                      <a:pt x="1072" y="1"/>
                    </a:moveTo>
                    <a:cubicBezTo>
                      <a:pt x="477" y="1"/>
                      <a:pt x="0" y="477"/>
                      <a:pt x="0" y="1072"/>
                    </a:cubicBezTo>
                    <a:cubicBezTo>
                      <a:pt x="0" y="1668"/>
                      <a:pt x="477" y="2156"/>
                      <a:pt x="1072" y="2156"/>
                    </a:cubicBezTo>
                    <a:lnTo>
                      <a:pt x="42196" y="2156"/>
                    </a:lnTo>
                    <a:cubicBezTo>
                      <a:pt x="42791" y="2156"/>
                      <a:pt x="43280" y="1668"/>
                      <a:pt x="43280" y="1072"/>
                    </a:cubicBezTo>
                    <a:cubicBezTo>
                      <a:pt x="43280" y="477"/>
                      <a:pt x="42791" y="1"/>
                      <a:pt x="42196" y="1"/>
                    </a:cubicBezTo>
                    <a:close/>
                  </a:path>
                </a:pathLst>
              </a:custGeom>
              <a:solidFill>
                <a:srgbClr val="7994A9"/>
              </a:solidFill>
              <a:ln>
                <a:noFill/>
              </a:ln>
            </p:spPr>
            <p:txBody>
              <a:bodyPr spcFirstLastPara="1" wrap="square" lIns="121900" tIns="121900" rIns="121900" bIns="121900" anchor="ctr" anchorCtr="0">
                <a:noAutofit/>
              </a:bodyPr>
              <a:lstStyle/>
              <a:p>
                <a:endParaRPr sz="267">
                  <a:solidFill>
                    <a:srgbClr val="FFFFFF"/>
                  </a:solidFill>
                </a:endParaRPr>
              </a:p>
            </p:txBody>
          </p:sp>
          <p:sp>
            <p:nvSpPr>
              <p:cNvPr id="4679" name="Google Shape;4679;p62"/>
              <p:cNvSpPr/>
              <p:nvPr/>
            </p:nvSpPr>
            <p:spPr>
              <a:xfrm>
                <a:off x="2942925" y="3428225"/>
                <a:ext cx="2044925" cy="53900"/>
              </a:xfrm>
              <a:custGeom>
                <a:avLst/>
                <a:gdLst/>
                <a:ahLst/>
                <a:cxnLst/>
                <a:rect l="l" t="t" r="r" b="b"/>
                <a:pathLst>
                  <a:path w="81797" h="2156" extrusionOk="0">
                    <a:moveTo>
                      <a:pt x="1084" y="1"/>
                    </a:moveTo>
                    <a:cubicBezTo>
                      <a:pt x="488" y="1"/>
                      <a:pt x="0" y="489"/>
                      <a:pt x="12" y="1084"/>
                    </a:cubicBezTo>
                    <a:cubicBezTo>
                      <a:pt x="12" y="1679"/>
                      <a:pt x="488" y="2156"/>
                      <a:pt x="1084" y="2156"/>
                    </a:cubicBezTo>
                    <a:lnTo>
                      <a:pt x="80713" y="2156"/>
                    </a:lnTo>
                    <a:cubicBezTo>
                      <a:pt x="81308" y="2156"/>
                      <a:pt x="81796" y="1679"/>
                      <a:pt x="81796" y="1084"/>
                    </a:cubicBezTo>
                    <a:cubicBezTo>
                      <a:pt x="81796" y="489"/>
                      <a:pt x="81308" y="1"/>
                      <a:pt x="80713" y="1"/>
                    </a:cubicBezTo>
                    <a:close/>
                  </a:path>
                </a:pathLst>
              </a:custGeom>
              <a:solidFill>
                <a:srgbClr val="D7DFE5">
                  <a:alpha val="65920"/>
                </a:srgbClr>
              </a:solidFill>
              <a:ln>
                <a:noFill/>
              </a:ln>
            </p:spPr>
            <p:txBody>
              <a:bodyPr spcFirstLastPara="1" wrap="square" lIns="121900" tIns="121900" rIns="121900" bIns="121900" anchor="ctr" anchorCtr="0">
                <a:noAutofit/>
              </a:bodyPr>
              <a:lstStyle/>
              <a:p>
                <a:endParaRPr sz="267">
                  <a:solidFill>
                    <a:srgbClr val="FFFFFF"/>
                  </a:solidFill>
                </a:endParaRPr>
              </a:p>
            </p:txBody>
          </p:sp>
          <p:sp>
            <p:nvSpPr>
              <p:cNvPr id="4680" name="Google Shape;4680;p62"/>
              <p:cNvSpPr/>
              <p:nvPr/>
            </p:nvSpPr>
            <p:spPr>
              <a:xfrm>
                <a:off x="3933825" y="3844350"/>
                <a:ext cx="1650825" cy="53900"/>
              </a:xfrm>
              <a:custGeom>
                <a:avLst/>
                <a:gdLst/>
                <a:ahLst/>
                <a:cxnLst/>
                <a:rect l="l" t="t" r="r" b="b"/>
                <a:pathLst>
                  <a:path w="66033" h="2156" extrusionOk="0">
                    <a:moveTo>
                      <a:pt x="548" y="1"/>
                    </a:moveTo>
                    <a:cubicBezTo>
                      <a:pt x="238" y="1"/>
                      <a:pt x="0" y="251"/>
                      <a:pt x="0" y="560"/>
                    </a:cubicBezTo>
                    <a:lnTo>
                      <a:pt x="0" y="1608"/>
                    </a:lnTo>
                    <a:cubicBezTo>
                      <a:pt x="0" y="1917"/>
                      <a:pt x="238" y="2156"/>
                      <a:pt x="548" y="2156"/>
                    </a:cubicBezTo>
                    <a:lnTo>
                      <a:pt x="65472" y="2156"/>
                    </a:lnTo>
                    <a:cubicBezTo>
                      <a:pt x="65782" y="2156"/>
                      <a:pt x="66032" y="1917"/>
                      <a:pt x="66032" y="1608"/>
                    </a:cubicBezTo>
                    <a:lnTo>
                      <a:pt x="66032" y="560"/>
                    </a:lnTo>
                    <a:cubicBezTo>
                      <a:pt x="66032" y="251"/>
                      <a:pt x="65782" y="1"/>
                      <a:pt x="65472" y="1"/>
                    </a:cubicBezTo>
                    <a:close/>
                  </a:path>
                </a:pathLst>
              </a:custGeom>
              <a:solidFill>
                <a:srgbClr val="7994A9"/>
              </a:solidFill>
              <a:ln>
                <a:noFill/>
              </a:ln>
            </p:spPr>
            <p:txBody>
              <a:bodyPr spcFirstLastPara="1" wrap="square" lIns="121900" tIns="121900" rIns="121900" bIns="121900" anchor="ctr" anchorCtr="0">
                <a:noAutofit/>
              </a:bodyPr>
              <a:lstStyle/>
              <a:p>
                <a:endParaRPr sz="267">
                  <a:solidFill>
                    <a:srgbClr val="FFFFFF"/>
                  </a:solidFill>
                </a:endParaRPr>
              </a:p>
            </p:txBody>
          </p:sp>
          <p:sp>
            <p:nvSpPr>
              <p:cNvPr id="4681" name="Google Shape;4681;p62"/>
              <p:cNvSpPr/>
              <p:nvPr/>
            </p:nvSpPr>
            <p:spPr>
              <a:xfrm>
                <a:off x="5058950" y="4260775"/>
                <a:ext cx="1143625" cy="53600"/>
              </a:xfrm>
              <a:custGeom>
                <a:avLst/>
                <a:gdLst/>
                <a:ahLst/>
                <a:cxnLst/>
                <a:rect l="l" t="t" r="r" b="b"/>
                <a:pathLst>
                  <a:path w="45745" h="2144" extrusionOk="0">
                    <a:moveTo>
                      <a:pt x="1072" y="0"/>
                    </a:moveTo>
                    <a:cubicBezTo>
                      <a:pt x="477" y="0"/>
                      <a:pt x="1" y="477"/>
                      <a:pt x="1" y="1072"/>
                    </a:cubicBezTo>
                    <a:cubicBezTo>
                      <a:pt x="1" y="1667"/>
                      <a:pt x="477" y="2144"/>
                      <a:pt x="1072" y="2144"/>
                    </a:cubicBezTo>
                    <a:lnTo>
                      <a:pt x="44661" y="2144"/>
                    </a:lnTo>
                    <a:cubicBezTo>
                      <a:pt x="45256" y="2144"/>
                      <a:pt x="45744" y="1667"/>
                      <a:pt x="45744" y="1072"/>
                    </a:cubicBezTo>
                    <a:cubicBezTo>
                      <a:pt x="45744" y="477"/>
                      <a:pt x="45256" y="0"/>
                      <a:pt x="44661" y="0"/>
                    </a:cubicBezTo>
                    <a:close/>
                  </a:path>
                </a:pathLst>
              </a:custGeom>
              <a:solidFill>
                <a:srgbClr val="D7DFE5">
                  <a:alpha val="65920"/>
                </a:srgbClr>
              </a:solidFill>
              <a:ln>
                <a:noFill/>
              </a:ln>
            </p:spPr>
            <p:txBody>
              <a:bodyPr spcFirstLastPara="1" wrap="square" lIns="121900" tIns="121900" rIns="121900" bIns="121900" anchor="ctr" anchorCtr="0">
                <a:noAutofit/>
              </a:bodyPr>
              <a:lstStyle/>
              <a:p>
                <a:endParaRPr sz="267">
                  <a:solidFill>
                    <a:srgbClr val="FFFFFF"/>
                  </a:solidFill>
                </a:endParaRPr>
              </a:p>
            </p:txBody>
          </p:sp>
        </p:grpSp>
      </p:grpSp>
      <p:graphicFrame>
        <p:nvGraphicFramePr>
          <p:cNvPr id="4682" name="Google Shape;4682;p62"/>
          <p:cNvGraphicFramePr/>
          <p:nvPr/>
        </p:nvGraphicFramePr>
        <p:xfrm>
          <a:off x="7932900" y="3097467"/>
          <a:ext cx="3321732" cy="1158132"/>
        </p:xfrm>
        <a:graphic>
          <a:graphicData uri="http://schemas.openxmlformats.org/drawingml/2006/table">
            <a:tbl>
              <a:tblPr>
                <a:noFill/>
              </a:tblPr>
              <a:tblGrid>
                <a:gridCol w="830433">
                  <a:extLst>
                    <a:ext uri="{9D8B030D-6E8A-4147-A177-3AD203B41FA5}">
                      <a16:colId xmlns:a16="http://schemas.microsoft.com/office/drawing/2014/main" val="20000"/>
                    </a:ext>
                  </a:extLst>
                </a:gridCol>
                <a:gridCol w="830433">
                  <a:extLst>
                    <a:ext uri="{9D8B030D-6E8A-4147-A177-3AD203B41FA5}">
                      <a16:colId xmlns:a16="http://schemas.microsoft.com/office/drawing/2014/main" val="20001"/>
                    </a:ext>
                  </a:extLst>
                </a:gridCol>
                <a:gridCol w="830433">
                  <a:extLst>
                    <a:ext uri="{9D8B030D-6E8A-4147-A177-3AD203B41FA5}">
                      <a16:colId xmlns:a16="http://schemas.microsoft.com/office/drawing/2014/main" val="20002"/>
                    </a:ext>
                  </a:extLst>
                </a:gridCol>
                <a:gridCol w="830433">
                  <a:extLst>
                    <a:ext uri="{9D8B030D-6E8A-4147-A177-3AD203B41FA5}">
                      <a16:colId xmlns:a16="http://schemas.microsoft.com/office/drawing/2014/main" val="20003"/>
                    </a:ext>
                  </a:extLst>
                </a:gridCol>
              </a:tblGrid>
              <a:tr h="289533">
                <a:tc>
                  <a:txBody>
                    <a:bodyPr/>
                    <a:lstStyle/>
                    <a:p>
                      <a:pPr marL="0" lvl="0" indent="0" algn="ctr" rtl="0">
                        <a:spcBef>
                          <a:spcPts val="0"/>
                        </a:spcBef>
                        <a:spcAft>
                          <a:spcPts val="0"/>
                        </a:spcAft>
                        <a:buNone/>
                      </a:pPr>
                      <a:endParaRPr sz="300" b="1" dirty="0">
                        <a:latin typeface="Amatic SC"/>
                        <a:ea typeface="Amatic SC"/>
                        <a:cs typeface="Amatic SC"/>
                        <a:sym typeface="Amatic SC"/>
                      </a:endParaRPr>
                    </a:p>
                  </a:txBody>
                  <a:tcPr marL="121900" marR="121900" marT="121900" marB="121900">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solidFill>
                      <a:srgbClr val="CFD9E0"/>
                    </a:solidFill>
                  </a:tcPr>
                </a:tc>
                <a:tc>
                  <a:txBody>
                    <a:bodyPr/>
                    <a:lstStyle/>
                    <a:p>
                      <a:pPr marL="0" lvl="0" indent="0" algn="ctr" rtl="0">
                        <a:spcBef>
                          <a:spcPts val="0"/>
                        </a:spcBef>
                        <a:spcAft>
                          <a:spcPts val="0"/>
                        </a:spcAft>
                        <a:buNone/>
                      </a:pPr>
                      <a:endParaRPr sz="300" b="1">
                        <a:latin typeface="Amatic SC"/>
                        <a:ea typeface="Amatic SC"/>
                        <a:cs typeface="Amatic SC"/>
                        <a:sym typeface="Amatic SC"/>
                      </a:endParaRPr>
                    </a:p>
                  </a:txBody>
                  <a:tcPr marL="121900" marR="121900" marT="121900" marB="12190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300" b="1">
                        <a:latin typeface="Amatic SC"/>
                        <a:ea typeface="Amatic SC"/>
                        <a:cs typeface="Amatic SC"/>
                        <a:sym typeface="Amatic SC"/>
                      </a:endParaRPr>
                    </a:p>
                  </a:txBody>
                  <a:tcPr marL="121900" marR="121900" marT="121900" marB="12190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300" b="1">
                        <a:latin typeface="Amatic SC"/>
                        <a:ea typeface="Amatic SC"/>
                        <a:cs typeface="Amatic SC"/>
                        <a:sym typeface="Amatic SC"/>
                      </a:endParaRPr>
                    </a:p>
                  </a:txBody>
                  <a:tcPr marL="121900" marR="121900" marT="121900" marB="12190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tcPr>
                </a:tc>
                <a:extLst>
                  <a:ext uri="{0D108BD9-81ED-4DB2-BD59-A6C34878D82A}">
                    <a16:rowId xmlns:a16="http://schemas.microsoft.com/office/drawing/2014/main" val="10000"/>
                  </a:ext>
                </a:extLst>
              </a:tr>
              <a:tr h="289533">
                <a:tc>
                  <a:txBody>
                    <a:bodyPr/>
                    <a:lstStyle/>
                    <a:p>
                      <a:pPr marL="0" lvl="0" indent="0" algn="ctr" rtl="0">
                        <a:spcBef>
                          <a:spcPts val="0"/>
                        </a:spcBef>
                        <a:spcAft>
                          <a:spcPts val="0"/>
                        </a:spcAft>
                        <a:buNone/>
                      </a:pPr>
                      <a:endParaRPr sz="300" b="1">
                        <a:latin typeface="Amatic SC"/>
                        <a:ea typeface="Amatic SC"/>
                        <a:cs typeface="Amatic SC"/>
                        <a:sym typeface="Amatic SC"/>
                      </a:endParaRPr>
                    </a:p>
                  </a:txBody>
                  <a:tcPr marL="121900" marR="121900" marT="121900" marB="121900">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CFD9E0"/>
                    </a:solidFill>
                  </a:tcPr>
                </a:tc>
                <a:tc>
                  <a:txBody>
                    <a:bodyPr/>
                    <a:lstStyle/>
                    <a:p>
                      <a:pPr marL="0" lvl="0" indent="0" algn="ctr" rtl="0">
                        <a:spcBef>
                          <a:spcPts val="0"/>
                        </a:spcBef>
                        <a:spcAft>
                          <a:spcPts val="0"/>
                        </a:spcAft>
                        <a:buNone/>
                      </a:pPr>
                      <a:endParaRPr sz="300" b="1">
                        <a:latin typeface="Amatic SC"/>
                        <a:ea typeface="Amatic SC"/>
                        <a:cs typeface="Amatic SC"/>
                        <a:sym typeface="Amatic SC"/>
                      </a:endParaRPr>
                    </a:p>
                  </a:txBody>
                  <a:tcPr marL="121900" marR="121900" marT="121900" marB="12190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300" b="1">
                        <a:latin typeface="Amatic SC"/>
                        <a:ea typeface="Amatic SC"/>
                        <a:cs typeface="Amatic SC"/>
                        <a:sym typeface="Amatic SC"/>
                      </a:endParaRPr>
                    </a:p>
                  </a:txBody>
                  <a:tcPr marL="121900" marR="121900" marT="121900" marB="12190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300" b="1">
                        <a:latin typeface="Amatic SC"/>
                        <a:ea typeface="Amatic SC"/>
                        <a:cs typeface="Amatic SC"/>
                        <a:sym typeface="Amatic SC"/>
                      </a:endParaRPr>
                    </a:p>
                  </a:txBody>
                  <a:tcPr marL="121900" marR="121900" marT="121900" marB="12190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extLst>
                  <a:ext uri="{0D108BD9-81ED-4DB2-BD59-A6C34878D82A}">
                    <a16:rowId xmlns:a16="http://schemas.microsoft.com/office/drawing/2014/main" val="10001"/>
                  </a:ext>
                </a:extLst>
              </a:tr>
              <a:tr h="289533">
                <a:tc>
                  <a:txBody>
                    <a:bodyPr/>
                    <a:lstStyle/>
                    <a:p>
                      <a:pPr marL="0" lvl="0" indent="0" algn="ctr" rtl="0">
                        <a:spcBef>
                          <a:spcPts val="0"/>
                        </a:spcBef>
                        <a:spcAft>
                          <a:spcPts val="0"/>
                        </a:spcAft>
                        <a:buNone/>
                      </a:pPr>
                      <a:endParaRPr sz="300" b="1">
                        <a:latin typeface="Amatic SC"/>
                        <a:ea typeface="Amatic SC"/>
                        <a:cs typeface="Amatic SC"/>
                        <a:sym typeface="Amatic SC"/>
                      </a:endParaRPr>
                    </a:p>
                  </a:txBody>
                  <a:tcPr marL="121900" marR="121900" marT="121900" marB="121900">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300" b="1" dirty="0">
                        <a:latin typeface="Amatic SC"/>
                        <a:ea typeface="Amatic SC"/>
                        <a:cs typeface="Amatic SC"/>
                        <a:sym typeface="Amatic SC"/>
                      </a:endParaRPr>
                    </a:p>
                  </a:txBody>
                  <a:tcPr marL="121900" marR="121900" marT="121900" marB="12190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E3E9ED"/>
                    </a:solidFill>
                  </a:tcPr>
                </a:tc>
                <a:tc>
                  <a:txBody>
                    <a:bodyPr/>
                    <a:lstStyle/>
                    <a:p>
                      <a:pPr marL="0" lvl="0" indent="0" algn="ctr" rtl="0">
                        <a:spcBef>
                          <a:spcPts val="0"/>
                        </a:spcBef>
                        <a:spcAft>
                          <a:spcPts val="0"/>
                        </a:spcAft>
                        <a:buNone/>
                      </a:pPr>
                      <a:endParaRPr sz="300" b="1">
                        <a:latin typeface="Amatic SC"/>
                        <a:ea typeface="Amatic SC"/>
                        <a:cs typeface="Amatic SC"/>
                        <a:sym typeface="Amatic SC"/>
                      </a:endParaRPr>
                    </a:p>
                  </a:txBody>
                  <a:tcPr marL="121900" marR="121900" marT="121900" marB="12190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869FB2"/>
                    </a:solidFill>
                  </a:tcPr>
                </a:tc>
                <a:tc>
                  <a:txBody>
                    <a:bodyPr/>
                    <a:lstStyle/>
                    <a:p>
                      <a:pPr marL="0" lvl="0" indent="0" algn="ctr" rtl="0">
                        <a:spcBef>
                          <a:spcPts val="0"/>
                        </a:spcBef>
                        <a:spcAft>
                          <a:spcPts val="0"/>
                        </a:spcAft>
                        <a:buNone/>
                      </a:pPr>
                      <a:endParaRPr sz="300" b="1">
                        <a:latin typeface="Amatic SC"/>
                        <a:ea typeface="Amatic SC"/>
                        <a:cs typeface="Amatic SC"/>
                        <a:sym typeface="Amatic SC"/>
                      </a:endParaRPr>
                    </a:p>
                  </a:txBody>
                  <a:tcPr marL="121900" marR="121900" marT="121900" marB="12190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extLst>
                  <a:ext uri="{0D108BD9-81ED-4DB2-BD59-A6C34878D82A}">
                    <a16:rowId xmlns:a16="http://schemas.microsoft.com/office/drawing/2014/main" val="10002"/>
                  </a:ext>
                </a:extLst>
              </a:tr>
              <a:tr h="289533">
                <a:tc>
                  <a:txBody>
                    <a:bodyPr/>
                    <a:lstStyle/>
                    <a:p>
                      <a:pPr marL="0" lvl="0" indent="0" algn="ctr" rtl="0">
                        <a:spcBef>
                          <a:spcPts val="0"/>
                        </a:spcBef>
                        <a:spcAft>
                          <a:spcPts val="0"/>
                        </a:spcAft>
                        <a:buNone/>
                      </a:pPr>
                      <a:endParaRPr sz="300" b="1">
                        <a:latin typeface="Amatic SC"/>
                        <a:ea typeface="Amatic SC"/>
                        <a:cs typeface="Amatic SC"/>
                        <a:sym typeface="Amatic SC"/>
                      </a:endParaRPr>
                    </a:p>
                  </a:txBody>
                  <a:tcPr marL="121900" marR="121900" marT="121900" marB="121900">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300" b="1">
                        <a:latin typeface="Amatic SC"/>
                        <a:ea typeface="Amatic SC"/>
                        <a:cs typeface="Amatic SC"/>
                        <a:sym typeface="Amatic SC"/>
                      </a:endParaRPr>
                    </a:p>
                  </a:txBody>
                  <a:tcPr marL="121900" marR="121900" marT="121900" marB="12190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300" b="1">
                        <a:latin typeface="Amatic SC"/>
                        <a:ea typeface="Amatic SC"/>
                        <a:cs typeface="Amatic SC"/>
                        <a:sym typeface="Amatic SC"/>
                      </a:endParaRPr>
                    </a:p>
                  </a:txBody>
                  <a:tcPr marL="121900" marR="121900" marT="121900" marB="12190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300" b="1">
                        <a:latin typeface="Amatic SC"/>
                        <a:ea typeface="Amatic SC"/>
                        <a:cs typeface="Amatic SC"/>
                        <a:sym typeface="Amatic SC"/>
                      </a:endParaRPr>
                    </a:p>
                  </a:txBody>
                  <a:tcPr marL="121900" marR="121900" marT="121900" marB="12190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7994A9">
                        <a:alpha val="64709"/>
                      </a:srgbClr>
                    </a:solidFill>
                  </a:tcPr>
                </a:tc>
                <a:extLst>
                  <a:ext uri="{0D108BD9-81ED-4DB2-BD59-A6C34878D82A}">
                    <a16:rowId xmlns:a16="http://schemas.microsoft.com/office/drawing/2014/main" val="10003"/>
                  </a:ext>
                </a:extLst>
              </a:tr>
            </a:tbl>
          </a:graphicData>
        </a:graphic>
      </p:graphicFrame>
      <p:grpSp>
        <p:nvGrpSpPr>
          <p:cNvPr id="4683" name="Google Shape;4683;p62"/>
          <p:cNvGrpSpPr/>
          <p:nvPr/>
        </p:nvGrpSpPr>
        <p:grpSpPr>
          <a:xfrm>
            <a:off x="7902566" y="4508929"/>
            <a:ext cx="3359767" cy="1335272"/>
            <a:chOff x="1906114" y="789980"/>
            <a:chExt cx="1487676" cy="606868"/>
          </a:xfrm>
        </p:grpSpPr>
        <p:cxnSp>
          <p:nvCxnSpPr>
            <p:cNvPr id="4684" name="Google Shape;4684;p62"/>
            <p:cNvCxnSpPr/>
            <p:nvPr/>
          </p:nvCxnSpPr>
          <p:spPr>
            <a:xfrm rot="10800000">
              <a:off x="2109981" y="1180903"/>
              <a:ext cx="1280400" cy="0"/>
            </a:xfrm>
            <a:prstGeom prst="straightConnector1">
              <a:avLst/>
            </a:prstGeom>
            <a:noFill/>
            <a:ln w="9525" cap="flat" cmpd="sng">
              <a:solidFill>
                <a:srgbClr val="B3C3CE"/>
              </a:solidFill>
              <a:prstDash val="solid"/>
              <a:round/>
              <a:headEnd type="none" w="med" len="med"/>
              <a:tailEnd type="none" w="med" len="med"/>
            </a:ln>
          </p:spPr>
        </p:cxnSp>
        <p:cxnSp>
          <p:nvCxnSpPr>
            <p:cNvPr id="4685" name="Google Shape;4685;p62"/>
            <p:cNvCxnSpPr/>
            <p:nvPr/>
          </p:nvCxnSpPr>
          <p:spPr>
            <a:xfrm rot="10800000">
              <a:off x="2109981" y="985080"/>
              <a:ext cx="1280400" cy="0"/>
            </a:xfrm>
            <a:prstGeom prst="straightConnector1">
              <a:avLst/>
            </a:prstGeom>
            <a:noFill/>
            <a:ln w="9525" cap="flat" cmpd="sng">
              <a:solidFill>
                <a:srgbClr val="B3C3CE"/>
              </a:solidFill>
              <a:prstDash val="solid"/>
              <a:round/>
              <a:headEnd type="none" w="med" len="med"/>
              <a:tailEnd type="none" w="med" len="med"/>
            </a:ln>
          </p:spPr>
        </p:cxnSp>
        <p:cxnSp>
          <p:nvCxnSpPr>
            <p:cNvPr id="4686" name="Google Shape;4686;p62"/>
            <p:cNvCxnSpPr/>
            <p:nvPr/>
          </p:nvCxnSpPr>
          <p:spPr>
            <a:xfrm rot="10800000">
              <a:off x="2109981" y="1376729"/>
              <a:ext cx="1280400" cy="0"/>
            </a:xfrm>
            <a:prstGeom prst="straightConnector1">
              <a:avLst/>
            </a:prstGeom>
            <a:noFill/>
            <a:ln w="9525" cap="flat" cmpd="sng">
              <a:solidFill>
                <a:srgbClr val="B3C3CE"/>
              </a:solidFill>
              <a:prstDash val="solid"/>
              <a:round/>
              <a:headEnd type="none" w="med" len="med"/>
              <a:tailEnd type="none" w="med" len="med"/>
            </a:ln>
          </p:spPr>
        </p:cxnSp>
        <p:sp>
          <p:nvSpPr>
            <p:cNvPr id="4687" name="Google Shape;4687;p62"/>
            <p:cNvSpPr txBox="1"/>
            <p:nvPr/>
          </p:nvSpPr>
          <p:spPr>
            <a:xfrm flipH="1">
              <a:off x="2109710" y="789981"/>
              <a:ext cx="281100" cy="107400"/>
            </a:xfrm>
            <a:prstGeom prst="rect">
              <a:avLst/>
            </a:prstGeom>
            <a:noFill/>
            <a:ln>
              <a:noFill/>
            </a:ln>
          </p:spPr>
          <p:txBody>
            <a:bodyPr spcFirstLastPara="1" wrap="square" lIns="121900" tIns="121900" rIns="121900" bIns="121900" anchor="t" anchorCtr="0">
              <a:noAutofit/>
            </a:bodyPr>
            <a:lstStyle/>
            <a:p>
              <a:pPr algn="ctr">
                <a:spcAft>
                  <a:spcPts val="2133"/>
                </a:spcAft>
              </a:pPr>
              <a:r>
                <a:rPr lang="en" sz="400">
                  <a:solidFill>
                    <a:srgbClr val="E3E9ED"/>
                  </a:solidFill>
                </a:rPr>
                <a:t>JANUARY</a:t>
              </a:r>
              <a:endParaRPr sz="400">
                <a:solidFill>
                  <a:srgbClr val="E3E9ED"/>
                </a:solidFill>
              </a:endParaRPr>
            </a:p>
          </p:txBody>
        </p:sp>
        <p:sp>
          <p:nvSpPr>
            <p:cNvPr id="4688" name="Google Shape;4688;p62"/>
            <p:cNvSpPr txBox="1"/>
            <p:nvPr/>
          </p:nvSpPr>
          <p:spPr>
            <a:xfrm flipH="1">
              <a:off x="2434275" y="789980"/>
              <a:ext cx="289200" cy="107400"/>
            </a:xfrm>
            <a:prstGeom prst="rect">
              <a:avLst/>
            </a:prstGeom>
            <a:noFill/>
            <a:ln>
              <a:noFill/>
            </a:ln>
          </p:spPr>
          <p:txBody>
            <a:bodyPr spcFirstLastPara="1" wrap="square" lIns="121900" tIns="121900" rIns="121900" bIns="121900" anchor="t" anchorCtr="0">
              <a:noAutofit/>
            </a:bodyPr>
            <a:lstStyle/>
            <a:p>
              <a:pPr algn="ctr">
                <a:spcAft>
                  <a:spcPts val="2133"/>
                </a:spcAft>
              </a:pPr>
              <a:r>
                <a:rPr lang="en" sz="400">
                  <a:solidFill>
                    <a:srgbClr val="E3E9ED"/>
                  </a:solidFill>
                </a:rPr>
                <a:t>FEBRUARY</a:t>
              </a:r>
              <a:endParaRPr sz="400">
                <a:solidFill>
                  <a:srgbClr val="E3E9ED"/>
                </a:solidFill>
              </a:endParaRPr>
            </a:p>
          </p:txBody>
        </p:sp>
        <p:sp>
          <p:nvSpPr>
            <p:cNvPr id="4689" name="Google Shape;4689;p62"/>
            <p:cNvSpPr txBox="1"/>
            <p:nvPr/>
          </p:nvSpPr>
          <p:spPr>
            <a:xfrm flipH="1">
              <a:off x="2781049" y="789981"/>
              <a:ext cx="281100" cy="107400"/>
            </a:xfrm>
            <a:prstGeom prst="rect">
              <a:avLst/>
            </a:prstGeom>
            <a:noFill/>
            <a:ln>
              <a:noFill/>
            </a:ln>
          </p:spPr>
          <p:txBody>
            <a:bodyPr spcFirstLastPara="1" wrap="square" lIns="121900" tIns="121900" rIns="121900" bIns="121900" anchor="t" anchorCtr="0">
              <a:noAutofit/>
            </a:bodyPr>
            <a:lstStyle/>
            <a:p>
              <a:pPr algn="ctr">
                <a:spcAft>
                  <a:spcPts val="2133"/>
                </a:spcAft>
              </a:pPr>
              <a:r>
                <a:rPr lang="en" sz="400">
                  <a:solidFill>
                    <a:srgbClr val="E3E9ED"/>
                  </a:solidFill>
                </a:rPr>
                <a:t>MARCH</a:t>
              </a:r>
              <a:endParaRPr sz="400">
                <a:solidFill>
                  <a:srgbClr val="E3E9ED"/>
                </a:solidFill>
              </a:endParaRPr>
            </a:p>
          </p:txBody>
        </p:sp>
        <p:sp>
          <p:nvSpPr>
            <p:cNvPr id="4690" name="Google Shape;4690;p62"/>
            <p:cNvSpPr txBox="1"/>
            <p:nvPr/>
          </p:nvSpPr>
          <p:spPr>
            <a:xfrm flipH="1">
              <a:off x="3112690" y="789981"/>
              <a:ext cx="281100" cy="107400"/>
            </a:xfrm>
            <a:prstGeom prst="rect">
              <a:avLst/>
            </a:prstGeom>
            <a:noFill/>
            <a:ln>
              <a:noFill/>
            </a:ln>
          </p:spPr>
          <p:txBody>
            <a:bodyPr spcFirstLastPara="1" wrap="square" lIns="121900" tIns="121900" rIns="121900" bIns="121900" anchor="t" anchorCtr="0">
              <a:noAutofit/>
            </a:bodyPr>
            <a:lstStyle/>
            <a:p>
              <a:pPr algn="ctr">
                <a:spcAft>
                  <a:spcPts val="2133"/>
                </a:spcAft>
              </a:pPr>
              <a:r>
                <a:rPr lang="en" sz="400">
                  <a:solidFill>
                    <a:srgbClr val="E3E9ED"/>
                  </a:solidFill>
                </a:rPr>
                <a:t>APRIL</a:t>
              </a:r>
              <a:endParaRPr sz="400">
                <a:solidFill>
                  <a:srgbClr val="E3E9ED"/>
                </a:solidFill>
              </a:endParaRPr>
            </a:p>
          </p:txBody>
        </p:sp>
        <p:sp>
          <p:nvSpPr>
            <p:cNvPr id="4691" name="Google Shape;4691;p62"/>
            <p:cNvSpPr/>
            <p:nvPr/>
          </p:nvSpPr>
          <p:spPr>
            <a:xfrm>
              <a:off x="2105681" y="964326"/>
              <a:ext cx="289200" cy="42600"/>
            </a:xfrm>
            <a:prstGeom prst="rect">
              <a:avLst/>
            </a:prstGeom>
            <a:solidFill>
              <a:srgbClr val="869FB2"/>
            </a:solidFill>
            <a:ln>
              <a:noFill/>
            </a:ln>
          </p:spPr>
          <p:txBody>
            <a:bodyPr spcFirstLastPara="1" wrap="square" lIns="121900" tIns="121900" rIns="121900" bIns="121900" anchor="ctr" anchorCtr="0">
              <a:noAutofit/>
            </a:bodyPr>
            <a:lstStyle/>
            <a:p>
              <a:endParaRPr sz="2400"/>
            </a:p>
          </p:txBody>
        </p:sp>
        <p:sp>
          <p:nvSpPr>
            <p:cNvPr id="4692" name="Google Shape;4692;p62"/>
            <p:cNvSpPr/>
            <p:nvPr/>
          </p:nvSpPr>
          <p:spPr>
            <a:xfrm>
              <a:off x="2109515" y="1159286"/>
              <a:ext cx="280200" cy="42600"/>
            </a:xfrm>
            <a:prstGeom prst="rect">
              <a:avLst/>
            </a:prstGeom>
            <a:solidFill>
              <a:srgbClr val="EEEEEE"/>
            </a:solidFill>
            <a:ln>
              <a:noFill/>
            </a:ln>
          </p:spPr>
          <p:txBody>
            <a:bodyPr spcFirstLastPara="1" wrap="square" lIns="121900" tIns="121900" rIns="121900" bIns="121900" anchor="ctr" anchorCtr="0">
              <a:noAutofit/>
            </a:bodyPr>
            <a:lstStyle/>
            <a:p>
              <a:endParaRPr sz="2400"/>
            </a:p>
          </p:txBody>
        </p:sp>
        <p:sp>
          <p:nvSpPr>
            <p:cNvPr id="4693" name="Google Shape;4693;p62"/>
            <p:cNvSpPr/>
            <p:nvPr/>
          </p:nvSpPr>
          <p:spPr>
            <a:xfrm>
              <a:off x="2753389" y="1353677"/>
              <a:ext cx="325500" cy="42600"/>
            </a:xfrm>
            <a:prstGeom prst="rect">
              <a:avLst/>
            </a:prstGeom>
            <a:solidFill>
              <a:srgbClr val="E3E9ED"/>
            </a:solidFill>
            <a:ln>
              <a:noFill/>
            </a:ln>
          </p:spPr>
          <p:txBody>
            <a:bodyPr spcFirstLastPara="1" wrap="square" lIns="121900" tIns="121900" rIns="121900" bIns="121900" anchor="ctr" anchorCtr="0">
              <a:noAutofit/>
            </a:bodyPr>
            <a:lstStyle/>
            <a:p>
              <a:endParaRPr sz="2400"/>
            </a:p>
          </p:txBody>
        </p:sp>
        <p:sp>
          <p:nvSpPr>
            <p:cNvPr id="4694" name="Google Shape;4694;p62"/>
            <p:cNvSpPr/>
            <p:nvPr/>
          </p:nvSpPr>
          <p:spPr>
            <a:xfrm>
              <a:off x="2105681" y="1159287"/>
              <a:ext cx="289200" cy="42600"/>
            </a:xfrm>
            <a:prstGeom prst="rect">
              <a:avLst/>
            </a:prstGeom>
            <a:solidFill>
              <a:srgbClr val="E3E9ED"/>
            </a:solidFill>
            <a:ln>
              <a:noFill/>
            </a:ln>
          </p:spPr>
          <p:txBody>
            <a:bodyPr spcFirstLastPara="1" wrap="square" lIns="121900" tIns="121900" rIns="121900" bIns="121900" anchor="ctr" anchorCtr="0">
              <a:noAutofit/>
            </a:bodyPr>
            <a:lstStyle/>
            <a:p>
              <a:endParaRPr sz="2400"/>
            </a:p>
          </p:txBody>
        </p:sp>
        <p:sp>
          <p:nvSpPr>
            <p:cNvPr id="4695" name="Google Shape;4695;p62"/>
            <p:cNvSpPr/>
            <p:nvPr/>
          </p:nvSpPr>
          <p:spPr>
            <a:xfrm>
              <a:off x="2412005" y="1354248"/>
              <a:ext cx="325500" cy="42600"/>
            </a:xfrm>
            <a:prstGeom prst="rect">
              <a:avLst/>
            </a:prstGeom>
            <a:solidFill>
              <a:srgbClr val="E3E9ED"/>
            </a:solidFill>
            <a:ln>
              <a:noFill/>
            </a:ln>
          </p:spPr>
          <p:txBody>
            <a:bodyPr spcFirstLastPara="1" wrap="square" lIns="121900" tIns="121900" rIns="121900" bIns="121900" anchor="ctr" anchorCtr="0">
              <a:noAutofit/>
            </a:bodyPr>
            <a:lstStyle/>
            <a:p>
              <a:endParaRPr sz="2400"/>
            </a:p>
          </p:txBody>
        </p:sp>
        <p:sp>
          <p:nvSpPr>
            <p:cNvPr id="4696" name="Google Shape;4696;p62"/>
            <p:cNvSpPr/>
            <p:nvPr/>
          </p:nvSpPr>
          <p:spPr>
            <a:xfrm>
              <a:off x="2410087" y="964961"/>
              <a:ext cx="325500" cy="42600"/>
            </a:xfrm>
            <a:prstGeom prst="rect">
              <a:avLst/>
            </a:prstGeom>
            <a:solidFill>
              <a:srgbClr val="869FB2"/>
            </a:solidFill>
            <a:ln>
              <a:noFill/>
            </a:ln>
          </p:spPr>
          <p:txBody>
            <a:bodyPr spcFirstLastPara="1" wrap="square" lIns="121900" tIns="121900" rIns="121900" bIns="121900" anchor="ctr" anchorCtr="0">
              <a:noAutofit/>
            </a:bodyPr>
            <a:lstStyle/>
            <a:p>
              <a:endParaRPr sz="2400"/>
            </a:p>
          </p:txBody>
        </p:sp>
        <p:sp>
          <p:nvSpPr>
            <p:cNvPr id="4697" name="Google Shape;4697;p62"/>
            <p:cNvSpPr txBox="1"/>
            <p:nvPr/>
          </p:nvSpPr>
          <p:spPr>
            <a:xfrm flipH="1">
              <a:off x="1906114" y="918164"/>
              <a:ext cx="203400" cy="106500"/>
            </a:xfrm>
            <a:prstGeom prst="rect">
              <a:avLst/>
            </a:prstGeom>
            <a:noFill/>
            <a:ln>
              <a:noFill/>
            </a:ln>
          </p:spPr>
          <p:txBody>
            <a:bodyPr spcFirstLastPara="1" wrap="square" lIns="121900" tIns="121900" rIns="121900" bIns="121900" anchor="t" anchorCtr="0">
              <a:noAutofit/>
            </a:bodyPr>
            <a:lstStyle/>
            <a:p>
              <a:pPr algn="r">
                <a:spcAft>
                  <a:spcPts val="2133"/>
                </a:spcAft>
              </a:pPr>
              <a:r>
                <a:rPr lang="en" sz="400">
                  <a:solidFill>
                    <a:srgbClr val="E3E9ED"/>
                  </a:solidFill>
                </a:rPr>
                <a:t>PHASE 1</a:t>
              </a:r>
              <a:endParaRPr sz="400">
                <a:solidFill>
                  <a:srgbClr val="E3E9ED"/>
                </a:solidFill>
              </a:endParaRPr>
            </a:p>
          </p:txBody>
        </p:sp>
        <p:sp>
          <p:nvSpPr>
            <p:cNvPr id="4698" name="Google Shape;4698;p62"/>
            <p:cNvSpPr txBox="1"/>
            <p:nvPr/>
          </p:nvSpPr>
          <p:spPr>
            <a:xfrm flipH="1">
              <a:off x="1919618" y="1113390"/>
              <a:ext cx="189900" cy="91200"/>
            </a:xfrm>
            <a:prstGeom prst="rect">
              <a:avLst/>
            </a:prstGeom>
            <a:noFill/>
            <a:ln>
              <a:noFill/>
            </a:ln>
          </p:spPr>
          <p:txBody>
            <a:bodyPr spcFirstLastPara="1" wrap="square" lIns="121900" tIns="121900" rIns="121900" bIns="121900" anchor="t" anchorCtr="0">
              <a:noAutofit/>
            </a:bodyPr>
            <a:lstStyle/>
            <a:p>
              <a:pPr algn="r">
                <a:lnSpc>
                  <a:spcPct val="115000"/>
                </a:lnSpc>
                <a:spcAft>
                  <a:spcPts val="2133"/>
                </a:spcAft>
              </a:pPr>
              <a:r>
                <a:rPr lang="en" sz="400">
                  <a:solidFill>
                    <a:srgbClr val="E3E9ED"/>
                  </a:solidFill>
                </a:rPr>
                <a:t>Task 1</a:t>
              </a:r>
              <a:endParaRPr sz="400">
                <a:solidFill>
                  <a:srgbClr val="E3E9ED"/>
                </a:solidFill>
              </a:endParaRPr>
            </a:p>
          </p:txBody>
        </p:sp>
        <p:sp>
          <p:nvSpPr>
            <p:cNvPr id="4699" name="Google Shape;4699;p62"/>
            <p:cNvSpPr txBox="1"/>
            <p:nvPr/>
          </p:nvSpPr>
          <p:spPr>
            <a:xfrm flipH="1">
              <a:off x="1906118" y="1304527"/>
              <a:ext cx="203400" cy="91200"/>
            </a:xfrm>
            <a:prstGeom prst="rect">
              <a:avLst/>
            </a:prstGeom>
            <a:noFill/>
            <a:ln>
              <a:noFill/>
            </a:ln>
          </p:spPr>
          <p:txBody>
            <a:bodyPr spcFirstLastPara="1" wrap="square" lIns="121900" tIns="121900" rIns="121900" bIns="121900" anchor="t" anchorCtr="0">
              <a:noAutofit/>
            </a:bodyPr>
            <a:lstStyle/>
            <a:p>
              <a:pPr algn="r">
                <a:lnSpc>
                  <a:spcPct val="115000"/>
                </a:lnSpc>
                <a:spcAft>
                  <a:spcPts val="2133"/>
                </a:spcAft>
              </a:pPr>
              <a:r>
                <a:rPr lang="en" sz="400">
                  <a:solidFill>
                    <a:srgbClr val="E3E9ED"/>
                  </a:solidFill>
                </a:rPr>
                <a:t>Task 2</a:t>
              </a:r>
              <a:endParaRPr sz="400">
                <a:solidFill>
                  <a:srgbClr val="E3E9ED"/>
                </a:solidFill>
              </a:endParaRPr>
            </a:p>
          </p:txBody>
        </p:sp>
        <p:sp>
          <p:nvSpPr>
            <p:cNvPr id="4700" name="Google Shape;4700;p62"/>
            <p:cNvSpPr/>
            <p:nvPr/>
          </p:nvSpPr>
          <p:spPr>
            <a:xfrm>
              <a:off x="2750975" y="964961"/>
              <a:ext cx="325500" cy="42600"/>
            </a:xfrm>
            <a:prstGeom prst="rect">
              <a:avLst/>
            </a:pr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4701" name="Google Shape;4701;p62"/>
          <p:cNvGrpSpPr/>
          <p:nvPr/>
        </p:nvGrpSpPr>
        <p:grpSpPr>
          <a:xfrm>
            <a:off x="968532" y="1587540"/>
            <a:ext cx="3192493" cy="1302003"/>
            <a:chOff x="749309" y="1112739"/>
            <a:chExt cx="2371603" cy="976502"/>
          </a:xfrm>
        </p:grpSpPr>
        <p:sp>
          <p:nvSpPr>
            <p:cNvPr id="4702" name="Google Shape;4702;p62"/>
            <p:cNvSpPr/>
            <p:nvPr/>
          </p:nvSpPr>
          <p:spPr>
            <a:xfrm>
              <a:off x="1092126" y="1112739"/>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03" name="Google Shape;4703;p62"/>
            <p:cNvSpPr/>
            <p:nvPr/>
          </p:nvSpPr>
          <p:spPr>
            <a:xfrm>
              <a:off x="1434943" y="1112739"/>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04" name="Google Shape;4704;p62"/>
            <p:cNvSpPr/>
            <p:nvPr/>
          </p:nvSpPr>
          <p:spPr>
            <a:xfrm>
              <a:off x="1777760" y="1112739"/>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05" name="Google Shape;4705;p62"/>
            <p:cNvSpPr/>
            <p:nvPr/>
          </p:nvSpPr>
          <p:spPr>
            <a:xfrm>
              <a:off x="2120578" y="1112739"/>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06" name="Google Shape;4706;p62"/>
            <p:cNvSpPr/>
            <p:nvPr/>
          </p:nvSpPr>
          <p:spPr>
            <a:xfrm>
              <a:off x="2463395" y="1112739"/>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07" name="Google Shape;4707;p62"/>
            <p:cNvSpPr/>
            <p:nvPr/>
          </p:nvSpPr>
          <p:spPr>
            <a:xfrm>
              <a:off x="2806212" y="1112739"/>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08" name="Google Shape;4708;p62"/>
            <p:cNvSpPr/>
            <p:nvPr/>
          </p:nvSpPr>
          <p:spPr>
            <a:xfrm>
              <a:off x="749309" y="1362294"/>
              <a:ext cx="314700" cy="226800"/>
            </a:xfrm>
            <a:prstGeom prst="rect">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09" name="Google Shape;4709;p62"/>
            <p:cNvSpPr/>
            <p:nvPr/>
          </p:nvSpPr>
          <p:spPr>
            <a:xfrm>
              <a:off x="1092126" y="1362294"/>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10" name="Google Shape;4710;p62"/>
            <p:cNvSpPr/>
            <p:nvPr/>
          </p:nvSpPr>
          <p:spPr>
            <a:xfrm>
              <a:off x="1434943" y="1362294"/>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11" name="Google Shape;4711;p62"/>
            <p:cNvSpPr/>
            <p:nvPr/>
          </p:nvSpPr>
          <p:spPr>
            <a:xfrm>
              <a:off x="1777760" y="1362294"/>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12" name="Google Shape;4712;p62"/>
            <p:cNvSpPr/>
            <p:nvPr/>
          </p:nvSpPr>
          <p:spPr>
            <a:xfrm>
              <a:off x="2120578" y="1362294"/>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13" name="Google Shape;4713;p62"/>
            <p:cNvSpPr/>
            <p:nvPr/>
          </p:nvSpPr>
          <p:spPr>
            <a:xfrm>
              <a:off x="2463395" y="1362294"/>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14" name="Google Shape;4714;p62"/>
            <p:cNvSpPr/>
            <p:nvPr/>
          </p:nvSpPr>
          <p:spPr>
            <a:xfrm>
              <a:off x="2806212" y="1362294"/>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15" name="Google Shape;4715;p62"/>
            <p:cNvSpPr/>
            <p:nvPr/>
          </p:nvSpPr>
          <p:spPr>
            <a:xfrm>
              <a:off x="749309" y="1611849"/>
              <a:ext cx="314700" cy="226800"/>
            </a:xfrm>
            <a:prstGeom prst="rect">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16" name="Google Shape;4716;p62"/>
            <p:cNvSpPr/>
            <p:nvPr/>
          </p:nvSpPr>
          <p:spPr>
            <a:xfrm>
              <a:off x="1092126" y="1611849"/>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17" name="Google Shape;4717;p62"/>
            <p:cNvSpPr/>
            <p:nvPr/>
          </p:nvSpPr>
          <p:spPr>
            <a:xfrm>
              <a:off x="1434943" y="1611849"/>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18" name="Google Shape;4718;p62"/>
            <p:cNvSpPr/>
            <p:nvPr/>
          </p:nvSpPr>
          <p:spPr>
            <a:xfrm>
              <a:off x="1777760" y="1611849"/>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19" name="Google Shape;4719;p62"/>
            <p:cNvSpPr/>
            <p:nvPr/>
          </p:nvSpPr>
          <p:spPr>
            <a:xfrm>
              <a:off x="2120578" y="1611849"/>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20" name="Google Shape;4720;p62"/>
            <p:cNvSpPr/>
            <p:nvPr/>
          </p:nvSpPr>
          <p:spPr>
            <a:xfrm>
              <a:off x="2463395" y="1611849"/>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21" name="Google Shape;4721;p62"/>
            <p:cNvSpPr/>
            <p:nvPr/>
          </p:nvSpPr>
          <p:spPr>
            <a:xfrm>
              <a:off x="2806212" y="1611849"/>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22" name="Google Shape;4722;p62"/>
            <p:cNvSpPr/>
            <p:nvPr/>
          </p:nvSpPr>
          <p:spPr>
            <a:xfrm>
              <a:off x="749309" y="1861404"/>
              <a:ext cx="314700" cy="226800"/>
            </a:xfrm>
            <a:prstGeom prst="rect">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23" name="Google Shape;4723;p62"/>
            <p:cNvSpPr/>
            <p:nvPr/>
          </p:nvSpPr>
          <p:spPr>
            <a:xfrm>
              <a:off x="1092126" y="1861404"/>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24" name="Google Shape;4724;p62"/>
            <p:cNvSpPr/>
            <p:nvPr/>
          </p:nvSpPr>
          <p:spPr>
            <a:xfrm>
              <a:off x="1434943" y="1861404"/>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25" name="Google Shape;4725;p62"/>
            <p:cNvSpPr/>
            <p:nvPr/>
          </p:nvSpPr>
          <p:spPr>
            <a:xfrm>
              <a:off x="1777760" y="1861404"/>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26" name="Google Shape;4726;p62"/>
            <p:cNvSpPr/>
            <p:nvPr/>
          </p:nvSpPr>
          <p:spPr>
            <a:xfrm>
              <a:off x="2120578" y="1861404"/>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27" name="Google Shape;4727;p62"/>
            <p:cNvSpPr/>
            <p:nvPr/>
          </p:nvSpPr>
          <p:spPr>
            <a:xfrm>
              <a:off x="2463395" y="1861404"/>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28" name="Google Shape;4728;p62"/>
            <p:cNvSpPr/>
            <p:nvPr/>
          </p:nvSpPr>
          <p:spPr>
            <a:xfrm>
              <a:off x="2806212" y="1861404"/>
              <a:ext cx="314700" cy="2268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sp>
          <p:nvSpPr>
            <p:cNvPr id="4729" name="Google Shape;4729;p62"/>
            <p:cNvSpPr/>
            <p:nvPr/>
          </p:nvSpPr>
          <p:spPr>
            <a:xfrm>
              <a:off x="749309" y="1112739"/>
              <a:ext cx="314700" cy="226800"/>
            </a:xfrm>
            <a:prstGeom prst="rect">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30" name="Google Shape;4730;p62"/>
            <p:cNvSpPr/>
            <p:nvPr/>
          </p:nvSpPr>
          <p:spPr>
            <a:xfrm>
              <a:off x="1434877" y="1258345"/>
              <a:ext cx="1685700" cy="78600"/>
            </a:xfrm>
            <a:prstGeom prst="rect">
              <a:avLst/>
            </a:prstGeom>
            <a:solidFill>
              <a:srgbClr val="7994A9"/>
            </a:solidFill>
            <a:ln>
              <a:noFill/>
            </a:ln>
          </p:spPr>
          <p:txBody>
            <a:bodyPr spcFirstLastPara="1" wrap="square" lIns="121900" tIns="121900" rIns="121900" bIns="121900" anchor="ctr" anchorCtr="0">
              <a:noAutofit/>
            </a:bodyPr>
            <a:lstStyle/>
            <a:p>
              <a:endParaRPr sz="2400"/>
            </a:p>
          </p:txBody>
        </p:sp>
        <p:sp>
          <p:nvSpPr>
            <p:cNvPr id="4731" name="Google Shape;4731;p62"/>
            <p:cNvSpPr/>
            <p:nvPr/>
          </p:nvSpPr>
          <p:spPr>
            <a:xfrm>
              <a:off x="1777683" y="2010641"/>
              <a:ext cx="1000200" cy="78600"/>
            </a:xfrm>
            <a:prstGeom prst="rect">
              <a:avLst/>
            </a:prstGeom>
            <a:solidFill>
              <a:srgbClr val="7994A9"/>
            </a:solidFill>
            <a:ln>
              <a:noFill/>
            </a:ln>
          </p:spPr>
          <p:txBody>
            <a:bodyPr spcFirstLastPara="1" wrap="square" lIns="121900" tIns="121900" rIns="121900" bIns="121900" anchor="ctr" anchorCtr="0">
              <a:noAutofit/>
            </a:bodyPr>
            <a:lstStyle/>
            <a:p>
              <a:endParaRPr sz="2400"/>
            </a:p>
          </p:txBody>
        </p:sp>
        <p:sp>
          <p:nvSpPr>
            <p:cNvPr id="4732" name="Google Shape;4732;p62"/>
            <p:cNvSpPr/>
            <p:nvPr/>
          </p:nvSpPr>
          <p:spPr>
            <a:xfrm>
              <a:off x="1092070" y="1759876"/>
              <a:ext cx="657600" cy="78600"/>
            </a:xfrm>
            <a:prstGeom prst="rect">
              <a:avLst/>
            </a:prstGeom>
            <a:solidFill>
              <a:srgbClr val="7994A9"/>
            </a:solidFill>
            <a:ln>
              <a:noFill/>
            </a:ln>
          </p:spPr>
          <p:txBody>
            <a:bodyPr spcFirstLastPara="1" wrap="square" lIns="121900" tIns="121900" rIns="121900" bIns="121900" anchor="ctr" anchorCtr="0">
              <a:noAutofit/>
            </a:bodyPr>
            <a:lstStyle/>
            <a:p>
              <a:endParaRPr sz="2400"/>
            </a:p>
          </p:txBody>
        </p:sp>
        <p:sp>
          <p:nvSpPr>
            <p:cNvPr id="4733" name="Google Shape;4733;p62"/>
            <p:cNvSpPr/>
            <p:nvPr/>
          </p:nvSpPr>
          <p:spPr>
            <a:xfrm>
              <a:off x="2463277" y="1759876"/>
              <a:ext cx="657600" cy="78600"/>
            </a:xfrm>
            <a:prstGeom prst="rect">
              <a:avLst/>
            </a:prstGeom>
            <a:solidFill>
              <a:srgbClr val="7994A9"/>
            </a:solidFill>
            <a:ln>
              <a:noFill/>
            </a:ln>
          </p:spPr>
          <p:txBody>
            <a:bodyPr spcFirstLastPara="1" wrap="square" lIns="121900" tIns="121900" rIns="121900" bIns="121900" anchor="ctr" anchorCtr="0">
              <a:noAutofit/>
            </a:bodyPr>
            <a:lstStyle/>
            <a:p>
              <a:endParaRPr sz="2400"/>
            </a:p>
          </p:txBody>
        </p:sp>
      </p:grpSp>
      <p:graphicFrame>
        <p:nvGraphicFramePr>
          <p:cNvPr id="4734" name="Google Shape;4734;p62"/>
          <p:cNvGraphicFramePr/>
          <p:nvPr/>
        </p:nvGraphicFramePr>
        <p:xfrm>
          <a:off x="7932934" y="1585267"/>
          <a:ext cx="3321732" cy="1301901"/>
        </p:xfrm>
        <a:graphic>
          <a:graphicData uri="http://schemas.openxmlformats.org/drawingml/2006/table">
            <a:tbl>
              <a:tblPr>
                <a:noFill/>
              </a:tblPr>
              <a:tblGrid>
                <a:gridCol w="830433">
                  <a:extLst>
                    <a:ext uri="{9D8B030D-6E8A-4147-A177-3AD203B41FA5}">
                      <a16:colId xmlns:a16="http://schemas.microsoft.com/office/drawing/2014/main" val="20000"/>
                    </a:ext>
                  </a:extLst>
                </a:gridCol>
                <a:gridCol w="830433">
                  <a:extLst>
                    <a:ext uri="{9D8B030D-6E8A-4147-A177-3AD203B41FA5}">
                      <a16:colId xmlns:a16="http://schemas.microsoft.com/office/drawing/2014/main" val="20001"/>
                    </a:ext>
                  </a:extLst>
                </a:gridCol>
                <a:gridCol w="830433">
                  <a:extLst>
                    <a:ext uri="{9D8B030D-6E8A-4147-A177-3AD203B41FA5}">
                      <a16:colId xmlns:a16="http://schemas.microsoft.com/office/drawing/2014/main" val="20002"/>
                    </a:ext>
                  </a:extLst>
                </a:gridCol>
                <a:gridCol w="830433">
                  <a:extLst>
                    <a:ext uri="{9D8B030D-6E8A-4147-A177-3AD203B41FA5}">
                      <a16:colId xmlns:a16="http://schemas.microsoft.com/office/drawing/2014/main" val="20003"/>
                    </a:ext>
                  </a:extLst>
                </a:gridCol>
              </a:tblGrid>
              <a:tr h="433967">
                <a:tc>
                  <a:txBody>
                    <a:bodyPr/>
                    <a:lstStyle/>
                    <a:p>
                      <a:pPr marL="0" lvl="0" indent="0" algn="l" rtl="0">
                        <a:spcBef>
                          <a:spcPts val="0"/>
                        </a:spcBef>
                        <a:spcAft>
                          <a:spcPts val="0"/>
                        </a:spcAft>
                        <a:buNone/>
                      </a:pPr>
                      <a:endParaRPr sz="300"/>
                    </a:p>
                  </a:txBody>
                  <a:tcPr marL="121900" marR="121900" marT="121900" marB="12190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tcPr>
                </a:tc>
                <a:tc>
                  <a:txBody>
                    <a:bodyPr/>
                    <a:lstStyle/>
                    <a:p>
                      <a:pPr marL="0" lvl="0" indent="0" algn="l" rtl="0">
                        <a:spcBef>
                          <a:spcPts val="0"/>
                        </a:spcBef>
                        <a:spcAft>
                          <a:spcPts val="0"/>
                        </a:spcAft>
                        <a:buNone/>
                      </a:pPr>
                      <a:endParaRPr sz="300"/>
                    </a:p>
                  </a:txBody>
                  <a:tcPr marL="121900" marR="121900" marT="121900" marB="12190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300"/>
                    </a:p>
                  </a:txBody>
                  <a:tcPr marL="121900" marR="121900" marT="121900" marB="12190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300"/>
                    </a:p>
                  </a:txBody>
                  <a:tcPr marL="121900" marR="121900" marT="121900" marB="12190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extLst>
                  <a:ext uri="{0D108BD9-81ED-4DB2-BD59-A6C34878D82A}">
                    <a16:rowId xmlns:a16="http://schemas.microsoft.com/office/drawing/2014/main" val="10000"/>
                  </a:ext>
                </a:extLst>
              </a:tr>
              <a:tr h="433967">
                <a:tc>
                  <a:txBody>
                    <a:bodyPr/>
                    <a:lstStyle/>
                    <a:p>
                      <a:pPr marL="0" lvl="0" indent="0" algn="l" rtl="0">
                        <a:spcBef>
                          <a:spcPts val="0"/>
                        </a:spcBef>
                        <a:spcAft>
                          <a:spcPts val="0"/>
                        </a:spcAft>
                        <a:buNone/>
                      </a:pPr>
                      <a:endParaRPr sz="300"/>
                    </a:p>
                  </a:txBody>
                  <a:tcPr marL="121900" marR="121900" marT="121900" marB="12190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300"/>
                    </a:p>
                  </a:txBody>
                  <a:tcPr marL="121900" marR="121900" marT="121900" marB="12190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300"/>
                    </a:p>
                  </a:txBody>
                  <a:tcPr marL="121900" marR="121900" marT="121900" marB="12190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300"/>
                    </a:p>
                  </a:txBody>
                  <a:tcPr marL="121900" marR="121900" marT="121900" marB="12190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extLst>
                  <a:ext uri="{0D108BD9-81ED-4DB2-BD59-A6C34878D82A}">
                    <a16:rowId xmlns:a16="http://schemas.microsoft.com/office/drawing/2014/main" val="10001"/>
                  </a:ext>
                </a:extLst>
              </a:tr>
              <a:tr h="433967">
                <a:tc>
                  <a:txBody>
                    <a:bodyPr/>
                    <a:lstStyle/>
                    <a:p>
                      <a:pPr marL="0" lvl="0" indent="0" algn="l" rtl="0">
                        <a:spcBef>
                          <a:spcPts val="0"/>
                        </a:spcBef>
                        <a:spcAft>
                          <a:spcPts val="0"/>
                        </a:spcAft>
                        <a:buNone/>
                      </a:pPr>
                      <a:endParaRPr sz="300"/>
                    </a:p>
                  </a:txBody>
                  <a:tcPr marL="121900" marR="121900" marT="121900" marB="12190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300"/>
                    </a:p>
                  </a:txBody>
                  <a:tcPr marL="121900" marR="121900" marT="121900" marB="12190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300"/>
                    </a:p>
                  </a:txBody>
                  <a:tcPr marL="121900" marR="121900" marT="121900" marB="12190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300"/>
                    </a:p>
                  </a:txBody>
                  <a:tcPr marL="121900" marR="121900" marT="121900" marB="12190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extLst>
                  <a:ext uri="{0D108BD9-81ED-4DB2-BD59-A6C34878D82A}">
                    <a16:rowId xmlns:a16="http://schemas.microsoft.com/office/drawing/2014/main" val="10002"/>
                  </a:ext>
                </a:extLst>
              </a:tr>
            </a:tbl>
          </a:graphicData>
        </a:graphic>
      </p:graphicFrame>
      <p:graphicFrame>
        <p:nvGraphicFramePr>
          <p:cNvPr id="4735" name="Google Shape;4735;p62"/>
          <p:cNvGraphicFramePr/>
          <p:nvPr/>
        </p:nvGraphicFramePr>
        <p:xfrm>
          <a:off x="4475217" y="3097467"/>
          <a:ext cx="3151200" cy="1158099"/>
        </p:xfrm>
        <a:graphic>
          <a:graphicData uri="http://schemas.openxmlformats.org/drawingml/2006/table">
            <a:tbl>
              <a:tblPr>
                <a:noFill/>
              </a:tblPr>
              <a:tblGrid>
                <a:gridCol w="787800">
                  <a:extLst>
                    <a:ext uri="{9D8B030D-6E8A-4147-A177-3AD203B41FA5}">
                      <a16:colId xmlns:a16="http://schemas.microsoft.com/office/drawing/2014/main" val="20000"/>
                    </a:ext>
                  </a:extLst>
                </a:gridCol>
                <a:gridCol w="787800">
                  <a:extLst>
                    <a:ext uri="{9D8B030D-6E8A-4147-A177-3AD203B41FA5}">
                      <a16:colId xmlns:a16="http://schemas.microsoft.com/office/drawing/2014/main" val="20001"/>
                    </a:ext>
                  </a:extLst>
                </a:gridCol>
                <a:gridCol w="787800">
                  <a:extLst>
                    <a:ext uri="{9D8B030D-6E8A-4147-A177-3AD203B41FA5}">
                      <a16:colId xmlns:a16="http://schemas.microsoft.com/office/drawing/2014/main" val="20002"/>
                    </a:ext>
                  </a:extLst>
                </a:gridCol>
                <a:gridCol w="787800">
                  <a:extLst>
                    <a:ext uri="{9D8B030D-6E8A-4147-A177-3AD203B41FA5}">
                      <a16:colId xmlns:a16="http://schemas.microsoft.com/office/drawing/2014/main" val="20003"/>
                    </a:ext>
                  </a:extLst>
                </a:gridCol>
              </a:tblGrid>
              <a:tr h="386033">
                <a:tc>
                  <a:txBody>
                    <a:bodyPr/>
                    <a:lstStyle/>
                    <a:p>
                      <a:pPr marL="0" lvl="0" indent="0" algn="l" rtl="0">
                        <a:spcBef>
                          <a:spcPts val="0"/>
                        </a:spcBef>
                        <a:spcAft>
                          <a:spcPts val="0"/>
                        </a:spcAft>
                        <a:buNone/>
                      </a:pPr>
                      <a:endParaRPr sz="300"/>
                    </a:p>
                  </a:txBody>
                  <a:tcPr marL="121900" marR="121900" marT="121900" marB="121900">
                    <a:lnL w="19050" cap="flat" cmpd="sng">
                      <a:solidFill>
                        <a:srgbClr val="F2F2F2">
                          <a:alpha val="0"/>
                        </a:srgbClr>
                      </a:solidFill>
                      <a:prstDash val="solid"/>
                      <a:round/>
                      <a:headEnd type="none" w="sm" len="sm"/>
                      <a:tailEnd type="none" w="sm" len="sm"/>
                    </a:lnL>
                    <a:lnR w="19050" cap="flat" cmpd="sng">
                      <a:solidFill>
                        <a:srgbClr val="0E2A47"/>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9525" cap="flat" cmpd="sng">
                      <a:solidFill>
                        <a:srgbClr val="0E2A47"/>
                      </a:solidFill>
                      <a:prstDash val="solid"/>
                      <a:round/>
                      <a:headEnd type="none" w="sm" len="sm"/>
                      <a:tailEnd type="none" w="sm" len="sm"/>
                    </a:lnB>
                  </a:tcPr>
                </a:tc>
                <a:tc>
                  <a:txBody>
                    <a:bodyPr/>
                    <a:lstStyle/>
                    <a:p>
                      <a:pPr marL="0" lvl="0" indent="0" algn="l" rtl="0">
                        <a:spcBef>
                          <a:spcPts val="0"/>
                        </a:spcBef>
                        <a:spcAft>
                          <a:spcPts val="0"/>
                        </a:spcAft>
                        <a:buNone/>
                      </a:pPr>
                      <a:endParaRPr sz="300"/>
                    </a:p>
                  </a:txBody>
                  <a:tcPr marL="121900" marR="121900" marT="121900" marB="121900">
                    <a:lnL w="19050"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19050"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300"/>
                    </a:p>
                  </a:txBody>
                  <a:tcPr marL="121900" marR="121900" marT="121900" marB="12190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19050"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300"/>
                    </a:p>
                  </a:txBody>
                  <a:tcPr marL="121900" marR="121900" marT="121900" marB="121900">
                    <a:lnL w="9525" cap="flat" cmpd="sng">
                      <a:solidFill>
                        <a:srgbClr val="0E2A47"/>
                      </a:solidFill>
                      <a:prstDash val="solid"/>
                      <a:round/>
                      <a:headEnd type="none" w="sm" len="sm"/>
                      <a:tailEnd type="none" w="sm" len="sm"/>
                    </a:lnL>
                    <a:lnR w="19050" cap="flat" cmpd="sng">
                      <a:solidFill>
                        <a:srgbClr val="0E2A47"/>
                      </a:solidFill>
                      <a:prstDash val="solid"/>
                      <a:round/>
                      <a:headEnd type="none" w="sm" len="sm"/>
                      <a:tailEnd type="none" w="sm" len="sm"/>
                    </a:lnR>
                    <a:lnT w="19050"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5F8195"/>
                    </a:solidFill>
                  </a:tcPr>
                </a:tc>
                <a:extLst>
                  <a:ext uri="{0D108BD9-81ED-4DB2-BD59-A6C34878D82A}">
                    <a16:rowId xmlns:a16="http://schemas.microsoft.com/office/drawing/2014/main" val="10000"/>
                  </a:ext>
                </a:extLst>
              </a:tr>
              <a:tr h="386033">
                <a:tc>
                  <a:txBody>
                    <a:bodyPr/>
                    <a:lstStyle/>
                    <a:p>
                      <a:pPr marL="0" lvl="0" indent="0" algn="l" rtl="0">
                        <a:spcBef>
                          <a:spcPts val="0"/>
                        </a:spcBef>
                        <a:spcAft>
                          <a:spcPts val="0"/>
                        </a:spcAft>
                        <a:buNone/>
                      </a:pPr>
                      <a:endParaRPr sz="300"/>
                    </a:p>
                  </a:txBody>
                  <a:tcPr marL="121900" marR="121900" marT="121900" marB="12190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300"/>
                    </a:p>
                  </a:txBody>
                  <a:tcPr marL="121900" marR="121900" marT="121900" marB="121900">
                    <a:lnL w="9525" cap="flat" cmpd="sng">
                      <a:solidFill>
                        <a:srgbClr val="0E2A47"/>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0E2A47"/>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300"/>
                    </a:p>
                  </a:txBody>
                  <a:tcPr marL="121900" marR="121900" marT="121900" marB="12190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0E2A47"/>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300"/>
                    </a:p>
                  </a:txBody>
                  <a:tcPr marL="121900" marR="121900" marT="121900" marB="12190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0E2A47"/>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extLst>
                  <a:ext uri="{0D108BD9-81ED-4DB2-BD59-A6C34878D82A}">
                    <a16:rowId xmlns:a16="http://schemas.microsoft.com/office/drawing/2014/main" val="10001"/>
                  </a:ext>
                </a:extLst>
              </a:tr>
              <a:tr h="386033">
                <a:tc>
                  <a:txBody>
                    <a:bodyPr/>
                    <a:lstStyle/>
                    <a:p>
                      <a:pPr marL="0" lvl="0" indent="0" algn="l" rtl="0">
                        <a:spcBef>
                          <a:spcPts val="0"/>
                        </a:spcBef>
                        <a:spcAft>
                          <a:spcPts val="0"/>
                        </a:spcAft>
                        <a:buNone/>
                      </a:pPr>
                      <a:endParaRPr sz="300"/>
                    </a:p>
                  </a:txBody>
                  <a:tcPr marL="121900" marR="121900" marT="121900" marB="12190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7994A9"/>
                    </a:solidFill>
                  </a:tcPr>
                </a:tc>
                <a:tc>
                  <a:txBody>
                    <a:bodyPr/>
                    <a:lstStyle/>
                    <a:p>
                      <a:pPr marL="0" lvl="0" indent="0" algn="l" rtl="0">
                        <a:spcBef>
                          <a:spcPts val="0"/>
                        </a:spcBef>
                        <a:spcAft>
                          <a:spcPts val="0"/>
                        </a:spcAft>
                        <a:buNone/>
                      </a:pPr>
                      <a:endParaRPr sz="300"/>
                    </a:p>
                  </a:txBody>
                  <a:tcPr marL="121900" marR="121900" marT="121900" marB="121900">
                    <a:lnL w="9525" cap="flat" cmpd="sng">
                      <a:solidFill>
                        <a:srgbClr val="0E2A47"/>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300"/>
                    </a:p>
                  </a:txBody>
                  <a:tcPr marL="121900" marR="121900" marT="121900" marB="12190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300" dirty="0"/>
                    </a:p>
                  </a:txBody>
                  <a:tcPr marL="121900" marR="121900" marT="121900" marB="12190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extLst>
                  <a:ext uri="{0D108BD9-81ED-4DB2-BD59-A6C34878D82A}">
                    <a16:rowId xmlns:a16="http://schemas.microsoft.com/office/drawing/2014/main" val="10002"/>
                  </a:ext>
                </a:extLst>
              </a:tr>
            </a:tbl>
          </a:graphicData>
        </a:graphic>
      </p:graphicFrame>
      <p:grpSp>
        <p:nvGrpSpPr>
          <p:cNvPr id="4736" name="Google Shape;4736;p62"/>
          <p:cNvGrpSpPr/>
          <p:nvPr/>
        </p:nvGrpSpPr>
        <p:grpSpPr>
          <a:xfrm>
            <a:off x="5467123" y="3612991"/>
            <a:ext cx="2023248" cy="99280"/>
            <a:chOff x="3980086" y="2804397"/>
            <a:chExt cx="1227600" cy="66900"/>
          </a:xfrm>
        </p:grpSpPr>
        <p:sp>
          <p:nvSpPr>
            <p:cNvPr id="4737" name="Google Shape;4737;p62"/>
            <p:cNvSpPr/>
            <p:nvPr/>
          </p:nvSpPr>
          <p:spPr>
            <a:xfrm rot="5400000" flipH="1">
              <a:off x="4560736" y="2223904"/>
              <a:ext cx="66300" cy="1227600"/>
            </a:xfrm>
            <a:prstGeom prst="round2SameRect">
              <a:avLst>
                <a:gd name="adj1" fmla="val 50000"/>
                <a:gd name="adj2" fmla="val 50000"/>
              </a:avLst>
            </a:prstGeom>
            <a:solidFill>
              <a:srgbClr val="F4F6F8"/>
            </a:solidFill>
            <a:ln>
              <a:noFill/>
            </a:ln>
          </p:spPr>
          <p:txBody>
            <a:bodyPr spcFirstLastPara="1" wrap="square" lIns="121900" tIns="121900" rIns="121900" bIns="121900" anchor="ctr" anchorCtr="0">
              <a:noAutofit/>
            </a:bodyPr>
            <a:lstStyle/>
            <a:p>
              <a:endParaRPr sz="2400"/>
            </a:p>
          </p:txBody>
        </p:sp>
        <p:sp>
          <p:nvSpPr>
            <p:cNvPr id="4738" name="Google Shape;4738;p62"/>
            <p:cNvSpPr/>
            <p:nvPr/>
          </p:nvSpPr>
          <p:spPr>
            <a:xfrm rot="5400000" flipH="1">
              <a:off x="4086125" y="2698647"/>
              <a:ext cx="66900" cy="278400"/>
            </a:xfrm>
            <a:prstGeom prst="round2SameRect">
              <a:avLst>
                <a:gd name="adj1" fmla="val 50000"/>
                <a:gd name="adj2" fmla="val 50000"/>
              </a:avLst>
            </a:prstGeom>
            <a:solidFill>
              <a:srgbClr val="7994A9"/>
            </a:solidFill>
            <a:ln>
              <a:noFill/>
            </a:ln>
          </p:spPr>
          <p:txBody>
            <a:bodyPr spcFirstLastPara="1" wrap="square" lIns="121900" tIns="121900" rIns="121900" bIns="121900" anchor="ctr" anchorCtr="0">
              <a:noAutofit/>
            </a:bodyPr>
            <a:lstStyle/>
            <a:p>
              <a:endParaRPr sz="2400"/>
            </a:p>
          </p:txBody>
        </p:sp>
      </p:grpSp>
      <p:grpSp>
        <p:nvGrpSpPr>
          <p:cNvPr id="4739" name="Google Shape;4739;p62"/>
          <p:cNvGrpSpPr/>
          <p:nvPr/>
        </p:nvGrpSpPr>
        <p:grpSpPr>
          <a:xfrm>
            <a:off x="6300541" y="4003107"/>
            <a:ext cx="1190608" cy="99280"/>
            <a:chOff x="3980086" y="2804397"/>
            <a:chExt cx="1227600" cy="66900"/>
          </a:xfrm>
        </p:grpSpPr>
        <p:sp>
          <p:nvSpPr>
            <p:cNvPr id="4740" name="Google Shape;4740;p62"/>
            <p:cNvSpPr/>
            <p:nvPr/>
          </p:nvSpPr>
          <p:spPr>
            <a:xfrm rot="5400000" flipH="1">
              <a:off x="4560736" y="2223904"/>
              <a:ext cx="66300" cy="1227600"/>
            </a:xfrm>
            <a:prstGeom prst="round2SameRect">
              <a:avLst>
                <a:gd name="adj1" fmla="val 50000"/>
                <a:gd name="adj2" fmla="val 50000"/>
              </a:avLst>
            </a:prstGeom>
            <a:solidFill>
              <a:srgbClr val="F4F6F8"/>
            </a:solidFill>
            <a:ln>
              <a:noFill/>
            </a:ln>
          </p:spPr>
          <p:txBody>
            <a:bodyPr spcFirstLastPara="1" wrap="square" lIns="121900" tIns="121900" rIns="121900" bIns="121900" anchor="ctr" anchorCtr="0">
              <a:noAutofit/>
            </a:bodyPr>
            <a:lstStyle/>
            <a:p>
              <a:endParaRPr sz="2400"/>
            </a:p>
          </p:txBody>
        </p:sp>
        <p:sp>
          <p:nvSpPr>
            <p:cNvPr id="4741" name="Google Shape;4741;p62"/>
            <p:cNvSpPr/>
            <p:nvPr/>
          </p:nvSpPr>
          <p:spPr>
            <a:xfrm rot="5400000" flipH="1">
              <a:off x="4086125" y="2698647"/>
              <a:ext cx="66900" cy="278400"/>
            </a:xfrm>
            <a:prstGeom prst="round2SameRect">
              <a:avLst>
                <a:gd name="adj1" fmla="val 50000"/>
                <a:gd name="adj2" fmla="val 50000"/>
              </a:avLst>
            </a:prstGeom>
            <a:solidFill>
              <a:srgbClr val="7994A9"/>
            </a:solidFill>
            <a:ln>
              <a:noFill/>
            </a:ln>
          </p:spPr>
          <p:txBody>
            <a:bodyPr spcFirstLastPara="1" wrap="square" lIns="121900" tIns="121900" rIns="121900" bIns="121900" anchor="ctr" anchorCtr="0">
              <a:noAutofit/>
            </a:bodyPr>
            <a:lstStyle/>
            <a:p>
              <a:endParaRPr sz="2400"/>
            </a:p>
          </p:txBody>
        </p:sp>
      </p:grpSp>
      <p:grpSp>
        <p:nvGrpSpPr>
          <p:cNvPr id="4742" name="Google Shape;4742;p62"/>
          <p:cNvGrpSpPr/>
          <p:nvPr/>
        </p:nvGrpSpPr>
        <p:grpSpPr>
          <a:xfrm>
            <a:off x="4477997" y="4481618"/>
            <a:ext cx="3150992" cy="1341257"/>
            <a:chOff x="3358415" y="3361302"/>
            <a:chExt cx="2363244" cy="1024695"/>
          </a:xfrm>
        </p:grpSpPr>
        <p:grpSp>
          <p:nvGrpSpPr>
            <p:cNvPr id="4743" name="Google Shape;4743;p62"/>
            <p:cNvGrpSpPr/>
            <p:nvPr/>
          </p:nvGrpSpPr>
          <p:grpSpPr>
            <a:xfrm>
              <a:off x="3358415" y="3361302"/>
              <a:ext cx="441300" cy="1024695"/>
              <a:chOff x="3358415" y="3361302"/>
              <a:chExt cx="441300" cy="1024695"/>
            </a:xfrm>
          </p:grpSpPr>
          <p:sp>
            <p:nvSpPr>
              <p:cNvPr id="4744" name="Google Shape;4744;p62"/>
              <p:cNvSpPr/>
              <p:nvPr/>
            </p:nvSpPr>
            <p:spPr>
              <a:xfrm>
                <a:off x="3358415" y="3361302"/>
                <a:ext cx="441300" cy="136500"/>
              </a:xfrm>
              <a:prstGeom prst="flowChartAlternateProcess">
                <a:avLst/>
              </a:prstGeom>
              <a:solidFill>
                <a:srgbClr val="7994A9"/>
              </a:solidFill>
              <a:ln>
                <a:noFill/>
              </a:ln>
            </p:spPr>
            <p:txBody>
              <a:bodyPr spcFirstLastPara="1" wrap="square" lIns="121900" tIns="121900" rIns="121900" bIns="121900" anchor="ctr" anchorCtr="0">
                <a:noAutofit/>
              </a:bodyPr>
              <a:lstStyle/>
              <a:p>
                <a:endParaRPr sz="2400"/>
              </a:p>
            </p:txBody>
          </p:sp>
          <p:sp>
            <p:nvSpPr>
              <p:cNvPr id="4745" name="Google Shape;4745;p62"/>
              <p:cNvSpPr/>
              <p:nvPr/>
            </p:nvSpPr>
            <p:spPr>
              <a:xfrm>
                <a:off x="3358415" y="3538947"/>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46" name="Google Shape;4746;p62"/>
              <p:cNvSpPr/>
              <p:nvPr/>
            </p:nvSpPr>
            <p:spPr>
              <a:xfrm>
                <a:off x="3358415" y="3716591"/>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47" name="Google Shape;4747;p62"/>
              <p:cNvSpPr/>
              <p:nvPr/>
            </p:nvSpPr>
            <p:spPr>
              <a:xfrm>
                <a:off x="3358415" y="3894236"/>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48" name="Google Shape;4748;p62"/>
              <p:cNvSpPr/>
              <p:nvPr/>
            </p:nvSpPr>
            <p:spPr>
              <a:xfrm>
                <a:off x="3358415" y="4071866"/>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49" name="Google Shape;4749;p62"/>
              <p:cNvSpPr/>
              <p:nvPr/>
            </p:nvSpPr>
            <p:spPr>
              <a:xfrm>
                <a:off x="3358415" y="4249497"/>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750" name="Google Shape;4750;p62"/>
            <p:cNvGrpSpPr/>
            <p:nvPr/>
          </p:nvGrpSpPr>
          <p:grpSpPr>
            <a:xfrm>
              <a:off x="3838901" y="3361302"/>
              <a:ext cx="441300" cy="1024695"/>
              <a:chOff x="3838901" y="3361302"/>
              <a:chExt cx="441300" cy="1024695"/>
            </a:xfrm>
          </p:grpSpPr>
          <p:sp>
            <p:nvSpPr>
              <p:cNvPr id="4751" name="Google Shape;4751;p62"/>
              <p:cNvSpPr/>
              <p:nvPr/>
            </p:nvSpPr>
            <p:spPr>
              <a:xfrm>
                <a:off x="3838901" y="3361302"/>
                <a:ext cx="441300" cy="136500"/>
              </a:xfrm>
              <a:prstGeom prst="flowChartAlternateProcess">
                <a:avLst/>
              </a:prstGeom>
              <a:solidFill>
                <a:srgbClr val="7994A9"/>
              </a:solidFill>
              <a:ln>
                <a:noFill/>
              </a:ln>
            </p:spPr>
            <p:txBody>
              <a:bodyPr spcFirstLastPara="1" wrap="square" lIns="121900" tIns="121900" rIns="121900" bIns="121900" anchor="ctr" anchorCtr="0">
                <a:noAutofit/>
              </a:bodyPr>
              <a:lstStyle/>
              <a:p>
                <a:endParaRPr sz="2400"/>
              </a:p>
            </p:txBody>
          </p:sp>
          <p:sp>
            <p:nvSpPr>
              <p:cNvPr id="4752" name="Google Shape;4752;p62"/>
              <p:cNvSpPr/>
              <p:nvPr/>
            </p:nvSpPr>
            <p:spPr>
              <a:xfrm>
                <a:off x="3838901" y="3538947"/>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53" name="Google Shape;4753;p62"/>
              <p:cNvSpPr/>
              <p:nvPr/>
            </p:nvSpPr>
            <p:spPr>
              <a:xfrm>
                <a:off x="3838901" y="3716591"/>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54" name="Google Shape;4754;p62"/>
              <p:cNvSpPr/>
              <p:nvPr/>
            </p:nvSpPr>
            <p:spPr>
              <a:xfrm>
                <a:off x="3838901" y="3894236"/>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55" name="Google Shape;4755;p62"/>
              <p:cNvSpPr/>
              <p:nvPr/>
            </p:nvSpPr>
            <p:spPr>
              <a:xfrm>
                <a:off x="3838901" y="4071866"/>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56" name="Google Shape;4756;p62"/>
              <p:cNvSpPr/>
              <p:nvPr/>
            </p:nvSpPr>
            <p:spPr>
              <a:xfrm>
                <a:off x="3838901" y="4249497"/>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757" name="Google Shape;4757;p62"/>
            <p:cNvGrpSpPr/>
            <p:nvPr/>
          </p:nvGrpSpPr>
          <p:grpSpPr>
            <a:xfrm>
              <a:off x="4319387" y="3361302"/>
              <a:ext cx="441300" cy="1024695"/>
              <a:chOff x="4319387" y="3361302"/>
              <a:chExt cx="441300" cy="1024695"/>
            </a:xfrm>
          </p:grpSpPr>
          <p:sp>
            <p:nvSpPr>
              <p:cNvPr id="4758" name="Google Shape;4758;p62"/>
              <p:cNvSpPr/>
              <p:nvPr/>
            </p:nvSpPr>
            <p:spPr>
              <a:xfrm>
                <a:off x="4319387" y="3361302"/>
                <a:ext cx="441300" cy="136500"/>
              </a:xfrm>
              <a:prstGeom prst="flowChartAlternateProcess">
                <a:avLst/>
              </a:prstGeom>
              <a:solidFill>
                <a:srgbClr val="7994A9"/>
              </a:solidFill>
              <a:ln>
                <a:noFill/>
              </a:ln>
            </p:spPr>
            <p:txBody>
              <a:bodyPr spcFirstLastPara="1" wrap="square" lIns="121900" tIns="121900" rIns="121900" bIns="121900" anchor="ctr" anchorCtr="0">
                <a:noAutofit/>
              </a:bodyPr>
              <a:lstStyle/>
              <a:p>
                <a:endParaRPr sz="2400"/>
              </a:p>
            </p:txBody>
          </p:sp>
          <p:sp>
            <p:nvSpPr>
              <p:cNvPr id="4759" name="Google Shape;4759;p62"/>
              <p:cNvSpPr/>
              <p:nvPr/>
            </p:nvSpPr>
            <p:spPr>
              <a:xfrm>
                <a:off x="4319387" y="3538947"/>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60" name="Google Shape;4760;p62"/>
              <p:cNvSpPr/>
              <p:nvPr/>
            </p:nvSpPr>
            <p:spPr>
              <a:xfrm>
                <a:off x="4319387" y="3716591"/>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61" name="Google Shape;4761;p62"/>
              <p:cNvSpPr/>
              <p:nvPr/>
            </p:nvSpPr>
            <p:spPr>
              <a:xfrm>
                <a:off x="4319387" y="3894236"/>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62" name="Google Shape;4762;p62"/>
              <p:cNvSpPr/>
              <p:nvPr/>
            </p:nvSpPr>
            <p:spPr>
              <a:xfrm>
                <a:off x="4319387" y="4071866"/>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63" name="Google Shape;4763;p62"/>
              <p:cNvSpPr/>
              <p:nvPr/>
            </p:nvSpPr>
            <p:spPr>
              <a:xfrm>
                <a:off x="4319387" y="4249497"/>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764" name="Google Shape;4764;p62"/>
            <p:cNvGrpSpPr/>
            <p:nvPr/>
          </p:nvGrpSpPr>
          <p:grpSpPr>
            <a:xfrm>
              <a:off x="4799873" y="3361302"/>
              <a:ext cx="441300" cy="1024695"/>
              <a:chOff x="4799873" y="3361302"/>
              <a:chExt cx="441300" cy="1024695"/>
            </a:xfrm>
          </p:grpSpPr>
          <p:sp>
            <p:nvSpPr>
              <p:cNvPr id="4765" name="Google Shape;4765;p62"/>
              <p:cNvSpPr/>
              <p:nvPr/>
            </p:nvSpPr>
            <p:spPr>
              <a:xfrm>
                <a:off x="4799873" y="3361302"/>
                <a:ext cx="441300" cy="136500"/>
              </a:xfrm>
              <a:prstGeom prst="flowChartAlternateProcess">
                <a:avLst/>
              </a:prstGeom>
              <a:solidFill>
                <a:srgbClr val="7994A9"/>
              </a:solidFill>
              <a:ln>
                <a:noFill/>
              </a:ln>
            </p:spPr>
            <p:txBody>
              <a:bodyPr spcFirstLastPara="1" wrap="square" lIns="121900" tIns="121900" rIns="121900" bIns="121900" anchor="ctr" anchorCtr="0">
                <a:noAutofit/>
              </a:bodyPr>
              <a:lstStyle/>
              <a:p>
                <a:endParaRPr sz="2400"/>
              </a:p>
            </p:txBody>
          </p:sp>
          <p:sp>
            <p:nvSpPr>
              <p:cNvPr id="4766" name="Google Shape;4766;p62"/>
              <p:cNvSpPr/>
              <p:nvPr/>
            </p:nvSpPr>
            <p:spPr>
              <a:xfrm>
                <a:off x="4799873" y="3538947"/>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67" name="Google Shape;4767;p62"/>
              <p:cNvSpPr/>
              <p:nvPr/>
            </p:nvSpPr>
            <p:spPr>
              <a:xfrm>
                <a:off x="4799873" y="3716591"/>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68" name="Google Shape;4768;p62"/>
              <p:cNvSpPr/>
              <p:nvPr/>
            </p:nvSpPr>
            <p:spPr>
              <a:xfrm>
                <a:off x="4799873" y="3894236"/>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69" name="Google Shape;4769;p62"/>
              <p:cNvSpPr/>
              <p:nvPr/>
            </p:nvSpPr>
            <p:spPr>
              <a:xfrm>
                <a:off x="4799873" y="4071866"/>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70" name="Google Shape;4770;p62"/>
              <p:cNvSpPr/>
              <p:nvPr/>
            </p:nvSpPr>
            <p:spPr>
              <a:xfrm>
                <a:off x="4799873" y="4249497"/>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771" name="Google Shape;4771;p62"/>
            <p:cNvGrpSpPr/>
            <p:nvPr/>
          </p:nvGrpSpPr>
          <p:grpSpPr>
            <a:xfrm>
              <a:off x="5280360" y="3361302"/>
              <a:ext cx="441300" cy="1024695"/>
              <a:chOff x="5280360" y="3361302"/>
              <a:chExt cx="441300" cy="1024695"/>
            </a:xfrm>
          </p:grpSpPr>
          <p:sp>
            <p:nvSpPr>
              <p:cNvPr id="4772" name="Google Shape;4772;p62"/>
              <p:cNvSpPr/>
              <p:nvPr/>
            </p:nvSpPr>
            <p:spPr>
              <a:xfrm>
                <a:off x="5280360" y="3361302"/>
                <a:ext cx="441300" cy="136500"/>
              </a:xfrm>
              <a:prstGeom prst="flowChartAlternateProcess">
                <a:avLst/>
              </a:prstGeom>
              <a:solidFill>
                <a:srgbClr val="7994A9"/>
              </a:solidFill>
              <a:ln>
                <a:noFill/>
              </a:ln>
            </p:spPr>
            <p:txBody>
              <a:bodyPr spcFirstLastPara="1" wrap="square" lIns="121900" tIns="121900" rIns="121900" bIns="121900" anchor="ctr" anchorCtr="0">
                <a:noAutofit/>
              </a:bodyPr>
              <a:lstStyle/>
              <a:p>
                <a:endParaRPr sz="2400"/>
              </a:p>
            </p:txBody>
          </p:sp>
          <p:sp>
            <p:nvSpPr>
              <p:cNvPr id="4773" name="Google Shape;4773;p62"/>
              <p:cNvSpPr/>
              <p:nvPr/>
            </p:nvSpPr>
            <p:spPr>
              <a:xfrm>
                <a:off x="5280360" y="3538947"/>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74" name="Google Shape;4774;p62"/>
              <p:cNvSpPr/>
              <p:nvPr/>
            </p:nvSpPr>
            <p:spPr>
              <a:xfrm>
                <a:off x="5280360" y="3716591"/>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75" name="Google Shape;4775;p62"/>
              <p:cNvSpPr/>
              <p:nvPr/>
            </p:nvSpPr>
            <p:spPr>
              <a:xfrm>
                <a:off x="5280360" y="3894236"/>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76" name="Google Shape;4776;p62"/>
              <p:cNvSpPr/>
              <p:nvPr/>
            </p:nvSpPr>
            <p:spPr>
              <a:xfrm>
                <a:off x="5280360" y="4071866"/>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sp>
            <p:nvSpPr>
              <p:cNvPr id="4777" name="Google Shape;4777;p62"/>
              <p:cNvSpPr/>
              <p:nvPr/>
            </p:nvSpPr>
            <p:spPr>
              <a:xfrm>
                <a:off x="5280360" y="4249497"/>
                <a:ext cx="441300" cy="136500"/>
              </a:xfrm>
              <a:prstGeom prst="flowChartAlternateProcess">
                <a:avLst/>
              </a:prstGeom>
              <a:solidFill>
                <a:srgbClr val="E3E9ED"/>
              </a:solidFill>
              <a:ln>
                <a:noFill/>
              </a:ln>
            </p:spPr>
            <p:txBody>
              <a:bodyPr spcFirstLastPara="1" wrap="square" lIns="121900" tIns="121900" rIns="121900" bIns="121900" anchor="ctr" anchorCtr="0">
                <a:noAutofit/>
              </a:bodyPr>
              <a:lstStyle/>
              <a:p>
                <a:endParaRPr sz="2400"/>
              </a:p>
            </p:txBody>
          </p:sp>
        </p:grpSp>
      </p:grpSp>
      <p:graphicFrame>
        <p:nvGraphicFramePr>
          <p:cNvPr id="4778" name="Google Shape;4778;p62"/>
          <p:cNvGraphicFramePr/>
          <p:nvPr/>
        </p:nvGraphicFramePr>
        <p:xfrm>
          <a:off x="966567" y="3097467"/>
          <a:ext cx="3204800" cy="1175199"/>
        </p:xfrm>
        <a:graphic>
          <a:graphicData uri="http://schemas.openxmlformats.org/drawingml/2006/table">
            <a:tbl>
              <a:tblPr>
                <a:noFill/>
              </a:tblPr>
              <a:tblGrid>
                <a:gridCol w="801200">
                  <a:extLst>
                    <a:ext uri="{9D8B030D-6E8A-4147-A177-3AD203B41FA5}">
                      <a16:colId xmlns:a16="http://schemas.microsoft.com/office/drawing/2014/main" val="20000"/>
                    </a:ext>
                  </a:extLst>
                </a:gridCol>
                <a:gridCol w="801200">
                  <a:extLst>
                    <a:ext uri="{9D8B030D-6E8A-4147-A177-3AD203B41FA5}">
                      <a16:colId xmlns:a16="http://schemas.microsoft.com/office/drawing/2014/main" val="20001"/>
                    </a:ext>
                  </a:extLst>
                </a:gridCol>
                <a:gridCol w="801200">
                  <a:extLst>
                    <a:ext uri="{9D8B030D-6E8A-4147-A177-3AD203B41FA5}">
                      <a16:colId xmlns:a16="http://schemas.microsoft.com/office/drawing/2014/main" val="20002"/>
                    </a:ext>
                  </a:extLst>
                </a:gridCol>
                <a:gridCol w="801200">
                  <a:extLst>
                    <a:ext uri="{9D8B030D-6E8A-4147-A177-3AD203B41FA5}">
                      <a16:colId xmlns:a16="http://schemas.microsoft.com/office/drawing/2014/main" val="20003"/>
                    </a:ext>
                  </a:extLst>
                </a:gridCol>
              </a:tblGrid>
              <a:tr h="391733">
                <a:tc>
                  <a:txBody>
                    <a:bodyPr/>
                    <a:lstStyle/>
                    <a:p>
                      <a:pPr marL="0" lvl="0" indent="0" algn="l" rtl="0">
                        <a:spcBef>
                          <a:spcPts val="0"/>
                        </a:spcBef>
                        <a:spcAft>
                          <a:spcPts val="0"/>
                        </a:spcAft>
                        <a:buNone/>
                      </a:pPr>
                      <a:endParaRPr sz="300"/>
                    </a:p>
                  </a:txBody>
                  <a:tcPr marL="121900" marR="121900" marT="121900" marB="12190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sz="300"/>
                    </a:p>
                  </a:txBody>
                  <a:tcPr marL="121900" marR="121900" marT="121900" marB="12190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300"/>
                    </a:p>
                  </a:txBody>
                  <a:tcPr marL="121900" marR="121900" marT="121900" marB="12190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300"/>
                    </a:p>
                  </a:txBody>
                  <a:tcPr marL="121900" marR="121900" marT="121900" marB="12190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5F8195"/>
                    </a:solidFill>
                  </a:tcPr>
                </a:tc>
                <a:extLst>
                  <a:ext uri="{0D108BD9-81ED-4DB2-BD59-A6C34878D82A}">
                    <a16:rowId xmlns:a16="http://schemas.microsoft.com/office/drawing/2014/main" val="10000"/>
                  </a:ext>
                </a:extLst>
              </a:tr>
              <a:tr h="391733">
                <a:tc>
                  <a:txBody>
                    <a:bodyPr/>
                    <a:lstStyle/>
                    <a:p>
                      <a:pPr marL="0" lvl="0" indent="0" algn="l" rtl="0">
                        <a:spcBef>
                          <a:spcPts val="0"/>
                        </a:spcBef>
                        <a:spcAft>
                          <a:spcPts val="0"/>
                        </a:spcAft>
                        <a:buNone/>
                      </a:pPr>
                      <a:endParaRPr sz="300"/>
                    </a:p>
                  </a:txBody>
                  <a:tcPr marL="121900" marR="121900" marT="121900" marB="12190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300"/>
                    </a:p>
                  </a:txBody>
                  <a:tcPr marL="121900" marR="121900" marT="121900" marB="12190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300"/>
                    </a:p>
                  </a:txBody>
                  <a:tcPr marL="121900" marR="121900" marT="121900" marB="12190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300"/>
                    </a:p>
                  </a:txBody>
                  <a:tcPr marL="121900" marR="121900" marT="121900" marB="12190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extLst>
                  <a:ext uri="{0D108BD9-81ED-4DB2-BD59-A6C34878D82A}">
                    <a16:rowId xmlns:a16="http://schemas.microsoft.com/office/drawing/2014/main" val="10001"/>
                  </a:ext>
                </a:extLst>
              </a:tr>
              <a:tr h="391733">
                <a:tc>
                  <a:txBody>
                    <a:bodyPr/>
                    <a:lstStyle/>
                    <a:p>
                      <a:pPr marL="0" lvl="0" indent="0" algn="l" rtl="0">
                        <a:spcBef>
                          <a:spcPts val="0"/>
                        </a:spcBef>
                        <a:spcAft>
                          <a:spcPts val="0"/>
                        </a:spcAft>
                        <a:buNone/>
                      </a:pPr>
                      <a:endParaRPr sz="300"/>
                    </a:p>
                  </a:txBody>
                  <a:tcPr marL="121900" marR="121900" marT="121900" marB="12190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7994A9"/>
                    </a:solidFill>
                  </a:tcPr>
                </a:tc>
                <a:tc>
                  <a:txBody>
                    <a:bodyPr/>
                    <a:lstStyle/>
                    <a:p>
                      <a:pPr marL="0" lvl="0" indent="0" algn="l" rtl="0">
                        <a:spcBef>
                          <a:spcPts val="0"/>
                        </a:spcBef>
                        <a:spcAft>
                          <a:spcPts val="0"/>
                        </a:spcAft>
                        <a:buNone/>
                      </a:pPr>
                      <a:endParaRPr sz="300"/>
                    </a:p>
                  </a:txBody>
                  <a:tcPr marL="121900" marR="121900" marT="121900" marB="12190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300"/>
                    </a:p>
                  </a:txBody>
                  <a:tcPr marL="121900" marR="121900" marT="121900" marB="12190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300"/>
                    </a:p>
                  </a:txBody>
                  <a:tcPr marL="121900" marR="121900" marT="121900" marB="12190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extLst>
                  <a:ext uri="{0D108BD9-81ED-4DB2-BD59-A6C34878D82A}">
                    <a16:rowId xmlns:a16="http://schemas.microsoft.com/office/drawing/2014/main" val="10002"/>
                  </a:ext>
                </a:extLst>
              </a:tr>
            </a:tbl>
          </a:graphicData>
        </a:graphic>
      </p:graphicFrame>
      <p:grpSp>
        <p:nvGrpSpPr>
          <p:cNvPr id="4779" name="Google Shape;4779;p62"/>
          <p:cNvGrpSpPr/>
          <p:nvPr/>
        </p:nvGrpSpPr>
        <p:grpSpPr>
          <a:xfrm>
            <a:off x="968600" y="4497100"/>
            <a:ext cx="3204819" cy="1341200"/>
            <a:chOff x="726450" y="3372825"/>
            <a:chExt cx="2403614" cy="1005900"/>
          </a:xfrm>
        </p:grpSpPr>
        <p:grpSp>
          <p:nvGrpSpPr>
            <p:cNvPr id="4780" name="Google Shape;4780;p62"/>
            <p:cNvGrpSpPr/>
            <p:nvPr/>
          </p:nvGrpSpPr>
          <p:grpSpPr>
            <a:xfrm>
              <a:off x="726450" y="3696000"/>
              <a:ext cx="2403614" cy="500898"/>
              <a:chOff x="726450" y="3696000"/>
              <a:chExt cx="2403614" cy="500898"/>
            </a:xfrm>
          </p:grpSpPr>
          <p:sp>
            <p:nvSpPr>
              <p:cNvPr id="4781" name="Google Shape;4781;p62"/>
              <p:cNvSpPr/>
              <p:nvPr/>
            </p:nvSpPr>
            <p:spPr>
              <a:xfrm>
                <a:off x="726450" y="3696000"/>
                <a:ext cx="2403600" cy="167100"/>
              </a:xfrm>
              <a:prstGeom prst="rect">
                <a:avLst/>
              </a:prstGeom>
              <a:solidFill>
                <a:srgbClr val="869FB1"/>
              </a:solidFill>
              <a:ln>
                <a:noFill/>
              </a:ln>
            </p:spPr>
            <p:txBody>
              <a:bodyPr spcFirstLastPara="1" wrap="square" lIns="121900" tIns="121900" rIns="121900" bIns="121900" anchor="ctr" anchorCtr="0">
                <a:noAutofit/>
              </a:bodyPr>
              <a:lstStyle/>
              <a:p>
                <a:endParaRPr sz="267"/>
              </a:p>
            </p:txBody>
          </p:sp>
          <p:sp>
            <p:nvSpPr>
              <p:cNvPr id="4782" name="Google Shape;4782;p62"/>
              <p:cNvSpPr/>
              <p:nvPr/>
            </p:nvSpPr>
            <p:spPr>
              <a:xfrm>
                <a:off x="726464" y="4029798"/>
                <a:ext cx="2403600" cy="167100"/>
              </a:xfrm>
              <a:prstGeom prst="rect">
                <a:avLst/>
              </a:prstGeom>
              <a:solidFill>
                <a:srgbClr val="869FB1"/>
              </a:solidFill>
              <a:ln>
                <a:noFill/>
              </a:ln>
            </p:spPr>
            <p:txBody>
              <a:bodyPr spcFirstLastPara="1" wrap="square" lIns="121900" tIns="121900" rIns="121900" bIns="121900" anchor="ctr" anchorCtr="0">
                <a:noAutofit/>
              </a:bodyPr>
              <a:lstStyle/>
              <a:p>
                <a:endParaRPr sz="267"/>
              </a:p>
            </p:txBody>
          </p:sp>
        </p:grpSp>
        <p:grpSp>
          <p:nvGrpSpPr>
            <p:cNvPr id="4783" name="Google Shape;4783;p62"/>
            <p:cNvGrpSpPr/>
            <p:nvPr/>
          </p:nvGrpSpPr>
          <p:grpSpPr>
            <a:xfrm>
              <a:off x="1348050" y="3372825"/>
              <a:ext cx="1720425" cy="1005900"/>
              <a:chOff x="1348050" y="3372825"/>
              <a:chExt cx="1720425" cy="1005900"/>
            </a:xfrm>
          </p:grpSpPr>
          <p:sp>
            <p:nvSpPr>
              <p:cNvPr id="4784" name="Google Shape;4784;p62"/>
              <p:cNvSpPr/>
              <p:nvPr/>
            </p:nvSpPr>
            <p:spPr>
              <a:xfrm>
                <a:off x="1348050"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121900" tIns="121900" rIns="121900" bIns="121900" anchor="ctr" anchorCtr="0">
                <a:noAutofit/>
              </a:bodyPr>
              <a:lstStyle/>
              <a:p>
                <a:endParaRPr sz="267"/>
              </a:p>
            </p:txBody>
          </p:sp>
          <p:sp>
            <p:nvSpPr>
              <p:cNvPr id="4785" name="Google Shape;4785;p62"/>
              <p:cNvSpPr/>
              <p:nvPr/>
            </p:nvSpPr>
            <p:spPr>
              <a:xfrm>
                <a:off x="1701356"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121900" tIns="121900" rIns="121900" bIns="121900" anchor="ctr" anchorCtr="0">
                <a:noAutofit/>
              </a:bodyPr>
              <a:lstStyle/>
              <a:p>
                <a:endParaRPr sz="267"/>
              </a:p>
            </p:txBody>
          </p:sp>
          <p:sp>
            <p:nvSpPr>
              <p:cNvPr id="4786" name="Google Shape;4786;p62"/>
              <p:cNvSpPr/>
              <p:nvPr/>
            </p:nvSpPr>
            <p:spPr>
              <a:xfrm>
                <a:off x="2054663"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121900" tIns="121900" rIns="121900" bIns="121900" anchor="ctr" anchorCtr="0">
                <a:noAutofit/>
              </a:bodyPr>
              <a:lstStyle/>
              <a:p>
                <a:endParaRPr sz="267"/>
              </a:p>
            </p:txBody>
          </p:sp>
          <p:sp>
            <p:nvSpPr>
              <p:cNvPr id="4787" name="Google Shape;4787;p62"/>
              <p:cNvSpPr/>
              <p:nvPr/>
            </p:nvSpPr>
            <p:spPr>
              <a:xfrm>
                <a:off x="2407969"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121900" tIns="121900" rIns="121900" bIns="121900" anchor="ctr" anchorCtr="0">
                <a:noAutofit/>
              </a:bodyPr>
              <a:lstStyle/>
              <a:p>
                <a:endParaRPr sz="267"/>
              </a:p>
            </p:txBody>
          </p:sp>
          <p:sp>
            <p:nvSpPr>
              <p:cNvPr id="4788" name="Google Shape;4788;p62"/>
              <p:cNvSpPr/>
              <p:nvPr/>
            </p:nvSpPr>
            <p:spPr>
              <a:xfrm>
                <a:off x="2761275"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121900" tIns="121900" rIns="121900" bIns="121900" anchor="ctr" anchorCtr="0">
                <a:noAutofit/>
              </a:bodyPr>
              <a:lstStyle/>
              <a:p>
                <a:endParaRPr sz="267"/>
              </a:p>
            </p:txBody>
          </p:sp>
        </p:grpSp>
        <p:grpSp>
          <p:nvGrpSpPr>
            <p:cNvPr id="4789" name="Google Shape;4789;p62"/>
            <p:cNvGrpSpPr/>
            <p:nvPr/>
          </p:nvGrpSpPr>
          <p:grpSpPr>
            <a:xfrm>
              <a:off x="1455707" y="3731058"/>
              <a:ext cx="1491150" cy="417657"/>
              <a:chOff x="1455707" y="3731058"/>
              <a:chExt cx="1491150" cy="417657"/>
            </a:xfrm>
          </p:grpSpPr>
          <p:grpSp>
            <p:nvGrpSpPr>
              <p:cNvPr id="4790" name="Google Shape;4790;p62"/>
              <p:cNvGrpSpPr/>
              <p:nvPr/>
            </p:nvGrpSpPr>
            <p:grpSpPr>
              <a:xfrm>
                <a:off x="1472938" y="3745828"/>
                <a:ext cx="72126" cy="53788"/>
                <a:chOff x="1472938" y="3745828"/>
                <a:chExt cx="72126" cy="53788"/>
              </a:xfrm>
            </p:grpSpPr>
            <p:sp>
              <p:nvSpPr>
                <p:cNvPr id="4791" name="Google Shape;4791;p62"/>
                <p:cNvSpPr/>
                <p:nvPr/>
              </p:nvSpPr>
              <p:spPr>
                <a:xfrm>
                  <a:off x="1472938" y="3763820"/>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4792" name="Google Shape;4792;p62"/>
                <p:cNvSpPr/>
                <p:nvPr/>
              </p:nvSpPr>
              <p:spPr>
                <a:xfrm>
                  <a:off x="1490853" y="3745828"/>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793" name="Google Shape;4793;p62"/>
              <p:cNvGrpSpPr/>
              <p:nvPr/>
            </p:nvGrpSpPr>
            <p:grpSpPr>
              <a:xfrm>
                <a:off x="1819181" y="4089633"/>
                <a:ext cx="72126" cy="53788"/>
                <a:chOff x="1819181" y="4089633"/>
                <a:chExt cx="72126" cy="53788"/>
              </a:xfrm>
            </p:grpSpPr>
            <p:sp>
              <p:nvSpPr>
                <p:cNvPr id="4794" name="Google Shape;4794;p62"/>
                <p:cNvSpPr/>
                <p:nvPr/>
              </p:nvSpPr>
              <p:spPr>
                <a:xfrm>
                  <a:off x="1819181" y="4107625"/>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4795" name="Google Shape;4795;p62"/>
                <p:cNvSpPr/>
                <p:nvPr/>
              </p:nvSpPr>
              <p:spPr>
                <a:xfrm>
                  <a:off x="1837096" y="4089633"/>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796" name="Google Shape;4796;p62"/>
              <p:cNvGrpSpPr/>
              <p:nvPr/>
            </p:nvGrpSpPr>
            <p:grpSpPr>
              <a:xfrm>
                <a:off x="1455707" y="4084171"/>
                <a:ext cx="64321" cy="64544"/>
                <a:chOff x="1455707" y="4084171"/>
                <a:chExt cx="64321" cy="64544"/>
              </a:xfrm>
            </p:grpSpPr>
            <p:sp>
              <p:nvSpPr>
                <p:cNvPr id="4797" name="Google Shape;4797;p62"/>
                <p:cNvSpPr/>
                <p:nvPr/>
              </p:nvSpPr>
              <p:spPr>
                <a:xfrm>
                  <a:off x="1478676" y="4084402"/>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4798" name="Google Shape;4798;p62"/>
                <p:cNvSpPr/>
                <p:nvPr/>
              </p:nvSpPr>
              <p:spPr>
                <a:xfrm>
                  <a:off x="1455707" y="4084171"/>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799" name="Google Shape;4799;p62"/>
              <p:cNvGrpSpPr/>
              <p:nvPr/>
            </p:nvGrpSpPr>
            <p:grpSpPr>
              <a:xfrm>
                <a:off x="1818610" y="3731058"/>
                <a:ext cx="64321" cy="64544"/>
                <a:chOff x="1818610" y="3731058"/>
                <a:chExt cx="64321" cy="64544"/>
              </a:xfrm>
            </p:grpSpPr>
            <p:sp>
              <p:nvSpPr>
                <p:cNvPr id="4800" name="Google Shape;4800;p62"/>
                <p:cNvSpPr/>
                <p:nvPr/>
              </p:nvSpPr>
              <p:spPr>
                <a:xfrm>
                  <a:off x="1841579" y="3731290"/>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4801" name="Google Shape;4801;p62"/>
                <p:cNvSpPr/>
                <p:nvPr/>
              </p:nvSpPr>
              <p:spPr>
                <a:xfrm>
                  <a:off x="1818610" y="3731058"/>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802" name="Google Shape;4802;p62"/>
              <p:cNvGrpSpPr/>
              <p:nvPr/>
            </p:nvGrpSpPr>
            <p:grpSpPr>
              <a:xfrm>
                <a:off x="2172491" y="4089633"/>
                <a:ext cx="72126" cy="53788"/>
                <a:chOff x="2172491" y="4089633"/>
                <a:chExt cx="72126" cy="53788"/>
              </a:xfrm>
            </p:grpSpPr>
            <p:sp>
              <p:nvSpPr>
                <p:cNvPr id="4803" name="Google Shape;4803;p62"/>
                <p:cNvSpPr/>
                <p:nvPr/>
              </p:nvSpPr>
              <p:spPr>
                <a:xfrm>
                  <a:off x="2172491" y="4107625"/>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4804" name="Google Shape;4804;p62"/>
                <p:cNvSpPr/>
                <p:nvPr/>
              </p:nvSpPr>
              <p:spPr>
                <a:xfrm>
                  <a:off x="2190406" y="4089633"/>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805" name="Google Shape;4805;p62"/>
              <p:cNvGrpSpPr/>
              <p:nvPr/>
            </p:nvGrpSpPr>
            <p:grpSpPr>
              <a:xfrm>
                <a:off x="2171920" y="3731058"/>
                <a:ext cx="64321" cy="64544"/>
                <a:chOff x="2171920" y="3731058"/>
                <a:chExt cx="64321" cy="64544"/>
              </a:xfrm>
            </p:grpSpPr>
            <p:sp>
              <p:nvSpPr>
                <p:cNvPr id="4806" name="Google Shape;4806;p62"/>
                <p:cNvSpPr/>
                <p:nvPr/>
              </p:nvSpPr>
              <p:spPr>
                <a:xfrm>
                  <a:off x="2194889" y="3731290"/>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4807" name="Google Shape;4807;p62"/>
                <p:cNvSpPr/>
                <p:nvPr/>
              </p:nvSpPr>
              <p:spPr>
                <a:xfrm>
                  <a:off x="2171920" y="3731058"/>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808" name="Google Shape;4808;p62"/>
              <p:cNvGrpSpPr/>
              <p:nvPr/>
            </p:nvGrpSpPr>
            <p:grpSpPr>
              <a:xfrm>
                <a:off x="2874730" y="3745828"/>
                <a:ext cx="72126" cy="53788"/>
                <a:chOff x="2874730" y="3745828"/>
                <a:chExt cx="72126" cy="53788"/>
              </a:xfrm>
            </p:grpSpPr>
            <p:sp>
              <p:nvSpPr>
                <p:cNvPr id="4809" name="Google Shape;4809;p62"/>
                <p:cNvSpPr/>
                <p:nvPr/>
              </p:nvSpPr>
              <p:spPr>
                <a:xfrm>
                  <a:off x="2874730" y="3763820"/>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4810" name="Google Shape;4810;p62"/>
                <p:cNvSpPr/>
                <p:nvPr/>
              </p:nvSpPr>
              <p:spPr>
                <a:xfrm>
                  <a:off x="2892645" y="3745828"/>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811" name="Google Shape;4811;p62"/>
              <p:cNvGrpSpPr/>
              <p:nvPr/>
            </p:nvGrpSpPr>
            <p:grpSpPr>
              <a:xfrm>
                <a:off x="2878589" y="4081481"/>
                <a:ext cx="64321" cy="64544"/>
                <a:chOff x="2878589" y="4081481"/>
                <a:chExt cx="64321" cy="64544"/>
              </a:xfrm>
            </p:grpSpPr>
            <p:sp>
              <p:nvSpPr>
                <p:cNvPr id="4812" name="Google Shape;4812;p62"/>
                <p:cNvSpPr/>
                <p:nvPr/>
              </p:nvSpPr>
              <p:spPr>
                <a:xfrm>
                  <a:off x="2901559" y="4081712"/>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4813" name="Google Shape;4813;p62"/>
                <p:cNvSpPr/>
                <p:nvPr/>
              </p:nvSpPr>
              <p:spPr>
                <a:xfrm>
                  <a:off x="2878589" y="4081481"/>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814" name="Google Shape;4814;p62"/>
              <p:cNvGrpSpPr/>
              <p:nvPr/>
            </p:nvGrpSpPr>
            <p:grpSpPr>
              <a:xfrm>
                <a:off x="2525796" y="4089633"/>
                <a:ext cx="72126" cy="53788"/>
                <a:chOff x="2525796" y="4089633"/>
                <a:chExt cx="72126" cy="53788"/>
              </a:xfrm>
            </p:grpSpPr>
            <p:sp>
              <p:nvSpPr>
                <p:cNvPr id="4815" name="Google Shape;4815;p62"/>
                <p:cNvSpPr/>
                <p:nvPr/>
              </p:nvSpPr>
              <p:spPr>
                <a:xfrm>
                  <a:off x="2525796" y="4107625"/>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4816" name="Google Shape;4816;p62"/>
                <p:cNvSpPr/>
                <p:nvPr/>
              </p:nvSpPr>
              <p:spPr>
                <a:xfrm>
                  <a:off x="2543711" y="4089633"/>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817" name="Google Shape;4817;p62"/>
              <p:cNvGrpSpPr/>
              <p:nvPr/>
            </p:nvGrpSpPr>
            <p:grpSpPr>
              <a:xfrm>
                <a:off x="2525225" y="3731058"/>
                <a:ext cx="64321" cy="64544"/>
                <a:chOff x="2525225" y="3731058"/>
                <a:chExt cx="64321" cy="64544"/>
              </a:xfrm>
            </p:grpSpPr>
            <p:sp>
              <p:nvSpPr>
                <p:cNvPr id="4818" name="Google Shape;4818;p62"/>
                <p:cNvSpPr/>
                <p:nvPr/>
              </p:nvSpPr>
              <p:spPr>
                <a:xfrm>
                  <a:off x="2548194" y="3731290"/>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4819" name="Google Shape;4819;p62"/>
                <p:cNvSpPr/>
                <p:nvPr/>
              </p:nvSpPr>
              <p:spPr>
                <a:xfrm>
                  <a:off x="2525225" y="3731058"/>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grpSp>
      <p:sp>
        <p:nvSpPr>
          <p:cNvPr id="168" name="Dikdörtgen 167"/>
          <p:cNvSpPr/>
          <p:nvPr/>
        </p:nvSpPr>
        <p:spPr>
          <a:xfrm>
            <a:off x="-27447" y="-9813"/>
            <a:ext cx="10911016" cy="1077218"/>
          </a:xfrm>
          <a:prstGeom prst="rect">
            <a:avLst/>
          </a:prstGeom>
        </p:spPr>
        <p:txBody>
          <a:bodyPr wrap="square">
            <a:spAutoFit/>
          </a:bodyPr>
          <a:lstStyle/>
          <a:p>
            <a:pPr fontAlgn="ctr">
              <a:defRPr/>
            </a:pPr>
            <a:r>
              <a:rPr lang="tr-TR" sz="3200" b="1" noProof="1">
                <a:cs typeface="Helvetica" panose="020B0604020202020204" pitchFamily="34" charset="0"/>
                <a:sym typeface="Flama Ziraat Medium" charset="0"/>
              </a:rPr>
              <a:t>Sunumlarda Kullanılabilecek Çeşitli Şekiller</a:t>
            </a:r>
          </a:p>
          <a:p>
            <a:pPr fontAlgn="ctr">
              <a:defRPr/>
            </a:pPr>
            <a:r>
              <a:rPr lang="tr-TR" sz="3200" b="1" i="1" noProof="1">
                <a:solidFill>
                  <a:srgbClr val="C00000"/>
                </a:solidFill>
                <a:cs typeface="Helvetica" panose="020B0604020202020204" pitchFamily="34" charset="0"/>
                <a:sym typeface="Flama Ziraat Medium" charset="0"/>
              </a:rPr>
              <a:t>Hepsi Farklı Renklerde Boyanabilir ya da Değiştirilebilirdir…</a:t>
            </a:r>
          </a:p>
        </p:txBody>
      </p:sp>
    </p:spTree>
    <p:extLst>
      <p:ext uri="{BB962C8B-B14F-4D97-AF65-F5344CB8AC3E}">
        <p14:creationId xmlns:p14="http://schemas.microsoft.com/office/powerpoint/2010/main" val="35739515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23"/>
        <p:cNvGrpSpPr/>
        <p:nvPr/>
      </p:nvGrpSpPr>
      <p:grpSpPr>
        <a:xfrm>
          <a:off x="0" y="0"/>
          <a:ext cx="0" cy="0"/>
          <a:chOff x="0" y="0"/>
          <a:chExt cx="0" cy="0"/>
        </a:xfrm>
      </p:grpSpPr>
      <p:grpSp>
        <p:nvGrpSpPr>
          <p:cNvPr id="4824" name="Google Shape;4824;p63"/>
          <p:cNvGrpSpPr/>
          <p:nvPr/>
        </p:nvGrpSpPr>
        <p:grpSpPr>
          <a:xfrm>
            <a:off x="976571" y="1561808"/>
            <a:ext cx="1127895" cy="921003"/>
            <a:chOff x="732428" y="1198513"/>
            <a:chExt cx="845921" cy="690752"/>
          </a:xfrm>
        </p:grpSpPr>
        <p:grpSp>
          <p:nvGrpSpPr>
            <p:cNvPr id="4825" name="Google Shape;4825;p63"/>
            <p:cNvGrpSpPr/>
            <p:nvPr/>
          </p:nvGrpSpPr>
          <p:grpSpPr>
            <a:xfrm>
              <a:off x="823030" y="1198513"/>
              <a:ext cx="755319" cy="690752"/>
              <a:chOff x="823030" y="1198513"/>
              <a:chExt cx="755319" cy="690752"/>
            </a:xfrm>
          </p:grpSpPr>
          <p:sp>
            <p:nvSpPr>
              <p:cNvPr id="4826" name="Google Shape;4826;p63"/>
              <p:cNvSpPr/>
              <p:nvPr/>
            </p:nvSpPr>
            <p:spPr>
              <a:xfrm>
                <a:off x="823030" y="1198513"/>
                <a:ext cx="755319" cy="690752"/>
              </a:xfrm>
              <a:custGeom>
                <a:avLst/>
                <a:gdLst/>
                <a:ahLst/>
                <a:cxnLst/>
                <a:rect l="l" t="t" r="r" b="b"/>
                <a:pathLst>
                  <a:path w="46769" h="42771" extrusionOk="0">
                    <a:moveTo>
                      <a:pt x="21384" y="0"/>
                    </a:moveTo>
                    <a:cubicBezTo>
                      <a:pt x="9575" y="0"/>
                      <a:pt x="0" y="9575"/>
                      <a:pt x="0" y="21386"/>
                    </a:cubicBezTo>
                    <a:cubicBezTo>
                      <a:pt x="0" y="33196"/>
                      <a:pt x="9575" y="42770"/>
                      <a:pt x="21384" y="42770"/>
                    </a:cubicBezTo>
                    <a:cubicBezTo>
                      <a:pt x="33196" y="42770"/>
                      <a:pt x="42770" y="33196"/>
                      <a:pt x="42770" y="21386"/>
                    </a:cubicBezTo>
                    <a:cubicBezTo>
                      <a:pt x="42770" y="16313"/>
                      <a:pt x="41002" y="11653"/>
                      <a:pt x="38053" y="7988"/>
                    </a:cubicBezTo>
                    <a:lnTo>
                      <a:pt x="42775" y="7988"/>
                    </a:lnTo>
                    <a:cubicBezTo>
                      <a:pt x="44970" y="7988"/>
                      <a:pt x="46769" y="6191"/>
                      <a:pt x="46769" y="3994"/>
                    </a:cubicBezTo>
                    <a:cubicBezTo>
                      <a:pt x="46769" y="1797"/>
                      <a:pt x="44972" y="0"/>
                      <a:pt x="42775" y="0"/>
                    </a:cubicBezTo>
                    <a:lnTo>
                      <a:pt x="22286" y="0"/>
                    </a:lnTo>
                    <a:cubicBezTo>
                      <a:pt x="22196" y="0"/>
                      <a:pt x="22105" y="5"/>
                      <a:pt x="22018" y="10"/>
                    </a:cubicBezTo>
                    <a:cubicBezTo>
                      <a:pt x="21807" y="3"/>
                      <a:pt x="21597" y="0"/>
                      <a:pt x="21384" y="0"/>
                    </a:cubicBezTo>
                    <a:close/>
                  </a:path>
                </a:pathLst>
              </a:custGeom>
              <a:solidFill>
                <a:srgbClr val="325D79"/>
              </a:solidFill>
              <a:ln>
                <a:noFill/>
              </a:ln>
            </p:spPr>
            <p:txBody>
              <a:bodyPr spcFirstLastPara="1" wrap="square" lIns="121900" tIns="121900" rIns="121900" bIns="121900" anchor="ctr" anchorCtr="0">
                <a:noAutofit/>
              </a:bodyPr>
              <a:lstStyle/>
              <a:p>
                <a:endParaRPr sz="2400"/>
              </a:p>
            </p:txBody>
          </p:sp>
          <p:sp>
            <p:nvSpPr>
              <p:cNvPr id="4827" name="Google Shape;4827;p63"/>
              <p:cNvSpPr/>
              <p:nvPr/>
            </p:nvSpPr>
            <p:spPr>
              <a:xfrm>
                <a:off x="1470047" y="1217877"/>
                <a:ext cx="88760" cy="88744"/>
              </a:xfrm>
              <a:custGeom>
                <a:avLst/>
                <a:gdLst/>
                <a:ahLst/>
                <a:cxnLst/>
                <a:rect l="l" t="t" r="r" b="b"/>
                <a:pathLst>
                  <a:path w="5496" h="5495" extrusionOk="0">
                    <a:moveTo>
                      <a:pt x="2747" y="1"/>
                    </a:moveTo>
                    <a:cubicBezTo>
                      <a:pt x="1231" y="1"/>
                      <a:pt x="1" y="1230"/>
                      <a:pt x="1" y="2749"/>
                    </a:cubicBezTo>
                    <a:cubicBezTo>
                      <a:pt x="1" y="4265"/>
                      <a:pt x="1231" y="5495"/>
                      <a:pt x="2747" y="5495"/>
                    </a:cubicBezTo>
                    <a:cubicBezTo>
                      <a:pt x="4265" y="5495"/>
                      <a:pt x="5495" y="4265"/>
                      <a:pt x="5495" y="2749"/>
                    </a:cubicBezTo>
                    <a:cubicBezTo>
                      <a:pt x="5495" y="1230"/>
                      <a:pt x="4265" y="1"/>
                      <a:pt x="2747"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828" name="Google Shape;4828;p63"/>
            <p:cNvGrpSpPr/>
            <p:nvPr/>
          </p:nvGrpSpPr>
          <p:grpSpPr>
            <a:xfrm>
              <a:off x="732428" y="1239937"/>
              <a:ext cx="739912" cy="607886"/>
              <a:chOff x="732428" y="1239937"/>
              <a:chExt cx="739912" cy="607886"/>
            </a:xfrm>
          </p:grpSpPr>
          <p:sp>
            <p:nvSpPr>
              <p:cNvPr id="4829" name="Google Shape;4829;p63"/>
              <p:cNvSpPr/>
              <p:nvPr/>
            </p:nvSpPr>
            <p:spPr>
              <a:xfrm>
                <a:off x="732428" y="1239937"/>
                <a:ext cx="739912" cy="607886"/>
              </a:xfrm>
              <a:custGeom>
                <a:avLst/>
                <a:gdLst/>
                <a:ahLst/>
                <a:cxnLst/>
                <a:rect l="l" t="t" r="r" b="b"/>
                <a:pathLst>
                  <a:path w="45815" h="37640" extrusionOk="0">
                    <a:moveTo>
                      <a:pt x="26994" y="1"/>
                    </a:moveTo>
                    <a:cubicBezTo>
                      <a:pt x="16602" y="1"/>
                      <a:pt x="8175" y="8427"/>
                      <a:pt x="8175" y="18821"/>
                    </a:cubicBezTo>
                    <a:cubicBezTo>
                      <a:pt x="8169" y="22642"/>
                      <a:pt x="9333" y="26373"/>
                      <a:pt x="11509" y="29515"/>
                    </a:cubicBezTo>
                    <a:lnTo>
                      <a:pt x="3994" y="29515"/>
                    </a:lnTo>
                    <a:cubicBezTo>
                      <a:pt x="1797" y="29515"/>
                      <a:pt x="1" y="31311"/>
                      <a:pt x="1" y="33508"/>
                    </a:cubicBezTo>
                    <a:cubicBezTo>
                      <a:pt x="1" y="35704"/>
                      <a:pt x="1797" y="37502"/>
                      <a:pt x="3994" y="37502"/>
                    </a:cubicBezTo>
                    <a:lnTo>
                      <a:pt x="24483" y="37502"/>
                    </a:lnTo>
                    <a:cubicBezTo>
                      <a:pt x="24546" y="37502"/>
                      <a:pt x="24608" y="37500"/>
                      <a:pt x="24671" y="37497"/>
                    </a:cubicBezTo>
                    <a:cubicBezTo>
                      <a:pt x="25441" y="37592"/>
                      <a:pt x="26218" y="37640"/>
                      <a:pt x="26994" y="37640"/>
                    </a:cubicBezTo>
                    <a:cubicBezTo>
                      <a:pt x="37389" y="37640"/>
                      <a:pt x="45815" y="29214"/>
                      <a:pt x="45815" y="18821"/>
                    </a:cubicBezTo>
                    <a:cubicBezTo>
                      <a:pt x="45815" y="8427"/>
                      <a:pt x="37389" y="1"/>
                      <a:pt x="26994"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30" name="Google Shape;4830;p63"/>
              <p:cNvSpPr/>
              <p:nvPr/>
            </p:nvSpPr>
            <p:spPr>
              <a:xfrm>
                <a:off x="751614" y="1735807"/>
                <a:ext cx="88760" cy="88744"/>
              </a:xfrm>
              <a:custGeom>
                <a:avLst/>
                <a:gdLst/>
                <a:ahLst/>
                <a:cxnLst/>
                <a:rect l="l" t="t" r="r" b="b"/>
                <a:pathLst>
                  <a:path w="5496" h="5495" extrusionOk="0">
                    <a:moveTo>
                      <a:pt x="2747" y="0"/>
                    </a:moveTo>
                    <a:cubicBezTo>
                      <a:pt x="1231" y="0"/>
                      <a:pt x="1" y="1230"/>
                      <a:pt x="1" y="2747"/>
                    </a:cubicBezTo>
                    <a:cubicBezTo>
                      <a:pt x="1" y="4265"/>
                      <a:pt x="1231" y="5495"/>
                      <a:pt x="2747" y="5495"/>
                    </a:cubicBezTo>
                    <a:cubicBezTo>
                      <a:pt x="4265" y="5495"/>
                      <a:pt x="5495" y="4265"/>
                      <a:pt x="5495" y="2747"/>
                    </a:cubicBezTo>
                    <a:cubicBezTo>
                      <a:pt x="5495" y="1230"/>
                      <a:pt x="4265" y="0"/>
                      <a:pt x="2747"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831" name="Google Shape;4831;p63"/>
            <p:cNvGrpSpPr/>
            <p:nvPr/>
          </p:nvGrpSpPr>
          <p:grpSpPr>
            <a:xfrm>
              <a:off x="732428" y="1277018"/>
              <a:ext cx="702832" cy="533758"/>
              <a:chOff x="732428" y="1277018"/>
              <a:chExt cx="702832" cy="533758"/>
            </a:xfrm>
          </p:grpSpPr>
          <p:sp>
            <p:nvSpPr>
              <p:cNvPr id="4832" name="Google Shape;4832;p63"/>
              <p:cNvSpPr/>
              <p:nvPr/>
            </p:nvSpPr>
            <p:spPr>
              <a:xfrm>
                <a:off x="732428" y="1277018"/>
                <a:ext cx="702832" cy="533758"/>
              </a:xfrm>
              <a:custGeom>
                <a:avLst/>
                <a:gdLst/>
                <a:ahLst/>
                <a:cxnLst/>
                <a:rect l="l" t="t" r="r" b="b"/>
                <a:pathLst>
                  <a:path w="43519" h="33050" extrusionOk="0">
                    <a:moveTo>
                      <a:pt x="26994" y="1"/>
                    </a:moveTo>
                    <a:cubicBezTo>
                      <a:pt x="22006" y="1"/>
                      <a:pt x="17535" y="2211"/>
                      <a:pt x="14504" y="5705"/>
                    </a:cubicBezTo>
                    <a:lnTo>
                      <a:pt x="3994" y="5705"/>
                    </a:lnTo>
                    <a:cubicBezTo>
                      <a:pt x="1797" y="5705"/>
                      <a:pt x="1" y="7501"/>
                      <a:pt x="1" y="9698"/>
                    </a:cubicBezTo>
                    <a:cubicBezTo>
                      <a:pt x="1" y="11894"/>
                      <a:pt x="1797" y="13692"/>
                      <a:pt x="3994" y="13692"/>
                    </a:cubicBezTo>
                    <a:lnTo>
                      <a:pt x="10714" y="13692"/>
                    </a:lnTo>
                    <a:cubicBezTo>
                      <a:pt x="10552" y="14627"/>
                      <a:pt x="10470" y="15575"/>
                      <a:pt x="10472" y="16525"/>
                    </a:cubicBezTo>
                    <a:cubicBezTo>
                      <a:pt x="10472" y="25651"/>
                      <a:pt x="17870" y="33049"/>
                      <a:pt x="26996" y="33049"/>
                    </a:cubicBezTo>
                    <a:cubicBezTo>
                      <a:pt x="36122" y="33049"/>
                      <a:pt x="43519" y="25651"/>
                      <a:pt x="43519" y="16525"/>
                    </a:cubicBezTo>
                    <a:cubicBezTo>
                      <a:pt x="43519" y="7399"/>
                      <a:pt x="36122" y="1"/>
                      <a:pt x="26994" y="1"/>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4833" name="Google Shape;4833;p63"/>
              <p:cNvSpPr/>
              <p:nvPr/>
            </p:nvSpPr>
            <p:spPr>
              <a:xfrm>
                <a:off x="751695" y="1390407"/>
                <a:ext cx="88728" cy="88744"/>
              </a:xfrm>
              <a:custGeom>
                <a:avLst/>
                <a:gdLst/>
                <a:ahLst/>
                <a:cxnLst/>
                <a:rect l="l" t="t" r="r" b="b"/>
                <a:pathLst>
                  <a:path w="5494" h="5495" extrusionOk="0">
                    <a:moveTo>
                      <a:pt x="2747" y="0"/>
                    </a:moveTo>
                    <a:cubicBezTo>
                      <a:pt x="1230" y="0"/>
                      <a:pt x="1" y="1230"/>
                      <a:pt x="1" y="2748"/>
                    </a:cubicBezTo>
                    <a:cubicBezTo>
                      <a:pt x="1" y="4264"/>
                      <a:pt x="1230" y="5494"/>
                      <a:pt x="2747" y="5494"/>
                    </a:cubicBezTo>
                    <a:cubicBezTo>
                      <a:pt x="4263" y="5494"/>
                      <a:pt x="5493" y="4264"/>
                      <a:pt x="5493" y="2748"/>
                    </a:cubicBezTo>
                    <a:cubicBezTo>
                      <a:pt x="5493" y="1230"/>
                      <a:pt x="4263" y="0"/>
                      <a:pt x="2747"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834" name="Google Shape;4834;p63"/>
            <p:cNvGrpSpPr/>
            <p:nvPr/>
          </p:nvGrpSpPr>
          <p:grpSpPr>
            <a:xfrm>
              <a:off x="931170" y="1306653"/>
              <a:ext cx="647179" cy="474455"/>
              <a:chOff x="931170" y="1306653"/>
              <a:chExt cx="647179" cy="474455"/>
            </a:xfrm>
          </p:grpSpPr>
          <p:sp>
            <p:nvSpPr>
              <p:cNvPr id="4835" name="Google Shape;4835;p63"/>
              <p:cNvSpPr/>
              <p:nvPr/>
            </p:nvSpPr>
            <p:spPr>
              <a:xfrm>
                <a:off x="931170" y="1306653"/>
                <a:ext cx="647179" cy="474455"/>
              </a:xfrm>
              <a:custGeom>
                <a:avLst/>
                <a:gdLst/>
                <a:ahLst/>
                <a:cxnLst/>
                <a:rect l="l" t="t" r="r" b="b"/>
                <a:pathLst>
                  <a:path w="40073" h="29378" extrusionOk="0">
                    <a:moveTo>
                      <a:pt x="14688" y="1"/>
                    </a:moveTo>
                    <a:cubicBezTo>
                      <a:pt x="6578" y="1"/>
                      <a:pt x="1" y="6578"/>
                      <a:pt x="1" y="14690"/>
                    </a:cubicBezTo>
                    <a:cubicBezTo>
                      <a:pt x="1" y="22801"/>
                      <a:pt x="6578" y="29377"/>
                      <a:pt x="14688" y="29377"/>
                    </a:cubicBezTo>
                    <a:cubicBezTo>
                      <a:pt x="19883" y="29377"/>
                      <a:pt x="24445" y="26682"/>
                      <a:pt x="27057" y="22613"/>
                    </a:cubicBezTo>
                    <a:lnTo>
                      <a:pt x="36079" y="22613"/>
                    </a:lnTo>
                    <a:cubicBezTo>
                      <a:pt x="38276" y="22613"/>
                      <a:pt x="40073" y="20817"/>
                      <a:pt x="40073" y="18620"/>
                    </a:cubicBezTo>
                    <a:cubicBezTo>
                      <a:pt x="40073" y="16424"/>
                      <a:pt x="38276" y="14626"/>
                      <a:pt x="36079" y="14626"/>
                    </a:cubicBezTo>
                    <a:lnTo>
                      <a:pt x="29376" y="14626"/>
                    </a:lnTo>
                    <a:cubicBezTo>
                      <a:pt x="29342" y="6544"/>
                      <a:pt x="22780" y="1"/>
                      <a:pt x="14688"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4836" name="Google Shape;4836;p63"/>
              <p:cNvSpPr/>
              <p:nvPr/>
            </p:nvSpPr>
            <p:spPr>
              <a:xfrm>
                <a:off x="1470047" y="1560806"/>
                <a:ext cx="88760" cy="88744"/>
              </a:xfrm>
              <a:custGeom>
                <a:avLst/>
                <a:gdLst/>
                <a:ahLst/>
                <a:cxnLst/>
                <a:rect l="l" t="t" r="r" b="b"/>
                <a:pathLst>
                  <a:path w="5496" h="5495" extrusionOk="0">
                    <a:moveTo>
                      <a:pt x="2747" y="0"/>
                    </a:moveTo>
                    <a:cubicBezTo>
                      <a:pt x="1231" y="0"/>
                      <a:pt x="1" y="1230"/>
                      <a:pt x="1" y="2746"/>
                    </a:cubicBezTo>
                    <a:cubicBezTo>
                      <a:pt x="1" y="4265"/>
                      <a:pt x="1231" y="5494"/>
                      <a:pt x="2747" y="5494"/>
                    </a:cubicBezTo>
                    <a:cubicBezTo>
                      <a:pt x="4265" y="5494"/>
                      <a:pt x="5495" y="4265"/>
                      <a:pt x="5495" y="2746"/>
                    </a:cubicBezTo>
                    <a:cubicBezTo>
                      <a:pt x="5495" y="1230"/>
                      <a:pt x="4265" y="0"/>
                      <a:pt x="2747"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sp>
          <p:nvSpPr>
            <p:cNvPr id="4837" name="Google Shape;4837;p63"/>
            <p:cNvSpPr/>
            <p:nvPr/>
          </p:nvSpPr>
          <p:spPr>
            <a:xfrm>
              <a:off x="986565" y="1362064"/>
              <a:ext cx="363666" cy="363650"/>
            </a:xfrm>
            <a:custGeom>
              <a:avLst/>
              <a:gdLst/>
              <a:ahLst/>
              <a:cxnLst/>
              <a:rect l="l" t="t" r="r" b="b"/>
              <a:pathLst>
                <a:path w="22518" h="22517" extrusionOk="0">
                  <a:moveTo>
                    <a:pt x="11258" y="0"/>
                  </a:moveTo>
                  <a:cubicBezTo>
                    <a:pt x="8273" y="0"/>
                    <a:pt x="5409" y="1187"/>
                    <a:pt x="3298" y="3297"/>
                  </a:cubicBezTo>
                  <a:cubicBezTo>
                    <a:pt x="1186" y="5409"/>
                    <a:pt x="1" y="8272"/>
                    <a:pt x="1" y="11259"/>
                  </a:cubicBezTo>
                  <a:cubicBezTo>
                    <a:pt x="1" y="14244"/>
                    <a:pt x="1186" y="17109"/>
                    <a:pt x="3298" y="19219"/>
                  </a:cubicBezTo>
                  <a:cubicBezTo>
                    <a:pt x="5409" y="21331"/>
                    <a:pt x="8273" y="22516"/>
                    <a:pt x="11258" y="22516"/>
                  </a:cubicBezTo>
                  <a:cubicBezTo>
                    <a:pt x="14245" y="22516"/>
                    <a:pt x="17108" y="21331"/>
                    <a:pt x="19220" y="19219"/>
                  </a:cubicBezTo>
                  <a:cubicBezTo>
                    <a:pt x="21331" y="17109"/>
                    <a:pt x="22517" y="14244"/>
                    <a:pt x="22517" y="11259"/>
                  </a:cubicBezTo>
                  <a:cubicBezTo>
                    <a:pt x="22517" y="8272"/>
                    <a:pt x="21331" y="5409"/>
                    <a:pt x="19220" y="3297"/>
                  </a:cubicBezTo>
                  <a:cubicBezTo>
                    <a:pt x="17108" y="1187"/>
                    <a:pt x="14245" y="0"/>
                    <a:pt x="11258"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838" name="Google Shape;4838;p63"/>
          <p:cNvGrpSpPr/>
          <p:nvPr/>
        </p:nvGrpSpPr>
        <p:grpSpPr>
          <a:xfrm>
            <a:off x="5285383" y="1561818"/>
            <a:ext cx="846208" cy="933309"/>
            <a:chOff x="5985650" y="2860025"/>
            <a:chExt cx="1396075" cy="1539775"/>
          </a:xfrm>
        </p:grpSpPr>
        <p:sp>
          <p:nvSpPr>
            <p:cNvPr id="4839" name="Google Shape;4839;p63"/>
            <p:cNvSpPr/>
            <p:nvPr/>
          </p:nvSpPr>
          <p:spPr>
            <a:xfrm>
              <a:off x="6655300" y="3128850"/>
              <a:ext cx="637150" cy="63195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4840" name="Google Shape;4840;p63"/>
            <p:cNvSpPr/>
            <p:nvPr/>
          </p:nvSpPr>
          <p:spPr>
            <a:xfrm>
              <a:off x="6673425" y="3771400"/>
              <a:ext cx="600850" cy="60080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4841" name="Google Shape;4841;p63"/>
            <p:cNvSpPr/>
            <p:nvPr/>
          </p:nvSpPr>
          <p:spPr>
            <a:xfrm>
              <a:off x="6073050" y="3509700"/>
              <a:ext cx="641725" cy="6368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4842" name="Google Shape;4842;p63"/>
            <p:cNvSpPr/>
            <p:nvPr/>
          </p:nvSpPr>
          <p:spPr>
            <a:xfrm>
              <a:off x="6124575" y="2917775"/>
              <a:ext cx="572575" cy="572525"/>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4843" name="Google Shape;4843;p63"/>
            <p:cNvSpPr/>
            <p:nvPr/>
          </p:nvSpPr>
          <p:spPr>
            <a:xfrm>
              <a:off x="6459975" y="2867300"/>
              <a:ext cx="101300" cy="50500"/>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44" name="Google Shape;4844;p63"/>
            <p:cNvSpPr/>
            <p:nvPr/>
          </p:nvSpPr>
          <p:spPr>
            <a:xfrm>
              <a:off x="6389025" y="2860025"/>
              <a:ext cx="63100" cy="15700"/>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45" name="Google Shape;4845;p63"/>
            <p:cNvSpPr/>
            <p:nvPr/>
          </p:nvSpPr>
          <p:spPr>
            <a:xfrm>
              <a:off x="6279750" y="2879875"/>
              <a:ext cx="39600" cy="2600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46" name="Google Shape;4846;p63"/>
            <p:cNvSpPr/>
            <p:nvPr/>
          </p:nvSpPr>
          <p:spPr>
            <a:xfrm>
              <a:off x="6325825" y="2862750"/>
              <a:ext cx="54425" cy="22400"/>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47" name="Google Shape;4847;p63"/>
            <p:cNvSpPr/>
            <p:nvPr/>
          </p:nvSpPr>
          <p:spPr>
            <a:xfrm>
              <a:off x="7023725" y="3061400"/>
              <a:ext cx="101300" cy="50475"/>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48" name="Google Shape;4848;p63"/>
            <p:cNvSpPr/>
            <p:nvPr/>
          </p:nvSpPr>
          <p:spPr>
            <a:xfrm>
              <a:off x="6952750" y="3054150"/>
              <a:ext cx="63100" cy="15650"/>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49" name="Google Shape;4849;p63"/>
            <p:cNvSpPr/>
            <p:nvPr/>
          </p:nvSpPr>
          <p:spPr>
            <a:xfrm>
              <a:off x="6843450" y="3073975"/>
              <a:ext cx="39625" cy="26025"/>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50" name="Google Shape;4850;p63"/>
            <p:cNvSpPr/>
            <p:nvPr/>
          </p:nvSpPr>
          <p:spPr>
            <a:xfrm>
              <a:off x="6889575" y="3056825"/>
              <a:ext cx="54425" cy="22400"/>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51" name="Google Shape;4851;p63"/>
            <p:cNvSpPr/>
            <p:nvPr/>
          </p:nvSpPr>
          <p:spPr>
            <a:xfrm>
              <a:off x="6245350" y="4177200"/>
              <a:ext cx="101275" cy="50475"/>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52" name="Google Shape;4852;p63"/>
            <p:cNvSpPr/>
            <p:nvPr/>
          </p:nvSpPr>
          <p:spPr>
            <a:xfrm>
              <a:off x="6354525" y="4219275"/>
              <a:ext cx="63075" cy="15675"/>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53" name="Google Shape;4853;p63"/>
            <p:cNvSpPr/>
            <p:nvPr/>
          </p:nvSpPr>
          <p:spPr>
            <a:xfrm>
              <a:off x="6487275" y="4189125"/>
              <a:ext cx="39625" cy="25975"/>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54" name="Google Shape;4854;p63"/>
            <p:cNvSpPr/>
            <p:nvPr/>
          </p:nvSpPr>
          <p:spPr>
            <a:xfrm>
              <a:off x="6426350" y="4209850"/>
              <a:ext cx="54475" cy="22400"/>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55" name="Google Shape;4855;p63"/>
            <p:cNvSpPr/>
            <p:nvPr/>
          </p:nvSpPr>
          <p:spPr>
            <a:xfrm>
              <a:off x="5992275" y="3674825"/>
              <a:ext cx="51250" cy="99900"/>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56" name="Google Shape;4856;p63"/>
            <p:cNvSpPr/>
            <p:nvPr/>
          </p:nvSpPr>
          <p:spPr>
            <a:xfrm>
              <a:off x="5985650" y="3783750"/>
              <a:ext cx="16125" cy="6227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57" name="Google Shape;4857;p63"/>
            <p:cNvSpPr/>
            <p:nvPr/>
          </p:nvSpPr>
          <p:spPr>
            <a:xfrm>
              <a:off x="6004725" y="3916700"/>
              <a:ext cx="27875" cy="38100"/>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58" name="Google Shape;4858;p63"/>
            <p:cNvSpPr/>
            <p:nvPr/>
          </p:nvSpPr>
          <p:spPr>
            <a:xfrm>
              <a:off x="5987900" y="3855450"/>
              <a:ext cx="23600" cy="53200"/>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59" name="Google Shape;4859;p63"/>
            <p:cNvSpPr/>
            <p:nvPr/>
          </p:nvSpPr>
          <p:spPr>
            <a:xfrm>
              <a:off x="6071975" y="3300325"/>
              <a:ext cx="52475" cy="10247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60" name="Google Shape;4860;p63"/>
            <p:cNvSpPr/>
            <p:nvPr/>
          </p:nvSpPr>
          <p:spPr>
            <a:xfrm>
              <a:off x="6122225" y="3408475"/>
              <a:ext cx="47725" cy="4955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61" name="Google Shape;4861;p63"/>
            <p:cNvSpPr/>
            <p:nvPr/>
          </p:nvSpPr>
          <p:spPr>
            <a:xfrm>
              <a:off x="6228150" y="3490275"/>
              <a:ext cx="42050" cy="21525"/>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62" name="Google Shape;4862;p63"/>
            <p:cNvSpPr/>
            <p:nvPr/>
          </p:nvSpPr>
          <p:spPr>
            <a:xfrm>
              <a:off x="6172850" y="3459275"/>
              <a:ext cx="49900" cy="34575"/>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63" name="Google Shape;4863;p63"/>
            <p:cNvSpPr/>
            <p:nvPr/>
          </p:nvSpPr>
          <p:spPr>
            <a:xfrm>
              <a:off x="7323825" y="3495225"/>
              <a:ext cx="51250" cy="99900"/>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64" name="Google Shape;4864;p63"/>
            <p:cNvSpPr/>
            <p:nvPr/>
          </p:nvSpPr>
          <p:spPr>
            <a:xfrm>
              <a:off x="7365575" y="3423925"/>
              <a:ext cx="16150" cy="6227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65" name="Google Shape;4865;p63"/>
            <p:cNvSpPr/>
            <p:nvPr/>
          </p:nvSpPr>
          <p:spPr>
            <a:xfrm>
              <a:off x="7334775" y="3315150"/>
              <a:ext cx="27850" cy="38100"/>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66" name="Google Shape;4866;p63"/>
            <p:cNvSpPr/>
            <p:nvPr/>
          </p:nvSpPr>
          <p:spPr>
            <a:xfrm>
              <a:off x="7355800" y="3361300"/>
              <a:ext cx="23650" cy="53200"/>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67" name="Google Shape;4867;p63"/>
            <p:cNvSpPr/>
            <p:nvPr/>
          </p:nvSpPr>
          <p:spPr>
            <a:xfrm>
              <a:off x="7093025" y="4348600"/>
              <a:ext cx="104200" cy="51200"/>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68" name="Google Shape;4868;p63"/>
            <p:cNvSpPr/>
            <p:nvPr/>
          </p:nvSpPr>
          <p:spPr>
            <a:xfrm>
              <a:off x="7201150" y="4302925"/>
              <a:ext cx="51100" cy="46100"/>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69" name="Google Shape;4869;p63"/>
            <p:cNvSpPr/>
            <p:nvPr/>
          </p:nvSpPr>
          <p:spPr>
            <a:xfrm>
              <a:off x="7282950" y="4203000"/>
              <a:ext cx="22950" cy="40225"/>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70" name="Google Shape;4870;p63"/>
            <p:cNvSpPr/>
            <p:nvPr/>
          </p:nvSpPr>
          <p:spPr>
            <a:xfrm>
              <a:off x="7252000" y="4250300"/>
              <a:ext cx="36300" cy="48175"/>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grpSp>
      <p:grpSp>
        <p:nvGrpSpPr>
          <p:cNvPr id="4871" name="Google Shape;4871;p63"/>
          <p:cNvGrpSpPr/>
          <p:nvPr/>
        </p:nvGrpSpPr>
        <p:grpSpPr>
          <a:xfrm>
            <a:off x="6292917" y="1561809"/>
            <a:ext cx="967793" cy="933300"/>
            <a:chOff x="4249973" y="1201875"/>
            <a:chExt cx="1958568" cy="1888762"/>
          </a:xfrm>
        </p:grpSpPr>
        <p:sp>
          <p:nvSpPr>
            <p:cNvPr id="4872" name="Google Shape;4872;p63"/>
            <p:cNvSpPr/>
            <p:nvPr/>
          </p:nvSpPr>
          <p:spPr>
            <a:xfrm>
              <a:off x="4468527" y="1411932"/>
              <a:ext cx="1528500" cy="1452600"/>
            </a:xfrm>
            <a:prstGeom prst="pentagon">
              <a:avLst>
                <a:gd name="hf" fmla="val 105146"/>
                <a:gd name="vf" fmla="val 110557"/>
              </a:avLst>
            </a:prstGeom>
            <a:solidFill>
              <a:srgbClr val="CFD9E0"/>
            </a:solidFill>
            <a:ln>
              <a:noFill/>
            </a:ln>
          </p:spPr>
          <p:txBody>
            <a:bodyPr spcFirstLastPara="1" wrap="square" lIns="121900" tIns="121900" rIns="121900" bIns="121900" anchor="ctr" anchorCtr="0">
              <a:noAutofit/>
            </a:bodyPr>
            <a:lstStyle/>
            <a:p>
              <a:endParaRPr sz="2400"/>
            </a:p>
          </p:txBody>
        </p:sp>
        <p:grpSp>
          <p:nvGrpSpPr>
            <p:cNvPr id="4873" name="Google Shape;4873;p63"/>
            <p:cNvGrpSpPr/>
            <p:nvPr/>
          </p:nvGrpSpPr>
          <p:grpSpPr>
            <a:xfrm>
              <a:off x="5853086" y="1789142"/>
              <a:ext cx="355454" cy="1048099"/>
              <a:chOff x="5576108" y="2016725"/>
              <a:chExt cx="565200" cy="1666560"/>
            </a:xfrm>
          </p:grpSpPr>
          <p:sp>
            <p:nvSpPr>
              <p:cNvPr id="4874" name="Google Shape;4874;p63"/>
              <p:cNvSpPr/>
              <p:nvPr/>
            </p:nvSpPr>
            <p:spPr>
              <a:xfrm>
                <a:off x="5576108" y="2016725"/>
                <a:ext cx="565200" cy="565500"/>
              </a:xfrm>
              <a:prstGeom prst="ellipse">
                <a:avLst/>
              </a:prstGeom>
              <a:solidFill>
                <a:srgbClr val="667E92"/>
              </a:solidFill>
              <a:ln>
                <a:noFill/>
              </a:ln>
            </p:spPr>
            <p:txBody>
              <a:bodyPr spcFirstLastPara="1" wrap="square" lIns="121900" tIns="121900" rIns="121900" bIns="121900" anchor="ctr" anchorCtr="0">
                <a:noAutofit/>
              </a:bodyPr>
              <a:lstStyle/>
              <a:p>
                <a:pPr algn="ctr"/>
                <a:endParaRPr sz="1600">
                  <a:solidFill>
                    <a:srgbClr val="FFFFFF"/>
                  </a:solidFill>
                  <a:latin typeface="Roboto Medium"/>
                  <a:ea typeface="Roboto Medium"/>
                  <a:cs typeface="Roboto Medium"/>
                  <a:sym typeface="Roboto Medium"/>
                </a:endParaRPr>
              </a:p>
            </p:txBody>
          </p:sp>
          <p:sp>
            <p:nvSpPr>
              <p:cNvPr id="4875" name="Google Shape;4875;p63"/>
              <p:cNvSpPr/>
              <p:nvPr/>
            </p:nvSpPr>
            <p:spPr>
              <a:xfrm rot="6479001">
                <a:off x="5275897" y="3050667"/>
                <a:ext cx="1119386" cy="152834"/>
              </a:xfrm>
              <a:prstGeom prst="rightArrow">
                <a:avLst>
                  <a:gd name="adj1" fmla="val 25514"/>
                  <a:gd name="adj2" fmla="val 64322"/>
                </a:avLst>
              </a:prstGeom>
              <a:solidFill>
                <a:srgbClr val="667E92"/>
              </a:solidFill>
              <a:ln>
                <a:noFill/>
              </a:ln>
            </p:spPr>
            <p:txBody>
              <a:bodyPr spcFirstLastPara="1" wrap="square" lIns="121900" tIns="121900" rIns="121900" bIns="121900" anchor="ctr" anchorCtr="0">
                <a:noAutofit/>
              </a:bodyPr>
              <a:lstStyle/>
              <a:p>
                <a:endParaRPr sz="2400"/>
              </a:p>
            </p:txBody>
          </p:sp>
        </p:grpSp>
        <p:grpSp>
          <p:nvGrpSpPr>
            <p:cNvPr id="4876" name="Google Shape;4876;p63"/>
            <p:cNvGrpSpPr/>
            <p:nvPr/>
          </p:nvGrpSpPr>
          <p:grpSpPr>
            <a:xfrm>
              <a:off x="4869455" y="2691676"/>
              <a:ext cx="1013897" cy="398961"/>
              <a:chOff x="4012057" y="3451825"/>
              <a:chExt cx="1612175" cy="634379"/>
            </a:xfrm>
          </p:grpSpPr>
          <p:sp>
            <p:nvSpPr>
              <p:cNvPr id="4877" name="Google Shape;4877;p63"/>
              <p:cNvSpPr/>
              <p:nvPr/>
            </p:nvSpPr>
            <p:spPr>
              <a:xfrm>
                <a:off x="5059033" y="3451825"/>
                <a:ext cx="565200" cy="565500"/>
              </a:xfrm>
              <a:prstGeom prst="ellipse">
                <a:avLst/>
              </a:prstGeom>
              <a:solidFill>
                <a:srgbClr val="667E92"/>
              </a:solidFill>
              <a:ln>
                <a:noFill/>
              </a:ln>
            </p:spPr>
            <p:txBody>
              <a:bodyPr spcFirstLastPara="1" wrap="square" lIns="121900" tIns="121900" rIns="121900" bIns="121900" anchor="ctr" anchorCtr="0">
                <a:noAutofit/>
              </a:bodyPr>
              <a:lstStyle/>
              <a:p>
                <a:pPr algn="ctr"/>
                <a:endParaRPr sz="1600">
                  <a:solidFill>
                    <a:srgbClr val="FFFFFF"/>
                  </a:solidFill>
                  <a:latin typeface="Roboto Medium"/>
                  <a:ea typeface="Roboto Medium"/>
                  <a:cs typeface="Roboto Medium"/>
                  <a:sym typeface="Roboto Medium"/>
                </a:endParaRPr>
              </a:p>
            </p:txBody>
          </p:sp>
          <p:sp>
            <p:nvSpPr>
              <p:cNvPr id="4878" name="Google Shape;4878;p63"/>
              <p:cNvSpPr/>
              <p:nvPr/>
            </p:nvSpPr>
            <p:spPr>
              <a:xfrm rot="10799079">
                <a:off x="4012507" y="3933353"/>
                <a:ext cx="1119600" cy="152703"/>
              </a:xfrm>
              <a:prstGeom prst="rightArrow">
                <a:avLst>
                  <a:gd name="adj1" fmla="val 25514"/>
                  <a:gd name="adj2" fmla="val 64322"/>
                </a:avLst>
              </a:prstGeom>
              <a:solidFill>
                <a:srgbClr val="667E92"/>
              </a:solidFill>
              <a:ln>
                <a:noFill/>
              </a:ln>
            </p:spPr>
            <p:txBody>
              <a:bodyPr spcFirstLastPara="1" wrap="square" lIns="121900" tIns="121900" rIns="121900" bIns="121900" anchor="ctr" anchorCtr="0">
                <a:noAutofit/>
              </a:bodyPr>
              <a:lstStyle/>
              <a:p>
                <a:endParaRPr sz="2400"/>
              </a:p>
            </p:txBody>
          </p:sp>
        </p:grpSp>
        <p:grpSp>
          <p:nvGrpSpPr>
            <p:cNvPr id="4879" name="Google Shape;4879;p63"/>
            <p:cNvGrpSpPr/>
            <p:nvPr/>
          </p:nvGrpSpPr>
          <p:grpSpPr>
            <a:xfrm>
              <a:off x="4276937" y="2155961"/>
              <a:ext cx="651965" cy="891358"/>
              <a:chOff x="3069908" y="2599997"/>
              <a:chExt cx="1036675" cy="1417328"/>
            </a:xfrm>
          </p:grpSpPr>
          <p:sp>
            <p:nvSpPr>
              <p:cNvPr id="4880" name="Google Shape;4880;p63"/>
              <p:cNvSpPr/>
              <p:nvPr/>
            </p:nvSpPr>
            <p:spPr>
              <a:xfrm>
                <a:off x="3541383" y="3451825"/>
                <a:ext cx="565200" cy="565500"/>
              </a:xfrm>
              <a:prstGeom prst="ellipse">
                <a:avLst/>
              </a:prstGeom>
              <a:solidFill>
                <a:srgbClr val="667E92"/>
              </a:solidFill>
              <a:ln>
                <a:noFill/>
              </a:ln>
            </p:spPr>
            <p:txBody>
              <a:bodyPr spcFirstLastPara="1" wrap="square" lIns="121900" tIns="121900" rIns="121900" bIns="121900" anchor="ctr" anchorCtr="0">
                <a:noAutofit/>
              </a:bodyPr>
              <a:lstStyle/>
              <a:p>
                <a:pPr algn="ctr"/>
                <a:endParaRPr sz="1600">
                  <a:solidFill>
                    <a:srgbClr val="FFFFFF"/>
                  </a:solidFill>
                  <a:latin typeface="Roboto Medium"/>
                  <a:ea typeface="Roboto Medium"/>
                  <a:cs typeface="Roboto Medium"/>
                  <a:sym typeface="Roboto Medium"/>
                </a:endParaRPr>
              </a:p>
            </p:txBody>
          </p:sp>
          <p:sp>
            <p:nvSpPr>
              <p:cNvPr id="4881" name="Google Shape;4881;p63"/>
              <p:cNvSpPr/>
              <p:nvPr/>
            </p:nvSpPr>
            <p:spPr>
              <a:xfrm rot="-6478717">
                <a:off x="2755922" y="3079191"/>
                <a:ext cx="1119672" cy="153413"/>
              </a:xfrm>
              <a:prstGeom prst="rightArrow">
                <a:avLst>
                  <a:gd name="adj1" fmla="val 25514"/>
                  <a:gd name="adj2" fmla="val 64322"/>
                </a:avLst>
              </a:prstGeom>
              <a:solidFill>
                <a:srgbClr val="667E92"/>
              </a:solidFill>
              <a:ln>
                <a:noFill/>
              </a:ln>
            </p:spPr>
            <p:txBody>
              <a:bodyPr spcFirstLastPara="1" wrap="square" lIns="121900" tIns="121900" rIns="121900" bIns="121900" anchor="ctr" anchorCtr="0">
                <a:noAutofit/>
              </a:bodyPr>
              <a:lstStyle/>
              <a:p>
                <a:endParaRPr sz="2400"/>
              </a:p>
            </p:txBody>
          </p:sp>
        </p:grpSp>
        <p:grpSp>
          <p:nvGrpSpPr>
            <p:cNvPr id="4882" name="Google Shape;4882;p63"/>
            <p:cNvGrpSpPr/>
            <p:nvPr/>
          </p:nvGrpSpPr>
          <p:grpSpPr>
            <a:xfrm>
              <a:off x="5054918" y="1201875"/>
              <a:ext cx="999548" cy="602711"/>
              <a:chOff x="4306958" y="1082925"/>
              <a:chExt cx="1589359" cy="958358"/>
            </a:xfrm>
          </p:grpSpPr>
          <p:sp>
            <p:nvSpPr>
              <p:cNvPr id="4883" name="Google Shape;4883;p63"/>
              <p:cNvSpPr/>
              <p:nvPr/>
            </p:nvSpPr>
            <p:spPr>
              <a:xfrm>
                <a:off x="4306958" y="1082925"/>
                <a:ext cx="565200" cy="565500"/>
              </a:xfrm>
              <a:prstGeom prst="ellipse">
                <a:avLst/>
              </a:prstGeom>
              <a:solidFill>
                <a:srgbClr val="5F7D95"/>
              </a:solidFill>
              <a:ln>
                <a:noFill/>
              </a:ln>
            </p:spPr>
            <p:txBody>
              <a:bodyPr spcFirstLastPara="1" wrap="square" lIns="121900" tIns="121900" rIns="121900" bIns="121900" anchor="ctr" anchorCtr="0">
                <a:noAutofit/>
              </a:bodyPr>
              <a:lstStyle/>
              <a:p>
                <a:pPr algn="ctr"/>
                <a:endParaRPr sz="1600">
                  <a:solidFill>
                    <a:srgbClr val="FFFFFF"/>
                  </a:solidFill>
                  <a:latin typeface="Roboto Medium"/>
                  <a:ea typeface="Roboto Medium"/>
                  <a:cs typeface="Roboto Medium"/>
                  <a:sym typeface="Roboto Medium"/>
                </a:endParaRPr>
              </a:p>
            </p:txBody>
          </p:sp>
          <p:sp>
            <p:nvSpPr>
              <p:cNvPr id="4884" name="Google Shape;4884;p63"/>
              <p:cNvSpPr/>
              <p:nvPr/>
            </p:nvSpPr>
            <p:spPr>
              <a:xfrm rot="2159678">
                <a:off x="4838902" y="1574444"/>
                <a:ext cx="1119431" cy="152476"/>
              </a:xfrm>
              <a:prstGeom prst="rightArrow">
                <a:avLst>
                  <a:gd name="adj1" fmla="val 25514"/>
                  <a:gd name="adj2" fmla="val 64322"/>
                </a:avLst>
              </a:pr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4885" name="Google Shape;4885;p63"/>
            <p:cNvGrpSpPr/>
            <p:nvPr/>
          </p:nvGrpSpPr>
          <p:grpSpPr>
            <a:xfrm>
              <a:off x="4249973" y="1303451"/>
              <a:ext cx="799317" cy="841334"/>
              <a:chOff x="3027033" y="1244439"/>
              <a:chExt cx="1270977" cy="1337786"/>
            </a:xfrm>
          </p:grpSpPr>
          <p:sp>
            <p:nvSpPr>
              <p:cNvPr id="4886" name="Google Shape;4886;p63"/>
              <p:cNvSpPr/>
              <p:nvPr/>
            </p:nvSpPr>
            <p:spPr>
              <a:xfrm>
                <a:off x="3027033" y="2016725"/>
                <a:ext cx="565200" cy="565500"/>
              </a:xfrm>
              <a:prstGeom prst="ellipse">
                <a:avLst/>
              </a:prstGeom>
              <a:solidFill>
                <a:srgbClr val="667E92"/>
              </a:solidFill>
              <a:ln>
                <a:noFill/>
              </a:ln>
            </p:spPr>
            <p:txBody>
              <a:bodyPr spcFirstLastPara="1" wrap="square" lIns="121900" tIns="121900" rIns="121900" bIns="121900" anchor="ctr" anchorCtr="0">
                <a:noAutofit/>
              </a:bodyPr>
              <a:lstStyle/>
              <a:p>
                <a:pPr algn="ctr"/>
                <a:endParaRPr sz="1600">
                  <a:solidFill>
                    <a:srgbClr val="FFFFFF"/>
                  </a:solidFill>
                  <a:latin typeface="Roboto Medium"/>
                  <a:ea typeface="Roboto Medium"/>
                  <a:cs typeface="Roboto Medium"/>
                  <a:sym typeface="Roboto Medium"/>
                </a:endParaRPr>
              </a:p>
            </p:txBody>
          </p:sp>
          <p:sp>
            <p:nvSpPr>
              <p:cNvPr id="4887" name="Google Shape;4887;p63"/>
              <p:cNvSpPr/>
              <p:nvPr/>
            </p:nvSpPr>
            <p:spPr>
              <a:xfrm rot="-2159137">
                <a:off x="3240473" y="1559002"/>
                <a:ext cx="1119673" cy="153273"/>
              </a:xfrm>
              <a:prstGeom prst="rightArrow">
                <a:avLst>
                  <a:gd name="adj1" fmla="val 25514"/>
                  <a:gd name="adj2" fmla="val 64322"/>
                </a:avLst>
              </a:prstGeom>
              <a:solidFill>
                <a:srgbClr val="667E92"/>
              </a:solidFill>
              <a:ln>
                <a:noFill/>
              </a:ln>
            </p:spPr>
            <p:txBody>
              <a:bodyPr spcFirstLastPara="1" wrap="square" lIns="121900" tIns="121900" rIns="121900" bIns="121900" anchor="ctr" anchorCtr="0">
                <a:noAutofit/>
              </a:bodyPr>
              <a:lstStyle/>
              <a:p>
                <a:endParaRPr sz="2400"/>
              </a:p>
            </p:txBody>
          </p:sp>
        </p:grpSp>
      </p:grpSp>
      <p:grpSp>
        <p:nvGrpSpPr>
          <p:cNvPr id="4888" name="Google Shape;4888;p63"/>
          <p:cNvGrpSpPr/>
          <p:nvPr/>
        </p:nvGrpSpPr>
        <p:grpSpPr>
          <a:xfrm>
            <a:off x="5430069" y="2744183"/>
            <a:ext cx="1001025" cy="911712"/>
            <a:chOff x="4204684" y="2104422"/>
            <a:chExt cx="699822" cy="637382"/>
          </a:xfrm>
        </p:grpSpPr>
        <p:grpSp>
          <p:nvGrpSpPr>
            <p:cNvPr id="4889" name="Google Shape;4889;p63"/>
            <p:cNvGrpSpPr/>
            <p:nvPr/>
          </p:nvGrpSpPr>
          <p:grpSpPr>
            <a:xfrm>
              <a:off x="4204684" y="2430067"/>
              <a:ext cx="342957" cy="311738"/>
              <a:chOff x="4204684" y="2430067"/>
              <a:chExt cx="342957" cy="311738"/>
            </a:xfrm>
          </p:grpSpPr>
          <p:sp>
            <p:nvSpPr>
              <p:cNvPr id="4890" name="Google Shape;4890;p63"/>
              <p:cNvSpPr/>
              <p:nvPr/>
            </p:nvSpPr>
            <p:spPr>
              <a:xfrm>
                <a:off x="4235882" y="2430067"/>
                <a:ext cx="311759" cy="311738"/>
              </a:xfrm>
              <a:custGeom>
                <a:avLst/>
                <a:gdLst/>
                <a:ahLst/>
                <a:cxnLst/>
                <a:rect l="l" t="t" r="r" b="b"/>
                <a:pathLst>
                  <a:path w="8384" h="8384" extrusionOk="0">
                    <a:moveTo>
                      <a:pt x="1" y="0"/>
                    </a:moveTo>
                    <a:cubicBezTo>
                      <a:pt x="23" y="1056"/>
                      <a:pt x="239" y="2096"/>
                      <a:pt x="641" y="3073"/>
                    </a:cubicBezTo>
                    <a:cubicBezTo>
                      <a:pt x="676" y="3072"/>
                      <a:pt x="710" y="3070"/>
                      <a:pt x="745" y="3070"/>
                    </a:cubicBezTo>
                    <a:cubicBezTo>
                      <a:pt x="1419" y="3070"/>
                      <a:pt x="2047" y="3416"/>
                      <a:pt x="2406" y="3988"/>
                    </a:cubicBezTo>
                    <a:cubicBezTo>
                      <a:pt x="2766" y="4558"/>
                      <a:pt x="2808" y="5272"/>
                      <a:pt x="2516" y="5880"/>
                    </a:cubicBezTo>
                    <a:cubicBezTo>
                      <a:pt x="4076" y="7440"/>
                      <a:pt x="6179" y="8337"/>
                      <a:pt x="8384" y="8383"/>
                    </a:cubicBezTo>
                    <a:lnTo>
                      <a:pt x="8384" y="3190"/>
                    </a:lnTo>
                    <a:cubicBezTo>
                      <a:pt x="6664" y="3094"/>
                      <a:pt x="5290" y="1720"/>
                      <a:pt x="5194"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891" name="Google Shape;4891;p63"/>
              <p:cNvSpPr/>
              <p:nvPr/>
            </p:nvSpPr>
            <p:spPr>
              <a:xfrm>
                <a:off x="4204684" y="2558309"/>
                <a:ext cx="117839" cy="117794"/>
              </a:xfrm>
              <a:custGeom>
                <a:avLst/>
                <a:gdLst/>
                <a:ahLst/>
                <a:cxnLst/>
                <a:rect l="l" t="t" r="r" b="b"/>
                <a:pathLst>
                  <a:path w="3169" h="3168" extrusionOk="0">
                    <a:moveTo>
                      <a:pt x="1584" y="0"/>
                    </a:moveTo>
                    <a:cubicBezTo>
                      <a:pt x="710" y="0"/>
                      <a:pt x="1" y="710"/>
                      <a:pt x="1" y="1584"/>
                    </a:cubicBezTo>
                    <a:cubicBezTo>
                      <a:pt x="1" y="2459"/>
                      <a:pt x="710" y="3168"/>
                      <a:pt x="1584" y="3168"/>
                    </a:cubicBezTo>
                    <a:cubicBezTo>
                      <a:pt x="2459" y="3168"/>
                      <a:pt x="3168" y="2459"/>
                      <a:pt x="3168" y="1584"/>
                    </a:cubicBezTo>
                    <a:cubicBezTo>
                      <a:pt x="3168" y="710"/>
                      <a:pt x="2459" y="0"/>
                      <a:pt x="1584"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grpSp>
        <p:grpSp>
          <p:nvGrpSpPr>
            <p:cNvPr id="4892" name="Google Shape;4892;p63"/>
            <p:cNvGrpSpPr/>
            <p:nvPr/>
          </p:nvGrpSpPr>
          <p:grpSpPr>
            <a:xfrm>
              <a:off x="4561586" y="2430067"/>
              <a:ext cx="342920" cy="311738"/>
              <a:chOff x="4561586" y="2430067"/>
              <a:chExt cx="342920" cy="311738"/>
            </a:xfrm>
          </p:grpSpPr>
          <p:sp>
            <p:nvSpPr>
              <p:cNvPr id="4893" name="Google Shape;4893;p63"/>
              <p:cNvSpPr/>
              <p:nvPr/>
            </p:nvSpPr>
            <p:spPr>
              <a:xfrm>
                <a:off x="4561586" y="2430067"/>
                <a:ext cx="311759" cy="311738"/>
              </a:xfrm>
              <a:custGeom>
                <a:avLst/>
                <a:gdLst/>
                <a:ahLst/>
                <a:cxnLst/>
                <a:rect l="l" t="t" r="r" b="b"/>
                <a:pathLst>
                  <a:path w="8384" h="8384" extrusionOk="0">
                    <a:moveTo>
                      <a:pt x="3189" y="0"/>
                    </a:moveTo>
                    <a:cubicBezTo>
                      <a:pt x="3093" y="1720"/>
                      <a:pt x="1721" y="3092"/>
                      <a:pt x="1" y="3190"/>
                    </a:cubicBezTo>
                    <a:lnTo>
                      <a:pt x="1" y="8383"/>
                    </a:lnTo>
                    <a:cubicBezTo>
                      <a:pt x="2206" y="8337"/>
                      <a:pt x="4309" y="7440"/>
                      <a:pt x="5868" y="5880"/>
                    </a:cubicBezTo>
                    <a:cubicBezTo>
                      <a:pt x="5577" y="5272"/>
                      <a:pt x="5618" y="4558"/>
                      <a:pt x="5979" y="3986"/>
                    </a:cubicBezTo>
                    <a:cubicBezTo>
                      <a:pt x="6337" y="3416"/>
                      <a:pt x="6965" y="3070"/>
                      <a:pt x="7639" y="3070"/>
                    </a:cubicBezTo>
                    <a:cubicBezTo>
                      <a:pt x="7675" y="3070"/>
                      <a:pt x="7710" y="3070"/>
                      <a:pt x="7743" y="3073"/>
                    </a:cubicBezTo>
                    <a:cubicBezTo>
                      <a:pt x="8145" y="2096"/>
                      <a:pt x="8362" y="1056"/>
                      <a:pt x="8384"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4894" name="Google Shape;4894;p63"/>
              <p:cNvSpPr/>
              <p:nvPr/>
            </p:nvSpPr>
            <p:spPr>
              <a:xfrm>
                <a:off x="4786741" y="2558309"/>
                <a:ext cx="117765" cy="117794"/>
              </a:xfrm>
              <a:custGeom>
                <a:avLst/>
                <a:gdLst/>
                <a:ahLst/>
                <a:cxnLst/>
                <a:rect l="l" t="t" r="r" b="b"/>
                <a:pathLst>
                  <a:path w="3167" h="3168" extrusionOk="0">
                    <a:moveTo>
                      <a:pt x="1583" y="0"/>
                    </a:moveTo>
                    <a:cubicBezTo>
                      <a:pt x="708" y="0"/>
                      <a:pt x="1" y="710"/>
                      <a:pt x="1" y="1584"/>
                    </a:cubicBezTo>
                    <a:cubicBezTo>
                      <a:pt x="1" y="2459"/>
                      <a:pt x="708" y="3168"/>
                      <a:pt x="1583" y="3168"/>
                    </a:cubicBezTo>
                    <a:cubicBezTo>
                      <a:pt x="2457" y="3168"/>
                      <a:pt x="3166" y="2459"/>
                      <a:pt x="3166" y="1584"/>
                    </a:cubicBezTo>
                    <a:cubicBezTo>
                      <a:pt x="3166" y="710"/>
                      <a:pt x="2457" y="0"/>
                      <a:pt x="1583"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grpSp>
          <p:nvGrpSpPr>
            <p:cNvPr id="4895" name="Google Shape;4895;p63"/>
            <p:cNvGrpSpPr/>
            <p:nvPr/>
          </p:nvGrpSpPr>
          <p:grpSpPr>
            <a:xfrm>
              <a:off x="4561586" y="2104422"/>
              <a:ext cx="342920" cy="311738"/>
              <a:chOff x="4561586" y="2104422"/>
              <a:chExt cx="342920" cy="311738"/>
            </a:xfrm>
          </p:grpSpPr>
          <p:sp>
            <p:nvSpPr>
              <p:cNvPr id="4896" name="Google Shape;4896;p63"/>
              <p:cNvSpPr/>
              <p:nvPr/>
            </p:nvSpPr>
            <p:spPr>
              <a:xfrm>
                <a:off x="4561586" y="2104422"/>
                <a:ext cx="311722" cy="311738"/>
              </a:xfrm>
              <a:custGeom>
                <a:avLst/>
                <a:gdLst/>
                <a:ahLst/>
                <a:cxnLst/>
                <a:rect l="l" t="t" r="r" b="b"/>
                <a:pathLst>
                  <a:path w="8383" h="8384" extrusionOk="0">
                    <a:moveTo>
                      <a:pt x="1" y="1"/>
                    </a:moveTo>
                    <a:lnTo>
                      <a:pt x="1" y="5194"/>
                    </a:lnTo>
                    <a:cubicBezTo>
                      <a:pt x="1721" y="5290"/>
                      <a:pt x="3093" y="6662"/>
                      <a:pt x="3189" y="8384"/>
                    </a:cubicBezTo>
                    <a:lnTo>
                      <a:pt x="8382" y="8384"/>
                    </a:lnTo>
                    <a:cubicBezTo>
                      <a:pt x="8362" y="7328"/>
                      <a:pt x="8144" y="6286"/>
                      <a:pt x="7742" y="5311"/>
                    </a:cubicBezTo>
                    <a:cubicBezTo>
                      <a:pt x="7708" y="5312"/>
                      <a:pt x="7673" y="5314"/>
                      <a:pt x="7638" y="5314"/>
                    </a:cubicBezTo>
                    <a:cubicBezTo>
                      <a:pt x="6964" y="5312"/>
                      <a:pt x="6336" y="4966"/>
                      <a:pt x="5977" y="4396"/>
                    </a:cubicBezTo>
                    <a:cubicBezTo>
                      <a:pt x="5618" y="3825"/>
                      <a:pt x="5577" y="3110"/>
                      <a:pt x="5867" y="2502"/>
                    </a:cubicBezTo>
                    <a:cubicBezTo>
                      <a:pt x="4309" y="942"/>
                      <a:pt x="2206" y="45"/>
                      <a:pt x="1"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4897" name="Google Shape;4897;p63"/>
              <p:cNvSpPr/>
              <p:nvPr/>
            </p:nvSpPr>
            <p:spPr>
              <a:xfrm>
                <a:off x="4786741" y="2170087"/>
                <a:ext cx="117765" cy="117757"/>
              </a:xfrm>
              <a:custGeom>
                <a:avLst/>
                <a:gdLst/>
                <a:ahLst/>
                <a:cxnLst/>
                <a:rect l="l" t="t" r="r" b="b"/>
                <a:pathLst>
                  <a:path w="3167" h="3167" extrusionOk="0">
                    <a:moveTo>
                      <a:pt x="1583" y="1"/>
                    </a:moveTo>
                    <a:cubicBezTo>
                      <a:pt x="708" y="1"/>
                      <a:pt x="1" y="709"/>
                      <a:pt x="1" y="1583"/>
                    </a:cubicBezTo>
                    <a:cubicBezTo>
                      <a:pt x="1" y="2457"/>
                      <a:pt x="708" y="3167"/>
                      <a:pt x="1583" y="3167"/>
                    </a:cubicBezTo>
                    <a:cubicBezTo>
                      <a:pt x="2457" y="3167"/>
                      <a:pt x="3166" y="2457"/>
                      <a:pt x="3166" y="1583"/>
                    </a:cubicBezTo>
                    <a:cubicBezTo>
                      <a:pt x="3166" y="709"/>
                      <a:pt x="2457" y="1"/>
                      <a:pt x="158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4898" name="Google Shape;4898;p63"/>
            <p:cNvGrpSpPr/>
            <p:nvPr/>
          </p:nvGrpSpPr>
          <p:grpSpPr>
            <a:xfrm>
              <a:off x="4204684" y="2104422"/>
              <a:ext cx="342957" cy="311664"/>
              <a:chOff x="4204684" y="2104422"/>
              <a:chExt cx="342957" cy="311664"/>
            </a:xfrm>
          </p:grpSpPr>
          <p:sp>
            <p:nvSpPr>
              <p:cNvPr id="4899" name="Google Shape;4899;p63"/>
              <p:cNvSpPr/>
              <p:nvPr/>
            </p:nvSpPr>
            <p:spPr>
              <a:xfrm>
                <a:off x="4235882" y="2104422"/>
                <a:ext cx="311759" cy="311664"/>
              </a:xfrm>
              <a:custGeom>
                <a:avLst/>
                <a:gdLst/>
                <a:ahLst/>
                <a:cxnLst/>
                <a:rect l="l" t="t" r="r" b="b"/>
                <a:pathLst>
                  <a:path w="8384" h="8382" extrusionOk="0">
                    <a:moveTo>
                      <a:pt x="8384" y="1"/>
                    </a:moveTo>
                    <a:cubicBezTo>
                      <a:pt x="6179" y="45"/>
                      <a:pt x="4076" y="942"/>
                      <a:pt x="2516" y="2502"/>
                    </a:cubicBezTo>
                    <a:cubicBezTo>
                      <a:pt x="2808" y="3110"/>
                      <a:pt x="2766" y="3825"/>
                      <a:pt x="2406" y="4396"/>
                    </a:cubicBezTo>
                    <a:cubicBezTo>
                      <a:pt x="2047" y="4966"/>
                      <a:pt x="1419" y="5312"/>
                      <a:pt x="745" y="5312"/>
                    </a:cubicBezTo>
                    <a:cubicBezTo>
                      <a:pt x="710" y="5312"/>
                      <a:pt x="675" y="5312"/>
                      <a:pt x="641" y="5311"/>
                    </a:cubicBezTo>
                    <a:cubicBezTo>
                      <a:pt x="239" y="6286"/>
                      <a:pt x="23" y="7327"/>
                      <a:pt x="1" y="8382"/>
                    </a:cubicBezTo>
                    <a:lnTo>
                      <a:pt x="5194" y="8382"/>
                    </a:lnTo>
                    <a:cubicBezTo>
                      <a:pt x="5290" y="6662"/>
                      <a:pt x="6664" y="5290"/>
                      <a:pt x="8384" y="5194"/>
                    </a:cubicBezTo>
                    <a:lnTo>
                      <a:pt x="8384" y="1"/>
                    </a:ln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900" name="Google Shape;4900;p63"/>
              <p:cNvSpPr/>
              <p:nvPr/>
            </p:nvSpPr>
            <p:spPr>
              <a:xfrm>
                <a:off x="4204684" y="2170087"/>
                <a:ext cx="117839" cy="117757"/>
              </a:xfrm>
              <a:custGeom>
                <a:avLst/>
                <a:gdLst/>
                <a:ahLst/>
                <a:cxnLst/>
                <a:rect l="l" t="t" r="r" b="b"/>
                <a:pathLst>
                  <a:path w="3169" h="3167" extrusionOk="0">
                    <a:moveTo>
                      <a:pt x="1584" y="1"/>
                    </a:moveTo>
                    <a:cubicBezTo>
                      <a:pt x="710" y="1"/>
                      <a:pt x="1" y="709"/>
                      <a:pt x="1" y="1583"/>
                    </a:cubicBezTo>
                    <a:cubicBezTo>
                      <a:pt x="1" y="2457"/>
                      <a:pt x="710" y="3167"/>
                      <a:pt x="1584" y="3167"/>
                    </a:cubicBezTo>
                    <a:cubicBezTo>
                      <a:pt x="2459" y="3167"/>
                      <a:pt x="3168" y="2457"/>
                      <a:pt x="3168" y="1583"/>
                    </a:cubicBezTo>
                    <a:cubicBezTo>
                      <a:pt x="3168" y="709"/>
                      <a:pt x="2459" y="1"/>
                      <a:pt x="1584"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grpSp>
      </p:grpSp>
      <p:grpSp>
        <p:nvGrpSpPr>
          <p:cNvPr id="4901" name="Google Shape;4901;p63"/>
          <p:cNvGrpSpPr/>
          <p:nvPr/>
        </p:nvGrpSpPr>
        <p:grpSpPr>
          <a:xfrm>
            <a:off x="7382646" y="1561802"/>
            <a:ext cx="880788" cy="918489"/>
            <a:chOff x="5830645" y="1267368"/>
            <a:chExt cx="530340" cy="553040"/>
          </a:xfrm>
        </p:grpSpPr>
        <p:sp>
          <p:nvSpPr>
            <p:cNvPr id="4902" name="Google Shape;4902;p63"/>
            <p:cNvSpPr/>
            <p:nvPr/>
          </p:nvSpPr>
          <p:spPr>
            <a:xfrm>
              <a:off x="5994669" y="1442730"/>
              <a:ext cx="202317" cy="202342"/>
            </a:xfrm>
            <a:custGeom>
              <a:avLst/>
              <a:gdLst/>
              <a:ahLst/>
              <a:cxnLst/>
              <a:rect l="l" t="t" r="r" b="b"/>
              <a:pathLst>
                <a:path w="7941" h="7942" extrusionOk="0">
                  <a:moveTo>
                    <a:pt x="3971" y="319"/>
                  </a:moveTo>
                  <a:cubicBezTo>
                    <a:pt x="5984" y="319"/>
                    <a:pt x="7623" y="1957"/>
                    <a:pt x="7623" y="3971"/>
                  </a:cubicBezTo>
                  <a:cubicBezTo>
                    <a:pt x="7623" y="5984"/>
                    <a:pt x="5985" y="7624"/>
                    <a:pt x="3971" y="7624"/>
                  </a:cubicBezTo>
                  <a:cubicBezTo>
                    <a:pt x="1956" y="7624"/>
                    <a:pt x="318" y="5984"/>
                    <a:pt x="318" y="3971"/>
                  </a:cubicBezTo>
                  <a:cubicBezTo>
                    <a:pt x="318" y="1957"/>
                    <a:pt x="1956" y="319"/>
                    <a:pt x="3971" y="319"/>
                  </a:cubicBezTo>
                  <a:close/>
                  <a:moveTo>
                    <a:pt x="3971" y="0"/>
                  </a:moveTo>
                  <a:cubicBezTo>
                    <a:pt x="1782" y="0"/>
                    <a:pt x="1" y="1782"/>
                    <a:pt x="1" y="3971"/>
                  </a:cubicBezTo>
                  <a:cubicBezTo>
                    <a:pt x="1" y="6159"/>
                    <a:pt x="1782" y="7941"/>
                    <a:pt x="3971" y="7941"/>
                  </a:cubicBezTo>
                  <a:cubicBezTo>
                    <a:pt x="6160" y="7941"/>
                    <a:pt x="7940" y="6159"/>
                    <a:pt x="7940" y="3971"/>
                  </a:cubicBezTo>
                  <a:cubicBezTo>
                    <a:pt x="7940" y="1782"/>
                    <a:pt x="6160" y="0"/>
                    <a:pt x="3971"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nvGrpSpPr>
            <p:cNvPr id="4903" name="Google Shape;4903;p63"/>
            <p:cNvGrpSpPr/>
            <p:nvPr/>
          </p:nvGrpSpPr>
          <p:grpSpPr>
            <a:xfrm>
              <a:off x="5830645" y="1267368"/>
              <a:ext cx="259743" cy="269909"/>
              <a:chOff x="5830645" y="1267368"/>
              <a:chExt cx="259743" cy="269909"/>
            </a:xfrm>
          </p:grpSpPr>
          <p:sp>
            <p:nvSpPr>
              <p:cNvPr id="4904" name="Google Shape;4904;p63"/>
              <p:cNvSpPr/>
              <p:nvPr/>
            </p:nvSpPr>
            <p:spPr>
              <a:xfrm>
                <a:off x="5830645" y="1304897"/>
                <a:ext cx="259743" cy="232380"/>
              </a:xfrm>
              <a:custGeom>
                <a:avLst/>
                <a:gdLst/>
                <a:ahLst/>
                <a:cxnLst/>
                <a:rect l="l" t="t" r="r" b="b"/>
                <a:pathLst>
                  <a:path w="10195" h="9121" extrusionOk="0">
                    <a:moveTo>
                      <a:pt x="7470" y="1"/>
                    </a:moveTo>
                    <a:cubicBezTo>
                      <a:pt x="7469" y="1"/>
                      <a:pt x="7468" y="1"/>
                      <a:pt x="7467" y="1"/>
                    </a:cubicBezTo>
                    <a:lnTo>
                      <a:pt x="7044" y="1"/>
                    </a:lnTo>
                    <a:cubicBezTo>
                      <a:pt x="7044" y="1075"/>
                      <a:pt x="6172" y="1946"/>
                      <a:pt x="5097" y="1946"/>
                    </a:cubicBezTo>
                    <a:cubicBezTo>
                      <a:pt x="4021" y="1946"/>
                      <a:pt x="3150" y="1075"/>
                      <a:pt x="3150" y="1"/>
                    </a:cubicBezTo>
                    <a:lnTo>
                      <a:pt x="0" y="1"/>
                    </a:lnTo>
                    <a:lnTo>
                      <a:pt x="0" y="6393"/>
                    </a:lnTo>
                    <a:cubicBezTo>
                      <a:pt x="0" y="7900"/>
                      <a:pt x="1220" y="9120"/>
                      <a:pt x="2727" y="9120"/>
                    </a:cubicBezTo>
                    <a:lnTo>
                      <a:pt x="6018" y="9120"/>
                    </a:lnTo>
                    <a:cubicBezTo>
                      <a:pt x="6148" y="6883"/>
                      <a:pt x="7951" y="5095"/>
                      <a:pt x="10194" y="4987"/>
                    </a:cubicBezTo>
                    <a:lnTo>
                      <a:pt x="10194" y="2726"/>
                    </a:lnTo>
                    <a:cubicBezTo>
                      <a:pt x="10194" y="1222"/>
                      <a:pt x="8974" y="1"/>
                      <a:pt x="7470" y="1"/>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4905" name="Google Shape;4905;p63"/>
              <p:cNvSpPr/>
              <p:nvPr/>
            </p:nvSpPr>
            <p:spPr>
              <a:xfrm>
                <a:off x="5922950" y="1267368"/>
                <a:ext cx="75057" cy="75057"/>
              </a:xfrm>
              <a:custGeom>
                <a:avLst/>
                <a:gdLst/>
                <a:ahLst/>
                <a:cxnLst/>
                <a:rect l="l" t="t" r="r" b="b"/>
                <a:pathLst>
                  <a:path w="2946" h="2946" extrusionOk="0">
                    <a:moveTo>
                      <a:pt x="1474" y="1"/>
                    </a:moveTo>
                    <a:cubicBezTo>
                      <a:pt x="661" y="1"/>
                      <a:pt x="1" y="660"/>
                      <a:pt x="1" y="1472"/>
                    </a:cubicBezTo>
                    <a:cubicBezTo>
                      <a:pt x="1" y="2286"/>
                      <a:pt x="661" y="2945"/>
                      <a:pt x="1474" y="2945"/>
                    </a:cubicBezTo>
                    <a:cubicBezTo>
                      <a:pt x="2288" y="2945"/>
                      <a:pt x="2946" y="2286"/>
                      <a:pt x="2946" y="1472"/>
                    </a:cubicBezTo>
                    <a:cubicBezTo>
                      <a:pt x="2946" y="660"/>
                      <a:pt x="2288" y="1"/>
                      <a:pt x="1474" y="1"/>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grpSp>
        <p:grpSp>
          <p:nvGrpSpPr>
            <p:cNvPr id="4906" name="Google Shape;4906;p63"/>
            <p:cNvGrpSpPr/>
            <p:nvPr/>
          </p:nvGrpSpPr>
          <p:grpSpPr>
            <a:xfrm>
              <a:off x="6101293" y="1267368"/>
              <a:ext cx="259692" cy="269909"/>
              <a:chOff x="6101293" y="1267368"/>
              <a:chExt cx="259692" cy="269909"/>
            </a:xfrm>
          </p:grpSpPr>
          <p:sp>
            <p:nvSpPr>
              <p:cNvPr id="4907" name="Google Shape;4907;p63"/>
              <p:cNvSpPr/>
              <p:nvPr/>
            </p:nvSpPr>
            <p:spPr>
              <a:xfrm>
                <a:off x="6101293" y="1304897"/>
                <a:ext cx="259692" cy="232380"/>
              </a:xfrm>
              <a:custGeom>
                <a:avLst/>
                <a:gdLst/>
                <a:ahLst/>
                <a:cxnLst/>
                <a:rect l="l" t="t" r="r" b="b"/>
                <a:pathLst>
                  <a:path w="10193" h="9121" extrusionOk="0">
                    <a:moveTo>
                      <a:pt x="2726" y="1"/>
                    </a:moveTo>
                    <a:cubicBezTo>
                      <a:pt x="1220" y="1"/>
                      <a:pt x="0" y="1221"/>
                      <a:pt x="0" y="2726"/>
                    </a:cubicBezTo>
                    <a:lnTo>
                      <a:pt x="0" y="4987"/>
                    </a:lnTo>
                    <a:cubicBezTo>
                      <a:pt x="2244" y="5095"/>
                      <a:pt x="4045" y="6883"/>
                      <a:pt x="4177" y="9120"/>
                    </a:cubicBezTo>
                    <a:lnTo>
                      <a:pt x="7467" y="9120"/>
                    </a:lnTo>
                    <a:cubicBezTo>
                      <a:pt x="8973" y="9120"/>
                      <a:pt x="10193" y="7900"/>
                      <a:pt x="10193" y="6393"/>
                    </a:cubicBezTo>
                    <a:lnTo>
                      <a:pt x="10193" y="1"/>
                    </a:lnTo>
                    <a:lnTo>
                      <a:pt x="7043" y="1"/>
                    </a:lnTo>
                    <a:cubicBezTo>
                      <a:pt x="7043" y="1075"/>
                      <a:pt x="6172" y="1946"/>
                      <a:pt x="5097" y="1946"/>
                    </a:cubicBezTo>
                    <a:cubicBezTo>
                      <a:pt x="4021" y="1946"/>
                      <a:pt x="3150" y="1075"/>
                      <a:pt x="3150"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4908" name="Google Shape;4908;p63"/>
              <p:cNvSpPr/>
              <p:nvPr/>
            </p:nvSpPr>
            <p:spPr>
              <a:xfrm>
                <a:off x="6193623" y="1267368"/>
                <a:ext cx="75031" cy="75057"/>
              </a:xfrm>
              <a:custGeom>
                <a:avLst/>
                <a:gdLst/>
                <a:ahLst/>
                <a:cxnLst/>
                <a:rect l="l" t="t" r="r" b="b"/>
                <a:pathLst>
                  <a:path w="2945" h="2946" extrusionOk="0">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grpSp>
          <p:nvGrpSpPr>
            <p:cNvPr id="4909" name="Google Shape;4909;p63"/>
            <p:cNvGrpSpPr/>
            <p:nvPr/>
          </p:nvGrpSpPr>
          <p:grpSpPr>
            <a:xfrm>
              <a:off x="5830645" y="1550500"/>
              <a:ext cx="259692" cy="269909"/>
              <a:chOff x="5830645" y="1550500"/>
              <a:chExt cx="259692" cy="269909"/>
            </a:xfrm>
          </p:grpSpPr>
          <p:sp>
            <p:nvSpPr>
              <p:cNvPr id="4910" name="Google Shape;4910;p63"/>
              <p:cNvSpPr/>
              <p:nvPr/>
            </p:nvSpPr>
            <p:spPr>
              <a:xfrm>
                <a:off x="5830645" y="1550500"/>
                <a:ext cx="259692" cy="232406"/>
              </a:xfrm>
              <a:custGeom>
                <a:avLst/>
                <a:gdLst/>
                <a:ahLst/>
                <a:cxnLst/>
                <a:rect l="l" t="t" r="r" b="b"/>
                <a:pathLst>
                  <a:path w="10193" h="9122" extrusionOk="0">
                    <a:moveTo>
                      <a:pt x="2727" y="1"/>
                    </a:moveTo>
                    <a:cubicBezTo>
                      <a:pt x="1220" y="1"/>
                      <a:pt x="0" y="1223"/>
                      <a:pt x="0" y="2728"/>
                    </a:cubicBezTo>
                    <a:lnTo>
                      <a:pt x="0" y="9122"/>
                    </a:lnTo>
                    <a:lnTo>
                      <a:pt x="3150" y="9122"/>
                    </a:lnTo>
                    <a:cubicBezTo>
                      <a:pt x="3150" y="8046"/>
                      <a:pt x="4021" y="7175"/>
                      <a:pt x="5097" y="7175"/>
                    </a:cubicBezTo>
                    <a:cubicBezTo>
                      <a:pt x="6172" y="7175"/>
                      <a:pt x="7044" y="8046"/>
                      <a:pt x="7044" y="9122"/>
                    </a:cubicBezTo>
                    <a:lnTo>
                      <a:pt x="7467" y="9122"/>
                    </a:lnTo>
                    <a:cubicBezTo>
                      <a:pt x="8972" y="9122"/>
                      <a:pt x="10192" y="7900"/>
                      <a:pt x="10192" y="6395"/>
                    </a:cubicBezTo>
                    <a:lnTo>
                      <a:pt x="10192" y="4135"/>
                    </a:lnTo>
                    <a:cubicBezTo>
                      <a:pt x="7951" y="4028"/>
                      <a:pt x="6148" y="2239"/>
                      <a:pt x="6018"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4911" name="Google Shape;4911;p63"/>
              <p:cNvSpPr/>
              <p:nvPr/>
            </p:nvSpPr>
            <p:spPr>
              <a:xfrm>
                <a:off x="5922950" y="1745352"/>
                <a:ext cx="75057" cy="75057"/>
              </a:xfrm>
              <a:custGeom>
                <a:avLst/>
                <a:gdLst/>
                <a:ahLst/>
                <a:cxnLst/>
                <a:rect l="l" t="t" r="r" b="b"/>
                <a:pathLst>
                  <a:path w="2946" h="2946" extrusionOk="0">
                    <a:moveTo>
                      <a:pt x="1474" y="1"/>
                    </a:moveTo>
                    <a:cubicBezTo>
                      <a:pt x="661" y="1"/>
                      <a:pt x="1" y="660"/>
                      <a:pt x="1" y="1474"/>
                    </a:cubicBezTo>
                    <a:cubicBezTo>
                      <a:pt x="1" y="2287"/>
                      <a:pt x="661" y="2946"/>
                      <a:pt x="1474" y="2946"/>
                    </a:cubicBezTo>
                    <a:cubicBezTo>
                      <a:pt x="2288" y="2946"/>
                      <a:pt x="2946" y="2287"/>
                      <a:pt x="2946" y="1474"/>
                    </a:cubicBezTo>
                    <a:cubicBezTo>
                      <a:pt x="2946" y="660"/>
                      <a:pt x="2288" y="1"/>
                      <a:pt x="1474"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grpSp>
          <p:nvGrpSpPr>
            <p:cNvPr id="4912" name="Google Shape;4912;p63"/>
            <p:cNvGrpSpPr/>
            <p:nvPr/>
          </p:nvGrpSpPr>
          <p:grpSpPr>
            <a:xfrm>
              <a:off x="6101293" y="1550500"/>
              <a:ext cx="259692" cy="269909"/>
              <a:chOff x="6101293" y="1550500"/>
              <a:chExt cx="259692" cy="269909"/>
            </a:xfrm>
          </p:grpSpPr>
          <p:sp>
            <p:nvSpPr>
              <p:cNvPr id="4913" name="Google Shape;4913;p63"/>
              <p:cNvSpPr/>
              <p:nvPr/>
            </p:nvSpPr>
            <p:spPr>
              <a:xfrm>
                <a:off x="6101293" y="1550500"/>
                <a:ext cx="259692" cy="232406"/>
              </a:xfrm>
              <a:custGeom>
                <a:avLst/>
                <a:gdLst/>
                <a:ahLst/>
                <a:cxnLst/>
                <a:rect l="l" t="t" r="r" b="b"/>
                <a:pathLst>
                  <a:path w="10193" h="9122" extrusionOk="0">
                    <a:moveTo>
                      <a:pt x="4177" y="1"/>
                    </a:moveTo>
                    <a:cubicBezTo>
                      <a:pt x="4045" y="2239"/>
                      <a:pt x="2244" y="4027"/>
                      <a:pt x="0" y="4135"/>
                    </a:cubicBezTo>
                    <a:lnTo>
                      <a:pt x="0" y="6395"/>
                    </a:lnTo>
                    <a:cubicBezTo>
                      <a:pt x="0" y="7902"/>
                      <a:pt x="1220" y="9122"/>
                      <a:pt x="2726" y="9122"/>
                    </a:cubicBezTo>
                    <a:lnTo>
                      <a:pt x="3148" y="9122"/>
                    </a:lnTo>
                    <a:cubicBezTo>
                      <a:pt x="3148" y="8046"/>
                      <a:pt x="4020" y="7175"/>
                      <a:pt x="5096" y="7175"/>
                    </a:cubicBezTo>
                    <a:cubicBezTo>
                      <a:pt x="6170" y="7175"/>
                      <a:pt x="7043" y="8046"/>
                      <a:pt x="7043" y="9122"/>
                    </a:cubicBezTo>
                    <a:lnTo>
                      <a:pt x="10193" y="9122"/>
                    </a:lnTo>
                    <a:lnTo>
                      <a:pt x="10193" y="2728"/>
                    </a:lnTo>
                    <a:cubicBezTo>
                      <a:pt x="10193" y="1223"/>
                      <a:pt x="8973" y="2"/>
                      <a:pt x="7467" y="1"/>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4914" name="Google Shape;4914;p63"/>
              <p:cNvSpPr/>
              <p:nvPr/>
            </p:nvSpPr>
            <p:spPr>
              <a:xfrm>
                <a:off x="6193623" y="1745352"/>
                <a:ext cx="75031" cy="75057"/>
              </a:xfrm>
              <a:custGeom>
                <a:avLst/>
                <a:gdLst/>
                <a:ahLst/>
                <a:cxnLst/>
                <a:rect l="l" t="t" r="r" b="b"/>
                <a:pathLst>
                  <a:path w="2945" h="2946" extrusionOk="0">
                    <a:moveTo>
                      <a:pt x="1473" y="1"/>
                    </a:moveTo>
                    <a:cubicBezTo>
                      <a:pt x="660" y="1"/>
                      <a:pt x="0" y="660"/>
                      <a:pt x="0" y="1474"/>
                    </a:cubicBezTo>
                    <a:cubicBezTo>
                      <a:pt x="0" y="2287"/>
                      <a:pt x="660" y="2946"/>
                      <a:pt x="1473" y="2946"/>
                    </a:cubicBezTo>
                    <a:cubicBezTo>
                      <a:pt x="2285" y="2946"/>
                      <a:pt x="2945" y="2287"/>
                      <a:pt x="2945" y="1474"/>
                    </a:cubicBezTo>
                    <a:cubicBezTo>
                      <a:pt x="2945" y="660"/>
                      <a:pt x="2285" y="1"/>
                      <a:pt x="1473" y="1"/>
                    </a:cubicBezTo>
                    <a:close/>
                  </a:path>
                </a:pathLst>
              </a:custGeom>
              <a:solidFill>
                <a:srgbClr val="213B55"/>
              </a:solidFill>
              <a:ln>
                <a:noFill/>
              </a:ln>
            </p:spPr>
            <p:txBody>
              <a:bodyPr spcFirstLastPara="1" wrap="square" lIns="121900" tIns="121900" rIns="121900" bIns="121900" anchor="ctr" anchorCtr="0">
                <a:noAutofit/>
              </a:bodyPr>
              <a:lstStyle/>
              <a:p>
                <a:endParaRPr sz="2400"/>
              </a:p>
            </p:txBody>
          </p:sp>
        </p:grpSp>
      </p:grpSp>
      <p:grpSp>
        <p:nvGrpSpPr>
          <p:cNvPr id="4915" name="Google Shape;4915;p63"/>
          <p:cNvGrpSpPr/>
          <p:nvPr/>
        </p:nvGrpSpPr>
        <p:grpSpPr>
          <a:xfrm>
            <a:off x="985517" y="2749080"/>
            <a:ext cx="929539" cy="906099"/>
            <a:chOff x="2679875" y="2361475"/>
            <a:chExt cx="780425" cy="760575"/>
          </a:xfrm>
        </p:grpSpPr>
        <p:sp>
          <p:nvSpPr>
            <p:cNvPr id="4916" name="Google Shape;4916;p63"/>
            <p:cNvSpPr/>
            <p:nvPr/>
          </p:nvSpPr>
          <p:spPr>
            <a:xfrm>
              <a:off x="2812050" y="2361475"/>
              <a:ext cx="516050" cy="266400"/>
            </a:xfrm>
            <a:custGeom>
              <a:avLst/>
              <a:gdLst/>
              <a:ahLst/>
              <a:cxnLst/>
              <a:rect l="l" t="t" r="r" b="b"/>
              <a:pathLst>
                <a:path w="20642" h="10656" extrusionOk="0">
                  <a:moveTo>
                    <a:pt x="10321" y="0"/>
                  </a:moveTo>
                  <a:cubicBezTo>
                    <a:pt x="4630" y="0"/>
                    <a:pt x="1" y="4630"/>
                    <a:pt x="1" y="10321"/>
                  </a:cubicBezTo>
                  <a:cubicBezTo>
                    <a:pt x="1" y="10385"/>
                    <a:pt x="2" y="10450"/>
                    <a:pt x="4" y="10514"/>
                  </a:cubicBezTo>
                  <a:cubicBezTo>
                    <a:pt x="1580" y="9686"/>
                    <a:pt x="3307" y="9273"/>
                    <a:pt x="5033" y="9273"/>
                  </a:cubicBezTo>
                  <a:cubicBezTo>
                    <a:pt x="6858" y="9273"/>
                    <a:pt x="8681" y="9735"/>
                    <a:pt x="10321" y="10655"/>
                  </a:cubicBezTo>
                  <a:cubicBezTo>
                    <a:pt x="11962" y="9735"/>
                    <a:pt x="13786" y="9273"/>
                    <a:pt x="15610" y="9273"/>
                  </a:cubicBezTo>
                  <a:cubicBezTo>
                    <a:pt x="17337" y="9273"/>
                    <a:pt x="19065" y="9686"/>
                    <a:pt x="20640" y="10514"/>
                  </a:cubicBezTo>
                  <a:cubicBezTo>
                    <a:pt x="20640" y="10450"/>
                    <a:pt x="20642" y="10385"/>
                    <a:pt x="20642" y="10321"/>
                  </a:cubicBezTo>
                  <a:cubicBezTo>
                    <a:pt x="20642" y="4630"/>
                    <a:pt x="16012" y="0"/>
                    <a:pt x="10321"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4917" name="Google Shape;4917;p63"/>
            <p:cNvSpPr/>
            <p:nvPr/>
          </p:nvSpPr>
          <p:spPr>
            <a:xfrm>
              <a:off x="3082750" y="2645625"/>
              <a:ext cx="377550" cy="476425"/>
            </a:xfrm>
            <a:custGeom>
              <a:avLst/>
              <a:gdLst/>
              <a:ahLst/>
              <a:cxnLst/>
              <a:rect l="l" t="t" r="r" b="b"/>
              <a:pathLst>
                <a:path w="15102" h="19057" extrusionOk="0">
                  <a:moveTo>
                    <a:pt x="10272" y="0"/>
                  </a:moveTo>
                  <a:cubicBezTo>
                    <a:pt x="9934" y="3512"/>
                    <a:pt x="7912" y="6539"/>
                    <a:pt x="5024" y="8262"/>
                  </a:cubicBezTo>
                  <a:cubicBezTo>
                    <a:pt x="5031" y="8418"/>
                    <a:pt x="5036" y="8577"/>
                    <a:pt x="5036" y="8736"/>
                  </a:cubicBezTo>
                  <a:cubicBezTo>
                    <a:pt x="5036" y="12577"/>
                    <a:pt x="3024" y="15957"/>
                    <a:pt x="1" y="17879"/>
                  </a:cubicBezTo>
                  <a:cubicBezTo>
                    <a:pt x="1471" y="18653"/>
                    <a:pt x="3109" y="19056"/>
                    <a:pt x="4771" y="19056"/>
                  </a:cubicBezTo>
                  <a:cubicBezTo>
                    <a:pt x="4774" y="19056"/>
                    <a:pt x="4778" y="19056"/>
                    <a:pt x="4781" y="19056"/>
                  </a:cubicBezTo>
                  <a:cubicBezTo>
                    <a:pt x="10472" y="19056"/>
                    <a:pt x="15102" y="14427"/>
                    <a:pt x="15102" y="8736"/>
                  </a:cubicBezTo>
                  <a:cubicBezTo>
                    <a:pt x="15102" y="5062"/>
                    <a:pt x="13170" y="1831"/>
                    <a:pt x="10272" y="0"/>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4918" name="Google Shape;4918;p63"/>
            <p:cNvSpPr/>
            <p:nvPr/>
          </p:nvSpPr>
          <p:spPr>
            <a:xfrm>
              <a:off x="3082750" y="2605975"/>
              <a:ext cx="244675" cy="231900"/>
            </a:xfrm>
            <a:custGeom>
              <a:avLst/>
              <a:gdLst/>
              <a:ahLst/>
              <a:cxnLst/>
              <a:rect l="l" t="t" r="r" b="b"/>
              <a:pathLst>
                <a:path w="9787" h="9276" extrusionOk="0">
                  <a:moveTo>
                    <a:pt x="4781" y="1"/>
                  </a:moveTo>
                  <a:cubicBezTo>
                    <a:pt x="3141" y="1"/>
                    <a:pt x="1499" y="393"/>
                    <a:pt x="1" y="1178"/>
                  </a:cubicBezTo>
                  <a:cubicBezTo>
                    <a:pt x="2747" y="2923"/>
                    <a:pt x="4656" y="5871"/>
                    <a:pt x="4984" y="9276"/>
                  </a:cubicBezTo>
                  <a:cubicBezTo>
                    <a:pt x="7683" y="7574"/>
                    <a:pt x="9542" y="4656"/>
                    <a:pt x="9787" y="1300"/>
                  </a:cubicBezTo>
                  <a:cubicBezTo>
                    <a:pt x="8232" y="434"/>
                    <a:pt x="6507" y="1"/>
                    <a:pt x="4781"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919" name="Google Shape;4919;p63"/>
            <p:cNvSpPr/>
            <p:nvPr/>
          </p:nvSpPr>
          <p:spPr>
            <a:xfrm>
              <a:off x="2679875" y="2645625"/>
              <a:ext cx="377575" cy="476425"/>
            </a:xfrm>
            <a:custGeom>
              <a:avLst/>
              <a:gdLst/>
              <a:ahLst/>
              <a:cxnLst/>
              <a:rect l="l" t="t" r="r" b="b"/>
              <a:pathLst>
                <a:path w="15103" h="19057" extrusionOk="0">
                  <a:moveTo>
                    <a:pt x="4831" y="0"/>
                  </a:moveTo>
                  <a:cubicBezTo>
                    <a:pt x="1931" y="1831"/>
                    <a:pt x="0" y="5062"/>
                    <a:pt x="0" y="8736"/>
                  </a:cubicBezTo>
                  <a:cubicBezTo>
                    <a:pt x="0" y="14427"/>
                    <a:pt x="4631" y="19056"/>
                    <a:pt x="10321" y="19056"/>
                  </a:cubicBezTo>
                  <a:cubicBezTo>
                    <a:pt x="10324" y="19056"/>
                    <a:pt x="10327" y="19056"/>
                    <a:pt x="10331" y="19056"/>
                  </a:cubicBezTo>
                  <a:cubicBezTo>
                    <a:pt x="11993" y="19056"/>
                    <a:pt x="13630" y="18653"/>
                    <a:pt x="15102" y="17879"/>
                  </a:cubicBezTo>
                  <a:cubicBezTo>
                    <a:pt x="12077" y="15957"/>
                    <a:pt x="10068" y="12577"/>
                    <a:pt x="10068" y="8736"/>
                  </a:cubicBezTo>
                  <a:cubicBezTo>
                    <a:pt x="10068" y="8577"/>
                    <a:pt x="10071" y="8418"/>
                    <a:pt x="10079" y="8262"/>
                  </a:cubicBezTo>
                  <a:cubicBezTo>
                    <a:pt x="7192" y="6540"/>
                    <a:pt x="5169" y="3512"/>
                    <a:pt x="4831"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4920" name="Google Shape;4920;p63"/>
            <p:cNvSpPr/>
            <p:nvPr/>
          </p:nvSpPr>
          <p:spPr>
            <a:xfrm>
              <a:off x="2812775" y="2605975"/>
              <a:ext cx="244675" cy="231900"/>
            </a:xfrm>
            <a:custGeom>
              <a:avLst/>
              <a:gdLst/>
              <a:ahLst/>
              <a:cxnLst/>
              <a:rect l="l" t="t" r="r" b="b"/>
              <a:pathLst>
                <a:path w="9787" h="9276" extrusionOk="0">
                  <a:moveTo>
                    <a:pt x="5005" y="1"/>
                  </a:moveTo>
                  <a:cubicBezTo>
                    <a:pt x="3280" y="1"/>
                    <a:pt x="1555" y="434"/>
                    <a:pt x="1" y="1300"/>
                  </a:cubicBezTo>
                  <a:cubicBezTo>
                    <a:pt x="246" y="4658"/>
                    <a:pt x="2103" y="7574"/>
                    <a:pt x="4801" y="9276"/>
                  </a:cubicBezTo>
                  <a:cubicBezTo>
                    <a:pt x="5130" y="5871"/>
                    <a:pt x="7040" y="2923"/>
                    <a:pt x="9786" y="1178"/>
                  </a:cubicBezTo>
                  <a:cubicBezTo>
                    <a:pt x="8288" y="393"/>
                    <a:pt x="6646" y="1"/>
                    <a:pt x="5005"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4921" name="Google Shape;4921;p63"/>
            <p:cNvSpPr/>
            <p:nvPr/>
          </p:nvSpPr>
          <p:spPr>
            <a:xfrm>
              <a:off x="2944250" y="2859150"/>
              <a:ext cx="251675" cy="226375"/>
            </a:xfrm>
            <a:custGeom>
              <a:avLst/>
              <a:gdLst/>
              <a:ahLst/>
              <a:cxnLst/>
              <a:rect l="l" t="t" r="r" b="b"/>
              <a:pathLst>
                <a:path w="10067" h="9055" extrusionOk="0">
                  <a:moveTo>
                    <a:pt x="4" y="1"/>
                  </a:moveTo>
                  <a:cubicBezTo>
                    <a:pt x="2" y="65"/>
                    <a:pt x="0" y="130"/>
                    <a:pt x="0" y="195"/>
                  </a:cubicBezTo>
                  <a:cubicBezTo>
                    <a:pt x="0" y="3954"/>
                    <a:pt x="2023" y="7250"/>
                    <a:pt x="5033" y="9055"/>
                  </a:cubicBezTo>
                  <a:cubicBezTo>
                    <a:pt x="8045" y="7250"/>
                    <a:pt x="10066" y="3954"/>
                    <a:pt x="10066" y="195"/>
                  </a:cubicBezTo>
                  <a:cubicBezTo>
                    <a:pt x="10066" y="130"/>
                    <a:pt x="10066" y="65"/>
                    <a:pt x="10065" y="1"/>
                  </a:cubicBezTo>
                  <a:cubicBezTo>
                    <a:pt x="8490" y="829"/>
                    <a:pt x="6762" y="1243"/>
                    <a:pt x="5034" y="1243"/>
                  </a:cubicBezTo>
                  <a:cubicBezTo>
                    <a:pt x="3306" y="1243"/>
                    <a:pt x="1578" y="829"/>
                    <a:pt x="4"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grpSp>
      <p:grpSp>
        <p:nvGrpSpPr>
          <p:cNvPr id="4922" name="Google Shape;4922;p63"/>
          <p:cNvGrpSpPr/>
          <p:nvPr/>
        </p:nvGrpSpPr>
        <p:grpSpPr>
          <a:xfrm>
            <a:off x="4184397" y="1561870"/>
            <a:ext cx="981105" cy="912729"/>
            <a:chOff x="3351965" y="1148808"/>
            <a:chExt cx="750770" cy="698375"/>
          </a:xfrm>
        </p:grpSpPr>
        <p:grpSp>
          <p:nvGrpSpPr>
            <p:cNvPr id="4923" name="Google Shape;4923;p63"/>
            <p:cNvGrpSpPr/>
            <p:nvPr/>
          </p:nvGrpSpPr>
          <p:grpSpPr>
            <a:xfrm>
              <a:off x="3586796" y="1148808"/>
              <a:ext cx="294857" cy="286830"/>
              <a:chOff x="3750225" y="1774000"/>
              <a:chExt cx="149575" cy="145525"/>
            </a:xfrm>
          </p:grpSpPr>
          <p:sp>
            <p:nvSpPr>
              <p:cNvPr id="4924" name="Google Shape;4924;p63"/>
              <p:cNvSpPr/>
              <p:nvPr/>
            </p:nvSpPr>
            <p:spPr>
              <a:xfrm>
                <a:off x="3750225" y="1774000"/>
                <a:ext cx="149575" cy="145525"/>
              </a:xfrm>
              <a:custGeom>
                <a:avLst/>
                <a:gdLst/>
                <a:ahLst/>
                <a:cxnLst/>
                <a:rect l="l" t="t" r="r" b="b"/>
                <a:pathLst>
                  <a:path w="5983" h="5821" extrusionOk="0">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925" name="Google Shape;4925;p63"/>
              <p:cNvSpPr/>
              <p:nvPr/>
            </p:nvSpPr>
            <p:spPr>
              <a:xfrm>
                <a:off x="3776075" y="1794931"/>
                <a:ext cx="82600" cy="78800"/>
              </a:xfrm>
              <a:custGeom>
                <a:avLst/>
                <a:gdLst/>
                <a:ahLst/>
                <a:cxnLst/>
                <a:rect l="l" t="t" r="r" b="b"/>
                <a:pathLst>
                  <a:path w="3304" h="3152" extrusionOk="0">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926" name="Google Shape;4926;p63"/>
            <p:cNvGrpSpPr/>
            <p:nvPr/>
          </p:nvGrpSpPr>
          <p:grpSpPr>
            <a:xfrm>
              <a:off x="3779245" y="1375768"/>
              <a:ext cx="323490" cy="286978"/>
              <a:chOff x="3847850" y="1889150"/>
              <a:chExt cx="164100" cy="145600"/>
            </a:xfrm>
          </p:grpSpPr>
          <p:sp>
            <p:nvSpPr>
              <p:cNvPr id="4927" name="Google Shape;4927;p63"/>
              <p:cNvSpPr/>
              <p:nvPr/>
            </p:nvSpPr>
            <p:spPr>
              <a:xfrm>
                <a:off x="3847850" y="1889150"/>
                <a:ext cx="164100" cy="145600"/>
              </a:xfrm>
              <a:custGeom>
                <a:avLst/>
                <a:gdLst/>
                <a:ahLst/>
                <a:cxnLst/>
                <a:rect l="l" t="t" r="r" b="b"/>
                <a:pathLst>
                  <a:path w="6564" h="5824" extrusionOk="0">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4928" name="Google Shape;4928;p63"/>
              <p:cNvSpPr/>
              <p:nvPr/>
            </p:nvSpPr>
            <p:spPr>
              <a:xfrm>
                <a:off x="3887875" y="1912456"/>
                <a:ext cx="89450" cy="78700"/>
              </a:xfrm>
              <a:custGeom>
                <a:avLst/>
                <a:gdLst/>
                <a:ahLst/>
                <a:cxnLst/>
                <a:rect l="l" t="t" r="r" b="b"/>
                <a:pathLst>
                  <a:path w="3578" h="3148" extrusionOk="0">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929" name="Google Shape;4929;p63"/>
            <p:cNvGrpSpPr/>
            <p:nvPr/>
          </p:nvGrpSpPr>
          <p:grpSpPr>
            <a:xfrm>
              <a:off x="3351965" y="1330435"/>
              <a:ext cx="295449" cy="285401"/>
              <a:chOff x="3631100" y="1866150"/>
              <a:chExt cx="149875" cy="144800"/>
            </a:xfrm>
          </p:grpSpPr>
          <p:sp>
            <p:nvSpPr>
              <p:cNvPr id="4930" name="Google Shape;4930;p63"/>
              <p:cNvSpPr/>
              <p:nvPr/>
            </p:nvSpPr>
            <p:spPr>
              <a:xfrm>
                <a:off x="3631100" y="1866150"/>
                <a:ext cx="149875" cy="144800"/>
              </a:xfrm>
              <a:custGeom>
                <a:avLst/>
                <a:gdLst/>
                <a:ahLst/>
                <a:cxnLst/>
                <a:rect l="l" t="t" r="r" b="b"/>
                <a:pathLst>
                  <a:path w="5995" h="5792" extrusionOk="0">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solidFill>
                <a:srgbClr val="374957"/>
              </a:solidFill>
              <a:ln>
                <a:noFill/>
              </a:ln>
            </p:spPr>
            <p:txBody>
              <a:bodyPr spcFirstLastPara="1" wrap="square" lIns="121900" tIns="121900" rIns="121900" bIns="121900" anchor="ctr" anchorCtr="0">
                <a:noAutofit/>
              </a:bodyPr>
              <a:lstStyle/>
              <a:p>
                <a:endParaRPr sz="2400"/>
              </a:p>
            </p:txBody>
          </p:sp>
          <p:sp>
            <p:nvSpPr>
              <p:cNvPr id="4931" name="Google Shape;4931;p63"/>
              <p:cNvSpPr/>
              <p:nvPr/>
            </p:nvSpPr>
            <p:spPr>
              <a:xfrm>
                <a:off x="3654725" y="1907806"/>
                <a:ext cx="86575" cy="78800"/>
              </a:xfrm>
              <a:custGeom>
                <a:avLst/>
                <a:gdLst/>
                <a:ahLst/>
                <a:cxnLst/>
                <a:rect l="l" t="t" r="r" b="b"/>
                <a:pathLst>
                  <a:path w="3463" h="3152" extrusionOk="0">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932" name="Google Shape;4932;p63"/>
            <p:cNvGrpSpPr/>
            <p:nvPr/>
          </p:nvGrpSpPr>
          <p:grpSpPr>
            <a:xfrm>
              <a:off x="3548208" y="1560352"/>
              <a:ext cx="294808" cy="286830"/>
              <a:chOff x="3730650" y="1982800"/>
              <a:chExt cx="149550" cy="145525"/>
            </a:xfrm>
          </p:grpSpPr>
          <p:sp>
            <p:nvSpPr>
              <p:cNvPr id="4933" name="Google Shape;4933;p63"/>
              <p:cNvSpPr/>
              <p:nvPr/>
            </p:nvSpPr>
            <p:spPr>
              <a:xfrm>
                <a:off x="3730650" y="1982800"/>
                <a:ext cx="149550" cy="145525"/>
              </a:xfrm>
              <a:custGeom>
                <a:avLst/>
                <a:gdLst/>
                <a:ahLst/>
                <a:cxnLst/>
                <a:rect l="l" t="t" r="r" b="b"/>
                <a:pathLst>
                  <a:path w="5982" h="5821" extrusionOk="0">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solidFill>
                <a:srgbClr val="A5B7C6"/>
              </a:solidFill>
              <a:ln>
                <a:noFill/>
              </a:ln>
            </p:spPr>
            <p:txBody>
              <a:bodyPr spcFirstLastPara="1" wrap="square" lIns="121900" tIns="121900" rIns="121900" bIns="121900" anchor="ctr" anchorCtr="0">
                <a:noAutofit/>
              </a:bodyPr>
              <a:lstStyle/>
              <a:p>
                <a:endParaRPr sz="2400"/>
              </a:p>
            </p:txBody>
          </p:sp>
          <p:sp>
            <p:nvSpPr>
              <p:cNvPr id="4934" name="Google Shape;4934;p63"/>
              <p:cNvSpPr/>
              <p:nvPr/>
            </p:nvSpPr>
            <p:spPr>
              <a:xfrm>
                <a:off x="3771925" y="2027231"/>
                <a:ext cx="86575" cy="78750"/>
              </a:xfrm>
              <a:custGeom>
                <a:avLst/>
                <a:gdLst/>
                <a:ahLst/>
                <a:cxnLst/>
                <a:rect l="l" t="t" r="r" b="b"/>
                <a:pathLst>
                  <a:path w="3463" h="3150" extrusionOk="0">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grpSp>
        <p:nvGrpSpPr>
          <p:cNvPr id="4935" name="Google Shape;4935;p63"/>
          <p:cNvGrpSpPr/>
          <p:nvPr/>
        </p:nvGrpSpPr>
        <p:grpSpPr>
          <a:xfrm>
            <a:off x="10186600" y="1561809"/>
            <a:ext cx="1072753" cy="903727"/>
            <a:chOff x="7636443" y="1204988"/>
            <a:chExt cx="804565" cy="677795"/>
          </a:xfrm>
        </p:grpSpPr>
        <p:grpSp>
          <p:nvGrpSpPr>
            <p:cNvPr id="4936" name="Google Shape;4936;p63"/>
            <p:cNvGrpSpPr/>
            <p:nvPr/>
          </p:nvGrpSpPr>
          <p:grpSpPr>
            <a:xfrm>
              <a:off x="7636443" y="1509705"/>
              <a:ext cx="804565" cy="373078"/>
              <a:chOff x="7636443" y="1509705"/>
              <a:chExt cx="804565" cy="373078"/>
            </a:xfrm>
          </p:grpSpPr>
          <p:sp>
            <p:nvSpPr>
              <p:cNvPr id="4937" name="Google Shape;4937;p63"/>
              <p:cNvSpPr/>
              <p:nvPr/>
            </p:nvSpPr>
            <p:spPr>
              <a:xfrm>
                <a:off x="7636443" y="1509705"/>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435D74"/>
              </a:solidFill>
              <a:ln>
                <a:noFill/>
              </a:ln>
            </p:spPr>
            <p:txBody>
              <a:bodyPr spcFirstLastPara="1" wrap="square" lIns="121900" tIns="121900" rIns="121900" bIns="121900" anchor="ctr" anchorCtr="0">
                <a:noAutofit/>
              </a:bodyPr>
              <a:lstStyle/>
              <a:p>
                <a:endParaRPr sz="2400"/>
              </a:p>
            </p:txBody>
          </p:sp>
          <p:sp>
            <p:nvSpPr>
              <p:cNvPr id="4938" name="Google Shape;4938;p63"/>
              <p:cNvSpPr/>
              <p:nvPr/>
            </p:nvSpPr>
            <p:spPr>
              <a:xfrm>
                <a:off x="8398251" y="1667375"/>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435D74"/>
              </a:solidFill>
              <a:ln>
                <a:noFill/>
              </a:ln>
            </p:spPr>
            <p:txBody>
              <a:bodyPr spcFirstLastPara="1" wrap="square" lIns="121900" tIns="121900" rIns="121900" bIns="121900" anchor="ctr" anchorCtr="0">
                <a:noAutofit/>
              </a:bodyPr>
              <a:lstStyle/>
              <a:p>
                <a:endParaRPr sz="2400"/>
              </a:p>
            </p:txBody>
          </p:sp>
        </p:grpSp>
        <p:grpSp>
          <p:nvGrpSpPr>
            <p:cNvPr id="4939" name="Google Shape;4939;p63"/>
            <p:cNvGrpSpPr/>
            <p:nvPr/>
          </p:nvGrpSpPr>
          <p:grpSpPr>
            <a:xfrm>
              <a:off x="7636443" y="1408133"/>
              <a:ext cx="804565" cy="373078"/>
              <a:chOff x="7636443" y="1408133"/>
              <a:chExt cx="804565" cy="373078"/>
            </a:xfrm>
          </p:grpSpPr>
          <p:sp>
            <p:nvSpPr>
              <p:cNvPr id="4940" name="Google Shape;4940;p63"/>
              <p:cNvSpPr/>
              <p:nvPr/>
            </p:nvSpPr>
            <p:spPr>
              <a:xfrm>
                <a:off x="7636443" y="1408133"/>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4941" name="Google Shape;4941;p63"/>
              <p:cNvSpPr/>
              <p:nvPr/>
            </p:nvSpPr>
            <p:spPr>
              <a:xfrm>
                <a:off x="8398251" y="1565802"/>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4942" name="Google Shape;4942;p63"/>
            <p:cNvGrpSpPr/>
            <p:nvPr/>
          </p:nvGrpSpPr>
          <p:grpSpPr>
            <a:xfrm>
              <a:off x="7636443" y="1306560"/>
              <a:ext cx="804565" cy="373078"/>
              <a:chOff x="7636443" y="1306560"/>
              <a:chExt cx="804565" cy="373078"/>
            </a:xfrm>
          </p:grpSpPr>
          <p:sp>
            <p:nvSpPr>
              <p:cNvPr id="4943" name="Google Shape;4943;p63"/>
              <p:cNvSpPr/>
              <p:nvPr/>
            </p:nvSpPr>
            <p:spPr>
              <a:xfrm>
                <a:off x="7636443" y="1306560"/>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BAC8D3"/>
              </a:solidFill>
              <a:ln>
                <a:noFill/>
              </a:ln>
            </p:spPr>
            <p:txBody>
              <a:bodyPr spcFirstLastPara="1" wrap="square" lIns="121900" tIns="121900" rIns="121900" bIns="121900" anchor="ctr" anchorCtr="0">
                <a:noAutofit/>
              </a:bodyPr>
              <a:lstStyle/>
              <a:p>
                <a:endParaRPr sz="2400"/>
              </a:p>
            </p:txBody>
          </p:sp>
          <p:sp>
            <p:nvSpPr>
              <p:cNvPr id="4944" name="Google Shape;4944;p63"/>
              <p:cNvSpPr/>
              <p:nvPr/>
            </p:nvSpPr>
            <p:spPr>
              <a:xfrm>
                <a:off x="8398251" y="1464230"/>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BAC8D3"/>
              </a:solidFill>
              <a:ln>
                <a:noFill/>
              </a:ln>
            </p:spPr>
            <p:txBody>
              <a:bodyPr spcFirstLastPara="1" wrap="square" lIns="121900" tIns="121900" rIns="121900" bIns="121900" anchor="ctr" anchorCtr="0">
                <a:noAutofit/>
              </a:bodyPr>
              <a:lstStyle/>
              <a:p>
                <a:endParaRPr sz="2400"/>
              </a:p>
            </p:txBody>
          </p:sp>
        </p:grpSp>
        <p:grpSp>
          <p:nvGrpSpPr>
            <p:cNvPr id="4945" name="Google Shape;4945;p63"/>
            <p:cNvGrpSpPr/>
            <p:nvPr/>
          </p:nvGrpSpPr>
          <p:grpSpPr>
            <a:xfrm>
              <a:off x="7636443" y="1204988"/>
              <a:ext cx="804565" cy="373078"/>
              <a:chOff x="7636443" y="1204988"/>
              <a:chExt cx="804565" cy="373078"/>
            </a:xfrm>
          </p:grpSpPr>
          <p:sp>
            <p:nvSpPr>
              <p:cNvPr id="4946" name="Google Shape;4946;p63"/>
              <p:cNvSpPr/>
              <p:nvPr/>
            </p:nvSpPr>
            <p:spPr>
              <a:xfrm>
                <a:off x="7636443" y="1204988"/>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4947" name="Google Shape;4947;p63"/>
              <p:cNvSpPr/>
              <p:nvPr/>
            </p:nvSpPr>
            <p:spPr>
              <a:xfrm>
                <a:off x="8398251" y="1362658"/>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grpSp>
        <p:nvGrpSpPr>
          <p:cNvPr id="4948" name="Google Shape;4948;p63"/>
          <p:cNvGrpSpPr/>
          <p:nvPr/>
        </p:nvGrpSpPr>
        <p:grpSpPr>
          <a:xfrm>
            <a:off x="6638396" y="2771695"/>
            <a:ext cx="881785" cy="881584"/>
            <a:chOff x="3990000" y="975400"/>
            <a:chExt cx="3934200" cy="3933300"/>
          </a:xfrm>
        </p:grpSpPr>
        <p:sp>
          <p:nvSpPr>
            <p:cNvPr id="4949" name="Google Shape;4949;p63"/>
            <p:cNvSpPr/>
            <p:nvPr/>
          </p:nvSpPr>
          <p:spPr>
            <a:xfrm>
              <a:off x="3990000" y="975400"/>
              <a:ext cx="3934200" cy="3933300"/>
            </a:xfrm>
            <a:prstGeom prst="ellipse">
              <a:avLst/>
            </a:prstGeom>
            <a:solidFill>
              <a:srgbClr val="667E92"/>
            </a:solidFill>
            <a:ln>
              <a:noFill/>
            </a:ln>
          </p:spPr>
          <p:txBody>
            <a:bodyPr spcFirstLastPara="1" wrap="square" lIns="121900" tIns="121900" rIns="121900" bIns="121900" anchor="ctr" anchorCtr="0">
              <a:noAutofit/>
            </a:bodyPr>
            <a:lstStyle/>
            <a:p>
              <a:endParaRPr sz="2400"/>
            </a:p>
          </p:txBody>
        </p:sp>
        <p:sp>
          <p:nvSpPr>
            <p:cNvPr id="4950" name="Google Shape;4950;p63"/>
            <p:cNvSpPr/>
            <p:nvPr/>
          </p:nvSpPr>
          <p:spPr>
            <a:xfrm>
              <a:off x="4346550" y="1331800"/>
              <a:ext cx="3221100" cy="3220500"/>
            </a:xfrm>
            <a:prstGeom prst="ellipse">
              <a:avLst/>
            </a:prstGeom>
            <a:solidFill>
              <a:srgbClr val="869FB2"/>
            </a:solidFill>
            <a:ln>
              <a:noFill/>
            </a:ln>
          </p:spPr>
          <p:txBody>
            <a:bodyPr spcFirstLastPara="1" wrap="square" lIns="121900" tIns="121900" rIns="121900" bIns="121900" anchor="ctr" anchorCtr="0">
              <a:noAutofit/>
            </a:bodyPr>
            <a:lstStyle/>
            <a:p>
              <a:endParaRPr sz="2400"/>
            </a:p>
          </p:txBody>
        </p:sp>
        <p:sp>
          <p:nvSpPr>
            <p:cNvPr id="4951" name="Google Shape;4951;p63"/>
            <p:cNvSpPr/>
            <p:nvPr/>
          </p:nvSpPr>
          <p:spPr>
            <a:xfrm>
              <a:off x="4786800" y="1771750"/>
              <a:ext cx="2340600" cy="2340600"/>
            </a:xfrm>
            <a:prstGeom prst="ellipse">
              <a:avLst/>
            </a:prstGeom>
            <a:solidFill>
              <a:srgbClr val="BAC8D3"/>
            </a:solidFill>
            <a:ln>
              <a:noFill/>
            </a:ln>
          </p:spPr>
          <p:txBody>
            <a:bodyPr spcFirstLastPara="1" wrap="square" lIns="121900" tIns="121900" rIns="121900" bIns="121900" anchor="ctr" anchorCtr="0">
              <a:noAutofit/>
            </a:bodyPr>
            <a:lstStyle/>
            <a:p>
              <a:endParaRPr sz="2400"/>
            </a:p>
          </p:txBody>
        </p:sp>
        <p:sp>
          <p:nvSpPr>
            <p:cNvPr id="4952" name="Google Shape;4952;p63"/>
            <p:cNvSpPr/>
            <p:nvPr/>
          </p:nvSpPr>
          <p:spPr>
            <a:xfrm>
              <a:off x="5218650" y="2203450"/>
              <a:ext cx="1476900" cy="1477200"/>
            </a:xfrm>
            <a:prstGeom prst="ellipse">
              <a:avLst/>
            </a:prstGeom>
            <a:solidFill>
              <a:srgbClr val="CFD9E0"/>
            </a:solidFill>
            <a:ln>
              <a:noFill/>
            </a:ln>
          </p:spPr>
          <p:txBody>
            <a:bodyPr spcFirstLastPara="1" wrap="square" lIns="121900" tIns="121900" rIns="121900" bIns="121900" anchor="ctr" anchorCtr="0">
              <a:noAutofit/>
            </a:bodyPr>
            <a:lstStyle/>
            <a:p>
              <a:endParaRPr sz="2400"/>
            </a:p>
          </p:txBody>
        </p:sp>
      </p:grpSp>
      <p:grpSp>
        <p:nvGrpSpPr>
          <p:cNvPr id="4953" name="Google Shape;4953;p63"/>
          <p:cNvGrpSpPr/>
          <p:nvPr/>
        </p:nvGrpSpPr>
        <p:grpSpPr>
          <a:xfrm>
            <a:off x="8829926" y="2743213"/>
            <a:ext cx="1158508" cy="912321"/>
            <a:chOff x="6598259" y="2078634"/>
            <a:chExt cx="868881" cy="684241"/>
          </a:xfrm>
        </p:grpSpPr>
        <p:sp>
          <p:nvSpPr>
            <p:cNvPr id="4954" name="Google Shape;4954;p63"/>
            <p:cNvSpPr/>
            <p:nvPr/>
          </p:nvSpPr>
          <p:spPr>
            <a:xfrm>
              <a:off x="7165957" y="2159753"/>
              <a:ext cx="286185" cy="107120"/>
            </a:xfrm>
            <a:custGeom>
              <a:avLst/>
              <a:gdLst/>
              <a:ahLst/>
              <a:cxnLst/>
              <a:rect l="l" t="t" r="r" b="b"/>
              <a:pathLst>
                <a:path w="48506" h="18156" extrusionOk="0">
                  <a:moveTo>
                    <a:pt x="1" y="1"/>
                  </a:moveTo>
                  <a:lnTo>
                    <a:pt x="1" y="18156"/>
                  </a:lnTo>
                  <a:lnTo>
                    <a:pt x="48506" y="18156"/>
                  </a:lnTo>
                  <a:lnTo>
                    <a:pt x="48506" y="1"/>
                  </a:lnTo>
                  <a:close/>
                </a:path>
              </a:pathLst>
            </a:custGeom>
            <a:solidFill>
              <a:srgbClr val="B3C3CE"/>
            </a:solidFill>
            <a:ln>
              <a:noFill/>
            </a:ln>
          </p:spPr>
          <p:txBody>
            <a:bodyPr spcFirstLastPara="1" wrap="square" lIns="121900" tIns="121900" rIns="121900" bIns="121900" anchor="ctr" anchorCtr="0">
              <a:noAutofit/>
            </a:bodyPr>
            <a:lstStyle/>
            <a:p>
              <a:endParaRPr sz="2400"/>
            </a:p>
          </p:txBody>
        </p:sp>
        <p:sp>
          <p:nvSpPr>
            <p:cNvPr id="4955" name="Google Shape;4955;p63"/>
            <p:cNvSpPr/>
            <p:nvPr/>
          </p:nvSpPr>
          <p:spPr>
            <a:xfrm>
              <a:off x="7085764" y="2536793"/>
              <a:ext cx="349475" cy="107120"/>
            </a:xfrm>
            <a:custGeom>
              <a:avLst/>
              <a:gdLst/>
              <a:ahLst/>
              <a:cxnLst/>
              <a:rect l="l" t="t" r="r" b="b"/>
              <a:pathLst>
                <a:path w="59233" h="18156" extrusionOk="0">
                  <a:moveTo>
                    <a:pt x="1" y="1"/>
                  </a:moveTo>
                  <a:lnTo>
                    <a:pt x="1" y="18156"/>
                  </a:lnTo>
                  <a:lnTo>
                    <a:pt x="59233" y="18156"/>
                  </a:lnTo>
                  <a:lnTo>
                    <a:pt x="59233" y="1"/>
                  </a:lnTo>
                  <a:close/>
                </a:path>
              </a:pathLst>
            </a:custGeom>
            <a:solidFill>
              <a:srgbClr val="374F66"/>
            </a:solidFill>
            <a:ln>
              <a:noFill/>
            </a:ln>
          </p:spPr>
          <p:txBody>
            <a:bodyPr spcFirstLastPara="1" wrap="square" lIns="121900" tIns="121900" rIns="121900" bIns="121900" anchor="ctr" anchorCtr="0">
              <a:noAutofit/>
            </a:bodyPr>
            <a:lstStyle/>
            <a:p>
              <a:endParaRPr sz="2400"/>
            </a:p>
          </p:txBody>
        </p:sp>
        <p:sp>
          <p:nvSpPr>
            <p:cNvPr id="4956" name="Google Shape;4956;p63"/>
            <p:cNvSpPr/>
            <p:nvPr/>
          </p:nvSpPr>
          <p:spPr>
            <a:xfrm>
              <a:off x="6598259" y="2195183"/>
              <a:ext cx="271241" cy="107120"/>
            </a:xfrm>
            <a:custGeom>
              <a:avLst/>
              <a:gdLst/>
              <a:ahLst/>
              <a:cxnLst/>
              <a:rect l="l" t="t" r="r" b="b"/>
              <a:pathLst>
                <a:path w="45973" h="18156" extrusionOk="0">
                  <a:moveTo>
                    <a:pt x="1" y="0"/>
                  </a:moveTo>
                  <a:lnTo>
                    <a:pt x="1" y="18156"/>
                  </a:lnTo>
                  <a:lnTo>
                    <a:pt x="45972" y="18156"/>
                  </a:lnTo>
                  <a:lnTo>
                    <a:pt x="45972" y="0"/>
                  </a:lnTo>
                  <a:close/>
                </a:path>
              </a:pathLst>
            </a:custGeom>
            <a:solidFill>
              <a:srgbClr val="8FA1AF"/>
            </a:solidFill>
            <a:ln>
              <a:noFill/>
            </a:ln>
          </p:spPr>
          <p:txBody>
            <a:bodyPr spcFirstLastPara="1" wrap="square" lIns="121900" tIns="121900" rIns="121900" bIns="121900" anchor="ctr" anchorCtr="0">
              <a:noAutofit/>
            </a:bodyPr>
            <a:lstStyle/>
            <a:p>
              <a:endParaRPr sz="2400"/>
            </a:p>
          </p:txBody>
        </p:sp>
        <p:sp>
          <p:nvSpPr>
            <p:cNvPr id="4957" name="Google Shape;4957;p63"/>
            <p:cNvSpPr/>
            <p:nvPr/>
          </p:nvSpPr>
          <p:spPr>
            <a:xfrm>
              <a:off x="6604064" y="2370778"/>
              <a:ext cx="358696" cy="107126"/>
            </a:xfrm>
            <a:custGeom>
              <a:avLst/>
              <a:gdLst/>
              <a:ahLst/>
              <a:cxnLst/>
              <a:rect l="l" t="t" r="r" b="b"/>
              <a:pathLst>
                <a:path w="60796" h="18157" extrusionOk="0">
                  <a:moveTo>
                    <a:pt x="0" y="1"/>
                  </a:moveTo>
                  <a:lnTo>
                    <a:pt x="0" y="18156"/>
                  </a:lnTo>
                  <a:lnTo>
                    <a:pt x="60796" y="18156"/>
                  </a:lnTo>
                  <a:lnTo>
                    <a:pt x="60796" y="1"/>
                  </a:lnTo>
                  <a:close/>
                </a:path>
              </a:pathLst>
            </a:custGeom>
            <a:solidFill>
              <a:srgbClr val="C9D4DC"/>
            </a:solidFill>
            <a:ln>
              <a:noFill/>
            </a:ln>
          </p:spPr>
          <p:txBody>
            <a:bodyPr spcFirstLastPara="1" wrap="square" lIns="121900" tIns="121900" rIns="121900" bIns="121900" anchor="ctr" anchorCtr="0">
              <a:noAutofit/>
            </a:bodyPr>
            <a:lstStyle/>
            <a:p>
              <a:endParaRPr sz="2400"/>
            </a:p>
          </p:txBody>
        </p:sp>
        <p:sp>
          <p:nvSpPr>
            <p:cNvPr id="4958" name="Google Shape;4958;p63"/>
            <p:cNvSpPr/>
            <p:nvPr/>
          </p:nvSpPr>
          <p:spPr>
            <a:xfrm>
              <a:off x="6645158" y="2545743"/>
              <a:ext cx="358696" cy="109044"/>
            </a:xfrm>
            <a:custGeom>
              <a:avLst/>
              <a:gdLst/>
              <a:ahLst/>
              <a:cxnLst/>
              <a:rect l="l" t="t" r="r" b="b"/>
              <a:pathLst>
                <a:path w="60796" h="18482" extrusionOk="0">
                  <a:moveTo>
                    <a:pt x="1" y="0"/>
                  </a:moveTo>
                  <a:lnTo>
                    <a:pt x="1" y="18482"/>
                  </a:lnTo>
                  <a:lnTo>
                    <a:pt x="60796" y="18482"/>
                  </a:lnTo>
                  <a:lnTo>
                    <a:pt x="60796" y="0"/>
                  </a:lnTo>
                  <a:close/>
                </a:path>
              </a:pathLst>
            </a:custGeom>
            <a:solidFill>
              <a:srgbClr val="DBE3E8"/>
            </a:solidFill>
            <a:ln>
              <a:noFill/>
            </a:ln>
          </p:spPr>
          <p:txBody>
            <a:bodyPr spcFirstLastPara="1" wrap="square" lIns="121900" tIns="121900" rIns="121900" bIns="121900" anchor="ctr" anchorCtr="0">
              <a:noAutofit/>
            </a:bodyPr>
            <a:lstStyle/>
            <a:p>
              <a:endParaRPr sz="2400"/>
            </a:p>
          </p:txBody>
        </p:sp>
        <p:sp>
          <p:nvSpPr>
            <p:cNvPr id="4959" name="Google Shape;4959;p63"/>
            <p:cNvSpPr/>
            <p:nvPr/>
          </p:nvSpPr>
          <p:spPr>
            <a:xfrm>
              <a:off x="7155838" y="2352960"/>
              <a:ext cx="311302" cy="107120"/>
            </a:xfrm>
            <a:custGeom>
              <a:avLst/>
              <a:gdLst/>
              <a:ahLst/>
              <a:cxnLst/>
              <a:rect l="l" t="t" r="r" b="b"/>
              <a:pathLst>
                <a:path w="52763" h="18156" extrusionOk="0">
                  <a:moveTo>
                    <a:pt x="0" y="0"/>
                  </a:moveTo>
                  <a:lnTo>
                    <a:pt x="0" y="18155"/>
                  </a:lnTo>
                  <a:lnTo>
                    <a:pt x="52763" y="18155"/>
                  </a:lnTo>
                  <a:lnTo>
                    <a:pt x="52763" y="0"/>
                  </a:lnTo>
                  <a:close/>
                </a:path>
              </a:pathLst>
            </a:custGeom>
            <a:solidFill>
              <a:srgbClr val="4F677B"/>
            </a:solidFill>
            <a:ln>
              <a:noFill/>
            </a:ln>
          </p:spPr>
          <p:txBody>
            <a:bodyPr spcFirstLastPara="1" wrap="square" lIns="121900" tIns="121900" rIns="121900" bIns="121900" anchor="ctr" anchorCtr="0">
              <a:noAutofit/>
            </a:bodyPr>
            <a:lstStyle/>
            <a:p>
              <a:endParaRPr sz="2400"/>
            </a:p>
          </p:txBody>
        </p:sp>
        <p:grpSp>
          <p:nvGrpSpPr>
            <p:cNvPr id="4960" name="Google Shape;4960;p63"/>
            <p:cNvGrpSpPr/>
            <p:nvPr/>
          </p:nvGrpSpPr>
          <p:grpSpPr>
            <a:xfrm>
              <a:off x="6808175" y="2078634"/>
              <a:ext cx="452229" cy="684241"/>
              <a:chOff x="6808175" y="2078634"/>
              <a:chExt cx="452229" cy="684241"/>
            </a:xfrm>
          </p:grpSpPr>
          <p:sp>
            <p:nvSpPr>
              <p:cNvPr id="4961" name="Google Shape;4961;p63"/>
              <p:cNvSpPr/>
              <p:nvPr/>
            </p:nvSpPr>
            <p:spPr>
              <a:xfrm>
                <a:off x="7165957" y="2159753"/>
                <a:ext cx="94447" cy="107120"/>
              </a:xfrm>
              <a:custGeom>
                <a:avLst/>
                <a:gdLst/>
                <a:ahLst/>
                <a:cxnLst/>
                <a:rect l="l" t="t" r="r" b="b"/>
                <a:pathLst>
                  <a:path w="16008" h="18156" extrusionOk="0">
                    <a:moveTo>
                      <a:pt x="1" y="1"/>
                    </a:moveTo>
                    <a:lnTo>
                      <a:pt x="1" y="18156"/>
                    </a:lnTo>
                    <a:lnTo>
                      <a:pt x="16007" y="18156"/>
                    </a:lnTo>
                    <a:cubicBezTo>
                      <a:pt x="15291" y="11568"/>
                      <a:pt x="12904" y="5350"/>
                      <a:pt x="9054"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4962" name="Google Shape;4962;p63"/>
              <p:cNvSpPr/>
              <p:nvPr/>
            </p:nvSpPr>
            <p:spPr>
              <a:xfrm>
                <a:off x="7085764" y="2536793"/>
                <a:ext cx="61100" cy="107120"/>
              </a:xfrm>
              <a:custGeom>
                <a:avLst/>
                <a:gdLst/>
                <a:ahLst/>
                <a:cxnLst/>
                <a:rect l="l" t="t" r="r" b="b"/>
                <a:pathLst>
                  <a:path w="10356" h="18156" extrusionOk="0">
                    <a:moveTo>
                      <a:pt x="1" y="1"/>
                    </a:moveTo>
                    <a:lnTo>
                      <a:pt x="1" y="18156"/>
                    </a:lnTo>
                    <a:lnTo>
                      <a:pt x="5804" y="18156"/>
                    </a:lnTo>
                    <a:cubicBezTo>
                      <a:pt x="5810" y="18084"/>
                      <a:pt x="5813" y="18013"/>
                      <a:pt x="5813" y="17941"/>
                    </a:cubicBezTo>
                    <a:cubicBezTo>
                      <a:pt x="5815" y="17225"/>
                      <a:pt x="5579" y="16528"/>
                      <a:pt x="5146" y="15958"/>
                    </a:cubicBezTo>
                    <a:cubicBezTo>
                      <a:pt x="5764" y="15144"/>
                      <a:pt x="5967" y="14089"/>
                      <a:pt x="5696" y="13103"/>
                    </a:cubicBezTo>
                    <a:cubicBezTo>
                      <a:pt x="6334" y="11805"/>
                      <a:pt x="6339" y="10352"/>
                      <a:pt x="6343" y="9017"/>
                    </a:cubicBezTo>
                    <a:lnTo>
                      <a:pt x="6343" y="8907"/>
                    </a:lnTo>
                    <a:cubicBezTo>
                      <a:pt x="6346" y="8040"/>
                      <a:pt x="6573" y="6922"/>
                      <a:pt x="6952" y="5914"/>
                    </a:cubicBezTo>
                    <a:cubicBezTo>
                      <a:pt x="7745" y="3797"/>
                      <a:pt x="8890" y="1817"/>
                      <a:pt x="10355" y="1"/>
                    </a:cubicBezTo>
                    <a:close/>
                  </a:path>
                </a:pathLst>
              </a:custGeom>
              <a:solidFill>
                <a:srgbClr val="213B55"/>
              </a:solidFill>
              <a:ln>
                <a:noFill/>
              </a:ln>
            </p:spPr>
            <p:txBody>
              <a:bodyPr spcFirstLastPara="1" wrap="square" lIns="121900" tIns="121900" rIns="121900" bIns="121900" anchor="ctr" anchorCtr="0">
                <a:noAutofit/>
              </a:bodyPr>
              <a:lstStyle/>
              <a:p>
                <a:endParaRPr sz="2400"/>
              </a:p>
            </p:txBody>
          </p:sp>
          <p:sp>
            <p:nvSpPr>
              <p:cNvPr id="4963" name="Google Shape;4963;p63"/>
              <p:cNvSpPr/>
              <p:nvPr/>
            </p:nvSpPr>
            <p:spPr>
              <a:xfrm>
                <a:off x="6808175" y="2195183"/>
                <a:ext cx="61325" cy="107120"/>
              </a:xfrm>
              <a:custGeom>
                <a:avLst/>
                <a:gdLst/>
                <a:ahLst/>
                <a:cxnLst/>
                <a:rect l="l" t="t" r="r" b="b"/>
                <a:pathLst>
                  <a:path w="10394" h="18156" extrusionOk="0">
                    <a:moveTo>
                      <a:pt x="3660" y="0"/>
                    </a:moveTo>
                    <a:cubicBezTo>
                      <a:pt x="1279" y="5051"/>
                      <a:pt x="19" y="10605"/>
                      <a:pt x="14" y="16353"/>
                    </a:cubicBezTo>
                    <a:cubicBezTo>
                      <a:pt x="11" y="16529"/>
                      <a:pt x="0" y="17161"/>
                      <a:pt x="51" y="18156"/>
                    </a:cubicBezTo>
                    <a:lnTo>
                      <a:pt x="10393" y="18156"/>
                    </a:lnTo>
                    <a:lnTo>
                      <a:pt x="10393" y="0"/>
                    </a:ln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4964" name="Google Shape;4964;p63"/>
              <p:cNvSpPr/>
              <p:nvPr/>
            </p:nvSpPr>
            <p:spPr>
              <a:xfrm>
                <a:off x="6820441" y="2370778"/>
                <a:ext cx="142320" cy="107126"/>
              </a:xfrm>
              <a:custGeom>
                <a:avLst/>
                <a:gdLst/>
                <a:ahLst/>
                <a:cxnLst/>
                <a:rect l="l" t="t" r="r" b="b"/>
                <a:pathLst>
                  <a:path w="24122" h="18157" extrusionOk="0">
                    <a:moveTo>
                      <a:pt x="0" y="1"/>
                    </a:moveTo>
                    <a:cubicBezTo>
                      <a:pt x="1532" y="5312"/>
                      <a:pt x="4200" y="11690"/>
                      <a:pt x="8823" y="18156"/>
                    </a:cubicBezTo>
                    <a:lnTo>
                      <a:pt x="24122" y="18156"/>
                    </a:lnTo>
                    <a:lnTo>
                      <a:pt x="24122" y="1"/>
                    </a:ln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4965" name="Google Shape;4965;p63"/>
              <p:cNvSpPr/>
              <p:nvPr/>
            </p:nvSpPr>
            <p:spPr>
              <a:xfrm>
                <a:off x="6929774" y="2545743"/>
                <a:ext cx="74092" cy="109044"/>
              </a:xfrm>
              <a:custGeom>
                <a:avLst/>
                <a:gdLst/>
                <a:ahLst/>
                <a:cxnLst/>
                <a:rect l="l" t="t" r="r" b="b"/>
                <a:pathLst>
                  <a:path w="12558" h="18482" extrusionOk="0">
                    <a:moveTo>
                      <a:pt x="0" y="0"/>
                    </a:moveTo>
                    <a:cubicBezTo>
                      <a:pt x="938" y="1387"/>
                      <a:pt x="1707" y="2855"/>
                      <a:pt x="2285" y="4397"/>
                    </a:cubicBezTo>
                    <a:cubicBezTo>
                      <a:pt x="2664" y="5405"/>
                      <a:pt x="2891" y="6523"/>
                      <a:pt x="2895" y="7390"/>
                    </a:cubicBezTo>
                    <a:lnTo>
                      <a:pt x="2895" y="7500"/>
                    </a:lnTo>
                    <a:cubicBezTo>
                      <a:pt x="2898" y="8835"/>
                      <a:pt x="2904" y="10288"/>
                      <a:pt x="3541" y="11586"/>
                    </a:cubicBezTo>
                    <a:cubicBezTo>
                      <a:pt x="3270" y="12572"/>
                      <a:pt x="3473" y="13627"/>
                      <a:pt x="4092" y="14441"/>
                    </a:cubicBezTo>
                    <a:cubicBezTo>
                      <a:pt x="3202" y="15613"/>
                      <a:pt x="3202" y="17235"/>
                      <a:pt x="4092" y="18407"/>
                    </a:cubicBezTo>
                    <a:cubicBezTo>
                      <a:pt x="4072" y="18431"/>
                      <a:pt x="4057" y="18457"/>
                      <a:pt x="4039" y="18482"/>
                    </a:cubicBezTo>
                    <a:lnTo>
                      <a:pt x="12558" y="18482"/>
                    </a:lnTo>
                    <a:lnTo>
                      <a:pt x="12558" y="0"/>
                    </a:ln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4966" name="Google Shape;4966;p63"/>
              <p:cNvSpPr/>
              <p:nvPr/>
            </p:nvSpPr>
            <p:spPr>
              <a:xfrm>
                <a:off x="7155838" y="2352960"/>
                <a:ext cx="98377" cy="107120"/>
              </a:xfrm>
              <a:custGeom>
                <a:avLst/>
                <a:gdLst/>
                <a:ahLst/>
                <a:cxnLst/>
                <a:rect l="l" t="t" r="r" b="b"/>
                <a:pathLst>
                  <a:path w="16674" h="18156" extrusionOk="0">
                    <a:moveTo>
                      <a:pt x="0" y="0"/>
                    </a:moveTo>
                    <a:lnTo>
                      <a:pt x="0" y="18155"/>
                    </a:lnTo>
                    <a:lnTo>
                      <a:pt x="9101" y="18155"/>
                    </a:lnTo>
                    <a:cubicBezTo>
                      <a:pt x="13299" y="11475"/>
                      <a:pt x="15509" y="5056"/>
                      <a:pt x="16674" y="0"/>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grpSp>
            <p:nvGrpSpPr>
              <p:cNvPr id="4967" name="Google Shape;4967;p63"/>
              <p:cNvGrpSpPr/>
              <p:nvPr/>
            </p:nvGrpSpPr>
            <p:grpSpPr>
              <a:xfrm>
                <a:off x="6821586" y="2078634"/>
                <a:ext cx="426871" cy="684241"/>
                <a:chOff x="6821586" y="2078634"/>
                <a:chExt cx="426871" cy="684241"/>
              </a:xfrm>
            </p:grpSpPr>
            <p:grpSp>
              <p:nvGrpSpPr>
                <p:cNvPr id="4968" name="Google Shape;4968;p63"/>
                <p:cNvGrpSpPr/>
                <p:nvPr/>
              </p:nvGrpSpPr>
              <p:grpSpPr>
                <a:xfrm>
                  <a:off x="6821586" y="2078634"/>
                  <a:ext cx="426871" cy="684241"/>
                  <a:chOff x="6821586" y="2078634"/>
                  <a:chExt cx="426871" cy="684241"/>
                </a:xfrm>
              </p:grpSpPr>
              <p:sp>
                <p:nvSpPr>
                  <p:cNvPr id="4969" name="Google Shape;4969;p63"/>
                  <p:cNvSpPr/>
                  <p:nvPr/>
                </p:nvSpPr>
                <p:spPr>
                  <a:xfrm>
                    <a:off x="6990036" y="2693797"/>
                    <a:ext cx="89963" cy="69077"/>
                  </a:xfrm>
                  <a:custGeom>
                    <a:avLst/>
                    <a:gdLst/>
                    <a:ahLst/>
                    <a:cxnLst/>
                    <a:rect l="l" t="t" r="r" b="b"/>
                    <a:pathLst>
                      <a:path w="15248" h="11708" extrusionOk="0">
                        <a:moveTo>
                          <a:pt x="1" y="0"/>
                        </a:moveTo>
                        <a:lnTo>
                          <a:pt x="1" y="4083"/>
                        </a:lnTo>
                        <a:cubicBezTo>
                          <a:pt x="1" y="8276"/>
                          <a:pt x="3430" y="11707"/>
                          <a:pt x="7623" y="11707"/>
                        </a:cubicBezTo>
                        <a:cubicBezTo>
                          <a:pt x="11816" y="11707"/>
                          <a:pt x="15247" y="8276"/>
                          <a:pt x="15247" y="4083"/>
                        </a:cubicBezTo>
                        <a:lnTo>
                          <a:pt x="15247" y="0"/>
                        </a:lnTo>
                        <a:close/>
                      </a:path>
                    </a:pathLst>
                  </a:custGeom>
                  <a:solidFill>
                    <a:srgbClr val="EEF0F2"/>
                  </a:solidFill>
                  <a:ln>
                    <a:noFill/>
                  </a:ln>
                </p:spPr>
                <p:txBody>
                  <a:bodyPr spcFirstLastPara="1" wrap="square" lIns="121900" tIns="121900" rIns="121900" bIns="121900" anchor="ctr" anchorCtr="0">
                    <a:noAutofit/>
                  </a:bodyPr>
                  <a:lstStyle/>
                  <a:p>
                    <a:endParaRPr sz="2400"/>
                  </a:p>
                </p:txBody>
              </p:sp>
              <p:sp>
                <p:nvSpPr>
                  <p:cNvPr id="4970" name="Google Shape;4970;p63"/>
                  <p:cNvSpPr/>
                  <p:nvPr/>
                </p:nvSpPr>
                <p:spPr>
                  <a:xfrm>
                    <a:off x="6968649" y="2671926"/>
                    <a:ext cx="132738" cy="72712"/>
                  </a:xfrm>
                  <a:custGeom>
                    <a:avLst/>
                    <a:gdLst/>
                    <a:ahLst/>
                    <a:cxnLst/>
                    <a:rect l="l" t="t" r="r" b="b"/>
                    <a:pathLst>
                      <a:path w="22498" h="12324" extrusionOk="0">
                        <a:moveTo>
                          <a:pt x="1" y="0"/>
                        </a:moveTo>
                        <a:lnTo>
                          <a:pt x="1" y="2864"/>
                        </a:lnTo>
                        <a:cubicBezTo>
                          <a:pt x="1" y="8528"/>
                          <a:pt x="10476" y="12324"/>
                          <a:pt x="11248" y="12324"/>
                        </a:cubicBezTo>
                        <a:cubicBezTo>
                          <a:pt x="12022" y="12324"/>
                          <a:pt x="22498" y="7684"/>
                          <a:pt x="22498" y="2864"/>
                        </a:cubicBezTo>
                        <a:lnTo>
                          <a:pt x="22498" y="0"/>
                        </a:lnTo>
                        <a:close/>
                      </a:path>
                    </a:pathLst>
                  </a:custGeom>
                  <a:solidFill>
                    <a:srgbClr val="E3E7EA"/>
                  </a:solidFill>
                  <a:ln>
                    <a:noFill/>
                  </a:ln>
                </p:spPr>
                <p:txBody>
                  <a:bodyPr spcFirstLastPara="1" wrap="square" lIns="121900" tIns="121900" rIns="121900" bIns="121900" anchor="ctr" anchorCtr="0">
                    <a:noAutofit/>
                  </a:bodyPr>
                  <a:lstStyle/>
                  <a:p>
                    <a:endParaRPr sz="2400"/>
                  </a:p>
                </p:txBody>
              </p:sp>
              <p:sp>
                <p:nvSpPr>
                  <p:cNvPr id="4971" name="Google Shape;4971;p63"/>
                  <p:cNvSpPr/>
                  <p:nvPr/>
                </p:nvSpPr>
                <p:spPr>
                  <a:xfrm>
                    <a:off x="6968649" y="2679891"/>
                    <a:ext cx="132738" cy="64747"/>
                  </a:xfrm>
                  <a:custGeom>
                    <a:avLst/>
                    <a:gdLst/>
                    <a:ahLst/>
                    <a:cxnLst/>
                    <a:rect l="l" t="t" r="r" b="b"/>
                    <a:pathLst>
                      <a:path w="22498" h="10974" extrusionOk="0">
                        <a:moveTo>
                          <a:pt x="1" y="1"/>
                        </a:moveTo>
                        <a:lnTo>
                          <a:pt x="1" y="1514"/>
                        </a:lnTo>
                        <a:cubicBezTo>
                          <a:pt x="1" y="7178"/>
                          <a:pt x="10476" y="10974"/>
                          <a:pt x="11248" y="10974"/>
                        </a:cubicBezTo>
                        <a:cubicBezTo>
                          <a:pt x="12022" y="10974"/>
                          <a:pt x="22498" y="6335"/>
                          <a:pt x="22498" y="1514"/>
                        </a:cubicBezTo>
                        <a:lnTo>
                          <a:pt x="22498" y="1"/>
                        </a:lnTo>
                        <a:cubicBezTo>
                          <a:pt x="22498" y="4821"/>
                          <a:pt x="12022" y="9459"/>
                          <a:pt x="11248" y="9459"/>
                        </a:cubicBezTo>
                        <a:cubicBezTo>
                          <a:pt x="10476" y="9459"/>
                          <a:pt x="1" y="5665"/>
                          <a:pt x="1" y="1"/>
                        </a:cubicBezTo>
                        <a:close/>
                      </a:path>
                    </a:pathLst>
                  </a:custGeom>
                  <a:solidFill>
                    <a:srgbClr val="D6DBE0"/>
                  </a:solidFill>
                  <a:ln>
                    <a:noFill/>
                  </a:ln>
                </p:spPr>
                <p:txBody>
                  <a:bodyPr spcFirstLastPara="1" wrap="square" lIns="121900" tIns="121900" rIns="121900" bIns="121900" anchor="ctr" anchorCtr="0">
                    <a:noAutofit/>
                  </a:bodyPr>
                  <a:lstStyle/>
                  <a:p>
                    <a:endParaRPr sz="2400"/>
                  </a:p>
                </p:txBody>
              </p:sp>
              <p:sp>
                <p:nvSpPr>
                  <p:cNvPr id="4972" name="Google Shape;4972;p63"/>
                  <p:cNvSpPr/>
                  <p:nvPr/>
                </p:nvSpPr>
                <p:spPr>
                  <a:xfrm>
                    <a:off x="6969091" y="2693467"/>
                    <a:ext cx="131729" cy="11765"/>
                  </a:xfrm>
                  <a:custGeom>
                    <a:avLst/>
                    <a:gdLst/>
                    <a:ahLst/>
                    <a:cxnLst/>
                    <a:rect l="l" t="t" r="r" b="b"/>
                    <a:pathLst>
                      <a:path w="22327" h="1994" extrusionOk="0">
                        <a:moveTo>
                          <a:pt x="52" y="1"/>
                        </a:moveTo>
                        <a:cubicBezTo>
                          <a:pt x="34" y="1"/>
                          <a:pt x="18" y="4"/>
                          <a:pt x="1" y="4"/>
                        </a:cubicBezTo>
                        <a:cubicBezTo>
                          <a:pt x="122" y="701"/>
                          <a:pt x="392" y="1367"/>
                          <a:pt x="778" y="1994"/>
                        </a:cubicBezTo>
                        <a:lnTo>
                          <a:pt x="21362" y="1994"/>
                        </a:lnTo>
                        <a:cubicBezTo>
                          <a:pt x="21834" y="1347"/>
                          <a:pt x="22173" y="680"/>
                          <a:pt x="22326" y="2"/>
                        </a:cubicBezTo>
                        <a:cubicBezTo>
                          <a:pt x="22316" y="2"/>
                          <a:pt x="22307" y="1"/>
                          <a:pt x="22297" y="1"/>
                        </a:cubicBezTo>
                        <a:close/>
                      </a:path>
                    </a:pathLst>
                  </a:custGeom>
                  <a:solidFill>
                    <a:srgbClr val="D6DBE0"/>
                  </a:solidFill>
                  <a:ln>
                    <a:noFill/>
                  </a:ln>
                </p:spPr>
                <p:txBody>
                  <a:bodyPr spcFirstLastPara="1" wrap="square" lIns="121900" tIns="121900" rIns="121900" bIns="121900" anchor="ctr" anchorCtr="0">
                    <a:noAutofit/>
                  </a:bodyPr>
                  <a:lstStyle/>
                  <a:p>
                    <a:endParaRPr sz="2400"/>
                  </a:p>
                </p:txBody>
              </p:sp>
              <p:sp>
                <p:nvSpPr>
                  <p:cNvPr id="4973" name="Google Shape;4973;p63"/>
                  <p:cNvSpPr/>
                  <p:nvPr/>
                </p:nvSpPr>
                <p:spPr>
                  <a:xfrm>
                    <a:off x="6821586" y="2078634"/>
                    <a:ext cx="426871" cy="544694"/>
                  </a:xfrm>
                  <a:custGeom>
                    <a:avLst/>
                    <a:gdLst/>
                    <a:ahLst/>
                    <a:cxnLst/>
                    <a:rect l="l" t="t" r="r" b="b"/>
                    <a:pathLst>
                      <a:path w="72351" h="92321" extrusionOk="0">
                        <a:moveTo>
                          <a:pt x="36174" y="1"/>
                        </a:moveTo>
                        <a:cubicBezTo>
                          <a:pt x="16216" y="1"/>
                          <a:pt x="37" y="16180"/>
                          <a:pt x="37" y="36140"/>
                        </a:cubicBezTo>
                        <a:cubicBezTo>
                          <a:pt x="37" y="36140"/>
                          <a:pt x="0" y="37141"/>
                          <a:pt x="140" y="38891"/>
                        </a:cubicBezTo>
                        <a:cubicBezTo>
                          <a:pt x="143" y="38928"/>
                          <a:pt x="147" y="38965"/>
                          <a:pt x="149" y="39003"/>
                        </a:cubicBezTo>
                        <a:cubicBezTo>
                          <a:pt x="164" y="39192"/>
                          <a:pt x="182" y="39386"/>
                          <a:pt x="201" y="39590"/>
                        </a:cubicBezTo>
                        <a:cubicBezTo>
                          <a:pt x="222" y="39817"/>
                          <a:pt x="246" y="40044"/>
                          <a:pt x="273" y="40271"/>
                        </a:cubicBezTo>
                        <a:cubicBezTo>
                          <a:pt x="281" y="40354"/>
                          <a:pt x="292" y="40436"/>
                          <a:pt x="301" y="40521"/>
                        </a:cubicBezTo>
                        <a:cubicBezTo>
                          <a:pt x="313" y="40621"/>
                          <a:pt x="325" y="40722"/>
                          <a:pt x="337" y="40822"/>
                        </a:cubicBezTo>
                        <a:cubicBezTo>
                          <a:pt x="1211" y="47845"/>
                          <a:pt x="4544" y="61615"/>
                          <a:pt x="17111" y="74112"/>
                        </a:cubicBezTo>
                        <a:cubicBezTo>
                          <a:pt x="19581" y="76568"/>
                          <a:pt x="21548" y="79501"/>
                          <a:pt x="22771" y="82763"/>
                        </a:cubicBezTo>
                        <a:cubicBezTo>
                          <a:pt x="23307" y="84192"/>
                          <a:pt x="23522" y="85567"/>
                          <a:pt x="23526" y="86552"/>
                        </a:cubicBezTo>
                        <a:cubicBezTo>
                          <a:pt x="23540" y="90527"/>
                          <a:pt x="23421" y="92321"/>
                          <a:pt x="36174" y="92321"/>
                        </a:cubicBezTo>
                        <a:cubicBezTo>
                          <a:pt x="48929" y="92321"/>
                          <a:pt x="48811" y="90527"/>
                          <a:pt x="48825" y="86552"/>
                        </a:cubicBezTo>
                        <a:cubicBezTo>
                          <a:pt x="48828" y="85567"/>
                          <a:pt x="49043" y="84192"/>
                          <a:pt x="49579" y="82763"/>
                        </a:cubicBezTo>
                        <a:cubicBezTo>
                          <a:pt x="50802" y="79501"/>
                          <a:pt x="52769" y="76568"/>
                          <a:pt x="55240" y="74112"/>
                        </a:cubicBezTo>
                        <a:cubicBezTo>
                          <a:pt x="67806" y="61615"/>
                          <a:pt x="71138" y="47845"/>
                          <a:pt x="72011" y="40822"/>
                        </a:cubicBezTo>
                        <a:cubicBezTo>
                          <a:pt x="72025" y="40722"/>
                          <a:pt x="72038" y="40621"/>
                          <a:pt x="72050" y="40521"/>
                        </a:cubicBezTo>
                        <a:cubicBezTo>
                          <a:pt x="72059" y="40436"/>
                          <a:pt x="72069" y="40354"/>
                          <a:pt x="72078" y="40271"/>
                        </a:cubicBezTo>
                        <a:cubicBezTo>
                          <a:pt x="72104" y="40044"/>
                          <a:pt x="72127" y="39817"/>
                          <a:pt x="72149" y="39590"/>
                        </a:cubicBezTo>
                        <a:cubicBezTo>
                          <a:pt x="72169" y="39386"/>
                          <a:pt x="72186" y="39192"/>
                          <a:pt x="72202" y="39003"/>
                        </a:cubicBezTo>
                        <a:cubicBezTo>
                          <a:pt x="72205" y="38966"/>
                          <a:pt x="72207" y="38928"/>
                          <a:pt x="72211" y="38891"/>
                        </a:cubicBezTo>
                        <a:cubicBezTo>
                          <a:pt x="72350" y="37141"/>
                          <a:pt x="72314" y="36140"/>
                          <a:pt x="72314" y="36140"/>
                        </a:cubicBezTo>
                        <a:cubicBezTo>
                          <a:pt x="72314" y="16180"/>
                          <a:pt x="56134" y="1"/>
                          <a:pt x="36174" y="1"/>
                        </a:cubicBezTo>
                        <a:close/>
                      </a:path>
                    </a:pathLst>
                  </a:custGeom>
                  <a:solidFill>
                    <a:srgbClr val="FEFEFE"/>
                  </a:solidFill>
                  <a:ln>
                    <a:noFill/>
                  </a:ln>
                </p:spPr>
                <p:txBody>
                  <a:bodyPr spcFirstLastPara="1" wrap="square" lIns="121900" tIns="121900" rIns="121900" bIns="121900" anchor="ctr" anchorCtr="0">
                    <a:noAutofit/>
                  </a:bodyPr>
                  <a:lstStyle/>
                  <a:p>
                    <a:endParaRPr sz="2400"/>
                  </a:p>
                </p:txBody>
              </p:sp>
              <p:sp>
                <p:nvSpPr>
                  <p:cNvPr id="4974" name="Google Shape;4974;p63"/>
                  <p:cNvSpPr/>
                  <p:nvPr/>
                </p:nvSpPr>
                <p:spPr>
                  <a:xfrm>
                    <a:off x="6984514" y="2448953"/>
                    <a:ext cx="101008" cy="164409"/>
                  </a:xfrm>
                  <a:custGeom>
                    <a:avLst/>
                    <a:gdLst/>
                    <a:ahLst/>
                    <a:cxnLst/>
                    <a:rect l="l" t="t" r="r" b="b"/>
                    <a:pathLst>
                      <a:path w="17120" h="27866" extrusionOk="0">
                        <a:moveTo>
                          <a:pt x="1" y="0"/>
                        </a:moveTo>
                        <a:lnTo>
                          <a:pt x="4920" y="27866"/>
                        </a:lnTo>
                        <a:lnTo>
                          <a:pt x="12200" y="27866"/>
                        </a:lnTo>
                        <a:lnTo>
                          <a:pt x="17120" y="0"/>
                        </a:lnTo>
                        <a:close/>
                      </a:path>
                    </a:pathLst>
                  </a:custGeom>
                  <a:solidFill>
                    <a:srgbClr val="EDF1F3"/>
                  </a:solidFill>
                  <a:ln>
                    <a:noFill/>
                  </a:ln>
                </p:spPr>
                <p:txBody>
                  <a:bodyPr spcFirstLastPara="1" wrap="square" lIns="121900" tIns="121900" rIns="121900" bIns="121900" anchor="ctr" anchorCtr="0">
                    <a:noAutofit/>
                  </a:bodyPr>
                  <a:lstStyle/>
                  <a:p>
                    <a:endParaRPr sz="2400"/>
                  </a:p>
                </p:txBody>
              </p:sp>
              <p:sp>
                <p:nvSpPr>
                  <p:cNvPr id="4975" name="Google Shape;4975;p63"/>
                  <p:cNvSpPr/>
                  <p:nvPr/>
                </p:nvSpPr>
                <p:spPr>
                  <a:xfrm>
                    <a:off x="6984514" y="2448953"/>
                    <a:ext cx="101008" cy="140963"/>
                  </a:xfrm>
                  <a:custGeom>
                    <a:avLst/>
                    <a:gdLst/>
                    <a:ahLst/>
                    <a:cxnLst/>
                    <a:rect l="l" t="t" r="r" b="b"/>
                    <a:pathLst>
                      <a:path w="17120" h="23892" extrusionOk="0">
                        <a:moveTo>
                          <a:pt x="1" y="0"/>
                        </a:moveTo>
                        <a:lnTo>
                          <a:pt x="4218" y="23891"/>
                        </a:lnTo>
                        <a:lnTo>
                          <a:pt x="12902" y="23891"/>
                        </a:lnTo>
                        <a:lnTo>
                          <a:pt x="17120" y="0"/>
                        </a:ln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4976" name="Google Shape;4976;p63"/>
                  <p:cNvSpPr/>
                  <p:nvPr/>
                </p:nvSpPr>
                <p:spPr>
                  <a:xfrm>
                    <a:off x="7012451" y="2607162"/>
                    <a:ext cx="45141" cy="6201"/>
                  </a:xfrm>
                  <a:custGeom>
                    <a:avLst/>
                    <a:gdLst/>
                    <a:ahLst/>
                    <a:cxnLst/>
                    <a:rect l="l" t="t" r="r" b="b"/>
                    <a:pathLst>
                      <a:path w="7651" h="1051" extrusionOk="0">
                        <a:moveTo>
                          <a:pt x="0" y="1"/>
                        </a:moveTo>
                        <a:lnTo>
                          <a:pt x="185" y="1051"/>
                        </a:lnTo>
                        <a:lnTo>
                          <a:pt x="7465" y="1051"/>
                        </a:lnTo>
                        <a:lnTo>
                          <a:pt x="7650" y="1"/>
                        </a:ln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4977" name="Google Shape;4977;p63"/>
                  <p:cNvSpPr/>
                  <p:nvPr/>
                </p:nvSpPr>
                <p:spPr>
                  <a:xfrm>
                    <a:off x="6968649" y="2664244"/>
                    <a:ext cx="132738" cy="25199"/>
                  </a:xfrm>
                  <a:custGeom>
                    <a:avLst/>
                    <a:gdLst/>
                    <a:ahLst/>
                    <a:cxnLst/>
                    <a:rect l="l" t="t" r="r" b="b"/>
                    <a:pathLst>
                      <a:path w="22498" h="4271" extrusionOk="0">
                        <a:moveTo>
                          <a:pt x="93" y="1"/>
                        </a:moveTo>
                        <a:cubicBezTo>
                          <a:pt x="43" y="1"/>
                          <a:pt x="1" y="43"/>
                          <a:pt x="1" y="95"/>
                        </a:cubicBezTo>
                        <a:lnTo>
                          <a:pt x="1" y="4176"/>
                        </a:lnTo>
                        <a:cubicBezTo>
                          <a:pt x="1" y="4229"/>
                          <a:pt x="43" y="4270"/>
                          <a:pt x="93" y="4270"/>
                        </a:cubicBezTo>
                        <a:lnTo>
                          <a:pt x="22405" y="4270"/>
                        </a:lnTo>
                        <a:cubicBezTo>
                          <a:pt x="22456" y="4270"/>
                          <a:pt x="22498" y="4229"/>
                          <a:pt x="22498" y="4176"/>
                        </a:cubicBezTo>
                        <a:lnTo>
                          <a:pt x="22498" y="95"/>
                        </a:lnTo>
                        <a:cubicBezTo>
                          <a:pt x="22498" y="43"/>
                          <a:pt x="22456" y="1"/>
                          <a:pt x="22405" y="1"/>
                        </a:cubicBezTo>
                        <a:close/>
                      </a:path>
                    </a:pathLst>
                  </a:custGeom>
                  <a:solidFill>
                    <a:srgbClr val="E3E7EA"/>
                  </a:solidFill>
                  <a:ln>
                    <a:noFill/>
                  </a:ln>
                </p:spPr>
                <p:txBody>
                  <a:bodyPr spcFirstLastPara="1" wrap="square" lIns="121900" tIns="121900" rIns="121900" bIns="121900" anchor="ctr" anchorCtr="0">
                    <a:noAutofit/>
                  </a:bodyPr>
                  <a:lstStyle/>
                  <a:p>
                    <a:endParaRPr sz="2400"/>
                  </a:p>
                </p:txBody>
              </p:sp>
              <p:sp>
                <p:nvSpPr>
                  <p:cNvPr id="4978" name="Google Shape;4978;p63"/>
                  <p:cNvSpPr/>
                  <p:nvPr/>
                </p:nvSpPr>
                <p:spPr>
                  <a:xfrm>
                    <a:off x="6968649" y="2667389"/>
                    <a:ext cx="132738" cy="11776"/>
                  </a:xfrm>
                  <a:custGeom>
                    <a:avLst/>
                    <a:gdLst/>
                    <a:ahLst/>
                    <a:cxnLst/>
                    <a:rect l="l" t="t" r="r" b="b"/>
                    <a:pathLst>
                      <a:path w="22498" h="1996" extrusionOk="0">
                        <a:moveTo>
                          <a:pt x="22185" y="1"/>
                        </a:moveTo>
                        <a:lnTo>
                          <a:pt x="314" y="2"/>
                        </a:lnTo>
                        <a:cubicBezTo>
                          <a:pt x="113" y="247"/>
                          <a:pt x="3" y="556"/>
                          <a:pt x="1" y="874"/>
                        </a:cubicBezTo>
                        <a:lnTo>
                          <a:pt x="1" y="1880"/>
                        </a:lnTo>
                        <a:cubicBezTo>
                          <a:pt x="1" y="1915"/>
                          <a:pt x="8" y="1948"/>
                          <a:pt x="11" y="1983"/>
                        </a:cubicBezTo>
                        <a:cubicBezTo>
                          <a:pt x="48" y="1990"/>
                          <a:pt x="88" y="1994"/>
                          <a:pt x="127" y="1996"/>
                        </a:cubicBezTo>
                        <a:lnTo>
                          <a:pt x="22372" y="1996"/>
                        </a:lnTo>
                        <a:cubicBezTo>
                          <a:pt x="22410" y="1994"/>
                          <a:pt x="22449" y="1990"/>
                          <a:pt x="22487" y="1983"/>
                        </a:cubicBezTo>
                        <a:cubicBezTo>
                          <a:pt x="22491" y="1948"/>
                          <a:pt x="22498" y="1915"/>
                          <a:pt x="22498" y="1880"/>
                        </a:cubicBezTo>
                        <a:lnTo>
                          <a:pt x="22498" y="872"/>
                        </a:lnTo>
                        <a:cubicBezTo>
                          <a:pt x="22496" y="554"/>
                          <a:pt x="22386" y="247"/>
                          <a:pt x="22185" y="1"/>
                        </a:cubicBezTo>
                        <a:close/>
                      </a:path>
                    </a:pathLst>
                  </a:custGeom>
                  <a:solidFill>
                    <a:srgbClr val="D6DBE0"/>
                  </a:solidFill>
                  <a:ln>
                    <a:noFill/>
                  </a:ln>
                </p:spPr>
                <p:txBody>
                  <a:bodyPr spcFirstLastPara="1" wrap="square" lIns="121900" tIns="121900" rIns="121900" bIns="121900" anchor="ctr" anchorCtr="0">
                    <a:noAutofit/>
                  </a:bodyPr>
                  <a:lstStyle/>
                  <a:p>
                    <a:endParaRPr sz="2400"/>
                  </a:p>
                </p:txBody>
              </p:sp>
              <p:sp>
                <p:nvSpPr>
                  <p:cNvPr id="4979" name="Google Shape;4979;p63"/>
                  <p:cNvSpPr/>
                  <p:nvPr/>
                </p:nvSpPr>
                <p:spPr>
                  <a:xfrm>
                    <a:off x="6963510" y="2683549"/>
                    <a:ext cx="143022" cy="11776"/>
                  </a:xfrm>
                  <a:custGeom>
                    <a:avLst/>
                    <a:gdLst/>
                    <a:ahLst/>
                    <a:cxnLst/>
                    <a:rect l="l" t="t" r="r" b="b"/>
                    <a:pathLst>
                      <a:path w="24241" h="1996" extrusionOk="0">
                        <a:moveTo>
                          <a:pt x="46" y="1"/>
                        </a:moveTo>
                        <a:cubicBezTo>
                          <a:pt x="19" y="1"/>
                          <a:pt x="0" y="22"/>
                          <a:pt x="0" y="46"/>
                        </a:cubicBezTo>
                        <a:lnTo>
                          <a:pt x="0" y="1951"/>
                        </a:lnTo>
                        <a:cubicBezTo>
                          <a:pt x="0" y="1975"/>
                          <a:pt x="19" y="1996"/>
                          <a:pt x="46" y="1996"/>
                        </a:cubicBezTo>
                        <a:lnTo>
                          <a:pt x="24195" y="1996"/>
                        </a:lnTo>
                        <a:cubicBezTo>
                          <a:pt x="24219" y="1996"/>
                          <a:pt x="24240" y="1975"/>
                          <a:pt x="24240" y="1951"/>
                        </a:cubicBezTo>
                        <a:lnTo>
                          <a:pt x="24240" y="46"/>
                        </a:lnTo>
                        <a:cubicBezTo>
                          <a:pt x="24240" y="22"/>
                          <a:pt x="24219" y="1"/>
                          <a:pt x="24195" y="1"/>
                        </a:cubicBezTo>
                        <a:close/>
                      </a:path>
                    </a:pathLst>
                  </a:custGeom>
                  <a:solidFill>
                    <a:srgbClr val="EEF0F2"/>
                  </a:solidFill>
                  <a:ln>
                    <a:noFill/>
                  </a:ln>
                </p:spPr>
                <p:txBody>
                  <a:bodyPr spcFirstLastPara="1" wrap="square" lIns="121900" tIns="121900" rIns="121900" bIns="121900" anchor="ctr" anchorCtr="0">
                    <a:noAutofit/>
                  </a:bodyPr>
                  <a:lstStyle/>
                  <a:p>
                    <a:endParaRPr sz="2400"/>
                  </a:p>
                </p:txBody>
              </p:sp>
              <p:sp>
                <p:nvSpPr>
                  <p:cNvPr id="4980" name="Google Shape;4980;p63"/>
                  <p:cNvSpPr/>
                  <p:nvPr/>
                </p:nvSpPr>
                <p:spPr>
                  <a:xfrm>
                    <a:off x="6968649" y="2642639"/>
                    <a:ext cx="132738" cy="25199"/>
                  </a:xfrm>
                  <a:custGeom>
                    <a:avLst/>
                    <a:gdLst/>
                    <a:ahLst/>
                    <a:cxnLst/>
                    <a:rect l="l" t="t" r="r" b="b"/>
                    <a:pathLst>
                      <a:path w="22498" h="4271" extrusionOk="0">
                        <a:moveTo>
                          <a:pt x="93" y="1"/>
                        </a:moveTo>
                        <a:cubicBezTo>
                          <a:pt x="43" y="1"/>
                          <a:pt x="1" y="43"/>
                          <a:pt x="1" y="95"/>
                        </a:cubicBezTo>
                        <a:lnTo>
                          <a:pt x="1" y="4176"/>
                        </a:lnTo>
                        <a:cubicBezTo>
                          <a:pt x="1" y="4229"/>
                          <a:pt x="43" y="4271"/>
                          <a:pt x="93" y="4271"/>
                        </a:cubicBezTo>
                        <a:lnTo>
                          <a:pt x="22405" y="4271"/>
                        </a:lnTo>
                        <a:cubicBezTo>
                          <a:pt x="22456" y="4271"/>
                          <a:pt x="22498" y="4229"/>
                          <a:pt x="22498" y="4176"/>
                        </a:cubicBezTo>
                        <a:lnTo>
                          <a:pt x="22498" y="95"/>
                        </a:lnTo>
                        <a:cubicBezTo>
                          <a:pt x="22498" y="43"/>
                          <a:pt x="22456" y="1"/>
                          <a:pt x="22405" y="1"/>
                        </a:cubicBezTo>
                        <a:close/>
                      </a:path>
                    </a:pathLst>
                  </a:custGeom>
                  <a:solidFill>
                    <a:srgbClr val="E3E7EA"/>
                  </a:solidFill>
                  <a:ln>
                    <a:noFill/>
                  </a:ln>
                </p:spPr>
                <p:txBody>
                  <a:bodyPr spcFirstLastPara="1" wrap="square" lIns="121900" tIns="121900" rIns="121900" bIns="121900" anchor="ctr" anchorCtr="0">
                    <a:noAutofit/>
                  </a:bodyPr>
                  <a:lstStyle/>
                  <a:p>
                    <a:endParaRPr sz="2400"/>
                  </a:p>
                </p:txBody>
              </p:sp>
              <p:sp>
                <p:nvSpPr>
                  <p:cNvPr id="4981" name="Google Shape;4981;p63"/>
                  <p:cNvSpPr/>
                  <p:nvPr/>
                </p:nvSpPr>
                <p:spPr>
                  <a:xfrm>
                    <a:off x="6968649" y="2643990"/>
                    <a:ext cx="132738" cy="11776"/>
                  </a:xfrm>
                  <a:custGeom>
                    <a:avLst/>
                    <a:gdLst/>
                    <a:ahLst/>
                    <a:cxnLst/>
                    <a:rect l="l" t="t" r="r" b="b"/>
                    <a:pathLst>
                      <a:path w="22498" h="1996" extrusionOk="0">
                        <a:moveTo>
                          <a:pt x="642" y="1"/>
                        </a:moveTo>
                        <a:cubicBezTo>
                          <a:pt x="242" y="259"/>
                          <a:pt x="1" y="701"/>
                          <a:pt x="1" y="1177"/>
                        </a:cubicBezTo>
                        <a:lnTo>
                          <a:pt x="1" y="1984"/>
                        </a:lnTo>
                        <a:cubicBezTo>
                          <a:pt x="41" y="1991"/>
                          <a:pt x="83" y="1994"/>
                          <a:pt x="127" y="1996"/>
                        </a:cubicBezTo>
                        <a:lnTo>
                          <a:pt x="22372" y="1996"/>
                        </a:lnTo>
                        <a:cubicBezTo>
                          <a:pt x="22414" y="1994"/>
                          <a:pt x="22456" y="1991"/>
                          <a:pt x="22498" y="1984"/>
                        </a:cubicBezTo>
                        <a:lnTo>
                          <a:pt x="22498" y="1177"/>
                        </a:lnTo>
                        <a:cubicBezTo>
                          <a:pt x="22496" y="701"/>
                          <a:pt x="22255" y="259"/>
                          <a:pt x="21856" y="1"/>
                        </a:cubicBezTo>
                        <a:close/>
                      </a:path>
                    </a:pathLst>
                  </a:custGeom>
                  <a:solidFill>
                    <a:srgbClr val="D6DBE0"/>
                  </a:solidFill>
                  <a:ln>
                    <a:noFill/>
                  </a:ln>
                </p:spPr>
                <p:txBody>
                  <a:bodyPr spcFirstLastPara="1" wrap="square" lIns="121900" tIns="121900" rIns="121900" bIns="121900" anchor="ctr" anchorCtr="0">
                    <a:noAutofit/>
                  </a:bodyPr>
                  <a:lstStyle/>
                  <a:p>
                    <a:endParaRPr sz="2400"/>
                  </a:p>
                </p:txBody>
              </p:sp>
              <p:sp>
                <p:nvSpPr>
                  <p:cNvPr id="4982" name="Google Shape;4982;p63"/>
                  <p:cNvSpPr/>
                  <p:nvPr/>
                </p:nvSpPr>
                <p:spPr>
                  <a:xfrm>
                    <a:off x="6963510" y="2660156"/>
                    <a:ext cx="143022" cy="11776"/>
                  </a:xfrm>
                  <a:custGeom>
                    <a:avLst/>
                    <a:gdLst/>
                    <a:ahLst/>
                    <a:cxnLst/>
                    <a:rect l="l" t="t" r="r" b="b"/>
                    <a:pathLst>
                      <a:path w="24241" h="1996" extrusionOk="0">
                        <a:moveTo>
                          <a:pt x="998" y="0"/>
                        </a:moveTo>
                        <a:cubicBezTo>
                          <a:pt x="447" y="2"/>
                          <a:pt x="2" y="447"/>
                          <a:pt x="0" y="998"/>
                        </a:cubicBezTo>
                        <a:cubicBezTo>
                          <a:pt x="2" y="1548"/>
                          <a:pt x="447" y="1993"/>
                          <a:pt x="998" y="1995"/>
                        </a:cubicBezTo>
                        <a:lnTo>
                          <a:pt x="23243" y="1995"/>
                        </a:lnTo>
                        <a:cubicBezTo>
                          <a:pt x="23793" y="1993"/>
                          <a:pt x="24239" y="1548"/>
                          <a:pt x="24240" y="998"/>
                        </a:cubicBezTo>
                        <a:cubicBezTo>
                          <a:pt x="24239" y="447"/>
                          <a:pt x="23793" y="2"/>
                          <a:pt x="23243" y="0"/>
                        </a:cubicBezTo>
                        <a:close/>
                      </a:path>
                    </a:pathLst>
                  </a:custGeom>
                  <a:solidFill>
                    <a:srgbClr val="EEF0F2"/>
                  </a:solidFill>
                  <a:ln>
                    <a:noFill/>
                  </a:ln>
                </p:spPr>
                <p:txBody>
                  <a:bodyPr spcFirstLastPara="1" wrap="square" lIns="121900" tIns="121900" rIns="121900" bIns="121900" anchor="ctr" anchorCtr="0">
                    <a:noAutofit/>
                  </a:bodyPr>
                  <a:lstStyle/>
                  <a:p>
                    <a:endParaRPr sz="2400"/>
                  </a:p>
                </p:txBody>
              </p:sp>
              <p:sp>
                <p:nvSpPr>
                  <p:cNvPr id="4983" name="Google Shape;4983;p63"/>
                  <p:cNvSpPr/>
                  <p:nvPr/>
                </p:nvSpPr>
                <p:spPr>
                  <a:xfrm>
                    <a:off x="6968649" y="2617451"/>
                    <a:ext cx="132738" cy="25193"/>
                  </a:xfrm>
                  <a:custGeom>
                    <a:avLst/>
                    <a:gdLst/>
                    <a:ahLst/>
                    <a:cxnLst/>
                    <a:rect l="l" t="t" r="r" b="b"/>
                    <a:pathLst>
                      <a:path w="22498" h="4270" extrusionOk="0">
                        <a:moveTo>
                          <a:pt x="93" y="0"/>
                        </a:moveTo>
                        <a:cubicBezTo>
                          <a:pt x="43" y="0"/>
                          <a:pt x="1" y="42"/>
                          <a:pt x="1" y="94"/>
                        </a:cubicBezTo>
                        <a:lnTo>
                          <a:pt x="1" y="4176"/>
                        </a:lnTo>
                        <a:cubicBezTo>
                          <a:pt x="1" y="4228"/>
                          <a:pt x="43" y="4270"/>
                          <a:pt x="93" y="4270"/>
                        </a:cubicBezTo>
                        <a:lnTo>
                          <a:pt x="22405" y="4270"/>
                        </a:lnTo>
                        <a:cubicBezTo>
                          <a:pt x="22456" y="4270"/>
                          <a:pt x="22498" y="4228"/>
                          <a:pt x="22498" y="4176"/>
                        </a:cubicBezTo>
                        <a:lnTo>
                          <a:pt x="22498" y="94"/>
                        </a:lnTo>
                        <a:cubicBezTo>
                          <a:pt x="22498" y="42"/>
                          <a:pt x="22456" y="0"/>
                          <a:pt x="22405" y="0"/>
                        </a:cubicBezTo>
                        <a:close/>
                      </a:path>
                    </a:pathLst>
                  </a:custGeom>
                  <a:solidFill>
                    <a:srgbClr val="E3E7EA"/>
                  </a:solidFill>
                  <a:ln>
                    <a:noFill/>
                  </a:ln>
                </p:spPr>
                <p:txBody>
                  <a:bodyPr spcFirstLastPara="1" wrap="square" lIns="121900" tIns="121900" rIns="121900" bIns="121900" anchor="ctr" anchorCtr="0">
                    <a:noAutofit/>
                  </a:bodyPr>
                  <a:lstStyle/>
                  <a:p>
                    <a:endParaRPr sz="2400"/>
                  </a:p>
                </p:txBody>
              </p:sp>
              <p:sp>
                <p:nvSpPr>
                  <p:cNvPr id="4984" name="Google Shape;4984;p63"/>
                  <p:cNvSpPr/>
                  <p:nvPr/>
                </p:nvSpPr>
                <p:spPr>
                  <a:xfrm>
                    <a:off x="6968649" y="2620590"/>
                    <a:ext cx="132738" cy="11782"/>
                  </a:xfrm>
                  <a:custGeom>
                    <a:avLst/>
                    <a:gdLst/>
                    <a:ahLst/>
                    <a:cxnLst/>
                    <a:rect l="l" t="t" r="r" b="b"/>
                    <a:pathLst>
                      <a:path w="22498" h="1997" extrusionOk="0">
                        <a:moveTo>
                          <a:pt x="314" y="1"/>
                        </a:moveTo>
                        <a:cubicBezTo>
                          <a:pt x="113" y="247"/>
                          <a:pt x="3" y="555"/>
                          <a:pt x="1" y="873"/>
                        </a:cubicBezTo>
                        <a:lnTo>
                          <a:pt x="1" y="1982"/>
                        </a:lnTo>
                        <a:cubicBezTo>
                          <a:pt x="41" y="1989"/>
                          <a:pt x="83" y="1994"/>
                          <a:pt x="127" y="1996"/>
                        </a:cubicBezTo>
                        <a:lnTo>
                          <a:pt x="22372" y="1996"/>
                        </a:lnTo>
                        <a:cubicBezTo>
                          <a:pt x="22414" y="1994"/>
                          <a:pt x="22456" y="1989"/>
                          <a:pt x="22498" y="1982"/>
                        </a:cubicBezTo>
                        <a:lnTo>
                          <a:pt x="22498" y="873"/>
                        </a:lnTo>
                        <a:cubicBezTo>
                          <a:pt x="22496" y="555"/>
                          <a:pt x="22386" y="247"/>
                          <a:pt x="22185" y="1"/>
                        </a:cubicBezTo>
                        <a:close/>
                      </a:path>
                    </a:pathLst>
                  </a:custGeom>
                  <a:solidFill>
                    <a:srgbClr val="D6DBE0"/>
                  </a:solidFill>
                  <a:ln>
                    <a:noFill/>
                  </a:ln>
                </p:spPr>
                <p:txBody>
                  <a:bodyPr spcFirstLastPara="1" wrap="square" lIns="121900" tIns="121900" rIns="121900" bIns="121900" anchor="ctr" anchorCtr="0">
                    <a:noAutofit/>
                  </a:bodyPr>
                  <a:lstStyle/>
                  <a:p>
                    <a:endParaRPr sz="2400"/>
                  </a:p>
                </p:txBody>
              </p:sp>
              <p:sp>
                <p:nvSpPr>
                  <p:cNvPr id="4985" name="Google Shape;4985;p63"/>
                  <p:cNvSpPr/>
                  <p:nvPr/>
                </p:nvSpPr>
                <p:spPr>
                  <a:xfrm>
                    <a:off x="6963510" y="2613357"/>
                    <a:ext cx="143022" cy="11765"/>
                  </a:xfrm>
                  <a:custGeom>
                    <a:avLst/>
                    <a:gdLst/>
                    <a:ahLst/>
                    <a:cxnLst/>
                    <a:rect l="l" t="t" r="r" b="b"/>
                    <a:pathLst>
                      <a:path w="24241" h="1994" extrusionOk="0">
                        <a:moveTo>
                          <a:pt x="998" y="1"/>
                        </a:moveTo>
                        <a:cubicBezTo>
                          <a:pt x="447" y="2"/>
                          <a:pt x="2" y="448"/>
                          <a:pt x="0" y="996"/>
                        </a:cubicBezTo>
                        <a:cubicBezTo>
                          <a:pt x="2" y="1547"/>
                          <a:pt x="447" y="1992"/>
                          <a:pt x="998" y="1994"/>
                        </a:cubicBezTo>
                        <a:lnTo>
                          <a:pt x="23243" y="1994"/>
                        </a:lnTo>
                        <a:cubicBezTo>
                          <a:pt x="23793" y="1992"/>
                          <a:pt x="24239" y="1547"/>
                          <a:pt x="24240" y="996"/>
                        </a:cubicBezTo>
                        <a:cubicBezTo>
                          <a:pt x="24239" y="448"/>
                          <a:pt x="23793" y="2"/>
                          <a:pt x="23243" y="1"/>
                        </a:cubicBezTo>
                        <a:close/>
                      </a:path>
                    </a:pathLst>
                  </a:custGeom>
                  <a:solidFill>
                    <a:srgbClr val="EEF0F2"/>
                  </a:solidFill>
                  <a:ln>
                    <a:noFill/>
                  </a:ln>
                </p:spPr>
                <p:txBody>
                  <a:bodyPr spcFirstLastPara="1" wrap="square" lIns="121900" tIns="121900" rIns="121900" bIns="121900" anchor="ctr" anchorCtr="0">
                    <a:noAutofit/>
                  </a:bodyPr>
                  <a:lstStyle/>
                  <a:p>
                    <a:endParaRPr sz="2400"/>
                  </a:p>
                </p:txBody>
              </p:sp>
              <p:sp>
                <p:nvSpPr>
                  <p:cNvPr id="4986" name="Google Shape;4986;p63"/>
                  <p:cNvSpPr/>
                  <p:nvPr/>
                </p:nvSpPr>
                <p:spPr>
                  <a:xfrm>
                    <a:off x="6850372" y="2107302"/>
                    <a:ext cx="369293" cy="477399"/>
                  </a:xfrm>
                  <a:custGeom>
                    <a:avLst/>
                    <a:gdLst/>
                    <a:ahLst/>
                    <a:cxnLst/>
                    <a:rect l="l" t="t" r="r" b="b"/>
                    <a:pathLst>
                      <a:path w="62592" h="80915" extrusionOk="0">
                        <a:moveTo>
                          <a:pt x="31297" y="0"/>
                        </a:moveTo>
                        <a:cubicBezTo>
                          <a:pt x="14049" y="0"/>
                          <a:pt x="16" y="14032"/>
                          <a:pt x="16" y="31281"/>
                        </a:cubicBezTo>
                        <a:lnTo>
                          <a:pt x="16" y="31387"/>
                        </a:lnTo>
                        <a:lnTo>
                          <a:pt x="13" y="31445"/>
                        </a:lnTo>
                        <a:cubicBezTo>
                          <a:pt x="11" y="31548"/>
                          <a:pt x="1" y="32341"/>
                          <a:pt x="104" y="33646"/>
                        </a:cubicBezTo>
                        <a:lnTo>
                          <a:pt x="104" y="33657"/>
                        </a:lnTo>
                        <a:lnTo>
                          <a:pt x="104" y="33667"/>
                        </a:lnTo>
                        <a:lnTo>
                          <a:pt x="105" y="33683"/>
                        </a:lnTo>
                        <a:lnTo>
                          <a:pt x="111" y="33746"/>
                        </a:lnTo>
                        <a:cubicBezTo>
                          <a:pt x="125" y="33912"/>
                          <a:pt x="139" y="34083"/>
                          <a:pt x="156" y="34265"/>
                        </a:cubicBezTo>
                        <a:cubicBezTo>
                          <a:pt x="175" y="34469"/>
                          <a:pt x="198" y="34667"/>
                          <a:pt x="219" y="34862"/>
                        </a:cubicBezTo>
                        <a:lnTo>
                          <a:pt x="245" y="35093"/>
                        </a:lnTo>
                        <a:lnTo>
                          <a:pt x="257" y="35191"/>
                        </a:lnTo>
                        <a:cubicBezTo>
                          <a:pt x="264" y="35241"/>
                          <a:pt x="270" y="35290"/>
                          <a:pt x="277" y="35341"/>
                        </a:cubicBezTo>
                        <a:lnTo>
                          <a:pt x="278" y="35353"/>
                        </a:lnTo>
                        <a:lnTo>
                          <a:pt x="278" y="35364"/>
                        </a:lnTo>
                        <a:cubicBezTo>
                          <a:pt x="1082" y="41822"/>
                          <a:pt x="4150" y="54364"/>
                          <a:pt x="15656" y="65807"/>
                        </a:cubicBezTo>
                        <a:cubicBezTo>
                          <a:pt x="18711" y="68844"/>
                          <a:pt x="20993" y="72340"/>
                          <a:pt x="22440" y="76197"/>
                        </a:cubicBezTo>
                        <a:cubicBezTo>
                          <a:pt x="22707" y="76910"/>
                          <a:pt x="22927" y="77638"/>
                          <a:pt x="23098" y="78379"/>
                        </a:cubicBezTo>
                        <a:cubicBezTo>
                          <a:pt x="23441" y="79855"/>
                          <a:pt x="24733" y="80914"/>
                          <a:pt x="26250" y="80914"/>
                        </a:cubicBezTo>
                        <a:lnTo>
                          <a:pt x="36339" y="80914"/>
                        </a:lnTo>
                        <a:cubicBezTo>
                          <a:pt x="37855" y="80914"/>
                          <a:pt x="39148" y="79855"/>
                          <a:pt x="39491" y="78379"/>
                        </a:cubicBezTo>
                        <a:cubicBezTo>
                          <a:pt x="39662" y="77638"/>
                          <a:pt x="39882" y="76910"/>
                          <a:pt x="40149" y="76197"/>
                        </a:cubicBezTo>
                        <a:cubicBezTo>
                          <a:pt x="41596" y="72340"/>
                          <a:pt x="43879" y="68844"/>
                          <a:pt x="46933" y="65807"/>
                        </a:cubicBezTo>
                        <a:cubicBezTo>
                          <a:pt x="58441" y="54364"/>
                          <a:pt x="61509" y="41822"/>
                          <a:pt x="62312" y="35364"/>
                        </a:cubicBezTo>
                        <a:lnTo>
                          <a:pt x="62314" y="35351"/>
                        </a:lnTo>
                        <a:lnTo>
                          <a:pt x="62314" y="35341"/>
                        </a:lnTo>
                        <a:cubicBezTo>
                          <a:pt x="62321" y="35290"/>
                          <a:pt x="62326" y="35240"/>
                          <a:pt x="62333" y="35191"/>
                        </a:cubicBezTo>
                        <a:lnTo>
                          <a:pt x="62346" y="35091"/>
                        </a:lnTo>
                        <a:lnTo>
                          <a:pt x="62370" y="34871"/>
                        </a:lnTo>
                        <a:cubicBezTo>
                          <a:pt x="62393" y="34667"/>
                          <a:pt x="62414" y="34469"/>
                          <a:pt x="62433" y="34272"/>
                        </a:cubicBezTo>
                        <a:cubicBezTo>
                          <a:pt x="62452" y="34083"/>
                          <a:pt x="62466" y="33912"/>
                          <a:pt x="62480" y="33746"/>
                        </a:cubicBezTo>
                        <a:lnTo>
                          <a:pt x="62485" y="33681"/>
                        </a:lnTo>
                        <a:lnTo>
                          <a:pt x="62487" y="33662"/>
                        </a:lnTo>
                        <a:cubicBezTo>
                          <a:pt x="62592" y="32338"/>
                          <a:pt x="62581" y="31543"/>
                          <a:pt x="62580" y="31443"/>
                        </a:cubicBezTo>
                        <a:lnTo>
                          <a:pt x="62574" y="31345"/>
                        </a:lnTo>
                        <a:lnTo>
                          <a:pt x="62576" y="31281"/>
                        </a:lnTo>
                        <a:cubicBezTo>
                          <a:pt x="62576" y="14032"/>
                          <a:pt x="48544" y="0"/>
                          <a:pt x="31297" y="0"/>
                        </a:cubicBezTo>
                        <a:close/>
                      </a:path>
                    </a:pathLst>
                  </a:custGeom>
                  <a:solidFill>
                    <a:srgbClr val="F3F5F7"/>
                  </a:solidFill>
                  <a:ln>
                    <a:noFill/>
                  </a:ln>
                </p:spPr>
                <p:txBody>
                  <a:bodyPr spcFirstLastPara="1" wrap="square" lIns="121900" tIns="121900" rIns="121900" bIns="121900" anchor="ctr" anchorCtr="0">
                    <a:noAutofit/>
                  </a:bodyPr>
                  <a:lstStyle/>
                  <a:p>
                    <a:endParaRPr sz="2400"/>
                  </a:p>
                </p:txBody>
              </p:sp>
              <p:sp>
                <p:nvSpPr>
                  <p:cNvPr id="4987" name="Google Shape;4987;p63"/>
                  <p:cNvSpPr/>
                  <p:nvPr/>
                </p:nvSpPr>
                <p:spPr>
                  <a:xfrm>
                    <a:off x="6963510" y="2636756"/>
                    <a:ext cx="143022" cy="11776"/>
                  </a:xfrm>
                  <a:custGeom>
                    <a:avLst/>
                    <a:gdLst/>
                    <a:ahLst/>
                    <a:cxnLst/>
                    <a:rect l="l" t="t" r="r" b="b"/>
                    <a:pathLst>
                      <a:path w="24241" h="1996" extrusionOk="0">
                        <a:moveTo>
                          <a:pt x="998" y="0"/>
                        </a:moveTo>
                        <a:cubicBezTo>
                          <a:pt x="447" y="2"/>
                          <a:pt x="2" y="448"/>
                          <a:pt x="0" y="998"/>
                        </a:cubicBezTo>
                        <a:cubicBezTo>
                          <a:pt x="2" y="1548"/>
                          <a:pt x="447" y="1994"/>
                          <a:pt x="998" y="1995"/>
                        </a:cubicBezTo>
                        <a:lnTo>
                          <a:pt x="23243" y="1995"/>
                        </a:lnTo>
                        <a:cubicBezTo>
                          <a:pt x="23793" y="1994"/>
                          <a:pt x="24239" y="1548"/>
                          <a:pt x="24240" y="998"/>
                        </a:cubicBezTo>
                        <a:cubicBezTo>
                          <a:pt x="24239" y="448"/>
                          <a:pt x="23793" y="2"/>
                          <a:pt x="23243" y="0"/>
                        </a:cubicBezTo>
                        <a:close/>
                      </a:path>
                    </a:pathLst>
                  </a:custGeom>
                  <a:solidFill>
                    <a:srgbClr val="EEF0F2"/>
                  </a:solidFill>
                  <a:ln>
                    <a:noFill/>
                  </a:ln>
                </p:spPr>
                <p:txBody>
                  <a:bodyPr spcFirstLastPara="1" wrap="square" lIns="121900" tIns="121900" rIns="121900" bIns="121900" anchor="ctr" anchorCtr="0">
                    <a:noAutofit/>
                  </a:bodyPr>
                  <a:lstStyle/>
                  <a:p>
                    <a:endParaRPr sz="2400"/>
                  </a:p>
                </p:txBody>
              </p:sp>
            </p:grpSp>
            <p:sp>
              <p:nvSpPr>
                <p:cNvPr id="4988" name="Google Shape;4988;p63"/>
                <p:cNvSpPr/>
                <p:nvPr/>
              </p:nvSpPr>
              <p:spPr>
                <a:xfrm>
                  <a:off x="7046588" y="2275942"/>
                  <a:ext cx="173076" cy="113894"/>
                </a:xfrm>
                <a:custGeom>
                  <a:avLst/>
                  <a:gdLst/>
                  <a:ahLst/>
                  <a:cxnLst/>
                  <a:rect l="l" t="t" r="r" b="b"/>
                  <a:pathLst>
                    <a:path w="29335" h="19304" extrusionOk="0">
                      <a:moveTo>
                        <a:pt x="0" y="0"/>
                      </a:moveTo>
                      <a:lnTo>
                        <a:pt x="0" y="19303"/>
                      </a:lnTo>
                      <a:lnTo>
                        <a:pt x="25725" y="19303"/>
                      </a:lnTo>
                      <a:cubicBezTo>
                        <a:pt x="27782" y="14272"/>
                        <a:pt x="28673" y="9841"/>
                        <a:pt x="29054" y="6781"/>
                      </a:cubicBezTo>
                      <a:lnTo>
                        <a:pt x="29055" y="6770"/>
                      </a:lnTo>
                      <a:lnTo>
                        <a:pt x="29057" y="6758"/>
                      </a:lnTo>
                      <a:cubicBezTo>
                        <a:pt x="29064" y="6707"/>
                        <a:pt x="29069" y="6657"/>
                        <a:pt x="29075" y="6608"/>
                      </a:cubicBezTo>
                      <a:lnTo>
                        <a:pt x="29087" y="6508"/>
                      </a:lnTo>
                      <a:lnTo>
                        <a:pt x="29113" y="6288"/>
                      </a:lnTo>
                      <a:cubicBezTo>
                        <a:pt x="29136" y="6084"/>
                        <a:pt x="29157" y="5886"/>
                        <a:pt x="29176" y="5689"/>
                      </a:cubicBezTo>
                      <a:cubicBezTo>
                        <a:pt x="29193" y="5500"/>
                        <a:pt x="29209" y="5329"/>
                        <a:pt x="29221" y="5163"/>
                      </a:cubicBezTo>
                      <a:lnTo>
                        <a:pt x="29227" y="5098"/>
                      </a:lnTo>
                      <a:lnTo>
                        <a:pt x="29228" y="5079"/>
                      </a:lnTo>
                      <a:cubicBezTo>
                        <a:pt x="29335" y="3755"/>
                        <a:pt x="29323" y="2960"/>
                        <a:pt x="29321" y="2860"/>
                      </a:cubicBezTo>
                      <a:lnTo>
                        <a:pt x="29316" y="2762"/>
                      </a:lnTo>
                      <a:lnTo>
                        <a:pt x="29317" y="2698"/>
                      </a:lnTo>
                      <a:cubicBezTo>
                        <a:pt x="29317" y="1789"/>
                        <a:pt x="29277" y="890"/>
                        <a:pt x="29200" y="0"/>
                      </a:cubicBezTo>
                      <a:close/>
                    </a:path>
                  </a:pathLst>
                </a:custGeom>
                <a:solidFill>
                  <a:srgbClr val="4F677B"/>
                </a:solidFill>
                <a:ln>
                  <a:noFill/>
                </a:ln>
              </p:spPr>
              <p:txBody>
                <a:bodyPr spcFirstLastPara="1" wrap="square" lIns="121900" tIns="121900" rIns="121900" bIns="121900" anchor="ctr" anchorCtr="0">
                  <a:noAutofit/>
                </a:bodyPr>
                <a:lstStyle/>
                <a:p>
                  <a:endParaRPr sz="2400"/>
                </a:p>
              </p:txBody>
            </p:sp>
            <p:sp>
              <p:nvSpPr>
                <p:cNvPr id="4989" name="Google Shape;4989;p63"/>
                <p:cNvSpPr/>
                <p:nvPr/>
              </p:nvSpPr>
              <p:spPr>
                <a:xfrm>
                  <a:off x="7046588" y="2107680"/>
                  <a:ext cx="168811" cy="145128"/>
                </a:xfrm>
                <a:custGeom>
                  <a:avLst/>
                  <a:gdLst/>
                  <a:ahLst/>
                  <a:cxnLst/>
                  <a:rect l="l" t="t" r="r" b="b"/>
                  <a:pathLst>
                    <a:path w="28612" h="24598" extrusionOk="0">
                      <a:moveTo>
                        <a:pt x="0" y="1"/>
                      </a:moveTo>
                      <a:lnTo>
                        <a:pt x="0" y="24597"/>
                      </a:lnTo>
                      <a:lnTo>
                        <a:pt x="28612" y="24597"/>
                      </a:lnTo>
                      <a:cubicBezTo>
                        <a:pt x="25701" y="11138"/>
                        <a:pt x="14102" y="876"/>
                        <a:pt x="0" y="1"/>
                      </a:cubicBezTo>
                      <a:close/>
                    </a:path>
                  </a:pathLst>
                </a:custGeom>
                <a:solidFill>
                  <a:srgbClr val="B3C3CE"/>
                </a:solidFill>
                <a:ln>
                  <a:noFill/>
                </a:ln>
              </p:spPr>
              <p:txBody>
                <a:bodyPr spcFirstLastPara="1" wrap="square" lIns="121900" tIns="121900" rIns="121900" bIns="121900" anchor="ctr" anchorCtr="0">
                  <a:noAutofit/>
                </a:bodyPr>
                <a:lstStyle/>
                <a:p>
                  <a:endParaRPr sz="2400"/>
                </a:p>
              </p:txBody>
            </p:sp>
            <p:sp>
              <p:nvSpPr>
                <p:cNvPr id="4990" name="Google Shape;4990;p63"/>
                <p:cNvSpPr/>
                <p:nvPr/>
              </p:nvSpPr>
              <p:spPr>
                <a:xfrm>
                  <a:off x="6850372" y="2275942"/>
                  <a:ext cx="173082" cy="113894"/>
                </a:xfrm>
                <a:custGeom>
                  <a:avLst/>
                  <a:gdLst/>
                  <a:ahLst/>
                  <a:cxnLst/>
                  <a:rect l="l" t="t" r="r" b="b"/>
                  <a:pathLst>
                    <a:path w="29336" h="19304" extrusionOk="0">
                      <a:moveTo>
                        <a:pt x="133" y="0"/>
                      </a:moveTo>
                      <a:cubicBezTo>
                        <a:pt x="58" y="890"/>
                        <a:pt x="16" y="1789"/>
                        <a:pt x="16" y="2698"/>
                      </a:cubicBezTo>
                      <a:lnTo>
                        <a:pt x="16" y="2804"/>
                      </a:lnTo>
                      <a:lnTo>
                        <a:pt x="13" y="2862"/>
                      </a:lnTo>
                      <a:cubicBezTo>
                        <a:pt x="11" y="2965"/>
                        <a:pt x="1" y="3758"/>
                        <a:pt x="104" y="5065"/>
                      </a:cubicBezTo>
                      <a:lnTo>
                        <a:pt x="104" y="5075"/>
                      </a:lnTo>
                      <a:lnTo>
                        <a:pt x="104" y="5086"/>
                      </a:lnTo>
                      <a:lnTo>
                        <a:pt x="105" y="5100"/>
                      </a:lnTo>
                      <a:lnTo>
                        <a:pt x="111" y="5163"/>
                      </a:lnTo>
                      <a:cubicBezTo>
                        <a:pt x="125" y="5329"/>
                        <a:pt x="139" y="5500"/>
                        <a:pt x="156" y="5682"/>
                      </a:cubicBezTo>
                      <a:cubicBezTo>
                        <a:pt x="175" y="5886"/>
                        <a:pt x="198" y="6084"/>
                        <a:pt x="219" y="6279"/>
                      </a:cubicBezTo>
                      <a:lnTo>
                        <a:pt x="245" y="6510"/>
                      </a:lnTo>
                      <a:lnTo>
                        <a:pt x="257" y="6608"/>
                      </a:lnTo>
                      <a:cubicBezTo>
                        <a:pt x="264" y="6658"/>
                        <a:pt x="270" y="6709"/>
                        <a:pt x="277" y="6758"/>
                      </a:cubicBezTo>
                      <a:lnTo>
                        <a:pt x="278" y="6770"/>
                      </a:lnTo>
                      <a:lnTo>
                        <a:pt x="278" y="6781"/>
                      </a:lnTo>
                      <a:cubicBezTo>
                        <a:pt x="661" y="9843"/>
                        <a:pt x="1552" y="14272"/>
                        <a:pt x="3608" y="19303"/>
                      </a:cubicBezTo>
                      <a:lnTo>
                        <a:pt x="29333" y="19303"/>
                      </a:lnTo>
                      <a:lnTo>
                        <a:pt x="29335" y="0"/>
                      </a:lnTo>
                      <a:close/>
                    </a:path>
                  </a:pathLst>
                </a:custGeom>
                <a:solidFill>
                  <a:srgbClr val="C9D4DC"/>
                </a:solidFill>
                <a:ln>
                  <a:noFill/>
                </a:ln>
              </p:spPr>
              <p:txBody>
                <a:bodyPr spcFirstLastPara="1" wrap="square" lIns="121900" tIns="121900" rIns="121900" bIns="121900" anchor="ctr" anchorCtr="0">
                  <a:noAutofit/>
                </a:bodyPr>
                <a:lstStyle/>
                <a:p>
                  <a:endParaRPr sz="2400"/>
                </a:p>
              </p:txBody>
            </p:sp>
            <p:sp>
              <p:nvSpPr>
                <p:cNvPr id="4991" name="Google Shape;4991;p63"/>
                <p:cNvSpPr/>
                <p:nvPr/>
              </p:nvSpPr>
              <p:spPr>
                <a:xfrm>
                  <a:off x="6882243" y="2412957"/>
                  <a:ext cx="141211" cy="171743"/>
                </a:xfrm>
                <a:custGeom>
                  <a:avLst/>
                  <a:gdLst/>
                  <a:ahLst/>
                  <a:cxnLst/>
                  <a:rect l="l" t="t" r="r" b="b"/>
                  <a:pathLst>
                    <a:path w="23934" h="29109" extrusionOk="0">
                      <a:moveTo>
                        <a:pt x="0" y="1"/>
                      </a:moveTo>
                      <a:cubicBezTo>
                        <a:pt x="2303" y="4529"/>
                        <a:pt x="5584" y="9356"/>
                        <a:pt x="10256" y="14001"/>
                      </a:cubicBezTo>
                      <a:cubicBezTo>
                        <a:pt x="13309" y="17038"/>
                        <a:pt x="15593" y="20534"/>
                        <a:pt x="17039" y="24391"/>
                      </a:cubicBezTo>
                      <a:cubicBezTo>
                        <a:pt x="17307" y="25104"/>
                        <a:pt x="17527" y="25832"/>
                        <a:pt x="17698" y="26573"/>
                      </a:cubicBezTo>
                      <a:cubicBezTo>
                        <a:pt x="18040" y="28049"/>
                        <a:pt x="19333" y="29108"/>
                        <a:pt x="20850" y="29108"/>
                      </a:cubicBezTo>
                      <a:lnTo>
                        <a:pt x="23933" y="29108"/>
                      </a:lnTo>
                      <a:lnTo>
                        <a:pt x="23933" y="1"/>
                      </a:lnTo>
                      <a:close/>
                    </a:path>
                  </a:pathLst>
                </a:custGeom>
                <a:solidFill>
                  <a:srgbClr val="DBE3E8"/>
                </a:solidFill>
                <a:ln>
                  <a:noFill/>
                </a:ln>
              </p:spPr>
              <p:txBody>
                <a:bodyPr spcFirstLastPara="1" wrap="square" lIns="121900" tIns="121900" rIns="121900" bIns="121900" anchor="ctr" anchorCtr="0">
                  <a:noAutofit/>
                </a:bodyPr>
                <a:lstStyle/>
                <a:p>
                  <a:endParaRPr sz="2400"/>
                </a:p>
              </p:txBody>
            </p:sp>
            <p:sp>
              <p:nvSpPr>
                <p:cNvPr id="4992" name="Google Shape;4992;p63"/>
                <p:cNvSpPr/>
                <p:nvPr/>
              </p:nvSpPr>
              <p:spPr>
                <a:xfrm>
                  <a:off x="6854637" y="2107680"/>
                  <a:ext cx="168817" cy="145128"/>
                </a:xfrm>
                <a:custGeom>
                  <a:avLst/>
                  <a:gdLst/>
                  <a:ahLst/>
                  <a:cxnLst/>
                  <a:rect l="l" t="t" r="r" b="b"/>
                  <a:pathLst>
                    <a:path w="28613" h="24598" extrusionOk="0">
                      <a:moveTo>
                        <a:pt x="28612" y="1"/>
                      </a:moveTo>
                      <a:cubicBezTo>
                        <a:pt x="14512" y="876"/>
                        <a:pt x="2911" y="11138"/>
                        <a:pt x="1" y="24597"/>
                      </a:cubicBezTo>
                      <a:lnTo>
                        <a:pt x="28612" y="24597"/>
                      </a:lnTo>
                      <a:lnTo>
                        <a:pt x="28612" y="1"/>
                      </a:lnTo>
                      <a:close/>
                    </a:path>
                  </a:pathLst>
                </a:custGeom>
                <a:solidFill>
                  <a:srgbClr val="8FA1AF"/>
                </a:solidFill>
                <a:ln>
                  <a:noFill/>
                </a:ln>
              </p:spPr>
              <p:txBody>
                <a:bodyPr spcFirstLastPara="1" wrap="square" lIns="121900" tIns="121900" rIns="121900" bIns="121900" anchor="ctr" anchorCtr="0">
                  <a:noAutofit/>
                </a:bodyPr>
                <a:lstStyle/>
                <a:p>
                  <a:endParaRPr sz="2400"/>
                </a:p>
              </p:txBody>
            </p:sp>
            <p:sp>
              <p:nvSpPr>
                <p:cNvPr id="4993" name="Google Shape;4993;p63"/>
                <p:cNvSpPr/>
                <p:nvPr/>
              </p:nvSpPr>
              <p:spPr>
                <a:xfrm>
                  <a:off x="7046588" y="2412957"/>
                  <a:ext cx="141205" cy="171743"/>
                </a:xfrm>
                <a:custGeom>
                  <a:avLst/>
                  <a:gdLst/>
                  <a:ahLst/>
                  <a:cxnLst/>
                  <a:rect l="l" t="t" r="r" b="b"/>
                  <a:pathLst>
                    <a:path w="23933" h="29109" extrusionOk="0">
                      <a:moveTo>
                        <a:pt x="0" y="1"/>
                      </a:moveTo>
                      <a:lnTo>
                        <a:pt x="0" y="29108"/>
                      </a:lnTo>
                      <a:lnTo>
                        <a:pt x="3084" y="29108"/>
                      </a:lnTo>
                      <a:cubicBezTo>
                        <a:pt x="4600" y="29108"/>
                        <a:pt x="5893" y="28049"/>
                        <a:pt x="6235" y="26573"/>
                      </a:cubicBezTo>
                      <a:cubicBezTo>
                        <a:pt x="6407" y="25832"/>
                        <a:pt x="6627" y="25104"/>
                        <a:pt x="6894" y="24391"/>
                      </a:cubicBezTo>
                      <a:cubicBezTo>
                        <a:pt x="8341" y="20534"/>
                        <a:pt x="10622" y="17038"/>
                        <a:pt x="13678" y="14001"/>
                      </a:cubicBezTo>
                      <a:cubicBezTo>
                        <a:pt x="18349" y="9356"/>
                        <a:pt x="21630" y="4529"/>
                        <a:pt x="23933" y="1"/>
                      </a:cubicBezTo>
                      <a:close/>
                    </a:path>
                  </a:pathLst>
                </a:custGeom>
                <a:solidFill>
                  <a:srgbClr val="374F66"/>
                </a:solidFill>
                <a:ln>
                  <a:noFill/>
                </a:ln>
              </p:spPr>
              <p:txBody>
                <a:bodyPr spcFirstLastPara="1" wrap="square" lIns="121900" tIns="121900" rIns="121900" bIns="121900" anchor="ctr" anchorCtr="0">
                  <a:noAutofit/>
                </a:bodyPr>
                <a:lstStyle/>
                <a:p>
                  <a:endParaRPr sz="2400"/>
                </a:p>
              </p:txBody>
            </p:sp>
          </p:grpSp>
        </p:grpSp>
      </p:grpSp>
      <p:grpSp>
        <p:nvGrpSpPr>
          <p:cNvPr id="4994" name="Google Shape;4994;p63"/>
          <p:cNvGrpSpPr/>
          <p:nvPr/>
        </p:nvGrpSpPr>
        <p:grpSpPr>
          <a:xfrm>
            <a:off x="7727480" y="2750691"/>
            <a:ext cx="895144" cy="895144"/>
            <a:chOff x="6535625" y="760425"/>
            <a:chExt cx="1665900" cy="1665900"/>
          </a:xfrm>
        </p:grpSpPr>
        <p:sp>
          <p:nvSpPr>
            <p:cNvPr id="4995" name="Google Shape;4995;p63"/>
            <p:cNvSpPr/>
            <p:nvPr/>
          </p:nvSpPr>
          <p:spPr>
            <a:xfrm>
              <a:off x="6535625" y="760425"/>
              <a:ext cx="1665900" cy="1665900"/>
            </a:xfrm>
            <a:prstGeom prst="ellipse">
              <a:avLst/>
            </a:prstGeom>
            <a:solidFill>
              <a:srgbClr val="5F7D95"/>
            </a:solidFill>
            <a:ln>
              <a:noFill/>
            </a:ln>
          </p:spPr>
          <p:txBody>
            <a:bodyPr spcFirstLastPara="1" wrap="square" lIns="121900" tIns="121900" rIns="121900" bIns="121900" anchor="ctr" anchorCtr="0">
              <a:noAutofit/>
            </a:bodyPr>
            <a:lstStyle/>
            <a:p>
              <a:endParaRPr sz="2400"/>
            </a:p>
          </p:txBody>
        </p:sp>
        <p:sp>
          <p:nvSpPr>
            <p:cNvPr id="4996" name="Google Shape;4996;p63"/>
            <p:cNvSpPr/>
            <p:nvPr/>
          </p:nvSpPr>
          <p:spPr>
            <a:xfrm>
              <a:off x="6713675" y="1116525"/>
              <a:ext cx="1309800" cy="1309800"/>
            </a:xfrm>
            <a:prstGeom prst="ellipse">
              <a:avLst/>
            </a:prstGeom>
            <a:solidFill>
              <a:srgbClr val="869FB2"/>
            </a:solidFill>
            <a:ln>
              <a:noFill/>
            </a:ln>
          </p:spPr>
          <p:txBody>
            <a:bodyPr spcFirstLastPara="1" wrap="square" lIns="121900" tIns="121900" rIns="121900" bIns="121900" anchor="ctr" anchorCtr="0">
              <a:noAutofit/>
            </a:bodyPr>
            <a:lstStyle/>
            <a:p>
              <a:endParaRPr sz="2400"/>
            </a:p>
          </p:txBody>
        </p:sp>
        <p:sp>
          <p:nvSpPr>
            <p:cNvPr id="4997" name="Google Shape;4997;p63"/>
            <p:cNvSpPr/>
            <p:nvPr/>
          </p:nvSpPr>
          <p:spPr>
            <a:xfrm>
              <a:off x="6831275" y="1351725"/>
              <a:ext cx="1074600" cy="1074600"/>
            </a:xfrm>
            <a:prstGeom prst="ellipse">
              <a:avLst/>
            </a:prstGeom>
            <a:solidFill>
              <a:srgbClr val="BAC8D3"/>
            </a:solidFill>
            <a:ln>
              <a:noFill/>
            </a:ln>
          </p:spPr>
          <p:txBody>
            <a:bodyPr spcFirstLastPara="1" wrap="square" lIns="121900" tIns="121900" rIns="121900" bIns="121900" anchor="ctr" anchorCtr="0">
              <a:noAutofit/>
            </a:bodyPr>
            <a:lstStyle/>
            <a:p>
              <a:endParaRPr sz="2400"/>
            </a:p>
          </p:txBody>
        </p:sp>
        <p:sp>
          <p:nvSpPr>
            <p:cNvPr id="4998" name="Google Shape;4998;p63"/>
            <p:cNvSpPr/>
            <p:nvPr/>
          </p:nvSpPr>
          <p:spPr>
            <a:xfrm>
              <a:off x="6942425" y="1574025"/>
              <a:ext cx="852300" cy="852300"/>
            </a:xfrm>
            <a:prstGeom prst="ellipse">
              <a:avLst/>
            </a:pr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4999" name="Google Shape;4999;p63"/>
          <p:cNvGrpSpPr/>
          <p:nvPr/>
        </p:nvGrpSpPr>
        <p:grpSpPr>
          <a:xfrm>
            <a:off x="976570" y="4975224"/>
            <a:ext cx="1787719" cy="854440"/>
            <a:chOff x="238125" y="1151100"/>
            <a:chExt cx="7139450" cy="3412300"/>
          </a:xfrm>
        </p:grpSpPr>
        <p:sp>
          <p:nvSpPr>
            <p:cNvPr id="5000" name="Google Shape;5000;p63"/>
            <p:cNvSpPr/>
            <p:nvPr/>
          </p:nvSpPr>
          <p:spPr>
            <a:xfrm>
              <a:off x="3468350" y="4223875"/>
              <a:ext cx="679000" cy="339525"/>
            </a:xfrm>
            <a:custGeom>
              <a:avLst/>
              <a:gdLst/>
              <a:ahLst/>
              <a:cxnLst/>
              <a:rect l="l" t="t" r="r" b="b"/>
              <a:pathLst>
                <a:path w="27160" h="13581" extrusionOk="0">
                  <a:moveTo>
                    <a:pt x="13580" y="1"/>
                  </a:moveTo>
                  <a:cubicBezTo>
                    <a:pt x="6083" y="1"/>
                    <a:pt x="0" y="6077"/>
                    <a:pt x="0" y="13580"/>
                  </a:cubicBezTo>
                  <a:lnTo>
                    <a:pt x="27159" y="13580"/>
                  </a:lnTo>
                  <a:cubicBezTo>
                    <a:pt x="27159" y="6077"/>
                    <a:pt x="21083" y="1"/>
                    <a:pt x="13580"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5001" name="Google Shape;5001;p63"/>
            <p:cNvSpPr/>
            <p:nvPr/>
          </p:nvSpPr>
          <p:spPr>
            <a:xfrm>
              <a:off x="3730250" y="3276125"/>
              <a:ext cx="147275" cy="956575"/>
            </a:xfrm>
            <a:custGeom>
              <a:avLst/>
              <a:gdLst/>
              <a:ahLst/>
              <a:cxnLst/>
              <a:rect l="l" t="t" r="r" b="b"/>
              <a:pathLst>
                <a:path w="5891" h="38263" extrusionOk="0">
                  <a:moveTo>
                    <a:pt x="3276" y="0"/>
                  </a:moveTo>
                  <a:lnTo>
                    <a:pt x="0" y="38263"/>
                  </a:lnTo>
                  <a:lnTo>
                    <a:pt x="5890" y="38194"/>
                  </a:lnTo>
                  <a:lnTo>
                    <a:pt x="3276" y="0"/>
                  </a:ln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5002" name="Google Shape;5002;p63"/>
            <p:cNvSpPr/>
            <p:nvPr/>
          </p:nvSpPr>
          <p:spPr>
            <a:xfrm>
              <a:off x="3796275" y="3875600"/>
              <a:ext cx="839350" cy="630550"/>
            </a:xfrm>
            <a:custGeom>
              <a:avLst/>
              <a:gdLst/>
              <a:ahLst/>
              <a:cxnLst/>
              <a:rect l="l" t="t" r="r" b="b"/>
              <a:pathLst>
                <a:path w="33574" h="25222" extrusionOk="0">
                  <a:moveTo>
                    <a:pt x="32291" y="1"/>
                  </a:moveTo>
                  <a:lnTo>
                    <a:pt x="1" y="23463"/>
                  </a:lnTo>
                  <a:lnTo>
                    <a:pt x="1277" y="25222"/>
                  </a:lnTo>
                  <a:lnTo>
                    <a:pt x="33574" y="1759"/>
                  </a:lnTo>
                  <a:lnTo>
                    <a:pt x="32291" y="1"/>
                  </a:ln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5003" name="Google Shape;5003;p63"/>
            <p:cNvSpPr/>
            <p:nvPr/>
          </p:nvSpPr>
          <p:spPr>
            <a:xfrm>
              <a:off x="6240475" y="3130600"/>
              <a:ext cx="1137100" cy="1432800"/>
            </a:xfrm>
            <a:custGeom>
              <a:avLst/>
              <a:gdLst/>
              <a:ahLst/>
              <a:cxnLst/>
              <a:rect l="l" t="t" r="r" b="b"/>
              <a:pathLst>
                <a:path w="45484" h="57312" extrusionOk="0">
                  <a:moveTo>
                    <a:pt x="30704" y="0"/>
                  </a:moveTo>
                  <a:lnTo>
                    <a:pt x="0" y="13745"/>
                  </a:lnTo>
                  <a:cubicBezTo>
                    <a:pt x="6979" y="27270"/>
                    <a:pt x="11042" y="42111"/>
                    <a:pt x="11917" y="57311"/>
                  </a:cubicBezTo>
                  <a:lnTo>
                    <a:pt x="45484" y="57311"/>
                  </a:lnTo>
                  <a:cubicBezTo>
                    <a:pt x="44594" y="37118"/>
                    <a:pt x="39525" y="17683"/>
                    <a:pt x="30704"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004" name="Google Shape;5004;p63"/>
            <p:cNvSpPr/>
            <p:nvPr/>
          </p:nvSpPr>
          <p:spPr>
            <a:xfrm>
              <a:off x="5243900" y="1696775"/>
              <a:ext cx="1764175" cy="1777475"/>
            </a:xfrm>
            <a:custGeom>
              <a:avLst/>
              <a:gdLst/>
              <a:ahLst/>
              <a:cxnLst/>
              <a:rect l="l" t="t" r="r" b="b"/>
              <a:pathLst>
                <a:path w="70567" h="71099" extrusionOk="0">
                  <a:moveTo>
                    <a:pt x="18573" y="1"/>
                  </a:moveTo>
                  <a:lnTo>
                    <a:pt x="0" y="28008"/>
                  </a:lnTo>
                  <a:cubicBezTo>
                    <a:pt x="16938" y="38505"/>
                    <a:pt x="30711" y="53395"/>
                    <a:pt x="39863" y="71098"/>
                  </a:cubicBezTo>
                  <a:lnTo>
                    <a:pt x="70567" y="57353"/>
                  </a:lnTo>
                  <a:cubicBezTo>
                    <a:pt x="63753" y="43719"/>
                    <a:pt x="54712" y="31125"/>
                    <a:pt x="43629" y="20042"/>
                  </a:cubicBezTo>
                  <a:cubicBezTo>
                    <a:pt x="36049" y="12449"/>
                    <a:pt x="27642" y="5725"/>
                    <a:pt x="18573"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5005" name="Google Shape;5005;p63"/>
            <p:cNvSpPr/>
            <p:nvPr/>
          </p:nvSpPr>
          <p:spPr>
            <a:xfrm>
              <a:off x="3812150" y="1151100"/>
              <a:ext cx="1896075" cy="1245900"/>
            </a:xfrm>
            <a:custGeom>
              <a:avLst/>
              <a:gdLst/>
              <a:ahLst/>
              <a:cxnLst/>
              <a:rect l="l" t="t" r="r" b="b"/>
              <a:pathLst>
                <a:path w="75843" h="49836" extrusionOk="0">
                  <a:moveTo>
                    <a:pt x="0" y="0"/>
                  </a:moveTo>
                  <a:lnTo>
                    <a:pt x="0" y="33518"/>
                  </a:lnTo>
                  <a:cubicBezTo>
                    <a:pt x="20987" y="33552"/>
                    <a:pt x="40615" y="39518"/>
                    <a:pt x="57270" y="49835"/>
                  </a:cubicBezTo>
                  <a:lnTo>
                    <a:pt x="75843" y="21828"/>
                  </a:lnTo>
                  <a:cubicBezTo>
                    <a:pt x="53339" y="7641"/>
                    <a:pt x="27256" y="28"/>
                    <a:pt x="0"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5006" name="Google Shape;5006;p63"/>
            <p:cNvSpPr/>
            <p:nvPr/>
          </p:nvSpPr>
          <p:spPr>
            <a:xfrm>
              <a:off x="1910550" y="1151100"/>
              <a:ext cx="1901625" cy="1244175"/>
            </a:xfrm>
            <a:custGeom>
              <a:avLst/>
              <a:gdLst/>
              <a:ahLst/>
              <a:cxnLst/>
              <a:rect l="l" t="t" r="r" b="b"/>
              <a:pathLst>
                <a:path w="76065" h="49767" extrusionOk="0">
                  <a:moveTo>
                    <a:pt x="75892" y="0"/>
                  </a:moveTo>
                  <a:cubicBezTo>
                    <a:pt x="48629" y="0"/>
                    <a:pt x="22525" y="7579"/>
                    <a:pt x="1" y="21745"/>
                  </a:cubicBezTo>
                  <a:lnTo>
                    <a:pt x="18574" y="49766"/>
                  </a:lnTo>
                  <a:cubicBezTo>
                    <a:pt x="35250" y="39463"/>
                    <a:pt x="54898" y="33518"/>
                    <a:pt x="75892" y="33518"/>
                  </a:cubicBezTo>
                  <a:lnTo>
                    <a:pt x="76064" y="33518"/>
                  </a:lnTo>
                  <a:lnTo>
                    <a:pt x="76064" y="0"/>
                  </a:ln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5007" name="Google Shape;5007;p63"/>
            <p:cNvSpPr/>
            <p:nvPr/>
          </p:nvSpPr>
          <p:spPr>
            <a:xfrm>
              <a:off x="608475" y="1694725"/>
              <a:ext cx="1766425" cy="1778150"/>
            </a:xfrm>
            <a:custGeom>
              <a:avLst/>
              <a:gdLst/>
              <a:ahLst/>
              <a:cxnLst/>
              <a:rect l="l" t="t" r="r" b="b"/>
              <a:pathLst>
                <a:path w="70657" h="71126" extrusionOk="0">
                  <a:moveTo>
                    <a:pt x="52084" y="0"/>
                  </a:moveTo>
                  <a:cubicBezTo>
                    <a:pt x="42959" y="5745"/>
                    <a:pt x="34518" y="12490"/>
                    <a:pt x="26904" y="20124"/>
                  </a:cubicBezTo>
                  <a:cubicBezTo>
                    <a:pt x="15828" y="31194"/>
                    <a:pt x="6800" y="43759"/>
                    <a:pt x="0" y="57373"/>
                  </a:cubicBezTo>
                  <a:lnTo>
                    <a:pt x="30704" y="71125"/>
                  </a:lnTo>
                  <a:cubicBezTo>
                    <a:pt x="39870" y="53401"/>
                    <a:pt x="53677" y="38504"/>
                    <a:pt x="70657" y="28021"/>
                  </a:cubicBezTo>
                  <a:lnTo>
                    <a:pt x="52084" y="0"/>
                  </a:ln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5008" name="Google Shape;5008;p63"/>
            <p:cNvSpPr/>
            <p:nvPr/>
          </p:nvSpPr>
          <p:spPr>
            <a:xfrm>
              <a:off x="238125" y="3129050"/>
              <a:ext cx="1137975" cy="1434175"/>
            </a:xfrm>
            <a:custGeom>
              <a:avLst/>
              <a:gdLst/>
              <a:ahLst/>
              <a:cxnLst/>
              <a:rect l="l" t="t" r="r" b="b"/>
              <a:pathLst>
                <a:path w="45519" h="57367" extrusionOk="0">
                  <a:moveTo>
                    <a:pt x="14814" y="0"/>
                  </a:moveTo>
                  <a:cubicBezTo>
                    <a:pt x="5966" y="17697"/>
                    <a:pt x="890" y="37152"/>
                    <a:pt x="0" y="57366"/>
                  </a:cubicBezTo>
                  <a:lnTo>
                    <a:pt x="33566" y="57366"/>
                  </a:lnTo>
                  <a:cubicBezTo>
                    <a:pt x="34442" y="42152"/>
                    <a:pt x="38511" y="27283"/>
                    <a:pt x="45518" y="13745"/>
                  </a:cubicBezTo>
                  <a:lnTo>
                    <a:pt x="14814" y="0"/>
                  </a:ln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5009" name="Google Shape;5009;p63"/>
            <p:cNvSpPr/>
            <p:nvPr/>
          </p:nvSpPr>
          <p:spPr>
            <a:xfrm>
              <a:off x="1924656" y="1941325"/>
              <a:ext cx="3773110" cy="1646329"/>
            </a:xfrm>
            <a:custGeom>
              <a:avLst/>
              <a:gdLst/>
              <a:ahLst/>
              <a:cxnLst/>
              <a:rect l="l" t="t" r="r" b="b"/>
              <a:pathLst>
                <a:path w="148183" h="64657" extrusionOk="0">
                  <a:moveTo>
                    <a:pt x="74043" y="1"/>
                  </a:moveTo>
                  <a:cubicBezTo>
                    <a:pt x="45518" y="1"/>
                    <a:pt x="19504" y="10966"/>
                    <a:pt x="0" y="28932"/>
                  </a:cubicBezTo>
                  <a:lnTo>
                    <a:pt x="35732" y="64657"/>
                  </a:lnTo>
                  <a:cubicBezTo>
                    <a:pt x="45553" y="54774"/>
                    <a:pt x="59167" y="48663"/>
                    <a:pt x="74208" y="48663"/>
                  </a:cubicBezTo>
                  <a:cubicBezTo>
                    <a:pt x="89215" y="48663"/>
                    <a:pt x="102788" y="54739"/>
                    <a:pt x="112623" y="64567"/>
                  </a:cubicBezTo>
                  <a:lnTo>
                    <a:pt x="148182" y="29008"/>
                  </a:lnTo>
                  <a:cubicBezTo>
                    <a:pt x="128671" y="11008"/>
                    <a:pt x="102623" y="1"/>
                    <a:pt x="74043"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5010" name="Google Shape;5010;p63"/>
            <p:cNvSpPr/>
            <p:nvPr/>
          </p:nvSpPr>
          <p:spPr>
            <a:xfrm>
              <a:off x="1028863" y="2678027"/>
              <a:ext cx="1805597" cy="1885320"/>
            </a:xfrm>
            <a:custGeom>
              <a:avLst/>
              <a:gdLst/>
              <a:ahLst/>
              <a:cxnLst/>
              <a:rect l="l" t="t" r="r" b="b"/>
              <a:pathLst>
                <a:path w="70912" h="74043" extrusionOk="0">
                  <a:moveTo>
                    <a:pt x="35180" y="0"/>
                  </a:moveTo>
                  <a:cubicBezTo>
                    <a:pt x="14925" y="18642"/>
                    <a:pt x="1697" y="44814"/>
                    <a:pt x="0" y="74042"/>
                  </a:cubicBezTo>
                  <a:lnTo>
                    <a:pt x="55077" y="74042"/>
                  </a:lnTo>
                  <a:cubicBezTo>
                    <a:pt x="55077" y="59084"/>
                    <a:pt x="61118" y="45545"/>
                    <a:pt x="70912" y="35725"/>
                  </a:cubicBezTo>
                  <a:lnTo>
                    <a:pt x="35180" y="0"/>
                  </a:lnTo>
                  <a:close/>
                </a:path>
              </a:pathLst>
            </a:custGeom>
            <a:solidFill>
              <a:srgbClr val="213B55"/>
            </a:solidFill>
            <a:ln>
              <a:noFill/>
            </a:ln>
          </p:spPr>
          <p:txBody>
            <a:bodyPr spcFirstLastPara="1" wrap="square" lIns="121900" tIns="121900" rIns="121900" bIns="121900" anchor="ctr" anchorCtr="0">
              <a:noAutofit/>
            </a:bodyPr>
            <a:lstStyle/>
            <a:p>
              <a:endParaRPr sz="2400"/>
            </a:p>
          </p:txBody>
        </p:sp>
        <p:sp>
          <p:nvSpPr>
            <p:cNvPr id="5011" name="Google Shape;5011;p63"/>
            <p:cNvSpPr/>
            <p:nvPr/>
          </p:nvSpPr>
          <p:spPr>
            <a:xfrm>
              <a:off x="4792190" y="2679937"/>
              <a:ext cx="1798951" cy="1883410"/>
            </a:xfrm>
            <a:custGeom>
              <a:avLst/>
              <a:gdLst/>
              <a:ahLst/>
              <a:cxnLst/>
              <a:rect l="l" t="t" r="r" b="b"/>
              <a:pathLst>
                <a:path w="70651" h="73968" extrusionOk="0">
                  <a:moveTo>
                    <a:pt x="35567" y="1"/>
                  </a:moveTo>
                  <a:lnTo>
                    <a:pt x="1" y="35560"/>
                  </a:lnTo>
                  <a:cubicBezTo>
                    <a:pt x="9836" y="45388"/>
                    <a:pt x="15912" y="58967"/>
                    <a:pt x="15912" y="73967"/>
                  </a:cubicBezTo>
                  <a:lnTo>
                    <a:pt x="70650" y="73967"/>
                  </a:lnTo>
                  <a:cubicBezTo>
                    <a:pt x="68954" y="44795"/>
                    <a:pt x="55767" y="18643"/>
                    <a:pt x="35567"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grpSp>
        <p:nvGrpSpPr>
          <p:cNvPr id="5012" name="Google Shape;5012;p63"/>
          <p:cNvGrpSpPr/>
          <p:nvPr/>
        </p:nvGrpSpPr>
        <p:grpSpPr>
          <a:xfrm>
            <a:off x="7466201" y="3912932"/>
            <a:ext cx="1313809" cy="781019"/>
            <a:chOff x="5145061" y="2881789"/>
            <a:chExt cx="1107641" cy="658458"/>
          </a:xfrm>
        </p:grpSpPr>
        <p:grpSp>
          <p:nvGrpSpPr>
            <p:cNvPr id="5013" name="Google Shape;5013;p63"/>
            <p:cNvGrpSpPr/>
            <p:nvPr/>
          </p:nvGrpSpPr>
          <p:grpSpPr>
            <a:xfrm>
              <a:off x="5722989" y="3244587"/>
              <a:ext cx="529713" cy="295659"/>
              <a:chOff x="5722989" y="3244587"/>
              <a:chExt cx="529713" cy="295659"/>
            </a:xfrm>
          </p:grpSpPr>
          <p:sp>
            <p:nvSpPr>
              <p:cNvPr id="5014" name="Google Shape;5014;p63"/>
              <p:cNvSpPr/>
              <p:nvPr/>
            </p:nvSpPr>
            <p:spPr>
              <a:xfrm>
                <a:off x="5722989" y="3244587"/>
                <a:ext cx="341346" cy="295659"/>
              </a:xfrm>
              <a:custGeom>
                <a:avLst/>
                <a:gdLst/>
                <a:ahLst/>
                <a:cxnLst/>
                <a:rect l="l" t="t" r="r" b="b"/>
                <a:pathLst>
                  <a:path w="2576195" h="2231390" extrusionOk="0">
                    <a:moveTo>
                      <a:pt x="1288021" y="0"/>
                    </a:moveTo>
                    <a:lnTo>
                      <a:pt x="0" y="2230932"/>
                    </a:lnTo>
                    <a:lnTo>
                      <a:pt x="2576042" y="2230932"/>
                    </a:lnTo>
                    <a:lnTo>
                      <a:pt x="1288021" y="0"/>
                    </a:lnTo>
                    <a:close/>
                  </a:path>
                </a:pathLst>
              </a:custGeom>
              <a:solidFill>
                <a:srgbClr val="869FB2"/>
              </a:solidFill>
              <a:ln>
                <a:noFill/>
              </a:ln>
            </p:spPr>
            <p:txBody>
              <a:bodyPr spcFirstLastPara="1" wrap="square" lIns="0" tIns="0" rIns="0" bIns="0" anchor="t" anchorCtr="0">
                <a:noAutofit/>
              </a:bodyPr>
              <a:lstStyle/>
              <a:p>
                <a:endParaRPr sz="1200"/>
              </a:p>
            </p:txBody>
          </p:sp>
          <p:sp>
            <p:nvSpPr>
              <p:cNvPr id="5015" name="Google Shape;5015;p63"/>
              <p:cNvSpPr/>
              <p:nvPr/>
            </p:nvSpPr>
            <p:spPr>
              <a:xfrm>
                <a:off x="6035543" y="3298113"/>
                <a:ext cx="217159" cy="22492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869FB2"/>
                </a:solidFill>
                <a:prstDash val="solid"/>
                <a:round/>
                <a:headEnd type="none" w="sm" len="sm"/>
                <a:tailEnd type="none" w="sm" len="sm"/>
              </a:ln>
            </p:spPr>
            <p:txBody>
              <a:bodyPr spcFirstLastPara="1" wrap="square" lIns="0" tIns="0" rIns="0" bIns="0" anchor="t" anchorCtr="0">
                <a:noAutofit/>
              </a:bodyPr>
              <a:lstStyle/>
              <a:p>
                <a:endParaRPr sz="1200"/>
              </a:p>
            </p:txBody>
          </p:sp>
        </p:grpSp>
        <p:grpSp>
          <p:nvGrpSpPr>
            <p:cNvPr id="5016" name="Google Shape;5016;p63"/>
            <p:cNvGrpSpPr/>
            <p:nvPr/>
          </p:nvGrpSpPr>
          <p:grpSpPr>
            <a:xfrm>
              <a:off x="5145061" y="3244587"/>
              <a:ext cx="536807" cy="295659"/>
              <a:chOff x="5145061" y="3244587"/>
              <a:chExt cx="536807" cy="295659"/>
            </a:xfrm>
          </p:grpSpPr>
          <p:sp>
            <p:nvSpPr>
              <p:cNvPr id="5017" name="Google Shape;5017;p63"/>
              <p:cNvSpPr/>
              <p:nvPr/>
            </p:nvSpPr>
            <p:spPr>
              <a:xfrm>
                <a:off x="5340522" y="3244587"/>
                <a:ext cx="341346" cy="295659"/>
              </a:xfrm>
              <a:custGeom>
                <a:avLst/>
                <a:gdLst/>
                <a:ahLst/>
                <a:cxnLst/>
                <a:rect l="l" t="t" r="r" b="b"/>
                <a:pathLst>
                  <a:path w="2576195" h="2231390" extrusionOk="0">
                    <a:moveTo>
                      <a:pt x="1288034" y="0"/>
                    </a:moveTo>
                    <a:lnTo>
                      <a:pt x="0" y="2230920"/>
                    </a:lnTo>
                    <a:lnTo>
                      <a:pt x="2576055" y="2230920"/>
                    </a:lnTo>
                    <a:lnTo>
                      <a:pt x="1288034" y="0"/>
                    </a:lnTo>
                    <a:close/>
                  </a:path>
                </a:pathLst>
              </a:custGeom>
              <a:solidFill>
                <a:srgbClr val="5F7D95"/>
              </a:solidFill>
              <a:ln>
                <a:noFill/>
              </a:ln>
            </p:spPr>
            <p:txBody>
              <a:bodyPr spcFirstLastPara="1" wrap="square" lIns="0" tIns="0" rIns="0" bIns="0" anchor="t" anchorCtr="0">
                <a:noAutofit/>
              </a:bodyPr>
              <a:lstStyle/>
              <a:p>
                <a:endParaRPr sz="1200"/>
              </a:p>
            </p:txBody>
          </p:sp>
          <p:sp>
            <p:nvSpPr>
              <p:cNvPr id="5018" name="Google Shape;5018;p63"/>
              <p:cNvSpPr/>
              <p:nvPr/>
            </p:nvSpPr>
            <p:spPr>
              <a:xfrm flipH="1">
                <a:off x="5145061" y="3298599"/>
                <a:ext cx="217159" cy="22492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5F7D95"/>
                </a:solidFill>
                <a:prstDash val="solid"/>
                <a:round/>
                <a:headEnd type="none" w="sm" len="sm"/>
                <a:tailEnd type="none" w="sm" len="sm"/>
              </a:ln>
            </p:spPr>
            <p:txBody>
              <a:bodyPr spcFirstLastPara="1" wrap="square" lIns="0" tIns="0" rIns="0" bIns="0" anchor="t" anchorCtr="0">
                <a:noAutofit/>
              </a:bodyPr>
              <a:lstStyle/>
              <a:p>
                <a:endParaRPr sz="1200"/>
              </a:p>
            </p:txBody>
          </p:sp>
        </p:grpSp>
        <p:grpSp>
          <p:nvGrpSpPr>
            <p:cNvPr id="5019" name="Google Shape;5019;p63"/>
            <p:cNvGrpSpPr/>
            <p:nvPr/>
          </p:nvGrpSpPr>
          <p:grpSpPr>
            <a:xfrm>
              <a:off x="5341327" y="2898245"/>
              <a:ext cx="532309" cy="614891"/>
              <a:chOff x="5341327" y="2898245"/>
              <a:chExt cx="532309" cy="614891"/>
            </a:xfrm>
          </p:grpSpPr>
          <p:sp>
            <p:nvSpPr>
              <p:cNvPr id="5020" name="Google Shape;5020;p63"/>
              <p:cNvSpPr/>
              <p:nvPr/>
            </p:nvSpPr>
            <p:spPr>
              <a:xfrm>
                <a:off x="5532290" y="3217476"/>
                <a:ext cx="341346" cy="295659"/>
              </a:xfrm>
              <a:custGeom>
                <a:avLst/>
                <a:gdLst/>
                <a:ahLst/>
                <a:cxnLst/>
                <a:rect l="l" t="t" r="r" b="b"/>
                <a:pathLst>
                  <a:path w="2576195" h="2231390" extrusionOk="0">
                    <a:moveTo>
                      <a:pt x="2576042" y="0"/>
                    </a:moveTo>
                    <a:lnTo>
                      <a:pt x="0" y="0"/>
                    </a:lnTo>
                    <a:lnTo>
                      <a:pt x="1288021" y="2230920"/>
                    </a:lnTo>
                    <a:lnTo>
                      <a:pt x="2576042" y="0"/>
                    </a:lnTo>
                    <a:close/>
                  </a:path>
                </a:pathLst>
              </a:custGeom>
              <a:solidFill>
                <a:srgbClr val="E3E9ED"/>
              </a:solidFill>
              <a:ln>
                <a:noFill/>
              </a:ln>
            </p:spPr>
            <p:txBody>
              <a:bodyPr spcFirstLastPara="1" wrap="square" lIns="0" tIns="0" rIns="0" bIns="0" anchor="t" anchorCtr="0">
                <a:noAutofit/>
              </a:bodyPr>
              <a:lstStyle/>
              <a:p>
                <a:endParaRPr sz="1200"/>
              </a:p>
            </p:txBody>
          </p:sp>
          <p:sp>
            <p:nvSpPr>
              <p:cNvPr id="5021" name="Google Shape;5021;p63"/>
              <p:cNvSpPr/>
              <p:nvPr/>
            </p:nvSpPr>
            <p:spPr>
              <a:xfrm flipH="1">
                <a:off x="5341327" y="2898245"/>
                <a:ext cx="217159" cy="33450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E3E9ED"/>
                </a:solidFill>
                <a:prstDash val="solid"/>
                <a:round/>
                <a:headEnd type="none" w="sm" len="sm"/>
                <a:tailEnd type="none" w="sm" len="sm"/>
              </a:ln>
            </p:spPr>
            <p:txBody>
              <a:bodyPr spcFirstLastPara="1" wrap="square" lIns="0" tIns="0" rIns="0" bIns="0" anchor="t" anchorCtr="0">
                <a:noAutofit/>
              </a:bodyPr>
              <a:lstStyle/>
              <a:p>
                <a:endParaRPr sz="1200"/>
              </a:p>
            </p:txBody>
          </p:sp>
        </p:grpSp>
        <p:grpSp>
          <p:nvGrpSpPr>
            <p:cNvPr id="5022" name="Google Shape;5022;p63"/>
            <p:cNvGrpSpPr/>
            <p:nvPr/>
          </p:nvGrpSpPr>
          <p:grpSpPr>
            <a:xfrm>
              <a:off x="5532290" y="2881789"/>
              <a:ext cx="620516" cy="305456"/>
              <a:chOff x="5532290" y="2881789"/>
              <a:chExt cx="620516" cy="305456"/>
            </a:xfrm>
          </p:grpSpPr>
          <p:sp>
            <p:nvSpPr>
              <p:cNvPr id="5023" name="Google Shape;5023;p63"/>
              <p:cNvSpPr/>
              <p:nvPr/>
            </p:nvSpPr>
            <p:spPr>
              <a:xfrm>
                <a:off x="5532290" y="2891586"/>
                <a:ext cx="341346" cy="295659"/>
              </a:xfrm>
              <a:custGeom>
                <a:avLst/>
                <a:gdLst/>
                <a:ahLst/>
                <a:cxnLst/>
                <a:rect l="l" t="t" r="r" b="b"/>
                <a:pathLst>
                  <a:path w="2576195" h="2231390" extrusionOk="0">
                    <a:moveTo>
                      <a:pt x="1288021" y="0"/>
                    </a:moveTo>
                    <a:lnTo>
                      <a:pt x="0" y="2230920"/>
                    </a:lnTo>
                    <a:lnTo>
                      <a:pt x="2576042" y="2230920"/>
                    </a:lnTo>
                    <a:lnTo>
                      <a:pt x="1288021" y="0"/>
                    </a:lnTo>
                    <a:close/>
                  </a:path>
                </a:pathLst>
              </a:custGeom>
              <a:solidFill>
                <a:srgbClr val="435D74"/>
              </a:solidFill>
              <a:ln>
                <a:noFill/>
              </a:ln>
            </p:spPr>
            <p:txBody>
              <a:bodyPr spcFirstLastPara="1" wrap="square" lIns="0" tIns="0" rIns="0" bIns="0" anchor="t" anchorCtr="0">
                <a:noAutofit/>
              </a:bodyPr>
              <a:lstStyle/>
              <a:p>
                <a:endParaRPr sz="1200"/>
              </a:p>
            </p:txBody>
          </p:sp>
          <p:sp>
            <p:nvSpPr>
              <p:cNvPr id="5024" name="Google Shape;5024;p63"/>
              <p:cNvSpPr/>
              <p:nvPr/>
            </p:nvSpPr>
            <p:spPr>
              <a:xfrm>
                <a:off x="5837311" y="2881789"/>
                <a:ext cx="315495" cy="288369"/>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435D74"/>
                </a:solidFill>
                <a:prstDash val="solid"/>
                <a:round/>
                <a:headEnd type="none" w="sm" len="sm"/>
                <a:tailEnd type="none" w="sm" len="sm"/>
              </a:ln>
            </p:spPr>
            <p:txBody>
              <a:bodyPr spcFirstLastPara="1" wrap="square" lIns="0" tIns="0" rIns="0" bIns="0" anchor="t" anchorCtr="0">
                <a:noAutofit/>
              </a:bodyPr>
              <a:lstStyle/>
              <a:p>
                <a:endParaRPr sz="1200"/>
              </a:p>
            </p:txBody>
          </p:sp>
        </p:grpSp>
      </p:grpSp>
      <p:grpSp>
        <p:nvGrpSpPr>
          <p:cNvPr id="5025" name="Google Shape;5025;p63"/>
          <p:cNvGrpSpPr/>
          <p:nvPr/>
        </p:nvGrpSpPr>
        <p:grpSpPr>
          <a:xfrm>
            <a:off x="10904764" y="4969010"/>
            <a:ext cx="358757" cy="860655"/>
            <a:chOff x="7026852" y="3311869"/>
            <a:chExt cx="434331" cy="1041954"/>
          </a:xfrm>
        </p:grpSpPr>
        <p:sp>
          <p:nvSpPr>
            <p:cNvPr id="5026" name="Google Shape;5026;p63"/>
            <p:cNvSpPr/>
            <p:nvPr/>
          </p:nvSpPr>
          <p:spPr>
            <a:xfrm>
              <a:off x="7026852" y="3311869"/>
              <a:ext cx="434331" cy="847405"/>
            </a:xfrm>
            <a:custGeom>
              <a:avLst/>
              <a:gdLst/>
              <a:ahLst/>
              <a:cxnLst/>
              <a:rect l="l" t="t" r="r" b="b"/>
              <a:pathLst>
                <a:path w="16734" h="32649" extrusionOk="0">
                  <a:moveTo>
                    <a:pt x="8369" y="0"/>
                  </a:moveTo>
                  <a:cubicBezTo>
                    <a:pt x="3747" y="0"/>
                    <a:pt x="1" y="3747"/>
                    <a:pt x="1" y="8366"/>
                  </a:cubicBezTo>
                  <a:lnTo>
                    <a:pt x="1" y="32649"/>
                  </a:lnTo>
                  <a:lnTo>
                    <a:pt x="16734" y="32649"/>
                  </a:lnTo>
                  <a:lnTo>
                    <a:pt x="16734" y="8366"/>
                  </a:lnTo>
                  <a:cubicBezTo>
                    <a:pt x="16734" y="3744"/>
                    <a:pt x="12987" y="0"/>
                    <a:pt x="8369"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5027" name="Google Shape;5027;p63"/>
            <p:cNvSpPr/>
            <p:nvPr/>
          </p:nvSpPr>
          <p:spPr>
            <a:xfrm>
              <a:off x="7082395" y="3359392"/>
              <a:ext cx="323321" cy="323321"/>
            </a:xfrm>
            <a:custGeom>
              <a:avLst/>
              <a:gdLst/>
              <a:ahLst/>
              <a:cxnLst/>
              <a:rect l="l" t="t" r="r" b="b"/>
              <a:pathLst>
                <a:path w="12457" h="12457" extrusionOk="0">
                  <a:moveTo>
                    <a:pt x="6229" y="1"/>
                  </a:moveTo>
                  <a:cubicBezTo>
                    <a:pt x="2788" y="1"/>
                    <a:pt x="1" y="2788"/>
                    <a:pt x="1" y="6229"/>
                  </a:cubicBezTo>
                  <a:cubicBezTo>
                    <a:pt x="1" y="9670"/>
                    <a:pt x="2788" y="12457"/>
                    <a:pt x="6229" y="12457"/>
                  </a:cubicBezTo>
                  <a:cubicBezTo>
                    <a:pt x="9666" y="12457"/>
                    <a:pt x="12457" y="9670"/>
                    <a:pt x="12457" y="6229"/>
                  </a:cubicBezTo>
                  <a:cubicBezTo>
                    <a:pt x="12457" y="2788"/>
                    <a:pt x="9666" y="1"/>
                    <a:pt x="6229" y="1"/>
                  </a:cubicBezTo>
                  <a:close/>
                </a:path>
              </a:pathLst>
            </a:custGeom>
            <a:solidFill>
              <a:srgbClr val="213B55"/>
            </a:solidFill>
            <a:ln>
              <a:noFill/>
            </a:ln>
          </p:spPr>
          <p:txBody>
            <a:bodyPr spcFirstLastPara="1" wrap="square" lIns="121900" tIns="121900" rIns="121900" bIns="121900" anchor="ctr" anchorCtr="0">
              <a:noAutofit/>
            </a:bodyPr>
            <a:lstStyle/>
            <a:p>
              <a:endParaRPr sz="2400"/>
            </a:p>
          </p:txBody>
        </p:sp>
        <p:sp>
          <p:nvSpPr>
            <p:cNvPr id="5028" name="Google Shape;5028;p63"/>
            <p:cNvSpPr/>
            <p:nvPr/>
          </p:nvSpPr>
          <p:spPr>
            <a:xfrm>
              <a:off x="7026852" y="4159239"/>
              <a:ext cx="434331" cy="194585"/>
            </a:xfrm>
            <a:custGeom>
              <a:avLst/>
              <a:gdLst/>
              <a:ahLst/>
              <a:cxnLst/>
              <a:rect l="l" t="t" r="r" b="b"/>
              <a:pathLst>
                <a:path w="16734" h="7497" extrusionOk="0">
                  <a:moveTo>
                    <a:pt x="1" y="1"/>
                  </a:moveTo>
                  <a:lnTo>
                    <a:pt x="8369" y="7496"/>
                  </a:lnTo>
                  <a:lnTo>
                    <a:pt x="16734" y="1"/>
                  </a:lnTo>
                  <a:close/>
                </a:path>
              </a:pathLst>
            </a:custGeom>
            <a:solidFill>
              <a:srgbClr val="CFD9E0"/>
            </a:solidFill>
            <a:ln>
              <a:noFill/>
            </a:ln>
          </p:spPr>
          <p:txBody>
            <a:bodyPr spcFirstLastPara="1" wrap="square" lIns="121900" tIns="121900" rIns="121900" bIns="121900" anchor="ctr" anchorCtr="0">
              <a:noAutofit/>
            </a:bodyPr>
            <a:lstStyle/>
            <a:p>
              <a:endParaRPr sz="2400"/>
            </a:p>
          </p:txBody>
        </p:sp>
      </p:grpSp>
      <p:grpSp>
        <p:nvGrpSpPr>
          <p:cNvPr id="5029" name="Google Shape;5029;p63"/>
          <p:cNvGrpSpPr/>
          <p:nvPr/>
        </p:nvGrpSpPr>
        <p:grpSpPr>
          <a:xfrm>
            <a:off x="8260205" y="5021327"/>
            <a:ext cx="391843" cy="391781"/>
            <a:chOff x="4873519" y="3311869"/>
            <a:chExt cx="499374" cy="499296"/>
          </a:xfrm>
        </p:grpSpPr>
        <p:sp>
          <p:nvSpPr>
            <p:cNvPr id="5030" name="Google Shape;5030;p63"/>
            <p:cNvSpPr/>
            <p:nvPr/>
          </p:nvSpPr>
          <p:spPr>
            <a:xfrm>
              <a:off x="4873519" y="3311869"/>
              <a:ext cx="499374" cy="499296"/>
            </a:xfrm>
            <a:custGeom>
              <a:avLst/>
              <a:gdLst/>
              <a:ahLst/>
              <a:cxnLst/>
              <a:rect l="l" t="t" r="r" b="b"/>
              <a:pathLst>
                <a:path w="19240" h="19237" extrusionOk="0">
                  <a:moveTo>
                    <a:pt x="1" y="0"/>
                  </a:moveTo>
                  <a:lnTo>
                    <a:pt x="1" y="9618"/>
                  </a:lnTo>
                  <a:cubicBezTo>
                    <a:pt x="1" y="14929"/>
                    <a:pt x="4308" y="19236"/>
                    <a:pt x="9619" y="19236"/>
                  </a:cubicBezTo>
                  <a:cubicBezTo>
                    <a:pt x="14933" y="19236"/>
                    <a:pt x="19240" y="14929"/>
                    <a:pt x="19240" y="9618"/>
                  </a:cubicBezTo>
                  <a:cubicBezTo>
                    <a:pt x="19240" y="4307"/>
                    <a:pt x="14933" y="0"/>
                    <a:pt x="9619"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5031" name="Google Shape;5031;p63"/>
            <p:cNvSpPr/>
            <p:nvPr/>
          </p:nvSpPr>
          <p:spPr>
            <a:xfrm>
              <a:off x="4894620" y="3329830"/>
              <a:ext cx="202112" cy="182386"/>
            </a:xfrm>
            <a:custGeom>
              <a:avLst/>
              <a:gdLst/>
              <a:ahLst/>
              <a:cxnLst/>
              <a:rect l="l" t="t" r="r" b="b"/>
              <a:pathLst>
                <a:path w="7787" h="7027" extrusionOk="0">
                  <a:moveTo>
                    <a:pt x="0" y="1"/>
                  </a:moveTo>
                  <a:lnTo>
                    <a:pt x="0" y="7026"/>
                  </a:lnTo>
                  <a:lnTo>
                    <a:pt x="7787" y="1"/>
                  </a:lnTo>
                  <a:close/>
                </a:path>
              </a:pathLst>
            </a:custGeom>
            <a:solidFill>
              <a:srgbClr val="213B55"/>
            </a:solidFill>
            <a:ln>
              <a:noFill/>
            </a:ln>
          </p:spPr>
          <p:txBody>
            <a:bodyPr spcFirstLastPara="1" wrap="square" lIns="121900" tIns="121900" rIns="121900" bIns="121900" anchor="ctr" anchorCtr="0">
              <a:noAutofit/>
            </a:bodyPr>
            <a:lstStyle/>
            <a:p>
              <a:endParaRPr sz="2400"/>
            </a:p>
          </p:txBody>
        </p:sp>
      </p:grpSp>
      <p:grpSp>
        <p:nvGrpSpPr>
          <p:cNvPr id="5032" name="Google Shape;5032;p63"/>
          <p:cNvGrpSpPr/>
          <p:nvPr/>
        </p:nvGrpSpPr>
        <p:grpSpPr>
          <a:xfrm>
            <a:off x="8260205" y="5437821"/>
            <a:ext cx="391843" cy="391843"/>
            <a:chOff x="4873519" y="3875839"/>
            <a:chExt cx="499374" cy="499374"/>
          </a:xfrm>
        </p:grpSpPr>
        <p:sp>
          <p:nvSpPr>
            <p:cNvPr id="5033" name="Google Shape;5033;p63"/>
            <p:cNvSpPr/>
            <p:nvPr/>
          </p:nvSpPr>
          <p:spPr>
            <a:xfrm>
              <a:off x="4873519" y="3875839"/>
              <a:ext cx="499374" cy="499374"/>
            </a:xfrm>
            <a:custGeom>
              <a:avLst/>
              <a:gdLst/>
              <a:ahLst/>
              <a:cxnLst/>
              <a:rect l="l" t="t" r="r" b="b"/>
              <a:pathLst>
                <a:path w="19240" h="19240" extrusionOk="0">
                  <a:moveTo>
                    <a:pt x="1" y="1"/>
                  </a:moveTo>
                  <a:lnTo>
                    <a:pt x="1" y="9619"/>
                  </a:lnTo>
                  <a:cubicBezTo>
                    <a:pt x="1" y="14930"/>
                    <a:pt x="4308" y="19240"/>
                    <a:pt x="9619" y="19240"/>
                  </a:cubicBezTo>
                  <a:cubicBezTo>
                    <a:pt x="14933" y="19240"/>
                    <a:pt x="19240" y="14933"/>
                    <a:pt x="19240" y="9619"/>
                  </a:cubicBezTo>
                  <a:lnTo>
                    <a:pt x="19240" y="1"/>
                  </a:ln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5034" name="Google Shape;5034;p63"/>
            <p:cNvSpPr/>
            <p:nvPr/>
          </p:nvSpPr>
          <p:spPr>
            <a:xfrm>
              <a:off x="4894620" y="3893826"/>
              <a:ext cx="202112" cy="182360"/>
            </a:xfrm>
            <a:custGeom>
              <a:avLst/>
              <a:gdLst/>
              <a:ahLst/>
              <a:cxnLst/>
              <a:rect l="l" t="t" r="r" b="b"/>
              <a:pathLst>
                <a:path w="7787" h="7026" extrusionOk="0">
                  <a:moveTo>
                    <a:pt x="0" y="0"/>
                  </a:moveTo>
                  <a:lnTo>
                    <a:pt x="0" y="7026"/>
                  </a:lnTo>
                  <a:lnTo>
                    <a:pt x="7787" y="0"/>
                  </a:lnTo>
                  <a:close/>
                </a:path>
              </a:pathLst>
            </a:custGeom>
            <a:solidFill>
              <a:srgbClr val="213B55"/>
            </a:solidFill>
            <a:ln>
              <a:noFill/>
            </a:ln>
          </p:spPr>
          <p:txBody>
            <a:bodyPr spcFirstLastPara="1" wrap="square" lIns="121900" tIns="121900" rIns="121900" bIns="121900" anchor="ctr" anchorCtr="0">
              <a:noAutofit/>
            </a:bodyPr>
            <a:lstStyle/>
            <a:p>
              <a:endParaRPr sz="2400"/>
            </a:p>
          </p:txBody>
        </p:sp>
      </p:grpSp>
      <p:grpSp>
        <p:nvGrpSpPr>
          <p:cNvPr id="5035" name="Google Shape;5035;p63"/>
          <p:cNvGrpSpPr/>
          <p:nvPr/>
        </p:nvGrpSpPr>
        <p:grpSpPr>
          <a:xfrm>
            <a:off x="3234242" y="2733759"/>
            <a:ext cx="930805" cy="930944"/>
            <a:chOff x="2565073" y="2075876"/>
            <a:chExt cx="672482" cy="672518"/>
          </a:xfrm>
        </p:grpSpPr>
        <p:sp>
          <p:nvSpPr>
            <p:cNvPr id="5036" name="Google Shape;5036;p63"/>
            <p:cNvSpPr/>
            <p:nvPr/>
          </p:nvSpPr>
          <p:spPr>
            <a:xfrm>
              <a:off x="2642193" y="2530650"/>
              <a:ext cx="419588" cy="217743"/>
            </a:xfrm>
            <a:custGeom>
              <a:avLst/>
              <a:gdLst/>
              <a:ahLst/>
              <a:cxnLst/>
              <a:rect l="l" t="t" r="r" b="b"/>
              <a:pathLst>
                <a:path w="130611" h="67780" extrusionOk="0">
                  <a:moveTo>
                    <a:pt x="28498" y="0"/>
                  </a:moveTo>
                  <a:cubicBezTo>
                    <a:pt x="24484" y="0"/>
                    <a:pt x="20456" y="1023"/>
                    <a:pt x="16802" y="3132"/>
                  </a:cubicBezTo>
                  <a:lnTo>
                    <a:pt x="16191" y="3487"/>
                  </a:lnTo>
                  <a:cubicBezTo>
                    <a:pt x="1795" y="11796"/>
                    <a:pt x="1" y="31826"/>
                    <a:pt x="12628" y="42639"/>
                  </a:cubicBezTo>
                  <a:cubicBezTo>
                    <a:pt x="28340" y="56094"/>
                    <a:pt x="48088" y="64970"/>
                    <a:pt x="69808" y="67207"/>
                  </a:cubicBezTo>
                  <a:cubicBezTo>
                    <a:pt x="70015" y="67227"/>
                    <a:pt x="70217" y="67252"/>
                    <a:pt x="70419" y="67271"/>
                  </a:cubicBezTo>
                  <a:cubicBezTo>
                    <a:pt x="70804" y="67306"/>
                    <a:pt x="71188" y="67345"/>
                    <a:pt x="71572" y="67375"/>
                  </a:cubicBezTo>
                  <a:cubicBezTo>
                    <a:pt x="72080" y="67419"/>
                    <a:pt x="72588" y="67464"/>
                    <a:pt x="73100" y="67498"/>
                  </a:cubicBezTo>
                  <a:lnTo>
                    <a:pt x="73440" y="67523"/>
                  </a:lnTo>
                  <a:cubicBezTo>
                    <a:pt x="75877" y="67694"/>
                    <a:pt x="78323" y="67780"/>
                    <a:pt x="80773" y="67780"/>
                  </a:cubicBezTo>
                  <a:cubicBezTo>
                    <a:pt x="97672" y="67780"/>
                    <a:pt x="114788" y="63683"/>
                    <a:pt x="130611" y="55083"/>
                  </a:cubicBezTo>
                  <a:lnTo>
                    <a:pt x="106348" y="13068"/>
                  </a:lnTo>
                  <a:cubicBezTo>
                    <a:pt x="98422" y="17162"/>
                    <a:pt x="89641" y="19287"/>
                    <a:pt x="80747" y="19287"/>
                  </a:cubicBezTo>
                  <a:cubicBezTo>
                    <a:pt x="79675" y="19287"/>
                    <a:pt x="78601" y="19256"/>
                    <a:pt x="77526" y="19194"/>
                  </a:cubicBezTo>
                  <a:cubicBezTo>
                    <a:pt x="77220" y="19174"/>
                    <a:pt x="76910" y="19149"/>
                    <a:pt x="76599" y="19130"/>
                  </a:cubicBezTo>
                  <a:cubicBezTo>
                    <a:pt x="76072" y="19090"/>
                    <a:pt x="75545" y="19051"/>
                    <a:pt x="75017" y="18997"/>
                  </a:cubicBezTo>
                  <a:cubicBezTo>
                    <a:pt x="74943" y="18992"/>
                    <a:pt x="74865" y="18982"/>
                    <a:pt x="74791" y="18972"/>
                  </a:cubicBezTo>
                  <a:cubicBezTo>
                    <a:pt x="73347" y="18819"/>
                    <a:pt x="71908" y="18612"/>
                    <a:pt x="70478" y="18351"/>
                  </a:cubicBezTo>
                  <a:cubicBezTo>
                    <a:pt x="70409" y="18336"/>
                    <a:pt x="70340" y="18331"/>
                    <a:pt x="70266" y="18317"/>
                  </a:cubicBezTo>
                  <a:cubicBezTo>
                    <a:pt x="60646" y="16518"/>
                    <a:pt x="51666" y="12220"/>
                    <a:pt x="44224" y="5857"/>
                  </a:cubicBezTo>
                  <a:cubicBezTo>
                    <a:pt x="39725" y="2011"/>
                    <a:pt x="34125" y="0"/>
                    <a:pt x="28498"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5037" name="Google Shape;5037;p63"/>
            <p:cNvSpPr/>
            <p:nvPr/>
          </p:nvSpPr>
          <p:spPr>
            <a:xfrm>
              <a:off x="2910083" y="2420918"/>
              <a:ext cx="327379" cy="312727"/>
            </a:xfrm>
            <a:custGeom>
              <a:avLst/>
              <a:gdLst/>
              <a:ahLst/>
              <a:cxnLst/>
              <a:rect l="l" t="t" r="r" b="b"/>
              <a:pathLst>
                <a:path w="101908" h="97347" extrusionOk="0">
                  <a:moveTo>
                    <a:pt x="53377" y="1"/>
                  </a:moveTo>
                  <a:cubicBezTo>
                    <a:pt x="52884" y="9843"/>
                    <a:pt x="49823" y="19390"/>
                    <a:pt x="44495" y="27689"/>
                  </a:cubicBezTo>
                  <a:lnTo>
                    <a:pt x="44490" y="27684"/>
                  </a:lnTo>
                  <a:cubicBezTo>
                    <a:pt x="37847" y="37980"/>
                    <a:pt x="27936" y="45964"/>
                    <a:pt x="16216" y="50163"/>
                  </a:cubicBezTo>
                  <a:cubicBezTo>
                    <a:pt x="6521" y="53638"/>
                    <a:pt x="1" y="62746"/>
                    <a:pt x="1" y="73041"/>
                  </a:cubicBezTo>
                  <a:cubicBezTo>
                    <a:pt x="1" y="86873"/>
                    <a:pt x="11336" y="97347"/>
                    <a:pt x="24173" y="97347"/>
                  </a:cubicBezTo>
                  <a:cubicBezTo>
                    <a:pt x="26820" y="97347"/>
                    <a:pt x="29530" y="96902"/>
                    <a:pt x="32219" y="95949"/>
                  </a:cubicBezTo>
                  <a:cubicBezTo>
                    <a:pt x="49306" y="89897"/>
                    <a:pt x="64347" y="79537"/>
                    <a:pt x="76048" y="66171"/>
                  </a:cubicBezTo>
                  <a:cubicBezTo>
                    <a:pt x="76329" y="65870"/>
                    <a:pt x="76609" y="65570"/>
                    <a:pt x="76881" y="65254"/>
                  </a:cubicBezTo>
                  <a:cubicBezTo>
                    <a:pt x="92548" y="46905"/>
                    <a:pt x="101267" y="23751"/>
                    <a:pt x="101907" y="1"/>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5038" name="Google Shape;5038;p63"/>
            <p:cNvSpPr/>
            <p:nvPr/>
          </p:nvSpPr>
          <p:spPr>
            <a:xfrm>
              <a:off x="2999034" y="2125384"/>
              <a:ext cx="238522" cy="411351"/>
            </a:xfrm>
            <a:custGeom>
              <a:avLst/>
              <a:gdLst/>
              <a:ahLst/>
              <a:cxnLst/>
              <a:rect l="l" t="t" r="r" b="b"/>
              <a:pathLst>
                <a:path w="74248" h="128047" extrusionOk="0">
                  <a:moveTo>
                    <a:pt x="24273" y="0"/>
                  </a:moveTo>
                  <a:lnTo>
                    <a:pt x="0" y="42036"/>
                  </a:lnTo>
                  <a:cubicBezTo>
                    <a:pt x="7521" y="46866"/>
                    <a:pt x="13775" y="53430"/>
                    <a:pt x="18236" y="61173"/>
                  </a:cubicBezTo>
                  <a:cubicBezTo>
                    <a:pt x="18694" y="61966"/>
                    <a:pt x="19128" y="62765"/>
                    <a:pt x="19542" y="63573"/>
                  </a:cubicBezTo>
                  <a:cubicBezTo>
                    <a:pt x="19601" y="63696"/>
                    <a:pt x="19665" y="63829"/>
                    <a:pt x="19729" y="63953"/>
                  </a:cubicBezTo>
                  <a:cubicBezTo>
                    <a:pt x="19970" y="64426"/>
                    <a:pt x="20202" y="64904"/>
                    <a:pt x="20429" y="65382"/>
                  </a:cubicBezTo>
                  <a:cubicBezTo>
                    <a:pt x="20557" y="65658"/>
                    <a:pt x="20685" y="65929"/>
                    <a:pt x="20808" y="66210"/>
                  </a:cubicBezTo>
                  <a:cubicBezTo>
                    <a:pt x="21079" y="66806"/>
                    <a:pt x="21346" y="67408"/>
                    <a:pt x="21592" y="68014"/>
                  </a:cubicBezTo>
                  <a:cubicBezTo>
                    <a:pt x="21676" y="68226"/>
                    <a:pt x="21755" y="68433"/>
                    <a:pt x="21838" y="68645"/>
                  </a:cubicBezTo>
                  <a:cubicBezTo>
                    <a:pt x="22036" y="69142"/>
                    <a:pt x="22223" y="69645"/>
                    <a:pt x="22405" y="70148"/>
                  </a:cubicBezTo>
                  <a:cubicBezTo>
                    <a:pt x="25816" y="79561"/>
                    <a:pt x="26649" y="89714"/>
                    <a:pt x="24815" y="99561"/>
                  </a:cubicBezTo>
                  <a:cubicBezTo>
                    <a:pt x="22952" y="109586"/>
                    <a:pt x="27738" y="119679"/>
                    <a:pt x="36570" y="124780"/>
                  </a:cubicBezTo>
                  <a:cubicBezTo>
                    <a:pt x="40441" y="127014"/>
                    <a:pt x="44590" y="128047"/>
                    <a:pt x="48651" y="128047"/>
                  </a:cubicBezTo>
                  <a:cubicBezTo>
                    <a:pt x="59837" y="128047"/>
                    <a:pt x="70356" y="120215"/>
                    <a:pt x="72558" y="108102"/>
                  </a:cubicBezTo>
                  <a:cubicBezTo>
                    <a:pt x="73686" y="101887"/>
                    <a:pt x="74248" y="95579"/>
                    <a:pt x="74248" y="89261"/>
                  </a:cubicBezTo>
                  <a:cubicBezTo>
                    <a:pt x="74243" y="71168"/>
                    <a:pt x="69655" y="54150"/>
                    <a:pt x="61577" y="39305"/>
                  </a:cubicBezTo>
                  <a:lnTo>
                    <a:pt x="61557" y="39315"/>
                  </a:lnTo>
                  <a:cubicBezTo>
                    <a:pt x="61123" y="38517"/>
                    <a:pt x="60680" y="37723"/>
                    <a:pt x="60222" y="36930"/>
                  </a:cubicBezTo>
                  <a:cubicBezTo>
                    <a:pt x="51178" y="21262"/>
                    <a:pt x="38694" y="8818"/>
                    <a:pt x="24273"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5039" name="Google Shape;5039;p63"/>
            <p:cNvSpPr/>
            <p:nvPr/>
          </p:nvSpPr>
          <p:spPr>
            <a:xfrm>
              <a:off x="2740849" y="2075876"/>
              <a:ext cx="419604" cy="217734"/>
            </a:xfrm>
            <a:custGeom>
              <a:avLst/>
              <a:gdLst/>
              <a:ahLst/>
              <a:cxnLst/>
              <a:rect l="l" t="t" r="r" b="b"/>
              <a:pathLst>
                <a:path w="130616" h="67777" extrusionOk="0">
                  <a:moveTo>
                    <a:pt x="49853" y="1"/>
                  </a:moveTo>
                  <a:cubicBezTo>
                    <a:pt x="32949" y="1"/>
                    <a:pt x="15828" y="4093"/>
                    <a:pt x="0" y="12696"/>
                  </a:cubicBezTo>
                  <a:lnTo>
                    <a:pt x="24263" y="54711"/>
                  </a:lnTo>
                  <a:cubicBezTo>
                    <a:pt x="32189" y="50621"/>
                    <a:pt x="40970" y="48497"/>
                    <a:pt x="49860" y="48497"/>
                  </a:cubicBezTo>
                  <a:cubicBezTo>
                    <a:pt x="50932" y="48497"/>
                    <a:pt x="52006" y="48528"/>
                    <a:pt x="53080" y="48590"/>
                  </a:cubicBezTo>
                  <a:cubicBezTo>
                    <a:pt x="53391" y="48605"/>
                    <a:pt x="53701" y="48630"/>
                    <a:pt x="54012" y="48649"/>
                  </a:cubicBezTo>
                  <a:cubicBezTo>
                    <a:pt x="54539" y="48689"/>
                    <a:pt x="55066" y="48728"/>
                    <a:pt x="55594" y="48782"/>
                  </a:cubicBezTo>
                  <a:cubicBezTo>
                    <a:pt x="55668" y="48792"/>
                    <a:pt x="55746" y="48802"/>
                    <a:pt x="55820" y="48807"/>
                  </a:cubicBezTo>
                  <a:cubicBezTo>
                    <a:pt x="57264" y="48960"/>
                    <a:pt x="58704" y="49172"/>
                    <a:pt x="60133" y="49433"/>
                  </a:cubicBezTo>
                  <a:cubicBezTo>
                    <a:pt x="60202" y="49448"/>
                    <a:pt x="60271" y="49453"/>
                    <a:pt x="60345" y="49462"/>
                  </a:cubicBezTo>
                  <a:cubicBezTo>
                    <a:pt x="69965" y="51266"/>
                    <a:pt x="78945" y="55564"/>
                    <a:pt x="86387" y="61927"/>
                  </a:cubicBezTo>
                  <a:cubicBezTo>
                    <a:pt x="90886" y="65767"/>
                    <a:pt x="96484" y="67777"/>
                    <a:pt x="102111" y="67777"/>
                  </a:cubicBezTo>
                  <a:cubicBezTo>
                    <a:pt x="106125" y="67777"/>
                    <a:pt x="110154" y="66754"/>
                    <a:pt x="113809" y="64642"/>
                  </a:cubicBezTo>
                  <a:lnTo>
                    <a:pt x="114420" y="64292"/>
                  </a:lnTo>
                  <a:cubicBezTo>
                    <a:pt x="128816" y="55983"/>
                    <a:pt x="130615" y="35958"/>
                    <a:pt x="117988" y="25140"/>
                  </a:cubicBezTo>
                  <a:cubicBezTo>
                    <a:pt x="102271" y="11685"/>
                    <a:pt x="82523" y="2809"/>
                    <a:pt x="60803" y="572"/>
                  </a:cubicBezTo>
                  <a:cubicBezTo>
                    <a:pt x="60596" y="552"/>
                    <a:pt x="60394" y="532"/>
                    <a:pt x="60192" y="513"/>
                  </a:cubicBezTo>
                  <a:cubicBezTo>
                    <a:pt x="59808" y="473"/>
                    <a:pt x="59423" y="439"/>
                    <a:pt x="59039" y="404"/>
                  </a:cubicBezTo>
                  <a:cubicBezTo>
                    <a:pt x="58531" y="360"/>
                    <a:pt x="58023" y="320"/>
                    <a:pt x="57511" y="281"/>
                  </a:cubicBezTo>
                  <a:lnTo>
                    <a:pt x="57171" y="256"/>
                  </a:lnTo>
                  <a:cubicBezTo>
                    <a:pt x="54739" y="86"/>
                    <a:pt x="52298" y="1"/>
                    <a:pt x="4985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040" name="Google Shape;5040;p63"/>
            <p:cNvSpPr/>
            <p:nvPr/>
          </p:nvSpPr>
          <p:spPr>
            <a:xfrm>
              <a:off x="2565167" y="2090625"/>
              <a:ext cx="327379" cy="312740"/>
            </a:xfrm>
            <a:custGeom>
              <a:avLst/>
              <a:gdLst/>
              <a:ahLst/>
              <a:cxnLst/>
              <a:rect l="l" t="t" r="r" b="b"/>
              <a:pathLst>
                <a:path w="101908" h="97351" extrusionOk="0">
                  <a:moveTo>
                    <a:pt x="77732" y="1"/>
                  </a:moveTo>
                  <a:cubicBezTo>
                    <a:pt x="75086" y="1"/>
                    <a:pt x="72377" y="446"/>
                    <a:pt x="69690" y="1397"/>
                  </a:cubicBezTo>
                  <a:cubicBezTo>
                    <a:pt x="52607" y="7449"/>
                    <a:pt x="37561" y="17814"/>
                    <a:pt x="25865" y="31175"/>
                  </a:cubicBezTo>
                  <a:cubicBezTo>
                    <a:pt x="25580" y="31476"/>
                    <a:pt x="25299" y="31776"/>
                    <a:pt x="25028" y="32097"/>
                  </a:cubicBezTo>
                  <a:cubicBezTo>
                    <a:pt x="9365" y="50441"/>
                    <a:pt x="646" y="73600"/>
                    <a:pt x="1" y="97350"/>
                  </a:cubicBezTo>
                  <a:lnTo>
                    <a:pt x="48536" y="97350"/>
                  </a:lnTo>
                  <a:cubicBezTo>
                    <a:pt x="49024" y="87503"/>
                    <a:pt x="52085" y="77956"/>
                    <a:pt x="57413" y="69662"/>
                  </a:cubicBezTo>
                  <a:lnTo>
                    <a:pt x="57418" y="69662"/>
                  </a:lnTo>
                  <a:cubicBezTo>
                    <a:pt x="64061" y="59371"/>
                    <a:pt x="73977" y="51382"/>
                    <a:pt x="85697" y="47183"/>
                  </a:cubicBezTo>
                  <a:cubicBezTo>
                    <a:pt x="95382" y="43708"/>
                    <a:pt x="101907" y="34605"/>
                    <a:pt x="101907" y="24310"/>
                  </a:cubicBezTo>
                  <a:cubicBezTo>
                    <a:pt x="101907" y="10473"/>
                    <a:pt x="90570" y="1"/>
                    <a:pt x="77732"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5041" name="Google Shape;5041;p63"/>
            <p:cNvSpPr/>
            <p:nvPr/>
          </p:nvSpPr>
          <p:spPr>
            <a:xfrm>
              <a:off x="2565073" y="2287538"/>
              <a:ext cx="218572" cy="409555"/>
            </a:xfrm>
            <a:custGeom>
              <a:avLst/>
              <a:gdLst/>
              <a:ahLst/>
              <a:cxnLst/>
              <a:rect l="l" t="t" r="r" b="b"/>
              <a:pathLst>
                <a:path w="68038" h="127488" extrusionOk="0">
                  <a:moveTo>
                    <a:pt x="25598" y="0"/>
                  </a:moveTo>
                  <a:cubicBezTo>
                    <a:pt x="14413" y="0"/>
                    <a:pt x="3897" y="7831"/>
                    <a:pt x="1695" y="19943"/>
                  </a:cubicBezTo>
                  <a:cubicBezTo>
                    <a:pt x="567" y="26163"/>
                    <a:pt x="0" y="32466"/>
                    <a:pt x="5" y="38785"/>
                  </a:cubicBezTo>
                  <a:cubicBezTo>
                    <a:pt x="5" y="56877"/>
                    <a:pt x="4598" y="73900"/>
                    <a:pt x="12676" y="88745"/>
                  </a:cubicBezTo>
                  <a:lnTo>
                    <a:pt x="12696" y="88735"/>
                  </a:lnTo>
                  <a:cubicBezTo>
                    <a:pt x="13125" y="89533"/>
                    <a:pt x="13568" y="90327"/>
                    <a:pt x="14027" y="91120"/>
                  </a:cubicBezTo>
                  <a:cubicBezTo>
                    <a:pt x="22888" y="106463"/>
                    <a:pt x="35052" y="118705"/>
                    <a:pt x="49093" y="127488"/>
                  </a:cubicBezTo>
                  <a:cubicBezTo>
                    <a:pt x="44721" y="124742"/>
                    <a:pt x="40552" y="121677"/>
                    <a:pt x="36634" y="118316"/>
                  </a:cubicBezTo>
                  <a:cubicBezTo>
                    <a:pt x="24002" y="107503"/>
                    <a:pt x="25801" y="87473"/>
                    <a:pt x="40197" y="79164"/>
                  </a:cubicBezTo>
                  <a:lnTo>
                    <a:pt x="40808" y="78809"/>
                  </a:lnTo>
                  <a:cubicBezTo>
                    <a:pt x="44459" y="76702"/>
                    <a:pt x="48483" y="75681"/>
                    <a:pt x="52492" y="75681"/>
                  </a:cubicBezTo>
                  <a:cubicBezTo>
                    <a:pt x="58042" y="75681"/>
                    <a:pt x="63566" y="77637"/>
                    <a:pt x="68038" y="81377"/>
                  </a:cubicBezTo>
                  <a:cubicBezTo>
                    <a:pt x="63238" y="77256"/>
                    <a:pt x="59172" y="72353"/>
                    <a:pt x="56017" y="66877"/>
                  </a:cubicBezTo>
                  <a:cubicBezTo>
                    <a:pt x="55559" y="66083"/>
                    <a:pt x="55120" y="65280"/>
                    <a:pt x="54706" y="64472"/>
                  </a:cubicBezTo>
                  <a:cubicBezTo>
                    <a:pt x="54647" y="64349"/>
                    <a:pt x="54583" y="64221"/>
                    <a:pt x="54519" y="64092"/>
                  </a:cubicBezTo>
                  <a:cubicBezTo>
                    <a:pt x="54278" y="63619"/>
                    <a:pt x="54046" y="63141"/>
                    <a:pt x="53824" y="62663"/>
                  </a:cubicBezTo>
                  <a:cubicBezTo>
                    <a:pt x="53691" y="62392"/>
                    <a:pt x="53568" y="62116"/>
                    <a:pt x="53440" y="61840"/>
                  </a:cubicBezTo>
                  <a:cubicBezTo>
                    <a:pt x="53169" y="61239"/>
                    <a:pt x="52907" y="60637"/>
                    <a:pt x="52656" y="60031"/>
                  </a:cubicBezTo>
                  <a:cubicBezTo>
                    <a:pt x="52572" y="59824"/>
                    <a:pt x="52493" y="59612"/>
                    <a:pt x="52410" y="59400"/>
                  </a:cubicBezTo>
                  <a:cubicBezTo>
                    <a:pt x="52217" y="58903"/>
                    <a:pt x="52025" y="58400"/>
                    <a:pt x="51843" y="57902"/>
                  </a:cubicBezTo>
                  <a:cubicBezTo>
                    <a:pt x="48437" y="48484"/>
                    <a:pt x="47604" y="38331"/>
                    <a:pt x="49433" y="28484"/>
                  </a:cubicBezTo>
                  <a:cubicBezTo>
                    <a:pt x="51301" y="18459"/>
                    <a:pt x="46515" y="8366"/>
                    <a:pt x="37683" y="3270"/>
                  </a:cubicBezTo>
                  <a:cubicBezTo>
                    <a:pt x="33811" y="1033"/>
                    <a:pt x="29660" y="0"/>
                    <a:pt x="25598"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grpSp>
      <p:grpSp>
        <p:nvGrpSpPr>
          <p:cNvPr id="5042" name="Google Shape;5042;p63"/>
          <p:cNvGrpSpPr/>
          <p:nvPr/>
        </p:nvGrpSpPr>
        <p:grpSpPr>
          <a:xfrm>
            <a:off x="7532123" y="4979893"/>
            <a:ext cx="584472" cy="849772"/>
            <a:chOff x="1697726" y="3244179"/>
            <a:chExt cx="788124" cy="1146069"/>
          </a:xfrm>
        </p:grpSpPr>
        <p:sp>
          <p:nvSpPr>
            <p:cNvPr id="5043" name="Google Shape;5043;p63"/>
            <p:cNvSpPr/>
            <p:nvPr/>
          </p:nvSpPr>
          <p:spPr>
            <a:xfrm>
              <a:off x="1697726" y="3244179"/>
              <a:ext cx="788124" cy="1146069"/>
            </a:xfrm>
            <a:custGeom>
              <a:avLst/>
              <a:gdLst/>
              <a:ahLst/>
              <a:cxnLst/>
              <a:rect l="l" t="t" r="r" b="b"/>
              <a:pathLst>
                <a:path w="30365" h="44156" extrusionOk="0">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5044" name="Google Shape;5044;p63"/>
            <p:cNvSpPr/>
            <p:nvPr/>
          </p:nvSpPr>
          <p:spPr>
            <a:xfrm>
              <a:off x="1743302" y="4053603"/>
              <a:ext cx="291293" cy="291267"/>
            </a:xfrm>
            <a:custGeom>
              <a:avLst/>
              <a:gdLst/>
              <a:ahLst/>
              <a:cxnLst/>
              <a:rect l="l" t="t" r="r" b="b"/>
              <a:pathLst>
                <a:path w="11223" h="11222" extrusionOk="0">
                  <a:moveTo>
                    <a:pt x="1" y="0"/>
                  </a:moveTo>
                  <a:lnTo>
                    <a:pt x="1" y="11222"/>
                  </a:lnTo>
                  <a:lnTo>
                    <a:pt x="11222" y="11222"/>
                  </a:lnTo>
                  <a:lnTo>
                    <a:pt x="11222" y="0"/>
                  </a:ln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sp>
        <p:nvSpPr>
          <p:cNvPr id="5045" name="Google Shape;5045;p63"/>
          <p:cNvSpPr/>
          <p:nvPr/>
        </p:nvSpPr>
        <p:spPr>
          <a:xfrm>
            <a:off x="10861801" y="4830271"/>
            <a:ext cx="272" cy="5"/>
          </a:xfrm>
          <a:custGeom>
            <a:avLst/>
            <a:gdLst/>
            <a:ahLst/>
            <a:cxnLst/>
            <a:rect l="l" t="t" r="r" b="b"/>
            <a:pathLst>
              <a:path w="48" h="1" extrusionOk="0">
                <a:moveTo>
                  <a:pt x="48" y="0"/>
                </a:moveTo>
                <a:lnTo>
                  <a:pt x="1"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grpSp>
        <p:nvGrpSpPr>
          <p:cNvPr id="5046" name="Google Shape;5046;p63"/>
          <p:cNvGrpSpPr/>
          <p:nvPr/>
        </p:nvGrpSpPr>
        <p:grpSpPr>
          <a:xfrm>
            <a:off x="10200409" y="2751043"/>
            <a:ext cx="1066087" cy="893709"/>
            <a:chOff x="7617850" y="2063282"/>
            <a:chExt cx="799565" cy="670282"/>
          </a:xfrm>
        </p:grpSpPr>
        <p:cxnSp>
          <p:nvCxnSpPr>
            <p:cNvPr id="5047" name="Google Shape;5047;p63"/>
            <p:cNvCxnSpPr/>
            <p:nvPr/>
          </p:nvCxnSpPr>
          <p:spPr>
            <a:xfrm rot="5400000" flipH="1">
              <a:off x="7629118" y="210471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5048" name="Google Shape;5048;p63"/>
            <p:cNvCxnSpPr/>
            <p:nvPr/>
          </p:nvCxnSpPr>
          <p:spPr>
            <a:xfrm rot="-5400000">
              <a:off x="8276270" y="210471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5049" name="Google Shape;5049;p63"/>
            <p:cNvCxnSpPr/>
            <p:nvPr/>
          </p:nvCxnSpPr>
          <p:spPr>
            <a:xfrm rot="5400000">
              <a:off x="7629118" y="261296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5050" name="Google Shape;5050;p63"/>
            <p:cNvCxnSpPr/>
            <p:nvPr/>
          </p:nvCxnSpPr>
          <p:spPr>
            <a:xfrm rot="-5400000" flipH="1">
              <a:off x="8276270" y="261296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5051" name="Google Shape;5051;p63"/>
            <p:cNvCxnSpPr/>
            <p:nvPr/>
          </p:nvCxnSpPr>
          <p:spPr>
            <a:xfrm rot="10800000">
              <a:off x="7617850" y="2393356"/>
              <a:ext cx="83400" cy="0"/>
            </a:xfrm>
            <a:prstGeom prst="straightConnector1">
              <a:avLst/>
            </a:prstGeom>
            <a:noFill/>
            <a:ln w="9525" cap="flat" cmpd="sng">
              <a:solidFill>
                <a:srgbClr val="667E92"/>
              </a:solidFill>
              <a:prstDash val="solid"/>
              <a:round/>
              <a:headEnd type="none" w="med" len="med"/>
              <a:tailEnd type="none" w="med" len="med"/>
            </a:ln>
          </p:spPr>
        </p:cxnSp>
        <p:cxnSp>
          <p:nvCxnSpPr>
            <p:cNvPr id="5052" name="Google Shape;5052;p63"/>
            <p:cNvCxnSpPr/>
            <p:nvPr/>
          </p:nvCxnSpPr>
          <p:spPr>
            <a:xfrm rot="10800000">
              <a:off x="8334015" y="2393356"/>
              <a:ext cx="83400" cy="0"/>
            </a:xfrm>
            <a:prstGeom prst="straightConnector1">
              <a:avLst/>
            </a:prstGeom>
            <a:noFill/>
            <a:ln w="9525" cap="flat" cmpd="sng">
              <a:solidFill>
                <a:srgbClr val="667E92"/>
              </a:solidFill>
              <a:prstDash val="solid"/>
              <a:round/>
              <a:headEnd type="none" w="med" len="med"/>
              <a:tailEnd type="none" w="med" len="med"/>
            </a:ln>
          </p:spPr>
        </p:cxnSp>
        <p:grpSp>
          <p:nvGrpSpPr>
            <p:cNvPr id="5053" name="Google Shape;5053;p63"/>
            <p:cNvGrpSpPr/>
            <p:nvPr/>
          </p:nvGrpSpPr>
          <p:grpSpPr>
            <a:xfrm>
              <a:off x="7734309" y="2063282"/>
              <a:ext cx="570957" cy="620095"/>
              <a:chOff x="7734309" y="2063282"/>
              <a:chExt cx="570957" cy="620095"/>
            </a:xfrm>
          </p:grpSpPr>
          <p:grpSp>
            <p:nvGrpSpPr>
              <p:cNvPr id="5054" name="Google Shape;5054;p63"/>
              <p:cNvGrpSpPr/>
              <p:nvPr/>
            </p:nvGrpSpPr>
            <p:grpSpPr>
              <a:xfrm>
                <a:off x="8031573" y="2063282"/>
                <a:ext cx="273693" cy="620095"/>
                <a:chOff x="8031573" y="2063282"/>
                <a:chExt cx="273693" cy="620095"/>
              </a:xfrm>
            </p:grpSpPr>
            <p:sp>
              <p:nvSpPr>
                <p:cNvPr id="5055" name="Google Shape;5055;p63"/>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5056" name="Google Shape;5056;p63"/>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5057" name="Google Shape;5057;p63"/>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5058" name="Google Shape;5058;p63"/>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grpSp>
          <p:grpSp>
            <p:nvGrpSpPr>
              <p:cNvPr id="5059" name="Google Shape;5059;p63"/>
              <p:cNvGrpSpPr/>
              <p:nvPr/>
            </p:nvGrpSpPr>
            <p:grpSpPr>
              <a:xfrm flipH="1">
                <a:off x="7734309" y="2063282"/>
                <a:ext cx="273693" cy="620095"/>
                <a:chOff x="8031573" y="2063282"/>
                <a:chExt cx="273693" cy="620095"/>
              </a:xfrm>
            </p:grpSpPr>
            <p:sp>
              <p:nvSpPr>
                <p:cNvPr id="5060" name="Google Shape;5060;p63"/>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5061" name="Google Shape;5061;p63"/>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5062" name="Google Shape;5062;p63"/>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5063" name="Google Shape;5063;p63"/>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grpSp>
        </p:grpSp>
      </p:grpSp>
      <p:sp>
        <p:nvSpPr>
          <p:cNvPr id="5064" name="Google Shape;5064;p63"/>
          <p:cNvSpPr/>
          <p:nvPr/>
        </p:nvSpPr>
        <p:spPr>
          <a:xfrm>
            <a:off x="9480748" y="5007163"/>
            <a:ext cx="744989" cy="822503"/>
          </a:xfrm>
          <a:custGeom>
            <a:avLst/>
            <a:gdLst/>
            <a:ahLst/>
            <a:cxnLst/>
            <a:rect l="l" t="t" r="r" b="b"/>
            <a:pathLst>
              <a:path w="4733" h="5225" extrusionOk="0">
                <a:moveTo>
                  <a:pt x="346" y="0"/>
                </a:moveTo>
                <a:cubicBezTo>
                  <a:pt x="148" y="0"/>
                  <a:pt x="1" y="148"/>
                  <a:pt x="1" y="333"/>
                </a:cubicBezTo>
                <a:lnTo>
                  <a:pt x="1" y="4423"/>
                </a:lnTo>
                <a:cubicBezTo>
                  <a:pt x="1" y="4608"/>
                  <a:pt x="148" y="4756"/>
                  <a:pt x="346" y="4756"/>
                </a:cubicBezTo>
                <a:lnTo>
                  <a:pt x="2046" y="4756"/>
                </a:lnTo>
                <a:lnTo>
                  <a:pt x="2366" y="5224"/>
                </a:lnTo>
                <a:lnTo>
                  <a:pt x="2674" y="4756"/>
                </a:lnTo>
                <a:lnTo>
                  <a:pt x="4387" y="4756"/>
                </a:lnTo>
                <a:cubicBezTo>
                  <a:pt x="4394" y="4757"/>
                  <a:pt x="4400" y="4757"/>
                  <a:pt x="4407" y="4757"/>
                </a:cubicBezTo>
                <a:cubicBezTo>
                  <a:pt x="4583" y="4757"/>
                  <a:pt x="4732" y="4602"/>
                  <a:pt x="4732" y="4423"/>
                </a:cubicBezTo>
                <a:lnTo>
                  <a:pt x="4732" y="333"/>
                </a:lnTo>
                <a:cubicBezTo>
                  <a:pt x="4732" y="148"/>
                  <a:pt x="4572" y="0"/>
                  <a:pt x="4387" y="0"/>
                </a:cubicBezTo>
                <a:close/>
              </a:path>
            </a:pathLst>
          </a:custGeom>
          <a:solidFill>
            <a:srgbClr val="A5B7C6"/>
          </a:solidFill>
          <a:ln>
            <a:noFill/>
          </a:ln>
        </p:spPr>
        <p:txBody>
          <a:bodyPr spcFirstLastPara="1" wrap="square" lIns="121900" tIns="121900" rIns="121900" bIns="121900" anchor="ctr" anchorCtr="0">
            <a:noAutofit/>
          </a:bodyPr>
          <a:lstStyle/>
          <a:p>
            <a:endParaRPr sz="2400"/>
          </a:p>
        </p:txBody>
      </p:sp>
      <p:sp>
        <p:nvSpPr>
          <p:cNvPr id="5065" name="Google Shape;5065;p63"/>
          <p:cNvSpPr/>
          <p:nvPr/>
        </p:nvSpPr>
        <p:spPr>
          <a:xfrm rot="10800000">
            <a:off x="8795658" y="5003715"/>
            <a:ext cx="541481" cy="825949"/>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5066" name="Google Shape;5066;p63"/>
          <p:cNvGrpSpPr/>
          <p:nvPr/>
        </p:nvGrpSpPr>
        <p:grpSpPr>
          <a:xfrm>
            <a:off x="10449218" y="3889020"/>
            <a:ext cx="803423" cy="802512"/>
            <a:chOff x="1186975" y="238125"/>
            <a:chExt cx="5244275" cy="5238325"/>
          </a:xfrm>
        </p:grpSpPr>
        <p:sp>
          <p:nvSpPr>
            <p:cNvPr id="5067" name="Google Shape;5067;p63"/>
            <p:cNvSpPr/>
            <p:nvPr/>
          </p:nvSpPr>
          <p:spPr>
            <a:xfrm>
              <a:off x="1188450" y="238125"/>
              <a:ext cx="3198750" cy="2628625"/>
            </a:xfrm>
            <a:custGeom>
              <a:avLst/>
              <a:gdLst/>
              <a:ahLst/>
              <a:cxnLst/>
              <a:rect l="l" t="t" r="r" b="b"/>
              <a:pathLst>
                <a:path w="127950" h="105145" extrusionOk="0">
                  <a:moveTo>
                    <a:pt x="18697" y="0"/>
                  </a:moveTo>
                  <a:cubicBezTo>
                    <a:pt x="8371" y="0"/>
                    <a:pt x="1" y="8371"/>
                    <a:pt x="1" y="18697"/>
                  </a:cubicBezTo>
                  <a:lnTo>
                    <a:pt x="1" y="105145"/>
                  </a:lnTo>
                  <a:lnTo>
                    <a:pt x="36857" y="105145"/>
                  </a:lnTo>
                  <a:cubicBezTo>
                    <a:pt x="35719" y="102283"/>
                    <a:pt x="35385" y="99165"/>
                    <a:pt x="35897" y="96130"/>
                  </a:cubicBezTo>
                  <a:cubicBezTo>
                    <a:pt x="37137" y="88648"/>
                    <a:pt x="43398" y="82793"/>
                    <a:pt x="50957" y="82096"/>
                  </a:cubicBezTo>
                  <a:cubicBezTo>
                    <a:pt x="51501" y="82045"/>
                    <a:pt x="52041" y="82020"/>
                    <a:pt x="52575" y="82020"/>
                  </a:cubicBezTo>
                  <a:cubicBezTo>
                    <a:pt x="61906" y="82020"/>
                    <a:pt x="69475" y="89593"/>
                    <a:pt x="69475" y="98926"/>
                  </a:cubicBezTo>
                  <a:cubicBezTo>
                    <a:pt x="69475" y="101055"/>
                    <a:pt x="69070" y="103165"/>
                    <a:pt x="68283" y="105145"/>
                  </a:cubicBezTo>
                  <a:lnTo>
                    <a:pt x="105145" y="105145"/>
                  </a:lnTo>
                  <a:lnTo>
                    <a:pt x="105145" y="68419"/>
                  </a:lnTo>
                  <a:cubicBezTo>
                    <a:pt x="106958" y="69088"/>
                    <a:pt x="108908" y="69476"/>
                    <a:pt x="110955" y="69476"/>
                  </a:cubicBezTo>
                  <a:cubicBezTo>
                    <a:pt x="111990" y="69476"/>
                    <a:pt x="113050" y="69377"/>
                    <a:pt x="114130" y="69164"/>
                  </a:cubicBezTo>
                  <a:cubicBezTo>
                    <a:pt x="121952" y="67632"/>
                    <a:pt x="127801" y="60687"/>
                    <a:pt x="127866" y="52715"/>
                  </a:cubicBezTo>
                  <a:cubicBezTo>
                    <a:pt x="127950" y="43313"/>
                    <a:pt x="120348" y="35664"/>
                    <a:pt x="110964" y="35664"/>
                  </a:cubicBezTo>
                  <a:cubicBezTo>
                    <a:pt x="108979" y="35670"/>
                    <a:pt x="107005" y="36028"/>
                    <a:pt x="105145" y="36720"/>
                  </a:cubicBezTo>
                  <a:lnTo>
                    <a:pt x="105145" y="0"/>
                  </a:ln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5068" name="Google Shape;5068;p63"/>
            <p:cNvSpPr/>
            <p:nvPr/>
          </p:nvSpPr>
          <p:spPr>
            <a:xfrm>
              <a:off x="1186975" y="2279750"/>
              <a:ext cx="2628625" cy="3196700"/>
            </a:xfrm>
            <a:custGeom>
              <a:avLst/>
              <a:gdLst/>
              <a:ahLst/>
              <a:cxnLst/>
              <a:rect l="l" t="t" r="r" b="b"/>
              <a:pathLst>
                <a:path w="105145" h="127868" extrusionOk="0">
                  <a:moveTo>
                    <a:pt x="52573" y="1"/>
                  </a:moveTo>
                  <a:cubicBezTo>
                    <a:pt x="43236" y="1"/>
                    <a:pt x="35664" y="7567"/>
                    <a:pt x="35664" y="16910"/>
                  </a:cubicBezTo>
                  <a:cubicBezTo>
                    <a:pt x="35670" y="18895"/>
                    <a:pt x="36028" y="20862"/>
                    <a:pt x="36720" y="22722"/>
                  </a:cubicBezTo>
                  <a:lnTo>
                    <a:pt x="0" y="22722"/>
                  </a:lnTo>
                  <a:lnTo>
                    <a:pt x="0" y="110011"/>
                  </a:lnTo>
                  <a:cubicBezTo>
                    <a:pt x="0" y="119872"/>
                    <a:pt x="7995" y="127867"/>
                    <a:pt x="17862" y="127867"/>
                  </a:cubicBezTo>
                  <a:lnTo>
                    <a:pt x="105145" y="127867"/>
                  </a:lnTo>
                  <a:lnTo>
                    <a:pt x="105145" y="91010"/>
                  </a:lnTo>
                  <a:cubicBezTo>
                    <a:pt x="103158" y="91801"/>
                    <a:pt x="101044" y="92206"/>
                    <a:pt x="98916" y="92206"/>
                  </a:cubicBezTo>
                  <a:cubicBezTo>
                    <a:pt x="98350" y="92206"/>
                    <a:pt x="97782" y="92177"/>
                    <a:pt x="97215" y="92119"/>
                  </a:cubicBezTo>
                  <a:cubicBezTo>
                    <a:pt x="88869" y="91267"/>
                    <a:pt x="82269" y="84184"/>
                    <a:pt x="82024" y="75802"/>
                  </a:cubicBezTo>
                  <a:cubicBezTo>
                    <a:pt x="81744" y="66233"/>
                    <a:pt x="89417" y="58393"/>
                    <a:pt x="98920" y="58393"/>
                  </a:cubicBezTo>
                  <a:cubicBezTo>
                    <a:pt x="101055" y="58393"/>
                    <a:pt x="103159" y="58792"/>
                    <a:pt x="105139" y="59585"/>
                  </a:cubicBezTo>
                  <a:lnTo>
                    <a:pt x="105139" y="22728"/>
                  </a:lnTo>
                  <a:lnTo>
                    <a:pt x="68419" y="22728"/>
                  </a:lnTo>
                  <a:cubicBezTo>
                    <a:pt x="69427" y="19992"/>
                    <a:pt x="69796" y="16951"/>
                    <a:pt x="69164" y="13738"/>
                  </a:cubicBezTo>
                  <a:cubicBezTo>
                    <a:pt x="67632" y="5922"/>
                    <a:pt x="60686" y="73"/>
                    <a:pt x="52715" y="2"/>
                  </a:cubicBezTo>
                  <a:cubicBezTo>
                    <a:pt x="52668" y="1"/>
                    <a:pt x="52620" y="1"/>
                    <a:pt x="52573"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5069" name="Google Shape;5069;p63"/>
            <p:cNvSpPr/>
            <p:nvPr/>
          </p:nvSpPr>
          <p:spPr>
            <a:xfrm>
              <a:off x="3802600" y="239450"/>
              <a:ext cx="2628650" cy="3196825"/>
            </a:xfrm>
            <a:custGeom>
              <a:avLst/>
              <a:gdLst/>
              <a:ahLst/>
              <a:cxnLst/>
              <a:rect l="l" t="t" r="r" b="b"/>
              <a:pathLst>
                <a:path w="105146" h="127873" extrusionOk="0">
                  <a:moveTo>
                    <a:pt x="1" y="1"/>
                  </a:moveTo>
                  <a:lnTo>
                    <a:pt x="1" y="36857"/>
                  </a:lnTo>
                  <a:cubicBezTo>
                    <a:pt x="1988" y="36066"/>
                    <a:pt x="4101" y="35662"/>
                    <a:pt x="6229" y="35662"/>
                  </a:cubicBezTo>
                  <a:cubicBezTo>
                    <a:pt x="6796" y="35662"/>
                    <a:pt x="7364" y="35691"/>
                    <a:pt x="7930" y="35748"/>
                  </a:cubicBezTo>
                  <a:cubicBezTo>
                    <a:pt x="16277" y="36595"/>
                    <a:pt x="22877" y="43684"/>
                    <a:pt x="23121" y="52066"/>
                  </a:cubicBezTo>
                  <a:cubicBezTo>
                    <a:pt x="23396" y="61635"/>
                    <a:pt x="15722" y="69481"/>
                    <a:pt x="6219" y="69481"/>
                  </a:cubicBezTo>
                  <a:cubicBezTo>
                    <a:pt x="4091" y="69475"/>
                    <a:pt x="1980" y="69076"/>
                    <a:pt x="1" y="68289"/>
                  </a:cubicBezTo>
                  <a:lnTo>
                    <a:pt x="1" y="105145"/>
                  </a:lnTo>
                  <a:lnTo>
                    <a:pt x="36720" y="105145"/>
                  </a:lnTo>
                  <a:cubicBezTo>
                    <a:pt x="35719" y="107882"/>
                    <a:pt x="35343" y="110916"/>
                    <a:pt x="35975" y="114130"/>
                  </a:cubicBezTo>
                  <a:cubicBezTo>
                    <a:pt x="37513" y="121952"/>
                    <a:pt x="44459" y="127801"/>
                    <a:pt x="52424" y="127872"/>
                  </a:cubicBezTo>
                  <a:cubicBezTo>
                    <a:pt x="52472" y="127873"/>
                    <a:pt x="52519" y="127873"/>
                    <a:pt x="52567" y="127873"/>
                  </a:cubicBezTo>
                  <a:cubicBezTo>
                    <a:pt x="61909" y="127873"/>
                    <a:pt x="69481" y="120301"/>
                    <a:pt x="69481" y="110964"/>
                  </a:cubicBezTo>
                  <a:cubicBezTo>
                    <a:pt x="69475" y="108979"/>
                    <a:pt x="69118" y="107005"/>
                    <a:pt x="68426" y="105145"/>
                  </a:cubicBezTo>
                  <a:lnTo>
                    <a:pt x="105145" y="105145"/>
                  </a:lnTo>
                  <a:lnTo>
                    <a:pt x="105145" y="16354"/>
                  </a:lnTo>
                  <a:cubicBezTo>
                    <a:pt x="105140" y="7328"/>
                    <a:pt x="97818" y="1"/>
                    <a:pt x="88786"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070" name="Google Shape;5070;p63"/>
            <p:cNvSpPr/>
            <p:nvPr/>
          </p:nvSpPr>
          <p:spPr>
            <a:xfrm>
              <a:off x="3232500" y="2847950"/>
              <a:ext cx="3198600" cy="2628500"/>
            </a:xfrm>
            <a:custGeom>
              <a:avLst/>
              <a:gdLst/>
              <a:ahLst/>
              <a:cxnLst/>
              <a:rect l="l" t="t" r="r" b="b"/>
              <a:pathLst>
                <a:path w="127944" h="105140" extrusionOk="0">
                  <a:moveTo>
                    <a:pt x="22805" y="0"/>
                  </a:moveTo>
                  <a:lnTo>
                    <a:pt x="22805" y="36720"/>
                  </a:lnTo>
                  <a:cubicBezTo>
                    <a:pt x="20992" y="36051"/>
                    <a:pt x="19042" y="35663"/>
                    <a:pt x="16995" y="35663"/>
                  </a:cubicBezTo>
                  <a:cubicBezTo>
                    <a:pt x="15960" y="35663"/>
                    <a:pt x="14900" y="35762"/>
                    <a:pt x="13820" y="35975"/>
                  </a:cubicBezTo>
                  <a:cubicBezTo>
                    <a:pt x="5998" y="37513"/>
                    <a:pt x="150" y="44453"/>
                    <a:pt x="78" y="52424"/>
                  </a:cubicBezTo>
                  <a:cubicBezTo>
                    <a:pt x="1" y="61826"/>
                    <a:pt x="7602" y="69481"/>
                    <a:pt x="16986" y="69481"/>
                  </a:cubicBezTo>
                  <a:cubicBezTo>
                    <a:pt x="18971" y="69475"/>
                    <a:pt x="20945" y="69117"/>
                    <a:pt x="22805" y="68420"/>
                  </a:cubicBezTo>
                  <a:lnTo>
                    <a:pt x="22805" y="105139"/>
                  </a:lnTo>
                  <a:lnTo>
                    <a:pt x="108943" y="105139"/>
                  </a:lnTo>
                  <a:cubicBezTo>
                    <a:pt x="119436" y="105139"/>
                    <a:pt x="127944" y="96631"/>
                    <a:pt x="127944" y="86138"/>
                  </a:cubicBezTo>
                  <a:lnTo>
                    <a:pt x="127944" y="0"/>
                  </a:lnTo>
                  <a:lnTo>
                    <a:pt x="91087" y="0"/>
                  </a:lnTo>
                  <a:cubicBezTo>
                    <a:pt x="92088" y="2510"/>
                    <a:pt x="92470" y="5235"/>
                    <a:pt x="92196" y="7924"/>
                  </a:cubicBezTo>
                  <a:cubicBezTo>
                    <a:pt x="91343" y="16271"/>
                    <a:pt x="84260" y="22870"/>
                    <a:pt x="75878" y="23115"/>
                  </a:cubicBezTo>
                  <a:cubicBezTo>
                    <a:pt x="75708" y="23120"/>
                    <a:pt x="75539" y="23122"/>
                    <a:pt x="75370" y="23122"/>
                  </a:cubicBezTo>
                  <a:cubicBezTo>
                    <a:pt x="66033" y="23122"/>
                    <a:pt x="58469" y="15553"/>
                    <a:pt x="58469" y="6219"/>
                  </a:cubicBezTo>
                  <a:cubicBezTo>
                    <a:pt x="58469" y="4084"/>
                    <a:pt x="58869" y="1980"/>
                    <a:pt x="59662" y="0"/>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grpSp>
      <p:grpSp>
        <p:nvGrpSpPr>
          <p:cNvPr id="5071" name="Google Shape;5071;p63"/>
          <p:cNvGrpSpPr/>
          <p:nvPr/>
        </p:nvGrpSpPr>
        <p:grpSpPr>
          <a:xfrm>
            <a:off x="4372867" y="2741665"/>
            <a:ext cx="869131" cy="916451"/>
            <a:chOff x="3400515" y="2056248"/>
            <a:chExt cx="698134" cy="735987"/>
          </a:xfrm>
        </p:grpSpPr>
        <p:grpSp>
          <p:nvGrpSpPr>
            <p:cNvPr id="5072" name="Google Shape;5072;p63"/>
            <p:cNvGrpSpPr/>
            <p:nvPr/>
          </p:nvGrpSpPr>
          <p:grpSpPr>
            <a:xfrm>
              <a:off x="3400515" y="2283913"/>
              <a:ext cx="312919" cy="219900"/>
              <a:chOff x="3400515" y="2283913"/>
              <a:chExt cx="312919" cy="219900"/>
            </a:xfrm>
          </p:grpSpPr>
          <p:sp>
            <p:nvSpPr>
              <p:cNvPr id="5073" name="Google Shape;5073;p63"/>
              <p:cNvSpPr/>
              <p:nvPr/>
            </p:nvSpPr>
            <p:spPr>
              <a:xfrm>
                <a:off x="3493534" y="2283913"/>
                <a:ext cx="219900" cy="219900"/>
              </a:xfrm>
              <a:prstGeom prst="ellipse">
                <a:avLst/>
              </a:prstGeom>
              <a:solidFill>
                <a:srgbClr val="435D74"/>
              </a:solidFill>
              <a:ln>
                <a:noFill/>
              </a:ln>
            </p:spPr>
            <p:txBody>
              <a:bodyPr spcFirstLastPara="1" wrap="square" lIns="91433" tIns="45700" rIns="91433" bIns="45700" anchor="ctr" anchorCtr="0">
                <a:noAutofit/>
              </a:bodyPr>
              <a:lstStyle/>
              <a:p>
                <a:pPr algn="ctr"/>
                <a:endParaRPr sz="1867">
                  <a:solidFill>
                    <a:srgbClr val="00C3B1"/>
                  </a:solidFill>
                  <a:latin typeface="Calibri"/>
                  <a:ea typeface="Calibri"/>
                  <a:cs typeface="Calibri"/>
                  <a:sym typeface="Calibri"/>
                </a:endParaRPr>
              </a:p>
            </p:txBody>
          </p:sp>
          <p:cxnSp>
            <p:nvCxnSpPr>
              <p:cNvPr id="5074" name="Google Shape;5074;p63"/>
              <p:cNvCxnSpPr/>
              <p:nvPr/>
            </p:nvCxnSpPr>
            <p:spPr>
              <a:xfrm rot="10800000">
                <a:off x="3400515" y="2393804"/>
                <a:ext cx="95400" cy="0"/>
              </a:xfrm>
              <a:prstGeom prst="straightConnector1">
                <a:avLst/>
              </a:prstGeom>
              <a:noFill/>
              <a:ln w="28575" cap="flat" cmpd="sng">
                <a:solidFill>
                  <a:srgbClr val="435D74"/>
                </a:solidFill>
                <a:prstDash val="solid"/>
                <a:round/>
                <a:headEnd type="none" w="med" len="med"/>
                <a:tailEnd type="none" w="med" len="med"/>
              </a:ln>
            </p:spPr>
          </p:cxnSp>
        </p:grpSp>
        <p:grpSp>
          <p:nvGrpSpPr>
            <p:cNvPr id="5075" name="Google Shape;5075;p63"/>
            <p:cNvGrpSpPr/>
            <p:nvPr/>
          </p:nvGrpSpPr>
          <p:grpSpPr>
            <a:xfrm>
              <a:off x="3547823" y="2461089"/>
              <a:ext cx="219900" cy="331146"/>
              <a:chOff x="3547823" y="2461089"/>
              <a:chExt cx="219900" cy="331146"/>
            </a:xfrm>
          </p:grpSpPr>
          <p:sp>
            <p:nvSpPr>
              <p:cNvPr id="5076" name="Google Shape;5076;p63"/>
              <p:cNvSpPr/>
              <p:nvPr/>
            </p:nvSpPr>
            <p:spPr>
              <a:xfrm>
                <a:off x="3547823" y="2461089"/>
                <a:ext cx="219900" cy="219900"/>
              </a:xfrm>
              <a:prstGeom prst="ellipse">
                <a:avLst/>
              </a:prstGeom>
              <a:solidFill>
                <a:srgbClr val="5F7D95"/>
              </a:solidFill>
              <a:ln>
                <a:noFill/>
              </a:ln>
            </p:spPr>
            <p:txBody>
              <a:bodyPr spcFirstLastPara="1" wrap="square" lIns="91433" tIns="45700" rIns="91433" bIns="45700" anchor="ctr" anchorCtr="0">
                <a:noAutofit/>
              </a:bodyPr>
              <a:lstStyle/>
              <a:p>
                <a:pPr algn="ctr"/>
                <a:endParaRPr sz="1867">
                  <a:solidFill>
                    <a:srgbClr val="00C3B1"/>
                  </a:solidFill>
                  <a:latin typeface="Calibri"/>
                  <a:ea typeface="Calibri"/>
                  <a:cs typeface="Calibri"/>
                  <a:sym typeface="Calibri"/>
                </a:endParaRPr>
              </a:p>
            </p:txBody>
          </p:sp>
          <p:cxnSp>
            <p:nvCxnSpPr>
              <p:cNvPr id="5077" name="Google Shape;5077;p63"/>
              <p:cNvCxnSpPr/>
              <p:nvPr/>
            </p:nvCxnSpPr>
            <p:spPr>
              <a:xfrm rot="10800000">
                <a:off x="3657701" y="2678535"/>
                <a:ext cx="0" cy="113700"/>
              </a:xfrm>
              <a:prstGeom prst="straightConnector1">
                <a:avLst/>
              </a:prstGeom>
              <a:noFill/>
              <a:ln w="28575" cap="flat" cmpd="sng">
                <a:solidFill>
                  <a:srgbClr val="5F7D95"/>
                </a:solidFill>
                <a:prstDash val="solid"/>
                <a:round/>
                <a:headEnd type="none" w="med" len="med"/>
                <a:tailEnd type="none" w="med" len="med"/>
              </a:ln>
            </p:spPr>
          </p:cxnSp>
        </p:grpSp>
        <p:grpSp>
          <p:nvGrpSpPr>
            <p:cNvPr id="5078" name="Google Shape;5078;p63"/>
            <p:cNvGrpSpPr/>
            <p:nvPr/>
          </p:nvGrpSpPr>
          <p:grpSpPr>
            <a:xfrm>
              <a:off x="3734138" y="2461089"/>
              <a:ext cx="219900" cy="331146"/>
              <a:chOff x="3734138" y="2461089"/>
              <a:chExt cx="219900" cy="331146"/>
            </a:xfrm>
          </p:grpSpPr>
          <p:sp>
            <p:nvSpPr>
              <p:cNvPr id="5079" name="Google Shape;5079;p63"/>
              <p:cNvSpPr/>
              <p:nvPr/>
            </p:nvSpPr>
            <p:spPr>
              <a:xfrm>
                <a:off x="3734138" y="2461089"/>
                <a:ext cx="219900" cy="219900"/>
              </a:xfrm>
              <a:prstGeom prst="ellipse">
                <a:avLst/>
              </a:prstGeom>
              <a:solidFill>
                <a:srgbClr val="869FB2"/>
              </a:solidFill>
              <a:ln>
                <a:noFill/>
              </a:ln>
            </p:spPr>
            <p:txBody>
              <a:bodyPr spcFirstLastPara="1" wrap="square" lIns="91433" tIns="45700" rIns="91433" bIns="45700" anchor="ctr" anchorCtr="0">
                <a:noAutofit/>
              </a:bodyPr>
              <a:lstStyle/>
              <a:p>
                <a:pPr algn="ctr"/>
                <a:endParaRPr sz="1867">
                  <a:solidFill>
                    <a:srgbClr val="00C3B1"/>
                  </a:solidFill>
                  <a:latin typeface="Calibri"/>
                  <a:ea typeface="Calibri"/>
                  <a:cs typeface="Calibri"/>
                  <a:sym typeface="Calibri"/>
                </a:endParaRPr>
              </a:p>
            </p:txBody>
          </p:sp>
          <p:cxnSp>
            <p:nvCxnSpPr>
              <p:cNvPr id="5080" name="Google Shape;5080;p63"/>
              <p:cNvCxnSpPr/>
              <p:nvPr/>
            </p:nvCxnSpPr>
            <p:spPr>
              <a:xfrm rot="10800000">
                <a:off x="3844020" y="2678535"/>
                <a:ext cx="0" cy="113700"/>
              </a:xfrm>
              <a:prstGeom prst="straightConnector1">
                <a:avLst/>
              </a:prstGeom>
              <a:noFill/>
              <a:ln w="28575" cap="flat" cmpd="sng">
                <a:solidFill>
                  <a:srgbClr val="869FB2"/>
                </a:solidFill>
                <a:prstDash val="solid"/>
                <a:round/>
                <a:headEnd type="none" w="med" len="med"/>
                <a:tailEnd type="none" w="med" len="med"/>
              </a:ln>
            </p:spPr>
          </p:cxnSp>
        </p:grpSp>
        <p:grpSp>
          <p:nvGrpSpPr>
            <p:cNvPr id="5081" name="Google Shape;5081;p63"/>
            <p:cNvGrpSpPr/>
            <p:nvPr/>
          </p:nvGrpSpPr>
          <p:grpSpPr>
            <a:xfrm>
              <a:off x="3787560" y="2281742"/>
              <a:ext cx="311089" cy="219900"/>
              <a:chOff x="3787560" y="2281742"/>
              <a:chExt cx="311089" cy="219900"/>
            </a:xfrm>
          </p:grpSpPr>
          <p:sp>
            <p:nvSpPr>
              <p:cNvPr id="5082" name="Google Shape;5082;p63"/>
              <p:cNvSpPr/>
              <p:nvPr/>
            </p:nvSpPr>
            <p:spPr>
              <a:xfrm>
                <a:off x="3787560" y="2281742"/>
                <a:ext cx="219900" cy="219900"/>
              </a:xfrm>
              <a:prstGeom prst="ellipse">
                <a:avLst/>
              </a:prstGeom>
              <a:solidFill>
                <a:srgbClr val="A5B7C6"/>
              </a:solidFill>
              <a:ln>
                <a:noFill/>
              </a:ln>
            </p:spPr>
            <p:txBody>
              <a:bodyPr spcFirstLastPara="1" wrap="square" lIns="91433" tIns="45700" rIns="91433" bIns="45700" anchor="ctr" anchorCtr="0">
                <a:noAutofit/>
              </a:bodyPr>
              <a:lstStyle/>
              <a:p>
                <a:pPr algn="ctr"/>
                <a:endParaRPr sz="1867">
                  <a:solidFill>
                    <a:srgbClr val="00C3B1"/>
                  </a:solidFill>
                  <a:latin typeface="Calibri"/>
                  <a:ea typeface="Calibri"/>
                  <a:cs typeface="Calibri"/>
                  <a:sym typeface="Calibri"/>
                </a:endParaRPr>
              </a:p>
            </p:txBody>
          </p:sp>
          <p:cxnSp>
            <p:nvCxnSpPr>
              <p:cNvPr id="5083" name="Google Shape;5083;p63"/>
              <p:cNvCxnSpPr/>
              <p:nvPr/>
            </p:nvCxnSpPr>
            <p:spPr>
              <a:xfrm rot="10800000">
                <a:off x="4003849" y="2393795"/>
                <a:ext cx="94800" cy="0"/>
              </a:xfrm>
              <a:prstGeom prst="straightConnector1">
                <a:avLst/>
              </a:prstGeom>
              <a:noFill/>
              <a:ln w="28575" cap="flat" cmpd="sng">
                <a:solidFill>
                  <a:srgbClr val="A5B7C6"/>
                </a:solidFill>
                <a:prstDash val="solid"/>
                <a:round/>
                <a:headEnd type="none" w="med" len="med"/>
                <a:tailEnd type="none" w="med" len="med"/>
              </a:ln>
            </p:spPr>
          </p:cxnSp>
        </p:grpSp>
        <p:grpSp>
          <p:nvGrpSpPr>
            <p:cNvPr id="5084" name="Google Shape;5084;p63"/>
            <p:cNvGrpSpPr/>
            <p:nvPr/>
          </p:nvGrpSpPr>
          <p:grpSpPr>
            <a:xfrm>
              <a:off x="3637290" y="2056248"/>
              <a:ext cx="219900" cy="330736"/>
              <a:chOff x="3637290" y="2056248"/>
              <a:chExt cx="219900" cy="330736"/>
            </a:xfrm>
          </p:grpSpPr>
          <p:sp>
            <p:nvSpPr>
              <p:cNvPr id="5085" name="Google Shape;5085;p63"/>
              <p:cNvSpPr/>
              <p:nvPr/>
            </p:nvSpPr>
            <p:spPr>
              <a:xfrm>
                <a:off x="3637290" y="2167085"/>
                <a:ext cx="219900" cy="219900"/>
              </a:xfrm>
              <a:prstGeom prst="ellipse">
                <a:avLst/>
              </a:prstGeom>
              <a:solidFill>
                <a:srgbClr val="BAC8D3"/>
              </a:solidFill>
              <a:ln>
                <a:noFill/>
              </a:ln>
            </p:spPr>
            <p:txBody>
              <a:bodyPr spcFirstLastPara="1" wrap="square" lIns="91433" tIns="45700" rIns="91433" bIns="45700" anchor="ctr" anchorCtr="0">
                <a:noAutofit/>
              </a:bodyPr>
              <a:lstStyle/>
              <a:p>
                <a:pPr algn="ctr"/>
                <a:endParaRPr sz="1867">
                  <a:solidFill>
                    <a:srgbClr val="FFFFFF"/>
                  </a:solidFill>
                  <a:latin typeface="Calibri"/>
                  <a:ea typeface="Calibri"/>
                  <a:cs typeface="Calibri"/>
                  <a:sym typeface="Calibri"/>
                </a:endParaRPr>
              </a:p>
            </p:txBody>
          </p:sp>
          <p:cxnSp>
            <p:nvCxnSpPr>
              <p:cNvPr id="5086" name="Google Shape;5086;p63"/>
              <p:cNvCxnSpPr/>
              <p:nvPr/>
            </p:nvCxnSpPr>
            <p:spPr>
              <a:xfrm rot="10800000">
                <a:off x="3747169" y="2056248"/>
                <a:ext cx="0" cy="113700"/>
              </a:xfrm>
              <a:prstGeom prst="straightConnector1">
                <a:avLst/>
              </a:prstGeom>
              <a:noFill/>
              <a:ln w="28575" cap="flat" cmpd="sng">
                <a:solidFill>
                  <a:srgbClr val="BAC8D3"/>
                </a:solidFill>
                <a:prstDash val="solid"/>
                <a:round/>
                <a:headEnd type="none" w="med" len="med"/>
                <a:tailEnd type="none" w="med" len="med"/>
              </a:ln>
            </p:spPr>
          </p:cxnSp>
        </p:grpSp>
      </p:grpSp>
      <p:grpSp>
        <p:nvGrpSpPr>
          <p:cNvPr id="5087" name="Google Shape;5087;p63"/>
          <p:cNvGrpSpPr/>
          <p:nvPr/>
        </p:nvGrpSpPr>
        <p:grpSpPr>
          <a:xfrm>
            <a:off x="3428475" y="3901673"/>
            <a:ext cx="1690859" cy="789859"/>
            <a:chOff x="238125" y="1188750"/>
            <a:chExt cx="7140450" cy="3335550"/>
          </a:xfrm>
        </p:grpSpPr>
        <p:sp>
          <p:nvSpPr>
            <p:cNvPr id="5088" name="Google Shape;5088;p63"/>
            <p:cNvSpPr/>
            <p:nvPr/>
          </p:nvSpPr>
          <p:spPr>
            <a:xfrm>
              <a:off x="238125" y="1188750"/>
              <a:ext cx="3507025" cy="1584000"/>
            </a:xfrm>
            <a:custGeom>
              <a:avLst/>
              <a:gdLst/>
              <a:ahLst/>
              <a:cxnLst/>
              <a:rect l="l" t="t" r="r" b="b"/>
              <a:pathLst>
                <a:path w="140281" h="63360" extrusionOk="0">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5089" name="Google Shape;5089;p63"/>
            <p:cNvSpPr/>
            <p:nvPr/>
          </p:nvSpPr>
          <p:spPr>
            <a:xfrm>
              <a:off x="238125" y="2940300"/>
              <a:ext cx="3507025" cy="1584000"/>
            </a:xfrm>
            <a:custGeom>
              <a:avLst/>
              <a:gdLst/>
              <a:ahLst/>
              <a:cxnLst/>
              <a:rect l="l" t="t" r="r" b="b"/>
              <a:pathLst>
                <a:path w="140281" h="63360" extrusionOk="0">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5090" name="Google Shape;5090;p63"/>
            <p:cNvSpPr/>
            <p:nvPr/>
          </p:nvSpPr>
          <p:spPr>
            <a:xfrm>
              <a:off x="3871550" y="1188750"/>
              <a:ext cx="3507025" cy="1584000"/>
            </a:xfrm>
            <a:custGeom>
              <a:avLst/>
              <a:gdLst/>
              <a:ahLst/>
              <a:cxnLst/>
              <a:rect l="l" t="t" r="r" b="b"/>
              <a:pathLst>
                <a:path w="140281" h="63360" extrusionOk="0">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5091" name="Google Shape;5091;p63"/>
            <p:cNvSpPr/>
            <p:nvPr/>
          </p:nvSpPr>
          <p:spPr>
            <a:xfrm>
              <a:off x="3871550" y="2940300"/>
              <a:ext cx="3507025" cy="1584000"/>
            </a:xfrm>
            <a:custGeom>
              <a:avLst/>
              <a:gdLst/>
              <a:ahLst/>
              <a:cxnLst/>
              <a:rect l="l" t="t" r="r" b="b"/>
              <a:pathLst>
                <a:path w="140281" h="63360" extrusionOk="0">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5092" name="Google Shape;5092;p63"/>
            <p:cNvSpPr/>
            <p:nvPr/>
          </p:nvSpPr>
          <p:spPr>
            <a:xfrm>
              <a:off x="2842425" y="1934600"/>
              <a:ext cx="1843850" cy="1843850"/>
            </a:xfrm>
            <a:custGeom>
              <a:avLst/>
              <a:gdLst/>
              <a:ahLst/>
              <a:cxnLst/>
              <a:rect l="l" t="t" r="r" b="b"/>
              <a:pathLst>
                <a:path w="73754" h="73754" extrusionOk="0">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5093" name="Google Shape;5093;p63"/>
          <p:cNvGrpSpPr/>
          <p:nvPr/>
        </p:nvGrpSpPr>
        <p:grpSpPr>
          <a:xfrm>
            <a:off x="8905676" y="3904547"/>
            <a:ext cx="1405259" cy="786863"/>
            <a:chOff x="238125" y="1335475"/>
            <a:chExt cx="5418735" cy="3034175"/>
          </a:xfrm>
        </p:grpSpPr>
        <p:sp>
          <p:nvSpPr>
            <p:cNvPr id="5094" name="Google Shape;5094;p63"/>
            <p:cNvSpPr/>
            <p:nvPr/>
          </p:nvSpPr>
          <p:spPr>
            <a:xfrm>
              <a:off x="3669985" y="1335475"/>
              <a:ext cx="1986875" cy="3034175"/>
            </a:xfrm>
            <a:custGeom>
              <a:avLst/>
              <a:gdLst/>
              <a:ahLst/>
              <a:cxnLst/>
              <a:rect l="l" t="t" r="r" b="b"/>
              <a:pathLst>
                <a:path w="79475" h="121367" extrusionOk="0">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5095" name="Google Shape;5095;p63"/>
            <p:cNvSpPr/>
            <p:nvPr/>
          </p:nvSpPr>
          <p:spPr>
            <a:xfrm>
              <a:off x="1956350" y="1335475"/>
              <a:ext cx="1984950" cy="3034175"/>
            </a:xfrm>
            <a:custGeom>
              <a:avLst/>
              <a:gdLst/>
              <a:ahLst/>
              <a:cxnLst/>
              <a:rect l="l" t="t" r="r" b="b"/>
              <a:pathLst>
                <a:path w="79398" h="121367" extrusionOk="0">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5096" name="Google Shape;5096;p63"/>
            <p:cNvSpPr/>
            <p:nvPr/>
          </p:nvSpPr>
          <p:spPr>
            <a:xfrm>
              <a:off x="238125" y="1335475"/>
              <a:ext cx="1986850" cy="3034175"/>
            </a:xfrm>
            <a:custGeom>
              <a:avLst/>
              <a:gdLst/>
              <a:ahLst/>
              <a:cxnLst/>
              <a:rect l="l" t="t" r="r" b="b"/>
              <a:pathLst>
                <a:path w="79474" h="121367" extrusionOk="0">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solidFill>
              <a:srgbClr val="445D73"/>
            </a:solidFill>
            <a:ln>
              <a:noFill/>
            </a:ln>
          </p:spPr>
          <p:txBody>
            <a:bodyPr spcFirstLastPara="1" wrap="square" lIns="121900" tIns="121900" rIns="121900" bIns="121900" anchor="ctr" anchorCtr="0">
              <a:noAutofit/>
            </a:bodyPr>
            <a:lstStyle/>
            <a:p>
              <a:endParaRPr sz="2400"/>
            </a:p>
          </p:txBody>
        </p:sp>
      </p:grpSp>
      <p:grpSp>
        <p:nvGrpSpPr>
          <p:cNvPr id="5097" name="Google Shape;5097;p63"/>
          <p:cNvGrpSpPr/>
          <p:nvPr/>
        </p:nvGrpSpPr>
        <p:grpSpPr>
          <a:xfrm>
            <a:off x="5480089" y="4977746"/>
            <a:ext cx="1690943" cy="851919"/>
            <a:chOff x="3967651" y="3645904"/>
            <a:chExt cx="1479304" cy="745292"/>
          </a:xfrm>
        </p:grpSpPr>
        <p:grpSp>
          <p:nvGrpSpPr>
            <p:cNvPr id="5098" name="Google Shape;5098;p63"/>
            <p:cNvGrpSpPr/>
            <p:nvPr/>
          </p:nvGrpSpPr>
          <p:grpSpPr>
            <a:xfrm>
              <a:off x="3967651" y="4009026"/>
              <a:ext cx="1479304" cy="382170"/>
              <a:chOff x="3967651" y="4009026"/>
              <a:chExt cx="1479304" cy="382170"/>
            </a:xfrm>
          </p:grpSpPr>
          <p:grpSp>
            <p:nvGrpSpPr>
              <p:cNvPr id="5099" name="Google Shape;5099;p63"/>
              <p:cNvGrpSpPr/>
              <p:nvPr/>
            </p:nvGrpSpPr>
            <p:grpSpPr>
              <a:xfrm>
                <a:off x="4892216" y="4195630"/>
                <a:ext cx="554739" cy="195566"/>
                <a:chOff x="3604375" y="4892160"/>
                <a:chExt cx="1651500" cy="582215"/>
              </a:xfrm>
            </p:grpSpPr>
            <p:sp>
              <p:nvSpPr>
                <p:cNvPr id="5100" name="Google Shape;5100;p63"/>
                <p:cNvSpPr/>
                <p:nvPr/>
              </p:nvSpPr>
              <p:spPr>
                <a:xfrm>
                  <a:off x="3604375" y="4892160"/>
                  <a:ext cx="1651500" cy="146825"/>
                </a:xfrm>
                <a:custGeom>
                  <a:avLst/>
                  <a:gdLst/>
                  <a:ahLst/>
                  <a:cxnLst/>
                  <a:rect l="l" t="t" r="r" b="b"/>
                  <a:pathLst>
                    <a:path w="66060" h="5873" extrusionOk="0">
                      <a:moveTo>
                        <a:pt x="1" y="0"/>
                      </a:moveTo>
                      <a:lnTo>
                        <a:pt x="7340" y="5872"/>
                      </a:lnTo>
                      <a:lnTo>
                        <a:pt x="66060" y="5872"/>
                      </a:lnTo>
                      <a:lnTo>
                        <a:pt x="51382" y="0"/>
                      </a:ln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5101" name="Google Shape;5101;p63"/>
                <p:cNvSpPr/>
                <p:nvPr/>
              </p:nvSpPr>
              <p:spPr>
                <a:xfrm>
                  <a:off x="3787875" y="5033975"/>
                  <a:ext cx="1468000" cy="440400"/>
                </a:xfrm>
                <a:custGeom>
                  <a:avLst/>
                  <a:gdLst/>
                  <a:ahLst/>
                  <a:cxnLst/>
                  <a:rect l="l" t="t" r="r" b="b"/>
                  <a:pathLst>
                    <a:path w="58720" h="17616" extrusionOk="0">
                      <a:moveTo>
                        <a:pt x="0" y="0"/>
                      </a:moveTo>
                      <a:lnTo>
                        <a:pt x="0" y="17615"/>
                      </a:lnTo>
                      <a:lnTo>
                        <a:pt x="58720" y="17615"/>
                      </a:lnTo>
                      <a:lnTo>
                        <a:pt x="58720" y="0"/>
                      </a:ln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5102" name="Google Shape;5102;p63"/>
              <p:cNvGrpSpPr/>
              <p:nvPr/>
            </p:nvGrpSpPr>
            <p:grpSpPr>
              <a:xfrm>
                <a:off x="3967651" y="4146303"/>
                <a:ext cx="579402" cy="244893"/>
                <a:chOff x="851875" y="4745310"/>
                <a:chExt cx="1724925" cy="729065"/>
              </a:xfrm>
            </p:grpSpPr>
            <p:sp>
              <p:nvSpPr>
                <p:cNvPr id="5103" name="Google Shape;5103;p63"/>
                <p:cNvSpPr/>
                <p:nvPr/>
              </p:nvSpPr>
              <p:spPr>
                <a:xfrm>
                  <a:off x="851925" y="4745310"/>
                  <a:ext cx="1724875" cy="146875"/>
                </a:xfrm>
                <a:custGeom>
                  <a:avLst/>
                  <a:gdLst/>
                  <a:ahLst/>
                  <a:cxnLst/>
                  <a:rect l="l" t="t" r="r" b="b"/>
                  <a:pathLst>
                    <a:path w="68995" h="5875" extrusionOk="0">
                      <a:moveTo>
                        <a:pt x="14679" y="0"/>
                      </a:moveTo>
                      <a:lnTo>
                        <a:pt x="1" y="5874"/>
                      </a:lnTo>
                      <a:lnTo>
                        <a:pt x="58718" y="5874"/>
                      </a:lnTo>
                      <a:lnTo>
                        <a:pt x="68994" y="0"/>
                      </a:ln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5104" name="Google Shape;5104;p63"/>
                <p:cNvSpPr/>
                <p:nvPr/>
              </p:nvSpPr>
              <p:spPr>
                <a:xfrm>
                  <a:off x="851875" y="4887175"/>
                  <a:ext cx="1468025" cy="587200"/>
                </a:xfrm>
                <a:custGeom>
                  <a:avLst/>
                  <a:gdLst/>
                  <a:ahLst/>
                  <a:cxnLst/>
                  <a:rect l="l" t="t" r="r" b="b"/>
                  <a:pathLst>
                    <a:path w="58721" h="23488" extrusionOk="0">
                      <a:moveTo>
                        <a:pt x="0" y="0"/>
                      </a:moveTo>
                      <a:lnTo>
                        <a:pt x="0" y="23487"/>
                      </a:lnTo>
                      <a:lnTo>
                        <a:pt x="58720" y="23487"/>
                      </a:lnTo>
                      <a:lnTo>
                        <a:pt x="58720" y="0"/>
                      </a:ln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5105" name="Google Shape;5105;p63"/>
              <p:cNvGrpSpPr/>
              <p:nvPr/>
            </p:nvGrpSpPr>
            <p:grpSpPr>
              <a:xfrm>
                <a:off x="4460753" y="4009026"/>
                <a:ext cx="493110" cy="382170"/>
                <a:chOff x="2319875" y="4336625"/>
                <a:chExt cx="1468025" cy="1137750"/>
              </a:xfrm>
            </p:grpSpPr>
            <p:sp>
              <p:nvSpPr>
                <p:cNvPr id="5106" name="Google Shape;5106;p63"/>
                <p:cNvSpPr/>
                <p:nvPr/>
              </p:nvSpPr>
              <p:spPr>
                <a:xfrm>
                  <a:off x="2319875" y="4336625"/>
                  <a:ext cx="1468025" cy="146875"/>
                </a:xfrm>
                <a:custGeom>
                  <a:avLst/>
                  <a:gdLst/>
                  <a:ahLst/>
                  <a:cxnLst/>
                  <a:rect l="l" t="t" r="r" b="b"/>
                  <a:pathLst>
                    <a:path w="58721" h="5875" extrusionOk="0">
                      <a:moveTo>
                        <a:pt x="14681" y="0"/>
                      </a:moveTo>
                      <a:lnTo>
                        <a:pt x="0" y="5874"/>
                      </a:lnTo>
                      <a:lnTo>
                        <a:pt x="58720" y="5874"/>
                      </a:lnTo>
                      <a:lnTo>
                        <a:pt x="44042" y="0"/>
                      </a:ln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5107" name="Google Shape;5107;p63"/>
                <p:cNvSpPr/>
                <p:nvPr/>
              </p:nvSpPr>
              <p:spPr>
                <a:xfrm>
                  <a:off x="2319875" y="4483425"/>
                  <a:ext cx="1468025" cy="990950"/>
                </a:xfrm>
                <a:custGeom>
                  <a:avLst/>
                  <a:gdLst/>
                  <a:ahLst/>
                  <a:cxnLst/>
                  <a:rect l="l" t="t" r="r" b="b"/>
                  <a:pathLst>
                    <a:path w="58721" h="39638" extrusionOk="0">
                      <a:moveTo>
                        <a:pt x="0" y="0"/>
                      </a:moveTo>
                      <a:lnTo>
                        <a:pt x="0" y="39637"/>
                      </a:lnTo>
                      <a:lnTo>
                        <a:pt x="58720" y="39637"/>
                      </a:lnTo>
                      <a:lnTo>
                        <a:pt x="58720" y="0"/>
                      </a:lnTo>
                      <a:close/>
                    </a:path>
                  </a:pathLst>
                </a:custGeom>
                <a:solidFill>
                  <a:srgbClr val="DBE2E7"/>
                </a:solidFill>
                <a:ln>
                  <a:noFill/>
                </a:ln>
              </p:spPr>
              <p:txBody>
                <a:bodyPr spcFirstLastPara="1" wrap="square" lIns="121900" tIns="121900" rIns="121900" bIns="121900" anchor="ctr" anchorCtr="0">
                  <a:noAutofit/>
                </a:bodyPr>
                <a:lstStyle/>
                <a:p>
                  <a:endParaRPr sz="2400"/>
                </a:p>
              </p:txBody>
            </p:sp>
          </p:grpSp>
        </p:grpSp>
        <p:grpSp>
          <p:nvGrpSpPr>
            <p:cNvPr id="5108" name="Google Shape;5108;p63"/>
            <p:cNvGrpSpPr/>
            <p:nvPr/>
          </p:nvGrpSpPr>
          <p:grpSpPr>
            <a:xfrm>
              <a:off x="4479443" y="3645904"/>
              <a:ext cx="455965" cy="388789"/>
              <a:chOff x="2957425" y="238100"/>
              <a:chExt cx="1910200" cy="1628775"/>
            </a:xfrm>
          </p:grpSpPr>
          <p:sp>
            <p:nvSpPr>
              <p:cNvPr id="5109" name="Google Shape;5109;p63"/>
              <p:cNvSpPr/>
              <p:nvPr/>
            </p:nvSpPr>
            <p:spPr>
              <a:xfrm>
                <a:off x="4035900" y="239600"/>
                <a:ext cx="831725" cy="906350"/>
              </a:xfrm>
              <a:custGeom>
                <a:avLst/>
                <a:gdLst/>
                <a:ahLst/>
                <a:cxnLst/>
                <a:rect l="l" t="t" r="r" b="b"/>
                <a:pathLst>
                  <a:path w="33269" h="36254" extrusionOk="0">
                    <a:moveTo>
                      <a:pt x="22705" y="0"/>
                    </a:moveTo>
                    <a:cubicBezTo>
                      <a:pt x="21111" y="0"/>
                      <a:pt x="19679" y="297"/>
                      <a:pt x="18461" y="685"/>
                    </a:cubicBezTo>
                    <a:cubicBezTo>
                      <a:pt x="17166" y="1102"/>
                      <a:pt x="15926" y="1669"/>
                      <a:pt x="14763" y="2373"/>
                    </a:cubicBezTo>
                    <a:cubicBezTo>
                      <a:pt x="13810" y="2945"/>
                      <a:pt x="13109" y="3505"/>
                      <a:pt x="12609" y="3900"/>
                    </a:cubicBezTo>
                    <a:lnTo>
                      <a:pt x="11977" y="4448"/>
                    </a:lnTo>
                    <a:lnTo>
                      <a:pt x="14023" y="6907"/>
                    </a:lnTo>
                    <a:lnTo>
                      <a:pt x="14679" y="6385"/>
                    </a:lnTo>
                    <a:cubicBezTo>
                      <a:pt x="15052" y="6124"/>
                      <a:pt x="15622" y="5698"/>
                      <a:pt x="16443" y="5255"/>
                    </a:cubicBezTo>
                    <a:cubicBezTo>
                      <a:pt x="17250" y="4815"/>
                      <a:pt x="18260" y="4326"/>
                      <a:pt x="19466" y="3977"/>
                    </a:cubicBezTo>
                    <a:cubicBezTo>
                      <a:pt x="20363" y="3713"/>
                      <a:pt x="21373" y="3535"/>
                      <a:pt x="22421" y="3535"/>
                    </a:cubicBezTo>
                    <a:cubicBezTo>
                      <a:pt x="22772" y="3535"/>
                      <a:pt x="23127" y="3555"/>
                      <a:pt x="23483" y="3599"/>
                    </a:cubicBezTo>
                    <a:cubicBezTo>
                      <a:pt x="24177" y="3661"/>
                      <a:pt x="24938" y="3905"/>
                      <a:pt x="25537" y="4168"/>
                    </a:cubicBezTo>
                    <a:cubicBezTo>
                      <a:pt x="25740" y="4271"/>
                      <a:pt x="25982" y="4377"/>
                      <a:pt x="26159" y="4475"/>
                    </a:cubicBezTo>
                    <a:cubicBezTo>
                      <a:pt x="26289" y="4568"/>
                      <a:pt x="26415" y="4659"/>
                      <a:pt x="26552" y="4740"/>
                    </a:cubicBezTo>
                    <a:cubicBezTo>
                      <a:pt x="26818" y="4941"/>
                      <a:pt x="27160" y="5171"/>
                      <a:pt x="27411" y="5458"/>
                    </a:cubicBezTo>
                    <a:cubicBezTo>
                      <a:pt x="28529" y="6528"/>
                      <a:pt x="29264" y="8171"/>
                      <a:pt x="29427" y="9930"/>
                    </a:cubicBezTo>
                    <a:cubicBezTo>
                      <a:pt x="29508" y="10808"/>
                      <a:pt x="29448" y="11723"/>
                      <a:pt x="29211" y="12589"/>
                    </a:cubicBezTo>
                    <a:cubicBezTo>
                      <a:pt x="29087" y="13020"/>
                      <a:pt x="28946" y="13451"/>
                      <a:pt x="28747" y="13853"/>
                    </a:cubicBezTo>
                    <a:lnTo>
                      <a:pt x="28677" y="14006"/>
                    </a:lnTo>
                    <a:cubicBezTo>
                      <a:pt x="28677" y="14006"/>
                      <a:pt x="28651" y="14062"/>
                      <a:pt x="28653" y="14062"/>
                    </a:cubicBezTo>
                    <a:cubicBezTo>
                      <a:pt x="28654" y="14062"/>
                      <a:pt x="28658" y="14055"/>
                      <a:pt x="28668" y="14038"/>
                    </a:cubicBezTo>
                    <a:lnTo>
                      <a:pt x="28668" y="14038"/>
                    </a:lnTo>
                    <a:lnTo>
                      <a:pt x="28618" y="14131"/>
                    </a:lnTo>
                    <a:lnTo>
                      <a:pt x="28409" y="14504"/>
                    </a:lnTo>
                    <a:cubicBezTo>
                      <a:pt x="28270" y="14744"/>
                      <a:pt x="28177" y="14878"/>
                      <a:pt x="28045" y="15084"/>
                    </a:cubicBezTo>
                    <a:cubicBezTo>
                      <a:pt x="26952" y="16678"/>
                      <a:pt x="25336" y="18021"/>
                      <a:pt x="23512" y="19098"/>
                    </a:cubicBezTo>
                    <a:cubicBezTo>
                      <a:pt x="21688" y="20170"/>
                      <a:pt x="19591" y="20984"/>
                      <a:pt x="17487" y="21695"/>
                    </a:cubicBezTo>
                    <a:cubicBezTo>
                      <a:pt x="15371" y="22408"/>
                      <a:pt x="13207" y="23019"/>
                      <a:pt x="11089" y="23679"/>
                    </a:cubicBezTo>
                    <a:cubicBezTo>
                      <a:pt x="9119" y="24319"/>
                      <a:pt x="6955" y="24728"/>
                      <a:pt x="4860" y="25736"/>
                    </a:cubicBezTo>
                    <a:cubicBezTo>
                      <a:pt x="3800" y="26233"/>
                      <a:pt x="2785" y="26940"/>
                      <a:pt x="1988" y="27763"/>
                    </a:cubicBezTo>
                    <a:cubicBezTo>
                      <a:pt x="1179" y="28589"/>
                      <a:pt x="468" y="29604"/>
                      <a:pt x="180" y="30868"/>
                    </a:cubicBezTo>
                    <a:cubicBezTo>
                      <a:pt x="32" y="31488"/>
                      <a:pt x="1" y="32165"/>
                      <a:pt x="135" y="32795"/>
                    </a:cubicBezTo>
                    <a:cubicBezTo>
                      <a:pt x="259" y="33436"/>
                      <a:pt x="470" y="33968"/>
                      <a:pt x="882" y="34540"/>
                    </a:cubicBezTo>
                    <a:cubicBezTo>
                      <a:pt x="1657" y="35540"/>
                      <a:pt x="2675" y="36002"/>
                      <a:pt x="3620" y="36184"/>
                    </a:cubicBezTo>
                    <a:cubicBezTo>
                      <a:pt x="3889" y="36231"/>
                      <a:pt x="4153" y="36254"/>
                      <a:pt x="4411" y="36254"/>
                    </a:cubicBezTo>
                    <a:cubicBezTo>
                      <a:pt x="5087" y="36254"/>
                      <a:pt x="5719" y="36098"/>
                      <a:pt x="6270" y="35808"/>
                    </a:cubicBezTo>
                    <a:cubicBezTo>
                      <a:pt x="6643" y="35617"/>
                      <a:pt x="6971" y="35351"/>
                      <a:pt x="7235" y="35026"/>
                    </a:cubicBezTo>
                    <a:cubicBezTo>
                      <a:pt x="7500" y="34722"/>
                      <a:pt x="7682" y="34200"/>
                      <a:pt x="7701" y="33901"/>
                    </a:cubicBezTo>
                    <a:cubicBezTo>
                      <a:pt x="7768" y="33237"/>
                      <a:pt x="7644" y="32706"/>
                      <a:pt x="7441" y="32268"/>
                    </a:cubicBezTo>
                    <a:cubicBezTo>
                      <a:pt x="7247" y="31835"/>
                      <a:pt x="6962" y="31483"/>
                      <a:pt x="6636" y="31342"/>
                    </a:cubicBezTo>
                    <a:cubicBezTo>
                      <a:pt x="6470" y="31265"/>
                      <a:pt x="6319" y="31239"/>
                      <a:pt x="6193" y="31239"/>
                    </a:cubicBezTo>
                    <a:cubicBezTo>
                      <a:pt x="6075" y="31239"/>
                      <a:pt x="5979" y="31261"/>
                      <a:pt x="5911" y="31284"/>
                    </a:cubicBezTo>
                    <a:lnTo>
                      <a:pt x="5700" y="31378"/>
                    </a:lnTo>
                    <a:cubicBezTo>
                      <a:pt x="5674" y="31404"/>
                      <a:pt x="6095" y="31342"/>
                      <a:pt x="6354" y="31717"/>
                    </a:cubicBezTo>
                    <a:cubicBezTo>
                      <a:pt x="6598" y="32045"/>
                      <a:pt x="6634" y="32854"/>
                      <a:pt x="6301" y="33558"/>
                    </a:cubicBezTo>
                    <a:cubicBezTo>
                      <a:pt x="6212" y="33840"/>
                      <a:pt x="5743" y="34057"/>
                      <a:pt x="5206" y="34057"/>
                    </a:cubicBezTo>
                    <a:cubicBezTo>
                      <a:pt x="4902" y="34057"/>
                      <a:pt x="4577" y="33987"/>
                      <a:pt x="4286" y="33822"/>
                    </a:cubicBezTo>
                    <a:cubicBezTo>
                      <a:pt x="3874" y="33620"/>
                      <a:pt x="3520" y="33237"/>
                      <a:pt x="3414" y="32898"/>
                    </a:cubicBezTo>
                    <a:cubicBezTo>
                      <a:pt x="3366" y="32720"/>
                      <a:pt x="3345" y="32536"/>
                      <a:pt x="3350" y="32352"/>
                    </a:cubicBezTo>
                    <a:cubicBezTo>
                      <a:pt x="3347" y="32156"/>
                      <a:pt x="3400" y="31959"/>
                      <a:pt x="3474" y="31739"/>
                    </a:cubicBezTo>
                    <a:cubicBezTo>
                      <a:pt x="3778" y="30851"/>
                      <a:pt x="4927" y="29589"/>
                      <a:pt x="6390" y="28955"/>
                    </a:cubicBezTo>
                    <a:cubicBezTo>
                      <a:pt x="7922" y="28220"/>
                      <a:pt x="9954" y="27823"/>
                      <a:pt x="12149" y="27157"/>
                    </a:cubicBezTo>
                    <a:cubicBezTo>
                      <a:pt x="14212" y="26537"/>
                      <a:pt x="16407" y="25946"/>
                      <a:pt x="18650" y="25219"/>
                    </a:cubicBezTo>
                    <a:cubicBezTo>
                      <a:pt x="20896" y="24481"/>
                      <a:pt x="23193" y="23644"/>
                      <a:pt x="25412" y="22377"/>
                    </a:cubicBezTo>
                    <a:cubicBezTo>
                      <a:pt x="27617" y="21130"/>
                      <a:pt x="29683" y="19416"/>
                      <a:pt x="31179" y="17202"/>
                    </a:cubicBezTo>
                    <a:cubicBezTo>
                      <a:pt x="31361" y="16927"/>
                      <a:pt x="31576" y="16577"/>
                      <a:pt x="31720" y="16321"/>
                    </a:cubicBezTo>
                    <a:lnTo>
                      <a:pt x="31926" y="15945"/>
                    </a:lnTo>
                    <a:lnTo>
                      <a:pt x="31976" y="15852"/>
                    </a:lnTo>
                    <a:lnTo>
                      <a:pt x="32055" y="15687"/>
                    </a:lnTo>
                    <a:lnTo>
                      <a:pt x="32160" y="15450"/>
                    </a:lnTo>
                    <a:cubicBezTo>
                      <a:pt x="32459" y="14827"/>
                      <a:pt x="32673" y="14179"/>
                      <a:pt x="32850" y="13528"/>
                    </a:cubicBezTo>
                    <a:cubicBezTo>
                      <a:pt x="33192" y="12218"/>
                      <a:pt x="33269" y="10875"/>
                      <a:pt x="33142" y="9583"/>
                    </a:cubicBezTo>
                    <a:cubicBezTo>
                      <a:pt x="32883" y="7000"/>
                      <a:pt x="31780" y="4549"/>
                      <a:pt x="29994" y="2837"/>
                    </a:cubicBezTo>
                    <a:cubicBezTo>
                      <a:pt x="29783" y="2615"/>
                      <a:pt x="29556" y="2411"/>
                      <a:pt x="29309" y="2227"/>
                    </a:cubicBezTo>
                    <a:cubicBezTo>
                      <a:pt x="29060" y="2040"/>
                      <a:pt x="28862" y="1846"/>
                      <a:pt x="28570" y="1676"/>
                    </a:cubicBezTo>
                    <a:cubicBezTo>
                      <a:pt x="28292" y="1502"/>
                      <a:pt x="28010" y="1337"/>
                      <a:pt x="27732" y="1176"/>
                    </a:cubicBezTo>
                    <a:cubicBezTo>
                      <a:pt x="27488" y="1054"/>
                      <a:pt x="27289" y="975"/>
                      <a:pt x="27066" y="872"/>
                    </a:cubicBezTo>
                    <a:cubicBezTo>
                      <a:pt x="25934" y="398"/>
                      <a:pt x="24917" y="147"/>
                      <a:pt x="23871" y="54"/>
                    </a:cubicBezTo>
                    <a:cubicBezTo>
                      <a:pt x="23474" y="17"/>
                      <a:pt x="23085" y="0"/>
                      <a:pt x="22705"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110" name="Google Shape;5110;p63"/>
              <p:cNvSpPr/>
              <p:nvPr/>
            </p:nvSpPr>
            <p:spPr>
              <a:xfrm>
                <a:off x="4062725" y="270525"/>
                <a:ext cx="775400" cy="855625"/>
              </a:xfrm>
              <a:custGeom>
                <a:avLst/>
                <a:gdLst/>
                <a:ahLst/>
                <a:cxnLst/>
                <a:rect l="l" t="t" r="r" b="b"/>
                <a:pathLst>
                  <a:path w="31016" h="34225" extrusionOk="0">
                    <a:moveTo>
                      <a:pt x="4627" y="30141"/>
                    </a:moveTo>
                    <a:cubicBezTo>
                      <a:pt x="4626" y="30143"/>
                      <a:pt x="4626" y="30145"/>
                      <a:pt x="4628" y="30145"/>
                    </a:cubicBezTo>
                    <a:lnTo>
                      <a:pt x="4628" y="30145"/>
                    </a:lnTo>
                    <a:cubicBezTo>
                      <a:pt x="4627" y="30144"/>
                      <a:pt x="4627" y="30143"/>
                      <a:pt x="4627" y="30141"/>
                    </a:cubicBezTo>
                    <a:close/>
                    <a:moveTo>
                      <a:pt x="4628" y="30145"/>
                    </a:moveTo>
                    <a:cubicBezTo>
                      <a:pt x="4629" y="30146"/>
                      <a:pt x="4631" y="30147"/>
                      <a:pt x="4633" y="30147"/>
                    </a:cubicBezTo>
                    <a:cubicBezTo>
                      <a:pt x="4634" y="30147"/>
                      <a:pt x="4634" y="30147"/>
                      <a:pt x="4636" y="30147"/>
                    </a:cubicBezTo>
                    <a:lnTo>
                      <a:pt x="4636" y="30147"/>
                    </a:lnTo>
                    <a:cubicBezTo>
                      <a:pt x="4635" y="30147"/>
                      <a:pt x="4635" y="30147"/>
                      <a:pt x="4635" y="30147"/>
                    </a:cubicBezTo>
                    <a:cubicBezTo>
                      <a:pt x="4632" y="30147"/>
                      <a:pt x="4630" y="30146"/>
                      <a:pt x="4628" y="30145"/>
                    </a:cubicBezTo>
                    <a:close/>
                    <a:moveTo>
                      <a:pt x="21530" y="0"/>
                    </a:moveTo>
                    <a:cubicBezTo>
                      <a:pt x="20130" y="0"/>
                      <a:pt x="18844" y="256"/>
                      <a:pt x="17738" y="602"/>
                    </a:cubicBezTo>
                    <a:cubicBezTo>
                      <a:pt x="16529" y="983"/>
                      <a:pt x="15368" y="1502"/>
                      <a:pt x="14279" y="2146"/>
                    </a:cubicBezTo>
                    <a:cubicBezTo>
                      <a:pt x="13369" y="2670"/>
                      <a:pt x="12713" y="3183"/>
                      <a:pt x="12258" y="3530"/>
                    </a:cubicBezTo>
                    <a:lnTo>
                      <a:pt x="11617" y="4068"/>
                    </a:lnTo>
                    <a:lnTo>
                      <a:pt x="12234" y="4813"/>
                    </a:lnTo>
                    <a:lnTo>
                      <a:pt x="12881" y="4279"/>
                    </a:lnTo>
                    <a:cubicBezTo>
                      <a:pt x="13297" y="3973"/>
                      <a:pt x="13912" y="3496"/>
                      <a:pt x="14779" y="3008"/>
                    </a:cubicBezTo>
                    <a:cubicBezTo>
                      <a:pt x="15808" y="2412"/>
                      <a:pt x="16902" y="1936"/>
                      <a:pt x="18039" y="1588"/>
                    </a:cubicBezTo>
                    <a:cubicBezTo>
                      <a:pt x="19049" y="1281"/>
                      <a:pt x="20205" y="1064"/>
                      <a:pt x="21437" y="1064"/>
                    </a:cubicBezTo>
                    <a:cubicBezTo>
                      <a:pt x="21800" y="1064"/>
                      <a:pt x="22170" y="1083"/>
                      <a:pt x="22544" y="1124"/>
                    </a:cubicBezTo>
                    <a:cubicBezTo>
                      <a:pt x="23363" y="1198"/>
                      <a:pt x="24213" y="1442"/>
                      <a:pt x="24998" y="1782"/>
                    </a:cubicBezTo>
                    <a:cubicBezTo>
                      <a:pt x="25206" y="1883"/>
                      <a:pt x="25433" y="1981"/>
                      <a:pt x="25634" y="2089"/>
                    </a:cubicBezTo>
                    <a:lnTo>
                      <a:pt x="26183" y="2433"/>
                    </a:lnTo>
                    <a:cubicBezTo>
                      <a:pt x="26537" y="2694"/>
                      <a:pt x="26927" y="2962"/>
                      <a:pt x="27241" y="3305"/>
                    </a:cubicBezTo>
                    <a:cubicBezTo>
                      <a:pt x="28593" y="4597"/>
                      <a:pt x="29462" y="6522"/>
                      <a:pt x="29663" y="8571"/>
                    </a:cubicBezTo>
                    <a:cubicBezTo>
                      <a:pt x="29888" y="10637"/>
                      <a:pt x="29323" y="12791"/>
                      <a:pt x="28083" y="14598"/>
                    </a:cubicBezTo>
                    <a:cubicBezTo>
                      <a:pt x="26853" y="16415"/>
                      <a:pt x="25081" y="17897"/>
                      <a:pt x="23116" y="19029"/>
                    </a:cubicBezTo>
                    <a:cubicBezTo>
                      <a:pt x="21151" y="20168"/>
                      <a:pt x="18980" y="20987"/>
                      <a:pt x="16826" y="21708"/>
                    </a:cubicBezTo>
                    <a:cubicBezTo>
                      <a:pt x="14664" y="22423"/>
                      <a:pt x="12488" y="23024"/>
                      <a:pt x="10389" y="23666"/>
                    </a:cubicBezTo>
                    <a:cubicBezTo>
                      <a:pt x="8338" y="24314"/>
                      <a:pt x="6224" y="24716"/>
                      <a:pt x="4321" y="25624"/>
                    </a:cubicBezTo>
                    <a:cubicBezTo>
                      <a:pt x="3368" y="26069"/>
                      <a:pt x="2495" y="26677"/>
                      <a:pt x="1791" y="27395"/>
                    </a:cubicBezTo>
                    <a:cubicBezTo>
                      <a:pt x="1082" y="28106"/>
                      <a:pt x="508" y="28965"/>
                      <a:pt x="259" y="29935"/>
                    </a:cubicBezTo>
                    <a:cubicBezTo>
                      <a:pt x="0" y="30909"/>
                      <a:pt x="170" y="31941"/>
                      <a:pt x="694" y="32731"/>
                    </a:cubicBezTo>
                    <a:cubicBezTo>
                      <a:pt x="1235" y="33501"/>
                      <a:pt x="2023" y="33935"/>
                      <a:pt x="2782" y="34121"/>
                    </a:cubicBezTo>
                    <a:cubicBezTo>
                      <a:pt x="3070" y="34191"/>
                      <a:pt x="3358" y="34225"/>
                      <a:pt x="3638" y="34225"/>
                    </a:cubicBezTo>
                    <a:cubicBezTo>
                      <a:pt x="4106" y="34225"/>
                      <a:pt x="4553" y="34131"/>
                      <a:pt x="4946" y="33954"/>
                    </a:cubicBezTo>
                    <a:cubicBezTo>
                      <a:pt x="5250" y="33820"/>
                      <a:pt x="5523" y="33623"/>
                      <a:pt x="5748" y="33379"/>
                    </a:cubicBezTo>
                    <a:cubicBezTo>
                      <a:pt x="5965" y="33145"/>
                      <a:pt x="6087" y="32805"/>
                      <a:pt x="6138" y="32544"/>
                    </a:cubicBezTo>
                    <a:cubicBezTo>
                      <a:pt x="6332" y="31462"/>
                      <a:pt x="5963" y="30567"/>
                      <a:pt x="5465" y="30236"/>
                    </a:cubicBezTo>
                    <a:cubicBezTo>
                      <a:pt x="5261" y="30119"/>
                      <a:pt x="5087" y="30085"/>
                      <a:pt x="4953" y="30085"/>
                    </a:cubicBezTo>
                    <a:cubicBezTo>
                      <a:pt x="4777" y="30085"/>
                      <a:pt x="4666" y="30143"/>
                      <a:pt x="4636" y="30147"/>
                    </a:cubicBezTo>
                    <a:lnTo>
                      <a:pt x="4636" y="30147"/>
                    </a:lnTo>
                    <a:cubicBezTo>
                      <a:pt x="4659" y="30146"/>
                      <a:pt x="4725" y="30130"/>
                      <a:pt x="4819" y="30130"/>
                    </a:cubicBezTo>
                    <a:cubicBezTo>
                      <a:pt x="4961" y="30130"/>
                      <a:pt x="5166" y="30167"/>
                      <a:pt x="5381" y="30349"/>
                    </a:cubicBezTo>
                    <a:cubicBezTo>
                      <a:pt x="5760" y="30682"/>
                      <a:pt x="5968" y="31534"/>
                      <a:pt x="5719" y="32443"/>
                    </a:cubicBezTo>
                    <a:cubicBezTo>
                      <a:pt x="5587" y="33111"/>
                      <a:pt x="4764" y="33560"/>
                      <a:pt x="3860" y="33560"/>
                    </a:cubicBezTo>
                    <a:cubicBezTo>
                      <a:pt x="3569" y="33560"/>
                      <a:pt x="3269" y="33514"/>
                      <a:pt x="2980" y="33413"/>
                    </a:cubicBezTo>
                    <a:cubicBezTo>
                      <a:pt x="2382" y="33216"/>
                      <a:pt x="1798" y="32805"/>
                      <a:pt x="1458" y="32235"/>
                    </a:cubicBezTo>
                    <a:cubicBezTo>
                      <a:pt x="1125" y="31682"/>
                      <a:pt x="1044" y="30904"/>
                      <a:pt x="1252" y="30198"/>
                    </a:cubicBezTo>
                    <a:cubicBezTo>
                      <a:pt x="1688" y="28745"/>
                      <a:pt x="3091" y="27381"/>
                      <a:pt x="4783" y="26591"/>
                    </a:cubicBezTo>
                    <a:cubicBezTo>
                      <a:pt x="6511" y="25758"/>
                      <a:pt x="8589" y="25356"/>
                      <a:pt x="10703" y="24695"/>
                    </a:cubicBezTo>
                    <a:cubicBezTo>
                      <a:pt x="12785" y="24061"/>
                      <a:pt x="14968" y="23460"/>
                      <a:pt x="17166" y="22734"/>
                    </a:cubicBezTo>
                    <a:cubicBezTo>
                      <a:pt x="19361" y="22002"/>
                      <a:pt x="21587" y="21171"/>
                      <a:pt x="23662" y="19972"/>
                    </a:cubicBezTo>
                    <a:cubicBezTo>
                      <a:pt x="25730" y="18782"/>
                      <a:pt x="27636" y="17205"/>
                      <a:pt x="28990" y="15211"/>
                    </a:cubicBezTo>
                    <a:cubicBezTo>
                      <a:pt x="30357" y="13236"/>
                      <a:pt x="31015" y="10761"/>
                      <a:pt x="30757" y="8468"/>
                    </a:cubicBezTo>
                    <a:cubicBezTo>
                      <a:pt x="30537" y="6175"/>
                      <a:pt x="29567" y="4006"/>
                      <a:pt x="28016" y="2517"/>
                    </a:cubicBezTo>
                    <a:cubicBezTo>
                      <a:pt x="27652" y="2122"/>
                      <a:pt x="27221" y="1818"/>
                      <a:pt x="26791" y="1507"/>
                    </a:cubicBezTo>
                    <a:lnTo>
                      <a:pt x="26108" y="1091"/>
                    </a:lnTo>
                    <a:cubicBezTo>
                      <a:pt x="25888" y="976"/>
                      <a:pt x="25673" y="887"/>
                      <a:pt x="25457" y="787"/>
                    </a:cubicBezTo>
                    <a:cubicBezTo>
                      <a:pt x="24512" y="384"/>
                      <a:pt x="23585" y="138"/>
                      <a:pt x="22659" y="56"/>
                    </a:cubicBezTo>
                    <a:cubicBezTo>
                      <a:pt x="22276" y="18"/>
                      <a:pt x="21899" y="0"/>
                      <a:pt x="21530" y="0"/>
                    </a:cubicBezTo>
                    <a:close/>
                  </a:path>
                </a:pathLst>
              </a:custGeom>
              <a:solidFill>
                <a:srgbClr val="DBE2E7"/>
              </a:solidFill>
              <a:ln>
                <a:noFill/>
              </a:ln>
            </p:spPr>
            <p:txBody>
              <a:bodyPr spcFirstLastPara="1" wrap="square" lIns="121900" tIns="121900" rIns="121900" bIns="121900" anchor="ctr" anchorCtr="0">
                <a:noAutofit/>
              </a:bodyPr>
              <a:lstStyle/>
              <a:p>
                <a:endParaRPr sz="2400"/>
              </a:p>
            </p:txBody>
          </p:sp>
          <p:sp>
            <p:nvSpPr>
              <p:cNvPr id="5111" name="Google Shape;5111;p63"/>
              <p:cNvSpPr/>
              <p:nvPr/>
            </p:nvSpPr>
            <p:spPr>
              <a:xfrm>
                <a:off x="2957425" y="254350"/>
                <a:ext cx="842900" cy="896500"/>
              </a:xfrm>
              <a:custGeom>
                <a:avLst/>
                <a:gdLst/>
                <a:ahLst/>
                <a:cxnLst/>
                <a:rect l="l" t="t" r="r" b="b"/>
                <a:pathLst>
                  <a:path w="33716" h="35860" extrusionOk="0">
                    <a:moveTo>
                      <a:pt x="10613" y="1"/>
                    </a:moveTo>
                    <a:cubicBezTo>
                      <a:pt x="10145" y="1"/>
                      <a:pt x="9663" y="27"/>
                      <a:pt x="9169" y="83"/>
                    </a:cubicBezTo>
                    <a:cubicBezTo>
                      <a:pt x="8120" y="196"/>
                      <a:pt x="7110" y="471"/>
                      <a:pt x="5987" y="969"/>
                    </a:cubicBezTo>
                    <a:cubicBezTo>
                      <a:pt x="5769" y="1077"/>
                      <a:pt x="5573" y="1158"/>
                      <a:pt x="5329" y="1288"/>
                    </a:cubicBezTo>
                    <a:cubicBezTo>
                      <a:pt x="5054" y="1453"/>
                      <a:pt x="4776" y="1623"/>
                      <a:pt x="4501" y="1805"/>
                    </a:cubicBezTo>
                    <a:cubicBezTo>
                      <a:pt x="4211" y="1982"/>
                      <a:pt x="4020" y="2180"/>
                      <a:pt x="3773" y="2374"/>
                    </a:cubicBezTo>
                    <a:cubicBezTo>
                      <a:pt x="3531" y="2561"/>
                      <a:pt x="3306" y="2769"/>
                      <a:pt x="3103" y="2997"/>
                    </a:cubicBezTo>
                    <a:cubicBezTo>
                      <a:pt x="1353" y="4746"/>
                      <a:pt x="305" y="7222"/>
                      <a:pt x="101" y="9807"/>
                    </a:cubicBezTo>
                    <a:cubicBezTo>
                      <a:pt x="1" y="11104"/>
                      <a:pt x="108" y="12445"/>
                      <a:pt x="477" y="13744"/>
                    </a:cubicBezTo>
                    <a:cubicBezTo>
                      <a:pt x="669" y="14393"/>
                      <a:pt x="896" y="15037"/>
                      <a:pt x="1207" y="15655"/>
                    </a:cubicBezTo>
                    <a:lnTo>
                      <a:pt x="1317" y="15887"/>
                    </a:lnTo>
                    <a:lnTo>
                      <a:pt x="1399" y="16050"/>
                    </a:lnTo>
                    <a:lnTo>
                      <a:pt x="1454" y="16143"/>
                    </a:lnTo>
                    <a:lnTo>
                      <a:pt x="1664" y="16514"/>
                    </a:lnTo>
                    <a:cubicBezTo>
                      <a:pt x="1815" y="16768"/>
                      <a:pt x="2038" y="17112"/>
                      <a:pt x="2227" y="17383"/>
                    </a:cubicBezTo>
                    <a:cubicBezTo>
                      <a:pt x="3768" y="19563"/>
                      <a:pt x="5870" y="21234"/>
                      <a:pt x="8101" y="22431"/>
                    </a:cubicBezTo>
                    <a:cubicBezTo>
                      <a:pt x="10346" y="23652"/>
                      <a:pt x="12661" y="24439"/>
                      <a:pt x="14923" y="25131"/>
                    </a:cubicBezTo>
                    <a:cubicBezTo>
                      <a:pt x="17183" y="25811"/>
                      <a:pt x="19387" y="26354"/>
                      <a:pt x="21465" y="26929"/>
                    </a:cubicBezTo>
                    <a:cubicBezTo>
                      <a:pt x="23674" y="27549"/>
                      <a:pt x="25714" y="27901"/>
                      <a:pt x="27263" y="28605"/>
                    </a:cubicBezTo>
                    <a:cubicBezTo>
                      <a:pt x="28737" y="29208"/>
                      <a:pt x="29912" y="30443"/>
                      <a:pt x="30235" y="31324"/>
                    </a:cubicBezTo>
                    <a:cubicBezTo>
                      <a:pt x="30314" y="31544"/>
                      <a:pt x="30372" y="31738"/>
                      <a:pt x="30372" y="31934"/>
                    </a:cubicBezTo>
                    <a:cubicBezTo>
                      <a:pt x="30382" y="32118"/>
                      <a:pt x="30362" y="32303"/>
                      <a:pt x="30319" y="32482"/>
                    </a:cubicBezTo>
                    <a:cubicBezTo>
                      <a:pt x="30221" y="32825"/>
                      <a:pt x="29876" y="33215"/>
                      <a:pt x="29470" y="33423"/>
                    </a:cubicBezTo>
                    <a:cubicBezTo>
                      <a:pt x="29168" y="33604"/>
                      <a:pt x="28826" y="33680"/>
                      <a:pt x="28510" y="33680"/>
                    </a:cubicBezTo>
                    <a:cubicBezTo>
                      <a:pt x="27991" y="33680"/>
                      <a:pt x="27541" y="33476"/>
                      <a:pt x="27447" y="33203"/>
                    </a:cubicBezTo>
                    <a:cubicBezTo>
                      <a:pt x="27102" y="32509"/>
                      <a:pt x="27119" y="31700"/>
                      <a:pt x="27356" y="31364"/>
                    </a:cubicBezTo>
                    <a:cubicBezTo>
                      <a:pt x="27607" y="30981"/>
                      <a:pt x="28028" y="31037"/>
                      <a:pt x="28000" y="31010"/>
                    </a:cubicBezTo>
                    <a:lnTo>
                      <a:pt x="27789" y="30922"/>
                    </a:lnTo>
                    <a:cubicBezTo>
                      <a:pt x="27724" y="30901"/>
                      <a:pt x="27634" y="30882"/>
                      <a:pt x="27526" y="30882"/>
                    </a:cubicBezTo>
                    <a:cubicBezTo>
                      <a:pt x="27395" y="30882"/>
                      <a:pt x="27238" y="30910"/>
                      <a:pt x="27064" y="30996"/>
                    </a:cubicBezTo>
                    <a:cubicBezTo>
                      <a:pt x="26741" y="31144"/>
                      <a:pt x="26465" y="31501"/>
                      <a:pt x="26279" y="31937"/>
                    </a:cubicBezTo>
                    <a:cubicBezTo>
                      <a:pt x="26087" y="32379"/>
                      <a:pt x="25975" y="32913"/>
                      <a:pt x="26056" y="33576"/>
                    </a:cubicBezTo>
                    <a:cubicBezTo>
                      <a:pt x="26082" y="33875"/>
                      <a:pt x="26274" y="34392"/>
                      <a:pt x="26544" y="34692"/>
                    </a:cubicBezTo>
                    <a:cubicBezTo>
                      <a:pt x="26815" y="35010"/>
                      <a:pt x="27150" y="35269"/>
                      <a:pt x="27526" y="35453"/>
                    </a:cubicBezTo>
                    <a:cubicBezTo>
                      <a:pt x="28058" y="35717"/>
                      <a:pt x="28661" y="35859"/>
                      <a:pt x="29301" y="35859"/>
                    </a:cubicBezTo>
                    <a:cubicBezTo>
                      <a:pt x="29589" y="35859"/>
                      <a:pt x="29884" y="35831"/>
                      <a:pt x="30183" y="35771"/>
                    </a:cubicBezTo>
                    <a:cubicBezTo>
                      <a:pt x="31126" y="35568"/>
                      <a:pt x="32134" y="35087"/>
                      <a:pt x="32885" y="34067"/>
                    </a:cubicBezTo>
                    <a:cubicBezTo>
                      <a:pt x="33287" y="33485"/>
                      <a:pt x="33484" y="32951"/>
                      <a:pt x="33596" y="32308"/>
                    </a:cubicBezTo>
                    <a:cubicBezTo>
                      <a:pt x="33716" y="31673"/>
                      <a:pt x="33670" y="30998"/>
                      <a:pt x="33510" y="30381"/>
                    </a:cubicBezTo>
                    <a:cubicBezTo>
                      <a:pt x="33194" y="29124"/>
                      <a:pt x="32462" y="28123"/>
                      <a:pt x="31638" y="27317"/>
                    </a:cubicBezTo>
                    <a:cubicBezTo>
                      <a:pt x="30822" y="26508"/>
                      <a:pt x="29793" y="25825"/>
                      <a:pt x="28723" y="25349"/>
                    </a:cubicBezTo>
                    <a:cubicBezTo>
                      <a:pt x="26604" y="24389"/>
                      <a:pt x="24436" y="24025"/>
                      <a:pt x="22451" y="23427"/>
                    </a:cubicBezTo>
                    <a:cubicBezTo>
                      <a:pt x="20318" y="22812"/>
                      <a:pt x="18143" y="22249"/>
                      <a:pt x="16012" y="21581"/>
                    </a:cubicBezTo>
                    <a:cubicBezTo>
                      <a:pt x="13894" y="20914"/>
                      <a:pt x="11778" y="20148"/>
                      <a:pt x="9935" y="19113"/>
                    </a:cubicBezTo>
                    <a:cubicBezTo>
                      <a:pt x="8084" y="18075"/>
                      <a:pt x="6442" y="16765"/>
                      <a:pt x="5315" y="15193"/>
                    </a:cubicBezTo>
                    <a:cubicBezTo>
                      <a:pt x="5178" y="14991"/>
                      <a:pt x="5082" y="14862"/>
                      <a:pt x="4939" y="14625"/>
                    </a:cubicBezTo>
                    <a:lnTo>
                      <a:pt x="4723" y="14254"/>
                    </a:lnTo>
                    <a:lnTo>
                      <a:pt x="4679" y="14181"/>
                    </a:lnTo>
                    <a:lnTo>
                      <a:pt x="4679" y="14181"/>
                    </a:lnTo>
                    <a:cubicBezTo>
                      <a:pt x="4682" y="14186"/>
                      <a:pt x="4684" y="14188"/>
                      <a:pt x="4684" y="14188"/>
                    </a:cubicBezTo>
                    <a:cubicBezTo>
                      <a:pt x="4687" y="14188"/>
                      <a:pt x="4659" y="14132"/>
                      <a:pt x="4659" y="14132"/>
                    </a:cubicBezTo>
                    <a:lnTo>
                      <a:pt x="4587" y="13979"/>
                    </a:lnTo>
                    <a:cubicBezTo>
                      <a:pt x="4379" y="13582"/>
                      <a:pt x="4228" y="13156"/>
                      <a:pt x="4096" y="12727"/>
                    </a:cubicBezTo>
                    <a:cubicBezTo>
                      <a:pt x="3838" y="11865"/>
                      <a:pt x="3761" y="10953"/>
                      <a:pt x="3823" y="10072"/>
                    </a:cubicBezTo>
                    <a:cubicBezTo>
                      <a:pt x="3948" y="8311"/>
                      <a:pt x="4649" y="6654"/>
                      <a:pt x="5743" y="5558"/>
                    </a:cubicBezTo>
                    <a:cubicBezTo>
                      <a:pt x="5987" y="5268"/>
                      <a:pt x="6325" y="5029"/>
                      <a:pt x="6586" y="4823"/>
                    </a:cubicBezTo>
                    <a:cubicBezTo>
                      <a:pt x="6720" y="4737"/>
                      <a:pt x="6847" y="4646"/>
                      <a:pt x="6971" y="4550"/>
                    </a:cubicBezTo>
                    <a:cubicBezTo>
                      <a:pt x="7148" y="4447"/>
                      <a:pt x="7388" y="4335"/>
                      <a:pt x="7589" y="4229"/>
                    </a:cubicBezTo>
                    <a:cubicBezTo>
                      <a:pt x="8180" y="3952"/>
                      <a:pt x="8936" y="3693"/>
                      <a:pt x="9631" y="3614"/>
                    </a:cubicBezTo>
                    <a:cubicBezTo>
                      <a:pt x="10052" y="3554"/>
                      <a:pt x="10473" y="3527"/>
                      <a:pt x="10888" y="3527"/>
                    </a:cubicBezTo>
                    <a:cubicBezTo>
                      <a:pt x="11865" y="3527"/>
                      <a:pt x="12809" y="3678"/>
                      <a:pt x="13654" y="3909"/>
                    </a:cubicBezTo>
                    <a:cubicBezTo>
                      <a:pt x="14866" y="4232"/>
                      <a:pt x="15888" y="4699"/>
                      <a:pt x="16704" y="5120"/>
                    </a:cubicBezTo>
                    <a:cubicBezTo>
                      <a:pt x="17532" y="5546"/>
                      <a:pt x="18111" y="5960"/>
                      <a:pt x="18492" y="6214"/>
                    </a:cubicBezTo>
                    <a:lnTo>
                      <a:pt x="19157" y="6721"/>
                    </a:lnTo>
                    <a:lnTo>
                      <a:pt x="21151" y="4222"/>
                    </a:lnTo>
                    <a:lnTo>
                      <a:pt x="20507" y="3686"/>
                    </a:lnTo>
                    <a:cubicBezTo>
                      <a:pt x="19998" y="3303"/>
                      <a:pt x="19287" y="2757"/>
                      <a:pt x="18322" y="2207"/>
                    </a:cubicBezTo>
                    <a:cubicBezTo>
                      <a:pt x="17144" y="1527"/>
                      <a:pt x="15892" y="986"/>
                      <a:pt x="14590" y="598"/>
                    </a:cubicBezTo>
                    <a:cubicBezTo>
                      <a:pt x="13435" y="258"/>
                      <a:pt x="12094" y="1"/>
                      <a:pt x="1061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112" name="Google Shape;5112;p63"/>
              <p:cNvSpPr/>
              <p:nvPr/>
            </p:nvSpPr>
            <p:spPr>
              <a:xfrm>
                <a:off x="2987525" y="285250"/>
                <a:ext cx="786050" cy="845950"/>
              </a:xfrm>
              <a:custGeom>
                <a:avLst/>
                <a:gdLst/>
                <a:ahLst/>
                <a:cxnLst/>
                <a:rect l="l" t="t" r="r" b="b"/>
                <a:pathLst>
                  <a:path w="31442" h="33838" extrusionOk="0">
                    <a:moveTo>
                      <a:pt x="26798" y="29774"/>
                    </a:moveTo>
                    <a:cubicBezTo>
                      <a:pt x="26799" y="29776"/>
                      <a:pt x="26799" y="29778"/>
                      <a:pt x="26798" y="29779"/>
                    </a:cubicBezTo>
                    <a:lnTo>
                      <a:pt x="26798" y="29779"/>
                    </a:lnTo>
                    <a:cubicBezTo>
                      <a:pt x="26799" y="29778"/>
                      <a:pt x="26799" y="29776"/>
                      <a:pt x="26798" y="29774"/>
                    </a:cubicBezTo>
                    <a:close/>
                    <a:moveTo>
                      <a:pt x="26798" y="29779"/>
                    </a:moveTo>
                    <a:cubicBezTo>
                      <a:pt x="26797" y="29780"/>
                      <a:pt x="26795" y="29780"/>
                      <a:pt x="26791" y="29780"/>
                    </a:cubicBezTo>
                    <a:lnTo>
                      <a:pt x="26791" y="29780"/>
                    </a:lnTo>
                    <a:cubicBezTo>
                      <a:pt x="26792" y="29780"/>
                      <a:pt x="26793" y="29781"/>
                      <a:pt x="26793" y="29781"/>
                    </a:cubicBezTo>
                    <a:cubicBezTo>
                      <a:pt x="26796" y="29781"/>
                      <a:pt x="26797" y="29780"/>
                      <a:pt x="26798" y="29779"/>
                    </a:cubicBezTo>
                    <a:close/>
                    <a:moveTo>
                      <a:pt x="9497" y="0"/>
                    </a:moveTo>
                    <a:cubicBezTo>
                      <a:pt x="9051" y="0"/>
                      <a:pt x="8593" y="26"/>
                      <a:pt x="8125" y="83"/>
                    </a:cubicBezTo>
                    <a:cubicBezTo>
                      <a:pt x="7203" y="183"/>
                      <a:pt x="6279" y="451"/>
                      <a:pt x="5343" y="873"/>
                    </a:cubicBezTo>
                    <a:cubicBezTo>
                      <a:pt x="5130" y="978"/>
                      <a:pt x="4920" y="1071"/>
                      <a:pt x="4700" y="1191"/>
                    </a:cubicBezTo>
                    <a:lnTo>
                      <a:pt x="4025" y="1622"/>
                    </a:lnTo>
                    <a:cubicBezTo>
                      <a:pt x="3603" y="1940"/>
                      <a:pt x="3180" y="2256"/>
                      <a:pt x="2823" y="2658"/>
                    </a:cubicBezTo>
                    <a:cubicBezTo>
                      <a:pt x="1305" y="4178"/>
                      <a:pt x="381" y="6369"/>
                      <a:pt x="209" y="8664"/>
                    </a:cubicBezTo>
                    <a:cubicBezTo>
                      <a:pt x="1" y="10964"/>
                      <a:pt x="712" y="13423"/>
                      <a:pt x="2122" y="15371"/>
                    </a:cubicBezTo>
                    <a:cubicBezTo>
                      <a:pt x="3517" y="17334"/>
                      <a:pt x="5458" y="18868"/>
                      <a:pt x="7550" y="20015"/>
                    </a:cubicBezTo>
                    <a:cubicBezTo>
                      <a:pt x="9652" y="21171"/>
                      <a:pt x="11895" y="21954"/>
                      <a:pt x="14104" y="22639"/>
                    </a:cubicBezTo>
                    <a:cubicBezTo>
                      <a:pt x="16319" y="23316"/>
                      <a:pt x="18511" y="23869"/>
                      <a:pt x="20608" y="24460"/>
                    </a:cubicBezTo>
                    <a:cubicBezTo>
                      <a:pt x="22736" y="25075"/>
                      <a:pt x="24821" y="25434"/>
                      <a:pt x="26568" y="26229"/>
                    </a:cubicBezTo>
                    <a:cubicBezTo>
                      <a:pt x="28277" y="26981"/>
                      <a:pt x="29709" y="28316"/>
                      <a:pt x="30176" y="29760"/>
                    </a:cubicBezTo>
                    <a:cubicBezTo>
                      <a:pt x="30396" y="30464"/>
                      <a:pt x="30331" y="31242"/>
                      <a:pt x="30011" y="31802"/>
                    </a:cubicBezTo>
                    <a:cubicBezTo>
                      <a:pt x="29683" y="32379"/>
                      <a:pt x="29110" y="32802"/>
                      <a:pt x="28514" y="33010"/>
                    </a:cubicBezTo>
                    <a:cubicBezTo>
                      <a:pt x="28209" y="33125"/>
                      <a:pt x="27890" y="33178"/>
                      <a:pt x="27580" y="33178"/>
                    </a:cubicBezTo>
                    <a:cubicBezTo>
                      <a:pt x="26699" y="33178"/>
                      <a:pt x="25900" y="32750"/>
                      <a:pt x="25757" y="32098"/>
                    </a:cubicBezTo>
                    <a:cubicBezTo>
                      <a:pt x="25486" y="31196"/>
                      <a:pt x="25678" y="30341"/>
                      <a:pt x="26051" y="29999"/>
                    </a:cubicBezTo>
                    <a:cubicBezTo>
                      <a:pt x="26270" y="29804"/>
                      <a:pt x="26483" y="29768"/>
                      <a:pt x="26625" y="29768"/>
                    </a:cubicBezTo>
                    <a:cubicBezTo>
                      <a:pt x="26708" y="29768"/>
                      <a:pt x="26768" y="29780"/>
                      <a:pt x="26790" y="29780"/>
                    </a:cubicBezTo>
                    <a:cubicBezTo>
                      <a:pt x="26790" y="29780"/>
                      <a:pt x="26791" y="29780"/>
                      <a:pt x="26791" y="29780"/>
                    </a:cubicBezTo>
                    <a:lnTo>
                      <a:pt x="26791" y="29780"/>
                    </a:lnTo>
                    <a:cubicBezTo>
                      <a:pt x="26764" y="29777"/>
                      <a:pt x="26659" y="29726"/>
                      <a:pt x="26493" y="29726"/>
                    </a:cubicBezTo>
                    <a:cubicBezTo>
                      <a:pt x="26356" y="29726"/>
                      <a:pt x="26177" y="29761"/>
                      <a:pt x="25965" y="29889"/>
                    </a:cubicBezTo>
                    <a:cubicBezTo>
                      <a:pt x="25477" y="30229"/>
                      <a:pt x="25127" y="31131"/>
                      <a:pt x="25343" y="32211"/>
                    </a:cubicBezTo>
                    <a:cubicBezTo>
                      <a:pt x="25398" y="32470"/>
                      <a:pt x="25527" y="32807"/>
                      <a:pt x="25750" y="33037"/>
                    </a:cubicBezTo>
                    <a:cubicBezTo>
                      <a:pt x="25980" y="33276"/>
                      <a:pt x="26257" y="33465"/>
                      <a:pt x="26564" y="33592"/>
                    </a:cubicBezTo>
                    <a:cubicBezTo>
                      <a:pt x="26941" y="33753"/>
                      <a:pt x="27364" y="33838"/>
                      <a:pt x="27807" y="33838"/>
                    </a:cubicBezTo>
                    <a:cubicBezTo>
                      <a:pt x="28109" y="33838"/>
                      <a:pt x="28419" y="33798"/>
                      <a:pt x="28730" y="33717"/>
                    </a:cubicBezTo>
                    <a:cubicBezTo>
                      <a:pt x="29486" y="33511"/>
                      <a:pt x="30264" y="33063"/>
                      <a:pt x="30788" y="32280"/>
                    </a:cubicBezTo>
                    <a:cubicBezTo>
                      <a:pt x="31296" y="31481"/>
                      <a:pt x="31442" y="30442"/>
                      <a:pt x="31162" y="29475"/>
                    </a:cubicBezTo>
                    <a:cubicBezTo>
                      <a:pt x="30894" y="28510"/>
                      <a:pt x="30303" y="27665"/>
                      <a:pt x="29577" y="26969"/>
                    </a:cubicBezTo>
                    <a:cubicBezTo>
                      <a:pt x="28859" y="26267"/>
                      <a:pt x="27971" y="25679"/>
                      <a:pt x="27009" y="25255"/>
                    </a:cubicBezTo>
                    <a:cubicBezTo>
                      <a:pt x="25089" y="24386"/>
                      <a:pt x="22966" y="24029"/>
                      <a:pt x="20900" y="23426"/>
                    </a:cubicBezTo>
                    <a:cubicBezTo>
                      <a:pt x="18789" y="22828"/>
                      <a:pt x="16601" y="22272"/>
                      <a:pt x="14423" y="21604"/>
                    </a:cubicBezTo>
                    <a:cubicBezTo>
                      <a:pt x="12254" y="20932"/>
                      <a:pt x="10066" y="20159"/>
                      <a:pt x="8077" y="19060"/>
                    </a:cubicBezTo>
                    <a:cubicBezTo>
                      <a:pt x="6090" y="17971"/>
                      <a:pt x="4285" y="16527"/>
                      <a:pt x="3014" y="14737"/>
                    </a:cubicBezTo>
                    <a:cubicBezTo>
                      <a:pt x="1739" y="12956"/>
                      <a:pt x="1128" y="10816"/>
                      <a:pt x="1310" y="8743"/>
                    </a:cubicBezTo>
                    <a:cubicBezTo>
                      <a:pt x="1466" y="6692"/>
                      <a:pt x="2291" y="4750"/>
                      <a:pt x="3618" y="3429"/>
                    </a:cubicBezTo>
                    <a:cubicBezTo>
                      <a:pt x="3924" y="3080"/>
                      <a:pt x="4309" y="2802"/>
                      <a:pt x="4656" y="2536"/>
                    </a:cubicBezTo>
                    <a:lnTo>
                      <a:pt x="5197" y="2177"/>
                    </a:lnTo>
                    <a:cubicBezTo>
                      <a:pt x="5396" y="2065"/>
                      <a:pt x="5621" y="1962"/>
                      <a:pt x="5829" y="1856"/>
                    </a:cubicBezTo>
                    <a:cubicBezTo>
                      <a:pt x="6605" y="1502"/>
                      <a:pt x="7450" y="1236"/>
                      <a:pt x="8266" y="1145"/>
                    </a:cubicBezTo>
                    <a:cubicBezTo>
                      <a:pt x="8716" y="1086"/>
                      <a:pt x="9160" y="1060"/>
                      <a:pt x="9594" y="1060"/>
                    </a:cubicBezTo>
                    <a:cubicBezTo>
                      <a:pt x="10744" y="1060"/>
                      <a:pt x="11825" y="1247"/>
                      <a:pt x="12781" y="1514"/>
                    </a:cubicBezTo>
                    <a:cubicBezTo>
                      <a:pt x="13922" y="1837"/>
                      <a:pt x="15026" y="2290"/>
                      <a:pt x="16067" y="2864"/>
                    </a:cubicBezTo>
                    <a:cubicBezTo>
                      <a:pt x="16943" y="3333"/>
                      <a:pt x="17570" y="3795"/>
                      <a:pt x="17992" y="4094"/>
                    </a:cubicBezTo>
                    <a:lnTo>
                      <a:pt x="18650" y="4614"/>
                    </a:lnTo>
                    <a:lnTo>
                      <a:pt x="19253" y="3858"/>
                    </a:lnTo>
                    <a:lnTo>
                      <a:pt x="18600" y="3333"/>
                    </a:lnTo>
                    <a:cubicBezTo>
                      <a:pt x="18135" y="2996"/>
                      <a:pt x="17470" y="2498"/>
                      <a:pt x="16551" y="1993"/>
                    </a:cubicBezTo>
                    <a:cubicBezTo>
                      <a:pt x="15445" y="1373"/>
                      <a:pt x="14274" y="880"/>
                      <a:pt x="13058" y="523"/>
                    </a:cubicBezTo>
                    <a:cubicBezTo>
                      <a:pt x="12009" y="220"/>
                      <a:pt x="10803" y="0"/>
                      <a:pt x="9497" y="0"/>
                    </a:cubicBezTo>
                    <a:close/>
                  </a:path>
                </a:pathLst>
              </a:custGeom>
              <a:solidFill>
                <a:srgbClr val="DBE2E7"/>
              </a:solidFill>
              <a:ln>
                <a:noFill/>
              </a:ln>
            </p:spPr>
            <p:txBody>
              <a:bodyPr spcFirstLastPara="1" wrap="square" lIns="121900" tIns="121900" rIns="121900" bIns="121900" anchor="ctr" anchorCtr="0">
                <a:noAutofit/>
              </a:bodyPr>
              <a:lstStyle/>
              <a:p>
                <a:endParaRPr sz="2400"/>
              </a:p>
            </p:txBody>
          </p:sp>
          <p:sp>
            <p:nvSpPr>
              <p:cNvPr id="5113" name="Google Shape;5113;p63"/>
              <p:cNvSpPr/>
              <p:nvPr/>
            </p:nvSpPr>
            <p:spPr>
              <a:xfrm>
                <a:off x="3368550" y="238100"/>
                <a:ext cx="1089150" cy="1354050"/>
              </a:xfrm>
              <a:custGeom>
                <a:avLst/>
                <a:gdLst/>
                <a:ahLst/>
                <a:cxnLst/>
                <a:rect l="l" t="t" r="r" b="b"/>
                <a:pathLst>
                  <a:path w="43566" h="54162" extrusionOk="0">
                    <a:moveTo>
                      <a:pt x="40538" y="1"/>
                    </a:moveTo>
                    <a:cubicBezTo>
                      <a:pt x="40536" y="1"/>
                      <a:pt x="40535" y="1"/>
                      <a:pt x="40533" y="1"/>
                    </a:cubicBezTo>
                    <a:lnTo>
                      <a:pt x="23581" y="183"/>
                    </a:lnTo>
                    <a:lnTo>
                      <a:pt x="19703" y="224"/>
                    </a:lnTo>
                    <a:lnTo>
                      <a:pt x="2751" y="406"/>
                    </a:lnTo>
                    <a:cubicBezTo>
                      <a:pt x="2416" y="408"/>
                      <a:pt x="2128" y="645"/>
                      <a:pt x="2061" y="973"/>
                    </a:cubicBezTo>
                    <a:cubicBezTo>
                      <a:pt x="1530" y="3469"/>
                      <a:pt x="0" y="13846"/>
                      <a:pt x="8783" y="22600"/>
                    </a:cubicBezTo>
                    <a:cubicBezTo>
                      <a:pt x="18846" y="32630"/>
                      <a:pt x="19789" y="34399"/>
                      <a:pt x="18887" y="42942"/>
                    </a:cubicBezTo>
                    <a:cubicBezTo>
                      <a:pt x="17982" y="51485"/>
                      <a:pt x="13855" y="54161"/>
                      <a:pt x="13855" y="54161"/>
                    </a:cubicBezTo>
                    <a:lnTo>
                      <a:pt x="22106" y="54072"/>
                    </a:lnTo>
                    <a:lnTo>
                      <a:pt x="22326" y="54070"/>
                    </a:lnTo>
                    <a:lnTo>
                      <a:pt x="30577" y="53982"/>
                    </a:lnTo>
                    <a:cubicBezTo>
                      <a:pt x="30577" y="53982"/>
                      <a:pt x="26396" y="51394"/>
                      <a:pt x="25309" y="42870"/>
                    </a:cubicBezTo>
                    <a:cubicBezTo>
                      <a:pt x="24222" y="34348"/>
                      <a:pt x="25127" y="32560"/>
                      <a:pt x="34972" y="22320"/>
                    </a:cubicBezTo>
                    <a:cubicBezTo>
                      <a:pt x="43566" y="13379"/>
                      <a:pt x="41816" y="3039"/>
                      <a:pt x="41232" y="554"/>
                    </a:cubicBezTo>
                    <a:cubicBezTo>
                      <a:pt x="41158" y="228"/>
                      <a:pt x="40869" y="1"/>
                      <a:pt x="40538"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114" name="Google Shape;5114;p63"/>
              <p:cNvSpPr/>
              <p:nvPr/>
            </p:nvSpPr>
            <p:spPr>
              <a:xfrm>
                <a:off x="3588225" y="1559325"/>
                <a:ext cx="673800" cy="265125"/>
              </a:xfrm>
              <a:custGeom>
                <a:avLst/>
                <a:gdLst/>
                <a:ahLst/>
                <a:cxnLst/>
                <a:rect l="l" t="t" r="r" b="b"/>
                <a:pathLst>
                  <a:path w="26952" h="10605" extrusionOk="0">
                    <a:moveTo>
                      <a:pt x="26784" y="0"/>
                    </a:moveTo>
                    <a:lnTo>
                      <a:pt x="58" y="285"/>
                    </a:lnTo>
                    <a:cubicBezTo>
                      <a:pt x="27" y="285"/>
                      <a:pt x="1" y="311"/>
                      <a:pt x="1" y="343"/>
                    </a:cubicBezTo>
                    <a:lnTo>
                      <a:pt x="111" y="10604"/>
                    </a:lnTo>
                    <a:lnTo>
                      <a:pt x="26951" y="10320"/>
                    </a:lnTo>
                    <a:lnTo>
                      <a:pt x="26841" y="58"/>
                    </a:lnTo>
                    <a:cubicBezTo>
                      <a:pt x="26841" y="27"/>
                      <a:pt x="26815" y="0"/>
                      <a:pt x="26784"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5115" name="Google Shape;5115;p63"/>
              <p:cNvSpPr/>
              <p:nvPr/>
            </p:nvSpPr>
            <p:spPr>
              <a:xfrm>
                <a:off x="3513850" y="1774875"/>
                <a:ext cx="825300" cy="92000"/>
              </a:xfrm>
              <a:custGeom>
                <a:avLst/>
                <a:gdLst/>
                <a:ahLst/>
                <a:cxnLst/>
                <a:rect l="l" t="t" r="r" b="b"/>
                <a:pathLst>
                  <a:path w="33012" h="3680" extrusionOk="0">
                    <a:moveTo>
                      <a:pt x="32921" y="0"/>
                    </a:moveTo>
                    <a:lnTo>
                      <a:pt x="58" y="350"/>
                    </a:lnTo>
                    <a:cubicBezTo>
                      <a:pt x="27" y="350"/>
                      <a:pt x="0" y="376"/>
                      <a:pt x="0" y="410"/>
                    </a:cubicBezTo>
                    <a:lnTo>
                      <a:pt x="36" y="3680"/>
                    </a:lnTo>
                    <a:lnTo>
                      <a:pt x="33012" y="3328"/>
                    </a:lnTo>
                    <a:lnTo>
                      <a:pt x="32978" y="58"/>
                    </a:lnTo>
                    <a:cubicBezTo>
                      <a:pt x="32978" y="27"/>
                      <a:pt x="32952" y="0"/>
                      <a:pt x="32921" y="0"/>
                    </a:cubicBezTo>
                    <a:close/>
                  </a:path>
                </a:pathLst>
              </a:custGeom>
              <a:solidFill>
                <a:srgbClr val="E7ECEF"/>
              </a:solidFill>
              <a:ln>
                <a:noFill/>
              </a:ln>
            </p:spPr>
            <p:txBody>
              <a:bodyPr spcFirstLastPara="1" wrap="square" lIns="121900" tIns="121900" rIns="121900" bIns="121900" anchor="ctr" anchorCtr="0">
                <a:noAutofit/>
              </a:bodyPr>
              <a:lstStyle/>
              <a:p>
                <a:endParaRPr sz="2400"/>
              </a:p>
            </p:txBody>
          </p:sp>
          <p:sp>
            <p:nvSpPr>
              <p:cNvPr id="5116" name="Google Shape;5116;p63"/>
              <p:cNvSpPr/>
              <p:nvPr/>
            </p:nvSpPr>
            <p:spPr>
              <a:xfrm>
                <a:off x="3466550" y="322000"/>
                <a:ext cx="893500" cy="458025"/>
              </a:xfrm>
              <a:custGeom>
                <a:avLst/>
                <a:gdLst/>
                <a:ahLst/>
                <a:cxnLst/>
                <a:rect l="l" t="t" r="r" b="b"/>
                <a:pathLst>
                  <a:path w="35740" h="18321" extrusionOk="0">
                    <a:moveTo>
                      <a:pt x="34103" y="1"/>
                    </a:moveTo>
                    <a:cubicBezTo>
                      <a:pt x="34097" y="1"/>
                      <a:pt x="34091" y="1"/>
                      <a:pt x="34085" y="1"/>
                    </a:cubicBezTo>
                    <a:lnTo>
                      <a:pt x="18162" y="171"/>
                    </a:lnTo>
                    <a:lnTo>
                      <a:pt x="17351" y="181"/>
                    </a:lnTo>
                    <a:lnTo>
                      <a:pt x="1428" y="350"/>
                    </a:lnTo>
                    <a:cubicBezTo>
                      <a:pt x="834" y="353"/>
                      <a:pt x="348" y="820"/>
                      <a:pt x="320" y="1413"/>
                    </a:cubicBezTo>
                    <a:cubicBezTo>
                      <a:pt x="315" y="1492"/>
                      <a:pt x="312" y="1578"/>
                      <a:pt x="310" y="1667"/>
                    </a:cubicBezTo>
                    <a:cubicBezTo>
                      <a:pt x="1" y="10807"/>
                      <a:pt x="7459" y="18321"/>
                      <a:pt x="16585" y="18321"/>
                    </a:cubicBezTo>
                    <a:cubicBezTo>
                      <a:pt x="16644" y="18321"/>
                      <a:pt x="16703" y="18321"/>
                      <a:pt x="16762" y="18320"/>
                    </a:cubicBezTo>
                    <a:lnTo>
                      <a:pt x="17545" y="18310"/>
                    </a:lnTo>
                    <a:lnTo>
                      <a:pt x="18354" y="18303"/>
                    </a:lnTo>
                    <a:lnTo>
                      <a:pt x="19136" y="18294"/>
                    </a:lnTo>
                    <a:cubicBezTo>
                      <a:pt x="28343" y="18196"/>
                      <a:pt x="35739" y="10485"/>
                      <a:pt x="35229" y="1294"/>
                    </a:cubicBezTo>
                    <a:cubicBezTo>
                      <a:pt x="35225" y="1203"/>
                      <a:pt x="35220" y="1119"/>
                      <a:pt x="35215" y="1040"/>
                    </a:cubicBezTo>
                    <a:cubicBezTo>
                      <a:pt x="35175" y="455"/>
                      <a:pt x="34689" y="1"/>
                      <a:pt x="34103" y="1"/>
                    </a:cubicBezTo>
                    <a:close/>
                  </a:path>
                </a:pathLst>
              </a:custGeom>
              <a:solidFill>
                <a:srgbClr val="DBE2E7"/>
              </a:solidFill>
              <a:ln>
                <a:noFill/>
              </a:ln>
            </p:spPr>
            <p:txBody>
              <a:bodyPr spcFirstLastPara="1" wrap="square" lIns="121900" tIns="121900" rIns="121900" bIns="121900" anchor="ctr" anchorCtr="0">
                <a:noAutofit/>
              </a:bodyPr>
              <a:lstStyle/>
              <a:p>
                <a:endParaRPr sz="2400"/>
              </a:p>
            </p:txBody>
          </p:sp>
          <p:sp>
            <p:nvSpPr>
              <p:cNvPr id="5117" name="Google Shape;5117;p63"/>
              <p:cNvSpPr/>
              <p:nvPr/>
            </p:nvSpPr>
            <p:spPr>
              <a:xfrm>
                <a:off x="3472850" y="260850"/>
                <a:ext cx="874375" cy="56650"/>
              </a:xfrm>
              <a:custGeom>
                <a:avLst/>
                <a:gdLst/>
                <a:ahLst/>
                <a:cxnLst/>
                <a:rect l="l" t="t" r="r" b="b"/>
                <a:pathLst>
                  <a:path w="34975" h="2266" extrusionOk="0">
                    <a:moveTo>
                      <a:pt x="34014" y="1"/>
                    </a:moveTo>
                    <a:cubicBezTo>
                      <a:pt x="34011" y="1"/>
                      <a:pt x="34008" y="1"/>
                      <a:pt x="34005" y="1"/>
                    </a:cubicBezTo>
                    <a:lnTo>
                      <a:pt x="953" y="355"/>
                    </a:lnTo>
                    <a:cubicBezTo>
                      <a:pt x="424" y="360"/>
                      <a:pt x="1" y="791"/>
                      <a:pt x="8" y="1320"/>
                    </a:cubicBezTo>
                    <a:cubicBezTo>
                      <a:pt x="13" y="1843"/>
                      <a:pt x="441" y="2265"/>
                      <a:pt x="964" y="2265"/>
                    </a:cubicBezTo>
                    <a:cubicBezTo>
                      <a:pt x="967" y="2265"/>
                      <a:pt x="969" y="2265"/>
                      <a:pt x="972" y="2265"/>
                    </a:cubicBezTo>
                    <a:lnTo>
                      <a:pt x="34022" y="1913"/>
                    </a:lnTo>
                    <a:cubicBezTo>
                      <a:pt x="34551" y="1906"/>
                      <a:pt x="34975" y="1473"/>
                      <a:pt x="34968" y="946"/>
                    </a:cubicBezTo>
                    <a:cubicBezTo>
                      <a:pt x="34963" y="422"/>
                      <a:pt x="34537" y="1"/>
                      <a:pt x="34014" y="1"/>
                    </a:cubicBezTo>
                    <a:close/>
                  </a:path>
                </a:pathLst>
              </a:custGeom>
              <a:solidFill>
                <a:srgbClr val="DBE2E7"/>
              </a:solidFill>
              <a:ln>
                <a:noFill/>
              </a:ln>
            </p:spPr>
            <p:txBody>
              <a:bodyPr spcFirstLastPara="1" wrap="square" lIns="121900" tIns="121900" rIns="121900" bIns="121900" anchor="ctr" anchorCtr="0">
                <a:noAutofit/>
              </a:bodyPr>
              <a:lstStyle/>
              <a:p>
                <a:endParaRPr sz="2400"/>
              </a:p>
            </p:txBody>
          </p:sp>
          <p:sp>
            <p:nvSpPr>
              <p:cNvPr id="5118" name="Google Shape;5118;p63"/>
              <p:cNvSpPr/>
              <p:nvPr/>
            </p:nvSpPr>
            <p:spPr>
              <a:xfrm>
                <a:off x="3746150" y="421050"/>
                <a:ext cx="332625" cy="316350"/>
              </a:xfrm>
              <a:custGeom>
                <a:avLst/>
                <a:gdLst/>
                <a:ahLst/>
                <a:cxnLst/>
                <a:rect l="l" t="t" r="r" b="b"/>
                <a:pathLst>
                  <a:path w="13305" h="12654" extrusionOk="0">
                    <a:moveTo>
                      <a:pt x="6653" y="1"/>
                    </a:moveTo>
                    <a:lnTo>
                      <a:pt x="4597" y="4166"/>
                    </a:lnTo>
                    <a:lnTo>
                      <a:pt x="1" y="4833"/>
                    </a:lnTo>
                    <a:lnTo>
                      <a:pt x="3325" y="8075"/>
                    </a:lnTo>
                    <a:lnTo>
                      <a:pt x="2540" y="12654"/>
                    </a:lnTo>
                    <a:lnTo>
                      <a:pt x="6653" y="10492"/>
                    </a:lnTo>
                    <a:lnTo>
                      <a:pt x="10765" y="12654"/>
                    </a:lnTo>
                    <a:lnTo>
                      <a:pt x="9978" y="8075"/>
                    </a:lnTo>
                    <a:lnTo>
                      <a:pt x="13305" y="4833"/>
                    </a:lnTo>
                    <a:lnTo>
                      <a:pt x="8709" y="4166"/>
                    </a:lnTo>
                    <a:lnTo>
                      <a:pt x="6653" y="1"/>
                    </a:lnTo>
                    <a:close/>
                    <a:moveTo>
                      <a:pt x="2540" y="12654"/>
                    </a:moveTo>
                    <a:lnTo>
                      <a:pt x="2540" y="12654"/>
                    </a:lnTo>
                    <a:lnTo>
                      <a:pt x="2540" y="12654"/>
                    </a:lnTo>
                    <a:close/>
                  </a:path>
                </a:pathLst>
              </a:custGeom>
              <a:solidFill>
                <a:srgbClr val="FFFFFF"/>
              </a:solidFill>
              <a:ln>
                <a:noFill/>
              </a:ln>
            </p:spPr>
            <p:txBody>
              <a:bodyPr spcFirstLastPara="1" wrap="square" lIns="121900" tIns="121900" rIns="121900" bIns="121900" anchor="ctr" anchorCtr="0">
                <a:noAutofit/>
              </a:bodyPr>
              <a:lstStyle/>
              <a:p>
                <a:endParaRPr sz="2400"/>
              </a:p>
            </p:txBody>
          </p:sp>
        </p:grpSp>
      </p:grpSp>
      <p:grpSp>
        <p:nvGrpSpPr>
          <p:cNvPr id="5119" name="Google Shape;5119;p63"/>
          <p:cNvGrpSpPr/>
          <p:nvPr/>
        </p:nvGrpSpPr>
        <p:grpSpPr>
          <a:xfrm>
            <a:off x="3328239" y="4979347"/>
            <a:ext cx="1657504" cy="850319"/>
            <a:chOff x="2496310" y="3693351"/>
            <a:chExt cx="1342906" cy="688926"/>
          </a:xfrm>
        </p:grpSpPr>
        <p:grpSp>
          <p:nvGrpSpPr>
            <p:cNvPr id="5120" name="Google Shape;5120;p63"/>
            <p:cNvGrpSpPr/>
            <p:nvPr/>
          </p:nvGrpSpPr>
          <p:grpSpPr>
            <a:xfrm>
              <a:off x="2496310" y="3693351"/>
              <a:ext cx="1342906" cy="688875"/>
              <a:chOff x="2496310" y="3693351"/>
              <a:chExt cx="1342906" cy="688875"/>
            </a:xfrm>
          </p:grpSpPr>
          <p:sp>
            <p:nvSpPr>
              <p:cNvPr id="5121" name="Google Shape;5121;p63"/>
              <p:cNvSpPr/>
              <p:nvPr/>
            </p:nvSpPr>
            <p:spPr>
              <a:xfrm>
                <a:off x="2567815" y="3809577"/>
                <a:ext cx="1200140" cy="572649"/>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122" name="Google Shape;5122;p63"/>
              <p:cNvSpPr/>
              <p:nvPr/>
            </p:nvSpPr>
            <p:spPr>
              <a:xfrm>
                <a:off x="3420688" y="3858516"/>
                <a:ext cx="65100" cy="65100"/>
              </a:xfrm>
              <a:prstGeom prst="ellipse">
                <a:avLst/>
              </a:prstGeom>
              <a:solidFill>
                <a:srgbClr val="869FB2"/>
              </a:solidFill>
              <a:ln>
                <a:noFill/>
              </a:ln>
            </p:spPr>
            <p:txBody>
              <a:bodyPr spcFirstLastPara="1" wrap="square" lIns="121900" tIns="121900" rIns="121900" bIns="121900" anchor="ctr" anchorCtr="0">
                <a:noAutofit/>
              </a:bodyPr>
              <a:lstStyle/>
              <a:p>
                <a:endParaRPr sz="2400"/>
              </a:p>
            </p:txBody>
          </p:sp>
          <p:sp>
            <p:nvSpPr>
              <p:cNvPr id="5123" name="Google Shape;5123;p63"/>
              <p:cNvSpPr/>
              <p:nvPr/>
            </p:nvSpPr>
            <p:spPr>
              <a:xfrm>
                <a:off x="3135700" y="3791751"/>
                <a:ext cx="65100" cy="65100"/>
              </a:xfrm>
              <a:prstGeom prst="ellipse">
                <a:avLst/>
              </a:prstGeom>
              <a:solidFill>
                <a:srgbClr val="869FB2"/>
              </a:solidFill>
              <a:ln>
                <a:noFill/>
              </a:ln>
            </p:spPr>
            <p:txBody>
              <a:bodyPr spcFirstLastPara="1" wrap="square" lIns="121900" tIns="121900" rIns="121900" bIns="121900" anchor="ctr" anchorCtr="0">
                <a:noAutofit/>
              </a:bodyPr>
              <a:lstStyle/>
              <a:p>
                <a:endParaRPr sz="2400"/>
              </a:p>
            </p:txBody>
          </p:sp>
          <p:sp>
            <p:nvSpPr>
              <p:cNvPr id="5124" name="Google Shape;5124;p63"/>
              <p:cNvSpPr/>
              <p:nvPr/>
            </p:nvSpPr>
            <p:spPr>
              <a:xfrm>
                <a:off x="3620515" y="4032917"/>
                <a:ext cx="65100" cy="65100"/>
              </a:xfrm>
              <a:prstGeom prst="ellipse">
                <a:avLst/>
              </a:prstGeom>
              <a:solidFill>
                <a:srgbClr val="869FB2"/>
              </a:solidFill>
              <a:ln>
                <a:noFill/>
              </a:ln>
            </p:spPr>
            <p:txBody>
              <a:bodyPr spcFirstLastPara="1" wrap="square" lIns="121900" tIns="121900" rIns="121900" bIns="121900" anchor="ctr" anchorCtr="0">
                <a:noAutofit/>
              </a:bodyPr>
              <a:lstStyle/>
              <a:p>
                <a:endParaRPr sz="2400"/>
              </a:p>
            </p:txBody>
          </p:sp>
          <p:sp>
            <p:nvSpPr>
              <p:cNvPr id="5125" name="Google Shape;5125;p63"/>
              <p:cNvSpPr/>
              <p:nvPr/>
            </p:nvSpPr>
            <p:spPr>
              <a:xfrm>
                <a:off x="2843808" y="3858516"/>
                <a:ext cx="65100" cy="65100"/>
              </a:xfrm>
              <a:prstGeom prst="ellipse">
                <a:avLst/>
              </a:prstGeom>
              <a:solidFill>
                <a:srgbClr val="869FB2"/>
              </a:solidFill>
              <a:ln>
                <a:noFill/>
              </a:ln>
            </p:spPr>
            <p:txBody>
              <a:bodyPr spcFirstLastPara="1" wrap="square" lIns="121900" tIns="121900" rIns="121900" bIns="121900" anchor="ctr" anchorCtr="0">
                <a:noAutofit/>
              </a:bodyPr>
              <a:lstStyle/>
              <a:p>
                <a:endParaRPr sz="2400"/>
              </a:p>
            </p:txBody>
          </p:sp>
          <p:sp>
            <p:nvSpPr>
              <p:cNvPr id="5126" name="Google Shape;5126;p63"/>
              <p:cNvSpPr/>
              <p:nvPr/>
            </p:nvSpPr>
            <p:spPr>
              <a:xfrm>
                <a:off x="2652010" y="4032917"/>
                <a:ext cx="65100" cy="65100"/>
              </a:xfrm>
              <a:prstGeom prst="ellipse">
                <a:avLst/>
              </a:prstGeom>
              <a:solidFill>
                <a:srgbClr val="869FB2"/>
              </a:solidFill>
              <a:ln>
                <a:noFill/>
              </a:ln>
            </p:spPr>
            <p:txBody>
              <a:bodyPr spcFirstLastPara="1" wrap="square" lIns="121900" tIns="121900" rIns="121900" bIns="121900" anchor="ctr" anchorCtr="0">
                <a:noAutofit/>
              </a:bodyPr>
              <a:lstStyle/>
              <a:p>
                <a:endParaRPr sz="2400"/>
              </a:p>
            </p:txBody>
          </p:sp>
          <p:cxnSp>
            <p:nvCxnSpPr>
              <p:cNvPr id="5127" name="Google Shape;5127;p63"/>
              <p:cNvCxnSpPr>
                <a:stCxn id="5125" idx="0"/>
              </p:cNvCxnSpPr>
              <p:nvPr/>
            </p:nvCxnSpPr>
            <p:spPr>
              <a:xfrm rot="5400000" flipH="1">
                <a:off x="2741958" y="3724116"/>
                <a:ext cx="68700" cy="200100"/>
              </a:xfrm>
              <a:prstGeom prst="bentConnector2">
                <a:avLst/>
              </a:prstGeom>
              <a:noFill/>
              <a:ln w="19050" cap="flat" cmpd="sng">
                <a:solidFill>
                  <a:srgbClr val="869FB2"/>
                </a:solidFill>
                <a:prstDash val="solid"/>
                <a:round/>
                <a:headEnd type="none" w="med" len="med"/>
                <a:tailEnd type="none" w="med" len="med"/>
              </a:ln>
            </p:spPr>
          </p:cxnSp>
          <p:cxnSp>
            <p:nvCxnSpPr>
              <p:cNvPr id="5128" name="Google Shape;5128;p63"/>
              <p:cNvCxnSpPr>
                <a:stCxn id="5122" idx="0"/>
              </p:cNvCxnSpPr>
              <p:nvPr/>
            </p:nvCxnSpPr>
            <p:spPr>
              <a:xfrm rot="-5400000">
                <a:off x="3512338" y="3723516"/>
                <a:ext cx="75900" cy="194100"/>
              </a:xfrm>
              <a:prstGeom prst="bentConnector2">
                <a:avLst/>
              </a:prstGeom>
              <a:noFill/>
              <a:ln w="19050" cap="flat" cmpd="sng">
                <a:solidFill>
                  <a:srgbClr val="869FB2"/>
                </a:solidFill>
                <a:prstDash val="solid"/>
                <a:round/>
                <a:headEnd type="none" w="med" len="med"/>
                <a:tailEnd type="none" w="med" len="med"/>
              </a:ln>
            </p:spPr>
          </p:cxnSp>
          <p:cxnSp>
            <p:nvCxnSpPr>
              <p:cNvPr id="5129" name="Google Shape;5129;p63"/>
              <p:cNvCxnSpPr>
                <a:stCxn id="5123" idx="0"/>
              </p:cNvCxnSpPr>
              <p:nvPr/>
            </p:nvCxnSpPr>
            <p:spPr>
              <a:xfrm rot="-5400000">
                <a:off x="3119350" y="3742251"/>
                <a:ext cx="98400" cy="600"/>
              </a:xfrm>
              <a:prstGeom prst="bentConnector3">
                <a:avLst>
                  <a:gd name="adj1" fmla="val 50000"/>
                </a:avLst>
              </a:prstGeom>
              <a:noFill/>
              <a:ln w="19050" cap="flat" cmpd="sng">
                <a:solidFill>
                  <a:srgbClr val="869FB2"/>
                </a:solidFill>
                <a:prstDash val="solid"/>
                <a:round/>
                <a:headEnd type="none" w="med" len="med"/>
                <a:tailEnd type="none" w="med" len="med"/>
              </a:ln>
            </p:spPr>
          </p:cxnSp>
          <p:cxnSp>
            <p:nvCxnSpPr>
              <p:cNvPr id="5130" name="Google Shape;5130;p63"/>
              <p:cNvCxnSpPr>
                <a:stCxn id="5126" idx="2"/>
              </p:cNvCxnSpPr>
              <p:nvPr/>
            </p:nvCxnSpPr>
            <p:spPr>
              <a:xfrm flipH="1">
                <a:off x="2496310" y="4065467"/>
                <a:ext cx="155700" cy="600"/>
              </a:xfrm>
              <a:prstGeom prst="bentConnector3">
                <a:avLst>
                  <a:gd name="adj1" fmla="val 50000"/>
                </a:avLst>
              </a:prstGeom>
              <a:noFill/>
              <a:ln w="19050" cap="flat" cmpd="sng">
                <a:solidFill>
                  <a:srgbClr val="869FB2"/>
                </a:solidFill>
                <a:prstDash val="solid"/>
                <a:round/>
                <a:headEnd type="none" w="med" len="med"/>
                <a:tailEnd type="none" w="med" len="med"/>
              </a:ln>
            </p:spPr>
          </p:cxnSp>
          <p:cxnSp>
            <p:nvCxnSpPr>
              <p:cNvPr id="5131" name="Google Shape;5131;p63"/>
              <p:cNvCxnSpPr>
                <a:stCxn id="5124" idx="6"/>
              </p:cNvCxnSpPr>
              <p:nvPr/>
            </p:nvCxnSpPr>
            <p:spPr>
              <a:xfrm>
                <a:off x="3685615" y="4065467"/>
                <a:ext cx="153600" cy="600"/>
              </a:xfrm>
              <a:prstGeom prst="bentConnector3">
                <a:avLst>
                  <a:gd name="adj1" fmla="val 50000"/>
                </a:avLst>
              </a:prstGeom>
              <a:noFill/>
              <a:ln w="19050" cap="flat" cmpd="sng">
                <a:solidFill>
                  <a:srgbClr val="869FB2"/>
                </a:solidFill>
                <a:prstDash val="solid"/>
                <a:round/>
                <a:headEnd type="none" w="med" len="med"/>
                <a:tailEnd type="none" w="med" len="med"/>
              </a:ln>
            </p:spPr>
          </p:cxnSp>
        </p:grpSp>
        <p:grpSp>
          <p:nvGrpSpPr>
            <p:cNvPr id="5132" name="Google Shape;5132;p63"/>
            <p:cNvGrpSpPr/>
            <p:nvPr/>
          </p:nvGrpSpPr>
          <p:grpSpPr>
            <a:xfrm>
              <a:off x="2675275" y="3930557"/>
              <a:ext cx="1003306" cy="451719"/>
              <a:chOff x="2675275" y="4174282"/>
              <a:chExt cx="1003306" cy="451719"/>
            </a:xfrm>
          </p:grpSpPr>
          <p:sp>
            <p:nvSpPr>
              <p:cNvPr id="5133" name="Google Shape;5133;p63"/>
              <p:cNvSpPr/>
              <p:nvPr/>
            </p:nvSpPr>
            <p:spPr>
              <a:xfrm>
                <a:off x="2675275" y="4174282"/>
                <a:ext cx="1003306" cy="451719"/>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BBCC9"/>
              </a:solidFill>
              <a:ln>
                <a:noFill/>
              </a:ln>
            </p:spPr>
            <p:txBody>
              <a:bodyPr spcFirstLastPara="1" wrap="square" lIns="121900" tIns="121900" rIns="121900" bIns="121900" anchor="ctr" anchorCtr="0">
                <a:noAutofit/>
              </a:bodyPr>
              <a:lstStyle/>
              <a:p>
                <a:endParaRPr sz="2400"/>
              </a:p>
            </p:txBody>
          </p:sp>
          <p:sp>
            <p:nvSpPr>
              <p:cNvPr id="5134" name="Google Shape;5134;p63"/>
              <p:cNvSpPr/>
              <p:nvPr/>
            </p:nvSpPr>
            <p:spPr>
              <a:xfrm>
                <a:off x="2716046" y="4210984"/>
                <a:ext cx="921789" cy="415018"/>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5B7C6"/>
              </a:solidFill>
              <a:ln>
                <a:noFill/>
              </a:ln>
            </p:spPr>
            <p:txBody>
              <a:bodyPr spcFirstLastPara="1" wrap="square" lIns="121900" tIns="121900" rIns="121900" bIns="121900" anchor="ctr" anchorCtr="0">
                <a:noAutofit/>
              </a:bodyPr>
              <a:lstStyle/>
              <a:p>
                <a:endParaRPr sz="2400"/>
              </a:p>
            </p:txBody>
          </p:sp>
          <p:sp>
            <p:nvSpPr>
              <p:cNvPr id="5135" name="Google Shape;5135;p63"/>
              <p:cNvSpPr/>
              <p:nvPr/>
            </p:nvSpPr>
            <p:spPr>
              <a:xfrm>
                <a:off x="2762606" y="4252906"/>
                <a:ext cx="828676" cy="373095"/>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grpSp>
        <p:nvGrpSpPr>
          <p:cNvPr id="5136" name="Google Shape;5136;p63"/>
          <p:cNvGrpSpPr/>
          <p:nvPr/>
        </p:nvGrpSpPr>
        <p:grpSpPr>
          <a:xfrm>
            <a:off x="2226467" y="1561809"/>
            <a:ext cx="766015" cy="1166279"/>
            <a:chOff x="1715404" y="1112080"/>
            <a:chExt cx="642270" cy="977984"/>
          </a:xfrm>
        </p:grpSpPr>
        <p:grpSp>
          <p:nvGrpSpPr>
            <p:cNvPr id="5137" name="Google Shape;5137;p63"/>
            <p:cNvGrpSpPr/>
            <p:nvPr/>
          </p:nvGrpSpPr>
          <p:grpSpPr>
            <a:xfrm>
              <a:off x="1715404" y="1112080"/>
              <a:ext cx="642270" cy="977984"/>
              <a:chOff x="1715404" y="1112080"/>
              <a:chExt cx="642270" cy="977984"/>
            </a:xfrm>
          </p:grpSpPr>
          <p:sp>
            <p:nvSpPr>
              <p:cNvPr id="5138" name="Google Shape;5138;p63"/>
              <p:cNvSpPr/>
              <p:nvPr/>
            </p:nvSpPr>
            <p:spPr>
              <a:xfrm>
                <a:off x="1715404" y="1112080"/>
                <a:ext cx="642270" cy="642270"/>
              </a:xfrm>
              <a:custGeom>
                <a:avLst/>
                <a:gdLst/>
                <a:ahLst/>
                <a:cxnLst/>
                <a:rect l="l" t="t" r="r" b="b"/>
                <a:pathLst>
                  <a:path w="41544" h="41544" extrusionOk="0">
                    <a:moveTo>
                      <a:pt x="20773" y="3462"/>
                    </a:moveTo>
                    <a:cubicBezTo>
                      <a:pt x="30333" y="3462"/>
                      <a:pt x="38081" y="11211"/>
                      <a:pt x="38081" y="20771"/>
                    </a:cubicBezTo>
                    <a:cubicBezTo>
                      <a:pt x="38081" y="30331"/>
                      <a:pt x="30333" y="38081"/>
                      <a:pt x="20773" y="38081"/>
                    </a:cubicBezTo>
                    <a:cubicBezTo>
                      <a:pt x="11213" y="38081"/>
                      <a:pt x="3462" y="30331"/>
                      <a:pt x="3462" y="20771"/>
                    </a:cubicBezTo>
                    <a:cubicBezTo>
                      <a:pt x="3462" y="11211"/>
                      <a:pt x="11213" y="3462"/>
                      <a:pt x="20773" y="3462"/>
                    </a:cubicBezTo>
                    <a:close/>
                    <a:moveTo>
                      <a:pt x="20773" y="0"/>
                    </a:moveTo>
                    <a:cubicBezTo>
                      <a:pt x="9301" y="0"/>
                      <a:pt x="0" y="9299"/>
                      <a:pt x="0" y="20771"/>
                    </a:cubicBezTo>
                    <a:cubicBezTo>
                      <a:pt x="0" y="32243"/>
                      <a:pt x="9301" y="41543"/>
                      <a:pt x="20773" y="41543"/>
                    </a:cubicBezTo>
                    <a:cubicBezTo>
                      <a:pt x="32245" y="41543"/>
                      <a:pt x="41543" y="32243"/>
                      <a:pt x="41543" y="20771"/>
                    </a:cubicBezTo>
                    <a:cubicBezTo>
                      <a:pt x="41543" y="9299"/>
                      <a:pt x="32245" y="0"/>
                      <a:pt x="20773" y="0"/>
                    </a:cubicBezTo>
                    <a:close/>
                  </a:path>
                </a:pathLst>
              </a:custGeom>
              <a:solidFill>
                <a:srgbClr val="213B55"/>
              </a:solidFill>
              <a:ln>
                <a:noFill/>
              </a:ln>
            </p:spPr>
            <p:txBody>
              <a:bodyPr spcFirstLastPara="1" wrap="square" lIns="121900" tIns="121900" rIns="121900" bIns="121900" anchor="ctr" anchorCtr="0">
                <a:noAutofit/>
              </a:bodyPr>
              <a:lstStyle/>
              <a:p>
                <a:endParaRPr sz="2400"/>
              </a:p>
            </p:txBody>
          </p:sp>
          <p:sp>
            <p:nvSpPr>
              <p:cNvPr id="5139" name="Google Shape;5139;p63"/>
              <p:cNvSpPr/>
              <p:nvPr/>
            </p:nvSpPr>
            <p:spPr>
              <a:xfrm>
                <a:off x="1956781" y="1714402"/>
                <a:ext cx="9121" cy="375663"/>
              </a:xfrm>
              <a:custGeom>
                <a:avLst/>
                <a:gdLst/>
                <a:ahLst/>
                <a:cxnLst/>
                <a:rect l="l" t="t" r="r" b="b"/>
                <a:pathLst>
                  <a:path w="590" h="24299" extrusionOk="0">
                    <a:moveTo>
                      <a:pt x="0" y="0"/>
                    </a:moveTo>
                    <a:lnTo>
                      <a:pt x="0" y="24299"/>
                    </a:lnTo>
                    <a:lnTo>
                      <a:pt x="589" y="24299"/>
                    </a:lnTo>
                    <a:lnTo>
                      <a:pt x="589" y="0"/>
                    </a:lnTo>
                    <a:close/>
                  </a:path>
                </a:pathLst>
              </a:custGeom>
              <a:solidFill>
                <a:srgbClr val="213B55"/>
              </a:solidFill>
              <a:ln>
                <a:noFill/>
              </a:ln>
            </p:spPr>
            <p:txBody>
              <a:bodyPr spcFirstLastPara="1" wrap="square" lIns="121900" tIns="121900" rIns="121900" bIns="121900" anchor="ctr" anchorCtr="0">
                <a:noAutofit/>
              </a:bodyPr>
              <a:lstStyle/>
              <a:p>
                <a:endParaRPr sz="2400"/>
              </a:p>
            </p:txBody>
          </p:sp>
        </p:grpSp>
        <p:grpSp>
          <p:nvGrpSpPr>
            <p:cNvPr id="5140" name="Google Shape;5140;p63"/>
            <p:cNvGrpSpPr/>
            <p:nvPr/>
          </p:nvGrpSpPr>
          <p:grpSpPr>
            <a:xfrm>
              <a:off x="1768927" y="1165603"/>
              <a:ext cx="535225" cy="851367"/>
              <a:chOff x="1768927" y="1165603"/>
              <a:chExt cx="535225" cy="851367"/>
            </a:xfrm>
          </p:grpSpPr>
          <p:sp>
            <p:nvSpPr>
              <p:cNvPr id="5141" name="Google Shape;5141;p63"/>
              <p:cNvSpPr/>
              <p:nvPr/>
            </p:nvSpPr>
            <p:spPr>
              <a:xfrm>
                <a:off x="1768927" y="1165603"/>
                <a:ext cx="535225" cy="535225"/>
              </a:xfrm>
              <a:custGeom>
                <a:avLst/>
                <a:gdLst/>
                <a:ahLst/>
                <a:cxnLst/>
                <a:rect l="l" t="t" r="r" b="b"/>
                <a:pathLst>
                  <a:path w="34620" h="34620" extrusionOk="0">
                    <a:moveTo>
                      <a:pt x="17311" y="3462"/>
                    </a:moveTo>
                    <a:cubicBezTo>
                      <a:pt x="24959" y="3462"/>
                      <a:pt x="31157" y="9661"/>
                      <a:pt x="31157" y="17309"/>
                    </a:cubicBezTo>
                    <a:cubicBezTo>
                      <a:pt x="31157" y="24957"/>
                      <a:pt x="24959" y="31157"/>
                      <a:pt x="17311" y="31157"/>
                    </a:cubicBezTo>
                    <a:cubicBezTo>
                      <a:pt x="9663" y="31157"/>
                      <a:pt x="3462" y="24957"/>
                      <a:pt x="3462" y="17309"/>
                    </a:cubicBezTo>
                    <a:cubicBezTo>
                      <a:pt x="3462" y="9661"/>
                      <a:pt x="9663" y="3462"/>
                      <a:pt x="17311" y="3462"/>
                    </a:cubicBezTo>
                    <a:close/>
                    <a:moveTo>
                      <a:pt x="17311" y="0"/>
                    </a:moveTo>
                    <a:cubicBezTo>
                      <a:pt x="7751" y="0"/>
                      <a:pt x="0" y="7749"/>
                      <a:pt x="0" y="17309"/>
                    </a:cubicBezTo>
                    <a:cubicBezTo>
                      <a:pt x="0" y="26869"/>
                      <a:pt x="7751" y="34619"/>
                      <a:pt x="17311" y="34619"/>
                    </a:cubicBezTo>
                    <a:cubicBezTo>
                      <a:pt x="26871" y="34619"/>
                      <a:pt x="34619" y="26869"/>
                      <a:pt x="34619" y="17309"/>
                    </a:cubicBezTo>
                    <a:cubicBezTo>
                      <a:pt x="34619" y="7749"/>
                      <a:pt x="26871" y="0"/>
                      <a:pt x="17311"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5142" name="Google Shape;5142;p63"/>
              <p:cNvSpPr/>
              <p:nvPr/>
            </p:nvSpPr>
            <p:spPr>
              <a:xfrm>
                <a:off x="2006902" y="1668949"/>
                <a:ext cx="9137" cy="348020"/>
              </a:xfrm>
              <a:custGeom>
                <a:avLst/>
                <a:gdLst/>
                <a:ahLst/>
                <a:cxnLst/>
                <a:rect l="l" t="t" r="r" b="b"/>
                <a:pathLst>
                  <a:path w="591" h="22511" extrusionOk="0">
                    <a:moveTo>
                      <a:pt x="1" y="0"/>
                    </a:moveTo>
                    <a:lnTo>
                      <a:pt x="1" y="22510"/>
                    </a:lnTo>
                    <a:lnTo>
                      <a:pt x="590" y="22510"/>
                    </a:lnTo>
                    <a:lnTo>
                      <a:pt x="590" y="0"/>
                    </a:lnTo>
                    <a:close/>
                  </a:path>
                </a:pathLst>
              </a:custGeom>
              <a:solidFill>
                <a:srgbClr val="667E92"/>
              </a:solidFill>
              <a:ln>
                <a:noFill/>
              </a:ln>
            </p:spPr>
            <p:txBody>
              <a:bodyPr spcFirstLastPara="1" wrap="square" lIns="121900" tIns="121900" rIns="121900" bIns="121900" anchor="ctr" anchorCtr="0">
                <a:noAutofit/>
              </a:bodyPr>
              <a:lstStyle/>
              <a:p>
                <a:endParaRPr sz="2400"/>
              </a:p>
            </p:txBody>
          </p:sp>
        </p:grpSp>
        <p:grpSp>
          <p:nvGrpSpPr>
            <p:cNvPr id="5143" name="Google Shape;5143;p63"/>
            <p:cNvGrpSpPr/>
            <p:nvPr/>
          </p:nvGrpSpPr>
          <p:grpSpPr>
            <a:xfrm>
              <a:off x="1822449" y="1219125"/>
              <a:ext cx="428180" cy="718859"/>
              <a:chOff x="1822449" y="1219125"/>
              <a:chExt cx="428180" cy="718859"/>
            </a:xfrm>
          </p:grpSpPr>
          <p:sp>
            <p:nvSpPr>
              <p:cNvPr id="5144" name="Google Shape;5144;p63"/>
              <p:cNvSpPr/>
              <p:nvPr/>
            </p:nvSpPr>
            <p:spPr>
              <a:xfrm>
                <a:off x="1822449" y="1219125"/>
                <a:ext cx="428180" cy="428180"/>
              </a:xfrm>
              <a:custGeom>
                <a:avLst/>
                <a:gdLst/>
                <a:ahLst/>
                <a:cxnLst/>
                <a:rect l="l" t="t" r="r" b="b"/>
                <a:pathLst>
                  <a:path w="27696" h="27696" extrusionOk="0">
                    <a:moveTo>
                      <a:pt x="13849" y="3462"/>
                    </a:moveTo>
                    <a:cubicBezTo>
                      <a:pt x="19585" y="3462"/>
                      <a:pt x="24233" y="8111"/>
                      <a:pt x="24233" y="13847"/>
                    </a:cubicBezTo>
                    <a:cubicBezTo>
                      <a:pt x="24233" y="19583"/>
                      <a:pt x="19585" y="24233"/>
                      <a:pt x="13849" y="24233"/>
                    </a:cubicBezTo>
                    <a:cubicBezTo>
                      <a:pt x="8113" y="24233"/>
                      <a:pt x="3462" y="19583"/>
                      <a:pt x="3462" y="13847"/>
                    </a:cubicBezTo>
                    <a:cubicBezTo>
                      <a:pt x="3462" y="8111"/>
                      <a:pt x="8113" y="3462"/>
                      <a:pt x="13849" y="3462"/>
                    </a:cubicBezTo>
                    <a:close/>
                    <a:moveTo>
                      <a:pt x="13849" y="0"/>
                    </a:moveTo>
                    <a:cubicBezTo>
                      <a:pt x="6201" y="0"/>
                      <a:pt x="0" y="6199"/>
                      <a:pt x="0" y="13847"/>
                    </a:cubicBezTo>
                    <a:cubicBezTo>
                      <a:pt x="0" y="21495"/>
                      <a:pt x="6201" y="27695"/>
                      <a:pt x="13849" y="27695"/>
                    </a:cubicBezTo>
                    <a:cubicBezTo>
                      <a:pt x="21497" y="27695"/>
                      <a:pt x="27695" y="21495"/>
                      <a:pt x="27695" y="13847"/>
                    </a:cubicBezTo>
                    <a:cubicBezTo>
                      <a:pt x="27695" y="6199"/>
                      <a:pt x="21497" y="0"/>
                      <a:pt x="13849" y="0"/>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5145" name="Google Shape;5145;p63"/>
              <p:cNvSpPr/>
              <p:nvPr/>
            </p:nvSpPr>
            <p:spPr>
              <a:xfrm>
                <a:off x="2057039" y="1605996"/>
                <a:ext cx="9121" cy="331988"/>
              </a:xfrm>
              <a:custGeom>
                <a:avLst/>
                <a:gdLst/>
                <a:ahLst/>
                <a:cxnLst/>
                <a:rect l="l" t="t" r="r" b="b"/>
                <a:pathLst>
                  <a:path w="590" h="21474" extrusionOk="0">
                    <a:moveTo>
                      <a:pt x="0" y="0"/>
                    </a:moveTo>
                    <a:lnTo>
                      <a:pt x="0" y="21474"/>
                    </a:lnTo>
                    <a:lnTo>
                      <a:pt x="590" y="21474"/>
                    </a:lnTo>
                    <a:lnTo>
                      <a:pt x="590" y="0"/>
                    </a:lnTo>
                    <a:close/>
                  </a:path>
                </a:pathLst>
              </a:custGeom>
              <a:solidFill>
                <a:srgbClr val="445D73"/>
              </a:solidFill>
              <a:ln>
                <a:noFill/>
              </a:ln>
            </p:spPr>
            <p:txBody>
              <a:bodyPr spcFirstLastPara="1" wrap="square" lIns="121900" tIns="121900" rIns="121900" bIns="121900" anchor="ctr" anchorCtr="0">
                <a:noAutofit/>
              </a:bodyPr>
              <a:lstStyle/>
              <a:p>
                <a:endParaRPr sz="2400"/>
              </a:p>
            </p:txBody>
          </p:sp>
        </p:grpSp>
        <p:grpSp>
          <p:nvGrpSpPr>
            <p:cNvPr id="5146" name="Google Shape;5146;p63"/>
            <p:cNvGrpSpPr/>
            <p:nvPr/>
          </p:nvGrpSpPr>
          <p:grpSpPr>
            <a:xfrm>
              <a:off x="1875972" y="1272648"/>
              <a:ext cx="321135" cy="586939"/>
              <a:chOff x="1875972" y="1272648"/>
              <a:chExt cx="321135" cy="586939"/>
            </a:xfrm>
          </p:grpSpPr>
          <p:sp>
            <p:nvSpPr>
              <p:cNvPr id="5147" name="Google Shape;5147;p63"/>
              <p:cNvSpPr/>
              <p:nvPr/>
            </p:nvSpPr>
            <p:spPr>
              <a:xfrm>
                <a:off x="1875972" y="1272648"/>
                <a:ext cx="321135" cy="321120"/>
              </a:xfrm>
              <a:custGeom>
                <a:avLst/>
                <a:gdLst/>
                <a:ahLst/>
                <a:cxnLst/>
                <a:rect l="l" t="t" r="r" b="b"/>
                <a:pathLst>
                  <a:path w="20772" h="20771" extrusionOk="0">
                    <a:moveTo>
                      <a:pt x="10387" y="3461"/>
                    </a:moveTo>
                    <a:cubicBezTo>
                      <a:pt x="14211" y="3461"/>
                      <a:pt x="17309" y="6561"/>
                      <a:pt x="17309" y="10385"/>
                    </a:cubicBezTo>
                    <a:cubicBezTo>
                      <a:pt x="17309" y="14209"/>
                      <a:pt x="14211" y="17309"/>
                      <a:pt x="10387" y="17309"/>
                    </a:cubicBezTo>
                    <a:cubicBezTo>
                      <a:pt x="6563" y="17309"/>
                      <a:pt x="3462" y="14209"/>
                      <a:pt x="3462" y="10385"/>
                    </a:cubicBezTo>
                    <a:cubicBezTo>
                      <a:pt x="3462" y="6561"/>
                      <a:pt x="6563" y="3461"/>
                      <a:pt x="10387" y="3461"/>
                    </a:cubicBezTo>
                    <a:close/>
                    <a:moveTo>
                      <a:pt x="10387" y="0"/>
                    </a:moveTo>
                    <a:cubicBezTo>
                      <a:pt x="4651" y="0"/>
                      <a:pt x="0" y="4649"/>
                      <a:pt x="0" y="10385"/>
                    </a:cubicBezTo>
                    <a:cubicBezTo>
                      <a:pt x="0" y="16121"/>
                      <a:pt x="4651" y="20771"/>
                      <a:pt x="10387" y="20771"/>
                    </a:cubicBezTo>
                    <a:cubicBezTo>
                      <a:pt x="16123" y="20771"/>
                      <a:pt x="20771" y="16121"/>
                      <a:pt x="20771" y="10385"/>
                    </a:cubicBezTo>
                    <a:cubicBezTo>
                      <a:pt x="20771" y="4649"/>
                      <a:pt x="16123" y="0"/>
                      <a:pt x="10387"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5148" name="Google Shape;5148;p63"/>
              <p:cNvSpPr/>
              <p:nvPr/>
            </p:nvSpPr>
            <p:spPr>
              <a:xfrm>
                <a:off x="2107176" y="1533705"/>
                <a:ext cx="9121" cy="325881"/>
              </a:xfrm>
              <a:custGeom>
                <a:avLst/>
                <a:gdLst/>
                <a:ahLst/>
                <a:cxnLst/>
                <a:rect l="l" t="t" r="r" b="b"/>
                <a:pathLst>
                  <a:path w="590" h="21079" extrusionOk="0">
                    <a:moveTo>
                      <a:pt x="0" y="0"/>
                    </a:moveTo>
                    <a:lnTo>
                      <a:pt x="0" y="21078"/>
                    </a:lnTo>
                    <a:lnTo>
                      <a:pt x="589" y="21078"/>
                    </a:lnTo>
                    <a:lnTo>
                      <a:pt x="589" y="0"/>
                    </a:ln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grpSp>
        <p:nvGrpSpPr>
          <p:cNvPr id="5149" name="Google Shape;5149;p63"/>
          <p:cNvGrpSpPr/>
          <p:nvPr/>
        </p:nvGrpSpPr>
        <p:grpSpPr>
          <a:xfrm>
            <a:off x="10369349" y="4970771"/>
            <a:ext cx="391807" cy="858893"/>
            <a:chOff x="241025" y="3151575"/>
            <a:chExt cx="293855" cy="644170"/>
          </a:xfrm>
        </p:grpSpPr>
        <p:sp>
          <p:nvSpPr>
            <p:cNvPr id="5150" name="Google Shape;5150;p63"/>
            <p:cNvSpPr/>
            <p:nvPr/>
          </p:nvSpPr>
          <p:spPr>
            <a:xfrm>
              <a:off x="241025" y="3151575"/>
              <a:ext cx="293303" cy="644170"/>
            </a:xfrm>
            <a:custGeom>
              <a:avLst/>
              <a:gdLst/>
              <a:ahLst/>
              <a:cxnLst/>
              <a:rect l="l" t="t" r="r" b="b"/>
              <a:pathLst>
                <a:path w="19117" h="41986" extrusionOk="0">
                  <a:moveTo>
                    <a:pt x="1155" y="1"/>
                  </a:moveTo>
                  <a:cubicBezTo>
                    <a:pt x="516" y="1"/>
                    <a:pt x="1" y="516"/>
                    <a:pt x="1" y="1152"/>
                  </a:cubicBezTo>
                  <a:lnTo>
                    <a:pt x="1" y="35706"/>
                  </a:lnTo>
                  <a:cubicBezTo>
                    <a:pt x="1" y="36344"/>
                    <a:pt x="9559" y="41985"/>
                    <a:pt x="9559" y="41985"/>
                  </a:cubicBezTo>
                  <a:cubicBezTo>
                    <a:pt x="9559" y="41985"/>
                    <a:pt x="19117" y="36344"/>
                    <a:pt x="19117" y="35706"/>
                  </a:cubicBezTo>
                  <a:lnTo>
                    <a:pt x="19117" y="1152"/>
                  </a:lnTo>
                  <a:cubicBezTo>
                    <a:pt x="19117" y="516"/>
                    <a:pt x="18601" y="1"/>
                    <a:pt x="1796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151" name="Google Shape;5151;p63"/>
            <p:cNvSpPr/>
            <p:nvPr/>
          </p:nvSpPr>
          <p:spPr>
            <a:xfrm>
              <a:off x="241347" y="3252796"/>
              <a:ext cx="293533" cy="164134"/>
            </a:xfrm>
            <a:custGeom>
              <a:avLst/>
              <a:gdLst/>
              <a:ahLst/>
              <a:cxnLst/>
              <a:rect l="l" t="t" r="r" b="b"/>
              <a:pathLst>
                <a:path w="19132" h="10698" extrusionOk="0">
                  <a:moveTo>
                    <a:pt x="1" y="1"/>
                  </a:moveTo>
                  <a:lnTo>
                    <a:pt x="1" y="10698"/>
                  </a:lnTo>
                  <a:lnTo>
                    <a:pt x="19132" y="10698"/>
                  </a:lnTo>
                  <a:lnTo>
                    <a:pt x="19132" y="1"/>
                  </a:ln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5152" name="Google Shape;5152;p63"/>
          <p:cNvGrpSpPr/>
          <p:nvPr/>
        </p:nvGrpSpPr>
        <p:grpSpPr>
          <a:xfrm>
            <a:off x="966660" y="3904104"/>
            <a:ext cx="2372865" cy="788827"/>
            <a:chOff x="246070" y="1983375"/>
            <a:chExt cx="1855347" cy="616849"/>
          </a:xfrm>
        </p:grpSpPr>
        <p:sp>
          <p:nvSpPr>
            <p:cNvPr id="5153" name="Google Shape;5153;p63"/>
            <p:cNvSpPr/>
            <p:nvPr/>
          </p:nvSpPr>
          <p:spPr>
            <a:xfrm>
              <a:off x="1072131" y="1983872"/>
              <a:ext cx="408910" cy="407494"/>
            </a:xfrm>
            <a:custGeom>
              <a:avLst/>
              <a:gdLst/>
              <a:ahLst/>
              <a:cxnLst/>
              <a:rect l="l" t="t" r="r" b="b"/>
              <a:pathLst>
                <a:path w="34090" h="33972" extrusionOk="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5154" name="Google Shape;5154;p63"/>
            <p:cNvSpPr/>
            <p:nvPr/>
          </p:nvSpPr>
          <p:spPr>
            <a:xfrm>
              <a:off x="1430530" y="2193486"/>
              <a:ext cx="46960" cy="46948"/>
            </a:xfrm>
            <a:custGeom>
              <a:avLst/>
              <a:gdLst/>
              <a:ahLst/>
              <a:cxnLst/>
              <a:rect l="l" t="t" r="r" b="b"/>
              <a:pathLst>
                <a:path w="3915" h="3914" extrusionOk="0">
                  <a:moveTo>
                    <a:pt x="3914" y="1"/>
                  </a:moveTo>
                  <a:lnTo>
                    <a:pt x="3914" y="1"/>
                  </a:lnTo>
                  <a:cubicBezTo>
                    <a:pt x="3909" y="6"/>
                    <a:pt x="3902" y="8"/>
                    <a:pt x="3897" y="13"/>
                  </a:cubicBezTo>
                  <a:lnTo>
                    <a:pt x="1" y="3909"/>
                  </a:lnTo>
                  <a:lnTo>
                    <a:pt x="1" y="3914"/>
                  </a:lnTo>
                  <a:lnTo>
                    <a:pt x="3914" y="1"/>
                  </a:ln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5155" name="Google Shape;5155;p63"/>
            <p:cNvSpPr/>
            <p:nvPr/>
          </p:nvSpPr>
          <p:spPr>
            <a:xfrm>
              <a:off x="1277847" y="2191554"/>
              <a:ext cx="408898" cy="407518"/>
            </a:xfrm>
            <a:custGeom>
              <a:avLst/>
              <a:gdLst/>
              <a:ahLst/>
              <a:cxnLst/>
              <a:rect l="l" t="t" r="r" b="b"/>
              <a:pathLst>
                <a:path w="34089" h="33974" extrusionOk="0">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5156" name="Google Shape;5156;p63"/>
            <p:cNvSpPr/>
            <p:nvPr/>
          </p:nvSpPr>
          <p:spPr>
            <a:xfrm>
              <a:off x="1690156" y="2190379"/>
              <a:ext cx="411261" cy="409845"/>
            </a:xfrm>
            <a:custGeom>
              <a:avLst/>
              <a:gdLst/>
              <a:ahLst/>
              <a:cxnLst/>
              <a:rect l="l" t="t" r="r" b="b"/>
              <a:pathLst>
                <a:path w="34286" h="34168" extrusionOk="0">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spcFirstLastPara="1" wrap="square" lIns="121900" tIns="121900" rIns="121900" bIns="121900" anchor="ctr" anchorCtr="0">
              <a:noAutofit/>
            </a:bodyPr>
            <a:lstStyle/>
            <a:p>
              <a:endParaRPr sz="2400"/>
            </a:p>
          </p:txBody>
        </p:sp>
        <p:sp>
          <p:nvSpPr>
            <p:cNvPr id="5157" name="Google Shape;5157;p63"/>
            <p:cNvSpPr/>
            <p:nvPr/>
          </p:nvSpPr>
          <p:spPr>
            <a:xfrm>
              <a:off x="1484068" y="1984268"/>
              <a:ext cx="408862" cy="407494"/>
            </a:xfrm>
            <a:custGeom>
              <a:avLst/>
              <a:gdLst/>
              <a:ahLst/>
              <a:cxnLst/>
              <a:rect l="l" t="t" r="r" b="b"/>
              <a:pathLst>
                <a:path w="34086" h="33972" extrusionOk="0">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158" name="Google Shape;5158;p63"/>
            <p:cNvSpPr/>
            <p:nvPr/>
          </p:nvSpPr>
          <p:spPr>
            <a:xfrm flipH="1">
              <a:off x="865779" y="2190662"/>
              <a:ext cx="408898" cy="407518"/>
            </a:xfrm>
            <a:custGeom>
              <a:avLst/>
              <a:gdLst/>
              <a:ahLst/>
              <a:cxnLst/>
              <a:rect l="l" t="t" r="r" b="b"/>
              <a:pathLst>
                <a:path w="34089" h="33974" extrusionOk="0">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5159" name="Google Shape;5159;p63"/>
            <p:cNvSpPr/>
            <p:nvPr/>
          </p:nvSpPr>
          <p:spPr>
            <a:xfrm>
              <a:off x="246070" y="1983826"/>
              <a:ext cx="408910" cy="407494"/>
            </a:xfrm>
            <a:custGeom>
              <a:avLst/>
              <a:gdLst/>
              <a:ahLst/>
              <a:cxnLst/>
              <a:rect l="l" t="t" r="r" b="b"/>
              <a:pathLst>
                <a:path w="34090" h="33972" extrusionOk="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5160" name="Google Shape;5160;p63"/>
            <p:cNvSpPr/>
            <p:nvPr/>
          </p:nvSpPr>
          <p:spPr>
            <a:xfrm flipH="1">
              <a:off x="659595" y="1983375"/>
              <a:ext cx="408862" cy="407494"/>
            </a:xfrm>
            <a:custGeom>
              <a:avLst/>
              <a:gdLst/>
              <a:ahLst/>
              <a:cxnLst/>
              <a:rect l="l" t="t" r="r" b="b"/>
              <a:pathLst>
                <a:path w="34086" h="33972" extrusionOk="0">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161" name="Google Shape;5161;p63"/>
            <p:cNvSpPr/>
            <p:nvPr/>
          </p:nvSpPr>
          <p:spPr>
            <a:xfrm flipH="1">
              <a:off x="451107" y="2189486"/>
              <a:ext cx="411261" cy="409845"/>
            </a:xfrm>
            <a:custGeom>
              <a:avLst/>
              <a:gdLst/>
              <a:ahLst/>
              <a:cxnLst/>
              <a:rect l="l" t="t" r="r" b="b"/>
              <a:pathLst>
                <a:path w="34286" h="34168" extrusionOk="0">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spcFirstLastPara="1" wrap="square" lIns="121900" tIns="121900" rIns="121900" bIns="121900" anchor="ctr" anchorCtr="0">
              <a:noAutofit/>
            </a:bodyPr>
            <a:lstStyle/>
            <a:p>
              <a:endParaRPr sz="2400"/>
            </a:p>
          </p:txBody>
        </p:sp>
      </p:grpSp>
      <p:grpSp>
        <p:nvGrpSpPr>
          <p:cNvPr id="5162" name="Google Shape;5162;p63"/>
          <p:cNvGrpSpPr/>
          <p:nvPr/>
        </p:nvGrpSpPr>
        <p:grpSpPr>
          <a:xfrm>
            <a:off x="3114482" y="1561809"/>
            <a:ext cx="948073" cy="994657"/>
            <a:chOff x="2496269" y="1171698"/>
            <a:chExt cx="761953" cy="799392"/>
          </a:xfrm>
        </p:grpSpPr>
        <p:grpSp>
          <p:nvGrpSpPr>
            <p:cNvPr id="5163" name="Google Shape;5163;p63"/>
            <p:cNvGrpSpPr/>
            <p:nvPr/>
          </p:nvGrpSpPr>
          <p:grpSpPr>
            <a:xfrm>
              <a:off x="2496269" y="1171698"/>
              <a:ext cx="761953" cy="723022"/>
              <a:chOff x="2496269" y="1171698"/>
              <a:chExt cx="761953" cy="723022"/>
            </a:xfrm>
          </p:grpSpPr>
          <p:sp>
            <p:nvSpPr>
              <p:cNvPr id="5164" name="Google Shape;5164;p63"/>
              <p:cNvSpPr/>
              <p:nvPr/>
            </p:nvSpPr>
            <p:spPr>
              <a:xfrm>
                <a:off x="2727495" y="1360642"/>
                <a:ext cx="175877" cy="207414"/>
              </a:xfrm>
              <a:custGeom>
                <a:avLst/>
                <a:gdLst/>
                <a:ahLst/>
                <a:cxnLst/>
                <a:rect l="l" t="t" r="r" b="b"/>
                <a:pathLst>
                  <a:path w="27928" h="32936" extrusionOk="0">
                    <a:moveTo>
                      <a:pt x="23" y="1"/>
                    </a:moveTo>
                    <a:cubicBezTo>
                      <a:pt x="8" y="305"/>
                      <a:pt x="0" y="607"/>
                      <a:pt x="0" y="910"/>
                    </a:cubicBezTo>
                    <a:cubicBezTo>
                      <a:pt x="0" y="18582"/>
                      <a:pt x="10658" y="32913"/>
                      <a:pt x="23811" y="32936"/>
                    </a:cubicBezTo>
                    <a:cubicBezTo>
                      <a:pt x="23827" y="32889"/>
                      <a:pt x="23841" y="32840"/>
                      <a:pt x="23857" y="32793"/>
                    </a:cubicBezTo>
                    <a:cubicBezTo>
                      <a:pt x="27927" y="20274"/>
                      <a:pt x="17588" y="5690"/>
                      <a:pt x="767" y="228"/>
                    </a:cubicBezTo>
                    <a:cubicBezTo>
                      <a:pt x="522" y="146"/>
                      <a:pt x="273" y="70"/>
                      <a:pt x="23" y="1"/>
                    </a:cubicBezTo>
                    <a:close/>
                  </a:path>
                </a:pathLst>
              </a:custGeom>
              <a:solidFill>
                <a:srgbClr val="213B55"/>
              </a:solidFill>
              <a:ln>
                <a:noFill/>
              </a:ln>
            </p:spPr>
            <p:txBody>
              <a:bodyPr spcFirstLastPara="1" wrap="square" lIns="121900" tIns="121900" rIns="121900" bIns="121900" anchor="ctr" anchorCtr="0">
                <a:noAutofit/>
              </a:bodyPr>
              <a:lstStyle/>
              <a:p>
                <a:endParaRPr sz="2400"/>
              </a:p>
            </p:txBody>
          </p:sp>
          <p:sp>
            <p:nvSpPr>
              <p:cNvPr id="5165" name="Google Shape;5165;p63"/>
              <p:cNvSpPr/>
              <p:nvPr/>
            </p:nvSpPr>
            <p:spPr>
              <a:xfrm>
                <a:off x="2730750" y="1408371"/>
                <a:ext cx="108720" cy="144761"/>
              </a:xfrm>
              <a:custGeom>
                <a:avLst/>
                <a:gdLst/>
                <a:ahLst/>
                <a:cxnLst/>
                <a:rect l="l" t="t" r="r" b="b"/>
                <a:pathLst>
                  <a:path w="17264" h="22987" extrusionOk="0">
                    <a:moveTo>
                      <a:pt x="0" y="0"/>
                    </a:moveTo>
                    <a:lnTo>
                      <a:pt x="0" y="0"/>
                    </a:lnTo>
                    <a:cubicBezTo>
                      <a:pt x="1651" y="10456"/>
                      <a:pt x="7099" y="19031"/>
                      <a:pt x="14312" y="22986"/>
                    </a:cubicBezTo>
                    <a:cubicBezTo>
                      <a:pt x="14397" y="22780"/>
                      <a:pt x="14469" y="22572"/>
                      <a:pt x="14539" y="22357"/>
                    </a:cubicBezTo>
                    <a:cubicBezTo>
                      <a:pt x="17263" y="13961"/>
                      <a:pt x="10821" y="4262"/>
                      <a:pt x="0"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nvGrpSpPr>
              <p:cNvPr id="5166" name="Google Shape;5166;p63"/>
              <p:cNvGrpSpPr/>
              <p:nvPr/>
            </p:nvGrpSpPr>
            <p:grpSpPr>
              <a:xfrm>
                <a:off x="2496269" y="1171698"/>
                <a:ext cx="761953" cy="723022"/>
                <a:chOff x="2496269" y="1120652"/>
                <a:chExt cx="761953" cy="723022"/>
              </a:xfrm>
            </p:grpSpPr>
            <p:grpSp>
              <p:nvGrpSpPr>
                <p:cNvPr id="5167" name="Google Shape;5167;p63"/>
                <p:cNvGrpSpPr/>
                <p:nvPr/>
              </p:nvGrpSpPr>
              <p:grpSpPr>
                <a:xfrm>
                  <a:off x="2496269" y="1120652"/>
                  <a:ext cx="761953" cy="723022"/>
                  <a:chOff x="2496269" y="1120652"/>
                  <a:chExt cx="761953" cy="723022"/>
                </a:xfrm>
              </p:grpSpPr>
              <p:grpSp>
                <p:nvGrpSpPr>
                  <p:cNvPr id="5168" name="Google Shape;5168;p63"/>
                  <p:cNvGrpSpPr/>
                  <p:nvPr/>
                </p:nvGrpSpPr>
                <p:grpSpPr>
                  <a:xfrm>
                    <a:off x="2496269" y="1304589"/>
                    <a:ext cx="407089" cy="305057"/>
                    <a:chOff x="2496269" y="1304589"/>
                    <a:chExt cx="407089" cy="305057"/>
                  </a:xfrm>
                </p:grpSpPr>
                <p:sp>
                  <p:nvSpPr>
                    <p:cNvPr id="5169" name="Google Shape;5169;p63"/>
                    <p:cNvSpPr/>
                    <p:nvPr/>
                  </p:nvSpPr>
                  <p:spPr>
                    <a:xfrm>
                      <a:off x="2496269" y="1304589"/>
                      <a:ext cx="407089" cy="305057"/>
                    </a:xfrm>
                    <a:custGeom>
                      <a:avLst/>
                      <a:gdLst/>
                      <a:ahLst/>
                      <a:cxnLst/>
                      <a:rect l="l" t="t" r="r" b="b"/>
                      <a:pathLst>
                        <a:path w="64643" h="48441" extrusionOk="0">
                          <a:moveTo>
                            <a:pt x="30753" y="1"/>
                          </a:moveTo>
                          <a:cubicBezTo>
                            <a:pt x="19553" y="1"/>
                            <a:pt x="7984" y="7486"/>
                            <a:pt x="2667" y="11431"/>
                          </a:cubicBezTo>
                          <a:cubicBezTo>
                            <a:pt x="790" y="12823"/>
                            <a:pt x="1" y="15251"/>
                            <a:pt x="700" y="17481"/>
                          </a:cubicBezTo>
                          <a:cubicBezTo>
                            <a:pt x="3088" y="25083"/>
                            <a:pt x="9784" y="42156"/>
                            <a:pt x="22752" y="46368"/>
                          </a:cubicBezTo>
                          <a:cubicBezTo>
                            <a:pt x="27079" y="47774"/>
                            <a:pt x="31415" y="48440"/>
                            <a:pt x="35536" y="48440"/>
                          </a:cubicBezTo>
                          <a:cubicBezTo>
                            <a:pt x="47434" y="48440"/>
                            <a:pt x="57553" y="42892"/>
                            <a:pt x="60574" y="33591"/>
                          </a:cubicBezTo>
                          <a:cubicBezTo>
                            <a:pt x="64643" y="21069"/>
                            <a:pt x="54305" y="6487"/>
                            <a:pt x="37486" y="1023"/>
                          </a:cubicBezTo>
                          <a:cubicBezTo>
                            <a:pt x="35294" y="311"/>
                            <a:pt x="33031" y="1"/>
                            <a:pt x="30753" y="1"/>
                          </a:cubicBezTo>
                          <a:close/>
                        </a:path>
                      </a:pathLst>
                    </a:custGeom>
                    <a:solidFill>
                      <a:srgbClr val="213B55"/>
                    </a:solidFill>
                    <a:ln>
                      <a:noFill/>
                    </a:ln>
                  </p:spPr>
                  <p:txBody>
                    <a:bodyPr spcFirstLastPara="1" wrap="square" lIns="121900" tIns="121900" rIns="121900" bIns="121900" anchor="ctr" anchorCtr="0">
                      <a:noAutofit/>
                    </a:bodyPr>
                    <a:lstStyle/>
                    <a:p>
                      <a:endParaRPr sz="2400"/>
                    </a:p>
                  </p:txBody>
                </p:sp>
                <p:sp>
                  <p:nvSpPr>
                    <p:cNvPr id="5170" name="Google Shape;5170;p63"/>
                    <p:cNvSpPr/>
                    <p:nvPr/>
                  </p:nvSpPr>
                  <p:spPr>
                    <a:xfrm>
                      <a:off x="2553035" y="1348798"/>
                      <a:ext cx="287349" cy="215318"/>
                    </a:xfrm>
                    <a:custGeom>
                      <a:avLst/>
                      <a:gdLst/>
                      <a:ahLst/>
                      <a:cxnLst/>
                      <a:rect l="l" t="t" r="r" b="b"/>
                      <a:pathLst>
                        <a:path w="45629" h="34191" extrusionOk="0">
                          <a:moveTo>
                            <a:pt x="21708" y="1"/>
                          </a:moveTo>
                          <a:cubicBezTo>
                            <a:pt x="13802" y="1"/>
                            <a:pt x="5636" y="5284"/>
                            <a:pt x="1883" y="8068"/>
                          </a:cubicBezTo>
                          <a:cubicBezTo>
                            <a:pt x="558" y="9051"/>
                            <a:pt x="1" y="10765"/>
                            <a:pt x="495" y="12338"/>
                          </a:cubicBezTo>
                          <a:cubicBezTo>
                            <a:pt x="2180" y="17705"/>
                            <a:pt x="6907" y="29755"/>
                            <a:pt x="16060" y="32728"/>
                          </a:cubicBezTo>
                          <a:cubicBezTo>
                            <a:pt x="19114" y="33721"/>
                            <a:pt x="22174" y="34191"/>
                            <a:pt x="25083" y="34191"/>
                          </a:cubicBezTo>
                          <a:cubicBezTo>
                            <a:pt x="33482" y="34191"/>
                            <a:pt x="40624" y="30275"/>
                            <a:pt x="42758" y="23710"/>
                          </a:cubicBezTo>
                          <a:cubicBezTo>
                            <a:pt x="45629" y="14872"/>
                            <a:pt x="38332" y="4579"/>
                            <a:pt x="26460" y="722"/>
                          </a:cubicBezTo>
                          <a:cubicBezTo>
                            <a:pt x="24913" y="219"/>
                            <a:pt x="23316" y="1"/>
                            <a:pt x="21708"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grpSp>
                <p:nvGrpSpPr>
                  <p:cNvPr id="5171" name="Google Shape;5171;p63"/>
                  <p:cNvGrpSpPr/>
                  <p:nvPr/>
                </p:nvGrpSpPr>
                <p:grpSpPr>
                  <a:xfrm>
                    <a:off x="2586468" y="1493376"/>
                    <a:ext cx="358850" cy="349656"/>
                    <a:chOff x="2586468" y="1493376"/>
                    <a:chExt cx="358850" cy="349656"/>
                  </a:xfrm>
                </p:grpSpPr>
                <p:sp>
                  <p:nvSpPr>
                    <p:cNvPr id="5172" name="Google Shape;5172;p63"/>
                    <p:cNvSpPr/>
                    <p:nvPr/>
                  </p:nvSpPr>
                  <p:spPr>
                    <a:xfrm>
                      <a:off x="2586468" y="1493376"/>
                      <a:ext cx="358850" cy="349656"/>
                    </a:xfrm>
                    <a:custGeom>
                      <a:avLst/>
                      <a:gdLst/>
                      <a:ahLst/>
                      <a:cxnLst/>
                      <a:rect l="l" t="t" r="r" b="b"/>
                      <a:pathLst>
                        <a:path w="56983" h="55523" extrusionOk="0">
                          <a:moveTo>
                            <a:pt x="34707" y="1"/>
                          </a:moveTo>
                          <a:cubicBezTo>
                            <a:pt x="25495" y="1"/>
                            <a:pt x="15173" y="5595"/>
                            <a:pt x="8014" y="15449"/>
                          </a:cubicBezTo>
                          <a:cubicBezTo>
                            <a:pt x="0" y="26478"/>
                            <a:pt x="4618" y="44227"/>
                            <a:pt x="7155" y="51780"/>
                          </a:cubicBezTo>
                          <a:cubicBezTo>
                            <a:pt x="7899" y="53993"/>
                            <a:pt x="9963" y="55495"/>
                            <a:pt x="12300" y="55519"/>
                          </a:cubicBezTo>
                          <a:cubicBezTo>
                            <a:pt x="12540" y="55521"/>
                            <a:pt x="12789" y="55522"/>
                            <a:pt x="13047" y="55522"/>
                          </a:cubicBezTo>
                          <a:cubicBezTo>
                            <a:pt x="21360" y="55522"/>
                            <a:pt x="38815" y="54172"/>
                            <a:pt x="46588" y="43473"/>
                          </a:cubicBezTo>
                          <a:cubicBezTo>
                            <a:pt x="56983" y="29165"/>
                            <a:pt x="56776" y="11292"/>
                            <a:pt x="46123" y="3553"/>
                          </a:cubicBezTo>
                          <a:cubicBezTo>
                            <a:pt x="42808" y="1144"/>
                            <a:pt x="38871" y="1"/>
                            <a:pt x="34707" y="1"/>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5173" name="Google Shape;5173;p63"/>
                    <p:cNvSpPr/>
                    <p:nvPr/>
                  </p:nvSpPr>
                  <p:spPr>
                    <a:xfrm>
                      <a:off x="2637642" y="1547125"/>
                      <a:ext cx="253304" cy="246805"/>
                    </a:xfrm>
                    <a:custGeom>
                      <a:avLst/>
                      <a:gdLst/>
                      <a:ahLst/>
                      <a:cxnLst/>
                      <a:rect l="l" t="t" r="r" b="b"/>
                      <a:pathLst>
                        <a:path w="40223" h="39191" extrusionOk="0">
                          <a:moveTo>
                            <a:pt x="24498" y="0"/>
                          </a:moveTo>
                          <a:cubicBezTo>
                            <a:pt x="17996" y="0"/>
                            <a:pt x="10711" y="3949"/>
                            <a:pt x="5658" y="10904"/>
                          </a:cubicBezTo>
                          <a:cubicBezTo>
                            <a:pt x="0" y="18689"/>
                            <a:pt x="3260" y="31216"/>
                            <a:pt x="5050" y="36549"/>
                          </a:cubicBezTo>
                          <a:cubicBezTo>
                            <a:pt x="5576" y="38112"/>
                            <a:pt x="7034" y="39172"/>
                            <a:pt x="8683" y="39188"/>
                          </a:cubicBezTo>
                          <a:cubicBezTo>
                            <a:pt x="8850" y="39189"/>
                            <a:pt x="9023" y="39190"/>
                            <a:pt x="9202" y="39190"/>
                          </a:cubicBezTo>
                          <a:cubicBezTo>
                            <a:pt x="15067" y="39190"/>
                            <a:pt x="27395" y="38240"/>
                            <a:pt x="32884" y="30686"/>
                          </a:cubicBezTo>
                          <a:cubicBezTo>
                            <a:pt x="40222" y="20587"/>
                            <a:pt x="40075" y="7970"/>
                            <a:pt x="32557" y="2508"/>
                          </a:cubicBezTo>
                          <a:cubicBezTo>
                            <a:pt x="30217" y="807"/>
                            <a:pt x="27437" y="0"/>
                            <a:pt x="24498"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grpSp>
                <p:nvGrpSpPr>
                  <p:cNvPr id="5174" name="Google Shape;5174;p63"/>
                  <p:cNvGrpSpPr/>
                  <p:nvPr/>
                </p:nvGrpSpPr>
                <p:grpSpPr>
                  <a:xfrm>
                    <a:off x="2807939" y="1494024"/>
                    <a:ext cx="358857" cy="349650"/>
                    <a:chOff x="2807939" y="1494024"/>
                    <a:chExt cx="358857" cy="349650"/>
                  </a:xfrm>
                </p:grpSpPr>
                <p:sp>
                  <p:nvSpPr>
                    <p:cNvPr id="5175" name="Google Shape;5175;p63"/>
                    <p:cNvSpPr/>
                    <p:nvPr/>
                  </p:nvSpPr>
                  <p:spPr>
                    <a:xfrm>
                      <a:off x="2807939" y="1494024"/>
                      <a:ext cx="358857" cy="349650"/>
                    </a:xfrm>
                    <a:custGeom>
                      <a:avLst/>
                      <a:gdLst/>
                      <a:ahLst/>
                      <a:cxnLst/>
                      <a:rect l="l" t="t" r="r" b="b"/>
                      <a:pathLst>
                        <a:path w="56984" h="55522" extrusionOk="0">
                          <a:moveTo>
                            <a:pt x="22278" y="1"/>
                          </a:moveTo>
                          <a:cubicBezTo>
                            <a:pt x="18114" y="1"/>
                            <a:pt x="14176" y="1144"/>
                            <a:pt x="10859" y="3554"/>
                          </a:cubicBezTo>
                          <a:cubicBezTo>
                            <a:pt x="208" y="11292"/>
                            <a:pt x="0" y="29166"/>
                            <a:pt x="10397" y="43474"/>
                          </a:cubicBezTo>
                          <a:cubicBezTo>
                            <a:pt x="18169" y="54172"/>
                            <a:pt x="35625" y="55522"/>
                            <a:pt x="43938" y="55522"/>
                          </a:cubicBezTo>
                          <a:cubicBezTo>
                            <a:pt x="44195" y="55522"/>
                            <a:pt x="44444" y="55521"/>
                            <a:pt x="44684" y="55518"/>
                          </a:cubicBezTo>
                          <a:cubicBezTo>
                            <a:pt x="47019" y="55494"/>
                            <a:pt x="49085" y="53995"/>
                            <a:pt x="49830" y="51779"/>
                          </a:cubicBezTo>
                          <a:cubicBezTo>
                            <a:pt x="52366" y="44227"/>
                            <a:pt x="56984" y="26479"/>
                            <a:pt x="48970" y="15448"/>
                          </a:cubicBezTo>
                          <a:cubicBezTo>
                            <a:pt x="41810" y="5595"/>
                            <a:pt x="31490" y="1"/>
                            <a:pt x="22278" y="1"/>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5176" name="Google Shape;5176;p63"/>
                    <p:cNvSpPr/>
                    <p:nvPr/>
                  </p:nvSpPr>
                  <p:spPr>
                    <a:xfrm>
                      <a:off x="2862324" y="1547767"/>
                      <a:ext cx="253292" cy="246805"/>
                    </a:xfrm>
                    <a:custGeom>
                      <a:avLst/>
                      <a:gdLst/>
                      <a:ahLst/>
                      <a:cxnLst/>
                      <a:rect l="l" t="t" r="r" b="b"/>
                      <a:pathLst>
                        <a:path w="40221" h="39191" extrusionOk="0">
                          <a:moveTo>
                            <a:pt x="15724" y="1"/>
                          </a:moveTo>
                          <a:cubicBezTo>
                            <a:pt x="12785" y="1"/>
                            <a:pt x="10006" y="808"/>
                            <a:pt x="7665" y="2508"/>
                          </a:cubicBezTo>
                          <a:cubicBezTo>
                            <a:pt x="146" y="7971"/>
                            <a:pt x="0" y="20586"/>
                            <a:pt x="7339" y="30686"/>
                          </a:cubicBezTo>
                          <a:cubicBezTo>
                            <a:pt x="12827" y="38240"/>
                            <a:pt x="25156" y="39191"/>
                            <a:pt x="31020" y="39191"/>
                          </a:cubicBezTo>
                          <a:cubicBezTo>
                            <a:pt x="31200" y="39191"/>
                            <a:pt x="31373" y="39190"/>
                            <a:pt x="31540" y="39188"/>
                          </a:cubicBezTo>
                          <a:cubicBezTo>
                            <a:pt x="33188" y="39171"/>
                            <a:pt x="34646" y="38111"/>
                            <a:pt x="35173" y="36549"/>
                          </a:cubicBezTo>
                          <a:cubicBezTo>
                            <a:pt x="36962" y="31218"/>
                            <a:pt x="40221" y="18689"/>
                            <a:pt x="34564" y="10904"/>
                          </a:cubicBezTo>
                          <a:cubicBezTo>
                            <a:pt x="29511" y="3949"/>
                            <a:pt x="22226" y="1"/>
                            <a:pt x="15724"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grpSp>
                <p:nvGrpSpPr>
                  <p:cNvPr id="5177" name="Google Shape;5177;p63"/>
                  <p:cNvGrpSpPr/>
                  <p:nvPr/>
                </p:nvGrpSpPr>
                <p:grpSpPr>
                  <a:xfrm>
                    <a:off x="2851133" y="1305635"/>
                    <a:ext cx="407089" cy="305057"/>
                    <a:chOff x="2851133" y="1305635"/>
                    <a:chExt cx="407089" cy="305057"/>
                  </a:xfrm>
                </p:grpSpPr>
                <p:sp>
                  <p:nvSpPr>
                    <p:cNvPr id="5178" name="Google Shape;5178;p63"/>
                    <p:cNvSpPr/>
                    <p:nvPr/>
                  </p:nvSpPr>
                  <p:spPr>
                    <a:xfrm>
                      <a:off x="2851133" y="1305635"/>
                      <a:ext cx="407089" cy="305057"/>
                    </a:xfrm>
                    <a:custGeom>
                      <a:avLst/>
                      <a:gdLst/>
                      <a:ahLst/>
                      <a:cxnLst/>
                      <a:rect l="l" t="t" r="r" b="b"/>
                      <a:pathLst>
                        <a:path w="64643" h="48441" extrusionOk="0">
                          <a:moveTo>
                            <a:pt x="33890" y="0"/>
                          </a:moveTo>
                          <a:cubicBezTo>
                            <a:pt x="31613" y="0"/>
                            <a:pt x="29351" y="310"/>
                            <a:pt x="27159" y="1022"/>
                          </a:cubicBezTo>
                          <a:cubicBezTo>
                            <a:pt x="10340" y="6488"/>
                            <a:pt x="1" y="21070"/>
                            <a:pt x="4069" y="33592"/>
                          </a:cubicBezTo>
                          <a:cubicBezTo>
                            <a:pt x="7091" y="42892"/>
                            <a:pt x="17210" y="48440"/>
                            <a:pt x="29109" y="48440"/>
                          </a:cubicBezTo>
                          <a:cubicBezTo>
                            <a:pt x="33230" y="48440"/>
                            <a:pt x="37566" y="47775"/>
                            <a:pt x="41894" y="46368"/>
                          </a:cubicBezTo>
                          <a:cubicBezTo>
                            <a:pt x="54859" y="42156"/>
                            <a:pt x="61556" y="25084"/>
                            <a:pt x="63944" y="17481"/>
                          </a:cubicBezTo>
                          <a:cubicBezTo>
                            <a:pt x="64643" y="15252"/>
                            <a:pt x="63854" y="12824"/>
                            <a:pt x="61978" y="11431"/>
                          </a:cubicBezTo>
                          <a:cubicBezTo>
                            <a:pt x="56659" y="7487"/>
                            <a:pt x="45090" y="0"/>
                            <a:pt x="33890"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5179" name="Google Shape;5179;p63"/>
                    <p:cNvSpPr/>
                    <p:nvPr/>
                  </p:nvSpPr>
                  <p:spPr>
                    <a:xfrm>
                      <a:off x="2914108" y="1349849"/>
                      <a:ext cx="287349" cy="215324"/>
                    </a:xfrm>
                    <a:custGeom>
                      <a:avLst/>
                      <a:gdLst/>
                      <a:ahLst/>
                      <a:cxnLst/>
                      <a:rect l="l" t="t" r="r" b="b"/>
                      <a:pathLst>
                        <a:path w="45629" h="34192" extrusionOk="0">
                          <a:moveTo>
                            <a:pt x="23922" y="0"/>
                          </a:moveTo>
                          <a:cubicBezTo>
                            <a:pt x="22315" y="0"/>
                            <a:pt x="20718" y="219"/>
                            <a:pt x="19171" y="721"/>
                          </a:cubicBezTo>
                          <a:cubicBezTo>
                            <a:pt x="7297" y="4578"/>
                            <a:pt x="1" y="14871"/>
                            <a:pt x="2873" y="23711"/>
                          </a:cubicBezTo>
                          <a:cubicBezTo>
                            <a:pt x="5006" y="30275"/>
                            <a:pt x="12149" y="34191"/>
                            <a:pt x="20548" y="34191"/>
                          </a:cubicBezTo>
                          <a:cubicBezTo>
                            <a:pt x="23457" y="34191"/>
                            <a:pt x="26517" y="33722"/>
                            <a:pt x="29571" y="32729"/>
                          </a:cubicBezTo>
                          <a:cubicBezTo>
                            <a:pt x="38723" y="29754"/>
                            <a:pt x="43449" y="17704"/>
                            <a:pt x="45134" y="12339"/>
                          </a:cubicBezTo>
                          <a:cubicBezTo>
                            <a:pt x="45629" y="10764"/>
                            <a:pt x="45072" y="9052"/>
                            <a:pt x="43747" y="8069"/>
                          </a:cubicBezTo>
                          <a:cubicBezTo>
                            <a:pt x="39994" y="5284"/>
                            <a:pt x="31827" y="0"/>
                            <a:pt x="23922"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grpSp>
                <p:nvGrpSpPr>
                  <p:cNvPr id="5180" name="Google Shape;5180;p63"/>
                  <p:cNvGrpSpPr/>
                  <p:nvPr/>
                </p:nvGrpSpPr>
                <p:grpSpPr>
                  <a:xfrm>
                    <a:off x="2727495" y="1120652"/>
                    <a:ext cx="300271" cy="396358"/>
                    <a:chOff x="2727495" y="1120652"/>
                    <a:chExt cx="300271" cy="396358"/>
                  </a:xfrm>
                </p:grpSpPr>
                <p:sp>
                  <p:nvSpPr>
                    <p:cNvPr id="5181" name="Google Shape;5181;p63"/>
                    <p:cNvSpPr/>
                    <p:nvPr/>
                  </p:nvSpPr>
                  <p:spPr>
                    <a:xfrm>
                      <a:off x="2727495" y="1120652"/>
                      <a:ext cx="300271" cy="396358"/>
                    </a:xfrm>
                    <a:custGeom>
                      <a:avLst/>
                      <a:gdLst/>
                      <a:ahLst/>
                      <a:cxnLst/>
                      <a:rect l="l" t="t" r="r" b="b"/>
                      <a:pathLst>
                        <a:path w="47681" h="62939" extrusionOk="0">
                          <a:moveTo>
                            <a:pt x="23841" y="1"/>
                          </a:moveTo>
                          <a:cubicBezTo>
                            <a:pt x="22726" y="1"/>
                            <a:pt x="21612" y="340"/>
                            <a:pt x="20660" y="1017"/>
                          </a:cubicBezTo>
                          <a:cubicBezTo>
                            <a:pt x="14168" y="5636"/>
                            <a:pt x="0" y="17280"/>
                            <a:pt x="0" y="30914"/>
                          </a:cubicBezTo>
                          <a:cubicBezTo>
                            <a:pt x="0" y="48601"/>
                            <a:pt x="10674" y="62939"/>
                            <a:pt x="23841" y="62939"/>
                          </a:cubicBezTo>
                          <a:cubicBezTo>
                            <a:pt x="37007" y="62939"/>
                            <a:pt x="47681" y="48600"/>
                            <a:pt x="47681" y="30914"/>
                          </a:cubicBezTo>
                          <a:cubicBezTo>
                            <a:pt x="47681" y="17280"/>
                            <a:pt x="33513" y="5636"/>
                            <a:pt x="27022" y="1017"/>
                          </a:cubicBezTo>
                          <a:cubicBezTo>
                            <a:pt x="26069" y="340"/>
                            <a:pt x="24955" y="1"/>
                            <a:pt x="23841"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182" name="Google Shape;5182;p63"/>
                    <p:cNvSpPr/>
                    <p:nvPr/>
                  </p:nvSpPr>
                  <p:spPr>
                    <a:xfrm>
                      <a:off x="2771659" y="1178948"/>
                      <a:ext cx="211942" cy="279766"/>
                    </a:xfrm>
                    <a:custGeom>
                      <a:avLst/>
                      <a:gdLst/>
                      <a:ahLst/>
                      <a:cxnLst/>
                      <a:rect l="l" t="t" r="r" b="b"/>
                      <a:pathLst>
                        <a:path w="33655" h="44425" extrusionOk="0">
                          <a:moveTo>
                            <a:pt x="16828" y="0"/>
                          </a:moveTo>
                          <a:cubicBezTo>
                            <a:pt x="16042" y="0"/>
                            <a:pt x="15255" y="240"/>
                            <a:pt x="14583" y="718"/>
                          </a:cubicBezTo>
                          <a:cubicBezTo>
                            <a:pt x="10001" y="3978"/>
                            <a:pt x="1" y="12199"/>
                            <a:pt x="1" y="21821"/>
                          </a:cubicBezTo>
                          <a:cubicBezTo>
                            <a:pt x="1" y="34304"/>
                            <a:pt x="7534" y="44424"/>
                            <a:pt x="16828" y="44424"/>
                          </a:cubicBezTo>
                          <a:cubicBezTo>
                            <a:pt x="26121" y="44424"/>
                            <a:pt x="33654" y="34304"/>
                            <a:pt x="33654" y="21821"/>
                          </a:cubicBezTo>
                          <a:cubicBezTo>
                            <a:pt x="33654" y="12197"/>
                            <a:pt x="23654" y="3978"/>
                            <a:pt x="19072" y="718"/>
                          </a:cubicBezTo>
                          <a:cubicBezTo>
                            <a:pt x="18401" y="240"/>
                            <a:pt x="17615" y="0"/>
                            <a:pt x="16828"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grpSp>
            <p:grpSp>
              <p:nvGrpSpPr>
                <p:cNvPr id="5183" name="Google Shape;5183;p63"/>
                <p:cNvGrpSpPr/>
                <p:nvPr/>
              </p:nvGrpSpPr>
              <p:grpSpPr>
                <a:xfrm>
                  <a:off x="2722305" y="1350460"/>
                  <a:ext cx="308357" cy="308344"/>
                  <a:chOff x="2722305" y="1350460"/>
                  <a:chExt cx="308357" cy="308344"/>
                </a:xfrm>
              </p:grpSpPr>
              <p:sp>
                <p:nvSpPr>
                  <p:cNvPr id="5184" name="Google Shape;5184;p63"/>
                  <p:cNvSpPr/>
                  <p:nvPr/>
                </p:nvSpPr>
                <p:spPr>
                  <a:xfrm>
                    <a:off x="2722305" y="1350460"/>
                    <a:ext cx="308357" cy="308344"/>
                  </a:xfrm>
                  <a:custGeom>
                    <a:avLst/>
                    <a:gdLst/>
                    <a:ahLst/>
                    <a:cxnLst/>
                    <a:rect l="l" t="t" r="r" b="b"/>
                    <a:pathLst>
                      <a:path w="48965" h="48963" extrusionOk="0">
                        <a:moveTo>
                          <a:pt x="24483" y="0"/>
                        </a:moveTo>
                        <a:cubicBezTo>
                          <a:pt x="17990" y="0"/>
                          <a:pt x="11762" y="2578"/>
                          <a:pt x="7172" y="7170"/>
                        </a:cubicBezTo>
                        <a:cubicBezTo>
                          <a:pt x="2580" y="11762"/>
                          <a:pt x="0" y="17988"/>
                          <a:pt x="0" y="24481"/>
                        </a:cubicBezTo>
                        <a:cubicBezTo>
                          <a:pt x="0" y="30974"/>
                          <a:pt x="2580" y="37202"/>
                          <a:pt x="7172" y="41792"/>
                        </a:cubicBezTo>
                        <a:cubicBezTo>
                          <a:pt x="11762" y="46384"/>
                          <a:pt x="17990" y="48962"/>
                          <a:pt x="24483" y="48962"/>
                        </a:cubicBezTo>
                        <a:cubicBezTo>
                          <a:pt x="30976" y="48962"/>
                          <a:pt x="37202" y="46384"/>
                          <a:pt x="41794" y="41792"/>
                        </a:cubicBezTo>
                        <a:cubicBezTo>
                          <a:pt x="46386" y="37202"/>
                          <a:pt x="48964" y="30974"/>
                          <a:pt x="48964" y="24481"/>
                        </a:cubicBezTo>
                        <a:cubicBezTo>
                          <a:pt x="48964" y="17988"/>
                          <a:pt x="46386" y="11762"/>
                          <a:pt x="41794" y="7170"/>
                        </a:cubicBezTo>
                        <a:cubicBezTo>
                          <a:pt x="37202" y="2578"/>
                          <a:pt x="30976" y="0"/>
                          <a:pt x="24483"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grpSp>
                <p:nvGrpSpPr>
                  <p:cNvPr id="5185" name="Google Shape;5185;p63"/>
                  <p:cNvGrpSpPr/>
                  <p:nvPr/>
                </p:nvGrpSpPr>
                <p:grpSpPr>
                  <a:xfrm>
                    <a:off x="2725064" y="1364529"/>
                    <a:ext cx="297954" cy="280182"/>
                    <a:chOff x="2725064" y="1364529"/>
                    <a:chExt cx="297954" cy="280182"/>
                  </a:xfrm>
                </p:grpSpPr>
                <p:sp>
                  <p:nvSpPr>
                    <p:cNvPr id="5186" name="Google Shape;5186;p63"/>
                    <p:cNvSpPr/>
                    <p:nvPr/>
                  </p:nvSpPr>
                  <p:spPr>
                    <a:xfrm>
                      <a:off x="2743100" y="1541306"/>
                      <a:ext cx="133551" cy="103405"/>
                    </a:xfrm>
                    <a:custGeom>
                      <a:avLst/>
                      <a:gdLst/>
                      <a:ahLst/>
                      <a:cxnLst/>
                      <a:rect l="l" t="t" r="r" b="b"/>
                      <a:pathLst>
                        <a:path w="21207" h="16420" extrusionOk="0">
                          <a:moveTo>
                            <a:pt x="3036" y="0"/>
                          </a:moveTo>
                          <a:lnTo>
                            <a:pt x="0" y="986"/>
                          </a:lnTo>
                          <a:cubicBezTo>
                            <a:pt x="722" y="3230"/>
                            <a:pt x="1796" y="5346"/>
                            <a:pt x="3182" y="7254"/>
                          </a:cubicBezTo>
                          <a:cubicBezTo>
                            <a:pt x="7535" y="13245"/>
                            <a:pt x="14318" y="16420"/>
                            <a:pt x="21196" y="16420"/>
                          </a:cubicBezTo>
                          <a:cubicBezTo>
                            <a:pt x="21200" y="16420"/>
                            <a:pt x="21203" y="16420"/>
                            <a:pt x="21207" y="16420"/>
                          </a:cubicBezTo>
                          <a:lnTo>
                            <a:pt x="21207" y="13228"/>
                          </a:lnTo>
                          <a:cubicBezTo>
                            <a:pt x="21203" y="13228"/>
                            <a:pt x="21200" y="13228"/>
                            <a:pt x="21196" y="13228"/>
                          </a:cubicBezTo>
                          <a:cubicBezTo>
                            <a:pt x="15304" y="13228"/>
                            <a:pt x="9492" y="10509"/>
                            <a:pt x="5763" y="5378"/>
                          </a:cubicBezTo>
                          <a:cubicBezTo>
                            <a:pt x="4574" y="3741"/>
                            <a:pt x="3654" y="1926"/>
                            <a:pt x="3036" y="0"/>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5187" name="Google Shape;5187;p63"/>
                    <p:cNvSpPr/>
                    <p:nvPr/>
                  </p:nvSpPr>
                  <p:spPr>
                    <a:xfrm>
                      <a:off x="2946887" y="1391180"/>
                      <a:ext cx="76130" cy="156241"/>
                    </a:xfrm>
                    <a:custGeom>
                      <a:avLst/>
                      <a:gdLst/>
                      <a:ahLst/>
                      <a:cxnLst/>
                      <a:rect l="l" t="t" r="r" b="b"/>
                      <a:pathLst>
                        <a:path w="12089" h="24810" extrusionOk="0">
                          <a:moveTo>
                            <a:pt x="1876" y="0"/>
                          </a:moveTo>
                          <a:lnTo>
                            <a:pt x="0" y="2583"/>
                          </a:lnTo>
                          <a:cubicBezTo>
                            <a:pt x="1626" y="3761"/>
                            <a:pt x="3057" y="5189"/>
                            <a:pt x="4237" y="6815"/>
                          </a:cubicBezTo>
                          <a:cubicBezTo>
                            <a:pt x="7945" y="11917"/>
                            <a:pt x="8749" y="18242"/>
                            <a:pt x="6967" y="23823"/>
                          </a:cubicBezTo>
                          <a:lnTo>
                            <a:pt x="10002" y="24809"/>
                          </a:lnTo>
                          <a:cubicBezTo>
                            <a:pt x="12089" y="18290"/>
                            <a:pt x="11151" y="10899"/>
                            <a:pt x="6820" y="4938"/>
                          </a:cubicBezTo>
                          <a:cubicBezTo>
                            <a:pt x="5442" y="3041"/>
                            <a:pt x="3774" y="1375"/>
                            <a:pt x="1876"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5188" name="Google Shape;5188;p63"/>
                    <p:cNvSpPr/>
                    <p:nvPr/>
                  </p:nvSpPr>
                  <p:spPr>
                    <a:xfrm>
                      <a:off x="2794481" y="1364529"/>
                      <a:ext cx="164226" cy="42924"/>
                    </a:xfrm>
                    <a:custGeom>
                      <a:avLst/>
                      <a:gdLst/>
                      <a:ahLst/>
                      <a:cxnLst/>
                      <a:rect l="l" t="t" r="r" b="b"/>
                      <a:pathLst>
                        <a:path w="26078" h="6816" extrusionOk="0">
                          <a:moveTo>
                            <a:pt x="12998" y="1"/>
                          </a:moveTo>
                          <a:cubicBezTo>
                            <a:pt x="8487" y="1"/>
                            <a:pt x="3935" y="1369"/>
                            <a:pt x="0" y="4210"/>
                          </a:cubicBezTo>
                          <a:lnTo>
                            <a:pt x="1876" y="6793"/>
                          </a:lnTo>
                          <a:cubicBezTo>
                            <a:pt x="5245" y="4363"/>
                            <a:pt x="9141" y="3193"/>
                            <a:pt x="13002" y="3193"/>
                          </a:cubicBezTo>
                          <a:cubicBezTo>
                            <a:pt x="16976" y="3193"/>
                            <a:pt x="20914" y="4433"/>
                            <a:pt x="24201" y="6815"/>
                          </a:cubicBezTo>
                          <a:lnTo>
                            <a:pt x="26077" y="4232"/>
                          </a:lnTo>
                          <a:cubicBezTo>
                            <a:pt x="22239" y="1449"/>
                            <a:pt x="17641" y="1"/>
                            <a:pt x="12998"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189" name="Google Shape;5189;p63"/>
                    <p:cNvSpPr/>
                    <p:nvPr/>
                  </p:nvSpPr>
                  <p:spPr>
                    <a:xfrm>
                      <a:off x="2876645" y="1541193"/>
                      <a:ext cx="133243" cy="103518"/>
                    </a:xfrm>
                    <a:custGeom>
                      <a:avLst/>
                      <a:gdLst/>
                      <a:ahLst/>
                      <a:cxnLst/>
                      <a:rect l="l" t="t" r="r" b="b"/>
                      <a:pathLst>
                        <a:path w="21158" h="16438" extrusionOk="0">
                          <a:moveTo>
                            <a:pt x="18123" y="1"/>
                          </a:moveTo>
                          <a:cubicBezTo>
                            <a:pt x="16894" y="3864"/>
                            <a:pt x="14459" y="7233"/>
                            <a:pt x="11175" y="9612"/>
                          </a:cubicBezTo>
                          <a:cubicBezTo>
                            <a:pt x="7931" y="11974"/>
                            <a:pt x="4021" y="13246"/>
                            <a:pt x="8" y="13246"/>
                          </a:cubicBezTo>
                          <a:cubicBezTo>
                            <a:pt x="6" y="13246"/>
                            <a:pt x="3" y="13246"/>
                            <a:pt x="1" y="13246"/>
                          </a:cubicBezTo>
                          <a:lnTo>
                            <a:pt x="1" y="16438"/>
                          </a:lnTo>
                          <a:cubicBezTo>
                            <a:pt x="4532" y="16436"/>
                            <a:pt x="9106" y="15060"/>
                            <a:pt x="13053" y="12192"/>
                          </a:cubicBezTo>
                          <a:cubicBezTo>
                            <a:pt x="17030" y="9301"/>
                            <a:pt x="19767" y="5338"/>
                            <a:pt x="21157" y="988"/>
                          </a:cubicBezTo>
                          <a:lnTo>
                            <a:pt x="18123" y="1"/>
                          </a:ln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5190" name="Google Shape;5190;p63"/>
                    <p:cNvSpPr/>
                    <p:nvPr/>
                  </p:nvSpPr>
                  <p:spPr>
                    <a:xfrm>
                      <a:off x="2725064" y="1391035"/>
                      <a:ext cx="81238" cy="156487"/>
                    </a:xfrm>
                    <a:custGeom>
                      <a:avLst/>
                      <a:gdLst/>
                      <a:ahLst/>
                      <a:cxnLst/>
                      <a:rect l="l" t="t" r="r" b="b"/>
                      <a:pathLst>
                        <a:path w="12900" h="24849" extrusionOk="0">
                          <a:moveTo>
                            <a:pt x="11023" y="1"/>
                          </a:moveTo>
                          <a:cubicBezTo>
                            <a:pt x="11006" y="13"/>
                            <a:pt x="10987" y="26"/>
                            <a:pt x="10967" y="39"/>
                          </a:cubicBezTo>
                          <a:cubicBezTo>
                            <a:pt x="2989" y="5836"/>
                            <a:pt x="1" y="15945"/>
                            <a:pt x="2866" y="24848"/>
                          </a:cubicBezTo>
                          <a:lnTo>
                            <a:pt x="5900" y="23861"/>
                          </a:lnTo>
                          <a:cubicBezTo>
                            <a:pt x="3451" y="16238"/>
                            <a:pt x="6012" y="7585"/>
                            <a:pt x="12845" y="2622"/>
                          </a:cubicBezTo>
                          <a:cubicBezTo>
                            <a:pt x="12862" y="2608"/>
                            <a:pt x="12882" y="2597"/>
                            <a:pt x="12899" y="2584"/>
                          </a:cubicBezTo>
                          <a:lnTo>
                            <a:pt x="11023" y="1"/>
                          </a:lnTo>
                          <a:close/>
                        </a:path>
                      </a:pathLst>
                    </a:custGeom>
                    <a:solidFill>
                      <a:srgbClr val="213B55"/>
                    </a:solidFill>
                    <a:ln>
                      <a:noFill/>
                    </a:ln>
                  </p:spPr>
                  <p:txBody>
                    <a:bodyPr spcFirstLastPara="1" wrap="square" lIns="121900" tIns="121900" rIns="121900" bIns="121900" anchor="ctr" anchorCtr="0">
                      <a:noAutofit/>
                    </a:bodyPr>
                    <a:lstStyle/>
                    <a:p>
                      <a:endParaRPr sz="2400"/>
                    </a:p>
                  </p:txBody>
                </p:sp>
              </p:grpSp>
            </p:grpSp>
          </p:grpSp>
        </p:grpSp>
        <p:sp>
          <p:nvSpPr>
            <p:cNvPr id="5191" name="Google Shape;5191;p63"/>
            <p:cNvSpPr/>
            <p:nvPr/>
          </p:nvSpPr>
          <p:spPr>
            <a:xfrm>
              <a:off x="2621966" y="1245876"/>
              <a:ext cx="114832" cy="86149"/>
            </a:xfrm>
            <a:custGeom>
              <a:avLst/>
              <a:gdLst/>
              <a:ahLst/>
              <a:cxnLst/>
              <a:rect l="l" t="t" r="r" b="b"/>
              <a:pathLst>
                <a:path w="10285" h="7716" extrusionOk="0">
                  <a:moveTo>
                    <a:pt x="10284" y="1"/>
                  </a:moveTo>
                  <a:lnTo>
                    <a:pt x="7413" y="282"/>
                  </a:lnTo>
                  <a:lnTo>
                    <a:pt x="7949" y="1144"/>
                  </a:lnTo>
                  <a:cubicBezTo>
                    <a:pt x="4966" y="2788"/>
                    <a:pt x="2280" y="4920"/>
                    <a:pt x="0" y="7451"/>
                  </a:cubicBezTo>
                  <a:lnTo>
                    <a:pt x="294" y="7716"/>
                  </a:lnTo>
                  <a:cubicBezTo>
                    <a:pt x="2547" y="5212"/>
                    <a:pt x="5206" y="3102"/>
                    <a:pt x="8156" y="1479"/>
                  </a:cubicBezTo>
                  <a:lnTo>
                    <a:pt x="8760" y="2450"/>
                  </a:ln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5192" name="Google Shape;5192;p63"/>
            <p:cNvSpPr/>
            <p:nvPr/>
          </p:nvSpPr>
          <p:spPr>
            <a:xfrm>
              <a:off x="2517909" y="1600456"/>
              <a:ext cx="54396" cy="134951"/>
            </a:xfrm>
            <a:custGeom>
              <a:avLst/>
              <a:gdLst/>
              <a:ahLst/>
              <a:cxnLst/>
              <a:rect l="l" t="t" r="r" b="b"/>
              <a:pathLst>
                <a:path w="4872" h="12087" extrusionOk="0">
                  <a:moveTo>
                    <a:pt x="4871" y="11889"/>
                  </a:moveTo>
                  <a:cubicBezTo>
                    <a:pt x="3186" y="8971"/>
                    <a:pt x="2004" y="5793"/>
                    <a:pt x="1370" y="2482"/>
                  </a:cubicBezTo>
                  <a:lnTo>
                    <a:pt x="2481" y="2209"/>
                  </a:lnTo>
                  <a:lnTo>
                    <a:pt x="620" y="0"/>
                  </a:lnTo>
                  <a:lnTo>
                    <a:pt x="1" y="2820"/>
                  </a:lnTo>
                  <a:lnTo>
                    <a:pt x="987" y="2578"/>
                  </a:lnTo>
                  <a:cubicBezTo>
                    <a:pt x="1629" y="5923"/>
                    <a:pt x="2827" y="9136"/>
                    <a:pt x="4530" y="12087"/>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5193" name="Google Shape;5193;p63"/>
            <p:cNvSpPr/>
            <p:nvPr/>
          </p:nvSpPr>
          <p:spPr>
            <a:xfrm>
              <a:off x="3174265" y="1614044"/>
              <a:ext cx="46346" cy="135275"/>
            </a:xfrm>
            <a:custGeom>
              <a:avLst/>
              <a:gdLst/>
              <a:ahLst/>
              <a:cxnLst/>
              <a:rect l="l" t="t" r="r" b="b"/>
              <a:pathLst>
                <a:path w="4151" h="12116" extrusionOk="0">
                  <a:moveTo>
                    <a:pt x="4150" y="41"/>
                  </a:moveTo>
                  <a:lnTo>
                    <a:pt x="3759" y="0"/>
                  </a:lnTo>
                  <a:cubicBezTo>
                    <a:pt x="3405" y="3350"/>
                    <a:pt x="2494" y="6618"/>
                    <a:pt x="1059" y="9668"/>
                  </a:cubicBezTo>
                  <a:lnTo>
                    <a:pt x="0" y="9237"/>
                  </a:lnTo>
                  <a:lnTo>
                    <a:pt x="208" y="12116"/>
                  </a:lnTo>
                  <a:lnTo>
                    <a:pt x="2367" y="10200"/>
                  </a:lnTo>
                  <a:lnTo>
                    <a:pt x="1426" y="9817"/>
                  </a:lnTo>
                  <a:cubicBezTo>
                    <a:pt x="2873" y="6733"/>
                    <a:pt x="3793" y="3429"/>
                    <a:pt x="4150" y="4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5194" name="Google Shape;5194;p63"/>
            <p:cNvSpPr/>
            <p:nvPr/>
          </p:nvSpPr>
          <p:spPr>
            <a:xfrm>
              <a:off x="3023194" y="1254350"/>
              <a:ext cx="116417" cy="83525"/>
            </a:xfrm>
            <a:custGeom>
              <a:avLst/>
              <a:gdLst/>
              <a:ahLst/>
              <a:cxnLst/>
              <a:rect l="l" t="t" r="r" b="b"/>
              <a:pathLst>
                <a:path w="10427" h="7481" extrusionOk="0">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5195" name="Google Shape;5195;p63"/>
            <p:cNvSpPr/>
            <p:nvPr/>
          </p:nvSpPr>
          <p:spPr>
            <a:xfrm rot="8660313">
              <a:off x="2818264" y="1861446"/>
              <a:ext cx="116433" cy="83536"/>
            </a:xfrm>
            <a:custGeom>
              <a:avLst/>
              <a:gdLst/>
              <a:ahLst/>
              <a:cxnLst/>
              <a:rect l="l" t="t" r="r" b="b"/>
              <a:pathLst>
                <a:path w="10427" h="7481" extrusionOk="0">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5196" name="Google Shape;5196;p63"/>
          <p:cNvGrpSpPr/>
          <p:nvPr/>
        </p:nvGrpSpPr>
        <p:grpSpPr>
          <a:xfrm>
            <a:off x="5232748" y="3903283"/>
            <a:ext cx="2092192" cy="788020"/>
            <a:chOff x="3820100" y="3023049"/>
            <a:chExt cx="1303926" cy="491162"/>
          </a:xfrm>
        </p:grpSpPr>
        <p:grpSp>
          <p:nvGrpSpPr>
            <p:cNvPr id="5197" name="Google Shape;5197;p63"/>
            <p:cNvGrpSpPr/>
            <p:nvPr/>
          </p:nvGrpSpPr>
          <p:grpSpPr>
            <a:xfrm>
              <a:off x="3820100" y="3023072"/>
              <a:ext cx="1303926" cy="491139"/>
              <a:chOff x="3820100" y="3023072"/>
              <a:chExt cx="1303926" cy="491139"/>
            </a:xfrm>
          </p:grpSpPr>
          <p:sp>
            <p:nvSpPr>
              <p:cNvPr id="5198" name="Google Shape;5198;p63"/>
              <p:cNvSpPr/>
              <p:nvPr/>
            </p:nvSpPr>
            <p:spPr>
              <a:xfrm>
                <a:off x="3820100" y="3023072"/>
                <a:ext cx="505424" cy="491139"/>
              </a:xfrm>
              <a:custGeom>
                <a:avLst/>
                <a:gdLst/>
                <a:ahLst/>
                <a:cxnLst/>
                <a:rect l="l" t="t" r="r" b="b"/>
                <a:pathLst>
                  <a:path w="45218" h="43940" extrusionOk="0">
                    <a:moveTo>
                      <a:pt x="0" y="0"/>
                    </a:moveTo>
                    <a:cubicBezTo>
                      <a:pt x="0" y="24200"/>
                      <a:pt x="19796" y="43939"/>
                      <a:pt x="44111" y="43939"/>
                    </a:cubicBezTo>
                    <a:lnTo>
                      <a:pt x="45218" y="43939"/>
                    </a:lnTo>
                    <a:lnTo>
                      <a:pt x="45218" y="34795"/>
                    </a:lnTo>
                    <a:lnTo>
                      <a:pt x="44111" y="34795"/>
                    </a:lnTo>
                    <a:cubicBezTo>
                      <a:pt x="24972" y="34795"/>
                      <a:pt x="9345" y="19439"/>
                      <a:pt x="9103" y="450"/>
                    </a:cubicBezTo>
                    <a:cubicBezTo>
                      <a:pt x="9103" y="301"/>
                      <a:pt x="9100" y="150"/>
                      <a:pt x="9100" y="0"/>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5199" name="Google Shape;5199;p63"/>
              <p:cNvSpPr/>
              <p:nvPr/>
            </p:nvSpPr>
            <p:spPr>
              <a:xfrm>
                <a:off x="4323828" y="3411976"/>
                <a:ext cx="800197" cy="102229"/>
              </a:xfrm>
              <a:custGeom>
                <a:avLst/>
                <a:gdLst/>
                <a:ahLst/>
                <a:cxnLst/>
                <a:rect l="l" t="t" r="r" b="b"/>
                <a:pathLst>
                  <a:path w="71590" h="9146" extrusionOk="0">
                    <a:moveTo>
                      <a:pt x="1" y="1"/>
                    </a:moveTo>
                    <a:lnTo>
                      <a:pt x="1" y="9145"/>
                    </a:lnTo>
                    <a:lnTo>
                      <a:pt x="71589" y="9145"/>
                    </a:lnTo>
                    <a:lnTo>
                      <a:pt x="71589" y="1"/>
                    </a:lnTo>
                    <a:close/>
                  </a:path>
                </a:pathLst>
              </a:custGeom>
              <a:solidFill>
                <a:srgbClr val="445D73"/>
              </a:solidFill>
              <a:ln>
                <a:noFill/>
              </a:ln>
            </p:spPr>
            <p:txBody>
              <a:bodyPr spcFirstLastPara="1" wrap="square" lIns="121900" tIns="121900" rIns="121900" bIns="121900" anchor="ctr" anchorCtr="0">
                <a:noAutofit/>
              </a:bodyPr>
              <a:lstStyle/>
              <a:p>
                <a:endParaRPr sz="2400"/>
              </a:p>
            </p:txBody>
          </p:sp>
        </p:grpSp>
        <p:grpSp>
          <p:nvGrpSpPr>
            <p:cNvPr id="5200" name="Google Shape;5200;p63"/>
            <p:cNvGrpSpPr/>
            <p:nvPr/>
          </p:nvGrpSpPr>
          <p:grpSpPr>
            <a:xfrm>
              <a:off x="4132439" y="3023645"/>
              <a:ext cx="393633" cy="177096"/>
              <a:chOff x="4132439" y="3023645"/>
              <a:chExt cx="393633" cy="177096"/>
            </a:xfrm>
          </p:grpSpPr>
          <p:sp>
            <p:nvSpPr>
              <p:cNvPr id="5201" name="Google Shape;5201;p63"/>
              <p:cNvSpPr/>
              <p:nvPr/>
            </p:nvSpPr>
            <p:spPr>
              <a:xfrm>
                <a:off x="4132439" y="3023645"/>
                <a:ext cx="190085" cy="177096"/>
              </a:xfrm>
              <a:custGeom>
                <a:avLst/>
                <a:gdLst/>
                <a:ahLst/>
                <a:cxnLst/>
                <a:rect l="l" t="t" r="r" b="b"/>
                <a:pathLst>
                  <a:path w="17006" h="15844" extrusionOk="0">
                    <a:moveTo>
                      <a:pt x="0" y="1"/>
                    </a:moveTo>
                    <a:cubicBezTo>
                      <a:pt x="0" y="5035"/>
                      <a:pt x="2405" y="9521"/>
                      <a:pt x="6124" y="12423"/>
                    </a:cubicBezTo>
                    <a:cubicBezTo>
                      <a:pt x="8932" y="14639"/>
                      <a:pt x="12404" y="15844"/>
                      <a:pt x="15981" y="15844"/>
                    </a:cubicBezTo>
                    <a:lnTo>
                      <a:pt x="17005" y="15844"/>
                    </a:lnTo>
                    <a:lnTo>
                      <a:pt x="17005" y="6962"/>
                    </a:lnTo>
                    <a:lnTo>
                      <a:pt x="15905" y="6962"/>
                    </a:lnTo>
                    <a:cubicBezTo>
                      <a:pt x="12043" y="6962"/>
                      <a:pt x="8822" y="3862"/>
                      <a:pt x="8822"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5202" name="Google Shape;5202;p63"/>
              <p:cNvSpPr/>
              <p:nvPr/>
            </p:nvSpPr>
            <p:spPr>
              <a:xfrm>
                <a:off x="4318649" y="3101461"/>
                <a:ext cx="207423" cy="99267"/>
              </a:xfrm>
              <a:custGeom>
                <a:avLst/>
                <a:gdLst/>
                <a:ahLst/>
                <a:cxnLst/>
                <a:rect l="l" t="t" r="r" b="b"/>
                <a:pathLst>
                  <a:path w="18211" h="8881" extrusionOk="0">
                    <a:moveTo>
                      <a:pt x="0" y="0"/>
                    </a:moveTo>
                    <a:lnTo>
                      <a:pt x="0" y="8880"/>
                    </a:lnTo>
                    <a:lnTo>
                      <a:pt x="18210" y="8880"/>
                    </a:lnTo>
                    <a:lnTo>
                      <a:pt x="18210" y="0"/>
                    </a:ln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5203" name="Google Shape;5203;p63"/>
            <p:cNvGrpSpPr/>
            <p:nvPr/>
          </p:nvGrpSpPr>
          <p:grpSpPr>
            <a:xfrm>
              <a:off x="3921811" y="3023049"/>
              <a:ext cx="1002397" cy="388943"/>
              <a:chOff x="3921811" y="3023049"/>
              <a:chExt cx="1002397" cy="388943"/>
            </a:xfrm>
          </p:grpSpPr>
          <p:sp>
            <p:nvSpPr>
              <p:cNvPr id="5204" name="Google Shape;5204;p63"/>
              <p:cNvSpPr/>
              <p:nvPr/>
            </p:nvSpPr>
            <p:spPr>
              <a:xfrm>
                <a:off x="3921811" y="3023049"/>
                <a:ext cx="403709" cy="388943"/>
              </a:xfrm>
              <a:custGeom>
                <a:avLst/>
                <a:gdLst/>
                <a:ahLst/>
                <a:cxnLst/>
                <a:rect l="l" t="t" r="r" b="b"/>
                <a:pathLst>
                  <a:path w="36118" h="34797" extrusionOk="0">
                    <a:moveTo>
                      <a:pt x="0" y="1"/>
                    </a:moveTo>
                    <a:cubicBezTo>
                      <a:pt x="0" y="152"/>
                      <a:pt x="3" y="301"/>
                      <a:pt x="3" y="452"/>
                    </a:cubicBezTo>
                    <a:cubicBezTo>
                      <a:pt x="245" y="19441"/>
                      <a:pt x="15879" y="34797"/>
                      <a:pt x="35018" y="34797"/>
                    </a:cubicBezTo>
                    <a:lnTo>
                      <a:pt x="36118" y="34797"/>
                    </a:lnTo>
                    <a:lnTo>
                      <a:pt x="36118" y="25652"/>
                    </a:lnTo>
                    <a:lnTo>
                      <a:pt x="34843" y="25652"/>
                    </a:lnTo>
                    <a:lnTo>
                      <a:pt x="34798" y="25632"/>
                    </a:lnTo>
                    <a:cubicBezTo>
                      <a:pt x="20649" y="25575"/>
                      <a:pt x="9181" y="14193"/>
                      <a:pt x="9115" y="123"/>
                    </a:cubicBezTo>
                    <a:cubicBezTo>
                      <a:pt x="9115" y="81"/>
                      <a:pt x="9108" y="42"/>
                      <a:pt x="9108"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5205" name="Google Shape;5205;p63"/>
              <p:cNvSpPr/>
              <p:nvPr/>
            </p:nvSpPr>
            <p:spPr>
              <a:xfrm>
                <a:off x="4322109" y="3309770"/>
                <a:ext cx="602098" cy="102218"/>
              </a:xfrm>
              <a:custGeom>
                <a:avLst/>
                <a:gdLst/>
                <a:ahLst/>
                <a:cxnLst/>
                <a:rect l="l" t="t" r="r" b="b"/>
                <a:pathLst>
                  <a:path w="53867" h="9145" extrusionOk="0">
                    <a:moveTo>
                      <a:pt x="1" y="0"/>
                    </a:moveTo>
                    <a:lnTo>
                      <a:pt x="1" y="9145"/>
                    </a:lnTo>
                    <a:lnTo>
                      <a:pt x="53867" y="9145"/>
                    </a:lnTo>
                    <a:lnTo>
                      <a:pt x="53867" y="0"/>
                    </a:ln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5206" name="Google Shape;5206;p63"/>
            <p:cNvGrpSpPr/>
            <p:nvPr/>
          </p:nvGrpSpPr>
          <p:grpSpPr>
            <a:xfrm>
              <a:off x="4023645" y="3023049"/>
              <a:ext cx="683032" cy="286722"/>
              <a:chOff x="4023645" y="3023049"/>
              <a:chExt cx="683032" cy="286722"/>
            </a:xfrm>
          </p:grpSpPr>
          <p:sp>
            <p:nvSpPr>
              <p:cNvPr id="5207" name="Google Shape;5207;p63"/>
              <p:cNvSpPr/>
              <p:nvPr/>
            </p:nvSpPr>
            <p:spPr>
              <a:xfrm>
                <a:off x="4023645" y="3023049"/>
                <a:ext cx="300664" cy="286524"/>
              </a:xfrm>
              <a:custGeom>
                <a:avLst/>
                <a:gdLst/>
                <a:ahLst/>
                <a:cxnLst/>
                <a:rect l="l" t="t" r="r" b="b"/>
                <a:pathLst>
                  <a:path w="26899" h="25634" extrusionOk="0">
                    <a:moveTo>
                      <a:pt x="1" y="1"/>
                    </a:moveTo>
                    <a:cubicBezTo>
                      <a:pt x="1" y="42"/>
                      <a:pt x="4" y="81"/>
                      <a:pt x="4" y="121"/>
                    </a:cubicBezTo>
                    <a:cubicBezTo>
                      <a:pt x="70" y="14193"/>
                      <a:pt x="11538" y="25575"/>
                      <a:pt x="25687" y="25630"/>
                    </a:cubicBezTo>
                    <a:cubicBezTo>
                      <a:pt x="25723" y="25630"/>
                      <a:pt x="25757" y="25634"/>
                      <a:pt x="25792" y="25634"/>
                    </a:cubicBezTo>
                    <a:lnTo>
                      <a:pt x="26899" y="25634"/>
                    </a:lnTo>
                    <a:lnTo>
                      <a:pt x="26899" y="15842"/>
                    </a:lnTo>
                    <a:lnTo>
                      <a:pt x="25768" y="15842"/>
                    </a:lnTo>
                    <a:cubicBezTo>
                      <a:pt x="22191" y="15842"/>
                      <a:pt x="18719" y="14637"/>
                      <a:pt x="15911" y="12423"/>
                    </a:cubicBezTo>
                    <a:cubicBezTo>
                      <a:pt x="12192" y="9521"/>
                      <a:pt x="9787" y="5035"/>
                      <a:pt x="9787"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208" name="Google Shape;5208;p63"/>
              <p:cNvSpPr/>
              <p:nvPr/>
            </p:nvSpPr>
            <p:spPr>
              <a:xfrm>
                <a:off x="4314850" y="3200125"/>
                <a:ext cx="391827" cy="109646"/>
              </a:xfrm>
              <a:custGeom>
                <a:avLst/>
                <a:gdLst/>
                <a:ahLst/>
                <a:cxnLst/>
                <a:rect l="l" t="t" r="r" b="b"/>
                <a:pathLst>
                  <a:path w="35055" h="9792" extrusionOk="0">
                    <a:moveTo>
                      <a:pt x="1" y="0"/>
                    </a:moveTo>
                    <a:lnTo>
                      <a:pt x="1" y="88"/>
                    </a:lnTo>
                    <a:lnTo>
                      <a:pt x="1" y="9792"/>
                    </a:lnTo>
                    <a:lnTo>
                      <a:pt x="35054" y="9792"/>
                    </a:lnTo>
                    <a:lnTo>
                      <a:pt x="35054" y="0"/>
                    </a:lnTo>
                    <a:close/>
                  </a:path>
                </a:pathLst>
              </a:custGeom>
              <a:solidFill>
                <a:srgbClr val="CFD9E0"/>
              </a:solidFill>
              <a:ln>
                <a:noFill/>
              </a:ln>
            </p:spPr>
            <p:txBody>
              <a:bodyPr spcFirstLastPara="1" wrap="square" lIns="121900" tIns="121900" rIns="121900" bIns="121900" anchor="ctr" anchorCtr="0">
                <a:noAutofit/>
              </a:bodyPr>
              <a:lstStyle/>
              <a:p>
                <a:endParaRPr sz="2400"/>
              </a:p>
            </p:txBody>
          </p:sp>
        </p:grpSp>
      </p:grpSp>
      <p:grpSp>
        <p:nvGrpSpPr>
          <p:cNvPr id="5209" name="Google Shape;5209;p63"/>
          <p:cNvGrpSpPr/>
          <p:nvPr/>
        </p:nvGrpSpPr>
        <p:grpSpPr>
          <a:xfrm>
            <a:off x="2075577" y="2739077"/>
            <a:ext cx="951363" cy="917367"/>
            <a:chOff x="1706078" y="2092648"/>
            <a:chExt cx="660913" cy="637296"/>
          </a:xfrm>
        </p:grpSpPr>
        <p:sp>
          <p:nvSpPr>
            <p:cNvPr id="5210" name="Google Shape;5210;p63"/>
            <p:cNvSpPr/>
            <p:nvPr/>
          </p:nvSpPr>
          <p:spPr>
            <a:xfrm>
              <a:off x="1745332" y="2158066"/>
              <a:ext cx="571867" cy="571878"/>
            </a:xfrm>
            <a:custGeom>
              <a:avLst/>
              <a:gdLst/>
              <a:ahLst/>
              <a:cxnLst/>
              <a:rect l="l" t="t" r="r" b="b"/>
              <a:pathLst>
                <a:path w="107747" h="107749" extrusionOk="0">
                  <a:moveTo>
                    <a:pt x="53874" y="11565"/>
                  </a:moveTo>
                  <a:cubicBezTo>
                    <a:pt x="77238" y="11565"/>
                    <a:pt x="96182" y="30509"/>
                    <a:pt x="96182" y="53873"/>
                  </a:cubicBezTo>
                  <a:cubicBezTo>
                    <a:pt x="96182" y="77240"/>
                    <a:pt x="77240" y="96182"/>
                    <a:pt x="53874" y="96182"/>
                  </a:cubicBezTo>
                  <a:cubicBezTo>
                    <a:pt x="30507" y="96182"/>
                    <a:pt x="11565" y="77240"/>
                    <a:pt x="11565" y="53873"/>
                  </a:cubicBezTo>
                  <a:cubicBezTo>
                    <a:pt x="11565" y="30509"/>
                    <a:pt x="30507" y="11565"/>
                    <a:pt x="53874" y="11565"/>
                  </a:cubicBezTo>
                  <a:close/>
                  <a:moveTo>
                    <a:pt x="53874" y="1"/>
                  </a:moveTo>
                  <a:cubicBezTo>
                    <a:pt x="24120" y="1"/>
                    <a:pt x="1" y="24120"/>
                    <a:pt x="1" y="53873"/>
                  </a:cubicBezTo>
                  <a:cubicBezTo>
                    <a:pt x="1" y="83626"/>
                    <a:pt x="24120" y="107748"/>
                    <a:pt x="53874" y="107748"/>
                  </a:cubicBezTo>
                  <a:cubicBezTo>
                    <a:pt x="83625" y="107748"/>
                    <a:pt x="107746" y="83626"/>
                    <a:pt x="107746" y="53873"/>
                  </a:cubicBezTo>
                  <a:cubicBezTo>
                    <a:pt x="107746" y="24120"/>
                    <a:pt x="83627" y="1"/>
                    <a:pt x="53874"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grpSp>
          <p:nvGrpSpPr>
            <p:cNvPr id="5211" name="Google Shape;5211;p63"/>
            <p:cNvGrpSpPr/>
            <p:nvPr/>
          </p:nvGrpSpPr>
          <p:grpSpPr>
            <a:xfrm>
              <a:off x="1706078" y="2092648"/>
              <a:ext cx="660913" cy="575241"/>
              <a:chOff x="1706078" y="2092648"/>
              <a:chExt cx="660913" cy="575241"/>
            </a:xfrm>
          </p:grpSpPr>
          <p:sp>
            <p:nvSpPr>
              <p:cNvPr id="5212" name="Google Shape;5212;p63"/>
              <p:cNvSpPr/>
              <p:nvPr/>
            </p:nvSpPr>
            <p:spPr>
              <a:xfrm>
                <a:off x="1938891" y="2092648"/>
                <a:ext cx="192041" cy="353676"/>
              </a:xfrm>
              <a:custGeom>
                <a:avLst/>
                <a:gdLst/>
                <a:ahLst/>
                <a:cxnLst/>
                <a:rect l="l" t="t" r="r" b="b"/>
                <a:pathLst>
                  <a:path w="36183" h="66637" extrusionOk="0">
                    <a:moveTo>
                      <a:pt x="18094" y="1"/>
                    </a:moveTo>
                    <a:cubicBezTo>
                      <a:pt x="8801" y="1"/>
                      <a:pt x="1202" y="7552"/>
                      <a:pt x="1202" y="16877"/>
                    </a:cubicBezTo>
                    <a:cubicBezTo>
                      <a:pt x="1202" y="23723"/>
                      <a:pt x="5288" y="29491"/>
                      <a:pt x="11057" y="32260"/>
                    </a:cubicBezTo>
                    <a:cubicBezTo>
                      <a:pt x="13944" y="33580"/>
                      <a:pt x="15864" y="36464"/>
                      <a:pt x="15864" y="39714"/>
                    </a:cubicBezTo>
                    <a:cubicBezTo>
                      <a:pt x="15864" y="42954"/>
                      <a:pt x="13829" y="45963"/>
                      <a:pt x="10817" y="47040"/>
                    </a:cubicBezTo>
                    <a:cubicBezTo>
                      <a:pt x="6250" y="48723"/>
                      <a:pt x="2404" y="51972"/>
                      <a:pt x="1" y="56176"/>
                    </a:cubicBezTo>
                    <a:lnTo>
                      <a:pt x="18155" y="66637"/>
                    </a:lnTo>
                    <a:lnTo>
                      <a:pt x="36182" y="56176"/>
                    </a:lnTo>
                    <a:cubicBezTo>
                      <a:pt x="33779" y="51975"/>
                      <a:pt x="29930" y="48725"/>
                      <a:pt x="25479" y="47040"/>
                    </a:cubicBezTo>
                    <a:cubicBezTo>
                      <a:pt x="22352" y="45966"/>
                      <a:pt x="20316" y="42957"/>
                      <a:pt x="20316" y="39714"/>
                    </a:cubicBezTo>
                    <a:lnTo>
                      <a:pt x="20316" y="39474"/>
                    </a:lnTo>
                    <a:cubicBezTo>
                      <a:pt x="20316" y="36349"/>
                      <a:pt x="22239" y="33578"/>
                      <a:pt x="24998" y="32260"/>
                    </a:cubicBezTo>
                    <a:cubicBezTo>
                      <a:pt x="31250" y="29491"/>
                      <a:pt x="35461" y="22999"/>
                      <a:pt x="34980" y="15676"/>
                    </a:cubicBezTo>
                    <a:cubicBezTo>
                      <a:pt x="34375" y="7376"/>
                      <a:pt x="27644" y="646"/>
                      <a:pt x="19357" y="47"/>
                    </a:cubicBezTo>
                    <a:cubicBezTo>
                      <a:pt x="18933" y="18"/>
                      <a:pt x="18513" y="1"/>
                      <a:pt x="1809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213" name="Google Shape;5213;p63"/>
              <p:cNvSpPr/>
              <p:nvPr/>
            </p:nvSpPr>
            <p:spPr>
              <a:xfrm>
                <a:off x="1706078" y="2390779"/>
                <a:ext cx="329208" cy="277004"/>
              </a:xfrm>
              <a:custGeom>
                <a:avLst/>
                <a:gdLst/>
                <a:ahLst/>
                <a:cxnLst/>
                <a:rect l="l" t="t" r="r" b="b"/>
                <a:pathLst>
                  <a:path w="62027" h="52191" extrusionOk="0">
                    <a:moveTo>
                      <a:pt x="43872" y="1"/>
                    </a:moveTo>
                    <a:cubicBezTo>
                      <a:pt x="41468" y="4212"/>
                      <a:pt x="40629" y="9019"/>
                      <a:pt x="41353" y="13829"/>
                    </a:cubicBezTo>
                    <a:cubicBezTo>
                      <a:pt x="41946" y="17069"/>
                      <a:pt x="40389" y="20321"/>
                      <a:pt x="37504" y="21878"/>
                    </a:cubicBezTo>
                    <a:lnTo>
                      <a:pt x="37379" y="22004"/>
                    </a:lnTo>
                    <a:cubicBezTo>
                      <a:pt x="36131" y="22712"/>
                      <a:pt x="34723" y="23085"/>
                      <a:pt x="33288" y="23090"/>
                    </a:cubicBezTo>
                    <a:cubicBezTo>
                      <a:pt x="31652" y="23095"/>
                      <a:pt x="30056" y="22587"/>
                      <a:pt x="28724" y="21638"/>
                    </a:cubicBezTo>
                    <a:cubicBezTo>
                      <a:pt x="25815" y="19553"/>
                      <a:pt x="22344" y="18435"/>
                      <a:pt x="18815" y="18435"/>
                    </a:cubicBezTo>
                    <a:cubicBezTo>
                      <a:pt x="15632" y="18435"/>
                      <a:pt x="12399" y="19345"/>
                      <a:pt x="9490" y="21282"/>
                    </a:cubicBezTo>
                    <a:cubicBezTo>
                      <a:pt x="2520" y="25965"/>
                      <a:pt x="1" y="35101"/>
                      <a:pt x="3721" y="42677"/>
                    </a:cubicBezTo>
                    <a:cubicBezTo>
                      <a:pt x="6677" y="48755"/>
                      <a:pt x="12664" y="52191"/>
                      <a:pt x="18840" y="52191"/>
                    </a:cubicBezTo>
                    <a:cubicBezTo>
                      <a:pt x="21707" y="52191"/>
                      <a:pt x="24613" y="51450"/>
                      <a:pt x="27282" y="49890"/>
                    </a:cubicBezTo>
                    <a:cubicBezTo>
                      <a:pt x="33291" y="46525"/>
                      <a:pt x="36303" y="40151"/>
                      <a:pt x="35694" y="33659"/>
                    </a:cubicBezTo>
                    <a:cubicBezTo>
                      <a:pt x="35456" y="30534"/>
                      <a:pt x="37024" y="27407"/>
                      <a:pt x="39783" y="25852"/>
                    </a:cubicBezTo>
                    <a:cubicBezTo>
                      <a:pt x="41044" y="25114"/>
                      <a:pt x="42424" y="24748"/>
                      <a:pt x="43786" y="24748"/>
                    </a:cubicBezTo>
                    <a:cubicBezTo>
                      <a:pt x="45537" y="24748"/>
                      <a:pt x="47261" y="25356"/>
                      <a:pt x="48676" y="26573"/>
                    </a:cubicBezTo>
                    <a:cubicBezTo>
                      <a:pt x="52525" y="29572"/>
                      <a:pt x="57216" y="31255"/>
                      <a:pt x="62026" y="31255"/>
                    </a:cubicBezTo>
                    <a:lnTo>
                      <a:pt x="62026" y="10461"/>
                    </a:lnTo>
                    <a:close/>
                  </a:path>
                </a:pathLst>
              </a:custGeom>
              <a:solidFill>
                <a:srgbClr val="435D74"/>
              </a:solidFill>
              <a:ln>
                <a:noFill/>
              </a:ln>
            </p:spPr>
            <p:txBody>
              <a:bodyPr spcFirstLastPara="1" wrap="square" lIns="121900" tIns="121900" rIns="121900" bIns="121900" anchor="ctr" anchorCtr="0">
                <a:noAutofit/>
              </a:bodyPr>
              <a:lstStyle/>
              <a:p>
                <a:endParaRPr sz="2400"/>
              </a:p>
            </p:txBody>
          </p:sp>
          <p:sp>
            <p:nvSpPr>
              <p:cNvPr id="5214" name="Google Shape;5214;p63"/>
              <p:cNvSpPr/>
              <p:nvPr/>
            </p:nvSpPr>
            <p:spPr>
              <a:xfrm>
                <a:off x="2035235" y="2390779"/>
                <a:ext cx="331756" cy="277110"/>
              </a:xfrm>
              <a:custGeom>
                <a:avLst/>
                <a:gdLst/>
                <a:ahLst/>
                <a:cxnLst/>
                <a:rect l="l" t="t" r="r" b="b"/>
                <a:pathLst>
                  <a:path w="62507" h="52211" extrusionOk="0">
                    <a:moveTo>
                      <a:pt x="18030" y="1"/>
                    </a:moveTo>
                    <a:lnTo>
                      <a:pt x="0" y="10461"/>
                    </a:lnTo>
                    <a:lnTo>
                      <a:pt x="0" y="31253"/>
                    </a:lnTo>
                    <a:cubicBezTo>
                      <a:pt x="4807" y="31253"/>
                      <a:pt x="9489" y="29570"/>
                      <a:pt x="13222" y="26570"/>
                    </a:cubicBezTo>
                    <a:cubicBezTo>
                      <a:pt x="15722" y="24434"/>
                      <a:pt x="19307" y="24145"/>
                      <a:pt x="22118" y="25849"/>
                    </a:cubicBezTo>
                    <a:lnTo>
                      <a:pt x="22359" y="25965"/>
                    </a:lnTo>
                    <a:cubicBezTo>
                      <a:pt x="25003" y="27532"/>
                      <a:pt x="26560" y="30534"/>
                      <a:pt x="26204" y="33659"/>
                    </a:cubicBezTo>
                    <a:cubicBezTo>
                      <a:pt x="25599" y="40389"/>
                      <a:pt x="28964" y="47244"/>
                      <a:pt x="35578" y="50486"/>
                    </a:cubicBezTo>
                    <a:cubicBezTo>
                      <a:pt x="37877" y="51619"/>
                      <a:pt x="40405" y="52210"/>
                      <a:pt x="42968" y="52208"/>
                    </a:cubicBezTo>
                    <a:cubicBezTo>
                      <a:pt x="48435" y="52208"/>
                      <a:pt x="53755" y="49544"/>
                      <a:pt x="56978" y="44840"/>
                    </a:cubicBezTo>
                    <a:cubicBezTo>
                      <a:pt x="62506" y="36540"/>
                      <a:pt x="59862" y="25484"/>
                      <a:pt x="51447" y="20674"/>
                    </a:cubicBezTo>
                    <a:cubicBezTo>
                      <a:pt x="48774" y="19149"/>
                      <a:pt x="45855" y="18413"/>
                      <a:pt x="42983" y="18413"/>
                    </a:cubicBezTo>
                    <a:cubicBezTo>
                      <a:pt x="39520" y="18413"/>
                      <a:pt x="36121" y="19482"/>
                      <a:pt x="33290" y="21523"/>
                    </a:cubicBezTo>
                    <a:cubicBezTo>
                      <a:pt x="30671" y="23429"/>
                      <a:pt x="27161" y="23571"/>
                      <a:pt x="24397" y="21878"/>
                    </a:cubicBezTo>
                    <a:cubicBezTo>
                      <a:pt x="21510" y="20321"/>
                      <a:pt x="19955" y="17069"/>
                      <a:pt x="20549" y="13829"/>
                    </a:cubicBezTo>
                    <a:cubicBezTo>
                      <a:pt x="21272" y="9019"/>
                      <a:pt x="20433" y="4212"/>
                      <a:pt x="18030"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grpSp>
      </p:grpSp>
      <p:grpSp>
        <p:nvGrpSpPr>
          <p:cNvPr id="5215" name="Google Shape;5215;p63"/>
          <p:cNvGrpSpPr/>
          <p:nvPr/>
        </p:nvGrpSpPr>
        <p:grpSpPr>
          <a:xfrm>
            <a:off x="8424723" y="1562475"/>
            <a:ext cx="1756612" cy="912224"/>
            <a:chOff x="238125" y="999450"/>
            <a:chExt cx="7140700" cy="3708225"/>
          </a:xfrm>
        </p:grpSpPr>
        <p:sp>
          <p:nvSpPr>
            <p:cNvPr id="5216" name="Google Shape;5216;p63"/>
            <p:cNvSpPr/>
            <p:nvPr/>
          </p:nvSpPr>
          <p:spPr>
            <a:xfrm>
              <a:off x="2171975" y="3872925"/>
              <a:ext cx="7900" cy="25"/>
            </a:xfrm>
            <a:custGeom>
              <a:avLst/>
              <a:gdLst/>
              <a:ahLst/>
              <a:cxnLst/>
              <a:rect l="l" t="t" r="r" b="b"/>
              <a:pathLst>
                <a:path w="316" h="1" extrusionOk="0">
                  <a:moveTo>
                    <a:pt x="316" y="0"/>
                  </a:moveTo>
                  <a:lnTo>
                    <a:pt x="1" y="0"/>
                  </a:ln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5217" name="Google Shape;5217;p63"/>
            <p:cNvSpPr/>
            <p:nvPr/>
          </p:nvSpPr>
          <p:spPr>
            <a:xfrm>
              <a:off x="2180300" y="999450"/>
              <a:ext cx="3256350" cy="3708225"/>
            </a:xfrm>
            <a:custGeom>
              <a:avLst/>
              <a:gdLst/>
              <a:ahLst/>
              <a:cxnLst/>
              <a:rect l="l" t="t" r="r" b="b"/>
              <a:pathLst>
                <a:path w="130254" h="148329" extrusionOk="0">
                  <a:moveTo>
                    <a:pt x="130254" y="0"/>
                  </a:moveTo>
                  <a:cubicBezTo>
                    <a:pt x="90641" y="0"/>
                    <a:pt x="69506" y="34788"/>
                    <a:pt x="50871" y="65485"/>
                  </a:cubicBezTo>
                  <a:cubicBezTo>
                    <a:pt x="32725" y="95360"/>
                    <a:pt x="19404" y="114939"/>
                    <a:pt x="0" y="114939"/>
                  </a:cubicBezTo>
                  <a:cubicBezTo>
                    <a:pt x="9213" y="114939"/>
                    <a:pt x="16695" y="122421"/>
                    <a:pt x="16695" y="131634"/>
                  </a:cubicBezTo>
                  <a:cubicBezTo>
                    <a:pt x="16695" y="140846"/>
                    <a:pt x="9213" y="148328"/>
                    <a:pt x="0" y="148328"/>
                  </a:cubicBezTo>
                  <a:cubicBezTo>
                    <a:pt x="39630" y="148328"/>
                    <a:pt x="60765" y="113541"/>
                    <a:pt x="79400" y="82844"/>
                  </a:cubicBezTo>
                  <a:cubicBezTo>
                    <a:pt x="97528" y="52951"/>
                    <a:pt x="110867" y="33372"/>
                    <a:pt x="130254" y="33372"/>
                  </a:cubicBezTo>
                  <a:cubicBezTo>
                    <a:pt x="121041" y="33075"/>
                    <a:pt x="113804" y="25383"/>
                    <a:pt x="114083" y="16170"/>
                  </a:cubicBezTo>
                  <a:cubicBezTo>
                    <a:pt x="114346" y="7360"/>
                    <a:pt x="121425" y="280"/>
                    <a:pt x="130254"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5218" name="Google Shape;5218;p63"/>
            <p:cNvSpPr/>
            <p:nvPr/>
          </p:nvSpPr>
          <p:spPr>
            <a:xfrm>
              <a:off x="238125" y="2853750"/>
              <a:ext cx="2358675" cy="1853475"/>
            </a:xfrm>
            <a:custGeom>
              <a:avLst/>
              <a:gdLst/>
              <a:ahLst/>
              <a:cxnLst/>
              <a:rect l="l" t="t" r="r" b="b"/>
              <a:pathLst>
                <a:path w="94347" h="74139" extrusionOk="0">
                  <a:moveTo>
                    <a:pt x="33354" y="1"/>
                  </a:moveTo>
                  <a:cubicBezTo>
                    <a:pt x="33354" y="9196"/>
                    <a:pt x="25872" y="16661"/>
                    <a:pt x="16642" y="16661"/>
                  </a:cubicBezTo>
                  <a:cubicBezTo>
                    <a:pt x="7482" y="16661"/>
                    <a:pt x="0" y="9196"/>
                    <a:pt x="0" y="1"/>
                  </a:cubicBezTo>
                  <a:lnTo>
                    <a:pt x="0" y="1"/>
                  </a:lnTo>
                  <a:cubicBezTo>
                    <a:pt x="0" y="40872"/>
                    <a:pt x="34858" y="74139"/>
                    <a:pt x="77670" y="74139"/>
                  </a:cubicBezTo>
                  <a:cubicBezTo>
                    <a:pt x="86882" y="74139"/>
                    <a:pt x="94347" y="66657"/>
                    <a:pt x="94347" y="57444"/>
                  </a:cubicBezTo>
                  <a:cubicBezTo>
                    <a:pt x="94347" y="48214"/>
                    <a:pt x="86882" y="40767"/>
                    <a:pt x="77670" y="40767"/>
                  </a:cubicBezTo>
                  <a:lnTo>
                    <a:pt x="77355" y="40767"/>
                  </a:lnTo>
                  <a:cubicBezTo>
                    <a:pt x="53073" y="40610"/>
                    <a:pt x="33354" y="22394"/>
                    <a:pt x="33354"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5219" name="Google Shape;5219;p63"/>
            <p:cNvSpPr/>
            <p:nvPr/>
          </p:nvSpPr>
          <p:spPr>
            <a:xfrm>
              <a:off x="238125" y="999450"/>
              <a:ext cx="1942200" cy="2270400"/>
            </a:xfrm>
            <a:custGeom>
              <a:avLst/>
              <a:gdLst/>
              <a:ahLst/>
              <a:cxnLst/>
              <a:rect l="l" t="t" r="r" b="b"/>
              <a:pathLst>
                <a:path w="77688" h="90816" extrusionOk="0">
                  <a:moveTo>
                    <a:pt x="77687" y="0"/>
                  </a:moveTo>
                  <a:cubicBezTo>
                    <a:pt x="34858" y="0"/>
                    <a:pt x="0" y="33249"/>
                    <a:pt x="0" y="74138"/>
                  </a:cubicBezTo>
                  <a:cubicBezTo>
                    <a:pt x="0" y="83368"/>
                    <a:pt x="7482" y="90815"/>
                    <a:pt x="16695" y="90815"/>
                  </a:cubicBezTo>
                  <a:cubicBezTo>
                    <a:pt x="25925" y="90815"/>
                    <a:pt x="33372" y="83351"/>
                    <a:pt x="33389" y="74138"/>
                  </a:cubicBezTo>
                  <a:lnTo>
                    <a:pt x="33389" y="74120"/>
                  </a:lnTo>
                  <a:cubicBezTo>
                    <a:pt x="33389" y="51654"/>
                    <a:pt x="53222" y="33378"/>
                    <a:pt x="77639" y="33354"/>
                  </a:cubicBezTo>
                  <a:lnTo>
                    <a:pt x="77639" y="33354"/>
                  </a:lnTo>
                  <a:cubicBezTo>
                    <a:pt x="77644" y="33354"/>
                    <a:pt x="77650" y="33354"/>
                    <a:pt x="77655" y="33354"/>
                  </a:cubicBezTo>
                  <a:cubicBezTo>
                    <a:pt x="77666" y="33354"/>
                    <a:pt x="77676" y="33354"/>
                    <a:pt x="77687" y="33354"/>
                  </a:cubicBezTo>
                  <a:cubicBezTo>
                    <a:pt x="77671" y="33354"/>
                    <a:pt x="77655" y="33354"/>
                    <a:pt x="77639" y="33354"/>
                  </a:cubicBezTo>
                  <a:lnTo>
                    <a:pt x="77639" y="33354"/>
                  </a:lnTo>
                  <a:cubicBezTo>
                    <a:pt x="68431" y="33346"/>
                    <a:pt x="60992" y="25874"/>
                    <a:pt x="60992" y="16695"/>
                  </a:cubicBezTo>
                  <a:cubicBezTo>
                    <a:pt x="60992" y="7482"/>
                    <a:pt x="68457" y="0"/>
                    <a:pt x="77687" y="0"/>
                  </a:cubicBezTo>
                  <a:close/>
                </a:path>
              </a:pathLst>
            </a:custGeom>
            <a:solidFill>
              <a:srgbClr val="445D73"/>
            </a:solidFill>
            <a:ln>
              <a:noFill/>
            </a:ln>
          </p:spPr>
          <p:txBody>
            <a:bodyPr spcFirstLastPara="1" wrap="square" lIns="121900" tIns="121900" rIns="121900" bIns="121900" anchor="ctr" anchorCtr="0">
              <a:noAutofit/>
            </a:bodyPr>
            <a:lstStyle/>
            <a:p>
              <a:endParaRPr sz="2400"/>
            </a:p>
          </p:txBody>
        </p:sp>
        <p:sp>
          <p:nvSpPr>
            <p:cNvPr id="5220" name="Google Shape;5220;p63"/>
            <p:cNvSpPr/>
            <p:nvPr/>
          </p:nvSpPr>
          <p:spPr>
            <a:xfrm>
              <a:off x="3808250" y="2852875"/>
              <a:ext cx="25" cy="25"/>
            </a:xfrm>
            <a:custGeom>
              <a:avLst/>
              <a:gdLst/>
              <a:ahLst/>
              <a:cxnLst/>
              <a:rect l="l" t="t" r="r" b="b"/>
              <a:pathLst>
                <a:path w="1" h="1" extrusionOk="0">
                  <a:moveTo>
                    <a:pt x="0" y="1"/>
                  </a:moveTo>
                  <a:close/>
                </a:path>
              </a:pathLst>
            </a:custGeom>
            <a:solidFill>
              <a:srgbClr val="DB634B"/>
            </a:solidFill>
            <a:ln>
              <a:noFill/>
            </a:ln>
          </p:spPr>
          <p:txBody>
            <a:bodyPr spcFirstLastPara="1" wrap="square" lIns="121900" tIns="121900" rIns="121900" bIns="121900" anchor="ctr" anchorCtr="0">
              <a:noAutofit/>
            </a:bodyPr>
            <a:lstStyle/>
            <a:p>
              <a:endParaRPr sz="2400"/>
            </a:p>
          </p:txBody>
        </p:sp>
        <p:sp>
          <p:nvSpPr>
            <p:cNvPr id="5221" name="Google Shape;5221;p63"/>
            <p:cNvSpPr/>
            <p:nvPr/>
          </p:nvSpPr>
          <p:spPr>
            <a:xfrm>
              <a:off x="1762475" y="999450"/>
              <a:ext cx="2386250" cy="2044875"/>
            </a:xfrm>
            <a:custGeom>
              <a:avLst/>
              <a:gdLst/>
              <a:ahLst/>
              <a:cxnLst/>
              <a:rect l="l" t="t" r="r" b="b"/>
              <a:pathLst>
                <a:path w="95450" h="81795" extrusionOk="0">
                  <a:moveTo>
                    <a:pt x="16696" y="0"/>
                  </a:moveTo>
                  <a:cubicBezTo>
                    <a:pt x="7465" y="0"/>
                    <a:pt x="1" y="7482"/>
                    <a:pt x="1" y="16695"/>
                  </a:cubicBezTo>
                  <a:cubicBezTo>
                    <a:pt x="1" y="25925"/>
                    <a:pt x="7465" y="33389"/>
                    <a:pt x="16696" y="33389"/>
                  </a:cubicBezTo>
                  <a:cubicBezTo>
                    <a:pt x="36030" y="33389"/>
                    <a:pt x="49473" y="53038"/>
                    <a:pt x="66325" y="80781"/>
                  </a:cubicBezTo>
                  <a:cubicBezTo>
                    <a:pt x="66552" y="81130"/>
                    <a:pt x="66762" y="81463"/>
                    <a:pt x="67007" y="81795"/>
                  </a:cubicBezTo>
                  <a:cubicBezTo>
                    <a:pt x="63021" y="74086"/>
                    <a:pt x="65643" y="64471"/>
                    <a:pt x="73178" y="59891"/>
                  </a:cubicBezTo>
                  <a:cubicBezTo>
                    <a:pt x="75886" y="58251"/>
                    <a:pt x="78874" y="57469"/>
                    <a:pt x="81824" y="57469"/>
                  </a:cubicBezTo>
                  <a:cubicBezTo>
                    <a:pt x="87083" y="57469"/>
                    <a:pt x="92224" y="59953"/>
                    <a:pt x="95449" y="64488"/>
                  </a:cubicBezTo>
                  <a:cubicBezTo>
                    <a:pt x="95274" y="64139"/>
                    <a:pt x="95064" y="63789"/>
                    <a:pt x="94855" y="63439"/>
                  </a:cubicBezTo>
                  <a:cubicBezTo>
                    <a:pt x="77653" y="35190"/>
                    <a:pt x="56291" y="0"/>
                    <a:pt x="16696" y="0"/>
                  </a:cubicBezTo>
                  <a:close/>
                </a:path>
              </a:pathLst>
            </a:custGeom>
            <a:solidFill>
              <a:srgbClr val="213B55"/>
            </a:solidFill>
            <a:ln>
              <a:noFill/>
            </a:ln>
          </p:spPr>
          <p:txBody>
            <a:bodyPr spcFirstLastPara="1" wrap="square" lIns="121900" tIns="121900" rIns="121900" bIns="121900" anchor="ctr" anchorCtr="0">
              <a:noAutofit/>
            </a:bodyPr>
            <a:lstStyle/>
            <a:p>
              <a:endParaRPr sz="2400"/>
            </a:p>
          </p:txBody>
        </p:sp>
        <p:sp>
          <p:nvSpPr>
            <p:cNvPr id="5222" name="Google Shape;5222;p63"/>
            <p:cNvSpPr/>
            <p:nvPr/>
          </p:nvSpPr>
          <p:spPr>
            <a:xfrm>
              <a:off x="3338000" y="2435975"/>
              <a:ext cx="2101275" cy="2271250"/>
            </a:xfrm>
            <a:custGeom>
              <a:avLst/>
              <a:gdLst/>
              <a:ahLst/>
              <a:cxnLst/>
              <a:rect l="l" t="t" r="r" b="b"/>
              <a:pathLst>
                <a:path w="84051" h="90850" extrusionOk="0">
                  <a:moveTo>
                    <a:pt x="84011" y="57465"/>
                  </a:moveTo>
                  <a:cubicBezTo>
                    <a:pt x="83994" y="57465"/>
                    <a:pt x="83972" y="57469"/>
                    <a:pt x="83946" y="57478"/>
                  </a:cubicBezTo>
                  <a:lnTo>
                    <a:pt x="84050" y="57478"/>
                  </a:lnTo>
                  <a:cubicBezTo>
                    <a:pt x="84042" y="57469"/>
                    <a:pt x="84029" y="57465"/>
                    <a:pt x="84011" y="57465"/>
                  </a:cubicBezTo>
                  <a:close/>
                  <a:moveTo>
                    <a:pt x="18801" y="0"/>
                  </a:moveTo>
                  <a:cubicBezTo>
                    <a:pt x="15851" y="0"/>
                    <a:pt x="12864" y="784"/>
                    <a:pt x="10157" y="2430"/>
                  </a:cubicBezTo>
                  <a:cubicBezTo>
                    <a:pt x="2622" y="7027"/>
                    <a:pt x="0" y="16625"/>
                    <a:pt x="3986" y="24334"/>
                  </a:cubicBezTo>
                  <a:cubicBezTo>
                    <a:pt x="4161" y="24683"/>
                    <a:pt x="4370" y="25033"/>
                    <a:pt x="4563" y="25348"/>
                  </a:cubicBezTo>
                  <a:cubicBezTo>
                    <a:pt x="23198" y="56062"/>
                    <a:pt x="44333" y="90850"/>
                    <a:pt x="83963" y="90850"/>
                  </a:cubicBezTo>
                  <a:cubicBezTo>
                    <a:pt x="74750" y="90850"/>
                    <a:pt x="67268" y="83368"/>
                    <a:pt x="67268" y="74155"/>
                  </a:cubicBezTo>
                  <a:cubicBezTo>
                    <a:pt x="67268" y="64925"/>
                    <a:pt x="74750" y="57478"/>
                    <a:pt x="83946" y="57478"/>
                  </a:cubicBezTo>
                  <a:cubicBezTo>
                    <a:pt x="64541" y="57478"/>
                    <a:pt x="51220" y="37899"/>
                    <a:pt x="33075" y="8024"/>
                  </a:cubicBezTo>
                  <a:cubicBezTo>
                    <a:pt x="32865" y="7674"/>
                    <a:pt x="32638" y="7342"/>
                    <a:pt x="32428" y="7027"/>
                  </a:cubicBezTo>
                  <a:cubicBezTo>
                    <a:pt x="29202" y="2491"/>
                    <a:pt x="24061" y="0"/>
                    <a:pt x="18801" y="0"/>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5223" name="Google Shape;5223;p63"/>
            <p:cNvSpPr/>
            <p:nvPr/>
          </p:nvSpPr>
          <p:spPr>
            <a:xfrm>
              <a:off x="5019250" y="2852875"/>
              <a:ext cx="2359150" cy="1854350"/>
            </a:xfrm>
            <a:custGeom>
              <a:avLst/>
              <a:gdLst/>
              <a:ahLst/>
              <a:cxnLst/>
              <a:rect l="l" t="t" r="r" b="b"/>
              <a:pathLst>
                <a:path w="94366" h="74174" extrusionOk="0">
                  <a:moveTo>
                    <a:pt x="94365" y="18"/>
                  </a:moveTo>
                  <a:cubicBezTo>
                    <a:pt x="94365" y="47"/>
                    <a:pt x="94365" y="76"/>
                    <a:pt x="94365" y="105"/>
                  </a:cubicBezTo>
                  <a:lnTo>
                    <a:pt x="94365" y="105"/>
                  </a:lnTo>
                  <a:cubicBezTo>
                    <a:pt x="94365" y="76"/>
                    <a:pt x="94365" y="47"/>
                    <a:pt x="94365" y="18"/>
                  </a:cubicBezTo>
                  <a:close/>
                  <a:moveTo>
                    <a:pt x="60993" y="1"/>
                  </a:moveTo>
                  <a:cubicBezTo>
                    <a:pt x="60993" y="22447"/>
                    <a:pt x="41187" y="40715"/>
                    <a:pt x="16800" y="40785"/>
                  </a:cubicBezTo>
                  <a:lnTo>
                    <a:pt x="16696" y="40785"/>
                  </a:lnTo>
                  <a:cubicBezTo>
                    <a:pt x="7465" y="40785"/>
                    <a:pt x="1" y="48249"/>
                    <a:pt x="1" y="57479"/>
                  </a:cubicBezTo>
                  <a:cubicBezTo>
                    <a:pt x="1" y="66692"/>
                    <a:pt x="7483" y="74174"/>
                    <a:pt x="16696" y="74174"/>
                  </a:cubicBezTo>
                  <a:cubicBezTo>
                    <a:pt x="59495" y="74174"/>
                    <a:pt x="94316" y="40954"/>
                    <a:pt x="94365" y="105"/>
                  </a:cubicBezTo>
                  <a:lnTo>
                    <a:pt x="94365" y="105"/>
                  </a:lnTo>
                  <a:cubicBezTo>
                    <a:pt x="94336" y="9278"/>
                    <a:pt x="86872" y="16696"/>
                    <a:pt x="77688" y="16696"/>
                  </a:cubicBezTo>
                  <a:cubicBezTo>
                    <a:pt x="68458" y="16696"/>
                    <a:pt x="60993" y="9231"/>
                    <a:pt x="6099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224" name="Google Shape;5224;p63"/>
            <p:cNvSpPr/>
            <p:nvPr/>
          </p:nvSpPr>
          <p:spPr>
            <a:xfrm>
              <a:off x="5025375" y="999450"/>
              <a:ext cx="2353450" cy="2270825"/>
            </a:xfrm>
            <a:custGeom>
              <a:avLst/>
              <a:gdLst/>
              <a:ahLst/>
              <a:cxnLst/>
              <a:rect l="l" t="t" r="r" b="b"/>
              <a:pathLst>
                <a:path w="94138" h="90833" extrusionOk="0">
                  <a:moveTo>
                    <a:pt x="16451" y="0"/>
                  </a:moveTo>
                  <a:cubicBezTo>
                    <a:pt x="7640" y="280"/>
                    <a:pt x="560" y="7360"/>
                    <a:pt x="280" y="16170"/>
                  </a:cubicBezTo>
                  <a:cubicBezTo>
                    <a:pt x="1" y="25400"/>
                    <a:pt x="7238" y="33092"/>
                    <a:pt x="16451" y="33372"/>
                  </a:cubicBezTo>
                  <a:lnTo>
                    <a:pt x="16520" y="33372"/>
                  </a:lnTo>
                  <a:cubicBezTo>
                    <a:pt x="40907" y="33389"/>
                    <a:pt x="60748" y="51675"/>
                    <a:pt x="60748" y="74138"/>
                  </a:cubicBezTo>
                  <a:cubicBezTo>
                    <a:pt x="60748" y="83368"/>
                    <a:pt x="68213" y="90833"/>
                    <a:pt x="77443" y="90833"/>
                  </a:cubicBezTo>
                  <a:cubicBezTo>
                    <a:pt x="86656" y="90833"/>
                    <a:pt x="94138" y="83368"/>
                    <a:pt x="94138" y="74138"/>
                  </a:cubicBezTo>
                  <a:cubicBezTo>
                    <a:pt x="94138" y="33249"/>
                    <a:pt x="59280" y="0"/>
                    <a:pt x="16451"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sp>
        <p:nvSpPr>
          <p:cNvPr id="403" name="Dikdörtgen 402"/>
          <p:cNvSpPr/>
          <p:nvPr/>
        </p:nvSpPr>
        <p:spPr>
          <a:xfrm>
            <a:off x="-27447" y="-9813"/>
            <a:ext cx="10911016" cy="1077218"/>
          </a:xfrm>
          <a:prstGeom prst="rect">
            <a:avLst/>
          </a:prstGeom>
        </p:spPr>
        <p:txBody>
          <a:bodyPr wrap="square">
            <a:spAutoFit/>
          </a:bodyPr>
          <a:lstStyle/>
          <a:p>
            <a:pPr fontAlgn="ctr">
              <a:defRPr/>
            </a:pPr>
            <a:r>
              <a:rPr lang="tr-TR" sz="3200" b="1" noProof="1">
                <a:cs typeface="Helvetica" panose="020B0604020202020204" pitchFamily="34" charset="0"/>
                <a:sym typeface="Flama Ziraat Medium" charset="0"/>
              </a:rPr>
              <a:t>Sunumlarda Kullanılabilecek Çeşitli Şekiller</a:t>
            </a:r>
          </a:p>
          <a:p>
            <a:pPr fontAlgn="ctr">
              <a:defRPr/>
            </a:pPr>
            <a:r>
              <a:rPr lang="tr-TR" sz="3200" b="1" i="1" noProof="1">
                <a:solidFill>
                  <a:srgbClr val="C00000"/>
                </a:solidFill>
                <a:cs typeface="Helvetica" panose="020B0604020202020204" pitchFamily="34" charset="0"/>
                <a:sym typeface="Flama Ziraat Medium" charset="0"/>
              </a:rPr>
              <a:t>Hepsi Farklı Renklerde Boyanabilir ya da Değiştirilebilirdir…</a:t>
            </a:r>
          </a:p>
        </p:txBody>
      </p:sp>
    </p:spTree>
    <p:extLst>
      <p:ext uri="{BB962C8B-B14F-4D97-AF65-F5344CB8AC3E}">
        <p14:creationId xmlns:p14="http://schemas.microsoft.com/office/powerpoint/2010/main" val="3623764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228"/>
        <p:cNvGrpSpPr/>
        <p:nvPr/>
      </p:nvGrpSpPr>
      <p:grpSpPr>
        <a:xfrm>
          <a:off x="0" y="0"/>
          <a:ext cx="0" cy="0"/>
          <a:chOff x="0" y="0"/>
          <a:chExt cx="0" cy="0"/>
        </a:xfrm>
      </p:grpSpPr>
      <p:grpSp>
        <p:nvGrpSpPr>
          <p:cNvPr id="5229" name="Google Shape;5229;p64"/>
          <p:cNvGrpSpPr/>
          <p:nvPr/>
        </p:nvGrpSpPr>
        <p:grpSpPr>
          <a:xfrm>
            <a:off x="972318" y="1572887"/>
            <a:ext cx="2181489" cy="2034859"/>
            <a:chOff x="729238" y="1179665"/>
            <a:chExt cx="1636117" cy="1526144"/>
          </a:xfrm>
        </p:grpSpPr>
        <p:grpSp>
          <p:nvGrpSpPr>
            <p:cNvPr id="5230" name="Google Shape;5230;p64"/>
            <p:cNvGrpSpPr/>
            <p:nvPr/>
          </p:nvGrpSpPr>
          <p:grpSpPr>
            <a:xfrm>
              <a:off x="729238" y="1179665"/>
              <a:ext cx="80700" cy="1526144"/>
              <a:chOff x="729238" y="1179665"/>
              <a:chExt cx="80700" cy="1526144"/>
            </a:xfrm>
          </p:grpSpPr>
          <p:sp>
            <p:nvSpPr>
              <p:cNvPr id="5231" name="Google Shape;5231;p64"/>
              <p:cNvSpPr/>
              <p:nvPr/>
            </p:nvSpPr>
            <p:spPr>
              <a:xfrm>
                <a:off x="729238" y="1179665"/>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32" name="Google Shape;5232;p64"/>
              <p:cNvSpPr/>
              <p:nvPr/>
            </p:nvSpPr>
            <p:spPr>
              <a:xfrm>
                <a:off x="729238" y="1340360"/>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33" name="Google Shape;5233;p64"/>
              <p:cNvSpPr/>
              <p:nvPr/>
            </p:nvSpPr>
            <p:spPr>
              <a:xfrm>
                <a:off x="729238" y="1501056"/>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34" name="Google Shape;5234;p64"/>
              <p:cNvSpPr/>
              <p:nvPr/>
            </p:nvSpPr>
            <p:spPr>
              <a:xfrm>
                <a:off x="729238" y="1661752"/>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35" name="Google Shape;5235;p64"/>
              <p:cNvSpPr/>
              <p:nvPr/>
            </p:nvSpPr>
            <p:spPr>
              <a:xfrm>
                <a:off x="729238" y="1821630"/>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236" name="Google Shape;5236;p64"/>
              <p:cNvSpPr/>
              <p:nvPr/>
            </p:nvSpPr>
            <p:spPr>
              <a:xfrm>
                <a:off x="729238" y="1982326"/>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237" name="Google Shape;5237;p64"/>
              <p:cNvSpPr/>
              <p:nvPr/>
            </p:nvSpPr>
            <p:spPr>
              <a:xfrm>
                <a:off x="729238" y="2143022"/>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238" name="Google Shape;5238;p64"/>
              <p:cNvSpPr/>
              <p:nvPr/>
            </p:nvSpPr>
            <p:spPr>
              <a:xfrm>
                <a:off x="729238" y="2303717"/>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239" name="Google Shape;5239;p64"/>
              <p:cNvSpPr/>
              <p:nvPr/>
            </p:nvSpPr>
            <p:spPr>
              <a:xfrm>
                <a:off x="729238" y="2464413"/>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240" name="Google Shape;5240;p64"/>
              <p:cNvSpPr/>
              <p:nvPr/>
            </p:nvSpPr>
            <p:spPr>
              <a:xfrm>
                <a:off x="729238" y="2625109"/>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grpSp>
        <p:grpSp>
          <p:nvGrpSpPr>
            <p:cNvPr id="5241" name="Google Shape;5241;p64"/>
            <p:cNvGrpSpPr/>
            <p:nvPr/>
          </p:nvGrpSpPr>
          <p:grpSpPr>
            <a:xfrm>
              <a:off x="903098" y="1179665"/>
              <a:ext cx="80700" cy="1526144"/>
              <a:chOff x="903098" y="1179665"/>
              <a:chExt cx="80700" cy="1526144"/>
            </a:xfrm>
          </p:grpSpPr>
          <p:sp>
            <p:nvSpPr>
              <p:cNvPr id="5242" name="Google Shape;5242;p64"/>
              <p:cNvSpPr/>
              <p:nvPr/>
            </p:nvSpPr>
            <p:spPr>
              <a:xfrm>
                <a:off x="903098" y="1179665"/>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43" name="Google Shape;5243;p64"/>
              <p:cNvSpPr/>
              <p:nvPr/>
            </p:nvSpPr>
            <p:spPr>
              <a:xfrm>
                <a:off x="903098" y="1340360"/>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44" name="Google Shape;5244;p64"/>
              <p:cNvSpPr/>
              <p:nvPr/>
            </p:nvSpPr>
            <p:spPr>
              <a:xfrm>
                <a:off x="903098" y="1501056"/>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45" name="Google Shape;5245;p64"/>
              <p:cNvSpPr/>
              <p:nvPr/>
            </p:nvSpPr>
            <p:spPr>
              <a:xfrm>
                <a:off x="903098" y="1661752"/>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46" name="Google Shape;5246;p64"/>
              <p:cNvSpPr/>
              <p:nvPr/>
            </p:nvSpPr>
            <p:spPr>
              <a:xfrm>
                <a:off x="903098" y="1821630"/>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47" name="Google Shape;5247;p64"/>
              <p:cNvSpPr/>
              <p:nvPr/>
            </p:nvSpPr>
            <p:spPr>
              <a:xfrm>
                <a:off x="903098" y="1982326"/>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48" name="Google Shape;5248;p64"/>
              <p:cNvSpPr/>
              <p:nvPr/>
            </p:nvSpPr>
            <p:spPr>
              <a:xfrm>
                <a:off x="903098" y="2143022"/>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249" name="Google Shape;5249;p64"/>
              <p:cNvSpPr/>
              <p:nvPr/>
            </p:nvSpPr>
            <p:spPr>
              <a:xfrm>
                <a:off x="903098" y="2303717"/>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250" name="Google Shape;5250;p64"/>
              <p:cNvSpPr/>
              <p:nvPr/>
            </p:nvSpPr>
            <p:spPr>
              <a:xfrm>
                <a:off x="903098" y="2464413"/>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251" name="Google Shape;5251;p64"/>
              <p:cNvSpPr/>
              <p:nvPr/>
            </p:nvSpPr>
            <p:spPr>
              <a:xfrm>
                <a:off x="903098" y="2625109"/>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grpSp>
        <p:grpSp>
          <p:nvGrpSpPr>
            <p:cNvPr id="5252" name="Google Shape;5252;p64"/>
            <p:cNvGrpSpPr/>
            <p:nvPr/>
          </p:nvGrpSpPr>
          <p:grpSpPr>
            <a:xfrm>
              <a:off x="1076958" y="1179665"/>
              <a:ext cx="80700" cy="1526144"/>
              <a:chOff x="1076958" y="1179665"/>
              <a:chExt cx="80700" cy="1526144"/>
            </a:xfrm>
          </p:grpSpPr>
          <p:sp>
            <p:nvSpPr>
              <p:cNvPr id="5253" name="Google Shape;5253;p64"/>
              <p:cNvSpPr/>
              <p:nvPr/>
            </p:nvSpPr>
            <p:spPr>
              <a:xfrm>
                <a:off x="1076958" y="1179665"/>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54" name="Google Shape;5254;p64"/>
              <p:cNvSpPr/>
              <p:nvPr/>
            </p:nvSpPr>
            <p:spPr>
              <a:xfrm>
                <a:off x="1076958" y="1340360"/>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55" name="Google Shape;5255;p64"/>
              <p:cNvSpPr/>
              <p:nvPr/>
            </p:nvSpPr>
            <p:spPr>
              <a:xfrm>
                <a:off x="1076958" y="1501056"/>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56" name="Google Shape;5256;p64"/>
              <p:cNvSpPr/>
              <p:nvPr/>
            </p:nvSpPr>
            <p:spPr>
              <a:xfrm>
                <a:off x="1076958" y="1661752"/>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57" name="Google Shape;5257;p64"/>
              <p:cNvSpPr/>
              <p:nvPr/>
            </p:nvSpPr>
            <p:spPr>
              <a:xfrm>
                <a:off x="1076958" y="1821630"/>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58" name="Google Shape;5258;p64"/>
              <p:cNvSpPr/>
              <p:nvPr/>
            </p:nvSpPr>
            <p:spPr>
              <a:xfrm>
                <a:off x="1076958" y="1982326"/>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59" name="Google Shape;5259;p64"/>
              <p:cNvSpPr/>
              <p:nvPr/>
            </p:nvSpPr>
            <p:spPr>
              <a:xfrm>
                <a:off x="1076958" y="2143022"/>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60" name="Google Shape;5260;p64"/>
              <p:cNvSpPr/>
              <p:nvPr/>
            </p:nvSpPr>
            <p:spPr>
              <a:xfrm>
                <a:off x="1076958" y="2303717"/>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261" name="Google Shape;5261;p64"/>
              <p:cNvSpPr/>
              <p:nvPr/>
            </p:nvSpPr>
            <p:spPr>
              <a:xfrm>
                <a:off x="1076958" y="2464413"/>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262" name="Google Shape;5262;p64"/>
              <p:cNvSpPr/>
              <p:nvPr/>
            </p:nvSpPr>
            <p:spPr>
              <a:xfrm>
                <a:off x="1076958" y="2625109"/>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grpSp>
        <p:grpSp>
          <p:nvGrpSpPr>
            <p:cNvPr id="5263" name="Google Shape;5263;p64"/>
            <p:cNvGrpSpPr/>
            <p:nvPr/>
          </p:nvGrpSpPr>
          <p:grpSpPr>
            <a:xfrm>
              <a:off x="1247707" y="1179665"/>
              <a:ext cx="80700" cy="1526144"/>
              <a:chOff x="1247707" y="1179665"/>
              <a:chExt cx="80700" cy="1526144"/>
            </a:xfrm>
          </p:grpSpPr>
          <p:sp>
            <p:nvSpPr>
              <p:cNvPr id="5264" name="Google Shape;5264;p64"/>
              <p:cNvSpPr/>
              <p:nvPr/>
            </p:nvSpPr>
            <p:spPr>
              <a:xfrm>
                <a:off x="1247707" y="1179665"/>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65" name="Google Shape;5265;p64"/>
              <p:cNvSpPr/>
              <p:nvPr/>
            </p:nvSpPr>
            <p:spPr>
              <a:xfrm>
                <a:off x="1247707" y="1340360"/>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66" name="Google Shape;5266;p64"/>
              <p:cNvSpPr/>
              <p:nvPr/>
            </p:nvSpPr>
            <p:spPr>
              <a:xfrm>
                <a:off x="1247707" y="1501056"/>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67" name="Google Shape;5267;p64"/>
              <p:cNvSpPr/>
              <p:nvPr/>
            </p:nvSpPr>
            <p:spPr>
              <a:xfrm>
                <a:off x="1247707" y="1661752"/>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268" name="Google Shape;5268;p64"/>
              <p:cNvSpPr/>
              <p:nvPr/>
            </p:nvSpPr>
            <p:spPr>
              <a:xfrm>
                <a:off x="1247707" y="1821630"/>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269" name="Google Shape;5269;p64"/>
              <p:cNvSpPr/>
              <p:nvPr/>
            </p:nvSpPr>
            <p:spPr>
              <a:xfrm>
                <a:off x="1247707" y="1982326"/>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270" name="Google Shape;5270;p64"/>
              <p:cNvSpPr/>
              <p:nvPr/>
            </p:nvSpPr>
            <p:spPr>
              <a:xfrm>
                <a:off x="1247707" y="2143022"/>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271" name="Google Shape;5271;p64"/>
              <p:cNvSpPr/>
              <p:nvPr/>
            </p:nvSpPr>
            <p:spPr>
              <a:xfrm>
                <a:off x="1247707" y="2303717"/>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272" name="Google Shape;5272;p64"/>
              <p:cNvSpPr/>
              <p:nvPr/>
            </p:nvSpPr>
            <p:spPr>
              <a:xfrm>
                <a:off x="1247707" y="2464413"/>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273" name="Google Shape;5273;p64"/>
              <p:cNvSpPr/>
              <p:nvPr/>
            </p:nvSpPr>
            <p:spPr>
              <a:xfrm>
                <a:off x="1247707" y="2625109"/>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grpSp>
        <p:grpSp>
          <p:nvGrpSpPr>
            <p:cNvPr id="5274" name="Google Shape;5274;p64"/>
            <p:cNvGrpSpPr/>
            <p:nvPr/>
          </p:nvGrpSpPr>
          <p:grpSpPr>
            <a:xfrm>
              <a:off x="1421567" y="1179665"/>
              <a:ext cx="80700" cy="1526144"/>
              <a:chOff x="1421567" y="1179665"/>
              <a:chExt cx="80700" cy="1526144"/>
            </a:xfrm>
          </p:grpSpPr>
          <p:sp>
            <p:nvSpPr>
              <p:cNvPr id="5275" name="Google Shape;5275;p64"/>
              <p:cNvSpPr/>
              <p:nvPr/>
            </p:nvSpPr>
            <p:spPr>
              <a:xfrm>
                <a:off x="1421567" y="1179665"/>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76" name="Google Shape;5276;p64"/>
              <p:cNvSpPr/>
              <p:nvPr/>
            </p:nvSpPr>
            <p:spPr>
              <a:xfrm>
                <a:off x="1421567" y="1340360"/>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77" name="Google Shape;5277;p64"/>
              <p:cNvSpPr/>
              <p:nvPr/>
            </p:nvSpPr>
            <p:spPr>
              <a:xfrm>
                <a:off x="1421567" y="1501056"/>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78" name="Google Shape;5278;p64"/>
              <p:cNvSpPr/>
              <p:nvPr/>
            </p:nvSpPr>
            <p:spPr>
              <a:xfrm>
                <a:off x="1421567" y="1661752"/>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79" name="Google Shape;5279;p64"/>
              <p:cNvSpPr/>
              <p:nvPr/>
            </p:nvSpPr>
            <p:spPr>
              <a:xfrm>
                <a:off x="1421567" y="1821630"/>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80" name="Google Shape;5280;p64"/>
              <p:cNvSpPr/>
              <p:nvPr/>
            </p:nvSpPr>
            <p:spPr>
              <a:xfrm>
                <a:off x="1421567" y="1982326"/>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81" name="Google Shape;5281;p64"/>
              <p:cNvSpPr/>
              <p:nvPr/>
            </p:nvSpPr>
            <p:spPr>
              <a:xfrm>
                <a:off x="1421567" y="2143022"/>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82" name="Google Shape;5282;p64"/>
              <p:cNvSpPr/>
              <p:nvPr/>
            </p:nvSpPr>
            <p:spPr>
              <a:xfrm>
                <a:off x="1421567" y="2303717"/>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83" name="Google Shape;5283;p64"/>
              <p:cNvSpPr/>
              <p:nvPr/>
            </p:nvSpPr>
            <p:spPr>
              <a:xfrm>
                <a:off x="1421567" y="2464413"/>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284" name="Google Shape;5284;p64"/>
              <p:cNvSpPr/>
              <p:nvPr/>
            </p:nvSpPr>
            <p:spPr>
              <a:xfrm>
                <a:off x="1421567" y="2625109"/>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grpSp>
        <p:grpSp>
          <p:nvGrpSpPr>
            <p:cNvPr id="5285" name="Google Shape;5285;p64"/>
            <p:cNvGrpSpPr/>
            <p:nvPr/>
          </p:nvGrpSpPr>
          <p:grpSpPr>
            <a:xfrm>
              <a:off x="1592327" y="1179665"/>
              <a:ext cx="80700" cy="1526144"/>
              <a:chOff x="1592327" y="1179665"/>
              <a:chExt cx="80700" cy="1526144"/>
            </a:xfrm>
          </p:grpSpPr>
          <p:sp>
            <p:nvSpPr>
              <p:cNvPr id="5286" name="Google Shape;5286;p64"/>
              <p:cNvSpPr/>
              <p:nvPr/>
            </p:nvSpPr>
            <p:spPr>
              <a:xfrm>
                <a:off x="1592327" y="1179665"/>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87" name="Google Shape;5287;p64"/>
              <p:cNvSpPr/>
              <p:nvPr/>
            </p:nvSpPr>
            <p:spPr>
              <a:xfrm>
                <a:off x="1592327" y="1340360"/>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88" name="Google Shape;5288;p64"/>
              <p:cNvSpPr/>
              <p:nvPr/>
            </p:nvSpPr>
            <p:spPr>
              <a:xfrm>
                <a:off x="1592327" y="1501056"/>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89" name="Google Shape;5289;p64"/>
              <p:cNvSpPr/>
              <p:nvPr/>
            </p:nvSpPr>
            <p:spPr>
              <a:xfrm>
                <a:off x="1592327" y="1661752"/>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90" name="Google Shape;5290;p64"/>
              <p:cNvSpPr/>
              <p:nvPr/>
            </p:nvSpPr>
            <p:spPr>
              <a:xfrm>
                <a:off x="1592327" y="1821630"/>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91" name="Google Shape;5291;p64"/>
              <p:cNvSpPr/>
              <p:nvPr/>
            </p:nvSpPr>
            <p:spPr>
              <a:xfrm>
                <a:off x="1592327" y="1982326"/>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92" name="Google Shape;5292;p64"/>
              <p:cNvSpPr/>
              <p:nvPr/>
            </p:nvSpPr>
            <p:spPr>
              <a:xfrm>
                <a:off x="1592327" y="2143022"/>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293" name="Google Shape;5293;p64"/>
              <p:cNvSpPr/>
              <p:nvPr/>
            </p:nvSpPr>
            <p:spPr>
              <a:xfrm>
                <a:off x="1592327" y="2303717"/>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294" name="Google Shape;5294;p64"/>
              <p:cNvSpPr/>
              <p:nvPr/>
            </p:nvSpPr>
            <p:spPr>
              <a:xfrm>
                <a:off x="1592327" y="2464413"/>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295" name="Google Shape;5295;p64"/>
              <p:cNvSpPr/>
              <p:nvPr/>
            </p:nvSpPr>
            <p:spPr>
              <a:xfrm>
                <a:off x="1592327" y="2625109"/>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grpSp>
        <p:grpSp>
          <p:nvGrpSpPr>
            <p:cNvPr id="5296" name="Google Shape;5296;p64"/>
            <p:cNvGrpSpPr/>
            <p:nvPr/>
          </p:nvGrpSpPr>
          <p:grpSpPr>
            <a:xfrm>
              <a:off x="1766187" y="1179665"/>
              <a:ext cx="80700" cy="1526144"/>
              <a:chOff x="1766187" y="1179665"/>
              <a:chExt cx="80700" cy="1526144"/>
            </a:xfrm>
          </p:grpSpPr>
          <p:sp>
            <p:nvSpPr>
              <p:cNvPr id="5297" name="Google Shape;5297;p64"/>
              <p:cNvSpPr/>
              <p:nvPr/>
            </p:nvSpPr>
            <p:spPr>
              <a:xfrm>
                <a:off x="1766187" y="1179665"/>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98" name="Google Shape;5298;p64"/>
              <p:cNvSpPr/>
              <p:nvPr/>
            </p:nvSpPr>
            <p:spPr>
              <a:xfrm>
                <a:off x="1766187" y="1340360"/>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299" name="Google Shape;5299;p64"/>
              <p:cNvSpPr/>
              <p:nvPr/>
            </p:nvSpPr>
            <p:spPr>
              <a:xfrm>
                <a:off x="1766187" y="1501056"/>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00" name="Google Shape;5300;p64"/>
              <p:cNvSpPr/>
              <p:nvPr/>
            </p:nvSpPr>
            <p:spPr>
              <a:xfrm>
                <a:off x="1766187" y="1661752"/>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01" name="Google Shape;5301;p64"/>
              <p:cNvSpPr/>
              <p:nvPr/>
            </p:nvSpPr>
            <p:spPr>
              <a:xfrm>
                <a:off x="1766187" y="1821630"/>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02" name="Google Shape;5302;p64"/>
              <p:cNvSpPr/>
              <p:nvPr/>
            </p:nvSpPr>
            <p:spPr>
              <a:xfrm>
                <a:off x="1766187" y="1982326"/>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03" name="Google Shape;5303;p64"/>
              <p:cNvSpPr/>
              <p:nvPr/>
            </p:nvSpPr>
            <p:spPr>
              <a:xfrm>
                <a:off x="1766187" y="2143022"/>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04" name="Google Shape;5304;p64"/>
              <p:cNvSpPr/>
              <p:nvPr/>
            </p:nvSpPr>
            <p:spPr>
              <a:xfrm>
                <a:off x="1766187" y="2303717"/>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05" name="Google Shape;5305;p64"/>
              <p:cNvSpPr/>
              <p:nvPr/>
            </p:nvSpPr>
            <p:spPr>
              <a:xfrm>
                <a:off x="1766187" y="2464413"/>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06" name="Google Shape;5306;p64"/>
              <p:cNvSpPr/>
              <p:nvPr/>
            </p:nvSpPr>
            <p:spPr>
              <a:xfrm>
                <a:off x="1766187" y="2625109"/>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grpSp>
        <p:grpSp>
          <p:nvGrpSpPr>
            <p:cNvPr id="5307" name="Google Shape;5307;p64"/>
            <p:cNvGrpSpPr/>
            <p:nvPr/>
          </p:nvGrpSpPr>
          <p:grpSpPr>
            <a:xfrm>
              <a:off x="1936935" y="1179665"/>
              <a:ext cx="80700" cy="1526144"/>
              <a:chOff x="1936935" y="1179665"/>
              <a:chExt cx="80700" cy="1526144"/>
            </a:xfrm>
          </p:grpSpPr>
          <p:sp>
            <p:nvSpPr>
              <p:cNvPr id="5308" name="Google Shape;5308;p64"/>
              <p:cNvSpPr/>
              <p:nvPr/>
            </p:nvSpPr>
            <p:spPr>
              <a:xfrm>
                <a:off x="1936935" y="1179665"/>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09" name="Google Shape;5309;p64"/>
              <p:cNvSpPr/>
              <p:nvPr/>
            </p:nvSpPr>
            <p:spPr>
              <a:xfrm>
                <a:off x="1936935" y="1340360"/>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10" name="Google Shape;5310;p64"/>
              <p:cNvSpPr/>
              <p:nvPr/>
            </p:nvSpPr>
            <p:spPr>
              <a:xfrm>
                <a:off x="1936935" y="1501056"/>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11" name="Google Shape;5311;p64"/>
              <p:cNvSpPr/>
              <p:nvPr/>
            </p:nvSpPr>
            <p:spPr>
              <a:xfrm>
                <a:off x="1936935" y="1661752"/>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12" name="Google Shape;5312;p64"/>
              <p:cNvSpPr/>
              <p:nvPr/>
            </p:nvSpPr>
            <p:spPr>
              <a:xfrm>
                <a:off x="1936935" y="1821630"/>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13" name="Google Shape;5313;p64"/>
              <p:cNvSpPr/>
              <p:nvPr/>
            </p:nvSpPr>
            <p:spPr>
              <a:xfrm>
                <a:off x="1936935" y="1982326"/>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314" name="Google Shape;5314;p64"/>
              <p:cNvSpPr/>
              <p:nvPr/>
            </p:nvSpPr>
            <p:spPr>
              <a:xfrm>
                <a:off x="1936935" y="2143022"/>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315" name="Google Shape;5315;p64"/>
              <p:cNvSpPr/>
              <p:nvPr/>
            </p:nvSpPr>
            <p:spPr>
              <a:xfrm>
                <a:off x="1936935" y="2303717"/>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316" name="Google Shape;5316;p64"/>
              <p:cNvSpPr/>
              <p:nvPr/>
            </p:nvSpPr>
            <p:spPr>
              <a:xfrm>
                <a:off x="1936935" y="2464413"/>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317" name="Google Shape;5317;p64"/>
              <p:cNvSpPr/>
              <p:nvPr/>
            </p:nvSpPr>
            <p:spPr>
              <a:xfrm>
                <a:off x="1936935" y="2625109"/>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grpSp>
        <p:grpSp>
          <p:nvGrpSpPr>
            <p:cNvPr id="5318" name="Google Shape;5318;p64"/>
            <p:cNvGrpSpPr/>
            <p:nvPr/>
          </p:nvGrpSpPr>
          <p:grpSpPr>
            <a:xfrm>
              <a:off x="2110795" y="1179665"/>
              <a:ext cx="80700" cy="1526144"/>
              <a:chOff x="2110795" y="1179665"/>
              <a:chExt cx="80700" cy="1526144"/>
            </a:xfrm>
          </p:grpSpPr>
          <p:sp>
            <p:nvSpPr>
              <p:cNvPr id="5319" name="Google Shape;5319;p64"/>
              <p:cNvSpPr/>
              <p:nvPr/>
            </p:nvSpPr>
            <p:spPr>
              <a:xfrm>
                <a:off x="2110795" y="1179665"/>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20" name="Google Shape;5320;p64"/>
              <p:cNvSpPr/>
              <p:nvPr/>
            </p:nvSpPr>
            <p:spPr>
              <a:xfrm>
                <a:off x="2110795" y="1340360"/>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21" name="Google Shape;5321;p64"/>
              <p:cNvSpPr/>
              <p:nvPr/>
            </p:nvSpPr>
            <p:spPr>
              <a:xfrm>
                <a:off x="2110795" y="1501056"/>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22" name="Google Shape;5322;p64"/>
              <p:cNvSpPr/>
              <p:nvPr/>
            </p:nvSpPr>
            <p:spPr>
              <a:xfrm>
                <a:off x="2110795" y="1661752"/>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23" name="Google Shape;5323;p64"/>
              <p:cNvSpPr/>
              <p:nvPr/>
            </p:nvSpPr>
            <p:spPr>
              <a:xfrm>
                <a:off x="2110795" y="1821630"/>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324" name="Google Shape;5324;p64"/>
              <p:cNvSpPr/>
              <p:nvPr/>
            </p:nvSpPr>
            <p:spPr>
              <a:xfrm>
                <a:off x="2110795" y="1982326"/>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325" name="Google Shape;5325;p64"/>
              <p:cNvSpPr/>
              <p:nvPr/>
            </p:nvSpPr>
            <p:spPr>
              <a:xfrm>
                <a:off x="2110795" y="2143022"/>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326" name="Google Shape;5326;p64"/>
              <p:cNvSpPr/>
              <p:nvPr/>
            </p:nvSpPr>
            <p:spPr>
              <a:xfrm>
                <a:off x="2110795" y="2303717"/>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327" name="Google Shape;5327;p64"/>
              <p:cNvSpPr/>
              <p:nvPr/>
            </p:nvSpPr>
            <p:spPr>
              <a:xfrm>
                <a:off x="2110795" y="2464413"/>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328" name="Google Shape;5328;p64"/>
              <p:cNvSpPr/>
              <p:nvPr/>
            </p:nvSpPr>
            <p:spPr>
              <a:xfrm>
                <a:off x="2110795" y="2625109"/>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grpSp>
        <p:grpSp>
          <p:nvGrpSpPr>
            <p:cNvPr id="5329" name="Google Shape;5329;p64"/>
            <p:cNvGrpSpPr/>
            <p:nvPr/>
          </p:nvGrpSpPr>
          <p:grpSpPr>
            <a:xfrm>
              <a:off x="2284655" y="1179665"/>
              <a:ext cx="80700" cy="1526144"/>
              <a:chOff x="2284655" y="1179665"/>
              <a:chExt cx="80700" cy="1526144"/>
            </a:xfrm>
          </p:grpSpPr>
          <p:sp>
            <p:nvSpPr>
              <p:cNvPr id="5330" name="Google Shape;5330;p64"/>
              <p:cNvSpPr/>
              <p:nvPr/>
            </p:nvSpPr>
            <p:spPr>
              <a:xfrm>
                <a:off x="2284655" y="1179665"/>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31" name="Google Shape;5331;p64"/>
              <p:cNvSpPr/>
              <p:nvPr/>
            </p:nvSpPr>
            <p:spPr>
              <a:xfrm>
                <a:off x="2284655" y="1340360"/>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32" name="Google Shape;5332;p64"/>
              <p:cNvSpPr/>
              <p:nvPr/>
            </p:nvSpPr>
            <p:spPr>
              <a:xfrm>
                <a:off x="2284655" y="1501056"/>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33" name="Google Shape;5333;p64"/>
              <p:cNvSpPr/>
              <p:nvPr/>
            </p:nvSpPr>
            <p:spPr>
              <a:xfrm>
                <a:off x="2284655" y="1661752"/>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34" name="Google Shape;5334;p64"/>
              <p:cNvSpPr/>
              <p:nvPr/>
            </p:nvSpPr>
            <p:spPr>
              <a:xfrm>
                <a:off x="2284655" y="1821630"/>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35" name="Google Shape;5335;p64"/>
              <p:cNvSpPr/>
              <p:nvPr/>
            </p:nvSpPr>
            <p:spPr>
              <a:xfrm>
                <a:off x="2284655" y="1982326"/>
                <a:ext cx="80700" cy="807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36" name="Google Shape;5336;p64"/>
              <p:cNvSpPr/>
              <p:nvPr/>
            </p:nvSpPr>
            <p:spPr>
              <a:xfrm>
                <a:off x="2284655" y="2143022"/>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337" name="Google Shape;5337;p64"/>
              <p:cNvSpPr/>
              <p:nvPr/>
            </p:nvSpPr>
            <p:spPr>
              <a:xfrm>
                <a:off x="2284655" y="2303717"/>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338" name="Google Shape;5338;p64"/>
              <p:cNvSpPr/>
              <p:nvPr/>
            </p:nvSpPr>
            <p:spPr>
              <a:xfrm>
                <a:off x="2284655" y="2464413"/>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sp>
            <p:nvSpPr>
              <p:cNvPr id="5339" name="Google Shape;5339;p64"/>
              <p:cNvSpPr/>
              <p:nvPr/>
            </p:nvSpPr>
            <p:spPr>
              <a:xfrm>
                <a:off x="2284655" y="2625109"/>
                <a:ext cx="80700" cy="80700"/>
              </a:xfrm>
              <a:prstGeom prst="rect">
                <a:avLst/>
              </a:prstGeom>
              <a:solidFill>
                <a:srgbClr val="657E93"/>
              </a:solidFill>
              <a:ln>
                <a:noFill/>
              </a:ln>
            </p:spPr>
            <p:txBody>
              <a:bodyPr spcFirstLastPara="1" wrap="square" lIns="121900" tIns="121900" rIns="121900" bIns="121900" anchor="ctr" anchorCtr="0">
                <a:noAutofit/>
              </a:bodyPr>
              <a:lstStyle/>
              <a:p>
                <a:endParaRPr sz="2400"/>
              </a:p>
            </p:txBody>
          </p:sp>
        </p:grpSp>
      </p:grpSp>
      <p:grpSp>
        <p:nvGrpSpPr>
          <p:cNvPr id="5340" name="Google Shape;5340;p64"/>
          <p:cNvGrpSpPr/>
          <p:nvPr/>
        </p:nvGrpSpPr>
        <p:grpSpPr>
          <a:xfrm>
            <a:off x="3498539" y="1598405"/>
            <a:ext cx="1818997" cy="1469511"/>
            <a:chOff x="2623904" y="1198803"/>
            <a:chExt cx="1364248" cy="1102133"/>
          </a:xfrm>
        </p:grpSpPr>
        <p:grpSp>
          <p:nvGrpSpPr>
            <p:cNvPr id="5341" name="Google Shape;5341;p64"/>
            <p:cNvGrpSpPr/>
            <p:nvPr/>
          </p:nvGrpSpPr>
          <p:grpSpPr>
            <a:xfrm>
              <a:off x="2623907" y="1198803"/>
              <a:ext cx="1364245" cy="273000"/>
              <a:chOff x="2623907" y="1198803"/>
              <a:chExt cx="1364245" cy="273000"/>
            </a:xfrm>
          </p:grpSpPr>
          <p:sp>
            <p:nvSpPr>
              <p:cNvPr id="5342" name="Google Shape;5342;p64"/>
              <p:cNvSpPr/>
              <p:nvPr/>
            </p:nvSpPr>
            <p:spPr>
              <a:xfrm>
                <a:off x="2623907" y="1198803"/>
                <a:ext cx="273000" cy="273000"/>
              </a:xfrm>
              <a:prstGeom prst="diamond">
                <a:avLst/>
              </a:prstGeom>
              <a:solidFill>
                <a:srgbClr val="5F7D95"/>
              </a:solidFill>
              <a:ln>
                <a:noFill/>
              </a:ln>
            </p:spPr>
            <p:txBody>
              <a:bodyPr spcFirstLastPara="1" wrap="square" lIns="121900" tIns="121900" rIns="121900" bIns="121900" anchor="ctr" anchorCtr="0">
                <a:noAutofit/>
              </a:bodyPr>
              <a:lstStyle/>
              <a:p>
                <a:endParaRPr sz="2400"/>
              </a:p>
            </p:txBody>
          </p:sp>
          <p:sp>
            <p:nvSpPr>
              <p:cNvPr id="5343" name="Google Shape;5343;p64"/>
              <p:cNvSpPr/>
              <p:nvPr/>
            </p:nvSpPr>
            <p:spPr>
              <a:xfrm>
                <a:off x="2896718" y="1198803"/>
                <a:ext cx="273000" cy="273000"/>
              </a:xfrm>
              <a:prstGeom prst="diamond">
                <a:avLst/>
              </a:prstGeom>
              <a:solidFill>
                <a:srgbClr val="5F7D95"/>
              </a:solidFill>
              <a:ln>
                <a:noFill/>
              </a:ln>
            </p:spPr>
            <p:txBody>
              <a:bodyPr spcFirstLastPara="1" wrap="square" lIns="121900" tIns="121900" rIns="121900" bIns="121900" anchor="ctr" anchorCtr="0">
                <a:noAutofit/>
              </a:bodyPr>
              <a:lstStyle/>
              <a:p>
                <a:endParaRPr sz="2400"/>
              </a:p>
            </p:txBody>
          </p:sp>
          <p:sp>
            <p:nvSpPr>
              <p:cNvPr id="5344" name="Google Shape;5344;p64"/>
              <p:cNvSpPr/>
              <p:nvPr/>
            </p:nvSpPr>
            <p:spPr>
              <a:xfrm>
                <a:off x="3169529" y="1198803"/>
                <a:ext cx="273000" cy="273000"/>
              </a:xfrm>
              <a:prstGeom prst="diamond">
                <a:avLst/>
              </a:prstGeom>
              <a:solidFill>
                <a:srgbClr val="5F7D95"/>
              </a:solidFill>
              <a:ln>
                <a:noFill/>
              </a:ln>
            </p:spPr>
            <p:txBody>
              <a:bodyPr spcFirstLastPara="1" wrap="square" lIns="121900" tIns="121900" rIns="121900" bIns="121900" anchor="ctr" anchorCtr="0">
                <a:noAutofit/>
              </a:bodyPr>
              <a:lstStyle/>
              <a:p>
                <a:endParaRPr sz="2400"/>
              </a:p>
            </p:txBody>
          </p:sp>
          <p:sp>
            <p:nvSpPr>
              <p:cNvPr id="5345" name="Google Shape;5345;p64"/>
              <p:cNvSpPr/>
              <p:nvPr/>
            </p:nvSpPr>
            <p:spPr>
              <a:xfrm>
                <a:off x="3442341" y="1198803"/>
                <a:ext cx="273000" cy="273000"/>
              </a:xfrm>
              <a:prstGeom prst="diamond">
                <a:avLst/>
              </a:prstGeom>
              <a:solidFill>
                <a:srgbClr val="5F7D95"/>
              </a:solidFill>
              <a:ln>
                <a:noFill/>
              </a:ln>
            </p:spPr>
            <p:txBody>
              <a:bodyPr spcFirstLastPara="1" wrap="square" lIns="121900" tIns="121900" rIns="121900" bIns="121900" anchor="ctr" anchorCtr="0">
                <a:noAutofit/>
              </a:bodyPr>
              <a:lstStyle/>
              <a:p>
                <a:endParaRPr sz="2400"/>
              </a:p>
            </p:txBody>
          </p:sp>
          <p:sp>
            <p:nvSpPr>
              <p:cNvPr id="5346" name="Google Shape;5346;p64"/>
              <p:cNvSpPr/>
              <p:nvPr/>
            </p:nvSpPr>
            <p:spPr>
              <a:xfrm>
                <a:off x="3715152" y="1198803"/>
                <a:ext cx="273000" cy="273000"/>
              </a:xfrm>
              <a:prstGeom prst="diamond">
                <a:avLst/>
              </a:prstGeom>
              <a:solidFill>
                <a:srgbClr val="CFD9E0"/>
              </a:solidFill>
              <a:ln>
                <a:noFill/>
              </a:ln>
            </p:spPr>
            <p:txBody>
              <a:bodyPr spcFirstLastPara="1" wrap="square" lIns="121900" tIns="121900" rIns="121900" bIns="121900" anchor="ctr" anchorCtr="0">
                <a:noAutofit/>
              </a:bodyPr>
              <a:lstStyle/>
              <a:p>
                <a:endParaRPr sz="2400"/>
              </a:p>
            </p:txBody>
          </p:sp>
        </p:grpSp>
        <p:grpSp>
          <p:nvGrpSpPr>
            <p:cNvPr id="5347" name="Google Shape;5347;p64"/>
            <p:cNvGrpSpPr/>
            <p:nvPr/>
          </p:nvGrpSpPr>
          <p:grpSpPr>
            <a:xfrm>
              <a:off x="2623904" y="1476964"/>
              <a:ext cx="1364245" cy="273000"/>
              <a:chOff x="2623904" y="1476964"/>
              <a:chExt cx="1364245" cy="273000"/>
            </a:xfrm>
          </p:grpSpPr>
          <p:sp>
            <p:nvSpPr>
              <p:cNvPr id="5348" name="Google Shape;5348;p64"/>
              <p:cNvSpPr/>
              <p:nvPr/>
            </p:nvSpPr>
            <p:spPr>
              <a:xfrm>
                <a:off x="2623904" y="1476964"/>
                <a:ext cx="273000" cy="273000"/>
              </a:xfrm>
              <a:prstGeom prst="diamond">
                <a:avLst/>
              </a:prstGeom>
              <a:solidFill>
                <a:srgbClr val="5F7D95"/>
              </a:solidFill>
              <a:ln>
                <a:noFill/>
              </a:ln>
            </p:spPr>
            <p:txBody>
              <a:bodyPr spcFirstLastPara="1" wrap="square" lIns="121900" tIns="121900" rIns="121900" bIns="121900" anchor="ctr" anchorCtr="0">
                <a:noAutofit/>
              </a:bodyPr>
              <a:lstStyle/>
              <a:p>
                <a:endParaRPr sz="2400"/>
              </a:p>
            </p:txBody>
          </p:sp>
          <p:sp>
            <p:nvSpPr>
              <p:cNvPr id="5349" name="Google Shape;5349;p64"/>
              <p:cNvSpPr/>
              <p:nvPr/>
            </p:nvSpPr>
            <p:spPr>
              <a:xfrm>
                <a:off x="2896716" y="1476964"/>
                <a:ext cx="273000" cy="273000"/>
              </a:xfrm>
              <a:prstGeom prst="diamond">
                <a:avLst/>
              </a:prstGeom>
              <a:solidFill>
                <a:srgbClr val="5F7D95"/>
              </a:solidFill>
              <a:ln>
                <a:noFill/>
              </a:ln>
            </p:spPr>
            <p:txBody>
              <a:bodyPr spcFirstLastPara="1" wrap="square" lIns="121900" tIns="121900" rIns="121900" bIns="121900" anchor="ctr" anchorCtr="0">
                <a:noAutofit/>
              </a:bodyPr>
              <a:lstStyle/>
              <a:p>
                <a:endParaRPr sz="2400"/>
              </a:p>
            </p:txBody>
          </p:sp>
          <p:sp>
            <p:nvSpPr>
              <p:cNvPr id="5350" name="Google Shape;5350;p64"/>
              <p:cNvSpPr/>
              <p:nvPr/>
            </p:nvSpPr>
            <p:spPr>
              <a:xfrm>
                <a:off x="3169527" y="1476964"/>
                <a:ext cx="273000" cy="273000"/>
              </a:xfrm>
              <a:prstGeom prst="diamond">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51" name="Google Shape;5351;p64"/>
              <p:cNvSpPr/>
              <p:nvPr/>
            </p:nvSpPr>
            <p:spPr>
              <a:xfrm>
                <a:off x="3442338" y="1476964"/>
                <a:ext cx="273000" cy="273000"/>
              </a:xfrm>
              <a:prstGeom prst="diamond">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52" name="Google Shape;5352;p64"/>
              <p:cNvSpPr/>
              <p:nvPr/>
            </p:nvSpPr>
            <p:spPr>
              <a:xfrm>
                <a:off x="3715149" y="1476964"/>
                <a:ext cx="273000" cy="273000"/>
              </a:xfrm>
              <a:prstGeom prst="diamond">
                <a:avLst/>
              </a:prstGeom>
              <a:solidFill>
                <a:srgbClr val="CFD9E0"/>
              </a:solidFill>
              <a:ln>
                <a:noFill/>
              </a:ln>
            </p:spPr>
            <p:txBody>
              <a:bodyPr spcFirstLastPara="1" wrap="square" lIns="121900" tIns="121900" rIns="121900" bIns="121900" anchor="ctr" anchorCtr="0">
                <a:noAutofit/>
              </a:bodyPr>
              <a:lstStyle/>
              <a:p>
                <a:endParaRPr sz="2400"/>
              </a:p>
            </p:txBody>
          </p:sp>
        </p:grpSp>
        <p:grpSp>
          <p:nvGrpSpPr>
            <p:cNvPr id="5353" name="Google Shape;5353;p64"/>
            <p:cNvGrpSpPr/>
            <p:nvPr/>
          </p:nvGrpSpPr>
          <p:grpSpPr>
            <a:xfrm>
              <a:off x="2623907" y="1749775"/>
              <a:ext cx="1364245" cy="273000"/>
              <a:chOff x="2623907" y="1749775"/>
              <a:chExt cx="1364245" cy="273000"/>
            </a:xfrm>
          </p:grpSpPr>
          <p:sp>
            <p:nvSpPr>
              <p:cNvPr id="5354" name="Google Shape;5354;p64"/>
              <p:cNvSpPr/>
              <p:nvPr/>
            </p:nvSpPr>
            <p:spPr>
              <a:xfrm>
                <a:off x="2623907" y="1749775"/>
                <a:ext cx="273000" cy="273000"/>
              </a:xfrm>
              <a:prstGeom prst="diamond">
                <a:avLst/>
              </a:prstGeom>
              <a:solidFill>
                <a:srgbClr val="5F7D95"/>
              </a:solidFill>
              <a:ln>
                <a:noFill/>
              </a:ln>
            </p:spPr>
            <p:txBody>
              <a:bodyPr spcFirstLastPara="1" wrap="square" lIns="121900" tIns="121900" rIns="121900" bIns="121900" anchor="ctr" anchorCtr="0">
                <a:noAutofit/>
              </a:bodyPr>
              <a:lstStyle/>
              <a:p>
                <a:endParaRPr sz="2400"/>
              </a:p>
            </p:txBody>
          </p:sp>
          <p:sp>
            <p:nvSpPr>
              <p:cNvPr id="5355" name="Google Shape;5355;p64"/>
              <p:cNvSpPr/>
              <p:nvPr/>
            </p:nvSpPr>
            <p:spPr>
              <a:xfrm>
                <a:off x="2896718" y="1749775"/>
                <a:ext cx="273000" cy="273000"/>
              </a:xfrm>
              <a:prstGeom prst="diamond">
                <a:avLst/>
              </a:prstGeom>
              <a:solidFill>
                <a:srgbClr val="5F7D95"/>
              </a:solidFill>
              <a:ln>
                <a:noFill/>
              </a:ln>
            </p:spPr>
            <p:txBody>
              <a:bodyPr spcFirstLastPara="1" wrap="square" lIns="121900" tIns="121900" rIns="121900" bIns="121900" anchor="ctr" anchorCtr="0">
                <a:noAutofit/>
              </a:bodyPr>
              <a:lstStyle/>
              <a:p>
                <a:endParaRPr sz="2400"/>
              </a:p>
            </p:txBody>
          </p:sp>
          <p:sp>
            <p:nvSpPr>
              <p:cNvPr id="5356" name="Google Shape;5356;p64"/>
              <p:cNvSpPr/>
              <p:nvPr/>
            </p:nvSpPr>
            <p:spPr>
              <a:xfrm>
                <a:off x="3169529" y="1749775"/>
                <a:ext cx="273000" cy="273000"/>
              </a:xfrm>
              <a:prstGeom prst="diamond">
                <a:avLst/>
              </a:prstGeom>
              <a:solidFill>
                <a:srgbClr val="5F7D95"/>
              </a:solidFill>
              <a:ln>
                <a:noFill/>
              </a:ln>
            </p:spPr>
            <p:txBody>
              <a:bodyPr spcFirstLastPara="1" wrap="square" lIns="121900" tIns="121900" rIns="121900" bIns="121900" anchor="ctr" anchorCtr="0">
                <a:noAutofit/>
              </a:bodyPr>
              <a:lstStyle/>
              <a:p>
                <a:endParaRPr sz="2400"/>
              </a:p>
            </p:txBody>
          </p:sp>
          <p:sp>
            <p:nvSpPr>
              <p:cNvPr id="5357" name="Google Shape;5357;p64"/>
              <p:cNvSpPr/>
              <p:nvPr/>
            </p:nvSpPr>
            <p:spPr>
              <a:xfrm>
                <a:off x="3442341" y="1749775"/>
                <a:ext cx="273000" cy="273000"/>
              </a:xfrm>
              <a:prstGeom prst="diamond">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58" name="Google Shape;5358;p64"/>
              <p:cNvSpPr/>
              <p:nvPr/>
            </p:nvSpPr>
            <p:spPr>
              <a:xfrm>
                <a:off x="3715152" y="1749775"/>
                <a:ext cx="273000" cy="273000"/>
              </a:xfrm>
              <a:prstGeom prst="diamond">
                <a:avLst/>
              </a:prstGeom>
              <a:solidFill>
                <a:srgbClr val="CFD9E0"/>
              </a:solidFill>
              <a:ln>
                <a:noFill/>
              </a:ln>
            </p:spPr>
            <p:txBody>
              <a:bodyPr spcFirstLastPara="1" wrap="square" lIns="121900" tIns="121900" rIns="121900" bIns="121900" anchor="ctr" anchorCtr="0">
                <a:noAutofit/>
              </a:bodyPr>
              <a:lstStyle/>
              <a:p>
                <a:endParaRPr sz="2400"/>
              </a:p>
            </p:txBody>
          </p:sp>
        </p:grpSp>
        <p:grpSp>
          <p:nvGrpSpPr>
            <p:cNvPr id="5359" name="Google Shape;5359;p64"/>
            <p:cNvGrpSpPr/>
            <p:nvPr/>
          </p:nvGrpSpPr>
          <p:grpSpPr>
            <a:xfrm>
              <a:off x="2623904" y="2027936"/>
              <a:ext cx="1364245" cy="273000"/>
              <a:chOff x="2623904" y="2027936"/>
              <a:chExt cx="1364245" cy="273000"/>
            </a:xfrm>
          </p:grpSpPr>
          <p:sp>
            <p:nvSpPr>
              <p:cNvPr id="5360" name="Google Shape;5360;p64"/>
              <p:cNvSpPr/>
              <p:nvPr/>
            </p:nvSpPr>
            <p:spPr>
              <a:xfrm>
                <a:off x="2623904" y="2027936"/>
                <a:ext cx="273000" cy="273000"/>
              </a:xfrm>
              <a:prstGeom prst="diamond">
                <a:avLst/>
              </a:prstGeom>
              <a:solidFill>
                <a:srgbClr val="5F7D95"/>
              </a:solidFill>
              <a:ln>
                <a:noFill/>
              </a:ln>
            </p:spPr>
            <p:txBody>
              <a:bodyPr spcFirstLastPara="1" wrap="square" lIns="121900" tIns="121900" rIns="121900" bIns="121900" anchor="ctr" anchorCtr="0">
                <a:noAutofit/>
              </a:bodyPr>
              <a:lstStyle/>
              <a:p>
                <a:endParaRPr sz="2400"/>
              </a:p>
            </p:txBody>
          </p:sp>
          <p:sp>
            <p:nvSpPr>
              <p:cNvPr id="5361" name="Google Shape;5361;p64"/>
              <p:cNvSpPr/>
              <p:nvPr/>
            </p:nvSpPr>
            <p:spPr>
              <a:xfrm>
                <a:off x="2896716" y="2027936"/>
                <a:ext cx="273000" cy="273000"/>
              </a:xfrm>
              <a:prstGeom prst="diamond">
                <a:avLst/>
              </a:prstGeom>
              <a:solidFill>
                <a:srgbClr val="5F7D95"/>
              </a:solidFill>
              <a:ln>
                <a:noFill/>
              </a:ln>
            </p:spPr>
            <p:txBody>
              <a:bodyPr spcFirstLastPara="1" wrap="square" lIns="121900" tIns="121900" rIns="121900" bIns="121900" anchor="ctr" anchorCtr="0">
                <a:noAutofit/>
              </a:bodyPr>
              <a:lstStyle/>
              <a:p>
                <a:endParaRPr sz="2400"/>
              </a:p>
            </p:txBody>
          </p:sp>
          <p:sp>
            <p:nvSpPr>
              <p:cNvPr id="5362" name="Google Shape;5362;p64"/>
              <p:cNvSpPr/>
              <p:nvPr/>
            </p:nvSpPr>
            <p:spPr>
              <a:xfrm>
                <a:off x="3169527" y="2027936"/>
                <a:ext cx="273000" cy="273000"/>
              </a:xfrm>
              <a:prstGeom prst="diamond">
                <a:avLst/>
              </a:prstGeom>
              <a:solidFill>
                <a:srgbClr val="5F7D95"/>
              </a:solidFill>
              <a:ln>
                <a:noFill/>
              </a:ln>
            </p:spPr>
            <p:txBody>
              <a:bodyPr spcFirstLastPara="1" wrap="square" lIns="121900" tIns="121900" rIns="121900" bIns="121900" anchor="ctr" anchorCtr="0">
                <a:noAutofit/>
              </a:bodyPr>
              <a:lstStyle/>
              <a:p>
                <a:endParaRPr sz="2400"/>
              </a:p>
            </p:txBody>
          </p:sp>
          <p:sp>
            <p:nvSpPr>
              <p:cNvPr id="5363" name="Google Shape;5363;p64"/>
              <p:cNvSpPr/>
              <p:nvPr/>
            </p:nvSpPr>
            <p:spPr>
              <a:xfrm>
                <a:off x="3442338" y="2027936"/>
                <a:ext cx="273000" cy="273000"/>
              </a:xfrm>
              <a:prstGeom prst="diamond">
                <a:avLst/>
              </a:prstGeom>
              <a:solidFill>
                <a:srgbClr val="5F7D95"/>
              </a:solidFill>
              <a:ln>
                <a:noFill/>
              </a:ln>
            </p:spPr>
            <p:txBody>
              <a:bodyPr spcFirstLastPara="1" wrap="square" lIns="121900" tIns="121900" rIns="121900" bIns="121900" anchor="ctr" anchorCtr="0">
                <a:noAutofit/>
              </a:bodyPr>
              <a:lstStyle/>
              <a:p>
                <a:endParaRPr sz="2400"/>
              </a:p>
            </p:txBody>
          </p:sp>
          <p:sp>
            <p:nvSpPr>
              <p:cNvPr id="5364" name="Google Shape;5364;p64"/>
              <p:cNvSpPr/>
              <p:nvPr/>
            </p:nvSpPr>
            <p:spPr>
              <a:xfrm>
                <a:off x="3715149" y="2027936"/>
                <a:ext cx="273000" cy="273000"/>
              </a:xfrm>
              <a:prstGeom prst="diamond">
                <a:avLst/>
              </a:prstGeom>
              <a:solidFill>
                <a:srgbClr val="5F7D95"/>
              </a:solidFill>
              <a:ln>
                <a:noFill/>
              </a:ln>
            </p:spPr>
            <p:txBody>
              <a:bodyPr spcFirstLastPara="1" wrap="square" lIns="121900" tIns="121900" rIns="121900" bIns="121900" anchor="ctr" anchorCtr="0">
                <a:noAutofit/>
              </a:bodyPr>
              <a:lstStyle/>
              <a:p>
                <a:endParaRPr sz="2400"/>
              </a:p>
            </p:txBody>
          </p:sp>
        </p:grpSp>
      </p:grpSp>
      <p:grpSp>
        <p:nvGrpSpPr>
          <p:cNvPr id="5365" name="Google Shape;5365;p64"/>
          <p:cNvGrpSpPr/>
          <p:nvPr/>
        </p:nvGrpSpPr>
        <p:grpSpPr>
          <a:xfrm>
            <a:off x="3484487" y="3543835"/>
            <a:ext cx="1850055" cy="212165"/>
            <a:chOff x="3200660" y="2180272"/>
            <a:chExt cx="2563824" cy="378237"/>
          </a:xfrm>
        </p:grpSpPr>
        <p:sp>
          <p:nvSpPr>
            <p:cNvPr id="5366" name="Google Shape;5366;p64"/>
            <p:cNvSpPr/>
            <p:nvPr/>
          </p:nvSpPr>
          <p:spPr>
            <a:xfrm>
              <a:off x="3200660" y="2180272"/>
              <a:ext cx="108240" cy="378237"/>
            </a:xfrm>
            <a:custGeom>
              <a:avLst/>
              <a:gdLst/>
              <a:ahLst/>
              <a:cxnLst/>
              <a:rect l="l" t="t" r="r" b="b"/>
              <a:pathLst>
                <a:path w="8543" h="37890" extrusionOk="0">
                  <a:moveTo>
                    <a:pt x="606" y="1"/>
                  </a:moveTo>
                  <a:cubicBezTo>
                    <a:pt x="276" y="1"/>
                    <a:pt x="0" y="263"/>
                    <a:pt x="0" y="607"/>
                  </a:cubicBezTo>
                  <a:lnTo>
                    <a:pt x="0" y="37270"/>
                  </a:lnTo>
                  <a:cubicBezTo>
                    <a:pt x="0" y="37614"/>
                    <a:pt x="276" y="37890"/>
                    <a:pt x="606" y="37890"/>
                  </a:cubicBezTo>
                  <a:lnTo>
                    <a:pt x="7922" y="37890"/>
                  </a:lnTo>
                  <a:cubicBezTo>
                    <a:pt x="8267" y="37890"/>
                    <a:pt x="8542" y="37614"/>
                    <a:pt x="8542" y="37270"/>
                  </a:cubicBezTo>
                  <a:lnTo>
                    <a:pt x="8542" y="607"/>
                  </a:lnTo>
                  <a:cubicBezTo>
                    <a:pt x="8542" y="263"/>
                    <a:pt x="8267" y="1"/>
                    <a:pt x="7922"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5367" name="Google Shape;5367;p64"/>
            <p:cNvSpPr/>
            <p:nvPr/>
          </p:nvSpPr>
          <p:spPr>
            <a:xfrm>
              <a:off x="3345104" y="2180272"/>
              <a:ext cx="108240" cy="378237"/>
            </a:xfrm>
            <a:custGeom>
              <a:avLst/>
              <a:gdLst/>
              <a:ahLst/>
              <a:cxnLst/>
              <a:rect l="l" t="t" r="r" b="b"/>
              <a:pathLst>
                <a:path w="8543" h="37890" extrusionOk="0">
                  <a:moveTo>
                    <a:pt x="607" y="1"/>
                  </a:moveTo>
                  <a:cubicBezTo>
                    <a:pt x="262" y="1"/>
                    <a:pt x="0" y="263"/>
                    <a:pt x="0" y="607"/>
                  </a:cubicBezTo>
                  <a:lnTo>
                    <a:pt x="0" y="37270"/>
                  </a:lnTo>
                  <a:cubicBezTo>
                    <a:pt x="0"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5368" name="Google Shape;5368;p64"/>
            <p:cNvSpPr/>
            <p:nvPr/>
          </p:nvSpPr>
          <p:spPr>
            <a:xfrm>
              <a:off x="3489548" y="2180272"/>
              <a:ext cx="108240" cy="378237"/>
            </a:xfrm>
            <a:custGeom>
              <a:avLst/>
              <a:gdLst/>
              <a:ahLst/>
              <a:cxnLst/>
              <a:rect l="l" t="t" r="r" b="b"/>
              <a:pathLst>
                <a:path w="8543" h="37890" extrusionOk="0">
                  <a:moveTo>
                    <a:pt x="621" y="1"/>
                  </a:moveTo>
                  <a:cubicBezTo>
                    <a:pt x="276" y="1"/>
                    <a:pt x="1" y="263"/>
                    <a:pt x="1" y="607"/>
                  </a:cubicBezTo>
                  <a:lnTo>
                    <a:pt x="1" y="37270"/>
                  </a:lnTo>
                  <a:cubicBezTo>
                    <a:pt x="1" y="37614"/>
                    <a:pt x="276" y="37890"/>
                    <a:pt x="621" y="37890"/>
                  </a:cubicBezTo>
                  <a:lnTo>
                    <a:pt x="7937" y="37890"/>
                  </a:lnTo>
                  <a:cubicBezTo>
                    <a:pt x="8281" y="37890"/>
                    <a:pt x="8543" y="37614"/>
                    <a:pt x="8543" y="37270"/>
                  </a:cubicBezTo>
                  <a:lnTo>
                    <a:pt x="8543" y="607"/>
                  </a:lnTo>
                  <a:cubicBezTo>
                    <a:pt x="8543" y="263"/>
                    <a:pt x="8281" y="1"/>
                    <a:pt x="7937"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5369" name="Google Shape;5369;p64"/>
            <p:cNvSpPr/>
            <p:nvPr/>
          </p:nvSpPr>
          <p:spPr>
            <a:xfrm>
              <a:off x="3633992" y="2180272"/>
              <a:ext cx="108252" cy="378237"/>
            </a:xfrm>
            <a:custGeom>
              <a:avLst/>
              <a:gdLst/>
              <a:ahLst/>
              <a:cxnLst/>
              <a:rect l="l" t="t" r="r" b="b"/>
              <a:pathLst>
                <a:path w="8544" h="37890" extrusionOk="0">
                  <a:moveTo>
                    <a:pt x="621" y="1"/>
                  </a:moveTo>
                  <a:cubicBezTo>
                    <a:pt x="277" y="1"/>
                    <a:pt x="1" y="277"/>
                    <a:pt x="1" y="607"/>
                  </a:cubicBezTo>
                  <a:lnTo>
                    <a:pt x="1" y="37270"/>
                  </a:lnTo>
                  <a:cubicBezTo>
                    <a:pt x="1" y="37614"/>
                    <a:pt x="277" y="37890"/>
                    <a:pt x="621" y="37890"/>
                  </a:cubicBezTo>
                  <a:lnTo>
                    <a:pt x="7937" y="37890"/>
                  </a:lnTo>
                  <a:cubicBezTo>
                    <a:pt x="8268" y="37890"/>
                    <a:pt x="8543" y="37614"/>
                    <a:pt x="8543" y="37270"/>
                  </a:cubicBezTo>
                  <a:lnTo>
                    <a:pt x="8543" y="607"/>
                  </a:lnTo>
                  <a:cubicBezTo>
                    <a:pt x="8543" y="277"/>
                    <a:pt x="8268" y="1"/>
                    <a:pt x="7937"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5370" name="Google Shape;5370;p64"/>
            <p:cNvSpPr/>
            <p:nvPr/>
          </p:nvSpPr>
          <p:spPr>
            <a:xfrm>
              <a:off x="3778448" y="2180272"/>
              <a:ext cx="108240" cy="378097"/>
            </a:xfrm>
            <a:custGeom>
              <a:avLst/>
              <a:gdLst/>
              <a:ahLst/>
              <a:cxnLst/>
              <a:rect l="l" t="t" r="r" b="b"/>
              <a:pathLst>
                <a:path w="8543" h="37876" extrusionOk="0">
                  <a:moveTo>
                    <a:pt x="606" y="1"/>
                  </a:moveTo>
                  <a:cubicBezTo>
                    <a:pt x="276" y="1"/>
                    <a:pt x="0" y="263"/>
                    <a:pt x="0" y="607"/>
                  </a:cubicBezTo>
                  <a:lnTo>
                    <a:pt x="0" y="37270"/>
                  </a:lnTo>
                  <a:cubicBezTo>
                    <a:pt x="0" y="37614"/>
                    <a:pt x="276" y="37876"/>
                    <a:pt x="606"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5371" name="Google Shape;5371;p64"/>
            <p:cNvSpPr/>
            <p:nvPr/>
          </p:nvSpPr>
          <p:spPr>
            <a:xfrm>
              <a:off x="3922892" y="2180272"/>
              <a:ext cx="108240" cy="378237"/>
            </a:xfrm>
            <a:custGeom>
              <a:avLst/>
              <a:gdLst/>
              <a:ahLst/>
              <a:cxnLst/>
              <a:rect l="l" t="t" r="r" b="b"/>
              <a:pathLst>
                <a:path w="8543" h="37890" extrusionOk="0">
                  <a:moveTo>
                    <a:pt x="607" y="1"/>
                  </a:moveTo>
                  <a:cubicBezTo>
                    <a:pt x="276" y="1"/>
                    <a:pt x="0" y="277"/>
                    <a:pt x="0" y="607"/>
                  </a:cubicBezTo>
                  <a:lnTo>
                    <a:pt x="0" y="37270"/>
                  </a:lnTo>
                  <a:cubicBezTo>
                    <a:pt x="0" y="37614"/>
                    <a:pt x="276"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5372" name="Google Shape;5372;p64"/>
            <p:cNvSpPr/>
            <p:nvPr/>
          </p:nvSpPr>
          <p:spPr>
            <a:xfrm>
              <a:off x="4067336" y="2180272"/>
              <a:ext cx="108240" cy="378237"/>
            </a:xfrm>
            <a:custGeom>
              <a:avLst/>
              <a:gdLst/>
              <a:ahLst/>
              <a:cxnLst/>
              <a:rect l="l" t="t" r="r" b="b"/>
              <a:pathLst>
                <a:path w="8543" h="37890" extrusionOk="0">
                  <a:moveTo>
                    <a:pt x="607" y="1"/>
                  </a:moveTo>
                  <a:cubicBezTo>
                    <a:pt x="262" y="1"/>
                    <a:pt x="1" y="263"/>
                    <a:pt x="1" y="607"/>
                  </a:cubicBezTo>
                  <a:lnTo>
                    <a:pt x="1" y="37270"/>
                  </a:lnTo>
                  <a:cubicBezTo>
                    <a:pt x="1"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5373" name="Google Shape;5373;p64"/>
            <p:cNvSpPr/>
            <p:nvPr/>
          </p:nvSpPr>
          <p:spPr>
            <a:xfrm>
              <a:off x="4211780" y="2180272"/>
              <a:ext cx="108252" cy="378237"/>
            </a:xfrm>
            <a:custGeom>
              <a:avLst/>
              <a:gdLst/>
              <a:ahLst/>
              <a:cxnLst/>
              <a:rect l="l" t="t" r="r" b="b"/>
              <a:pathLst>
                <a:path w="8544" h="37890" extrusionOk="0">
                  <a:moveTo>
                    <a:pt x="621" y="1"/>
                  </a:moveTo>
                  <a:cubicBezTo>
                    <a:pt x="276" y="1"/>
                    <a:pt x="1" y="277"/>
                    <a:pt x="1" y="607"/>
                  </a:cubicBezTo>
                  <a:lnTo>
                    <a:pt x="1" y="37270"/>
                  </a:lnTo>
                  <a:cubicBezTo>
                    <a:pt x="1" y="37614"/>
                    <a:pt x="276" y="37890"/>
                    <a:pt x="621" y="37890"/>
                  </a:cubicBezTo>
                  <a:lnTo>
                    <a:pt x="7937" y="37890"/>
                  </a:lnTo>
                  <a:cubicBezTo>
                    <a:pt x="8281" y="37890"/>
                    <a:pt x="8543" y="37614"/>
                    <a:pt x="8543" y="37270"/>
                  </a:cubicBezTo>
                  <a:lnTo>
                    <a:pt x="8543" y="607"/>
                  </a:lnTo>
                  <a:cubicBezTo>
                    <a:pt x="8543" y="277"/>
                    <a:pt x="8281" y="1"/>
                    <a:pt x="7937"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5374" name="Google Shape;5374;p64"/>
            <p:cNvSpPr/>
            <p:nvPr/>
          </p:nvSpPr>
          <p:spPr>
            <a:xfrm>
              <a:off x="4356236" y="2180272"/>
              <a:ext cx="108240" cy="378097"/>
            </a:xfrm>
            <a:custGeom>
              <a:avLst/>
              <a:gdLst/>
              <a:ahLst/>
              <a:cxnLst/>
              <a:rect l="l" t="t" r="r" b="b"/>
              <a:pathLst>
                <a:path w="8543" h="37876" extrusionOk="0">
                  <a:moveTo>
                    <a:pt x="620" y="1"/>
                  </a:moveTo>
                  <a:cubicBezTo>
                    <a:pt x="276" y="1"/>
                    <a:pt x="0" y="263"/>
                    <a:pt x="0" y="607"/>
                  </a:cubicBezTo>
                  <a:lnTo>
                    <a:pt x="0" y="37270"/>
                  </a:lnTo>
                  <a:cubicBezTo>
                    <a:pt x="0" y="37614"/>
                    <a:pt x="276" y="37876"/>
                    <a:pt x="620"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5375" name="Google Shape;5375;p64"/>
            <p:cNvSpPr/>
            <p:nvPr/>
          </p:nvSpPr>
          <p:spPr>
            <a:xfrm>
              <a:off x="4500680" y="2180272"/>
              <a:ext cx="108240" cy="378237"/>
            </a:xfrm>
            <a:custGeom>
              <a:avLst/>
              <a:gdLst/>
              <a:ahLst/>
              <a:cxnLst/>
              <a:rect l="l" t="t" r="r" b="b"/>
              <a:pathLst>
                <a:path w="8543" h="37890" extrusionOk="0">
                  <a:moveTo>
                    <a:pt x="606" y="1"/>
                  </a:moveTo>
                  <a:cubicBezTo>
                    <a:pt x="276" y="1"/>
                    <a:pt x="0" y="277"/>
                    <a:pt x="0" y="607"/>
                  </a:cubicBezTo>
                  <a:lnTo>
                    <a:pt x="0" y="37270"/>
                  </a:lnTo>
                  <a:cubicBezTo>
                    <a:pt x="0" y="37614"/>
                    <a:pt x="276" y="37890"/>
                    <a:pt x="606" y="37890"/>
                  </a:cubicBezTo>
                  <a:lnTo>
                    <a:pt x="7936" y="37890"/>
                  </a:lnTo>
                  <a:cubicBezTo>
                    <a:pt x="8267" y="37890"/>
                    <a:pt x="8542" y="37614"/>
                    <a:pt x="8542" y="37270"/>
                  </a:cubicBezTo>
                  <a:lnTo>
                    <a:pt x="8542" y="607"/>
                  </a:lnTo>
                  <a:cubicBezTo>
                    <a:pt x="8542" y="277"/>
                    <a:pt x="8267" y="1"/>
                    <a:pt x="7936"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5376" name="Google Shape;5376;p64"/>
            <p:cNvSpPr/>
            <p:nvPr/>
          </p:nvSpPr>
          <p:spPr>
            <a:xfrm>
              <a:off x="4645124" y="2180272"/>
              <a:ext cx="108240" cy="378097"/>
            </a:xfrm>
            <a:custGeom>
              <a:avLst/>
              <a:gdLst/>
              <a:ahLst/>
              <a:cxnLst/>
              <a:rect l="l" t="t" r="r" b="b"/>
              <a:pathLst>
                <a:path w="8543" h="37876" extrusionOk="0">
                  <a:moveTo>
                    <a:pt x="607" y="1"/>
                  </a:moveTo>
                  <a:cubicBezTo>
                    <a:pt x="276" y="1"/>
                    <a:pt x="0" y="263"/>
                    <a:pt x="0" y="607"/>
                  </a:cubicBezTo>
                  <a:lnTo>
                    <a:pt x="0" y="37270"/>
                  </a:lnTo>
                  <a:cubicBezTo>
                    <a:pt x="0" y="37614"/>
                    <a:pt x="276" y="37876"/>
                    <a:pt x="607" y="37876"/>
                  </a:cubicBezTo>
                  <a:lnTo>
                    <a:pt x="7936" y="37876"/>
                  </a:lnTo>
                  <a:cubicBezTo>
                    <a:pt x="8267" y="37876"/>
                    <a:pt x="8543" y="37614"/>
                    <a:pt x="8543" y="37270"/>
                  </a:cubicBezTo>
                  <a:lnTo>
                    <a:pt x="8543" y="607"/>
                  </a:lnTo>
                  <a:cubicBezTo>
                    <a:pt x="8543" y="263"/>
                    <a:pt x="8267" y="1"/>
                    <a:pt x="7936"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5377" name="Google Shape;5377;p64"/>
            <p:cNvSpPr/>
            <p:nvPr/>
          </p:nvSpPr>
          <p:spPr>
            <a:xfrm>
              <a:off x="4789568" y="2180272"/>
              <a:ext cx="108240" cy="378237"/>
            </a:xfrm>
            <a:custGeom>
              <a:avLst/>
              <a:gdLst/>
              <a:ahLst/>
              <a:cxnLst/>
              <a:rect l="l" t="t" r="r" b="b"/>
              <a:pathLst>
                <a:path w="8543" h="37890" extrusionOk="0">
                  <a:moveTo>
                    <a:pt x="607" y="1"/>
                  </a:moveTo>
                  <a:cubicBezTo>
                    <a:pt x="262" y="1"/>
                    <a:pt x="1" y="277"/>
                    <a:pt x="1" y="607"/>
                  </a:cubicBezTo>
                  <a:lnTo>
                    <a:pt x="1" y="37270"/>
                  </a:lnTo>
                  <a:cubicBezTo>
                    <a:pt x="1" y="37614"/>
                    <a:pt x="262"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378" name="Google Shape;5378;p64"/>
            <p:cNvSpPr/>
            <p:nvPr/>
          </p:nvSpPr>
          <p:spPr>
            <a:xfrm>
              <a:off x="4934012" y="2180272"/>
              <a:ext cx="108240" cy="378237"/>
            </a:xfrm>
            <a:custGeom>
              <a:avLst/>
              <a:gdLst/>
              <a:ahLst/>
              <a:cxnLst/>
              <a:rect l="l" t="t" r="r" b="b"/>
              <a:pathLst>
                <a:path w="8543" h="37890" extrusionOk="0">
                  <a:moveTo>
                    <a:pt x="607" y="1"/>
                  </a:moveTo>
                  <a:cubicBezTo>
                    <a:pt x="263" y="1"/>
                    <a:pt x="1" y="263"/>
                    <a:pt x="1" y="607"/>
                  </a:cubicBezTo>
                  <a:lnTo>
                    <a:pt x="1" y="37270"/>
                  </a:lnTo>
                  <a:cubicBezTo>
                    <a:pt x="1" y="37614"/>
                    <a:pt x="263"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379" name="Google Shape;5379;p64"/>
            <p:cNvSpPr/>
            <p:nvPr/>
          </p:nvSpPr>
          <p:spPr>
            <a:xfrm>
              <a:off x="5078456" y="2180272"/>
              <a:ext cx="108240" cy="378237"/>
            </a:xfrm>
            <a:custGeom>
              <a:avLst/>
              <a:gdLst/>
              <a:ahLst/>
              <a:cxnLst/>
              <a:rect l="l" t="t" r="r" b="b"/>
              <a:pathLst>
                <a:path w="8543" h="37890" extrusionOk="0">
                  <a:moveTo>
                    <a:pt x="620" y="1"/>
                  </a:moveTo>
                  <a:cubicBezTo>
                    <a:pt x="276" y="1"/>
                    <a:pt x="0" y="277"/>
                    <a:pt x="0" y="607"/>
                  </a:cubicBezTo>
                  <a:lnTo>
                    <a:pt x="0" y="37270"/>
                  </a:lnTo>
                  <a:cubicBezTo>
                    <a:pt x="0" y="37614"/>
                    <a:pt x="276" y="37890"/>
                    <a:pt x="620" y="37890"/>
                  </a:cubicBezTo>
                  <a:lnTo>
                    <a:pt x="7936" y="37890"/>
                  </a:lnTo>
                  <a:cubicBezTo>
                    <a:pt x="8267" y="37890"/>
                    <a:pt x="8542" y="37614"/>
                    <a:pt x="8542" y="37270"/>
                  </a:cubicBezTo>
                  <a:lnTo>
                    <a:pt x="8542" y="607"/>
                  </a:lnTo>
                  <a:cubicBezTo>
                    <a:pt x="8542" y="277"/>
                    <a:pt x="8267" y="1"/>
                    <a:pt x="7936"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380" name="Google Shape;5380;p64"/>
            <p:cNvSpPr/>
            <p:nvPr/>
          </p:nvSpPr>
          <p:spPr>
            <a:xfrm>
              <a:off x="5222900" y="2180272"/>
              <a:ext cx="108240" cy="378237"/>
            </a:xfrm>
            <a:custGeom>
              <a:avLst/>
              <a:gdLst/>
              <a:ahLst/>
              <a:cxnLst/>
              <a:rect l="l" t="t" r="r" b="b"/>
              <a:pathLst>
                <a:path w="8543" h="37890" extrusionOk="0">
                  <a:moveTo>
                    <a:pt x="620" y="1"/>
                  </a:moveTo>
                  <a:cubicBezTo>
                    <a:pt x="276" y="1"/>
                    <a:pt x="0" y="263"/>
                    <a:pt x="0" y="607"/>
                  </a:cubicBezTo>
                  <a:lnTo>
                    <a:pt x="0" y="37270"/>
                  </a:lnTo>
                  <a:cubicBezTo>
                    <a:pt x="0" y="37614"/>
                    <a:pt x="276" y="37890"/>
                    <a:pt x="620" y="37890"/>
                  </a:cubicBezTo>
                  <a:lnTo>
                    <a:pt x="7936" y="37890"/>
                  </a:lnTo>
                  <a:cubicBezTo>
                    <a:pt x="8267" y="37890"/>
                    <a:pt x="8543" y="37614"/>
                    <a:pt x="8543" y="37270"/>
                  </a:cubicBezTo>
                  <a:lnTo>
                    <a:pt x="8543" y="607"/>
                  </a:lnTo>
                  <a:cubicBezTo>
                    <a:pt x="8543" y="263"/>
                    <a:pt x="8267" y="1"/>
                    <a:pt x="7936"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381" name="Google Shape;5381;p64"/>
            <p:cNvSpPr/>
            <p:nvPr/>
          </p:nvSpPr>
          <p:spPr>
            <a:xfrm>
              <a:off x="5367343" y="2180272"/>
              <a:ext cx="108240" cy="378237"/>
            </a:xfrm>
            <a:custGeom>
              <a:avLst/>
              <a:gdLst/>
              <a:ahLst/>
              <a:cxnLst/>
              <a:rect l="l" t="t" r="r" b="b"/>
              <a:pathLst>
                <a:path w="8543" h="37890" extrusionOk="0">
                  <a:moveTo>
                    <a:pt x="607" y="1"/>
                  </a:moveTo>
                  <a:cubicBezTo>
                    <a:pt x="276" y="1"/>
                    <a:pt x="1" y="277"/>
                    <a:pt x="1" y="607"/>
                  </a:cubicBezTo>
                  <a:lnTo>
                    <a:pt x="1" y="37270"/>
                  </a:lnTo>
                  <a:cubicBezTo>
                    <a:pt x="1" y="37614"/>
                    <a:pt x="276" y="37890"/>
                    <a:pt x="607" y="37890"/>
                  </a:cubicBezTo>
                  <a:lnTo>
                    <a:pt x="7937" y="37890"/>
                  </a:lnTo>
                  <a:cubicBezTo>
                    <a:pt x="8267" y="37890"/>
                    <a:pt x="8543" y="37614"/>
                    <a:pt x="8543" y="37270"/>
                  </a:cubicBezTo>
                  <a:lnTo>
                    <a:pt x="8543" y="607"/>
                  </a:lnTo>
                  <a:cubicBezTo>
                    <a:pt x="8543" y="277"/>
                    <a:pt x="8267" y="1"/>
                    <a:pt x="7937"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382" name="Google Shape;5382;p64"/>
            <p:cNvSpPr/>
            <p:nvPr/>
          </p:nvSpPr>
          <p:spPr>
            <a:xfrm>
              <a:off x="5511787" y="2180272"/>
              <a:ext cx="108240" cy="378097"/>
            </a:xfrm>
            <a:custGeom>
              <a:avLst/>
              <a:gdLst/>
              <a:ahLst/>
              <a:cxnLst/>
              <a:rect l="l" t="t" r="r" b="b"/>
              <a:pathLst>
                <a:path w="8543" h="37876" extrusionOk="0">
                  <a:moveTo>
                    <a:pt x="607" y="1"/>
                  </a:moveTo>
                  <a:cubicBezTo>
                    <a:pt x="276" y="1"/>
                    <a:pt x="1" y="263"/>
                    <a:pt x="1" y="607"/>
                  </a:cubicBezTo>
                  <a:lnTo>
                    <a:pt x="1" y="37270"/>
                  </a:lnTo>
                  <a:cubicBezTo>
                    <a:pt x="1" y="37614"/>
                    <a:pt x="276" y="37876"/>
                    <a:pt x="607" y="37876"/>
                  </a:cubicBezTo>
                  <a:lnTo>
                    <a:pt x="7923" y="37876"/>
                  </a:lnTo>
                  <a:cubicBezTo>
                    <a:pt x="8267" y="37876"/>
                    <a:pt x="8543" y="37614"/>
                    <a:pt x="8543" y="37270"/>
                  </a:cubicBezTo>
                  <a:lnTo>
                    <a:pt x="8543" y="607"/>
                  </a:lnTo>
                  <a:cubicBezTo>
                    <a:pt x="8543" y="263"/>
                    <a:pt x="8267" y="1"/>
                    <a:pt x="792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383" name="Google Shape;5383;p64"/>
            <p:cNvSpPr/>
            <p:nvPr/>
          </p:nvSpPr>
          <p:spPr>
            <a:xfrm>
              <a:off x="5656231" y="2180272"/>
              <a:ext cx="108252" cy="378237"/>
            </a:xfrm>
            <a:custGeom>
              <a:avLst/>
              <a:gdLst/>
              <a:ahLst/>
              <a:cxnLst/>
              <a:rect l="l" t="t" r="r" b="b"/>
              <a:pathLst>
                <a:path w="8544" h="37890" extrusionOk="0">
                  <a:moveTo>
                    <a:pt x="607" y="1"/>
                  </a:moveTo>
                  <a:cubicBezTo>
                    <a:pt x="263" y="1"/>
                    <a:pt x="1" y="277"/>
                    <a:pt x="1" y="607"/>
                  </a:cubicBezTo>
                  <a:lnTo>
                    <a:pt x="1" y="37270"/>
                  </a:lnTo>
                  <a:cubicBezTo>
                    <a:pt x="1" y="37614"/>
                    <a:pt x="263" y="37890"/>
                    <a:pt x="607" y="37890"/>
                  </a:cubicBezTo>
                  <a:lnTo>
                    <a:pt x="7923" y="37890"/>
                  </a:lnTo>
                  <a:cubicBezTo>
                    <a:pt x="8268" y="37890"/>
                    <a:pt x="8543" y="37614"/>
                    <a:pt x="8543" y="37270"/>
                  </a:cubicBezTo>
                  <a:lnTo>
                    <a:pt x="8543" y="607"/>
                  </a:lnTo>
                  <a:cubicBezTo>
                    <a:pt x="8543" y="277"/>
                    <a:pt x="8268" y="1"/>
                    <a:pt x="7923"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grpSp>
      <p:grpSp>
        <p:nvGrpSpPr>
          <p:cNvPr id="5384" name="Google Shape;5384;p64"/>
          <p:cNvGrpSpPr/>
          <p:nvPr/>
        </p:nvGrpSpPr>
        <p:grpSpPr>
          <a:xfrm>
            <a:off x="3479853" y="3914188"/>
            <a:ext cx="1854003" cy="212833"/>
            <a:chOff x="3530150" y="2790075"/>
            <a:chExt cx="1962600" cy="225300"/>
          </a:xfrm>
        </p:grpSpPr>
        <p:sp>
          <p:nvSpPr>
            <p:cNvPr id="5385" name="Google Shape;5385;p64"/>
            <p:cNvSpPr/>
            <p:nvPr/>
          </p:nvSpPr>
          <p:spPr>
            <a:xfrm>
              <a:off x="3530150" y="2790075"/>
              <a:ext cx="1962600" cy="225300"/>
            </a:xfrm>
            <a:prstGeom prst="rec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86" name="Google Shape;5386;p64"/>
            <p:cNvSpPr/>
            <p:nvPr/>
          </p:nvSpPr>
          <p:spPr>
            <a:xfrm>
              <a:off x="3530150" y="2790075"/>
              <a:ext cx="1110000" cy="225300"/>
            </a:xfrm>
            <a:prstGeom prst="rect">
              <a:avLst/>
            </a:pr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5387" name="Google Shape;5387;p64"/>
          <p:cNvGrpSpPr/>
          <p:nvPr/>
        </p:nvGrpSpPr>
        <p:grpSpPr>
          <a:xfrm>
            <a:off x="3479931" y="4285207"/>
            <a:ext cx="1882172" cy="205567"/>
            <a:chOff x="3558802" y="4011244"/>
            <a:chExt cx="1866000" cy="111600"/>
          </a:xfrm>
        </p:grpSpPr>
        <p:sp>
          <p:nvSpPr>
            <p:cNvPr id="5388" name="Google Shape;5388;p64"/>
            <p:cNvSpPr/>
            <p:nvPr/>
          </p:nvSpPr>
          <p:spPr>
            <a:xfrm rot="5400000" flipH="1">
              <a:off x="4436152" y="3134077"/>
              <a:ext cx="111300" cy="1866000"/>
            </a:xfrm>
            <a:prstGeom prst="round2SameRect">
              <a:avLst>
                <a:gd name="adj1" fmla="val 50000"/>
                <a:gd name="adj2" fmla="val 50000"/>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89" name="Google Shape;5389;p64"/>
            <p:cNvSpPr/>
            <p:nvPr/>
          </p:nvSpPr>
          <p:spPr>
            <a:xfrm rot="5400000" flipH="1">
              <a:off x="4157232" y="3412894"/>
              <a:ext cx="111600" cy="1308300"/>
            </a:xfrm>
            <a:prstGeom prst="round2SameRect">
              <a:avLst>
                <a:gd name="adj1" fmla="val 50000"/>
                <a:gd name="adj2" fmla="val 50000"/>
              </a:avLst>
            </a:pr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5390" name="Google Shape;5390;p64"/>
          <p:cNvGrpSpPr/>
          <p:nvPr/>
        </p:nvGrpSpPr>
        <p:grpSpPr>
          <a:xfrm>
            <a:off x="3480314" y="3225968"/>
            <a:ext cx="1844671" cy="159681"/>
            <a:chOff x="3465975" y="2270258"/>
            <a:chExt cx="1986364" cy="171947"/>
          </a:xfrm>
        </p:grpSpPr>
        <p:sp>
          <p:nvSpPr>
            <p:cNvPr id="5391" name="Google Shape;5391;p64"/>
            <p:cNvSpPr/>
            <p:nvPr/>
          </p:nvSpPr>
          <p:spPr>
            <a:xfrm rot="-5400000">
              <a:off x="3725184" y="2270305"/>
              <a:ext cx="171900" cy="171900"/>
            </a:xfrm>
            <a:prstGeom prst="ellipse">
              <a:avLst/>
            </a:prstGeom>
            <a:solidFill>
              <a:srgbClr val="5F7D95"/>
            </a:solidFill>
            <a:ln w="19050" cap="flat" cmpd="sng">
              <a:solidFill>
                <a:srgbClr val="5F7D95"/>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392" name="Google Shape;5392;p64"/>
            <p:cNvSpPr/>
            <p:nvPr/>
          </p:nvSpPr>
          <p:spPr>
            <a:xfrm rot="-5400000">
              <a:off x="3984394" y="2270305"/>
              <a:ext cx="171900" cy="171900"/>
            </a:xfrm>
            <a:prstGeom prst="ellipse">
              <a:avLst/>
            </a:prstGeom>
            <a:solidFill>
              <a:srgbClr val="5F7D95"/>
            </a:solidFill>
            <a:ln w="19050" cap="flat" cmpd="sng">
              <a:solidFill>
                <a:srgbClr val="5F7D95"/>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393" name="Google Shape;5393;p64"/>
            <p:cNvSpPr/>
            <p:nvPr/>
          </p:nvSpPr>
          <p:spPr>
            <a:xfrm rot="-5400000">
              <a:off x="4243603" y="2270305"/>
              <a:ext cx="171900" cy="171900"/>
            </a:xfrm>
            <a:prstGeom prst="ellipse">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94" name="Google Shape;5394;p64"/>
            <p:cNvSpPr/>
            <p:nvPr/>
          </p:nvSpPr>
          <p:spPr>
            <a:xfrm rot="-5400000">
              <a:off x="4502812" y="2270305"/>
              <a:ext cx="171900" cy="171900"/>
            </a:xfrm>
            <a:prstGeom prst="ellipse">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95" name="Google Shape;5395;p64"/>
            <p:cNvSpPr/>
            <p:nvPr/>
          </p:nvSpPr>
          <p:spPr>
            <a:xfrm rot="-5400000">
              <a:off x="4762021" y="2270305"/>
              <a:ext cx="171900" cy="171900"/>
            </a:xfrm>
            <a:prstGeom prst="ellipse">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96" name="Google Shape;5396;p64"/>
            <p:cNvSpPr/>
            <p:nvPr/>
          </p:nvSpPr>
          <p:spPr>
            <a:xfrm rot="-5400000">
              <a:off x="3465975" y="2270305"/>
              <a:ext cx="171900" cy="171900"/>
            </a:xfrm>
            <a:prstGeom prst="ellipse">
              <a:avLst/>
            </a:prstGeom>
            <a:solidFill>
              <a:srgbClr val="5F7D95"/>
            </a:solidFill>
            <a:ln w="19050" cap="flat" cmpd="sng">
              <a:solidFill>
                <a:srgbClr val="5F7D95"/>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397" name="Google Shape;5397;p64"/>
            <p:cNvSpPr/>
            <p:nvPr/>
          </p:nvSpPr>
          <p:spPr>
            <a:xfrm rot="-5400000">
              <a:off x="5021230" y="2270258"/>
              <a:ext cx="171900" cy="171900"/>
            </a:xfrm>
            <a:prstGeom prst="ellipse">
              <a:avLst/>
            </a:prstGeom>
            <a:solidFill>
              <a:srgbClr val="CFD9E0"/>
            </a:solidFill>
            <a:ln>
              <a:noFill/>
            </a:ln>
          </p:spPr>
          <p:txBody>
            <a:bodyPr spcFirstLastPara="1" wrap="square" lIns="121900" tIns="121900" rIns="121900" bIns="121900" anchor="ctr" anchorCtr="0">
              <a:noAutofit/>
            </a:bodyPr>
            <a:lstStyle/>
            <a:p>
              <a:endParaRPr sz="2400"/>
            </a:p>
          </p:txBody>
        </p:sp>
        <p:sp>
          <p:nvSpPr>
            <p:cNvPr id="5398" name="Google Shape;5398;p64"/>
            <p:cNvSpPr/>
            <p:nvPr/>
          </p:nvSpPr>
          <p:spPr>
            <a:xfrm rot="-5400000">
              <a:off x="5280440" y="2270258"/>
              <a:ext cx="171900" cy="171900"/>
            </a:xfrm>
            <a:prstGeom prst="ellipse">
              <a:avLst/>
            </a:prstGeom>
            <a:solidFill>
              <a:srgbClr val="CFD9E0"/>
            </a:solidFill>
            <a:ln>
              <a:noFill/>
            </a:ln>
          </p:spPr>
          <p:txBody>
            <a:bodyPr spcFirstLastPara="1" wrap="square" lIns="121900" tIns="121900" rIns="121900" bIns="121900" anchor="ctr" anchorCtr="0">
              <a:noAutofit/>
            </a:bodyPr>
            <a:lstStyle/>
            <a:p>
              <a:endParaRPr sz="2400"/>
            </a:p>
          </p:txBody>
        </p:sp>
      </p:grpSp>
      <p:grpSp>
        <p:nvGrpSpPr>
          <p:cNvPr id="5399" name="Google Shape;5399;p64"/>
          <p:cNvGrpSpPr/>
          <p:nvPr/>
        </p:nvGrpSpPr>
        <p:grpSpPr>
          <a:xfrm>
            <a:off x="3494992" y="5044331"/>
            <a:ext cx="1826041" cy="260613"/>
            <a:chOff x="723300" y="4253549"/>
            <a:chExt cx="2276482" cy="324900"/>
          </a:xfrm>
        </p:grpSpPr>
        <p:sp>
          <p:nvSpPr>
            <p:cNvPr id="5400" name="Google Shape;5400;p64"/>
            <p:cNvSpPr/>
            <p:nvPr/>
          </p:nvSpPr>
          <p:spPr>
            <a:xfrm>
              <a:off x="723300" y="4253549"/>
              <a:ext cx="341700" cy="324900"/>
            </a:xfrm>
            <a:prstGeom prst="star5">
              <a:avLst>
                <a:gd name="adj" fmla="val 19098"/>
                <a:gd name="hf" fmla="val 105146"/>
                <a:gd name="vf" fmla="val 110557"/>
              </a:avLst>
            </a:prstGeom>
            <a:solidFill>
              <a:srgbClr val="869FB1"/>
            </a:solidFill>
            <a:ln>
              <a:noFill/>
            </a:ln>
          </p:spPr>
          <p:txBody>
            <a:bodyPr spcFirstLastPara="1" wrap="square" lIns="121900" tIns="121900" rIns="121900" bIns="121900" anchor="ctr" anchorCtr="0">
              <a:noAutofit/>
            </a:bodyPr>
            <a:lstStyle/>
            <a:p>
              <a:endParaRPr sz="2400"/>
            </a:p>
          </p:txBody>
        </p:sp>
        <p:sp>
          <p:nvSpPr>
            <p:cNvPr id="5401" name="Google Shape;5401;p64"/>
            <p:cNvSpPr/>
            <p:nvPr/>
          </p:nvSpPr>
          <p:spPr>
            <a:xfrm>
              <a:off x="1206995" y="4253549"/>
              <a:ext cx="341700" cy="324900"/>
            </a:xfrm>
            <a:prstGeom prst="star5">
              <a:avLst>
                <a:gd name="adj" fmla="val 19098"/>
                <a:gd name="hf" fmla="val 105146"/>
                <a:gd name="vf" fmla="val 110557"/>
              </a:avLst>
            </a:prstGeom>
            <a:solidFill>
              <a:srgbClr val="869FB1"/>
            </a:solidFill>
            <a:ln>
              <a:noFill/>
            </a:ln>
          </p:spPr>
          <p:txBody>
            <a:bodyPr spcFirstLastPara="1" wrap="square" lIns="121900" tIns="121900" rIns="121900" bIns="121900" anchor="ctr" anchorCtr="0">
              <a:noAutofit/>
            </a:bodyPr>
            <a:lstStyle/>
            <a:p>
              <a:endParaRPr sz="2400"/>
            </a:p>
          </p:txBody>
        </p:sp>
        <p:sp>
          <p:nvSpPr>
            <p:cNvPr id="5402" name="Google Shape;5402;p64"/>
            <p:cNvSpPr/>
            <p:nvPr/>
          </p:nvSpPr>
          <p:spPr>
            <a:xfrm>
              <a:off x="1690691" y="4253549"/>
              <a:ext cx="341700" cy="324900"/>
            </a:xfrm>
            <a:prstGeom prst="star5">
              <a:avLst>
                <a:gd name="adj" fmla="val 19098"/>
                <a:gd name="hf" fmla="val 105146"/>
                <a:gd name="vf" fmla="val 110557"/>
              </a:avLst>
            </a:prstGeom>
            <a:solidFill>
              <a:srgbClr val="869FB1"/>
            </a:solidFill>
            <a:ln>
              <a:noFill/>
            </a:ln>
          </p:spPr>
          <p:txBody>
            <a:bodyPr spcFirstLastPara="1" wrap="square" lIns="121900" tIns="121900" rIns="121900" bIns="121900" anchor="ctr" anchorCtr="0">
              <a:noAutofit/>
            </a:bodyPr>
            <a:lstStyle/>
            <a:p>
              <a:endParaRPr sz="2400"/>
            </a:p>
          </p:txBody>
        </p:sp>
        <p:sp>
          <p:nvSpPr>
            <p:cNvPr id="5403" name="Google Shape;5403;p64"/>
            <p:cNvSpPr/>
            <p:nvPr/>
          </p:nvSpPr>
          <p:spPr>
            <a:xfrm>
              <a:off x="2174386" y="4253549"/>
              <a:ext cx="341700" cy="324900"/>
            </a:xfrm>
            <a:prstGeom prst="star5">
              <a:avLst>
                <a:gd name="adj" fmla="val 19098"/>
                <a:gd name="hf" fmla="val 105146"/>
                <a:gd name="vf" fmla="val 110557"/>
              </a:avLst>
            </a:prstGeom>
            <a:solidFill>
              <a:srgbClr val="869FB1"/>
            </a:solidFill>
            <a:ln>
              <a:noFill/>
            </a:ln>
          </p:spPr>
          <p:txBody>
            <a:bodyPr spcFirstLastPara="1" wrap="square" lIns="121900" tIns="121900" rIns="121900" bIns="121900" anchor="ctr" anchorCtr="0">
              <a:noAutofit/>
            </a:bodyPr>
            <a:lstStyle/>
            <a:p>
              <a:endParaRPr sz="2400"/>
            </a:p>
          </p:txBody>
        </p:sp>
        <p:sp>
          <p:nvSpPr>
            <p:cNvPr id="5404" name="Google Shape;5404;p64"/>
            <p:cNvSpPr/>
            <p:nvPr/>
          </p:nvSpPr>
          <p:spPr>
            <a:xfrm>
              <a:off x="2658082" y="4253549"/>
              <a:ext cx="341700" cy="324900"/>
            </a:xfrm>
            <a:prstGeom prst="star5">
              <a:avLst>
                <a:gd name="adj" fmla="val 19098"/>
                <a:gd name="hf" fmla="val 105146"/>
                <a:gd name="vf" fmla="val 110557"/>
              </a:avLst>
            </a:prstGeom>
            <a:solidFill>
              <a:srgbClr val="CFD9E0"/>
            </a:solidFill>
            <a:ln>
              <a:noFill/>
            </a:ln>
          </p:spPr>
          <p:txBody>
            <a:bodyPr spcFirstLastPara="1" wrap="square" lIns="121900" tIns="121900" rIns="121900" bIns="121900" anchor="ctr" anchorCtr="0">
              <a:noAutofit/>
            </a:bodyPr>
            <a:lstStyle/>
            <a:p>
              <a:endParaRPr sz="2400"/>
            </a:p>
          </p:txBody>
        </p:sp>
      </p:grpSp>
      <p:grpSp>
        <p:nvGrpSpPr>
          <p:cNvPr id="5405" name="Google Shape;5405;p64"/>
          <p:cNvGrpSpPr/>
          <p:nvPr/>
        </p:nvGrpSpPr>
        <p:grpSpPr>
          <a:xfrm>
            <a:off x="3481071" y="4645986"/>
            <a:ext cx="1852088" cy="240159"/>
            <a:chOff x="705948" y="3788465"/>
            <a:chExt cx="2308953" cy="299400"/>
          </a:xfrm>
        </p:grpSpPr>
        <p:sp>
          <p:nvSpPr>
            <p:cNvPr id="5406" name="Google Shape;5406;p64"/>
            <p:cNvSpPr/>
            <p:nvPr/>
          </p:nvSpPr>
          <p:spPr>
            <a:xfrm>
              <a:off x="705948" y="3788465"/>
              <a:ext cx="335400" cy="299400"/>
            </a:xfrm>
            <a:prstGeom prst="heart">
              <a:avLst/>
            </a:prstGeom>
            <a:solidFill>
              <a:srgbClr val="869FB1"/>
            </a:solidFill>
            <a:ln>
              <a:noFill/>
            </a:ln>
          </p:spPr>
          <p:txBody>
            <a:bodyPr spcFirstLastPara="1" wrap="square" lIns="121900" tIns="121900" rIns="121900" bIns="121900" anchor="ctr" anchorCtr="0">
              <a:noAutofit/>
            </a:bodyPr>
            <a:lstStyle/>
            <a:p>
              <a:endParaRPr sz="2400"/>
            </a:p>
          </p:txBody>
        </p:sp>
        <p:sp>
          <p:nvSpPr>
            <p:cNvPr id="5407" name="Google Shape;5407;p64"/>
            <p:cNvSpPr/>
            <p:nvPr/>
          </p:nvSpPr>
          <p:spPr>
            <a:xfrm>
              <a:off x="1209923" y="3788465"/>
              <a:ext cx="335400" cy="299400"/>
            </a:xfrm>
            <a:prstGeom prst="heart">
              <a:avLst/>
            </a:prstGeom>
            <a:solidFill>
              <a:srgbClr val="869FB1"/>
            </a:solidFill>
            <a:ln>
              <a:noFill/>
            </a:ln>
          </p:spPr>
          <p:txBody>
            <a:bodyPr spcFirstLastPara="1" wrap="square" lIns="121900" tIns="121900" rIns="121900" bIns="121900" anchor="ctr" anchorCtr="0">
              <a:noAutofit/>
            </a:bodyPr>
            <a:lstStyle/>
            <a:p>
              <a:endParaRPr sz="2400"/>
            </a:p>
          </p:txBody>
        </p:sp>
        <p:sp>
          <p:nvSpPr>
            <p:cNvPr id="5408" name="Google Shape;5408;p64"/>
            <p:cNvSpPr/>
            <p:nvPr/>
          </p:nvSpPr>
          <p:spPr>
            <a:xfrm>
              <a:off x="1713905" y="3788465"/>
              <a:ext cx="335400" cy="299400"/>
            </a:xfrm>
            <a:prstGeom prst="heart">
              <a:avLst/>
            </a:prstGeom>
            <a:solidFill>
              <a:srgbClr val="869FB1"/>
            </a:solidFill>
            <a:ln>
              <a:noFill/>
            </a:ln>
          </p:spPr>
          <p:txBody>
            <a:bodyPr spcFirstLastPara="1" wrap="square" lIns="121900" tIns="121900" rIns="121900" bIns="121900" anchor="ctr" anchorCtr="0">
              <a:noAutofit/>
            </a:bodyPr>
            <a:lstStyle/>
            <a:p>
              <a:endParaRPr sz="2400"/>
            </a:p>
          </p:txBody>
        </p:sp>
        <p:sp>
          <p:nvSpPr>
            <p:cNvPr id="5409" name="Google Shape;5409;p64"/>
            <p:cNvSpPr/>
            <p:nvPr/>
          </p:nvSpPr>
          <p:spPr>
            <a:xfrm>
              <a:off x="2189639" y="3788465"/>
              <a:ext cx="335400" cy="299400"/>
            </a:xfrm>
            <a:prstGeom prst="heart">
              <a:avLst/>
            </a:prstGeom>
            <a:solidFill>
              <a:srgbClr val="CFD9E0"/>
            </a:solidFill>
            <a:ln>
              <a:noFill/>
            </a:ln>
          </p:spPr>
          <p:txBody>
            <a:bodyPr spcFirstLastPara="1" wrap="square" lIns="121900" tIns="121900" rIns="121900" bIns="121900" anchor="ctr" anchorCtr="0">
              <a:noAutofit/>
            </a:bodyPr>
            <a:lstStyle/>
            <a:p>
              <a:endParaRPr sz="2400"/>
            </a:p>
          </p:txBody>
        </p:sp>
        <p:sp>
          <p:nvSpPr>
            <p:cNvPr id="5410" name="Google Shape;5410;p64"/>
            <p:cNvSpPr/>
            <p:nvPr/>
          </p:nvSpPr>
          <p:spPr>
            <a:xfrm>
              <a:off x="2679500" y="3788465"/>
              <a:ext cx="335400" cy="299400"/>
            </a:xfrm>
            <a:prstGeom prst="heart">
              <a:avLst/>
            </a:prstGeom>
            <a:solidFill>
              <a:srgbClr val="CFD9E0"/>
            </a:solidFill>
            <a:ln>
              <a:noFill/>
            </a:ln>
          </p:spPr>
          <p:txBody>
            <a:bodyPr spcFirstLastPara="1" wrap="square" lIns="121900" tIns="121900" rIns="121900" bIns="121900" anchor="ctr" anchorCtr="0">
              <a:noAutofit/>
            </a:bodyPr>
            <a:lstStyle/>
            <a:p>
              <a:endParaRPr sz="2400"/>
            </a:p>
          </p:txBody>
        </p:sp>
      </p:grpSp>
      <p:grpSp>
        <p:nvGrpSpPr>
          <p:cNvPr id="5411" name="Google Shape;5411;p64"/>
          <p:cNvGrpSpPr/>
          <p:nvPr/>
        </p:nvGrpSpPr>
        <p:grpSpPr>
          <a:xfrm>
            <a:off x="5610393" y="2784591"/>
            <a:ext cx="1911761" cy="255335"/>
            <a:chOff x="4273350" y="2088443"/>
            <a:chExt cx="1433821" cy="191501"/>
          </a:xfrm>
        </p:grpSpPr>
        <p:grpSp>
          <p:nvGrpSpPr>
            <p:cNvPr id="5412" name="Google Shape;5412;p64"/>
            <p:cNvGrpSpPr/>
            <p:nvPr/>
          </p:nvGrpSpPr>
          <p:grpSpPr>
            <a:xfrm>
              <a:off x="4273350" y="2088443"/>
              <a:ext cx="1433821" cy="0"/>
              <a:chOff x="5224975" y="2962250"/>
              <a:chExt cx="1544400" cy="0"/>
            </a:xfrm>
          </p:grpSpPr>
          <p:cxnSp>
            <p:nvCxnSpPr>
              <p:cNvPr id="5413" name="Google Shape;5413;p64"/>
              <p:cNvCxnSpPr/>
              <p:nvPr/>
            </p:nvCxnSpPr>
            <p:spPr>
              <a:xfrm>
                <a:off x="5224975" y="2962250"/>
                <a:ext cx="1544400" cy="0"/>
              </a:xfrm>
              <a:prstGeom prst="straightConnector1">
                <a:avLst/>
              </a:prstGeom>
              <a:noFill/>
              <a:ln w="19050" cap="flat" cmpd="sng">
                <a:solidFill>
                  <a:srgbClr val="E3E9ED"/>
                </a:solidFill>
                <a:prstDash val="solid"/>
                <a:round/>
                <a:headEnd type="none" w="med" len="med"/>
                <a:tailEnd type="none" w="med" len="med"/>
              </a:ln>
            </p:spPr>
          </p:cxnSp>
          <p:cxnSp>
            <p:nvCxnSpPr>
              <p:cNvPr id="5414" name="Google Shape;5414;p64"/>
              <p:cNvCxnSpPr/>
              <p:nvPr/>
            </p:nvCxnSpPr>
            <p:spPr>
              <a:xfrm>
                <a:off x="5225150" y="2962250"/>
                <a:ext cx="453300" cy="0"/>
              </a:xfrm>
              <a:prstGeom prst="straightConnector1">
                <a:avLst/>
              </a:prstGeom>
              <a:noFill/>
              <a:ln w="19050" cap="flat" cmpd="sng">
                <a:solidFill>
                  <a:srgbClr val="7994A9"/>
                </a:solidFill>
                <a:prstDash val="solid"/>
                <a:round/>
                <a:headEnd type="none" w="med" len="med"/>
                <a:tailEnd type="oval" w="med" len="med"/>
              </a:ln>
            </p:spPr>
          </p:cxnSp>
        </p:grpSp>
        <p:grpSp>
          <p:nvGrpSpPr>
            <p:cNvPr id="5415" name="Google Shape;5415;p64"/>
            <p:cNvGrpSpPr/>
            <p:nvPr/>
          </p:nvGrpSpPr>
          <p:grpSpPr>
            <a:xfrm>
              <a:off x="4273350" y="2279944"/>
              <a:ext cx="1433821" cy="0"/>
              <a:chOff x="5224975" y="2962250"/>
              <a:chExt cx="1544400" cy="0"/>
            </a:xfrm>
          </p:grpSpPr>
          <p:cxnSp>
            <p:nvCxnSpPr>
              <p:cNvPr id="5416" name="Google Shape;5416;p64"/>
              <p:cNvCxnSpPr/>
              <p:nvPr/>
            </p:nvCxnSpPr>
            <p:spPr>
              <a:xfrm>
                <a:off x="5224975" y="2962250"/>
                <a:ext cx="1544400" cy="0"/>
              </a:xfrm>
              <a:prstGeom prst="straightConnector1">
                <a:avLst/>
              </a:prstGeom>
              <a:noFill/>
              <a:ln w="19050" cap="flat" cmpd="sng">
                <a:solidFill>
                  <a:srgbClr val="E3E9ED"/>
                </a:solidFill>
                <a:prstDash val="solid"/>
                <a:round/>
                <a:headEnd type="none" w="med" len="med"/>
                <a:tailEnd type="none" w="med" len="med"/>
              </a:ln>
            </p:spPr>
          </p:cxnSp>
          <p:cxnSp>
            <p:nvCxnSpPr>
              <p:cNvPr id="5417" name="Google Shape;5417;p64"/>
              <p:cNvCxnSpPr/>
              <p:nvPr/>
            </p:nvCxnSpPr>
            <p:spPr>
              <a:xfrm>
                <a:off x="5225150" y="2962250"/>
                <a:ext cx="998700" cy="0"/>
              </a:xfrm>
              <a:prstGeom prst="straightConnector1">
                <a:avLst/>
              </a:prstGeom>
              <a:noFill/>
              <a:ln w="19050" cap="flat" cmpd="sng">
                <a:solidFill>
                  <a:srgbClr val="7994A9"/>
                </a:solidFill>
                <a:prstDash val="solid"/>
                <a:round/>
                <a:headEnd type="none" w="med" len="med"/>
                <a:tailEnd type="oval" w="med" len="med"/>
              </a:ln>
            </p:spPr>
          </p:cxnSp>
        </p:grpSp>
      </p:grpSp>
      <p:grpSp>
        <p:nvGrpSpPr>
          <p:cNvPr id="5418" name="Google Shape;5418;p64"/>
          <p:cNvGrpSpPr/>
          <p:nvPr/>
        </p:nvGrpSpPr>
        <p:grpSpPr>
          <a:xfrm>
            <a:off x="3544989" y="5463129"/>
            <a:ext cx="1739479" cy="392099"/>
            <a:chOff x="2658741" y="4097347"/>
            <a:chExt cx="1304609" cy="294074"/>
          </a:xfrm>
        </p:grpSpPr>
        <p:grpSp>
          <p:nvGrpSpPr>
            <p:cNvPr id="5419" name="Google Shape;5419;p64"/>
            <p:cNvGrpSpPr/>
            <p:nvPr/>
          </p:nvGrpSpPr>
          <p:grpSpPr>
            <a:xfrm>
              <a:off x="2658741" y="4097347"/>
              <a:ext cx="118572" cy="294074"/>
              <a:chOff x="3343310" y="4475555"/>
              <a:chExt cx="127717" cy="316753"/>
            </a:xfrm>
          </p:grpSpPr>
          <p:sp>
            <p:nvSpPr>
              <p:cNvPr id="5420" name="Google Shape;5420;p64"/>
              <p:cNvSpPr/>
              <p:nvPr/>
            </p:nvSpPr>
            <p:spPr>
              <a:xfrm>
                <a:off x="3343310" y="4535967"/>
                <a:ext cx="127717" cy="256341"/>
              </a:xfrm>
              <a:custGeom>
                <a:avLst/>
                <a:gdLst/>
                <a:ahLst/>
                <a:cxnLst/>
                <a:rect l="l" t="t" r="r" b="b"/>
                <a:pathLst>
                  <a:path w="77995" h="156544" extrusionOk="0">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spcFirstLastPara="1" wrap="square" lIns="121900" tIns="121900" rIns="121900" bIns="121900" anchor="ctr" anchorCtr="0">
                <a:noAutofit/>
              </a:bodyPr>
              <a:lstStyle/>
              <a:p>
                <a:endParaRPr sz="2400"/>
              </a:p>
            </p:txBody>
          </p:sp>
          <p:sp>
            <p:nvSpPr>
              <p:cNvPr id="5421" name="Google Shape;5421;p64"/>
              <p:cNvSpPr/>
              <p:nvPr/>
            </p:nvSpPr>
            <p:spPr>
              <a:xfrm>
                <a:off x="3381341" y="4475555"/>
                <a:ext cx="52189" cy="52135"/>
              </a:xfrm>
              <a:custGeom>
                <a:avLst/>
                <a:gdLst/>
                <a:ahLst/>
                <a:cxnLst/>
                <a:rect l="l" t="t" r="r" b="b"/>
                <a:pathLst>
                  <a:path w="31871" h="31838" extrusionOk="0">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spcFirstLastPara="1" wrap="square" lIns="121900" tIns="121900" rIns="121900" bIns="121900" anchor="ctr" anchorCtr="0">
                <a:noAutofit/>
              </a:bodyPr>
              <a:lstStyle/>
              <a:p>
                <a:endParaRPr sz="2400"/>
              </a:p>
            </p:txBody>
          </p:sp>
        </p:grpSp>
        <p:grpSp>
          <p:nvGrpSpPr>
            <p:cNvPr id="5422" name="Google Shape;5422;p64"/>
            <p:cNvGrpSpPr/>
            <p:nvPr/>
          </p:nvGrpSpPr>
          <p:grpSpPr>
            <a:xfrm>
              <a:off x="3815519" y="4098388"/>
              <a:ext cx="147831" cy="291991"/>
              <a:chOff x="3527539" y="4476677"/>
              <a:chExt cx="159232" cy="314510"/>
            </a:xfrm>
          </p:grpSpPr>
          <p:sp>
            <p:nvSpPr>
              <p:cNvPr id="5423" name="Google Shape;5423;p64"/>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5424" name="Google Shape;5424;p64"/>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5425" name="Google Shape;5425;p64"/>
            <p:cNvGrpSpPr/>
            <p:nvPr/>
          </p:nvGrpSpPr>
          <p:grpSpPr>
            <a:xfrm>
              <a:off x="3511696" y="4098388"/>
              <a:ext cx="147831" cy="291991"/>
              <a:chOff x="3527539" y="4476677"/>
              <a:chExt cx="159232" cy="314510"/>
            </a:xfrm>
          </p:grpSpPr>
          <p:sp>
            <p:nvSpPr>
              <p:cNvPr id="5426" name="Google Shape;5426;p64"/>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5427" name="Google Shape;5427;p64"/>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5428" name="Google Shape;5428;p64"/>
            <p:cNvGrpSpPr/>
            <p:nvPr/>
          </p:nvGrpSpPr>
          <p:grpSpPr>
            <a:xfrm>
              <a:off x="3207874" y="4098388"/>
              <a:ext cx="147831" cy="291991"/>
              <a:chOff x="3527539" y="4476677"/>
              <a:chExt cx="159232" cy="314510"/>
            </a:xfrm>
          </p:grpSpPr>
          <p:sp>
            <p:nvSpPr>
              <p:cNvPr id="5429" name="Google Shape;5429;p64"/>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5430" name="Google Shape;5430;p64"/>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spcFirstLastPara="1" wrap="square" lIns="121900" tIns="121900" rIns="121900" bIns="121900" anchor="ctr" anchorCtr="0">
                <a:noAutofit/>
              </a:bodyPr>
              <a:lstStyle/>
              <a:p>
                <a:endParaRPr sz="2400"/>
              </a:p>
            </p:txBody>
          </p:sp>
        </p:grpSp>
        <p:grpSp>
          <p:nvGrpSpPr>
            <p:cNvPr id="5431" name="Google Shape;5431;p64"/>
            <p:cNvGrpSpPr/>
            <p:nvPr/>
          </p:nvGrpSpPr>
          <p:grpSpPr>
            <a:xfrm>
              <a:off x="2933305" y="4097347"/>
              <a:ext cx="118572" cy="294074"/>
              <a:chOff x="3343310" y="4475555"/>
              <a:chExt cx="127717" cy="316753"/>
            </a:xfrm>
          </p:grpSpPr>
          <p:sp>
            <p:nvSpPr>
              <p:cNvPr id="5432" name="Google Shape;5432;p64"/>
              <p:cNvSpPr/>
              <p:nvPr/>
            </p:nvSpPr>
            <p:spPr>
              <a:xfrm>
                <a:off x="3343310" y="4535967"/>
                <a:ext cx="127717" cy="256341"/>
              </a:xfrm>
              <a:custGeom>
                <a:avLst/>
                <a:gdLst/>
                <a:ahLst/>
                <a:cxnLst/>
                <a:rect l="l" t="t" r="r" b="b"/>
                <a:pathLst>
                  <a:path w="77995" h="156544" extrusionOk="0">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spcFirstLastPara="1" wrap="square" lIns="121900" tIns="121900" rIns="121900" bIns="121900" anchor="ctr" anchorCtr="0">
                <a:noAutofit/>
              </a:bodyPr>
              <a:lstStyle/>
              <a:p>
                <a:endParaRPr sz="2400"/>
              </a:p>
            </p:txBody>
          </p:sp>
          <p:sp>
            <p:nvSpPr>
              <p:cNvPr id="5433" name="Google Shape;5433;p64"/>
              <p:cNvSpPr/>
              <p:nvPr/>
            </p:nvSpPr>
            <p:spPr>
              <a:xfrm>
                <a:off x="3381341" y="4475555"/>
                <a:ext cx="52189" cy="52135"/>
              </a:xfrm>
              <a:custGeom>
                <a:avLst/>
                <a:gdLst/>
                <a:ahLst/>
                <a:cxnLst/>
                <a:rect l="l" t="t" r="r" b="b"/>
                <a:pathLst>
                  <a:path w="31871" h="31838" extrusionOk="0">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spcFirstLastPara="1" wrap="square" lIns="121900" tIns="121900" rIns="121900" bIns="121900" anchor="ctr" anchorCtr="0">
                <a:noAutofit/>
              </a:bodyPr>
              <a:lstStyle/>
              <a:p>
                <a:endParaRPr sz="2400"/>
              </a:p>
            </p:txBody>
          </p:sp>
        </p:grpSp>
      </p:grpSp>
      <p:grpSp>
        <p:nvGrpSpPr>
          <p:cNvPr id="5434" name="Google Shape;5434;p64"/>
          <p:cNvGrpSpPr/>
          <p:nvPr/>
        </p:nvGrpSpPr>
        <p:grpSpPr>
          <a:xfrm>
            <a:off x="5612466" y="1568056"/>
            <a:ext cx="1907615" cy="1001649"/>
            <a:chOff x="5159450" y="1919950"/>
            <a:chExt cx="1541050" cy="862500"/>
          </a:xfrm>
        </p:grpSpPr>
        <p:sp>
          <p:nvSpPr>
            <p:cNvPr id="5435" name="Google Shape;5435;p64"/>
            <p:cNvSpPr/>
            <p:nvPr/>
          </p:nvSpPr>
          <p:spPr>
            <a:xfrm>
              <a:off x="5216414" y="2060033"/>
              <a:ext cx="1436820" cy="600250"/>
            </a:xfrm>
            <a:custGeom>
              <a:avLst/>
              <a:gdLst/>
              <a:ahLst/>
              <a:cxnLst/>
              <a:rect l="l" t="t" r="r" b="b"/>
              <a:pathLst>
                <a:path w="165771" h="69253" extrusionOk="0">
                  <a:moveTo>
                    <a:pt x="0" y="62158"/>
                  </a:moveTo>
                  <a:cubicBezTo>
                    <a:pt x="3093" y="59686"/>
                    <a:pt x="11731" y="46368"/>
                    <a:pt x="18559" y="47324"/>
                  </a:cubicBezTo>
                  <a:cubicBezTo>
                    <a:pt x="25388" y="48280"/>
                    <a:pt x="34933" y="75569"/>
                    <a:pt x="40971" y="67894"/>
                  </a:cubicBezTo>
                  <a:cubicBezTo>
                    <a:pt x="47009" y="60219"/>
                    <a:pt x="49466" y="8743"/>
                    <a:pt x="54788" y="1272"/>
                  </a:cubicBezTo>
                  <a:cubicBezTo>
                    <a:pt x="60110" y="-6199"/>
                    <a:pt x="66121" y="21612"/>
                    <a:pt x="72901" y="23070"/>
                  </a:cubicBezTo>
                  <a:cubicBezTo>
                    <a:pt x="79681" y="24528"/>
                    <a:pt x="89301" y="7131"/>
                    <a:pt x="95467" y="10022"/>
                  </a:cubicBezTo>
                  <a:cubicBezTo>
                    <a:pt x="101633" y="12913"/>
                    <a:pt x="104182" y="34714"/>
                    <a:pt x="109898" y="40416"/>
                  </a:cubicBezTo>
                  <a:cubicBezTo>
                    <a:pt x="115614" y="46118"/>
                    <a:pt x="123315" y="40320"/>
                    <a:pt x="129762" y="44234"/>
                  </a:cubicBezTo>
                  <a:cubicBezTo>
                    <a:pt x="136209" y="48148"/>
                    <a:pt x="142580" y="65416"/>
                    <a:pt x="148581" y="63902"/>
                  </a:cubicBezTo>
                  <a:cubicBezTo>
                    <a:pt x="154583" y="62388"/>
                    <a:pt x="162906" y="39942"/>
                    <a:pt x="165771" y="35150"/>
                  </a:cubicBezTo>
                </a:path>
              </a:pathLst>
            </a:custGeom>
            <a:noFill/>
            <a:ln w="19050" cap="flat" cmpd="sng">
              <a:solidFill>
                <a:srgbClr val="5F7D95"/>
              </a:solidFill>
              <a:prstDash val="solid"/>
              <a:round/>
              <a:headEnd type="oval" w="med" len="med"/>
              <a:tailEnd type="oval" w="med" len="med"/>
            </a:ln>
          </p:spPr>
        </p:sp>
        <p:grpSp>
          <p:nvGrpSpPr>
            <p:cNvPr id="5436" name="Google Shape;5436;p64"/>
            <p:cNvGrpSpPr/>
            <p:nvPr/>
          </p:nvGrpSpPr>
          <p:grpSpPr>
            <a:xfrm>
              <a:off x="5159450" y="1919950"/>
              <a:ext cx="1541050" cy="862500"/>
              <a:chOff x="5159450" y="1919950"/>
              <a:chExt cx="1541050" cy="862500"/>
            </a:xfrm>
          </p:grpSpPr>
          <p:cxnSp>
            <p:nvCxnSpPr>
              <p:cNvPr id="5437" name="Google Shape;5437;p64"/>
              <p:cNvCxnSpPr/>
              <p:nvPr/>
            </p:nvCxnSpPr>
            <p:spPr>
              <a:xfrm>
                <a:off x="5159450" y="1919950"/>
                <a:ext cx="0" cy="862500"/>
              </a:xfrm>
              <a:prstGeom prst="straightConnector1">
                <a:avLst/>
              </a:prstGeom>
              <a:noFill/>
              <a:ln w="9525" cap="flat" cmpd="sng">
                <a:solidFill>
                  <a:srgbClr val="E3E9ED"/>
                </a:solidFill>
                <a:prstDash val="solid"/>
                <a:round/>
                <a:headEnd type="none" w="med" len="med"/>
                <a:tailEnd type="none" w="med" len="med"/>
              </a:ln>
            </p:spPr>
          </p:cxnSp>
          <p:cxnSp>
            <p:nvCxnSpPr>
              <p:cNvPr id="5438" name="Google Shape;5438;p64"/>
              <p:cNvCxnSpPr/>
              <p:nvPr/>
            </p:nvCxnSpPr>
            <p:spPr>
              <a:xfrm>
                <a:off x="5161200" y="2778975"/>
                <a:ext cx="1539300" cy="0"/>
              </a:xfrm>
              <a:prstGeom prst="straightConnector1">
                <a:avLst/>
              </a:prstGeom>
              <a:noFill/>
              <a:ln w="9525" cap="flat" cmpd="sng">
                <a:solidFill>
                  <a:srgbClr val="E3E9ED"/>
                </a:solidFill>
                <a:prstDash val="solid"/>
                <a:round/>
                <a:headEnd type="none" w="med" len="med"/>
                <a:tailEnd type="none" w="med" len="med"/>
              </a:ln>
            </p:spPr>
          </p:cxnSp>
        </p:grpSp>
      </p:grpSp>
      <p:grpSp>
        <p:nvGrpSpPr>
          <p:cNvPr id="5439" name="Google Shape;5439;p64"/>
          <p:cNvGrpSpPr/>
          <p:nvPr/>
        </p:nvGrpSpPr>
        <p:grpSpPr>
          <a:xfrm>
            <a:off x="5676648" y="3253081"/>
            <a:ext cx="1779248" cy="1290552"/>
            <a:chOff x="4294923" y="2439811"/>
            <a:chExt cx="1334436" cy="967914"/>
          </a:xfrm>
        </p:grpSpPr>
        <p:grpSp>
          <p:nvGrpSpPr>
            <p:cNvPr id="5440" name="Google Shape;5440;p64"/>
            <p:cNvGrpSpPr/>
            <p:nvPr/>
          </p:nvGrpSpPr>
          <p:grpSpPr>
            <a:xfrm>
              <a:off x="4960455" y="2469658"/>
              <a:ext cx="668904" cy="885524"/>
              <a:chOff x="4960455" y="2469658"/>
              <a:chExt cx="668904" cy="885524"/>
            </a:xfrm>
          </p:grpSpPr>
          <p:sp>
            <p:nvSpPr>
              <p:cNvPr id="5441" name="Google Shape;5441;p64"/>
              <p:cNvSpPr/>
              <p:nvPr/>
            </p:nvSpPr>
            <p:spPr>
              <a:xfrm>
                <a:off x="4960455" y="3257057"/>
                <a:ext cx="668904" cy="98124"/>
              </a:xfrm>
              <a:custGeom>
                <a:avLst/>
                <a:gdLst/>
                <a:ahLst/>
                <a:cxnLst/>
                <a:rect l="l" t="t" r="r" b="b"/>
                <a:pathLst>
                  <a:path w="42851" h="6286" extrusionOk="0">
                    <a:moveTo>
                      <a:pt x="0" y="1"/>
                    </a:moveTo>
                    <a:lnTo>
                      <a:pt x="0" y="6286"/>
                    </a:lnTo>
                    <a:lnTo>
                      <a:pt x="42851" y="6286"/>
                    </a:lnTo>
                    <a:lnTo>
                      <a:pt x="42851" y="1"/>
                    </a:ln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5442" name="Google Shape;5442;p64"/>
              <p:cNvSpPr/>
              <p:nvPr/>
            </p:nvSpPr>
            <p:spPr>
              <a:xfrm>
                <a:off x="4960455" y="3099584"/>
                <a:ext cx="668904" cy="98124"/>
              </a:xfrm>
              <a:custGeom>
                <a:avLst/>
                <a:gdLst/>
                <a:ahLst/>
                <a:cxnLst/>
                <a:rect l="l" t="t" r="r" b="b"/>
                <a:pathLst>
                  <a:path w="42851" h="6286" extrusionOk="0">
                    <a:moveTo>
                      <a:pt x="0" y="0"/>
                    </a:moveTo>
                    <a:lnTo>
                      <a:pt x="0" y="6285"/>
                    </a:lnTo>
                    <a:lnTo>
                      <a:pt x="42851" y="6285"/>
                    </a:lnTo>
                    <a:lnTo>
                      <a:pt x="42851" y="0"/>
                    </a:ln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5443" name="Google Shape;5443;p64"/>
              <p:cNvSpPr/>
              <p:nvPr/>
            </p:nvSpPr>
            <p:spPr>
              <a:xfrm>
                <a:off x="4960455" y="2942094"/>
                <a:ext cx="668904" cy="98124"/>
              </a:xfrm>
              <a:custGeom>
                <a:avLst/>
                <a:gdLst/>
                <a:ahLst/>
                <a:cxnLst/>
                <a:rect l="l" t="t" r="r" b="b"/>
                <a:pathLst>
                  <a:path w="42851" h="6286" extrusionOk="0">
                    <a:moveTo>
                      <a:pt x="0" y="1"/>
                    </a:moveTo>
                    <a:lnTo>
                      <a:pt x="0" y="6286"/>
                    </a:lnTo>
                    <a:lnTo>
                      <a:pt x="42851" y="6286"/>
                    </a:lnTo>
                    <a:lnTo>
                      <a:pt x="42851" y="1"/>
                    </a:ln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5444" name="Google Shape;5444;p64"/>
              <p:cNvSpPr/>
              <p:nvPr/>
            </p:nvSpPr>
            <p:spPr>
              <a:xfrm>
                <a:off x="4960455" y="2784621"/>
                <a:ext cx="618094" cy="98124"/>
              </a:xfrm>
              <a:custGeom>
                <a:avLst/>
                <a:gdLst/>
                <a:ahLst/>
                <a:cxnLst/>
                <a:rect l="l" t="t" r="r" b="b"/>
                <a:pathLst>
                  <a:path w="39596" h="6286" extrusionOk="0">
                    <a:moveTo>
                      <a:pt x="0" y="0"/>
                    </a:moveTo>
                    <a:lnTo>
                      <a:pt x="0" y="6285"/>
                    </a:lnTo>
                    <a:lnTo>
                      <a:pt x="39596" y="6285"/>
                    </a:lnTo>
                    <a:lnTo>
                      <a:pt x="39596" y="0"/>
                    </a:ln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5445" name="Google Shape;5445;p64"/>
              <p:cNvSpPr/>
              <p:nvPr/>
            </p:nvSpPr>
            <p:spPr>
              <a:xfrm>
                <a:off x="4960455" y="2627131"/>
                <a:ext cx="516519" cy="98140"/>
              </a:xfrm>
              <a:custGeom>
                <a:avLst/>
                <a:gdLst/>
                <a:ahLst/>
                <a:cxnLst/>
                <a:rect l="l" t="t" r="r" b="b"/>
                <a:pathLst>
                  <a:path w="33089" h="6287" extrusionOk="0">
                    <a:moveTo>
                      <a:pt x="0" y="1"/>
                    </a:moveTo>
                    <a:lnTo>
                      <a:pt x="0" y="6286"/>
                    </a:lnTo>
                    <a:lnTo>
                      <a:pt x="33089" y="6286"/>
                    </a:lnTo>
                    <a:lnTo>
                      <a:pt x="33089" y="1"/>
                    </a:ln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5446" name="Google Shape;5446;p64"/>
              <p:cNvSpPr/>
              <p:nvPr/>
            </p:nvSpPr>
            <p:spPr>
              <a:xfrm>
                <a:off x="4960455" y="2469658"/>
                <a:ext cx="313293" cy="98078"/>
              </a:xfrm>
              <a:custGeom>
                <a:avLst/>
                <a:gdLst/>
                <a:ahLst/>
                <a:cxnLst/>
                <a:rect l="l" t="t" r="r" b="b"/>
                <a:pathLst>
                  <a:path w="20070" h="6283" extrusionOk="0">
                    <a:moveTo>
                      <a:pt x="0" y="1"/>
                    </a:moveTo>
                    <a:lnTo>
                      <a:pt x="0" y="6283"/>
                    </a:lnTo>
                    <a:lnTo>
                      <a:pt x="20069" y="6283"/>
                    </a:lnTo>
                    <a:lnTo>
                      <a:pt x="20069" y="1"/>
                    </a:lnTo>
                    <a:close/>
                  </a:path>
                </a:pathLst>
              </a:custGeom>
              <a:solidFill>
                <a:srgbClr val="667E92"/>
              </a:solidFill>
              <a:ln>
                <a:noFill/>
              </a:ln>
            </p:spPr>
            <p:txBody>
              <a:bodyPr spcFirstLastPara="1" wrap="square" lIns="121900" tIns="121900" rIns="121900" bIns="121900" anchor="ctr" anchorCtr="0">
                <a:noAutofit/>
              </a:bodyPr>
              <a:lstStyle/>
              <a:p>
                <a:endParaRPr sz="2400"/>
              </a:p>
            </p:txBody>
          </p:sp>
        </p:grpSp>
        <p:grpSp>
          <p:nvGrpSpPr>
            <p:cNvPr id="5447" name="Google Shape;5447;p64"/>
            <p:cNvGrpSpPr/>
            <p:nvPr/>
          </p:nvGrpSpPr>
          <p:grpSpPr>
            <a:xfrm>
              <a:off x="4294923" y="2469658"/>
              <a:ext cx="668951" cy="885524"/>
              <a:chOff x="4294923" y="2469658"/>
              <a:chExt cx="668951" cy="885524"/>
            </a:xfrm>
          </p:grpSpPr>
          <p:sp>
            <p:nvSpPr>
              <p:cNvPr id="5448" name="Google Shape;5448;p64"/>
              <p:cNvSpPr/>
              <p:nvPr/>
            </p:nvSpPr>
            <p:spPr>
              <a:xfrm>
                <a:off x="4294923" y="3257057"/>
                <a:ext cx="668951" cy="98124"/>
              </a:xfrm>
              <a:custGeom>
                <a:avLst/>
                <a:gdLst/>
                <a:ahLst/>
                <a:cxnLst/>
                <a:rect l="l" t="t" r="r" b="b"/>
                <a:pathLst>
                  <a:path w="42854" h="6286" extrusionOk="0">
                    <a:moveTo>
                      <a:pt x="0" y="1"/>
                    </a:moveTo>
                    <a:lnTo>
                      <a:pt x="0" y="6286"/>
                    </a:lnTo>
                    <a:lnTo>
                      <a:pt x="42854" y="6286"/>
                    </a:lnTo>
                    <a:lnTo>
                      <a:pt x="42854" y="1"/>
                    </a:ln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449" name="Google Shape;5449;p64"/>
              <p:cNvSpPr/>
              <p:nvPr/>
            </p:nvSpPr>
            <p:spPr>
              <a:xfrm>
                <a:off x="4294923" y="3099584"/>
                <a:ext cx="668951" cy="98124"/>
              </a:xfrm>
              <a:custGeom>
                <a:avLst/>
                <a:gdLst/>
                <a:ahLst/>
                <a:cxnLst/>
                <a:rect l="l" t="t" r="r" b="b"/>
                <a:pathLst>
                  <a:path w="42854" h="6286" extrusionOk="0">
                    <a:moveTo>
                      <a:pt x="0" y="0"/>
                    </a:moveTo>
                    <a:lnTo>
                      <a:pt x="0" y="6285"/>
                    </a:lnTo>
                    <a:lnTo>
                      <a:pt x="42854" y="6285"/>
                    </a:lnTo>
                    <a:lnTo>
                      <a:pt x="42854" y="0"/>
                    </a:ln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450" name="Google Shape;5450;p64"/>
              <p:cNvSpPr/>
              <p:nvPr/>
            </p:nvSpPr>
            <p:spPr>
              <a:xfrm>
                <a:off x="4294923" y="2942094"/>
                <a:ext cx="668951" cy="98124"/>
              </a:xfrm>
              <a:custGeom>
                <a:avLst/>
                <a:gdLst/>
                <a:ahLst/>
                <a:cxnLst/>
                <a:rect l="l" t="t" r="r" b="b"/>
                <a:pathLst>
                  <a:path w="42854" h="6286" extrusionOk="0">
                    <a:moveTo>
                      <a:pt x="0" y="1"/>
                    </a:moveTo>
                    <a:lnTo>
                      <a:pt x="0" y="6286"/>
                    </a:lnTo>
                    <a:lnTo>
                      <a:pt x="42854" y="6286"/>
                    </a:lnTo>
                    <a:lnTo>
                      <a:pt x="42854" y="1"/>
                    </a:ln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451" name="Google Shape;5451;p64"/>
              <p:cNvSpPr/>
              <p:nvPr/>
            </p:nvSpPr>
            <p:spPr>
              <a:xfrm>
                <a:off x="4447355" y="2784621"/>
                <a:ext cx="516519" cy="98124"/>
              </a:xfrm>
              <a:custGeom>
                <a:avLst/>
                <a:gdLst/>
                <a:ahLst/>
                <a:cxnLst/>
                <a:rect l="l" t="t" r="r" b="b"/>
                <a:pathLst>
                  <a:path w="33089" h="6286" extrusionOk="0">
                    <a:moveTo>
                      <a:pt x="0" y="0"/>
                    </a:moveTo>
                    <a:lnTo>
                      <a:pt x="0" y="6285"/>
                    </a:lnTo>
                    <a:lnTo>
                      <a:pt x="33089" y="6285"/>
                    </a:lnTo>
                    <a:lnTo>
                      <a:pt x="33089" y="0"/>
                    </a:ln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452" name="Google Shape;5452;p64"/>
              <p:cNvSpPr/>
              <p:nvPr/>
            </p:nvSpPr>
            <p:spPr>
              <a:xfrm>
                <a:off x="4548960" y="2627131"/>
                <a:ext cx="414914" cy="98140"/>
              </a:xfrm>
              <a:custGeom>
                <a:avLst/>
                <a:gdLst/>
                <a:ahLst/>
                <a:cxnLst/>
                <a:rect l="l" t="t" r="r" b="b"/>
                <a:pathLst>
                  <a:path w="26580" h="6287" extrusionOk="0">
                    <a:moveTo>
                      <a:pt x="1" y="1"/>
                    </a:moveTo>
                    <a:lnTo>
                      <a:pt x="1" y="6286"/>
                    </a:lnTo>
                    <a:lnTo>
                      <a:pt x="26580" y="6286"/>
                    </a:lnTo>
                    <a:lnTo>
                      <a:pt x="26580" y="1"/>
                    </a:ln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453" name="Google Shape;5453;p64"/>
              <p:cNvSpPr/>
              <p:nvPr/>
            </p:nvSpPr>
            <p:spPr>
              <a:xfrm>
                <a:off x="4650534" y="2469658"/>
                <a:ext cx="313340" cy="98078"/>
              </a:xfrm>
              <a:custGeom>
                <a:avLst/>
                <a:gdLst/>
                <a:ahLst/>
                <a:cxnLst/>
                <a:rect l="l" t="t" r="r" b="b"/>
                <a:pathLst>
                  <a:path w="20073" h="6283" extrusionOk="0">
                    <a:moveTo>
                      <a:pt x="1" y="1"/>
                    </a:moveTo>
                    <a:lnTo>
                      <a:pt x="1" y="6283"/>
                    </a:lnTo>
                    <a:lnTo>
                      <a:pt x="20073" y="6283"/>
                    </a:lnTo>
                    <a:lnTo>
                      <a:pt x="20073" y="1"/>
                    </a:lnTo>
                    <a:close/>
                  </a:path>
                </a:pathLst>
              </a:custGeom>
              <a:solidFill>
                <a:srgbClr val="CFD9E0"/>
              </a:solidFill>
              <a:ln>
                <a:noFill/>
              </a:ln>
            </p:spPr>
            <p:txBody>
              <a:bodyPr spcFirstLastPara="1" wrap="square" lIns="121900" tIns="121900" rIns="121900" bIns="121900" anchor="ctr" anchorCtr="0">
                <a:noAutofit/>
              </a:bodyPr>
              <a:lstStyle/>
              <a:p>
                <a:endParaRPr sz="2400"/>
              </a:p>
            </p:txBody>
          </p:sp>
        </p:grpSp>
        <p:sp>
          <p:nvSpPr>
            <p:cNvPr id="5454" name="Google Shape;5454;p64"/>
            <p:cNvSpPr/>
            <p:nvPr/>
          </p:nvSpPr>
          <p:spPr>
            <a:xfrm>
              <a:off x="4963437" y="2439811"/>
              <a:ext cx="16" cy="967914"/>
            </a:xfrm>
            <a:custGeom>
              <a:avLst/>
              <a:gdLst/>
              <a:ahLst/>
              <a:cxnLst/>
              <a:rect l="l" t="t" r="r" b="b"/>
              <a:pathLst>
                <a:path w="1" h="62006" fill="none" extrusionOk="0">
                  <a:moveTo>
                    <a:pt x="1" y="0"/>
                  </a:moveTo>
                  <a:lnTo>
                    <a:pt x="1" y="62006"/>
                  </a:lnTo>
                </a:path>
              </a:pathLst>
            </a:custGeom>
            <a:noFill/>
            <a:ln w="9525" cap="flat" cmpd="sng">
              <a:solidFill>
                <a:srgbClr val="F2F2F2"/>
              </a:solidFill>
              <a:prstDash val="solid"/>
              <a:miter lim="2997"/>
              <a:headEnd type="none" w="sm" len="sm"/>
              <a:tailEnd type="none" w="sm" len="sm"/>
            </a:ln>
          </p:spPr>
          <p:txBody>
            <a:bodyPr spcFirstLastPara="1" wrap="square" lIns="121900" tIns="121900" rIns="121900" bIns="121900" anchor="ctr" anchorCtr="0">
              <a:noAutofit/>
            </a:bodyPr>
            <a:lstStyle/>
            <a:p>
              <a:endParaRPr sz="2400"/>
            </a:p>
          </p:txBody>
        </p:sp>
      </p:grpSp>
      <p:grpSp>
        <p:nvGrpSpPr>
          <p:cNvPr id="5455" name="Google Shape;5455;p64"/>
          <p:cNvGrpSpPr/>
          <p:nvPr/>
        </p:nvGrpSpPr>
        <p:grpSpPr>
          <a:xfrm>
            <a:off x="5658254" y="4659009"/>
            <a:ext cx="1907932" cy="1196385"/>
            <a:chOff x="4351371" y="3547942"/>
            <a:chExt cx="1345130" cy="843475"/>
          </a:xfrm>
        </p:grpSpPr>
        <p:grpSp>
          <p:nvGrpSpPr>
            <p:cNvPr id="5456" name="Google Shape;5456;p64"/>
            <p:cNvGrpSpPr/>
            <p:nvPr/>
          </p:nvGrpSpPr>
          <p:grpSpPr>
            <a:xfrm>
              <a:off x="4351371" y="4209917"/>
              <a:ext cx="1345130" cy="181500"/>
              <a:chOff x="4351371" y="4209917"/>
              <a:chExt cx="1345130" cy="181500"/>
            </a:xfrm>
          </p:grpSpPr>
          <p:sp>
            <p:nvSpPr>
              <p:cNvPr id="5457" name="Google Shape;5457;p64"/>
              <p:cNvSpPr/>
              <p:nvPr/>
            </p:nvSpPr>
            <p:spPr>
              <a:xfrm rot="10800000">
                <a:off x="4351371" y="4209917"/>
                <a:ext cx="1281600" cy="181500"/>
              </a:xfrm>
              <a:prstGeom prst="rect">
                <a:avLst/>
              </a:prstGeom>
              <a:solidFill>
                <a:srgbClr val="435D74"/>
              </a:solidFill>
              <a:ln>
                <a:noFill/>
              </a:ln>
            </p:spPr>
            <p:txBody>
              <a:bodyPr spcFirstLastPara="1" wrap="square" lIns="121900" tIns="121900" rIns="121900" bIns="121900" anchor="ctr" anchorCtr="0">
                <a:noAutofit/>
              </a:bodyPr>
              <a:lstStyle/>
              <a:p>
                <a:endParaRPr sz="2400"/>
              </a:p>
            </p:txBody>
          </p:sp>
          <p:cxnSp>
            <p:nvCxnSpPr>
              <p:cNvPr id="5458" name="Google Shape;5458;p64"/>
              <p:cNvCxnSpPr/>
              <p:nvPr/>
            </p:nvCxnSpPr>
            <p:spPr>
              <a:xfrm>
                <a:off x="5551000" y="4298797"/>
                <a:ext cx="145500" cy="0"/>
              </a:xfrm>
              <a:prstGeom prst="straightConnector1">
                <a:avLst/>
              </a:prstGeom>
              <a:noFill/>
              <a:ln w="28575" cap="flat" cmpd="sng">
                <a:solidFill>
                  <a:srgbClr val="435D74"/>
                </a:solidFill>
                <a:prstDash val="solid"/>
                <a:round/>
                <a:headEnd type="none" w="med" len="med"/>
                <a:tailEnd type="none" w="med" len="med"/>
              </a:ln>
            </p:spPr>
          </p:cxnSp>
        </p:grpSp>
        <p:grpSp>
          <p:nvGrpSpPr>
            <p:cNvPr id="5459" name="Google Shape;5459;p64"/>
            <p:cNvGrpSpPr/>
            <p:nvPr/>
          </p:nvGrpSpPr>
          <p:grpSpPr>
            <a:xfrm>
              <a:off x="4403010" y="3985221"/>
              <a:ext cx="1109518" cy="181500"/>
              <a:chOff x="4403010" y="3985221"/>
              <a:chExt cx="1109518" cy="181500"/>
            </a:xfrm>
          </p:grpSpPr>
          <p:sp>
            <p:nvSpPr>
              <p:cNvPr id="5460" name="Google Shape;5460;p64"/>
              <p:cNvSpPr/>
              <p:nvPr/>
            </p:nvSpPr>
            <p:spPr>
              <a:xfrm rot="10800000">
                <a:off x="4471829" y="3985221"/>
                <a:ext cx="1040700" cy="181500"/>
              </a:xfrm>
              <a:prstGeom prst="rect">
                <a:avLst/>
              </a:prstGeom>
              <a:solidFill>
                <a:srgbClr val="5F7D95"/>
              </a:solidFill>
              <a:ln>
                <a:noFill/>
              </a:ln>
            </p:spPr>
            <p:txBody>
              <a:bodyPr spcFirstLastPara="1" wrap="square" lIns="121900" tIns="121900" rIns="121900" bIns="121900" anchor="ctr" anchorCtr="0">
                <a:noAutofit/>
              </a:bodyPr>
              <a:lstStyle/>
              <a:p>
                <a:endParaRPr sz="2400"/>
              </a:p>
            </p:txBody>
          </p:sp>
          <p:cxnSp>
            <p:nvCxnSpPr>
              <p:cNvPr id="5461" name="Google Shape;5461;p64"/>
              <p:cNvCxnSpPr/>
              <p:nvPr/>
            </p:nvCxnSpPr>
            <p:spPr>
              <a:xfrm>
                <a:off x="4403010" y="4075993"/>
                <a:ext cx="145500" cy="0"/>
              </a:xfrm>
              <a:prstGeom prst="straightConnector1">
                <a:avLst/>
              </a:prstGeom>
              <a:noFill/>
              <a:ln w="28575" cap="flat" cmpd="sng">
                <a:solidFill>
                  <a:srgbClr val="5F7D95"/>
                </a:solidFill>
                <a:prstDash val="solid"/>
                <a:round/>
                <a:headEnd type="none" w="med" len="med"/>
                <a:tailEnd type="none" w="med" len="med"/>
              </a:ln>
            </p:spPr>
          </p:cxnSp>
        </p:grpSp>
        <p:grpSp>
          <p:nvGrpSpPr>
            <p:cNvPr id="5462" name="Google Shape;5462;p64"/>
            <p:cNvGrpSpPr/>
            <p:nvPr/>
          </p:nvGrpSpPr>
          <p:grpSpPr>
            <a:xfrm>
              <a:off x="4618704" y="3766582"/>
              <a:ext cx="807858" cy="181500"/>
              <a:chOff x="4618704" y="3766582"/>
              <a:chExt cx="807858" cy="181500"/>
            </a:xfrm>
          </p:grpSpPr>
          <p:sp>
            <p:nvSpPr>
              <p:cNvPr id="5463" name="Google Shape;5463;p64"/>
              <p:cNvSpPr/>
              <p:nvPr/>
            </p:nvSpPr>
            <p:spPr>
              <a:xfrm rot="10800000">
                <a:off x="4618704" y="3766582"/>
                <a:ext cx="747000" cy="181500"/>
              </a:xfrm>
              <a:prstGeom prst="rect">
                <a:avLst/>
              </a:prstGeom>
              <a:solidFill>
                <a:srgbClr val="869FB2"/>
              </a:solidFill>
              <a:ln>
                <a:noFill/>
              </a:ln>
            </p:spPr>
            <p:txBody>
              <a:bodyPr spcFirstLastPara="1" wrap="square" lIns="121900" tIns="121900" rIns="121900" bIns="121900" anchor="ctr" anchorCtr="0">
                <a:noAutofit/>
              </a:bodyPr>
              <a:lstStyle/>
              <a:p>
                <a:endParaRPr sz="2400"/>
              </a:p>
            </p:txBody>
          </p:sp>
          <p:cxnSp>
            <p:nvCxnSpPr>
              <p:cNvPr id="5464" name="Google Shape;5464;p64"/>
              <p:cNvCxnSpPr/>
              <p:nvPr/>
            </p:nvCxnSpPr>
            <p:spPr>
              <a:xfrm>
                <a:off x="5281062" y="3855291"/>
                <a:ext cx="145500" cy="0"/>
              </a:xfrm>
              <a:prstGeom prst="straightConnector1">
                <a:avLst/>
              </a:prstGeom>
              <a:noFill/>
              <a:ln w="28575" cap="flat" cmpd="sng">
                <a:solidFill>
                  <a:srgbClr val="869FB2"/>
                </a:solidFill>
                <a:prstDash val="solid"/>
                <a:round/>
                <a:headEnd type="none" w="med" len="med"/>
                <a:tailEnd type="none" w="med" len="med"/>
              </a:ln>
            </p:spPr>
          </p:cxnSp>
        </p:grpSp>
        <p:grpSp>
          <p:nvGrpSpPr>
            <p:cNvPr id="5465" name="Google Shape;5465;p64"/>
            <p:cNvGrpSpPr/>
            <p:nvPr/>
          </p:nvGrpSpPr>
          <p:grpSpPr>
            <a:xfrm>
              <a:off x="4735238" y="3547942"/>
              <a:ext cx="462839" cy="181500"/>
              <a:chOff x="4735238" y="3547942"/>
              <a:chExt cx="462839" cy="181500"/>
            </a:xfrm>
          </p:grpSpPr>
          <p:sp>
            <p:nvSpPr>
              <p:cNvPr id="5466" name="Google Shape;5466;p64"/>
              <p:cNvSpPr/>
              <p:nvPr/>
            </p:nvSpPr>
            <p:spPr>
              <a:xfrm rot="10800000">
                <a:off x="4786477" y="3547942"/>
                <a:ext cx="411600" cy="181500"/>
              </a:xfrm>
              <a:prstGeom prst="rect">
                <a:avLst/>
              </a:prstGeom>
              <a:solidFill>
                <a:srgbClr val="BAC8D3"/>
              </a:solidFill>
              <a:ln>
                <a:noFill/>
              </a:ln>
            </p:spPr>
            <p:txBody>
              <a:bodyPr spcFirstLastPara="1" wrap="square" lIns="121900" tIns="121900" rIns="121900" bIns="121900" anchor="ctr" anchorCtr="0">
                <a:noAutofit/>
              </a:bodyPr>
              <a:lstStyle/>
              <a:p>
                <a:endParaRPr sz="2400"/>
              </a:p>
            </p:txBody>
          </p:sp>
          <p:cxnSp>
            <p:nvCxnSpPr>
              <p:cNvPr id="5467" name="Google Shape;5467;p64"/>
              <p:cNvCxnSpPr/>
              <p:nvPr/>
            </p:nvCxnSpPr>
            <p:spPr>
              <a:xfrm>
                <a:off x="4735238" y="3636872"/>
                <a:ext cx="145500" cy="0"/>
              </a:xfrm>
              <a:prstGeom prst="straightConnector1">
                <a:avLst/>
              </a:prstGeom>
              <a:noFill/>
              <a:ln w="28575" cap="flat" cmpd="sng">
                <a:solidFill>
                  <a:srgbClr val="BAC8D3"/>
                </a:solidFill>
                <a:prstDash val="solid"/>
                <a:round/>
                <a:headEnd type="none" w="med" len="med"/>
                <a:tailEnd type="none" w="med" len="med"/>
              </a:ln>
            </p:spPr>
          </p:cxnSp>
        </p:grpSp>
      </p:grpSp>
      <p:grpSp>
        <p:nvGrpSpPr>
          <p:cNvPr id="5468" name="Google Shape;5468;p64"/>
          <p:cNvGrpSpPr/>
          <p:nvPr/>
        </p:nvGrpSpPr>
        <p:grpSpPr>
          <a:xfrm>
            <a:off x="9893397" y="3239441"/>
            <a:ext cx="1361273" cy="1238471"/>
            <a:chOff x="926675" y="238125"/>
            <a:chExt cx="5755100" cy="5232975"/>
          </a:xfrm>
        </p:grpSpPr>
        <p:sp>
          <p:nvSpPr>
            <p:cNvPr id="5469" name="Google Shape;5469;p64"/>
            <p:cNvSpPr/>
            <p:nvPr/>
          </p:nvSpPr>
          <p:spPr>
            <a:xfrm>
              <a:off x="2235475" y="2161100"/>
              <a:ext cx="3138650" cy="1012350"/>
            </a:xfrm>
            <a:custGeom>
              <a:avLst/>
              <a:gdLst/>
              <a:ahLst/>
              <a:cxnLst/>
              <a:rect l="l" t="t" r="r" b="b"/>
              <a:pathLst>
                <a:path w="125546" h="40494" extrusionOk="0">
                  <a:moveTo>
                    <a:pt x="22196" y="1"/>
                  </a:moveTo>
                  <a:lnTo>
                    <a:pt x="8133" y="25661"/>
                  </a:lnTo>
                  <a:lnTo>
                    <a:pt x="1" y="40494"/>
                  </a:lnTo>
                  <a:lnTo>
                    <a:pt x="125545" y="40494"/>
                  </a:lnTo>
                  <a:lnTo>
                    <a:pt x="117413" y="25661"/>
                  </a:lnTo>
                  <a:lnTo>
                    <a:pt x="103351" y="1"/>
                  </a:ln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5470" name="Google Shape;5470;p64"/>
            <p:cNvSpPr/>
            <p:nvPr/>
          </p:nvSpPr>
          <p:spPr>
            <a:xfrm>
              <a:off x="2825775" y="238125"/>
              <a:ext cx="1961900" cy="1850225"/>
            </a:xfrm>
            <a:custGeom>
              <a:avLst/>
              <a:gdLst/>
              <a:ahLst/>
              <a:cxnLst/>
              <a:rect l="l" t="t" r="r" b="b"/>
              <a:pathLst>
                <a:path w="78476" h="74009" extrusionOk="0">
                  <a:moveTo>
                    <a:pt x="39246" y="0"/>
                  </a:moveTo>
                  <a:lnTo>
                    <a:pt x="1" y="74009"/>
                  </a:lnTo>
                  <a:lnTo>
                    <a:pt x="78476" y="74009"/>
                  </a:lnTo>
                  <a:lnTo>
                    <a:pt x="39246" y="0"/>
                  </a:ln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5471" name="Google Shape;5471;p64"/>
            <p:cNvSpPr/>
            <p:nvPr/>
          </p:nvSpPr>
          <p:spPr>
            <a:xfrm>
              <a:off x="926675" y="4357100"/>
              <a:ext cx="5755100" cy="1114000"/>
            </a:xfrm>
            <a:custGeom>
              <a:avLst/>
              <a:gdLst/>
              <a:ahLst/>
              <a:cxnLst/>
              <a:rect l="l" t="t" r="r" b="b"/>
              <a:pathLst>
                <a:path w="230204" h="44560" extrusionOk="0">
                  <a:moveTo>
                    <a:pt x="25737" y="1"/>
                  </a:moveTo>
                  <a:lnTo>
                    <a:pt x="0" y="44560"/>
                  </a:lnTo>
                  <a:lnTo>
                    <a:pt x="230204" y="44560"/>
                  </a:lnTo>
                  <a:lnTo>
                    <a:pt x="204467" y="1"/>
                  </a:ln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472" name="Google Shape;5472;p64"/>
            <p:cNvSpPr/>
            <p:nvPr/>
          </p:nvSpPr>
          <p:spPr>
            <a:xfrm>
              <a:off x="1621700" y="3256600"/>
              <a:ext cx="4370050" cy="1006950"/>
            </a:xfrm>
            <a:custGeom>
              <a:avLst/>
              <a:gdLst/>
              <a:ahLst/>
              <a:cxnLst/>
              <a:rect l="l" t="t" r="r" b="b"/>
              <a:pathLst>
                <a:path w="174802" h="40278" extrusionOk="0">
                  <a:moveTo>
                    <a:pt x="22750" y="1"/>
                  </a:moveTo>
                  <a:lnTo>
                    <a:pt x="0" y="40278"/>
                  </a:lnTo>
                  <a:lnTo>
                    <a:pt x="174802" y="40278"/>
                  </a:lnTo>
                  <a:lnTo>
                    <a:pt x="152053" y="1"/>
                  </a:ln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grpSp>
        <p:nvGrpSpPr>
          <p:cNvPr id="5473" name="Google Shape;5473;p64"/>
          <p:cNvGrpSpPr/>
          <p:nvPr/>
        </p:nvGrpSpPr>
        <p:grpSpPr>
          <a:xfrm>
            <a:off x="969895" y="3771087"/>
            <a:ext cx="2260499" cy="2081116"/>
            <a:chOff x="727421" y="2828315"/>
            <a:chExt cx="1695374" cy="1560837"/>
          </a:xfrm>
        </p:grpSpPr>
        <p:grpSp>
          <p:nvGrpSpPr>
            <p:cNvPr id="5474" name="Google Shape;5474;p64"/>
            <p:cNvGrpSpPr/>
            <p:nvPr/>
          </p:nvGrpSpPr>
          <p:grpSpPr>
            <a:xfrm>
              <a:off x="727421" y="2828315"/>
              <a:ext cx="1695374" cy="1560837"/>
              <a:chOff x="734799" y="2782450"/>
              <a:chExt cx="1571100" cy="1577400"/>
            </a:xfrm>
          </p:grpSpPr>
          <p:cxnSp>
            <p:nvCxnSpPr>
              <p:cNvPr id="5475" name="Google Shape;5475;p64"/>
              <p:cNvCxnSpPr/>
              <p:nvPr/>
            </p:nvCxnSpPr>
            <p:spPr>
              <a:xfrm>
                <a:off x="743025" y="2782450"/>
                <a:ext cx="0" cy="1577400"/>
              </a:xfrm>
              <a:prstGeom prst="straightConnector1">
                <a:avLst/>
              </a:prstGeom>
              <a:noFill/>
              <a:ln w="19050" cap="flat" cmpd="sng">
                <a:solidFill>
                  <a:srgbClr val="E3E7EA"/>
                </a:solidFill>
                <a:prstDash val="solid"/>
                <a:round/>
                <a:headEnd type="none" w="med" len="med"/>
                <a:tailEnd type="none" w="med" len="med"/>
              </a:ln>
            </p:spPr>
          </p:cxnSp>
          <p:cxnSp>
            <p:nvCxnSpPr>
              <p:cNvPr id="5476" name="Google Shape;5476;p64"/>
              <p:cNvCxnSpPr/>
              <p:nvPr/>
            </p:nvCxnSpPr>
            <p:spPr>
              <a:xfrm rot="10800000">
                <a:off x="734799" y="4359850"/>
                <a:ext cx="1571100" cy="0"/>
              </a:xfrm>
              <a:prstGeom prst="straightConnector1">
                <a:avLst/>
              </a:prstGeom>
              <a:noFill/>
              <a:ln w="19050" cap="flat" cmpd="sng">
                <a:solidFill>
                  <a:srgbClr val="E3E7EA"/>
                </a:solidFill>
                <a:prstDash val="solid"/>
                <a:round/>
                <a:headEnd type="none" w="med" len="med"/>
                <a:tailEnd type="none" w="med" len="med"/>
              </a:ln>
            </p:spPr>
          </p:cxnSp>
        </p:grpSp>
        <p:grpSp>
          <p:nvGrpSpPr>
            <p:cNvPr id="5477" name="Google Shape;5477;p64"/>
            <p:cNvGrpSpPr/>
            <p:nvPr/>
          </p:nvGrpSpPr>
          <p:grpSpPr>
            <a:xfrm>
              <a:off x="819108" y="2882501"/>
              <a:ext cx="1556791" cy="1426186"/>
              <a:chOff x="819108" y="2882501"/>
              <a:chExt cx="1556791" cy="1426186"/>
            </a:xfrm>
          </p:grpSpPr>
          <p:grpSp>
            <p:nvGrpSpPr>
              <p:cNvPr id="5478" name="Google Shape;5478;p64"/>
              <p:cNvGrpSpPr/>
              <p:nvPr/>
            </p:nvGrpSpPr>
            <p:grpSpPr>
              <a:xfrm>
                <a:off x="819108" y="2882501"/>
                <a:ext cx="103104" cy="1426186"/>
                <a:chOff x="4674013" y="3100904"/>
                <a:chExt cx="122758" cy="1698043"/>
              </a:xfrm>
            </p:grpSpPr>
            <p:sp>
              <p:nvSpPr>
                <p:cNvPr id="5479" name="Google Shape;5479;p64"/>
                <p:cNvSpPr/>
                <p:nvPr/>
              </p:nvSpPr>
              <p:spPr>
                <a:xfrm>
                  <a:off x="467401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480" name="Google Shape;5480;p64"/>
                <p:cNvSpPr/>
                <p:nvPr/>
              </p:nvSpPr>
              <p:spPr>
                <a:xfrm>
                  <a:off x="467401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481" name="Google Shape;5481;p64"/>
                <p:cNvSpPr/>
                <p:nvPr/>
              </p:nvSpPr>
              <p:spPr>
                <a:xfrm>
                  <a:off x="467401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482" name="Google Shape;5482;p64"/>
                <p:cNvSpPr/>
                <p:nvPr/>
              </p:nvSpPr>
              <p:spPr>
                <a:xfrm>
                  <a:off x="467401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483" name="Google Shape;5483;p64"/>
                <p:cNvSpPr/>
                <p:nvPr/>
              </p:nvSpPr>
              <p:spPr>
                <a:xfrm>
                  <a:off x="467401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484" name="Google Shape;5484;p64"/>
                <p:cNvSpPr/>
                <p:nvPr/>
              </p:nvSpPr>
              <p:spPr>
                <a:xfrm>
                  <a:off x="467401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485" name="Google Shape;5485;p64"/>
                <p:cNvSpPr/>
                <p:nvPr/>
              </p:nvSpPr>
              <p:spPr>
                <a:xfrm>
                  <a:off x="467401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5486" name="Google Shape;5486;p64"/>
              <p:cNvGrpSpPr/>
              <p:nvPr/>
            </p:nvGrpSpPr>
            <p:grpSpPr>
              <a:xfrm>
                <a:off x="1062475" y="2882501"/>
                <a:ext cx="103104" cy="1426186"/>
                <a:chOff x="4940438" y="3100904"/>
                <a:chExt cx="122758" cy="1698043"/>
              </a:xfrm>
            </p:grpSpPr>
            <p:sp>
              <p:nvSpPr>
                <p:cNvPr id="5487" name="Google Shape;5487;p64"/>
                <p:cNvSpPr/>
                <p:nvPr/>
              </p:nvSpPr>
              <p:spPr>
                <a:xfrm>
                  <a:off x="4940438"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488" name="Google Shape;5488;p64"/>
                <p:cNvSpPr/>
                <p:nvPr/>
              </p:nvSpPr>
              <p:spPr>
                <a:xfrm>
                  <a:off x="4940438"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489" name="Google Shape;5489;p64"/>
                <p:cNvSpPr/>
                <p:nvPr/>
              </p:nvSpPr>
              <p:spPr>
                <a:xfrm>
                  <a:off x="4940438"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490" name="Google Shape;5490;p64"/>
                <p:cNvSpPr/>
                <p:nvPr/>
              </p:nvSpPr>
              <p:spPr>
                <a:xfrm>
                  <a:off x="4940438"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491" name="Google Shape;5491;p64"/>
                <p:cNvSpPr/>
                <p:nvPr/>
              </p:nvSpPr>
              <p:spPr>
                <a:xfrm>
                  <a:off x="4940438"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492" name="Google Shape;5492;p64"/>
                <p:cNvSpPr/>
                <p:nvPr/>
              </p:nvSpPr>
              <p:spPr>
                <a:xfrm>
                  <a:off x="4940438"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493" name="Google Shape;5493;p64"/>
                <p:cNvSpPr/>
                <p:nvPr/>
              </p:nvSpPr>
              <p:spPr>
                <a:xfrm>
                  <a:off x="4940438"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5494" name="Google Shape;5494;p64"/>
              <p:cNvGrpSpPr/>
              <p:nvPr/>
            </p:nvGrpSpPr>
            <p:grpSpPr>
              <a:xfrm>
                <a:off x="1299324" y="2882501"/>
                <a:ext cx="103104" cy="1426186"/>
                <a:chOff x="5206863" y="3100904"/>
                <a:chExt cx="122758" cy="1698043"/>
              </a:xfrm>
            </p:grpSpPr>
            <p:sp>
              <p:nvSpPr>
                <p:cNvPr id="5495" name="Google Shape;5495;p64"/>
                <p:cNvSpPr/>
                <p:nvPr/>
              </p:nvSpPr>
              <p:spPr>
                <a:xfrm>
                  <a:off x="520686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496" name="Google Shape;5496;p64"/>
                <p:cNvSpPr/>
                <p:nvPr/>
              </p:nvSpPr>
              <p:spPr>
                <a:xfrm>
                  <a:off x="520686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497" name="Google Shape;5497;p64"/>
                <p:cNvSpPr/>
                <p:nvPr/>
              </p:nvSpPr>
              <p:spPr>
                <a:xfrm>
                  <a:off x="520686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498" name="Google Shape;5498;p64"/>
                <p:cNvSpPr/>
                <p:nvPr/>
              </p:nvSpPr>
              <p:spPr>
                <a:xfrm>
                  <a:off x="520686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499" name="Google Shape;5499;p64"/>
                <p:cNvSpPr/>
                <p:nvPr/>
              </p:nvSpPr>
              <p:spPr>
                <a:xfrm>
                  <a:off x="520686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500" name="Google Shape;5500;p64"/>
                <p:cNvSpPr/>
                <p:nvPr/>
              </p:nvSpPr>
              <p:spPr>
                <a:xfrm>
                  <a:off x="520686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501" name="Google Shape;5501;p64"/>
                <p:cNvSpPr/>
                <p:nvPr/>
              </p:nvSpPr>
              <p:spPr>
                <a:xfrm>
                  <a:off x="520686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5502" name="Google Shape;5502;p64"/>
              <p:cNvGrpSpPr/>
              <p:nvPr/>
            </p:nvGrpSpPr>
            <p:grpSpPr>
              <a:xfrm>
                <a:off x="1786057" y="2882501"/>
                <a:ext cx="103104" cy="1426186"/>
                <a:chOff x="6006138" y="3143629"/>
                <a:chExt cx="122758" cy="1698043"/>
              </a:xfrm>
            </p:grpSpPr>
            <p:sp>
              <p:nvSpPr>
                <p:cNvPr id="5503" name="Google Shape;5503;p64"/>
                <p:cNvSpPr/>
                <p:nvPr/>
              </p:nvSpPr>
              <p:spPr>
                <a:xfrm>
                  <a:off x="6006138" y="3143629"/>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504" name="Google Shape;5504;p64"/>
                <p:cNvSpPr/>
                <p:nvPr/>
              </p:nvSpPr>
              <p:spPr>
                <a:xfrm>
                  <a:off x="6006138" y="3406178"/>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505" name="Google Shape;5505;p64"/>
                <p:cNvSpPr/>
                <p:nvPr/>
              </p:nvSpPr>
              <p:spPr>
                <a:xfrm>
                  <a:off x="6006138" y="3668717"/>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506" name="Google Shape;5506;p64"/>
                <p:cNvSpPr/>
                <p:nvPr/>
              </p:nvSpPr>
              <p:spPr>
                <a:xfrm>
                  <a:off x="6006138" y="3931286"/>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507" name="Google Shape;5507;p64"/>
                <p:cNvSpPr/>
                <p:nvPr/>
              </p:nvSpPr>
              <p:spPr>
                <a:xfrm>
                  <a:off x="6006138" y="4193825"/>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508" name="Google Shape;5508;p64"/>
                <p:cNvSpPr/>
                <p:nvPr/>
              </p:nvSpPr>
              <p:spPr>
                <a:xfrm>
                  <a:off x="6006138" y="4456375"/>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509" name="Google Shape;5509;p64"/>
                <p:cNvSpPr/>
                <p:nvPr/>
              </p:nvSpPr>
              <p:spPr>
                <a:xfrm>
                  <a:off x="6006138" y="4718934"/>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5510" name="Google Shape;5510;p64"/>
              <p:cNvGrpSpPr/>
              <p:nvPr/>
            </p:nvGrpSpPr>
            <p:grpSpPr>
              <a:xfrm>
                <a:off x="2029422" y="2882501"/>
                <a:ext cx="103104" cy="1426186"/>
                <a:chOff x="6805413" y="3100904"/>
                <a:chExt cx="122758" cy="1698043"/>
              </a:xfrm>
            </p:grpSpPr>
            <p:sp>
              <p:nvSpPr>
                <p:cNvPr id="5511" name="Google Shape;5511;p64"/>
                <p:cNvSpPr/>
                <p:nvPr/>
              </p:nvSpPr>
              <p:spPr>
                <a:xfrm>
                  <a:off x="680541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512" name="Google Shape;5512;p64"/>
                <p:cNvSpPr/>
                <p:nvPr/>
              </p:nvSpPr>
              <p:spPr>
                <a:xfrm>
                  <a:off x="680541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513" name="Google Shape;5513;p64"/>
                <p:cNvSpPr/>
                <p:nvPr/>
              </p:nvSpPr>
              <p:spPr>
                <a:xfrm>
                  <a:off x="680541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514" name="Google Shape;5514;p64"/>
                <p:cNvSpPr/>
                <p:nvPr/>
              </p:nvSpPr>
              <p:spPr>
                <a:xfrm>
                  <a:off x="680541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515" name="Google Shape;5515;p64"/>
                <p:cNvSpPr/>
                <p:nvPr/>
              </p:nvSpPr>
              <p:spPr>
                <a:xfrm>
                  <a:off x="680541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516" name="Google Shape;5516;p64"/>
                <p:cNvSpPr/>
                <p:nvPr/>
              </p:nvSpPr>
              <p:spPr>
                <a:xfrm>
                  <a:off x="680541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517" name="Google Shape;5517;p64"/>
                <p:cNvSpPr/>
                <p:nvPr/>
              </p:nvSpPr>
              <p:spPr>
                <a:xfrm>
                  <a:off x="680541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5518" name="Google Shape;5518;p64"/>
              <p:cNvGrpSpPr/>
              <p:nvPr/>
            </p:nvGrpSpPr>
            <p:grpSpPr>
              <a:xfrm>
                <a:off x="2272795" y="2882501"/>
                <a:ext cx="103104" cy="1426186"/>
                <a:chOff x="5206863" y="3100904"/>
                <a:chExt cx="122758" cy="1698043"/>
              </a:xfrm>
            </p:grpSpPr>
            <p:sp>
              <p:nvSpPr>
                <p:cNvPr id="5519" name="Google Shape;5519;p64"/>
                <p:cNvSpPr/>
                <p:nvPr/>
              </p:nvSpPr>
              <p:spPr>
                <a:xfrm>
                  <a:off x="520686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520" name="Google Shape;5520;p64"/>
                <p:cNvSpPr/>
                <p:nvPr/>
              </p:nvSpPr>
              <p:spPr>
                <a:xfrm>
                  <a:off x="520686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521" name="Google Shape;5521;p64"/>
                <p:cNvSpPr/>
                <p:nvPr/>
              </p:nvSpPr>
              <p:spPr>
                <a:xfrm>
                  <a:off x="520686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522" name="Google Shape;5522;p64"/>
                <p:cNvSpPr/>
                <p:nvPr/>
              </p:nvSpPr>
              <p:spPr>
                <a:xfrm>
                  <a:off x="520686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523" name="Google Shape;5523;p64"/>
                <p:cNvSpPr/>
                <p:nvPr/>
              </p:nvSpPr>
              <p:spPr>
                <a:xfrm>
                  <a:off x="520686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524" name="Google Shape;5524;p64"/>
                <p:cNvSpPr/>
                <p:nvPr/>
              </p:nvSpPr>
              <p:spPr>
                <a:xfrm>
                  <a:off x="520686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525" name="Google Shape;5525;p64"/>
                <p:cNvSpPr/>
                <p:nvPr/>
              </p:nvSpPr>
              <p:spPr>
                <a:xfrm>
                  <a:off x="520686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5526" name="Google Shape;5526;p64"/>
              <p:cNvGrpSpPr/>
              <p:nvPr/>
            </p:nvGrpSpPr>
            <p:grpSpPr>
              <a:xfrm>
                <a:off x="1542694" y="2882501"/>
                <a:ext cx="103104" cy="1426186"/>
                <a:chOff x="6006138" y="3143629"/>
                <a:chExt cx="122758" cy="1698043"/>
              </a:xfrm>
            </p:grpSpPr>
            <p:sp>
              <p:nvSpPr>
                <p:cNvPr id="5527" name="Google Shape;5527;p64"/>
                <p:cNvSpPr/>
                <p:nvPr/>
              </p:nvSpPr>
              <p:spPr>
                <a:xfrm>
                  <a:off x="6006138" y="3143629"/>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528" name="Google Shape;5528;p64"/>
                <p:cNvSpPr/>
                <p:nvPr/>
              </p:nvSpPr>
              <p:spPr>
                <a:xfrm>
                  <a:off x="6006138" y="3406178"/>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529" name="Google Shape;5529;p64"/>
                <p:cNvSpPr/>
                <p:nvPr/>
              </p:nvSpPr>
              <p:spPr>
                <a:xfrm>
                  <a:off x="6006138" y="3668717"/>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5530" name="Google Shape;5530;p64"/>
                <p:cNvSpPr/>
                <p:nvPr/>
              </p:nvSpPr>
              <p:spPr>
                <a:xfrm>
                  <a:off x="6006138" y="3931286"/>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5531" name="Google Shape;5531;p64"/>
                <p:cNvSpPr/>
                <p:nvPr/>
              </p:nvSpPr>
              <p:spPr>
                <a:xfrm>
                  <a:off x="6006138" y="4193825"/>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5532" name="Google Shape;5532;p64"/>
                <p:cNvSpPr/>
                <p:nvPr/>
              </p:nvSpPr>
              <p:spPr>
                <a:xfrm>
                  <a:off x="6006138" y="4456375"/>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5533" name="Google Shape;5533;p64"/>
                <p:cNvSpPr/>
                <p:nvPr/>
              </p:nvSpPr>
              <p:spPr>
                <a:xfrm>
                  <a:off x="6006138" y="4718934"/>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grpSp>
      <p:grpSp>
        <p:nvGrpSpPr>
          <p:cNvPr id="5534" name="Google Shape;5534;p64"/>
          <p:cNvGrpSpPr/>
          <p:nvPr/>
        </p:nvGrpSpPr>
        <p:grpSpPr>
          <a:xfrm>
            <a:off x="7577963" y="4690717"/>
            <a:ext cx="3666603" cy="1160903"/>
            <a:chOff x="238125" y="1725700"/>
            <a:chExt cx="7139025" cy="2260325"/>
          </a:xfrm>
        </p:grpSpPr>
        <p:sp>
          <p:nvSpPr>
            <p:cNvPr id="5535" name="Google Shape;5535;p64"/>
            <p:cNvSpPr/>
            <p:nvPr/>
          </p:nvSpPr>
          <p:spPr>
            <a:xfrm>
              <a:off x="238125" y="1741950"/>
              <a:ext cx="6506150" cy="2228050"/>
            </a:xfrm>
            <a:custGeom>
              <a:avLst/>
              <a:gdLst/>
              <a:ahLst/>
              <a:cxnLst/>
              <a:rect l="l" t="t" r="r" b="b"/>
              <a:pathLst>
                <a:path w="260246" h="89122" extrusionOk="0">
                  <a:moveTo>
                    <a:pt x="260246" y="1"/>
                  </a:moveTo>
                  <a:lnTo>
                    <a:pt x="0" y="44559"/>
                  </a:lnTo>
                  <a:lnTo>
                    <a:pt x="260241" y="89121"/>
                  </a:lnTo>
                  <a:cubicBezTo>
                    <a:pt x="250030" y="85482"/>
                    <a:pt x="242259" y="66921"/>
                    <a:pt x="242259" y="44559"/>
                  </a:cubicBezTo>
                  <a:cubicBezTo>
                    <a:pt x="242259" y="22201"/>
                    <a:pt x="250039" y="3626"/>
                    <a:pt x="260246" y="1"/>
                  </a:cubicBezTo>
                  <a:close/>
                </a:path>
              </a:pathLst>
            </a:custGeom>
            <a:solidFill>
              <a:srgbClr val="E3E9ED">
                <a:alpha val="43580"/>
              </a:srgbClr>
            </a:solidFill>
            <a:ln>
              <a:noFill/>
            </a:ln>
          </p:spPr>
          <p:txBody>
            <a:bodyPr spcFirstLastPara="1" wrap="square" lIns="121900" tIns="121900" rIns="121900" bIns="121900" anchor="ctr" anchorCtr="0">
              <a:noAutofit/>
            </a:bodyPr>
            <a:lstStyle/>
            <a:p>
              <a:endParaRPr sz="2400"/>
            </a:p>
          </p:txBody>
        </p:sp>
        <p:sp>
          <p:nvSpPr>
            <p:cNvPr id="5536" name="Google Shape;5536;p64"/>
            <p:cNvSpPr/>
            <p:nvPr/>
          </p:nvSpPr>
          <p:spPr>
            <a:xfrm>
              <a:off x="2480475" y="2435950"/>
              <a:ext cx="438500" cy="841400"/>
            </a:xfrm>
            <a:custGeom>
              <a:avLst/>
              <a:gdLst/>
              <a:ahLst/>
              <a:cxnLst/>
              <a:rect l="l" t="t" r="r" b="b"/>
              <a:pathLst>
                <a:path w="17540" h="33656" extrusionOk="0">
                  <a:moveTo>
                    <a:pt x="8770" y="1"/>
                  </a:moveTo>
                  <a:cubicBezTo>
                    <a:pt x="3929" y="1"/>
                    <a:pt x="0" y="7536"/>
                    <a:pt x="0" y="16826"/>
                  </a:cubicBezTo>
                  <a:cubicBezTo>
                    <a:pt x="0" y="26120"/>
                    <a:pt x="3929" y="33655"/>
                    <a:pt x="8770" y="33655"/>
                  </a:cubicBezTo>
                  <a:cubicBezTo>
                    <a:pt x="13616" y="33655"/>
                    <a:pt x="17540" y="26120"/>
                    <a:pt x="17540" y="16826"/>
                  </a:cubicBezTo>
                  <a:cubicBezTo>
                    <a:pt x="17540" y="7536"/>
                    <a:pt x="13616" y="1"/>
                    <a:pt x="8770"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5537" name="Google Shape;5537;p64"/>
            <p:cNvSpPr/>
            <p:nvPr/>
          </p:nvSpPr>
          <p:spPr>
            <a:xfrm>
              <a:off x="3663250" y="2219875"/>
              <a:ext cx="607450" cy="1272525"/>
            </a:xfrm>
            <a:custGeom>
              <a:avLst/>
              <a:gdLst/>
              <a:ahLst/>
              <a:cxnLst/>
              <a:rect l="l" t="t" r="r" b="b"/>
              <a:pathLst>
                <a:path w="24298" h="50901" extrusionOk="0">
                  <a:moveTo>
                    <a:pt x="12147" y="1"/>
                  </a:moveTo>
                  <a:cubicBezTo>
                    <a:pt x="8924" y="1"/>
                    <a:pt x="5836" y="2681"/>
                    <a:pt x="3558" y="7450"/>
                  </a:cubicBezTo>
                  <a:cubicBezTo>
                    <a:pt x="1280" y="12224"/>
                    <a:pt x="0" y="18697"/>
                    <a:pt x="0" y="25451"/>
                  </a:cubicBezTo>
                  <a:cubicBezTo>
                    <a:pt x="0" y="32200"/>
                    <a:pt x="1280" y="38673"/>
                    <a:pt x="3558" y="43447"/>
                  </a:cubicBezTo>
                  <a:cubicBezTo>
                    <a:pt x="5836" y="48216"/>
                    <a:pt x="8924" y="50901"/>
                    <a:pt x="12147" y="50901"/>
                  </a:cubicBezTo>
                  <a:cubicBezTo>
                    <a:pt x="15370" y="50901"/>
                    <a:pt x="18457" y="48216"/>
                    <a:pt x="20735" y="43447"/>
                  </a:cubicBezTo>
                  <a:cubicBezTo>
                    <a:pt x="23014" y="38673"/>
                    <a:pt x="24298" y="32200"/>
                    <a:pt x="24298" y="25451"/>
                  </a:cubicBezTo>
                  <a:cubicBezTo>
                    <a:pt x="24298" y="18697"/>
                    <a:pt x="23014" y="12224"/>
                    <a:pt x="20735" y="7450"/>
                  </a:cubicBezTo>
                  <a:cubicBezTo>
                    <a:pt x="18457" y="2681"/>
                    <a:pt x="15370" y="1"/>
                    <a:pt x="12147" y="1"/>
                  </a:cubicBezTo>
                  <a:close/>
                </a:path>
              </a:pathLst>
            </a:custGeom>
            <a:solidFill>
              <a:srgbClr val="A5B7C5"/>
            </a:solidFill>
            <a:ln>
              <a:noFill/>
            </a:ln>
          </p:spPr>
          <p:txBody>
            <a:bodyPr spcFirstLastPara="1" wrap="square" lIns="121900" tIns="121900" rIns="121900" bIns="121900" anchor="ctr" anchorCtr="0">
              <a:noAutofit/>
            </a:bodyPr>
            <a:lstStyle/>
            <a:p>
              <a:endParaRPr sz="2400"/>
            </a:p>
          </p:txBody>
        </p:sp>
        <p:sp>
          <p:nvSpPr>
            <p:cNvPr id="5538" name="Google Shape;5538;p64"/>
            <p:cNvSpPr/>
            <p:nvPr/>
          </p:nvSpPr>
          <p:spPr>
            <a:xfrm>
              <a:off x="4999700" y="1973525"/>
              <a:ext cx="820500" cy="1764350"/>
            </a:xfrm>
            <a:custGeom>
              <a:avLst/>
              <a:gdLst/>
              <a:ahLst/>
              <a:cxnLst/>
              <a:rect l="l" t="t" r="r" b="b"/>
              <a:pathLst>
                <a:path w="32820" h="70574" extrusionOk="0">
                  <a:moveTo>
                    <a:pt x="16410" y="0"/>
                  </a:moveTo>
                  <a:cubicBezTo>
                    <a:pt x="12057" y="0"/>
                    <a:pt x="7884" y="3716"/>
                    <a:pt x="4806" y="10334"/>
                  </a:cubicBezTo>
                  <a:cubicBezTo>
                    <a:pt x="1728" y="16952"/>
                    <a:pt x="1" y="25925"/>
                    <a:pt x="1" y="35287"/>
                  </a:cubicBezTo>
                  <a:cubicBezTo>
                    <a:pt x="1" y="44644"/>
                    <a:pt x="1728" y="53622"/>
                    <a:pt x="4806" y="60239"/>
                  </a:cubicBezTo>
                  <a:cubicBezTo>
                    <a:pt x="7884" y="66857"/>
                    <a:pt x="12057" y="70573"/>
                    <a:pt x="16410" y="70573"/>
                  </a:cubicBezTo>
                  <a:cubicBezTo>
                    <a:pt x="20759" y="70573"/>
                    <a:pt x="24936" y="66857"/>
                    <a:pt x="28014" y="60239"/>
                  </a:cubicBezTo>
                  <a:cubicBezTo>
                    <a:pt x="31088" y="53622"/>
                    <a:pt x="32819" y="44644"/>
                    <a:pt x="32819" y="35287"/>
                  </a:cubicBezTo>
                  <a:cubicBezTo>
                    <a:pt x="32819" y="25925"/>
                    <a:pt x="31088" y="16952"/>
                    <a:pt x="28014" y="10334"/>
                  </a:cubicBezTo>
                  <a:cubicBezTo>
                    <a:pt x="24936" y="3716"/>
                    <a:pt x="20759" y="0"/>
                    <a:pt x="16410" y="0"/>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sp>
          <p:nvSpPr>
            <p:cNvPr id="5539" name="Google Shape;5539;p64"/>
            <p:cNvSpPr/>
            <p:nvPr/>
          </p:nvSpPr>
          <p:spPr>
            <a:xfrm>
              <a:off x="6838275" y="1725700"/>
              <a:ext cx="150" cy="0"/>
            </a:xfrm>
            <a:custGeom>
              <a:avLst/>
              <a:gdLst/>
              <a:ahLst/>
              <a:cxnLst/>
              <a:rect l="l" t="t" r="r" b="b"/>
              <a:pathLst>
                <a:path w="6" extrusionOk="0">
                  <a:moveTo>
                    <a:pt x="5" y="0"/>
                  </a:moveTo>
                  <a:lnTo>
                    <a:pt x="1" y="0"/>
                  </a:ln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5540" name="Google Shape;5540;p64"/>
            <p:cNvSpPr/>
            <p:nvPr/>
          </p:nvSpPr>
          <p:spPr>
            <a:xfrm>
              <a:off x="6838400" y="3986000"/>
              <a:ext cx="25" cy="25"/>
            </a:xfrm>
            <a:custGeom>
              <a:avLst/>
              <a:gdLst/>
              <a:ahLst/>
              <a:cxnLst/>
              <a:rect l="l" t="t" r="r" b="b"/>
              <a:pathLst>
                <a:path w="1" h="1" extrusionOk="0">
                  <a:moveTo>
                    <a:pt x="0" y="1"/>
                  </a:moveTo>
                  <a:lnTo>
                    <a:pt x="0" y="1"/>
                  </a:lnTo>
                  <a:close/>
                </a:path>
              </a:pathLst>
            </a:custGeom>
            <a:solidFill>
              <a:srgbClr val="E3E9ED"/>
            </a:solidFill>
            <a:ln>
              <a:noFill/>
            </a:ln>
          </p:spPr>
          <p:txBody>
            <a:bodyPr spcFirstLastPara="1" wrap="square" lIns="121900" tIns="121900" rIns="121900" bIns="121900" anchor="ctr" anchorCtr="0">
              <a:noAutofit/>
            </a:bodyPr>
            <a:lstStyle/>
            <a:p>
              <a:endParaRPr sz="2400"/>
            </a:p>
          </p:txBody>
        </p:sp>
        <p:sp>
          <p:nvSpPr>
            <p:cNvPr id="5541" name="Google Shape;5541;p64"/>
            <p:cNvSpPr/>
            <p:nvPr/>
          </p:nvSpPr>
          <p:spPr>
            <a:xfrm>
              <a:off x="6744250" y="3969975"/>
              <a:ext cx="94175" cy="16050"/>
            </a:xfrm>
            <a:custGeom>
              <a:avLst/>
              <a:gdLst/>
              <a:ahLst/>
              <a:cxnLst/>
              <a:rect l="l" t="t" r="r" b="b"/>
              <a:pathLst>
                <a:path w="3767" h="642" extrusionOk="0">
                  <a:moveTo>
                    <a:pt x="1" y="0"/>
                  </a:moveTo>
                  <a:lnTo>
                    <a:pt x="1" y="0"/>
                  </a:lnTo>
                  <a:cubicBezTo>
                    <a:pt x="1190" y="425"/>
                    <a:pt x="2415" y="642"/>
                    <a:pt x="3662" y="642"/>
                  </a:cubicBezTo>
                  <a:lnTo>
                    <a:pt x="3766" y="642"/>
                  </a:lnTo>
                  <a:lnTo>
                    <a:pt x="1" y="0"/>
                  </a:ln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542" name="Google Shape;5542;p64"/>
            <p:cNvSpPr/>
            <p:nvPr/>
          </p:nvSpPr>
          <p:spPr>
            <a:xfrm>
              <a:off x="6744250" y="1725700"/>
              <a:ext cx="94050" cy="16175"/>
            </a:xfrm>
            <a:custGeom>
              <a:avLst/>
              <a:gdLst/>
              <a:ahLst/>
              <a:cxnLst/>
              <a:rect l="l" t="t" r="r" b="b"/>
              <a:pathLst>
                <a:path w="3762" h="647" extrusionOk="0">
                  <a:moveTo>
                    <a:pt x="3662" y="0"/>
                  </a:moveTo>
                  <a:cubicBezTo>
                    <a:pt x="2415" y="0"/>
                    <a:pt x="1194" y="222"/>
                    <a:pt x="1" y="646"/>
                  </a:cubicBezTo>
                  <a:lnTo>
                    <a:pt x="3762" y="0"/>
                  </a:ln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543" name="Google Shape;5543;p64"/>
            <p:cNvSpPr/>
            <p:nvPr/>
          </p:nvSpPr>
          <p:spPr>
            <a:xfrm>
              <a:off x="6294575" y="1725700"/>
              <a:ext cx="1082575" cy="2260225"/>
            </a:xfrm>
            <a:custGeom>
              <a:avLst/>
              <a:gdLst/>
              <a:ahLst/>
              <a:cxnLst/>
              <a:rect l="l" t="t" r="r" b="b"/>
              <a:pathLst>
                <a:path w="43303" h="90409" extrusionOk="0">
                  <a:moveTo>
                    <a:pt x="21749" y="0"/>
                  </a:moveTo>
                  <a:lnTo>
                    <a:pt x="17988" y="646"/>
                  </a:lnTo>
                  <a:cubicBezTo>
                    <a:pt x="7781" y="4276"/>
                    <a:pt x="1" y="22846"/>
                    <a:pt x="1" y="45204"/>
                  </a:cubicBezTo>
                  <a:cubicBezTo>
                    <a:pt x="1" y="67562"/>
                    <a:pt x="7781" y="86132"/>
                    <a:pt x="17988" y="89766"/>
                  </a:cubicBezTo>
                  <a:lnTo>
                    <a:pt x="21753" y="90408"/>
                  </a:lnTo>
                  <a:lnTo>
                    <a:pt x="21758" y="90408"/>
                  </a:lnTo>
                  <a:cubicBezTo>
                    <a:pt x="33665" y="90291"/>
                    <a:pt x="43302" y="70094"/>
                    <a:pt x="43302" y="45204"/>
                  </a:cubicBezTo>
                  <a:cubicBezTo>
                    <a:pt x="43302" y="20315"/>
                    <a:pt x="33665" y="118"/>
                    <a:pt x="21753"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sp>
          <p:nvSpPr>
            <p:cNvPr id="5544" name="Google Shape;5544;p64"/>
            <p:cNvSpPr/>
            <p:nvPr/>
          </p:nvSpPr>
          <p:spPr>
            <a:xfrm>
              <a:off x="1511625" y="2613375"/>
              <a:ext cx="292400" cy="484275"/>
            </a:xfrm>
            <a:custGeom>
              <a:avLst/>
              <a:gdLst/>
              <a:ahLst/>
              <a:cxnLst/>
              <a:rect l="l" t="t" r="r" b="b"/>
              <a:pathLst>
                <a:path w="11696" h="19371" extrusionOk="0">
                  <a:moveTo>
                    <a:pt x="5850" y="1"/>
                  </a:moveTo>
                  <a:cubicBezTo>
                    <a:pt x="2618" y="1"/>
                    <a:pt x="1" y="4336"/>
                    <a:pt x="1" y="9684"/>
                  </a:cubicBezTo>
                  <a:cubicBezTo>
                    <a:pt x="1" y="15036"/>
                    <a:pt x="2618" y="19371"/>
                    <a:pt x="5850" y="19371"/>
                  </a:cubicBezTo>
                  <a:cubicBezTo>
                    <a:pt x="9078" y="19371"/>
                    <a:pt x="11695" y="15036"/>
                    <a:pt x="11695" y="9684"/>
                  </a:cubicBezTo>
                  <a:cubicBezTo>
                    <a:pt x="11695" y="4336"/>
                    <a:pt x="9078" y="1"/>
                    <a:pt x="5850" y="1"/>
                  </a:cubicBezTo>
                  <a:close/>
                </a:path>
              </a:pathLst>
            </a:custGeom>
            <a:solidFill>
              <a:srgbClr val="BAC8D3"/>
            </a:solidFill>
            <a:ln>
              <a:noFill/>
            </a:ln>
          </p:spPr>
          <p:txBody>
            <a:bodyPr spcFirstLastPara="1" wrap="square" lIns="121900" tIns="121900" rIns="121900" bIns="121900" anchor="ctr" anchorCtr="0">
              <a:noAutofit/>
            </a:bodyPr>
            <a:lstStyle/>
            <a:p>
              <a:endParaRPr sz="2400"/>
            </a:p>
          </p:txBody>
        </p:sp>
      </p:grpSp>
      <p:grpSp>
        <p:nvGrpSpPr>
          <p:cNvPr id="5545" name="Google Shape;5545;p64"/>
          <p:cNvGrpSpPr/>
          <p:nvPr/>
        </p:nvGrpSpPr>
        <p:grpSpPr>
          <a:xfrm>
            <a:off x="7938181" y="3279712"/>
            <a:ext cx="1473936" cy="1222329"/>
            <a:chOff x="5249100" y="1210600"/>
            <a:chExt cx="3502700" cy="2904775"/>
          </a:xfrm>
        </p:grpSpPr>
        <p:sp>
          <p:nvSpPr>
            <p:cNvPr id="5546" name="Google Shape;5546;p64"/>
            <p:cNvSpPr/>
            <p:nvPr/>
          </p:nvSpPr>
          <p:spPr>
            <a:xfrm>
              <a:off x="5479658" y="1210600"/>
              <a:ext cx="3108190" cy="632425"/>
            </a:xfrm>
            <a:custGeom>
              <a:avLst/>
              <a:gdLst/>
              <a:ahLst/>
              <a:cxnLst/>
              <a:rect l="l" t="t" r="r" b="b"/>
              <a:pathLst>
                <a:path w="117257" h="25297" extrusionOk="0">
                  <a:moveTo>
                    <a:pt x="1" y="0"/>
                  </a:moveTo>
                  <a:lnTo>
                    <a:pt x="14647" y="25297"/>
                  </a:lnTo>
                  <a:lnTo>
                    <a:pt x="102066" y="25297"/>
                  </a:lnTo>
                  <a:lnTo>
                    <a:pt x="117257" y="0"/>
                  </a:lnTo>
                  <a:close/>
                </a:path>
              </a:pathLst>
            </a:custGeom>
            <a:solidFill>
              <a:srgbClr val="BAC8D3"/>
            </a:solidFill>
            <a:ln>
              <a:noFill/>
            </a:ln>
          </p:spPr>
          <p:txBody>
            <a:bodyPr spcFirstLastPara="1" wrap="square" lIns="121900" tIns="121900" rIns="121900" bIns="121900" anchor="ctr" anchorCtr="0">
              <a:noAutofit/>
            </a:bodyPr>
            <a:lstStyle/>
            <a:p>
              <a:endParaRPr sz="2400"/>
            </a:p>
          </p:txBody>
        </p:sp>
        <p:sp>
          <p:nvSpPr>
            <p:cNvPr id="5547" name="Google Shape;5547;p64"/>
            <p:cNvSpPr/>
            <p:nvPr/>
          </p:nvSpPr>
          <p:spPr>
            <a:xfrm>
              <a:off x="5769162" y="1842998"/>
              <a:ext cx="2424880" cy="631925"/>
            </a:xfrm>
            <a:custGeom>
              <a:avLst/>
              <a:gdLst/>
              <a:ahLst/>
              <a:cxnLst/>
              <a:rect l="l" t="t" r="r" b="b"/>
              <a:pathLst>
                <a:path w="91479" h="25277" extrusionOk="0">
                  <a:moveTo>
                    <a:pt x="1" y="1"/>
                  </a:moveTo>
                  <a:lnTo>
                    <a:pt x="14647" y="25276"/>
                  </a:lnTo>
                  <a:lnTo>
                    <a:pt x="76602" y="25276"/>
                  </a:lnTo>
                  <a:lnTo>
                    <a:pt x="91479"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5548" name="Google Shape;5548;p64"/>
            <p:cNvSpPr/>
            <p:nvPr/>
          </p:nvSpPr>
          <p:spPr>
            <a:xfrm>
              <a:off x="6065319" y="2474896"/>
              <a:ext cx="1739369" cy="632450"/>
            </a:xfrm>
            <a:custGeom>
              <a:avLst/>
              <a:gdLst/>
              <a:ahLst/>
              <a:cxnLst/>
              <a:rect l="l" t="t" r="r" b="b"/>
              <a:pathLst>
                <a:path w="65618" h="25298" extrusionOk="0">
                  <a:moveTo>
                    <a:pt x="1" y="0"/>
                  </a:moveTo>
                  <a:lnTo>
                    <a:pt x="14417" y="25297"/>
                  </a:lnTo>
                  <a:lnTo>
                    <a:pt x="50887" y="25297"/>
                  </a:lnTo>
                  <a:lnTo>
                    <a:pt x="6561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549" name="Google Shape;5549;p64"/>
            <p:cNvSpPr/>
            <p:nvPr/>
          </p:nvSpPr>
          <p:spPr>
            <a:xfrm>
              <a:off x="6354293" y="3107319"/>
              <a:ext cx="1061572" cy="632425"/>
            </a:xfrm>
            <a:custGeom>
              <a:avLst/>
              <a:gdLst/>
              <a:ahLst/>
              <a:cxnLst/>
              <a:rect l="l" t="t" r="r" b="b"/>
              <a:pathLst>
                <a:path w="40048" h="25297" extrusionOk="0">
                  <a:moveTo>
                    <a:pt x="0" y="0"/>
                  </a:moveTo>
                  <a:lnTo>
                    <a:pt x="14668" y="25297"/>
                  </a:lnTo>
                  <a:lnTo>
                    <a:pt x="25360" y="25297"/>
                  </a:lnTo>
                  <a:lnTo>
                    <a:pt x="40048" y="0"/>
                  </a:lnTo>
                  <a:close/>
                </a:path>
              </a:pathLst>
            </a:custGeom>
            <a:solidFill>
              <a:srgbClr val="435D74"/>
            </a:solidFill>
            <a:ln>
              <a:noFill/>
            </a:ln>
          </p:spPr>
          <p:txBody>
            <a:bodyPr spcFirstLastPara="1" wrap="square" lIns="121900" tIns="121900" rIns="121900" bIns="121900" anchor="ctr" anchorCtr="0">
              <a:noAutofit/>
            </a:bodyPr>
            <a:lstStyle/>
            <a:p>
              <a:endParaRPr sz="2400"/>
            </a:p>
          </p:txBody>
        </p:sp>
        <p:cxnSp>
          <p:nvCxnSpPr>
            <p:cNvPr id="5550" name="Google Shape;5550;p64"/>
            <p:cNvCxnSpPr/>
            <p:nvPr/>
          </p:nvCxnSpPr>
          <p:spPr>
            <a:xfrm>
              <a:off x="5249100" y="2382654"/>
              <a:ext cx="922800" cy="0"/>
            </a:xfrm>
            <a:prstGeom prst="straightConnector1">
              <a:avLst/>
            </a:prstGeom>
            <a:noFill/>
            <a:ln w="19050" cap="flat" cmpd="sng">
              <a:solidFill>
                <a:srgbClr val="869FB2"/>
              </a:solidFill>
              <a:prstDash val="solid"/>
              <a:round/>
              <a:headEnd type="oval" w="med" len="med"/>
              <a:tailEnd type="none" w="med" len="med"/>
            </a:ln>
          </p:spPr>
        </p:cxnSp>
        <p:cxnSp>
          <p:nvCxnSpPr>
            <p:cNvPr id="5551" name="Google Shape;5551;p64"/>
            <p:cNvCxnSpPr/>
            <p:nvPr/>
          </p:nvCxnSpPr>
          <p:spPr>
            <a:xfrm rot="10800000">
              <a:off x="8178522" y="1765431"/>
              <a:ext cx="559200" cy="0"/>
            </a:xfrm>
            <a:prstGeom prst="straightConnector1">
              <a:avLst/>
            </a:prstGeom>
            <a:noFill/>
            <a:ln w="19050" cap="flat" cmpd="sng">
              <a:solidFill>
                <a:srgbClr val="BAC8D3"/>
              </a:solidFill>
              <a:prstDash val="solid"/>
              <a:round/>
              <a:headEnd type="oval" w="med" len="med"/>
              <a:tailEnd type="none" w="med" len="med"/>
            </a:ln>
          </p:spPr>
        </p:cxnSp>
        <p:cxnSp>
          <p:nvCxnSpPr>
            <p:cNvPr id="5552" name="Google Shape;5552;p64"/>
            <p:cNvCxnSpPr/>
            <p:nvPr/>
          </p:nvCxnSpPr>
          <p:spPr>
            <a:xfrm rot="10800000">
              <a:off x="7467500" y="2943528"/>
              <a:ext cx="1284300" cy="0"/>
            </a:xfrm>
            <a:prstGeom prst="straightConnector1">
              <a:avLst/>
            </a:prstGeom>
            <a:noFill/>
            <a:ln w="19050" cap="flat" cmpd="sng">
              <a:solidFill>
                <a:srgbClr val="5F7D95"/>
              </a:solidFill>
              <a:prstDash val="solid"/>
              <a:round/>
              <a:headEnd type="oval" w="med" len="med"/>
              <a:tailEnd type="none" w="med" len="med"/>
            </a:ln>
          </p:spPr>
        </p:cxnSp>
        <p:cxnSp>
          <p:nvCxnSpPr>
            <p:cNvPr id="5553" name="Google Shape;5553;p64"/>
            <p:cNvCxnSpPr/>
            <p:nvPr/>
          </p:nvCxnSpPr>
          <p:spPr>
            <a:xfrm>
              <a:off x="5787288" y="3630350"/>
              <a:ext cx="922800" cy="0"/>
            </a:xfrm>
            <a:prstGeom prst="straightConnector1">
              <a:avLst/>
            </a:prstGeom>
            <a:noFill/>
            <a:ln w="19050" cap="flat" cmpd="sng">
              <a:solidFill>
                <a:srgbClr val="435D74"/>
              </a:solidFill>
              <a:prstDash val="solid"/>
              <a:round/>
              <a:headEnd type="oval" w="med" len="med"/>
              <a:tailEnd type="none" w="med" len="med"/>
            </a:ln>
          </p:spPr>
        </p:cxnSp>
        <p:sp>
          <p:nvSpPr>
            <p:cNvPr id="5554" name="Google Shape;5554;p64"/>
            <p:cNvSpPr/>
            <p:nvPr/>
          </p:nvSpPr>
          <p:spPr>
            <a:xfrm>
              <a:off x="6601902" y="3690575"/>
              <a:ext cx="566400" cy="424800"/>
            </a:xfrm>
            <a:prstGeom prst="downArrow">
              <a:avLst>
                <a:gd name="adj1" fmla="val 50000"/>
                <a:gd name="adj2" fmla="val 50000"/>
              </a:avLst>
            </a:prstGeom>
            <a:solidFill>
              <a:srgbClr val="435D74"/>
            </a:solidFill>
            <a:ln>
              <a:noFill/>
            </a:ln>
          </p:spPr>
          <p:txBody>
            <a:bodyPr spcFirstLastPara="1" wrap="square" lIns="121900" tIns="121900" rIns="121900" bIns="121900" anchor="ctr" anchorCtr="0">
              <a:noAutofit/>
            </a:bodyPr>
            <a:lstStyle/>
            <a:p>
              <a:endParaRPr sz="2400"/>
            </a:p>
          </p:txBody>
        </p:sp>
      </p:grpSp>
      <p:grpSp>
        <p:nvGrpSpPr>
          <p:cNvPr id="5555" name="Google Shape;5555;p64"/>
          <p:cNvGrpSpPr/>
          <p:nvPr/>
        </p:nvGrpSpPr>
        <p:grpSpPr>
          <a:xfrm>
            <a:off x="9514911" y="1572268"/>
            <a:ext cx="1739533" cy="1499808"/>
            <a:chOff x="7287122" y="1165658"/>
            <a:chExt cx="1219413" cy="1051365"/>
          </a:xfrm>
        </p:grpSpPr>
        <p:grpSp>
          <p:nvGrpSpPr>
            <p:cNvPr id="5556" name="Google Shape;5556;p64"/>
            <p:cNvGrpSpPr/>
            <p:nvPr/>
          </p:nvGrpSpPr>
          <p:grpSpPr>
            <a:xfrm>
              <a:off x="7287122" y="1969723"/>
              <a:ext cx="1219413" cy="247300"/>
              <a:chOff x="7287122" y="1969723"/>
              <a:chExt cx="1219413" cy="247300"/>
            </a:xfrm>
          </p:grpSpPr>
          <p:sp>
            <p:nvSpPr>
              <p:cNvPr id="5557" name="Google Shape;5557;p64"/>
              <p:cNvSpPr/>
              <p:nvPr/>
            </p:nvSpPr>
            <p:spPr>
              <a:xfrm flipH="1">
                <a:off x="8366247" y="1969723"/>
                <a:ext cx="140288" cy="247300"/>
              </a:xfrm>
              <a:custGeom>
                <a:avLst/>
                <a:gdLst/>
                <a:ahLst/>
                <a:cxnLst/>
                <a:rect l="l" t="t" r="r" b="b"/>
                <a:pathLst>
                  <a:path w="14992" h="26428" extrusionOk="0">
                    <a:moveTo>
                      <a:pt x="31" y="0"/>
                    </a:moveTo>
                    <a:cubicBezTo>
                      <a:pt x="25" y="0"/>
                      <a:pt x="19" y="0"/>
                      <a:pt x="13" y="0"/>
                    </a:cubicBezTo>
                    <a:lnTo>
                      <a:pt x="0" y="0"/>
                    </a:lnTo>
                    <a:lnTo>
                      <a:pt x="0" y="26407"/>
                    </a:lnTo>
                    <a:lnTo>
                      <a:pt x="13" y="26427"/>
                    </a:lnTo>
                    <a:lnTo>
                      <a:pt x="14992" y="1860"/>
                    </a:lnTo>
                    <a:cubicBezTo>
                      <a:pt x="10391" y="663"/>
                      <a:pt x="5335" y="0"/>
                      <a:pt x="31" y="0"/>
                    </a:cubicBezTo>
                    <a:close/>
                  </a:path>
                </a:pathLst>
              </a:custGeom>
              <a:solidFill>
                <a:srgbClr val="CFD9E0"/>
              </a:solidFill>
              <a:ln>
                <a:noFill/>
              </a:ln>
            </p:spPr>
            <p:txBody>
              <a:bodyPr spcFirstLastPara="1" wrap="square" lIns="121900" tIns="121900" rIns="121900" bIns="121900" anchor="ctr" anchorCtr="0">
                <a:noAutofit/>
              </a:bodyPr>
              <a:lstStyle/>
              <a:p>
                <a:endParaRPr sz="2400"/>
              </a:p>
            </p:txBody>
          </p:sp>
          <p:grpSp>
            <p:nvGrpSpPr>
              <p:cNvPr id="5558" name="Google Shape;5558;p64"/>
              <p:cNvGrpSpPr/>
              <p:nvPr/>
            </p:nvGrpSpPr>
            <p:grpSpPr>
              <a:xfrm>
                <a:off x="7287122" y="2063892"/>
                <a:ext cx="1151753" cy="73428"/>
                <a:chOff x="7287122" y="2063892"/>
                <a:chExt cx="1151753" cy="73428"/>
              </a:xfrm>
            </p:grpSpPr>
            <p:sp>
              <p:nvSpPr>
                <p:cNvPr id="5559" name="Google Shape;5559;p64"/>
                <p:cNvSpPr/>
                <p:nvPr/>
              </p:nvSpPr>
              <p:spPr>
                <a:xfrm flipH="1">
                  <a:off x="7287122" y="2063892"/>
                  <a:ext cx="507103" cy="73428"/>
                </a:xfrm>
                <a:custGeom>
                  <a:avLst/>
                  <a:gdLst/>
                  <a:ahLst/>
                  <a:cxnLst/>
                  <a:rect l="l" t="t" r="r" b="b"/>
                  <a:pathLst>
                    <a:path w="35124" h="7847" extrusionOk="0">
                      <a:moveTo>
                        <a:pt x="0" y="1"/>
                      </a:moveTo>
                      <a:lnTo>
                        <a:pt x="0" y="7847"/>
                      </a:lnTo>
                      <a:lnTo>
                        <a:pt x="35123" y="7847"/>
                      </a:lnTo>
                      <a:lnTo>
                        <a:pt x="35123" y="1"/>
                      </a:lnTo>
                      <a:close/>
                    </a:path>
                  </a:pathLst>
                </a:custGeom>
                <a:solidFill>
                  <a:srgbClr val="CFD9E0"/>
                </a:solidFill>
                <a:ln>
                  <a:noFill/>
                </a:ln>
              </p:spPr>
              <p:txBody>
                <a:bodyPr spcFirstLastPara="1" wrap="square" lIns="121900" tIns="121900" rIns="121900" bIns="121900" anchor="ctr" anchorCtr="0">
                  <a:noAutofit/>
                </a:bodyPr>
                <a:lstStyle/>
                <a:p>
                  <a:endParaRPr sz="2400"/>
                </a:p>
              </p:txBody>
            </p:sp>
            <p:cxnSp>
              <p:nvCxnSpPr>
                <p:cNvPr id="5560" name="Google Shape;5560;p64"/>
                <p:cNvCxnSpPr/>
                <p:nvPr/>
              </p:nvCxnSpPr>
              <p:spPr>
                <a:xfrm rot="10800000">
                  <a:off x="7818475" y="2100600"/>
                  <a:ext cx="620400" cy="0"/>
                </a:xfrm>
                <a:prstGeom prst="straightConnector1">
                  <a:avLst/>
                </a:prstGeom>
                <a:noFill/>
                <a:ln w="9525" cap="flat" cmpd="sng">
                  <a:solidFill>
                    <a:srgbClr val="CFD9E0"/>
                  </a:solidFill>
                  <a:prstDash val="solid"/>
                  <a:round/>
                  <a:headEnd type="none" w="med" len="med"/>
                  <a:tailEnd type="oval" w="med" len="med"/>
                </a:ln>
              </p:spPr>
            </p:cxnSp>
          </p:grpSp>
        </p:grpSp>
        <p:grpSp>
          <p:nvGrpSpPr>
            <p:cNvPr id="5561" name="Google Shape;5561;p64"/>
            <p:cNvGrpSpPr/>
            <p:nvPr/>
          </p:nvGrpSpPr>
          <p:grpSpPr>
            <a:xfrm>
              <a:off x="7287122" y="1712201"/>
              <a:ext cx="1219403" cy="246767"/>
              <a:chOff x="7287122" y="1712201"/>
              <a:chExt cx="1219403" cy="246767"/>
            </a:xfrm>
          </p:grpSpPr>
          <p:sp>
            <p:nvSpPr>
              <p:cNvPr id="5562" name="Google Shape;5562;p64"/>
              <p:cNvSpPr/>
              <p:nvPr/>
            </p:nvSpPr>
            <p:spPr>
              <a:xfrm flipH="1">
                <a:off x="8226249" y="1712201"/>
                <a:ext cx="280276" cy="246767"/>
              </a:xfrm>
              <a:custGeom>
                <a:avLst/>
                <a:gdLst/>
                <a:ahLst/>
                <a:cxnLst/>
                <a:rect l="l" t="t" r="r" b="b"/>
                <a:pathLst>
                  <a:path w="29952" h="26371" extrusionOk="0">
                    <a:moveTo>
                      <a:pt x="1" y="0"/>
                    </a:moveTo>
                    <a:lnTo>
                      <a:pt x="1" y="24234"/>
                    </a:lnTo>
                    <a:lnTo>
                      <a:pt x="14" y="24234"/>
                    </a:lnTo>
                    <a:cubicBezTo>
                      <a:pt x="14" y="24234"/>
                      <a:pt x="203" y="24229"/>
                      <a:pt x="558" y="24229"/>
                    </a:cubicBezTo>
                    <a:cubicBezTo>
                      <a:pt x="2473" y="24229"/>
                      <a:pt x="9215" y="24384"/>
                      <a:pt x="17213" y="26370"/>
                    </a:cubicBezTo>
                    <a:lnTo>
                      <a:pt x="29952" y="5713"/>
                    </a:lnTo>
                    <a:cubicBezTo>
                      <a:pt x="29952" y="5713"/>
                      <a:pt x="20827" y="0"/>
                      <a:pt x="14" y="0"/>
                    </a:cubicBezTo>
                    <a:close/>
                  </a:path>
                </a:pathLst>
              </a:custGeom>
              <a:solidFill>
                <a:srgbClr val="A5B7C6"/>
              </a:solidFill>
              <a:ln>
                <a:noFill/>
              </a:ln>
            </p:spPr>
            <p:txBody>
              <a:bodyPr spcFirstLastPara="1" wrap="square" lIns="121900" tIns="121900" rIns="121900" bIns="121900" anchor="ctr" anchorCtr="0">
                <a:noAutofit/>
              </a:bodyPr>
              <a:lstStyle/>
              <a:p>
                <a:endParaRPr sz="2400"/>
              </a:p>
            </p:txBody>
          </p:sp>
          <p:grpSp>
            <p:nvGrpSpPr>
              <p:cNvPr id="5563" name="Google Shape;5563;p64"/>
              <p:cNvGrpSpPr/>
              <p:nvPr/>
            </p:nvGrpSpPr>
            <p:grpSpPr>
              <a:xfrm>
                <a:off x="7287122" y="1842861"/>
                <a:ext cx="1005303" cy="73419"/>
                <a:chOff x="7287122" y="1842861"/>
                <a:chExt cx="1005303" cy="73419"/>
              </a:xfrm>
            </p:grpSpPr>
            <p:sp>
              <p:nvSpPr>
                <p:cNvPr id="5564" name="Google Shape;5564;p64"/>
                <p:cNvSpPr/>
                <p:nvPr/>
              </p:nvSpPr>
              <p:spPr>
                <a:xfrm flipH="1">
                  <a:off x="7287122" y="1842861"/>
                  <a:ext cx="507103" cy="73419"/>
                </a:xfrm>
                <a:custGeom>
                  <a:avLst/>
                  <a:gdLst/>
                  <a:ahLst/>
                  <a:cxnLst/>
                  <a:rect l="l" t="t" r="r" b="b"/>
                  <a:pathLst>
                    <a:path w="35124" h="7846" extrusionOk="0">
                      <a:moveTo>
                        <a:pt x="0" y="1"/>
                      </a:moveTo>
                      <a:lnTo>
                        <a:pt x="0" y="7845"/>
                      </a:lnTo>
                      <a:lnTo>
                        <a:pt x="35123" y="7845"/>
                      </a:lnTo>
                      <a:lnTo>
                        <a:pt x="35123" y="1"/>
                      </a:lnTo>
                      <a:close/>
                    </a:path>
                  </a:pathLst>
                </a:custGeom>
                <a:solidFill>
                  <a:srgbClr val="A5B7C6"/>
                </a:solidFill>
                <a:ln>
                  <a:noFill/>
                </a:ln>
              </p:spPr>
              <p:txBody>
                <a:bodyPr spcFirstLastPara="1" wrap="square" lIns="121900" tIns="121900" rIns="121900" bIns="121900" anchor="ctr" anchorCtr="0">
                  <a:noAutofit/>
                </a:bodyPr>
                <a:lstStyle/>
                <a:p>
                  <a:endParaRPr sz="2400"/>
                </a:p>
              </p:txBody>
            </p:sp>
            <p:cxnSp>
              <p:nvCxnSpPr>
                <p:cNvPr id="5565" name="Google Shape;5565;p64"/>
                <p:cNvCxnSpPr/>
                <p:nvPr/>
              </p:nvCxnSpPr>
              <p:spPr>
                <a:xfrm rot="10800000">
                  <a:off x="7818425" y="1879575"/>
                  <a:ext cx="474000" cy="0"/>
                </a:xfrm>
                <a:prstGeom prst="straightConnector1">
                  <a:avLst/>
                </a:prstGeom>
                <a:noFill/>
                <a:ln w="9525" cap="flat" cmpd="sng">
                  <a:solidFill>
                    <a:srgbClr val="A5B7C6"/>
                  </a:solidFill>
                  <a:prstDash val="solid"/>
                  <a:round/>
                  <a:headEnd type="none" w="med" len="med"/>
                  <a:tailEnd type="oval" w="med" len="med"/>
                </a:ln>
              </p:spPr>
            </p:cxnSp>
          </p:grpSp>
        </p:grpSp>
        <p:grpSp>
          <p:nvGrpSpPr>
            <p:cNvPr id="5566" name="Google Shape;5566;p64"/>
            <p:cNvGrpSpPr/>
            <p:nvPr/>
          </p:nvGrpSpPr>
          <p:grpSpPr>
            <a:xfrm>
              <a:off x="7287122" y="1447520"/>
              <a:ext cx="1219403" cy="286667"/>
              <a:chOff x="7287122" y="1447520"/>
              <a:chExt cx="1219403" cy="286667"/>
            </a:xfrm>
          </p:grpSpPr>
          <p:sp>
            <p:nvSpPr>
              <p:cNvPr id="5567" name="Google Shape;5567;p64"/>
              <p:cNvSpPr/>
              <p:nvPr/>
            </p:nvSpPr>
            <p:spPr>
              <a:xfrm flipH="1">
                <a:off x="8087665" y="1447520"/>
                <a:ext cx="418860" cy="286667"/>
              </a:xfrm>
              <a:custGeom>
                <a:avLst/>
                <a:gdLst/>
                <a:ahLst/>
                <a:cxnLst/>
                <a:rect l="l" t="t" r="r" b="b"/>
                <a:pathLst>
                  <a:path w="44762" h="30635" extrusionOk="0">
                    <a:moveTo>
                      <a:pt x="1" y="1"/>
                    </a:moveTo>
                    <a:lnTo>
                      <a:pt x="1" y="24648"/>
                    </a:lnTo>
                    <a:lnTo>
                      <a:pt x="14" y="24648"/>
                    </a:lnTo>
                    <a:cubicBezTo>
                      <a:pt x="5607" y="24648"/>
                      <a:pt x="18560" y="25130"/>
                      <a:pt x="31390" y="30635"/>
                    </a:cubicBezTo>
                    <a:lnTo>
                      <a:pt x="44761" y="10327"/>
                    </a:lnTo>
                    <a:cubicBezTo>
                      <a:pt x="44761" y="10327"/>
                      <a:pt x="27304" y="1"/>
                      <a:pt x="14" y="1"/>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nvGrpSpPr>
              <p:cNvPr id="5568" name="Google Shape;5568;p64"/>
              <p:cNvGrpSpPr/>
              <p:nvPr/>
            </p:nvGrpSpPr>
            <p:grpSpPr>
              <a:xfrm>
                <a:off x="7287122" y="1581977"/>
                <a:ext cx="852803" cy="73428"/>
                <a:chOff x="7287122" y="1581977"/>
                <a:chExt cx="852803" cy="73428"/>
              </a:xfrm>
            </p:grpSpPr>
            <p:sp>
              <p:nvSpPr>
                <p:cNvPr id="5569" name="Google Shape;5569;p64"/>
                <p:cNvSpPr/>
                <p:nvPr/>
              </p:nvSpPr>
              <p:spPr>
                <a:xfrm flipH="1">
                  <a:off x="7287122" y="1581977"/>
                  <a:ext cx="507103" cy="73428"/>
                </a:xfrm>
                <a:custGeom>
                  <a:avLst/>
                  <a:gdLst/>
                  <a:ahLst/>
                  <a:cxnLst/>
                  <a:rect l="l" t="t" r="r" b="b"/>
                  <a:pathLst>
                    <a:path w="35124" h="7847" extrusionOk="0">
                      <a:moveTo>
                        <a:pt x="0" y="1"/>
                      </a:moveTo>
                      <a:lnTo>
                        <a:pt x="0" y="7847"/>
                      </a:lnTo>
                      <a:lnTo>
                        <a:pt x="35123" y="7847"/>
                      </a:lnTo>
                      <a:lnTo>
                        <a:pt x="35123" y="1"/>
                      </a:lnTo>
                      <a:close/>
                    </a:path>
                  </a:pathLst>
                </a:custGeom>
                <a:solidFill>
                  <a:srgbClr val="869FB2"/>
                </a:solidFill>
                <a:ln>
                  <a:noFill/>
                </a:ln>
              </p:spPr>
              <p:txBody>
                <a:bodyPr spcFirstLastPara="1" wrap="square" lIns="121900" tIns="121900" rIns="121900" bIns="121900" anchor="ctr" anchorCtr="0">
                  <a:noAutofit/>
                </a:bodyPr>
                <a:lstStyle/>
                <a:p>
                  <a:endParaRPr sz="2400"/>
                </a:p>
              </p:txBody>
            </p:sp>
            <p:cxnSp>
              <p:nvCxnSpPr>
                <p:cNvPr id="5570" name="Google Shape;5570;p64"/>
                <p:cNvCxnSpPr/>
                <p:nvPr/>
              </p:nvCxnSpPr>
              <p:spPr>
                <a:xfrm rot="10800000">
                  <a:off x="7818325" y="1618700"/>
                  <a:ext cx="321600" cy="0"/>
                </a:xfrm>
                <a:prstGeom prst="straightConnector1">
                  <a:avLst/>
                </a:prstGeom>
                <a:noFill/>
                <a:ln w="9525" cap="flat" cmpd="sng">
                  <a:solidFill>
                    <a:srgbClr val="869FB2"/>
                  </a:solidFill>
                  <a:prstDash val="solid"/>
                  <a:round/>
                  <a:headEnd type="none" w="med" len="med"/>
                  <a:tailEnd type="oval" w="med" len="med"/>
                </a:ln>
              </p:spPr>
            </p:cxnSp>
          </p:grpSp>
        </p:grpSp>
        <p:grpSp>
          <p:nvGrpSpPr>
            <p:cNvPr id="5571" name="Google Shape;5571;p64"/>
            <p:cNvGrpSpPr/>
            <p:nvPr/>
          </p:nvGrpSpPr>
          <p:grpSpPr>
            <a:xfrm>
              <a:off x="7287122" y="1165658"/>
              <a:ext cx="1219403" cy="344253"/>
              <a:chOff x="7287122" y="1165658"/>
              <a:chExt cx="1219403" cy="344253"/>
            </a:xfrm>
          </p:grpSpPr>
          <p:sp>
            <p:nvSpPr>
              <p:cNvPr id="5572" name="Google Shape;5572;p64"/>
              <p:cNvSpPr/>
              <p:nvPr/>
            </p:nvSpPr>
            <p:spPr>
              <a:xfrm flipH="1">
                <a:off x="7919557" y="1165658"/>
                <a:ext cx="586968" cy="344253"/>
              </a:xfrm>
              <a:custGeom>
                <a:avLst/>
                <a:gdLst/>
                <a:ahLst/>
                <a:cxnLst/>
                <a:rect l="l" t="t" r="r" b="b"/>
                <a:pathLst>
                  <a:path w="62727" h="36789" extrusionOk="0">
                    <a:moveTo>
                      <a:pt x="1" y="1"/>
                    </a:moveTo>
                    <a:lnTo>
                      <a:pt x="1" y="25976"/>
                    </a:lnTo>
                    <a:lnTo>
                      <a:pt x="17" y="25976"/>
                    </a:lnTo>
                    <a:cubicBezTo>
                      <a:pt x="74" y="25976"/>
                      <a:pt x="588" y="25960"/>
                      <a:pt x="1487" y="25960"/>
                    </a:cubicBezTo>
                    <a:cubicBezTo>
                      <a:pt x="7235" y="25960"/>
                      <a:pt x="28709" y="26646"/>
                      <a:pt x="46867" y="36789"/>
                    </a:cubicBezTo>
                    <a:lnTo>
                      <a:pt x="62726" y="12728"/>
                    </a:lnTo>
                    <a:cubicBezTo>
                      <a:pt x="62726" y="12728"/>
                      <a:pt x="39312" y="2"/>
                      <a:pt x="17" y="1"/>
                    </a:cubicBezTo>
                    <a:close/>
                  </a:path>
                </a:pathLst>
              </a:custGeom>
              <a:solidFill>
                <a:srgbClr val="869FB1"/>
              </a:solidFill>
              <a:ln>
                <a:noFill/>
              </a:ln>
            </p:spPr>
            <p:txBody>
              <a:bodyPr spcFirstLastPara="1" wrap="square" lIns="121900" tIns="121900" rIns="121900" bIns="121900" anchor="ctr" anchorCtr="0">
                <a:noAutofit/>
              </a:bodyPr>
              <a:lstStyle/>
              <a:p>
                <a:endParaRPr sz="2400"/>
              </a:p>
            </p:txBody>
          </p:sp>
          <p:grpSp>
            <p:nvGrpSpPr>
              <p:cNvPr id="5573" name="Google Shape;5573;p64"/>
              <p:cNvGrpSpPr/>
              <p:nvPr/>
            </p:nvGrpSpPr>
            <p:grpSpPr>
              <a:xfrm>
                <a:off x="7287122" y="1341025"/>
                <a:ext cx="695703" cy="73419"/>
                <a:chOff x="7287122" y="1341025"/>
                <a:chExt cx="695703" cy="73419"/>
              </a:xfrm>
            </p:grpSpPr>
            <p:sp>
              <p:nvSpPr>
                <p:cNvPr id="5574" name="Google Shape;5574;p64"/>
                <p:cNvSpPr/>
                <p:nvPr/>
              </p:nvSpPr>
              <p:spPr>
                <a:xfrm flipH="1">
                  <a:off x="7287122" y="1341025"/>
                  <a:ext cx="507103" cy="73419"/>
                </a:xfrm>
                <a:custGeom>
                  <a:avLst/>
                  <a:gdLst/>
                  <a:ahLst/>
                  <a:cxnLst/>
                  <a:rect l="l" t="t" r="r" b="b"/>
                  <a:pathLst>
                    <a:path w="35124" h="7846" extrusionOk="0">
                      <a:moveTo>
                        <a:pt x="0" y="1"/>
                      </a:moveTo>
                      <a:lnTo>
                        <a:pt x="0" y="7845"/>
                      </a:lnTo>
                      <a:lnTo>
                        <a:pt x="35123" y="7845"/>
                      </a:lnTo>
                      <a:lnTo>
                        <a:pt x="35123" y="1"/>
                      </a:lnTo>
                      <a:close/>
                    </a:path>
                  </a:pathLst>
                </a:custGeom>
                <a:solidFill>
                  <a:srgbClr val="869FB1"/>
                </a:solidFill>
                <a:ln>
                  <a:noFill/>
                </a:ln>
              </p:spPr>
              <p:txBody>
                <a:bodyPr spcFirstLastPara="1" wrap="square" lIns="121900" tIns="121900" rIns="121900" bIns="121900" anchor="ctr" anchorCtr="0">
                  <a:noAutofit/>
                </a:bodyPr>
                <a:lstStyle/>
                <a:p>
                  <a:endParaRPr sz="2400"/>
                </a:p>
              </p:txBody>
            </p:sp>
            <p:cxnSp>
              <p:nvCxnSpPr>
                <p:cNvPr id="5575" name="Google Shape;5575;p64"/>
                <p:cNvCxnSpPr/>
                <p:nvPr/>
              </p:nvCxnSpPr>
              <p:spPr>
                <a:xfrm rot="10800000">
                  <a:off x="7818425" y="1377750"/>
                  <a:ext cx="164400" cy="0"/>
                </a:xfrm>
                <a:prstGeom prst="straightConnector1">
                  <a:avLst/>
                </a:prstGeom>
                <a:noFill/>
                <a:ln w="9525" cap="flat" cmpd="sng">
                  <a:solidFill>
                    <a:srgbClr val="869FB1"/>
                  </a:solidFill>
                  <a:prstDash val="solid"/>
                  <a:round/>
                  <a:headEnd type="none" w="med" len="med"/>
                  <a:tailEnd type="oval" w="med" len="med"/>
                </a:ln>
              </p:spPr>
            </p:cxnSp>
          </p:grpSp>
        </p:grpSp>
      </p:grpSp>
      <p:grpSp>
        <p:nvGrpSpPr>
          <p:cNvPr id="5576" name="Google Shape;5576;p64"/>
          <p:cNvGrpSpPr/>
          <p:nvPr/>
        </p:nvGrpSpPr>
        <p:grpSpPr>
          <a:xfrm>
            <a:off x="7736902" y="1580299"/>
            <a:ext cx="1863639" cy="1464720"/>
            <a:chOff x="5900602" y="1193063"/>
            <a:chExt cx="1299851" cy="1021707"/>
          </a:xfrm>
        </p:grpSpPr>
        <p:grpSp>
          <p:nvGrpSpPr>
            <p:cNvPr id="5577" name="Google Shape;5577;p64"/>
            <p:cNvGrpSpPr/>
            <p:nvPr/>
          </p:nvGrpSpPr>
          <p:grpSpPr>
            <a:xfrm>
              <a:off x="6520337" y="1193063"/>
              <a:ext cx="341815" cy="799959"/>
              <a:chOff x="6520337" y="1193063"/>
              <a:chExt cx="341815" cy="799959"/>
            </a:xfrm>
          </p:grpSpPr>
          <p:grpSp>
            <p:nvGrpSpPr>
              <p:cNvPr id="5578" name="Google Shape;5578;p64"/>
              <p:cNvGrpSpPr/>
              <p:nvPr/>
            </p:nvGrpSpPr>
            <p:grpSpPr>
              <a:xfrm>
                <a:off x="6520337" y="1589527"/>
                <a:ext cx="213950" cy="403494"/>
                <a:chOff x="6520337" y="1589527"/>
                <a:chExt cx="213950" cy="403494"/>
              </a:xfrm>
            </p:grpSpPr>
            <p:sp>
              <p:nvSpPr>
                <p:cNvPr id="5579" name="Google Shape;5579;p64"/>
                <p:cNvSpPr/>
                <p:nvPr/>
              </p:nvSpPr>
              <p:spPr>
                <a:xfrm rot="-5400000">
                  <a:off x="6522864" y="1587001"/>
                  <a:ext cx="208853" cy="213906"/>
                </a:xfrm>
                <a:custGeom>
                  <a:avLst/>
                  <a:gdLst/>
                  <a:ahLst/>
                  <a:cxnLst/>
                  <a:rect l="l" t="t" r="r" b="b"/>
                  <a:pathLst>
                    <a:path w="24013" h="24594" extrusionOk="0">
                      <a:moveTo>
                        <a:pt x="725" y="0"/>
                      </a:moveTo>
                      <a:cubicBezTo>
                        <a:pt x="482" y="0"/>
                        <a:pt x="241" y="3"/>
                        <a:pt x="0" y="5"/>
                      </a:cubicBezTo>
                      <a:lnTo>
                        <a:pt x="0" y="22597"/>
                      </a:lnTo>
                      <a:cubicBezTo>
                        <a:pt x="118" y="22596"/>
                        <a:pt x="222" y="22595"/>
                        <a:pt x="312" y="22595"/>
                      </a:cubicBezTo>
                      <a:cubicBezTo>
                        <a:pt x="582" y="22595"/>
                        <a:pt x="725" y="22600"/>
                        <a:pt x="725" y="22600"/>
                      </a:cubicBezTo>
                      <a:cubicBezTo>
                        <a:pt x="725" y="22600"/>
                        <a:pt x="872" y="22595"/>
                        <a:pt x="1149" y="22595"/>
                      </a:cubicBezTo>
                      <a:cubicBezTo>
                        <a:pt x="2638" y="22595"/>
                        <a:pt x="7882" y="22740"/>
                        <a:pt x="14103" y="24594"/>
                      </a:cubicBezTo>
                      <a:lnTo>
                        <a:pt x="24013" y="5327"/>
                      </a:lnTo>
                      <a:cubicBezTo>
                        <a:pt x="24013" y="5327"/>
                        <a:pt x="16917" y="0"/>
                        <a:pt x="725" y="0"/>
                      </a:cubicBezTo>
                      <a:close/>
                    </a:path>
                  </a:pathLst>
                </a:custGeom>
                <a:solidFill>
                  <a:srgbClr val="A5B7C6"/>
                </a:solidFill>
                <a:ln>
                  <a:noFill/>
                </a:ln>
              </p:spPr>
              <p:txBody>
                <a:bodyPr spcFirstLastPara="1" wrap="square" lIns="121900" tIns="121900" rIns="121900" bIns="121900" anchor="ctr" anchorCtr="0">
                  <a:noAutofit/>
                </a:bodyPr>
                <a:lstStyle/>
                <a:p>
                  <a:endParaRPr sz="2400"/>
                </a:p>
              </p:txBody>
            </p:sp>
            <p:sp>
              <p:nvSpPr>
                <p:cNvPr id="5580" name="Google Shape;5580;p64"/>
                <p:cNvSpPr/>
                <p:nvPr/>
              </p:nvSpPr>
              <p:spPr>
                <a:xfrm rot="-5400000">
                  <a:off x="6529204" y="1787939"/>
                  <a:ext cx="196250" cy="213915"/>
                </a:xfrm>
                <a:custGeom>
                  <a:avLst/>
                  <a:gdLst/>
                  <a:ahLst/>
                  <a:cxnLst/>
                  <a:rect l="l" t="t" r="r" b="b"/>
                  <a:pathLst>
                    <a:path w="22564" h="24595" extrusionOk="0">
                      <a:moveTo>
                        <a:pt x="22564" y="1"/>
                      </a:moveTo>
                      <a:cubicBezTo>
                        <a:pt x="15114" y="73"/>
                        <a:pt x="9649" y="1280"/>
                        <a:pt x="5965" y="2527"/>
                      </a:cubicBezTo>
                      <a:lnTo>
                        <a:pt x="5965" y="2528"/>
                      </a:lnTo>
                      <a:cubicBezTo>
                        <a:pt x="2949" y="3548"/>
                        <a:pt x="1124" y="4595"/>
                        <a:pt x="385" y="5067"/>
                      </a:cubicBezTo>
                      <a:cubicBezTo>
                        <a:pt x="382" y="5067"/>
                        <a:pt x="382" y="5068"/>
                        <a:pt x="380" y="5068"/>
                      </a:cubicBezTo>
                      <a:cubicBezTo>
                        <a:pt x="373" y="5074"/>
                        <a:pt x="366" y="5078"/>
                        <a:pt x="358" y="5083"/>
                      </a:cubicBezTo>
                      <a:cubicBezTo>
                        <a:pt x="344" y="5091"/>
                        <a:pt x="329" y="5100"/>
                        <a:pt x="316" y="5110"/>
                      </a:cubicBezTo>
                      <a:cubicBezTo>
                        <a:pt x="315" y="5112"/>
                        <a:pt x="313" y="5113"/>
                        <a:pt x="312" y="5113"/>
                      </a:cubicBezTo>
                      <a:cubicBezTo>
                        <a:pt x="293" y="5125"/>
                        <a:pt x="275" y="5136"/>
                        <a:pt x="258" y="5148"/>
                      </a:cubicBezTo>
                      <a:cubicBezTo>
                        <a:pt x="255" y="5150"/>
                        <a:pt x="251" y="5152"/>
                        <a:pt x="248" y="5155"/>
                      </a:cubicBezTo>
                      <a:cubicBezTo>
                        <a:pt x="240" y="5160"/>
                        <a:pt x="232" y="5166"/>
                        <a:pt x="224" y="5171"/>
                      </a:cubicBezTo>
                      <a:lnTo>
                        <a:pt x="191" y="5193"/>
                      </a:lnTo>
                      <a:cubicBezTo>
                        <a:pt x="189" y="5193"/>
                        <a:pt x="189" y="5195"/>
                        <a:pt x="188" y="5195"/>
                      </a:cubicBezTo>
                      <a:lnTo>
                        <a:pt x="171" y="5206"/>
                      </a:lnTo>
                      <a:cubicBezTo>
                        <a:pt x="162" y="5211"/>
                        <a:pt x="153" y="5217"/>
                        <a:pt x="146" y="5222"/>
                      </a:cubicBezTo>
                      <a:cubicBezTo>
                        <a:pt x="144" y="5224"/>
                        <a:pt x="144" y="5225"/>
                        <a:pt x="141" y="5225"/>
                      </a:cubicBezTo>
                      <a:cubicBezTo>
                        <a:pt x="137" y="5230"/>
                        <a:pt x="131" y="5231"/>
                        <a:pt x="127" y="5236"/>
                      </a:cubicBezTo>
                      <a:cubicBezTo>
                        <a:pt x="118" y="5243"/>
                        <a:pt x="109" y="5247"/>
                        <a:pt x="102" y="5253"/>
                      </a:cubicBezTo>
                      <a:cubicBezTo>
                        <a:pt x="95" y="5260"/>
                        <a:pt x="88" y="5265"/>
                        <a:pt x="80" y="5269"/>
                      </a:cubicBezTo>
                      <a:cubicBezTo>
                        <a:pt x="39" y="5297"/>
                        <a:pt x="15" y="5316"/>
                        <a:pt x="6" y="5323"/>
                      </a:cubicBezTo>
                      <a:lnTo>
                        <a:pt x="3" y="5324"/>
                      </a:lnTo>
                      <a:lnTo>
                        <a:pt x="0" y="5326"/>
                      </a:lnTo>
                      <a:lnTo>
                        <a:pt x="9910" y="24594"/>
                      </a:lnTo>
                      <a:cubicBezTo>
                        <a:pt x="10017" y="24561"/>
                        <a:pt x="10124" y="24530"/>
                        <a:pt x="10231" y="24499"/>
                      </a:cubicBezTo>
                      <a:cubicBezTo>
                        <a:pt x="10284" y="24482"/>
                        <a:pt x="10339" y="24466"/>
                        <a:pt x="10392" y="24451"/>
                      </a:cubicBezTo>
                      <a:cubicBezTo>
                        <a:pt x="10473" y="24428"/>
                        <a:pt x="10553" y="24403"/>
                        <a:pt x="10633" y="24381"/>
                      </a:cubicBezTo>
                      <a:cubicBezTo>
                        <a:pt x="10664" y="24373"/>
                        <a:pt x="10691" y="24364"/>
                        <a:pt x="10721" y="24357"/>
                      </a:cubicBezTo>
                      <a:cubicBezTo>
                        <a:pt x="10786" y="24339"/>
                        <a:pt x="10855" y="24320"/>
                        <a:pt x="10920" y="24303"/>
                      </a:cubicBezTo>
                      <a:cubicBezTo>
                        <a:pt x="10930" y="24298"/>
                        <a:pt x="10943" y="24297"/>
                        <a:pt x="10955" y="24293"/>
                      </a:cubicBezTo>
                      <a:cubicBezTo>
                        <a:pt x="11032" y="24274"/>
                        <a:pt x="11111" y="24252"/>
                        <a:pt x="11188" y="24231"/>
                      </a:cubicBezTo>
                      <a:cubicBezTo>
                        <a:pt x="11192" y="24230"/>
                        <a:pt x="11200" y="24227"/>
                        <a:pt x="11206" y="24226"/>
                      </a:cubicBezTo>
                      <a:cubicBezTo>
                        <a:pt x="11307" y="24198"/>
                        <a:pt x="11409" y="24172"/>
                        <a:pt x="11511" y="24146"/>
                      </a:cubicBezTo>
                      <a:cubicBezTo>
                        <a:pt x="11613" y="24118"/>
                        <a:pt x="11715" y="24093"/>
                        <a:pt x="11816" y="24067"/>
                      </a:cubicBezTo>
                      <a:cubicBezTo>
                        <a:pt x="11877" y="24052"/>
                        <a:pt x="11938" y="24036"/>
                        <a:pt x="11998" y="24022"/>
                      </a:cubicBezTo>
                      <a:cubicBezTo>
                        <a:pt x="12071" y="24004"/>
                        <a:pt x="12143" y="23987"/>
                        <a:pt x="12216" y="23969"/>
                      </a:cubicBezTo>
                      <a:cubicBezTo>
                        <a:pt x="17046" y="22790"/>
                        <a:pt x="20998" y="22614"/>
                        <a:pt x="22564" y="22595"/>
                      </a:cubicBezTo>
                      <a:lnTo>
                        <a:pt x="22564" y="1"/>
                      </a:lnTo>
                      <a:close/>
                    </a:path>
                  </a:pathLst>
                </a:custGeom>
                <a:solidFill>
                  <a:srgbClr val="A5B7C6"/>
                </a:solidFill>
                <a:ln>
                  <a:noFill/>
                </a:ln>
              </p:spPr>
              <p:txBody>
                <a:bodyPr spcFirstLastPara="1" wrap="square" lIns="121900" tIns="121900" rIns="121900" bIns="121900" anchor="ctr" anchorCtr="0">
                  <a:noAutofit/>
                </a:bodyPr>
                <a:lstStyle/>
                <a:p>
                  <a:endParaRPr sz="2400"/>
                </a:p>
              </p:txBody>
            </p:sp>
          </p:grpSp>
          <p:grpSp>
            <p:nvGrpSpPr>
              <p:cNvPr id="5581" name="Google Shape;5581;p64"/>
              <p:cNvGrpSpPr/>
              <p:nvPr/>
            </p:nvGrpSpPr>
            <p:grpSpPr>
              <a:xfrm>
                <a:off x="6577204" y="1193063"/>
                <a:ext cx="284947" cy="464512"/>
                <a:chOff x="6577204" y="1193063"/>
                <a:chExt cx="284947" cy="464512"/>
              </a:xfrm>
            </p:grpSpPr>
            <p:sp>
              <p:nvSpPr>
                <p:cNvPr id="5582" name="Google Shape;5582;p64"/>
                <p:cNvSpPr/>
                <p:nvPr/>
              </p:nvSpPr>
              <p:spPr>
                <a:xfrm>
                  <a:off x="6577204" y="1193063"/>
                  <a:ext cx="284947" cy="63648"/>
                </a:xfrm>
                <a:custGeom>
                  <a:avLst/>
                  <a:gdLst/>
                  <a:ahLst/>
                  <a:cxnLst/>
                  <a:rect l="l" t="t" r="r" b="b"/>
                  <a:pathLst>
                    <a:path w="32762" h="7318" extrusionOk="0">
                      <a:moveTo>
                        <a:pt x="0" y="1"/>
                      </a:moveTo>
                      <a:lnTo>
                        <a:pt x="0" y="7318"/>
                      </a:lnTo>
                      <a:lnTo>
                        <a:pt x="32762" y="7318"/>
                      </a:lnTo>
                      <a:lnTo>
                        <a:pt x="32762" y="1"/>
                      </a:lnTo>
                      <a:close/>
                    </a:path>
                  </a:pathLst>
                </a:custGeom>
                <a:solidFill>
                  <a:srgbClr val="A5B7C6"/>
                </a:solidFill>
                <a:ln>
                  <a:noFill/>
                </a:ln>
              </p:spPr>
              <p:txBody>
                <a:bodyPr spcFirstLastPara="1" wrap="square" lIns="121900" tIns="121900" rIns="121900" bIns="121900" anchor="ctr" anchorCtr="0">
                  <a:noAutofit/>
                </a:bodyPr>
                <a:lstStyle/>
                <a:p>
                  <a:endParaRPr sz="2400"/>
                </a:p>
              </p:txBody>
            </p:sp>
            <p:cxnSp>
              <p:nvCxnSpPr>
                <p:cNvPr id="5583" name="Google Shape;5583;p64"/>
                <p:cNvCxnSpPr/>
                <p:nvPr/>
              </p:nvCxnSpPr>
              <p:spPr>
                <a:xfrm rot="10800000">
                  <a:off x="6677825" y="1279575"/>
                  <a:ext cx="0" cy="378000"/>
                </a:xfrm>
                <a:prstGeom prst="straightConnector1">
                  <a:avLst/>
                </a:prstGeom>
                <a:noFill/>
                <a:ln w="9525" cap="flat" cmpd="sng">
                  <a:solidFill>
                    <a:srgbClr val="A5B7C6"/>
                  </a:solidFill>
                  <a:prstDash val="solid"/>
                  <a:round/>
                  <a:headEnd type="none" w="med" len="med"/>
                  <a:tailEnd type="oval" w="med" len="med"/>
                </a:ln>
              </p:spPr>
            </p:cxnSp>
          </p:grpSp>
        </p:grpSp>
        <p:grpSp>
          <p:nvGrpSpPr>
            <p:cNvPr id="5584" name="Google Shape;5584;p64"/>
            <p:cNvGrpSpPr/>
            <p:nvPr/>
          </p:nvGrpSpPr>
          <p:grpSpPr>
            <a:xfrm>
              <a:off x="6238903" y="1193063"/>
              <a:ext cx="300475" cy="900152"/>
              <a:chOff x="6238903" y="1193063"/>
              <a:chExt cx="300475" cy="900152"/>
            </a:xfrm>
          </p:grpSpPr>
          <p:grpSp>
            <p:nvGrpSpPr>
              <p:cNvPr id="5585" name="Google Shape;5585;p64"/>
              <p:cNvGrpSpPr/>
              <p:nvPr/>
            </p:nvGrpSpPr>
            <p:grpSpPr>
              <a:xfrm>
                <a:off x="6290865" y="1489315"/>
                <a:ext cx="248514" cy="603900"/>
                <a:chOff x="6290865" y="1489315"/>
                <a:chExt cx="248514" cy="603900"/>
              </a:xfrm>
            </p:grpSpPr>
            <p:sp>
              <p:nvSpPr>
                <p:cNvPr id="5586" name="Google Shape;5586;p64"/>
                <p:cNvSpPr/>
                <p:nvPr/>
              </p:nvSpPr>
              <p:spPr>
                <a:xfrm rot="-5400000">
                  <a:off x="6260589" y="1519591"/>
                  <a:ext cx="309066" cy="248514"/>
                </a:xfrm>
                <a:custGeom>
                  <a:avLst/>
                  <a:gdLst/>
                  <a:ahLst/>
                  <a:cxnLst/>
                  <a:rect l="l" t="t" r="r" b="b"/>
                  <a:pathLst>
                    <a:path w="35535" h="28573" extrusionOk="0">
                      <a:moveTo>
                        <a:pt x="727" y="0"/>
                      </a:moveTo>
                      <a:cubicBezTo>
                        <a:pt x="484" y="0"/>
                        <a:pt x="241" y="2"/>
                        <a:pt x="0" y="3"/>
                      </a:cubicBezTo>
                      <a:lnTo>
                        <a:pt x="0" y="22994"/>
                      </a:lnTo>
                      <a:cubicBezTo>
                        <a:pt x="259" y="22992"/>
                        <a:pt x="501" y="22989"/>
                        <a:pt x="727" y="22989"/>
                      </a:cubicBezTo>
                      <a:cubicBezTo>
                        <a:pt x="5078" y="22989"/>
                        <a:pt x="15152" y="23439"/>
                        <a:pt x="25134" y="28572"/>
                      </a:cubicBezTo>
                      <a:lnTo>
                        <a:pt x="35534" y="9632"/>
                      </a:lnTo>
                      <a:cubicBezTo>
                        <a:pt x="35534" y="9632"/>
                        <a:pt x="21952" y="0"/>
                        <a:pt x="727" y="0"/>
                      </a:cubicBezTo>
                      <a:close/>
                    </a:path>
                  </a:pathLst>
                </a:custGeom>
                <a:solidFill>
                  <a:srgbClr val="869FB2"/>
                </a:solidFill>
                <a:ln>
                  <a:noFill/>
                </a:ln>
              </p:spPr>
              <p:txBody>
                <a:bodyPr spcFirstLastPara="1" wrap="square" lIns="121900" tIns="121900" rIns="121900" bIns="121900" anchor="ctr" anchorCtr="0">
                  <a:noAutofit/>
                </a:bodyPr>
                <a:lstStyle/>
                <a:p>
                  <a:endParaRPr sz="2400"/>
                </a:p>
              </p:txBody>
            </p:sp>
            <p:sp>
              <p:nvSpPr>
                <p:cNvPr id="5587" name="Google Shape;5587;p64"/>
                <p:cNvSpPr/>
                <p:nvPr/>
              </p:nvSpPr>
              <p:spPr>
                <a:xfrm rot="-5400000">
                  <a:off x="6266916" y="1820752"/>
                  <a:ext cx="296437" cy="248488"/>
                </a:xfrm>
                <a:custGeom>
                  <a:avLst/>
                  <a:gdLst/>
                  <a:ahLst/>
                  <a:cxnLst/>
                  <a:rect l="l" t="t" r="r" b="b"/>
                  <a:pathLst>
                    <a:path w="34083" h="28570" extrusionOk="0">
                      <a:moveTo>
                        <a:pt x="34083" y="0"/>
                      </a:moveTo>
                      <a:cubicBezTo>
                        <a:pt x="22684" y="120"/>
                        <a:pt x="13548" y="2997"/>
                        <a:pt x="7617" y="5579"/>
                      </a:cubicBezTo>
                      <a:cubicBezTo>
                        <a:pt x="5629" y="6444"/>
                        <a:pt x="3999" y="7274"/>
                        <a:pt x="2767" y="7955"/>
                      </a:cubicBezTo>
                      <a:cubicBezTo>
                        <a:pt x="2743" y="7970"/>
                        <a:pt x="2717" y="7985"/>
                        <a:pt x="2693" y="7996"/>
                      </a:cubicBezTo>
                      <a:cubicBezTo>
                        <a:pt x="2692" y="7996"/>
                        <a:pt x="2689" y="7999"/>
                        <a:pt x="2687" y="7999"/>
                      </a:cubicBezTo>
                      <a:cubicBezTo>
                        <a:pt x="2454" y="8127"/>
                        <a:pt x="2237" y="8251"/>
                        <a:pt x="2034" y="8368"/>
                      </a:cubicBezTo>
                      <a:lnTo>
                        <a:pt x="1958" y="8411"/>
                      </a:lnTo>
                      <a:cubicBezTo>
                        <a:pt x="1952" y="8416"/>
                        <a:pt x="1949" y="8418"/>
                        <a:pt x="1943" y="8421"/>
                      </a:cubicBezTo>
                      <a:cubicBezTo>
                        <a:pt x="1913" y="8437"/>
                        <a:pt x="1884" y="8455"/>
                        <a:pt x="1854" y="8472"/>
                      </a:cubicBezTo>
                      <a:cubicBezTo>
                        <a:pt x="1844" y="8478"/>
                        <a:pt x="1834" y="8483"/>
                        <a:pt x="1825" y="8488"/>
                      </a:cubicBezTo>
                      <a:cubicBezTo>
                        <a:pt x="1718" y="8552"/>
                        <a:pt x="1616" y="8612"/>
                        <a:pt x="1517" y="8670"/>
                      </a:cubicBezTo>
                      <a:cubicBezTo>
                        <a:pt x="1476" y="8697"/>
                        <a:pt x="1435" y="8720"/>
                        <a:pt x="1396" y="8743"/>
                      </a:cubicBezTo>
                      <a:cubicBezTo>
                        <a:pt x="1349" y="8771"/>
                        <a:pt x="1305" y="8799"/>
                        <a:pt x="1262" y="8823"/>
                      </a:cubicBezTo>
                      <a:cubicBezTo>
                        <a:pt x="1246" y="8832"/>
                        <a:pt x="1230" y="8844"/>
                        <a:pt x="1214" y="8852"/>
                      </a:cubicBezTo>
                      <a:cubicBezTo>
                        <a:pt x="1166" y="8882"/>
                        <a:pt x="1119" y="8911"/>
                        <a:pt x="1072" y="8938"/>
                      </a:cubicBezTo>
                      <a:cubicBezTo>
                        <a:pt x="1042" y="8956"/>
                        <a:pt x="1013" y="8973"/>
                        <a:pt x="985" y="8991"/>
                      </a:cubicBezTo>
                      <a:cubicBezTo>
                        <a:pt x="941" y="9018"/>
                        <a:pt x="901" y="9043"/>
                        <a:pt x="860" y="9069"/>
                      </a:cubicBezTo>
                      <a:cubicBezTo>
                        <a:pt x="845" y="9078"/>
                        <a:pt x="832" y="9087"/>
                        <a:pt x="821" y="9094"/>
                      </a:cubicBezTo>
                      <a:cubicBezTo>
                        <a:pt x="794" y="9112"/>
                        <a:pt x="771" y="9126"/>
                        <a:pt x="748" y="9141"/>
                      </a:cubicBezTo>
                      <a:cubicBezTo>
                        <a:pt x="733" y="9148"/>
                        <a:pt x="720" y="9157"/>
                        <a:pt x="706" y="9166"/>
                      </a:cubicBezTo>
                      <a:cubicBezTo>
                        <a:pt x="692" y="9174"/>
                        <a:pt x="678" y="9182"/>
                        <a:pt x="665" y="9192"/>
                      </a:cubicBezTo>
                      <a:cubicBezTo>
                        <a:pt x="643" y="9206"/>
                        <a:pt x="621" y="9218"/>
                        <a:pt x="599" y="9233"/>
                      </a:cubicBezTo>
                      <a:cubicBezTo>
                        <a:pt x="582" y="9244"/>
                        <a:pt x="567" y="9254"/>
                        <a:pt x="551" y="9265"/>
                      </a:cubicBezTo>
                      <a:cubicBezTo>
                        <a:pt x="534" y="9275"/>
                        <a:pt x="518" y="9283"/>
                        <a:pt x="502" y="9295"/>
                      </a:cubicBezTo>
                      <a:cubicBezTo>
                        <a:pt x="483" y="9305"/>
                        <a:pt x="465" y="9318"/>
                        <a:pt x="446" y="9330"/>
                      </a:cubicBezTo>
                      <a:cubicBezTo>
                        <a:pt x="305" y="9422"/>
                        <a:pt x="196" y="9493"/>
                        <a:pt x="122" y="9544"/>
                      </a:cubicBezTo>
                      <a:lnTo>
                        <a:pt x="104" y="9556"/>
                      </a:lnTo>
                      <a:cubicBezTo>
                        <a:pt x="72" y="9578"/>
                        <a:pt x="46" y="9595"/>
                        <a:pt x="30" y="9607"/>
                      </a:cubicBezTo>
                      <a:cubicBezTo>
                        <a:pt x="28" y="9608"/>
                        <a:pt x="24" y="9610"/>
                        <a:pt x="23" y="9611"/>
                      </a:cubicBezTo>
                      <a:cubicBezTo>
                        <a:pt x="17" y="9615"/>
                        <a:pt x="14" y="9618"/>
                        <a:pt x="9" y="9621"/>
                      </a:cubicBezTo>
                      <a:cubicBezTo>
                        <a:pt x="8" y="9623"/>
                        <a:pt x="7" y="9624"/>
                        <a:pt x="5" y="9624"/>
                      </a:cubicBezTo>
                      <a:lnTo>
                        <a:pt x="1" y="9629"/>
                      </a:lnTo>
                      <a:lnTo>
                        <a:pt x="10402" y="28569"/>
                      </a:lnTo>
                      <a:lnTo>
                        <a:pt x="10669" y="28432"/>
                      </a:lnTo>
                      <a:cubicBezTo>
                        <a:pt x="10734" y="28399"/>
                        <a:pt x="10803" y="28365"/>
                        <a:pt x="10868" y="28333"/>
                      </a:cubicBezTo>
                      <a:cubicBezTo>
                        <a:pt x="10913" y="28309"/>
                        <a:pt x="10960" y="28287"/>
                        <a:pt x="11007" y="28263"/>
                      </a:cubicBezTo>
                      <a:cubicBezTo>
                        <a:pt x="11052" y="28242"/>
                        <a:pt x="11095" y="28220"/>
                        <a:pt x="11141" y="28198"/>
                      </a:cubicBezTo>
                      <a:cubicBezTo>
                        <a:pt x="11264" y="28138"/>
                        <a:pt x="11387" y="28079"/>
                        <a:pt x="11510" y="28020"/>
                      </a:cubicBezTo>
                      <a:cubicBezTo>
                        <a:pt x="11570" y="27991"/>
                        <a:pt x="11633" y="27962"/>
                        <a:pt x="11694" y="27933"/>
                      </a:cubicBezTo>
                      <a:cubicBezTo>
                        <a:pt x="11754" y="27904"/>
                        <a:pt x="11816" y="27875"/>
                        <a:pt x="11877" y="27846"/>
                      </a:cubicBezTo>
                      <a:cubicBezTo>
                        <a:pt x="20843" y="23637"/>
                        <a:pt x="29650" y="23043"/>
                        <a:pt x="34083" y="22991"/>
                      </a:cubicBezTo>
                      <a:lnTo>
                        <a:pt x="34083"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grpSp>
          <p:grpSp>
            <p:nvGrpSpPr>
              <p:cNvPr id="5588" name="Google Shape;5588;p64"/>
              <p:cNvGrpSpPr/>
              <p:nvPr/>
            </p:nvGrpSpPr>
            <p:grpSpPr>
              <a:xfrm>
                <a:off x="6238903" y="1193063"/>
                <a:ext cx="284947" cy="333087"/>
                <a:chOff x="6238903" y="1193063"/>
                <a:chExt cx="284947" cy="333087"/>
              </a:xfrm>
            </p:grpSpPr>
            <p:sp>
              <p:nvSpPr>
                <p:cNvPr id="5589" name="Google Shape;5589;p64"/>
                <p:cNvSpPr/>
                <p:nvPr/>
              </p:nvSpPr>
              <p:spPr>
                <a:xfrm>
                  <a:off x="6238903" y="1193063"/>
                  <a:ext cx="284947" cy="63648"/>
                </a:xfrm>
                <a:custGeom>
                  <a:avLst/>
                  <a:gdLst/>
                  <a:ahLst/>
                  <a:cxnLst/>
                  <a:rect l="l" t="t" r="r" b="b"/>
                  <a:pathLst>
                    <a:path w="32762" h="7318" extrusionOk="0">
                      <a:moveTo>
                        <a:pt x="0" y="0"/>
                      </a:moveTo>
                      <a:lnTo>
                        <a:pt x="0" y="7317"/>
                      </a:lnTo>
                      <a:lnTo>
                        <a:pt x="32762" y="7317"/>
                      </a:lnTo>
                      <a:lnTo>
                        <a:pt x="32762" y="0"/>
                      </a:lnTo>
                      <a:close/>
                    </a:path>
                  </a:pathLst>
                </a:custGeom>
                <a:solidFill>
                  <a:srgbClr val="869FB2"/>
                </a:solidFill>
                <a:ln>
                  <a:noFill/>
                </a:ln>
              </p:spPr>
              <p:txBody>
                <a:bodyPr spcFirstLastPara="1" wrap="square" lIns="121900" tIns="121900" rIns="121900" bIns="121900" anchor="ctr" anchorCtr="0">
                  <a:noAutofit/>
                </a:bodyPr>
                <a:lstStyle/>
                <a:p>
                  <a:endParaRPr sz="2400"/>
                </a:p>
              </p:txBody>
            </p:sp>
            <p:cxnSp>
              <p:nvCxnSpPr>
                <p:cNvPr id="5590" name="Google Shape;5590;p64"/>
                <p:cNvCxnSpPr/>
                <p:nvPr/>
              </p:nvCxnSpPr>
              <p:spPr>
                <a:xfrm rot="10800000">
                  <a:off x="6431250" y="1279250"/>
                  <a:ext cx="0" cy="246900"/>
                </a:xfrm>
                <a:prstGeom prst="straightConnector1">
                  <a:avLst/>
                </a:prstGeom>
                <a:noFill/>
                <a:ln w="9525" cap="flat" cmpd="sng">
                  <a:solidFill>
                    <a:srgbClr val="869FB2"/>
                  </a:solidFill>
                  <a:prstDash val="solid"/>
                  <a:round/>
                  <a:headEnd type="none" w="med" len="med"/>
                  <a:tailEnd type="oval" w="med" len="med"/>
                </a:ln>
              </p:spPr>
            </p:cxnSp>
          </p:grpSp>
        </p:grpSp>
        <p:grpSp>
          <p:nvGrpSpPr>
            <p:cNvPr id="5591" name="Google Shape;5591;p64"/>
            <p:cNvGrpSpPr/>
            <p:nvPr/>
          </p:nvGrpSpPr>
          <p:grpSpPr>
            <a:xfrm>
              <a:off x="5900602" y="1193063"/>
              <a:ext cx="444345" cy="1021707"/>
              <a:chOff x="5900602" y="1193063"/>
              <a:chExt cx="444345" cy="1021707"/>
            </a:xfrm>
          </p:grpSpPr>
          <p:grpSp>
            <p:nvGrpSpPr>
              <p:cNvPr id="5592" name="Google Shape;5592;p64"/>
              <p:cNvGrpSpPr/>
              <p:nvPr/>
            </p:nvGrpSpPr>
            <p:grpSpPr>
              <a:xfrm>
                <a:off x="6046501" y="1367785"/>
                <a:ext cx="298446" cy="846986"/>
                <a:chOff x="6046501" y="1367785"/>
                <a:chExt cx="298446" cy="846986"/>
              </a:xfrm>
            </p:grpSpPr>
            <p:sp>
              <p:nvSpPr>
                <p:cNvPr id="5593" name="Google Shape;5593;p64"/>
                <p:cNvSpPr/>
                <p:nvPr/>
              </p:nvSpPr>
              <p:spPr>
                <a:xfrm rot="-5400000">
                  <a:off x="5980418" y="1433868"/>
                  <a:ext cx="430613" cy="298446"/>
                </a:xfrm>
                <a:custGeom>
                  <a:avLst/>
                  <a:gdLst/>
                  <a:ahLst/>
                  <a:cxnLst/>
                  <a:rect l="l" t="t" r="r" b="b"/>
                  <a:pathLst>
                    <a:path w="49510" h="34314" extrusionOk="0">
                      <a:moveTo>
                        <a:pt x="722" y="0"/>
                      </a:moveTo>
                      <a:cubicBezTo>
                        <a:pt x="481" y="0"/>
                        <a:pt x="241" y="0"/>
                        <a:pt x="1" y="3"/>
                      </a:cubicBezTo>
                      <a:lnTo>
                        <a:pt x="1" y="24234"/>
                      </a:lnTo>
                      <a:cubicBezTo>
                        <a:pt x="243" y="24230"/>
                        <a:pt x="428" y="24229"/>
                        <a:pt x="550" y="24229"/>
                      </a:cubicBezTo>
                      <a:cubicBezTo>
                        <a:pt x="648" y="24229"/>
                        <a:pt x="706" y="24230"/>
                        <a:pt x="722" y="24230"/>
                      </a:cubicBezTo>
                      <a:lnTo>
                        <a:pt x="729" y="24230"/>
                      </a:lnTo>
                      <a:cubicBezTo>
                        <a:pt x="773" y="24230"/>
                        <a:pt x="1173" y="24214"/>
                        <a:pt x="1871" y="24214"/>
                      </a:cubicBezTo>
                      <a:cubicBezTo>
                        <a:pt x="6340" y="24214"/>
                        <a:pt x="23046" y="24853"/>
                        <a:pt x="37171" y="34314"/>
                      </a:cubicBezTo>
                      <a:lnTo>
                        <a:pt x="49510" y="11872"/>
                      </a:lnTo>
                      <a:cubicBezTo>
                        <a:pt x="49510" y="11872"/>
                        <a:pt x="31299" y="3"/>
                        <a:pt x="729" y="0"/>
                      </a:cubicBezTo>
                      <a:close/>
                    </a:path>
                  </a:pathLst>
                </a:custGeom>
                <a:solidFill>
                  <a:srgbClr val="667E92"/>
                </a:solidFill>
                <a:ln>
                  <a:noFill/>
                </a:ln>
              </p:spPr>
              <p:txBody>
                <a:bodyPr spcFirstLastPara="1" wrap="square" lIns="121900" tIns="121900" rIns="121900" bIns="121900" anchor="ctr" anchorCtr="0">
                  <a:noAutofit/>
                </a:bodyPr>
                <a:lstStyle/>
                <a:p>
                  <a:endParaRPr sz="2400"/>
                </a:p>
              </p:txBody>
            </p:sp>
            <p:sp>
              <p:nvSpPr>
                <p:cNvPr id="5594" name="Google Shape;5594;p64"/>
                <p:cNvSpPr/>
                <p:nvPr/>
              </p:nvSpPr>
              <p:spPr>
                <a:xfrm rot="-5400000">
                  <a:off x="5986745" y="1856568"/>
                  <a:ext cx="417984" cy="298420"/>
                </a:xfrm>
                <a:custGeom>
                  <a:avLst/>
                  <a:gdLst/>
                  <a:ahLst/>
                  <a:cxnLst/>
                  <a:rect l="l" t="t" r="r" b="b"/>
                  <a:pathLst>
                    <a:path w="48058" h="34311" extrusionOk="0">
                      <a:moveTo>
                        <a:pt x="48058" y="0"/>
                      </a:moveTo>
                      <a:cubicBezTo>
                        <a:pt x="40706" y="47"/>
                        <a:pt x="34078" y="776"/>
                        <a:pt x="28261" y="1849"/>
                      </a:cubicBezTo>
                      <a:cubicBezTo>
                        <a:pt x="20919" y="3208"/>
                        <a:pt x="14865" y="5126"/>
                        <a:pt x="10271" y="6917"/>
                      </a:cubicBezTo>
                      <a:cubicBezTo>
                        <a:pt x="5004" y="8972"/>
                        <a:pt x="1653" y="10865"/>
                        <a:pt x="474" y="11571"/>
                      </a:cubicBezTo>
                      <a:cubicBezTo>
                        <a:pt x="462" y="11578"/>
                        <a:pt x="449" y="11585"/>
                        <a:pt x="439" y="11593"/>
                      </a:cubicBezTo>
                      <a:cubicBezTo>
                        <a:pt x="427" y="11600"/>
                        <a:pt x="417" y="11606"/>
                        <a:pt x="406" y="11613"/>
                      </a:cubicBezTo>
                      <a:cubicBezTo>
                        <a:pt x="384" y="11628"/>
                        <a:pt x="365" y="11638"/>
                        <a:pt x="344" y="11651"/>
                      </a:cubicBezTo>
                      <a:cubicBezTo>
                        <a:pt x="328" y="11661"/>
                        <a:pt x="311" y="11671"/>
                        <a:pt x="296" y="11680"/>
                      </a:cubicBezTo>
                      <a:cubicBezTo>
                        <a:pt x="285" y="11689"/>
                        <a:pt x="273" y="11696"/>
                        <a:pt x="260" y="11703"/>
                      </a:cubicBezTo>
                      <a:cubicBezTo>
                        <a:pt x="251" y="11709"/>
                        <a:pt x="242" y="11715"/>
                        <a:pt x="235" y="11719"/>
                      </a:cubicBezTo>
                      <a:cubicBezTo>
                        <a:pt x="126" y="11788"/>
                        <a:pt x="53" y="11833"/>
                        <a:pt x="20" y="11855"/>
                      </a:cubicBezTo>
                      <a:cubicBezTo>
                        <a:pt x="18" y="11856"/>
                        <a:pt x="14" y="11858"/>
                        <a:pt x="12" y="11861"/>
                      </a:cubicBezTo>
                      <a:cubicBezTo>
                        <a:pt x="4" y="11865"/>
                        <a:pt x="1" y="11869"/>
                        <a:pt x="1" y="11869"/>
                      </a:cubicBezTo>
                      <a:lnTo>
                        <a:pt x="12338" y="34311"/>
                      </a:lnTo>
                      <a:cubicBezTo>
                        <a:pt x="12429" y="34252"/>
                        <a:pt x="12518" y="34194"/>
                        <a:pt x="12608" y="34136"/>
                      </a:cubicBezTo>
                      <a:cubicBezTo>
                        <a:pt x="12655" y="34107"/>
                        <a:pt x="12700" y="34076"/>
                        <a:pt x="12747" y="34047"/>
                      </a:cubicBezTo>
                      <a:cubicBezTo>
                        <a:pt x="12789" y="34021"/>
                        <a:pt x="12830" y="33996"/>
                        <a:pt x="12869" y="33970"/>
                      </a:cubicBezTo>
                      <a:cubicBezTo>
                        <a:pt x="12927" y="33932"/>
                        <a:pt x="12986" y="33896"/>
                        <a:pt x="13045" y="33858"/>
                      </a:cubicBezTo>
                      <a:cubicBezTo>
                        <a:pt x="13124" y="33808"/>
                        <a:pt x="13204" y="33759"/>
                        <a:pt x="13283" y="33709"/>
                      </a:cubicBezTo>
                      <a:cubicBezTo>
                        <a:pt x="13363" y="33661"/>
                        <a:pt x="13441" y="33612"/>
                        <a:pt x="13521" y="33562"/>
                      </a:cubicBezTo>
                      <a:cubicBezTo>
                        <a:pt x="13601" y="33513"/>
                        <a:pt x="13679" y="33465"/>
                        <a:pt x="13759" y="33417"/>
                      </a:cubicBezTo>
                      <a:cubicBezTo>
                        <a:pt x="13842" y="33367"/>
                        <a:pt x="13922" y="33319"/>
                        <a:pt x="14003" y="33270"/>
                      </a:cubicBezTo>
                      <a:cubicBezTo>
                        <a:pt x="14082" y="33222"/>
                        <a:pt x="14159" y="33175"/>
                        <a:pt x="14238" y="33130"/>
                      </a:cubicBezTo>
                      <a:cubicBezTo>
                        <a:pt x="14318" y="33082"/>
                        <a:pt x="14398" y="33037"/>
                        <a:pt x="14478" y="32990"/>
                      </a:cubicBezTo>
                      <a:cubicBezTo>
                        <a:pt x="14558" y="32943"/>
                        <a:pt x="14638" y="32897"/>
                        <a:pt x="14718" y="32852"/>
                      </a:cubicBezTo>
                      <a:cubicBezTo>
                        <a:pt x="14798" y="32804"/>
                        <a:pt x="14879" y="32758"/>
                        <a:pt x="14959" y="32713"/>
                      </a:cubicBezTo>
                      <a:cubicBezTo>
                        <a:pt x="15120" y="32622"/>
                        <a:pt x="15280" y="32531"/>
                        <a:pt x="15444" y="32441"/>
                      </a:cubicBezTo>
                      <a:cubicBezTo>
                        <a:pt x="15521" y="32397"/>
                        <a:pt x="15598" y="32357"/>
                        <a:pt x="15674" y="32314"/>
                      </a:cubicBezTo>
                      <a:cubicBezTo>
                        <a:pt x="15698" y="32301"/>
                        <a:pt x="15723" y="32287"/>
                        <a:pt x="15746" y="32274"/>
                      </a:cubicBezTo>
                      <a:cubicBezTo>
                        <a:pt x="15888" y="32196"/>
                        <a:pt x="16029" y="32119"/>
                        <a:pt x="16172" y="32045"/>
                      </a:cubicBezTo>
                      <a:cubicBezTo>
                        <a:pt x="29547" y="24910"/>
                        <a:pt x="44618" y="24279"/>
                        <a:pt x="48058" y="24228"/>
                      </a:cubicBezTo>
                      <a:lnTo>
                        <a:pt x="48058" y="0"/>
                      </a:lnTo>
                      <a:close/>
                    </a:path>
                  </a:pathLst>
                </a:custGeom>
                <a:solidFill>
                  <a:srgbClr val="657E93"/>
                </a:solidFill>
                <a:ln>
                  <a:noFill/>
                </a:ln>
              </p:spPr>
              <p:txBody>
                <a:bodyPr spcFirstLastPara="1" wrap="square" lIns="121900" tIns="121900" rIns="121900" bIns="121900" anchor="ctr" anchorCtr="0">
                  <a:noAutofit/>
                </a:bodyPr>
                <a:lstStyle/>
                <a:p>
                  <a:endParaRPr sz="2400"/>
                </a:p>
              </p:txBody>
            </p:sp>
          </p:grpSp>
          <p:grpSp>
            <p:nvGrpSpPr>
              <p:cNvPr id="5595" name="Google Shape;5595;p64"/>
              <p:cNvGrpSpPr/>
              <p:nvPr/>
            </p:nvGrpSpPr>
            <p:grpSpPr>
              <a:xfrm>
                <a:off x="5900602" y="1193063"/>
                <a:ext cx="284947" cy="182312"/>
                <a:chOff x="5900602" y="1193063"/>
                <a:chExt cx="284947" cy="182312"/>
              </a:xfrm>
            </p:grpSpPr>
            <p:sp>
              <p:nvSpPr>
                <p:cNvPr id="5596" name="Google Shape;5596;p64"/>
                <p:cNvSpPr/>
                <p:nvPr/>
              </p:nvSpPr>
              <p:spPr>
                <a:xfrm>
                  <a:off x="5900602" y="1193063"/>
                  <a:ext cx="284947" cy="63648"/>
                </a:xfrm>
                <a:custGeom>
                  <a:avLst/>
                  <a:gdLst/>
                  <a:ahLst/>
                  <a:cxnLst/>
                  <a:rect l="l" t="t" r="r" b="b"/>
                  <a:pathLst>
                    <a:path w="32762" h="7318" extrusionOk="0">
                      <a:moveTo>
                        <a:pt x="0" y="0"/>
                      </a:moveTo>
                      <a:lnTo>
                        <a:pt x="0" y="7318"/>
                      </a:lnTo>
                      <a:lnTo>
                        <a:pt x="32762" y="7318"/>
                      </a:lnTo>
                      <a:lnTo>
                        <a:pt x="32762" y="0"/>
                      </a:lnTo>
                      <a:close/>
                    </a:path>
                  </a:pathLst>
                </a:custGeom>
                <a:solidFill>
                  <a:srgbClr val="667E92"/>
                </a:solidFill>
                <a:ln>
                  <a:noFill/>
                </a:ln>
              </p:spPr>
              <p:txBody>
                <a:bodyPr spcFirstLastPara="1" wrap="square" lIns="121900" tIns="121900" rIns="121900" bIns="121900" anchor="ctr" anchorCtr="0">
                  <a:noAutofit/>
                </a:bodyPr>
                <a:lstStyle/>
                <a:p>
                  <a:endParaRPr sz="2400"/>
                </a:p>
              </p:txBody>
            </p:sp>
            <p:cxnSp>
              <p:nvCxnSpPr>
                <p:cNvPr id="5597" name="Google Shape;5597;p64"/>
                <p:cNvCxnSpPr/>
                <p:nvPr/>
              </p:nvCxnSpPr>
              <p:spPr>
                <a:xfrm rot="10800000">
                  <a:off x="6156950" y="1279675"/>
                  <a:ext cx="0" cy="95700"/>
                </a:xfrm>
                <a:prstGeom prst="straightConnector1">
                  <a:avLst/>
                </a:prstGeom>
                <a:noFill/>
                <a:ln w="9525" cap="flat" cmpd="sng">
                  <a:solidFill>
                    <a:srgbClr val="657E93"/>
                  </a:solidFill>
                  <a:prstDash val="solid"/>
                  <a:round/>
                  <a:headEnd type="none" w="med" len="med"/>
                  <a:tailEnd type="oval" w="med" len="med"/>
                </a:ln>
              </p:spPr>
            </p:cxnSp>
          </p:grpSp>
        </p:grpSp>
        <p:grpSp>
          <p:nvGrpSpPr>
            <p:cNvPr id="5598" name="Google Shape;5598;p64"/>
            <p:cNvGrpSpPr/>
            <p:nvPr/>
          </p:nvGrpSpPr>
          <p:grpSpPr>
            <a:xfrm>
              <a:off x="6738300" y="1193063"/>
              <a:ext cx="462153" cy="707634"/>
              <a:chOff x="6738300" y="1193063"/>
              <a:chExt cx="462153" cy="707634"/>
            </a:xfrm>
          </p:grpSpPr>
          <p:grpSp>
            <p:nvGrpSpPr>
              <p:cNvPr id="5599" name="Google Shape;5599;p64"/>
              <p:cNvGrpSpPr/>
              <p:nvPr/>
            </p:nvGrpSpPr>
            <p:grpSpPr>
              <a:xfrm>
                <a:off x="6915505" y="1193063"/>
                <a:ext cx="284947" cy="597387"/>
                <a:chOff x="6915505" y="1193063"/>
                <a:chExt cx="284947" cy="597387"/>
              </a:xfrm>
            </p:grpSpPr>
            <p:sp>
              <p:nvSpPr>
                <p:cNvPr id="5600" name="Google Shape;5600;p64"/>
                <p:cNvSpPr/>
                <p:nvPr/>
              </p:nvSpPr>
              <p:spPr>
                <a:xfrm>
                  <a:off x="6915505" y="1193063"/>
                  <a:ext cx="284947" cy="63648"/>
                </a:xfrm>
                <a:custGeom>
                  <a:avLst/>
                  <a:gdLst/>
                  <a:ahLst/>
                  <a:cxnLst/>
                  <a:rect l="l" t="t" r="r" b="b"/>
                  <a:pathLst>
                    <a:path w="32762" h="7318" extrusionOk="0">
                      <a:moveTo>
                        <a:pt x="0" y="1"/>
                      </a:moveTo>
                      <a:lnTo>
                        <a:pt x="0" y="7318"/>
                      </a:lnTo>
                      <a:lnTo>
                        <a:pt x="32762" y="7318"/>
                      </a:lnTo>
                      <a:lnTo>
                        <a:pt x="32762" y="1"/>
                      </a:lnTo>
                      <a:close/>
                    </a:path>
                  </a:pathLst>
                </a:custGeom>
                <a:solidFill>
                  <a:srgbClr val="E3E7EA"/>
                </a:solidFill>
                <a:ln>
                  <a:noFill/>
                </a:ln>
              </p:spPr>
              <p:txBody>
                <a:bodyPr spcFirstLastPara="1" wrap="square" lIns="121900" tIns="121900" rIns="121900" bIns="121900" anchor="ctr" anchorCtr="0">
                  <a:noAutofit/>
                </a:bodyPr>
                <a:lstStyle/>
                <a:p>
                  <a:endParaRPr sz="2400"/>
                </a:p>
              </p:txBody>
            </p:sp>
            <p:cxnSp>
              <p:nvCxnSpPr>
                <p:cNvPr id="5601" name="Google Shape;5601;p64"/>
                <p:cNvCxnSpPr/>
                <p:nvPr/>
              </p:nvCxnSpPr>
              <p:spPr>
                <a:xfrm rot="10800000">
                  <a:off x="6938275" y="1279850"/>
                  <a:ext cx="0" cy="510600"/>
                </a:xfrm>
                <a:prstGeom prst="straightConnector1">
                  <a:avLst/>
                </a:prstGeom>
                <a:noFill/>
                <a:ln w="9525" cap="flat" cmpd="sng">
                  <a:solidFill>
                    <a:srgbClr val="E3E7EA"/>
                  </a:solidFill>
                  <a:prstDash val="solid"/>
                  <a:round/>
                  <a:headEnd type="none" w="med" len="med"/>
                  <a:tailEnd type="oval" w="med" len="med"/>
                </a:ln>
              </p:spPr>
            </p:cxnSp>
          </p:grpSp>
          <p:grpSp>
            <p:nvGrpSpPr>
              <p:cNvPr id="5602" name="Google Shape;5602;p64"/>
              <p:cNvGrpSpPr/>
              <p:nvPr/>
            </p:nvGrpSpPr>
            <p:grpSpPr>
              <a:xfrm>
                <a:off x="6738300" y="1684725"/>
                <a:ext cx="230066" cy="215971"/>
                <a:chOff x="6738300" y="1684725"/>
                <a:chExt cx="230066" cy="215971"/>
              </a:xfrm>
            </p:grpSpPr>
            <p:sp>
              <p:nvSpPr>
                <p:cNvPr id="5603" name="Google Shape;5603;p64"/>
                <p:cNvSpPr/>
                <p:nvPr/>
              </p:nvSpPr>
              <p:spPr>
                <a:xfrm rot="-5400000">
                  <a:off x="6799187" y="1731518"/>
                  <a:ext cx="108296" cy="230061"/>
                </a:xfrm>
                <a:custGeom>
                  <a:avLst/>
                  <a:gdLst/>
                  <a:ahLst/>
                  <a:cxnLst/>
                  <a:rect l="l" t="t" r="r" b="b"/>
                  <a:pathLst>
                    <a:path w="10928" h="23215" extrusionOk="0">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spcFirstLastPara="1" wrap="square" lIns="121900" tIns="121900" rIns="121900" bIns="121900" anchor="ctr" anchorCtr="0">
                  <a:noAutofit/>
                </a:bodyPr>
                <a:lstStyle/>
                <a:p>
                  <a:endParaRPr sz="2400"/>
                </a:p>
              </p:txBody>
            </p:sp>
            <p:sp>
              <p:nvSpPr>
                <p:cNvPr id="5604" name="Google Shape;5604;p64"/>
                <p:cNvSpPr/>
                <p:nvPr/>
              </p:nvSpPr>
              <p:spPr>
                <a:xfrm rot="-5400000" flipH="1">
                  <a:off x="6799182" y="1623843"/>
                  <a:ext cx="108296" cy="230061"/>
                </a:xfrm>
                <a:custGeom>
                  <a:avLst/>
                  <a:gdLst/>
                  <a:ahLst/>
                  <a:cxnLst/>
                  <a:rect l="l" t="t" r="r" b="b"/>
                  <a:pathLst>
                    <a:path w="10928" h="23215" extrusionOk="0">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spcFirstLastPara="1" wrap="square" lIns="121900" tIns="121900" rIns="121900" bIns="121900" anchor="ctr" anchorCtr="0">
                  <a:noAutofit/>
                </a:bodyPr>
                <a:lstStyle/>
                <a:p>
                  <a:endParaRPr sz="2400"/>
                </a:p>
              </p:txBody>
            </p:sp>
          </p:grpSp>
        </p:grpSp>
      </p:grpSp>
      <p:sp>
        <p:nvSpPr>
          <p:cNvPr id="378" name="Dikdörtgen 377"/>
          <p:cNvSpPr/>
          <p:nvPr/>
        </p:nvSpPr>
        <p:spPr>
          <a:xfrm>
            <a:off x="-27447" y="-9813"/>
            <a:ext cx="10911016" cy="1077218"/>
          </a:xfrm>
          <a:prstGeom prst="rect">
            <a:avLst/>
          </a:prstGeom>
        </p:spPr>
        <p:txBody>
          <a:bodyPr wrap="square">
            <a:spAutoFit/>
          </a:bodyPr>
          <a:lstStyle/>
          <a:p>
            <a:pPr fontAlgn="ctr">
              <a:defRPr/>
            </a:pPr>
            <a:r>
              <a:rPr lang="tr-TR" sz="3200" b="1" noProof="1">
                <a:cs typeface="Helvetica" panose="020B0604020202020204" pitchFamily="34" charset="0"/>
                <a:sym typeface="Flama Ziraat Medium" charset="0"/>
              </a:rPr>
              <a:t>Sunumlarda Kullanılabilecek Çeşitli Şekiller</a:t>
            </a:r>
          </a:p>
          <a:p>
            <a:pPr fontAlgn="ctr">
              <a:defRPr/>
            </a:pPr>
            <a:r>
              <a:rPr lang="tr-TR" sz="3200" b="1" i="1" noProof="1">
                <a:solidFill>
                  <a:srgbClr val="C00000"/>
                </a:solidFill>
                <a:cs typeface="Helvetica" panose="020B0604020202020204" pitchFamily="34" charset="0"/>
                <a:sym typeface="Flama Ziraat Medium" charset="0"/>
              </a:rPr>
              <a:t>Hepsi Farklı Renklerde Boyanabilir ya da Değiştirilebilirdir…</a:t>
            </a:r>
          </a:p>
        </p:txBody>
      </p:sp>
    </p:spTree>
    <p:extLst>
      <p:ext uri="{BB962C8B-B14F-4D97-AF65-F5344CB8AC3E}">
        <p14:creationId xmlns:p14="http://schemas.microsoft.com/office/powerpoint/2010/main" val="3142324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270"/>
        <p:cNvGrpSpPr/>
        <p:nvPr/>
      </p:nvGrpSpPr>
      <p:grpSpPr>
        <a:xfrm>
          <a:off x="0" y="0"/>
          <a:ext cx="0" cy="0"/>
          <a:chOff x="0" y="0"/>
          <a:chExt cx="0" cy="0"/>
        </a:xfrm>
      </p:grpSpPr>
      <p:graphicFrame>
        <p:nvGraphicFramePr>
          <p:cNvPr id="2" name="Nesne 1" hidden="1"/>
          <p:cNvGraphicFramePr>
            <a:graphicFrameLocks noChangeAspect="1"/>
          </p:cNvGraphicFramePr>
          <p:nvPr>
            <p:custDataLst>
              <p:tags r:id="rId1"/>
            </p:custDataLst>
            <p:extLst>
              <p:ext uri="{D42A27DB-BD31-4B8C-83A1-F6EECF244321}">
                <p14:modId xmlns:p14="http://schemas.microsoft.com/office/powerpoint/2010/main" val="17497172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7273" name="Google Shape;7273;p68"/>
          <p:cNvGrpSpPr/>
          <p:nvPr/>
        </p:nvGrpSpPr>
        <p:grpSpPr>
          <a:xfrm>
            <a:off x="1105813" y="3076847"/>
            <a:ext cx="452313" cy="397581"/>
            <a:chOff x="898875" y="244725"/>
            <a:chExt cx="481800" cy="423500"/>
          </a:xfrm>
        </p:grpSpPr>
        <p:sp>
          <p:nvSpPr>
            <p:cNvPr id="7274" name="Google Shape;7274;p68"/>
            <p:cNvSpPr/>
            <p:nvPr/>
          </p:nvSpPr>
          <p:spPr>
            <a:xfrm>
              <a:off x="1125675" y="470575"/>
              <a:ext cx="28275" cy="28250"/>
            </a:xfrm>
            <a:custGeom>
              <a:avLst/>
              <a:gdLst/>
              <a:ahLst/>
              <a:cxnLst/>
              <a:rect l="l" t="t" r="r" b="b"/>
              <a:pathLst>
                <a:path w="1131" h="1130" extrusionOk="0">
                  <a:moveTo>
                    <a:pt x="564" y="1"/>
                  </a:moveTo>
                  <a:cubicBezTo>
                    <a:pt x="251" y="1"/>
                    <a:pt x="1" y="251"/>
                    <a:pt x="1" y="564"/>
                  </a:cubicBezTo>
                  <a:cubicBezTo>
                    <a:pt x="1" y="877"/>
                    <a:pt x="251" y="1130"/>
                    <a:pt x="564" y="1130"/>
                  </a:cubicBezTo>
                  <a:cubicBezTo>
                    <a:pt x="877" y="1130"/>
                    <a:pt x="1130" y="877"/>
                    <a:pt x="1130" y="564"/>
                  </a:cubicBezTo>
                  <a:cubicBezTo>
                    <a:pt x="1130" y="251"/>
                    <a:pt x="877" y="1"/>
                    <a:pt x="564"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275" name="Google Shape;7275;p68"/>
            <p:cNvSpPr/>
            <p:nvPr/>
          </p:nvSpPr>
          <p:spPr>
            <a:xfrm>
              <a:off x="898875" y="244725"/>
              <a:ext cx="481800" cy="225875"/>
            </a:xfrm>
            <a:custGeom>
              <a:avLst/>
              <a:gdLst/>
              <a:ahLst/>
              <a:cxnLst/>
              <a:rect l="l" t="t" r="r" b="b"/>
              <a:pathLst>
                <a:path w="19272" h="9035" extrusionOk="0">
                  <a:moveTo>
                    <a:pt x="2825" y="1130"/>
                  </a:moveTo>
                  <a:cubicBezTo>
                    <a:pt x="3135" y="1130"/>
                    <a:pt x="3388" y="1380"/>
                    <a:pt x="3388" y="1693"/>
                  </a:cubicBezTo>
                  <a:lnTo>
                    <a:pt x="3388" y="2259"/>
                  </a:lnTo>
                  <a:lnTo>
                    <a:pt x="2258" y="2259"/>
                  </a:lnTo>
                  <a:lnTo>
                    <a:pt x="2258" y="1693"/>
                  </a:lnTo>
                  <a:cubicBezTo>
                    <a:pt x="2258" y="1380"/>
                    <a:pt x="2511" y="1130"/>
                    <a:pt x="2825" y="1130"/>
                  </a:cubicBezTo>
                  <a:close/>
                  <a:moveTo>
                    <a:pt x="11894" y="1130"/>
                  </a:moveTo>
                  <a:cubicBezTo>
                    <a:pt x="12208" y="1130"/>
                    <a:pt x="12461" y="1380"/>
                    <a:pt x="12461" y="1693"/>
                  </a:cubicBezTo>
                  <a:lnTo>
                    <a:pt x="12461" y="2259"/>
                  </a:lnTo>
                  <a:lnTo>
                    <a:pt x="6814" y="2259"/>
                  </a:lnTo>
                  <a:lnTo>
                    <a:pt x="6814" y="1693"/>
                  </a:lnTo>
                  <a:cubicBezTo>
                    <a:pt x="6814" y="1380"/>
                    <a:pt x="7064" y="1130"/>
                    <a:pt x="7378" y="1130"/>
                  </a:cubicBezTo>
                  <a:close/>
                  <a:moveTo>
                    <a:pt x="5083" y="4518"/>
                  </a:moveTo>
                  <a:cubicBezTo>
                    <a:pt x="5586" y="4518"/>
                    <a:pt x="5836" y="5123"/>
                    <a:pt x="5480" y="5481"/>
                  </a:cubicBezTo>
                  <a:cubicBezTo>
                    <a:pt x="5366" y="5596"/>
                    <a:pt x="5225" y="5647"/>
                    <a:pt x="5086" y="5647"/>
                  </a:cubicBezTo>
                  <a:cubicBezTo>
                    <a:pt x="4796" y="5647"/>
                    <a:pt x="4517" y="5422"/>
                    <a:pt x="4517" y="5081"/>
                  </a:cubicBezTo>
                  <a:cubicBezTo>
                    <a:pt x="4517" y="4768"/>
                    <a:pt x="4770" y="4518"/>
                    <a:pt x="5083" y="4518"/>
                  </a:cubicBezTo>
                  <a:close/>
                  <a:moveTo>
                    <a:pt x="2825" y="1"/>
                  </a:moveTo>
                  <a:cubicBezTo>
                    <a:pt x="1888" y="1"/>
                    <a:pt x="1129" y="757"/>
                    <a:pt x="1129" y="1693"/>
                  </a:cubicBezTo>
                  <a:lnTo>
                    <a:pt x="1129" y="2362"/>
                  </a:lnTo>
                  <a:cubicBezTo>
                    <a:pt x="455" y="2600"/>
                    <a:pt x="3" y="3235"/>
                    <a:pt x="0" y="3952"/>
                  </a:cubicBezTo>
                  <a:lnTo>
                    <a:pt x="0" y="4518"/>
                  </a:lnTo>
                  <a:lnTo>
                    <a:pt x="1695" y="4518"/>
                  </a:lnTo>
                  <a:cubicBezTo>
                    <a:pt x="2629" y="4518"/>
                    <a:pt x="3388" y="5274"/>
                    <a:pt x="3388" y="6210"/>
                  </a:cubicBezTo>
                  <a:lnTo>
                    <a:pt x="3388" y="9035"/>
                  </a:lnTo>
                  <a:lnTo>
                    <a:pt x="5742" y="9035"/>
                  </a:lnTo>
                  <a:cubicBezTo>
                    <a:pt x="6016" y="7123"/>
                    <a:pt x="7652" y="5647"/>
                    <a:pt x="9636" y="5647"/>
                  </a:cubicBezTo>
                  <a:cubicBezTo>
                    <a:pt x="11620" y="5647"/>
                    <a:pt x="13256" y="7123"/>
                    <a:pt x="13533" y="9035"/>
                  </a:cubicBezTo>
                  <a:lnTo>
                    <a:pt x="15884" y="9035"/>
                  </a:lnTo>
                  <a:lnTo>
                    <a:pt x="15884" y="6210"/>
                  </a:lnTo>
                  <a:cubicBezTo>
                    <a:pt x="15884" y="5274"/>
                    <a:pt x="16643" y="4518"/>
                    <a:pt x="17580" y="4518"/>
                  </a:cubicBezTo>
                  <a:lnTo>
                    <a:pt x="19272" y="4518"/>
                  </a:lnTo>
                  <a:lnTo>
                    <a:pt x="19272" y="3952"/>
                  </a:lnTo>
                  <a:cubicBezTo>
                    <a:pt x="19272" y="3015"/>
                    <a:pt x="18513" y="2259"/>
                    <a:pt x="17580" y="2259"/>
                  </a:cubicBezTo>
                  <a:lnTo>
                    <a:pt x="13590" y="2259"/>
                  </a:lnTo>
                  <a:lnTo>
                    <a:pt x="13590" y="1693"/>
                  </a:lnTo>
                  <a:cubicBezTo>
                    <a:pt x="13587" y="757"/>
                    <a:pt x="12831" y="1"/>
                    <a:pt x="11894" y="1"/>
                  </a:cubicBezTo>
                  <a:lnTo>
                    <a:pt x="7378" y="1"/>
                  </a:lnTo>
                  <a:cubicBezTo>
                    <a:pt x="6441" y="1"/>
                    <a:pt x="5685" y="757"/>
                    <a:pt x="5685" y="1693"/>
                  </a:cubicBezTo>
                  <a:lnTo>
                    <a:pt x="5685" y="2259"/>
                  </a:lnTo>
                  <a:lnTo>
                    <a:pt x="4517" y="2259"/>
                  </a:lnTo>
                  <a:lnTo>
                    <a:pt x="4517" y="1693"/>
                  </a:lnTo>
                  <a:cubicBezTo>
                    <a:pt x="4517" y="757"/>
                    <a:pt x="3758" y="1"/>
                    <a:pt x="2825"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276" name="Google Shape;7276;p68"/>
            <p:cNvSpPr/>
            <p:nvPr/>
          </p:nvSpPr>
          <p:spPr>
            <a:xfrm>
              <a:off x="1324200" y="385900"/>
              <a:ext cx="56475" cy="197625"/>
            </a:xfrm>
            <a:custGeom>
              <a:avLst/>
              <a:gdLst/>
              <a:ahLst/>
              <a:cxnLst/>
              <a:rect l="l" t="t" r="r" b="b"/>
              <a:pathLst>
                <a:path w="2259" h="7905" extrusionOk="0">
                  <a:moveTo>
                    <a:pt x="567" y="0"/>
                  </a:moveTo>
                  <a:cubicBezTo>
                    <a:pt x="254" y="0"/>
                    <a:pt x="1" y="250"/>
                    <a:pt x="1" y="563"/>
                  </a:cubicBezTo>
                  <a:lnTo>
                    <a:pt x="1" y="7339"/>
                  </a:lnTo>
                  <a:cubicBezTo>
                    <a:pt x="1" y="7652"/>
                    <a:pt x="254" y="7905"/>
                    <a:pt x="567" y="7905"/>
                  </a:cubicBezTo>
                  <a:lnTo>
                    <a:pt x="2259" y="7905"/>
                  </a:lnTo>
                  <a:lnTo>
                    <a:pt x="2259"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277" name="Google Shape;7277;p68"/>
            <p:cNvSpPr/>
            <p:nvPr/>
          </p:nvSpPr>
          <p:spPr>
            <a:xfrm>
              <a:off x="898875" y="385900"/>
              <a:ext cx="56475" cy="197625"/>
            </a:xfrm>
            <a:custGeom>
              <a:avLst/>
              <a:gdLst/>
              <a:ahLst/>
              <a:cxnLst/>
              <a:rect l="l" t="t" r="r" b="b"/>
              <a:pathLst>
                <a:path w="2259" h="7905" extrusionOk="0">
                  <a:moveTo>
                    <a:pt x="0" y="0"/>
                  </a:moveTo>
                  <a:lnTo>
                    <a:pt x="0" y="7905"/>
                  </a:lnTo>
                  <a:lnTo>
                    <a:pt x="1695" y="7905"/>
                  </a:lnTo>
                  <a:cubicBezTo>
                    <a:pt x="2005" y="7905"/>
                    <a:pt x="2258" y="7652"/>
                    <a:pt x="2258" y="7339"/>
                  </a:cubicBezTo>
                  <a:lnTo>
                    <a:pt x="2258" y="563"/>
                  </a:lnTo>
                  <a:cubicBezTo>
                    <a:pt x="2258" y="250"/>
                    <a:pt x="2005" y="0"/>
                    <a:pt x="1695"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278" name="Google Shape;7278;p68"/>
            <p:cNvSpPr/>
            <p:nvPr/>
          </p:nvSpPr>
          <p:spPr>
            <a:xfrm>
              <a:off x="1063650" y="414125"/>
              <a:ext cx="146750" cy="141125"/>
            </a:xfrm>
            <a:custGeom>
              <a:avLst/>
              <a:gdLst/>
              <a:ahLst/>
              <a:cxnLst/>
              <a:rect l="l" t="t" r="r" b="b"/>
              <a:pathLst>
                <a:path w="5870" h="5645" extrusionOk="0">
                  <a:moveTo>
                    <a:pt x="3045" y="1127"/>
                  </a:moveTo>
                  <a:cubicBezTo>
                    <a:pt x="3263" y="1127"/>
                    <a:pt x="3483" y="1169"/>
                    <a:pt x="3692" y="1256"/>
                  </a:cubicBezTo>
                  <a:cubicBezTo>
                    <a:pt x="4325" y="1518"/>
                    <a:pt x="4740" y="2135"/>
                    <a:pt x="4740" y="2822"/>
                  </a:cubicBezTo>
                  <a:cubicBezTo>
                    <a:pt x="4737" y="3758"/>
                    <a:pt x="3981" y="4514"/>
                    <a:pt x="3045" y="4517"/>
                  </a:cubicBezTo>
                  <a:cubicBezTo>
                    <a:pt x="2358" y="4517"/>
                    <a:pt x="1741" y="4102"/>
                    <a:pt x="1479" y="3469"/>
                  </a:cubicBezTo>
                  <a:cubicBezTo>
                    <a:pt x="1217" y="2837"/>
                    <a:pt x="1362" y="2108"/>
                    <a:pt x="1847" y="1623"/>
                  </a:cubicBezTo>
                  <a:cubicBezTo>
                    <a:pt x="2171" y="1299"/>
                    <a:pt x="2604" y="1127"/>
                    <a:pt x="3045" y="1127"/>
                  </a:cubicBezTo>
                  <a:close/>
                  <a:moveTo>
                    <a:pt x="3045" y="0"/>
                  </a:moveTo>
                  <a:cubicBezTo>
                    <a:pt x="1904" y="0"/>
                    <a:pt x="874" y="687"/>
                    <a:pt x="437" y="1741"/>
                  </a:cubicBezTo>
                  <a:cubicBezTo>
                    <a:pt x="1" y="2798"/>
                    <a:pt x="242" y="4011"/>
                    <a:pt x="1049" y="4818"/>
                  </a:cubicBezTo>
                  <a:cubicBezTo>
                    <a:pt x="1588" y="5358"/>
                    <a:pt x="2310" y="5645"/>
                    <a:pt x="3045" y="5645"/>
                  </a:cubicBezTo>
                  <a:cubicBezTo>
                    <a:pt x="3409" y="5645"/>
                    <a:pt x="3776" y="5574"/>
                    <a:pt x="4126" y="5430"/>
                  </a:cubicBezTo>
                  <a:cubicBezTo>
                    <a:pt x="5180" y="4993"/>
                    <a:pt x="5870" y="3963"/>
                    <a:pt x="5870" y="2822"/>
                  </a:cubicBezTo>
                  <a:cubicBezTo>
                    <a:pt x="5867" y="1262"/>
                    <a:pt x="4605" y="0"/>
                    <a:pt x="3045"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279" name="Google Shape;7279;p68"/>
            <p:cNvSpPr/>
            <p:nvPr/>
          </p:nvSpPr>
          <p:spPr>
            <a:xfrm>
              <a:off x="898875" y="498800"/>
              <a:ext cx="481800" cy="169425"/>
            </a:xfrm>
            <a:custGeom>
              <a:avLst/>
              <a:gdLst/>
              <a:ahLst/>
              <a:cxnLst/>
              <a:rect l="l" t="t" r="r" b="b"/>
              <a:pathLst>
                <a:path w="19272" h="6777" extrusionOk="0">
                  <a:moveTo>
                    <a:pt x="3388" y="1"/>
                  </a:moveTo>
                  <a:lnTo>
                    <a:pt x="3388" y="2823"/>
                  </a:lnTo>
                  <a:cubicBezTo>
                    <a:pt x="3388" y="3759"/>
                    <a:pt x="2629" y="4515"/>
                    <a:pt x="1695" y="4518"/>
                  </a:cubicBezTo>
                  <a:lnTo>
                    <a:pt x="0" y="4518"/>
                  </a:lnTo>
                  <a:lnTo>
                    <a:pt x="0" y="5081"/>
                  </a:lnTo>
                  <a:cubicBezTo>
                    <a:pt x="0" y="6017"/>
                    <a:pt x="759" y="6773"/>
                    <a:pt x="1695" y="6776"/>
                  </a:cubicBezTo>
                  <a:lnTo>
                    <a:pt x="17580" y="6776"/>
                  </a:lnTo>
                  <a:cubicBezTo>
                    <a:pt x="18513" y="6773"/>
                    <a:pt x="19272" y="6017"/>
                    <a:pt x="19272" y="5081"/>
                  </a:cubicBezTo>
                  <a:lnTo>
                    <a:pt x="19272" y="4518"/>
                  </a:lnTo>
                  <a:lnTo>
                    <a:pt x="17580" y="4518"/>
                  </a:lnTo>
                  <a:cubicBezTo>
                    <a:pt x="16643" y="4515"/>
                    <a:pt x="15884" y="3759"/>
                    <a:pt x="15884" y="2823"/>
                  </a:cubicBezTo>
                  <a:lnTo>
                    <a:pt x="15884" y="1"/>
                  </a:lnTo>
                  <a:lnTo>
                    <a:pt x="13533" y="1"/>
                  </a:lnTo>
                  <a:cubicBezTo>
                    <a:pt x="13256" y="1910"/>
                    <a:pt x="11620" y="3389"/>
                    <a:pt x="9636" y="3389"/>
                  </a:cubicBezTo>
                  <a:cubicBezTo>
                    <a:pt x="7652" y="3389"/>
                    <a:pt x="6016" y="1910"/>
                    <a:pt x="5739"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280" name="Google Shape;7280;p68"/>
          <p:cNvGrpSpPr/>
          <p:nvPr/>
        </p:nvGrpSpPr>
        <p:grpSpPr>
          <a:xfrm>
            <a:off x="1690322" y="3049472"/>
            <a:ext cx="397559" cy="452337"/>
            <a:chOff x="1529350" y="258825"/>
            <a:chExt cx="423475" cy="481825"/>
          </a:xfrm>
        </p:grpSpPr>
        <p:sp>
          <p:nvSpPr>
            <p:cNvPr id="7281" name="Google Shape;7281;p68"/>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282" name="Google Shape;7282;p68"/>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283" name="Google Shape;7283;p68"/>
          <p:cNvGrpSpPr/>
          <p:nvPr/>
        </p:nvGrpSpPr>
        <p:grpSpPr>
          <a:xfrm>
            <a:off x="2214288" y="3156364"/>
            <a:ext cx="454520" cy="238549"/>
            <a:chOff x="2084325" y="363300"/>
            <a:chExt cx="484150" cy="254100"/>
          </a:xfrm>
        </p:grpSpPr>
        <p:sp>
          <p:nvSpPr>
            <p:cNvPr id="7284" name="Google Shape;7284;p68"/>
            <p:cNvSpPr/>
            <p:nvPr/>
          </p:nvSpPr>
          <p:spPr>
            <a:xfrm>
              <a:off x="2084325" y="363300"/>
              <a:ext cx="484150" cy="254100"/>
            </a:xfrm>
            <a:custGeom>
              <a:avLst/>
              <a:gdLst/>
              <a:ahLst/>
              <a:cxnLst/>
              <a:rect l="l" t="t" r="r" b="b"/>
              <a:pathLst>
                <a:path w="19366" h="10164" extrusionOk="0">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285" name="Google Shape;7285;p68"/>
            <p:cNvSpPr/>
            <p:nvPr/>
          </p:nvSpPr>
          <p:spPr>
            <a:xfrm>
              <a:off x="2250600" y="419775"/>
              <a:ext cx="145175" cy="141125"/>
            </a:xfrm>
            <a:custGeom>
              <a:avLst/>
              <a:gdLst/>
              <a:ahLst/>
              <a:cxnLst/>
              <a:rect l="l" t="t" r="r" b="b"/>
              <a:pathLst>
                <a:path w="5807" h="5645" extrusionOk="0">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286" name="Google Shape;7286;p68"/>
          <p:cNvGrpSpPr/>
          <p:nvPr/>
        </p:nvGrpSpPr>
        <p:grpSpPr>
          <a:xfrm>
            <a:off x="2813349" y="3049470"/>
            <a:ext cx="397559" cy="452337"/>
            <a:chOff x="2707500" y="249400"/>
            <a:chExt cx="423475" cy="481825"/>
          </a:xfrm>
        </p:grpSpPr>
        <p:sp>
          <p:nvSpPr>
            <p:cNvPr id="7287" name="Google Shape;7287;p68"/>
            <p:cNvSpPr/>
            <p:nvPr/>
          </p:nvSpPr>
          <p:spPr>
            <a:xfrm>
              <a:off x="2739175" y="420675"/>
              <a:ext cx="360100" cy="310550"/>
            </a:xfrm>
            <a:custGeom>
              <a:avLst/>
              <a:gdLst/>
              <a:ahLst/>
              <a:cxnLst/>
              <a:rect l="l" t="t" r="r" b="b"/>
              <a:pathLst>
                <a:path w="14404" h="12422" extrusionOk="0">
                  <a:moveTo>
                    <a:pt x="3816" y="1130"/>
                  </a:moveTo>
                  <a:cubicBezTo>
                    <a:pt x="4126" y="1130"/>
                    <a:pt x="4379" y="1382"/>
                    <a:pt x="4379" y="1696"/>
                  </a:cubicBezTo>
                  <a:lnTo>
                    <a:pt x="4379" y="8471"/>
                  </a:lnTo>
                  <a:cubicBezTo>
                    <a:pt x="4379" y="8781"/>
                    <a:pt x="4126" y="9034"/>
                    <a:pt x="3816" y="9034"/>
                  </a:cubicBezTo>
                  <a:cubicBezTo>
                    <a:pt x="3503" y="9034"/>
                    <a:pt x="3250" y="8781"/>
                    <a:pt x="3250" y="8471"/>
                  </a:cubicBezTo>
                  <a:lnTo>
                    <a:pt x="3250" y="1696"/>
                  </a:lnTo>
                  <a:cubicBezTo>
                    <a:pt x="3250" y="1382"/>
                    <a:pt x="3503" y="1130"/>
                    <a:pt x="3816" y="1130"/>
                  </a:cubicBezTo>
                  <a:close/>
                  <a:moveTo>
                    <a:pt x="7204" y="1130"/>
                  </a:moveTo>
                  <a:cubicBezTo>
                    <a:pt x="7514" y="1130"/>
                    <a:pt x="7767" y="1382"/>
                    <a:pt x="7767" y="1696"/>
                  </a:cubicBezTo>
                  <a:lnTo>
                    <a:pt x="7767" y="8471"/>
                  </a:lnTo>
                  <a:cubicBezTo>
                    <a:pt x="7767" y="8781"/>
                    <a:pt x="7514" y="9034"/>
                    <a:pt x="7204" y="9034"/>
                  </a:cubicBezTo>
                  <a:cubicBezTo>
                    <a:pt x="6891" y="9034"/>
                    <a:pt x="6638" y="8781"/>
                    <a:pt x="6638" y="8471"/>
                  </a:cubicBezTo>
                  <a:lnTo>
                    <a:pt x="6638" y="1696"/>
                  </a:lnTo>
                  <a:cubicBezTo>
                    <a:pt x="6638" y="1382"/>
                    <a:pt x="6891" y="1130"/>
                    <a:pt x="7204" y="1130"/>
                  </a:cubicBezTo>
                  <a:close/>
                  <a:moveTo>
                    <a:pt x="10592" y="1130"/>
                  </a:moveTo>
                  <a:cubicBezTo>
                    <a:pt x="10902" y="1130"/>
                    <a:pt x="11155" y="1382"/>
                    <a:pt x="11155" y="1696"/>
                  </a:cubicBezTo>
                  <a:lnTo>
                    <a:pt x="11155" y="8471"/>
                  </a:lnTo>
                  <a:cubicBezTo>
                    <a:pt x="11155" y="8781"/>
                    <a:pt x="10902" y="9034"/>
                    <a:pt x="10592" y="9034"/>
                  </a:cubicBezTo>
                  <a:cubicBezTo>
                    <a:pt x="10278" y="9034"/>
                    <a:pt x="10025" y="8781"/>
                    <a:pt x="10025" y="8471"/>
                  </a:cubicBezTo>
                  <a:lnTo>
                    <a:pt x="10025" y="1696"/>
                  </a:lnTo>
                  <a:cubicBezTo>
                    <a:pt x="10025" y="1382"/>
                    <a:pt x="10278" y="1130"/>
                    <a:pt x="10592" y="1130"/>
                  </a:cubicBezTo>
                  <a:close/>
                  <a:moveTo>
                    <a:pt x="1" y="0"/>
                  </a:moveTo>
                  <a:lnTo>
                    <a:pt x="901" y="10880"/>
                  </a:lnTo>
                  <a:cubicBezTo>
                    <a:pt x="976" y="11754"/>
                    <a:pt x="1705" y="12422"/>
                    <a:pt x="2582" y="12422"/>
                  </a:cubicBezTo>
                  <a:cubicBezTo>
                    <a:pt x="2584" y="12422"/>
                    <a:pt x="2586" y="12422"/>
                    <a:pt x="2588" y="12422"/>
                  </a:cubicBezTo>
                  <a:lnTo>
                    <a:pt x="11817" y="12422"/>
                  </a:lnTo>
                  <a:cubicBezTo>
                    <a:pt x="11819" y="12422"/>
                    <a:pt x="11821" y="12422"/>
                    <a:pt x="11823" y="12422"/>
                  </a:cubicBezTo>
                  <a:cubicBezTo>
                    <a:pt x="12700" y="12422"/>
                    <a:pt x="13431" y="11751"/>
                    <a:pt x="13503" y="10877"/>
                  </a:cubicBezTo>
                  <a:lnTo>
                    <a:pt x="14404"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288" name="Google Shape;7288;p68"/>
            <p:cNvSpPr/>
            <p:nvPr/>
          </p:nvSpPr>
          <p:spPr>
            <a:xfrm>
              <a:off x="2707500" y="249400"/>
              <a:ext cx="423475" cy="141175"/>
            </a:xfrm>
            <a:custGeom>
              <a:avLst/>
              <a:gdLst/>
              <a:ahLst/>
              <a:cxnLst/>
              <a:rect l="l" t="t" r="r" b="b"/>
              <a:pathLst>
                <a:path w="16939" h="5647" extrusionOk="0">
                  <a:moveTo>
                    <a:pt x="9600" y="1130"/>
                  </a:moveTo>
                  <a:cubicBezTo>
                    <a:pt x="9910" y="1130"/>
                    <a:pt x="10163" y="1383"/>
                    <a:pt x="10163" y="1696"/>
                  </a:cubicBezTo>
                  <a:lnTo>
                    <a:pt x="10163" y="2259"/>
                  </a:lnTo>
                  <a:lnTo>
                    <a:pt x="6776" y="2259"/>
                  </a:lnTo>
                  <a:lnTo>
                    <a:pt x="6776" y="1696"/>
                  </a:lnTo>
                  <a:cubicBezTo>
                    <a:pt x="6776" y="1383"/>
                    <a:pt x="7029" y="1130"/>
                    <a:pt x="7342" y="1130"/>
                  </a:cubicBezTo>
                  <a:close/>
                  <a:moveTo>
                    <a:pt x="7342" y="1"/>
                  </a:moveTo>
                  <a:cubicBezTo>
                    <a:pt x="6405" y="1"/>
                    <a:pt x="5646" y="760"/>
                    <a:pt x="5646" y="1696"/>
                  </a:cubicBezTo>
                  <a:lnTo>
                    <a:pt x="5646" y="2259"/>
                  </a:lnTo>
                  <a:lnTo>
                    <a:pt x="1696" y="2259"/>
                  </a:lnTo>
                  <a:cubicBezTo>
                    <a:pt x="759" y="2259"/>
                    <a:pt x="0" y="3018"/>
                    <a:pt x="0" y="3954"/>
                  </a:cubicBezTo>
                  <a:lnTo>
                    <a:pt x="0" y="5084"/>
                  </a:lnTo>
                  <a:cubicBezTo>
                    <a:pt x="0" y="5394"/>
                    <a:pt x="253" y="5647"/>
                    <a:pt x="566" y="5647"/>
                  </a:cubicBezTo>
                  <a:lnTo>
                    <a:pt x="16375" y="5647"/>
                  </a:lnTo>
                  <a:cubicBezTo>
                    <a:pt x="16686" y="5647"/>
                    <a:pt x="16939" y="5394"/>
                    <a:pt x="16939" y="5084"/>
                  </a:cubicBezTo>
                  <a:lnTo>
                    <a:pt x="16939" y="3954"/>
                  </a:lnTo>
                  <a:cubicBezTo>
                    <a:pt x="16939" y="3018"/>
                    <a:pt x="16180" y="2259"/>
                    <a:pt x="15246" y="2259"/>
                  </a:cubicBezTo>
                  <a:lnTo>
                    <a:pt x="11292" y="2259"/>
                  </a:lnTo>
                  <a:lnTo>
                    <a:pt x="11292" y="1696"/>
                  </a:lnTo>
                  <a:cubicBezTo>
                    <a:pt x="11292" y="760"/>
                    <a:pt x="10534" y="1"/>
                    <a:pt x="9600"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289" name="Google Shape;7289;p68"/>
          <p:cNvGrpSpPr/>
          <p:nvPr/>
        </p:nvGrpSpPr>
        <p:grpSpPr>
          <a:xfrm>
            <a:off x="3364835" y="3049904"/>
            <a:ext cx="407181" cy="451469"/>
            <a:chOff x="3300325" y="249875"/>
            <a:chExt cx="433725" cy="480900"/>
          </a:xfrm>
        </p:grpSpPr>
        <p:sp>
          <p:nvSpPr>
            <p:cNvPr id="7290" name="Google Shape;7290;p68"/>
            <p:cNvSpPr/>
            <p:nvPr/>
          </p:nvSpPr>
          <p:spPr>
            <a:xfrm>
              <a:off x="3610875" y="334550"/>
              <a:ext cx="56475" cy="28250"/>
            </a:xfrm>
            <a:custGeom>
              <a:avLst/>
              <a:gdLst/>
              <a:ahLst/>
              <a:cxnLst/>
              <a:rect l="l" t="t" r="r" b="b"/>
              <a:pathLst>
                <a:path w="2259" h="1130" extrusionOk="0">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291" name="Google Shape;7291;p68"/>
            <p:cNvSpPr/>
            <p:nvPr/>
          </p:nvSpPr>
          <p:spPr>
            <a:xfrm>
              <a:off x="3467675" y="249875"/>
              <a:ext cx="46400" cy="56475"/>
            </a:xfrm>
            <a:custGeom>
              <a:avLst/>
              <a:gdLst/>
              <a:ahLst/>
              <a:cxnLst/>
              <a:rect l="l" t="t" r="r" b="b"/>
              <a:pathLst>
                <a:path w="1856" h="2259" extrusionOk="0">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292" name="Google Shape;7292;p68"/>
            <p:cNvSpPr/>
            <p:nvPr/>
          </p:nvSpPr>
          <p:spPr>
            <a:xfrm>
              <a:off x="3566525" y="249875"/>
              <a:ext cx="46400" cy="56475"/>
            </a:xfrm>
            <a:custGeom>
              <a:avLst/>
              <a:gdLst/>
              <a:ahLst/>
              <a:cxnLst/>
              <a:rect l="l" t="t" r="r" b="b"/>
              <a:pathLst>
                <a:path w="1856" h="2259" extrusionOk="0">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293" name="Google Shape;7293;p68"/>
            <p:cNvSpPr/>
            <p:nvPr/>
          </p:nvSpPr>
          <p:spPr>
            <a:xfrm>
              <a:off x="3413250" y="334550"/>
              <a:ext cx="56500" cy="28250"/>
            </a:xfrm>
            <a:custGeom>
              <a:avLst/>
              <a:gdLst/>
              <a:ahLst/>
              <a:cxnLst/>
              <a:rect l="l" t="t" r="r" b="b"/>
              <a:pathLst>
                <a:path w="2260" h="1130" extrusionOk="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294" name="Google Shape;7294;p68"/>
            <p:cNvSpPr/>
            <p:nvPr/>
          </p:nvSpPr>
          <p:spPr>
            <a:xfrm>
              <a:off x="3300325" y="476675"/>
              <a:ext cx="84725" cy="254100"/>
            </a:xfrm>
            <a:custGeom>
              <a:avLst/>
              <a:gdLst/>
              <a:ahLst/>
              <a:cxnLst/>
              <a:rect l="l" t="t" r="r" b="b"/>
              <a:pathLst>
                <a:path w="3389" h="10164" extrusionOk="0">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295" name="Google Shape;7295;p68"/>
            <p:cNvSpPr/>
            <p:nvPr/>
          </p:nvSpPr>
          <p:spPr>
            <a:xfrm>
              <a:off x="3413250" y="335525"/>
              <a:ext cx="320800" cy="395250"/>
            </a:xfrm>
            <a:custGeom>
              <a:avLst/>
              <a:gdLst/>
              <a:ahLst/>
              <a:cxnLst/>
              <a:rect l="l" t="t" r="r" b="b"/>
              <a:pathLst>
                <a:path w="12832" h="15810" extrusionOk="0">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296" name="Google Shape;7296;p68"/>
          <p:cNvGrpSpPr/>
          <p:nvPr/>
        </p:nvGrpSpPr>
        <p:grpSpPr>
          <a:xfrm>
            <a:off x="3883617" y="3049799"/>
            <a:ext cx="469799" cy="451680"/>
            <a:chOff x="3854700" y="249750"/>
            <a:chExt cx="500425" cy="481125"/>
          </a:xfrm>
        </p:grpSpPr>
        <p:sp>
          <p:nvSpPr>
            <p:cNvPr id="7297" name="Google Shape;7297;p68"/>
            <p:cNvSpPr/>
            <p:nvPr/>
          </p:nvSpPr>
          <p:spPr>
            <a:xfrm>
              <a:off x="4206725" y="598350"/>
              <a:ext cx="70775" cy="68025"/>
            </a:xfrm>
            <a:custGeom>
              <a:avLst/>
              <a:gdLst/>
              <a:ahLst/>
              <a:cxnLst/>
              <a:rect l="l" t="t" r="r" b="b"/>
              <a:pathLst>
                <a:path w="2831" h="2721" extrusionOk="0">
                  <a:moveTo>
                    <a:pt x="622" y="1"/>
                  </a:moveTo>
                  <a:cubicBezTo>
                    <a:pt x="478" y="1"/>
                    <a:pt x="333" y="56"/>
                    <a:pt x="223" y="165"/>
                  </a:cubicBezTo>
                  <a:cubicBezTo>
                    <a:pt x="0" y="388"/>
                    <a:pt x="0" y="744"/>
                    <a:pt x="223" y="966"/>
                  </a:cubicBezTo>
                  <a:lnTo>
                    <a:pt x="1819" y="2562"/>
                  </a:lnTo>
                  <a:cubicBezTo>
                    <a:pt x="1929" y="2668"/>
                    <a:pt x="2070" y="2721"/>
                    <a:pt x="2211" y="2721"/>
                  </a:cubicBezTo>
                  <a:cubicBezTo>
                    <a:pt x="2356" y="2721"/>
                    <a:pt x="2501" y="2665"/>
                    <a:pt x="2611" y="2553"/>
                  </a:cubicBezTo>
                  <a:cubicBezTo>
                    <a:pt x="2828" y="2337"/>
                    <a:pt x="2831" y="1984"/>
                    <a:pt x="2617" y="1764"/>
                  </a:cubicBezTo>
                  <a:lnTo>
                    <a:pt x="1021" y="165"/>
                  </a:lnTo>
                  <a:cubicBezTo>
                    <a:pt x="911" y="56"/>
                    <a:pt x="767" y="1"/>
                    <a:pt x="622"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298" name="Google Shape;7298;p68"/>
            <p:cNvSpPr/>
            <p:nvPr/>
          </p:nvSpPr>
          <p:spPr>
            <a:xfrm>
              <a:off x="4226750" y="538600"/>
              <a:ext cx="91250" cy="48150"/>
            </a:xfrm>
            <a:custGeom>
              <a:avLst/>
              <a:gdLst/>
              <a:ahLst/>
              <a:cxnLst/>
              <a:rect l="l" t="t" r="r" b="b"/>
              <a:pathLst>
                <a:path w="3650" h="1926" extrusionOk="0">
                  <a:moveTo>
                    <a:pt x="631" y="1"/>
                  </a:moveTo>
                  <a:cubicBezTo>
                    <a:pt x="393" y="1"/>
                    <a:pt x="175" y="151"/>
                    <a:pt x="97" y="387"/>
                  </a:cubicBezTo>
                  <a:cubicBezTo>
                    <a:pt x="0" y="676"/>
                    <a:pt x="151" y="993"/>
                    <a:pt x="440" y="1098"/>
                  </a:cubicBezTo>
                  <a:lnTo>
                    <a:pt x="2837" y="1896"/>
                  </a:lnTo>
                  <a:cubicBezTo>
                    <a:pt x="2896" y="1916"/>
                    <a:pt x="2956" y="1925"/>
                    <a:pt x="3014" y="1925"/>
                  </a:cubicBezTo>
                  <a:cubicBezTo>
                    <a:pt x="3251" y="1925"/>
                    <a:pt x="3471" y="1774"/>
                    <a:pt x="3551" y="1538"/>
                  </a:cubicBezTo>
                  <a:cubicBezTo>
                    <a:pt x="3650" y="1243"/>
                    <a:pt x="3490" y="920"/>
                    <a:pt x="3192" y="824"/>
                  </a:cubicBezTo>
                  <a:lnTo>
                    <a:pt x="798" y="26"/>
                  </a:lnTo>
                  <a:cubicBezTo>
                    <a:pt x="742" y="9"/>
                    <a:pt x="686" y="1"/>
                    <a:pt x="631"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299" name="Google Shape;7299;p68"/>
            <p:cNvSpPr/>
            <p:nvPr/>
          </p:nvSpPr>
          <p:spPr>
            <a:xfrm>
              <a:off x="4146500" y="618325"/>
              <a:ext cx="52050" cy="88650"/>
            </a:xfrm>
            <a:custGeom>
              <a:avLst/>
              <a:gdLst/>
              <a:ahLst/>
              <a:cxnLst/>
              <a:rect l="l" t="t" r="r" b="b"/>
              <a:pathLst>
                <a:path w="2082" h="3546" extrusionOk="0">
                  <a:moveTo>
                    <a:pt x="632" y="1"/>
                  </a:moveTo>
                  <a:cubicBezTo>
                    <a:pt x="574" y="1"/>
                    <a:pt x="514" y="10"/>
                    <a:pt x="455" y="29"/>
                  </a:cubicBezTo>
                  <a:cubicBezTo>
                    <a:pt x="160" y="128"/>
                    <a:pt x="0" y="447"/>
                    <a:pt x="100" y="746"/>
                  </a:cubicBezTo>
                  <a:lnTo>
                    <a:pt x="898" y="3140"/>
                  </a:lnTo>
                  <a:cubicBezTo>
                    <a:pt x="970" y="3386"/>
                    <a:pt x="1196" y="3546"/>
                    <a:pt x="1439" y="3546"/>
                  </a:cubicBezTo>
                  <a:cubicBezTo>
                    <a:pt x="1498" y="3546"/>
                    <a:pt x="1558" y="3536"/>
                    <a:pt x="1617" y="3516"/>
                  </a:cubicBezTo>
                  <a:cubicBezTo>
                    <a:pt x="1921" y="3417"/>
                    <a:pt x="2081" y="3082"/>
                    <a:pt x="1970" y="2784"/>
                  </a:cubicBezTo>
                  <a:lnTo>
                    <a:pt x="1172" y="387"/>
                  </a:lnTo>
                  <a:cubicBezTo>
                    <a:pt x="1092" y="150"/>
                    <a:pt x="871" y="1"/>
                    <a:pt x="632"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00" name="Google Shape;7300;p68"/>
            <p:cNvSpPr/>
            <p:nvPr/>
          </p:nvSpPr>
          <p:spPr>
            <a:xfrm>
              <a:off x="3927425" y="319075"/>
              <a:ext cx="70650" cy="67850"/>
            </a:xfrm>
            <a:custGeom>
              <a:avLst/>
              <a:gdLst/>
              <a:ahLst/>
              <a:cxnLst/>
              <a:rect l="l" t="t" r="r" b="b"/>
              <a:pathLst>
                <a:path w="2826" h="2714" extrusionOk="0">
                  <a:moveTo>
                    <a:pt x="621" y="0"/>
                  </a:moveTo>
                  <a:cubicBezTo>
                    <a:pt x="477" y="0"/>
                    <a:pt x="333" y="55"/>
                    <a:pt x="223" y="165"/>
                  </a:cubicBezTo>
                  <a:cubicBezTo>
                    <a:pt x="4" y="385"/>
                    <a:pt x="1" y="737"/>
                    <a:pt x="214" y="957"/>
                  </a:cubicBezTo>
                  <a:lnTo>
                    <a:pt x="1813" y="2556"/>
                  </a:lnTo>
                  <a:cubicBezTo>
                    <a:pt x="1922" y="2661"/>
                    <a:pt x="2062" y="2714"/>
                    <a:pt x="2203" y="2714"/>
                  </a:cubicBezTo>
                  <a:cubicBezTo>
                    <a:pt x="2348" y="2714"/>
                    <a:pt x="2494" y="2658"/>
                    <a:pt x="2605" y="2547"/>
                  </a:cubicBezTo>
                  <a:cubicBezTo>
                    <a:pt x="2822" y="2330"/>
                    <a:pt x="2825" y="1977"/>
                    <a:pt x="2611" y="1755"/>
                  </a:cubicBezTo>
                  <a:lnTo>
                    <a:pt x="1012" y="159"/>
                  </a:lnTo>
                  <a:cubicBezTo>
                    <a:pt x="904" y="53"/>
                    <a:pt x="762" y="0"/>
                    <a:pt x="621"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01" name="Google Shape;7301;p68"/>
            <p:cNvSpPr/>
            <p:nvPr/>
          </p:nvSpPr>
          <p:spPr>
            <a:xfrm>
              <a:off x="4007000" y="279300"/>
              <a:ext cx="51675" cy="88150"/>
            </a:xfrm>
            <a:custGeom>
              <a:avLst/>
              <a:gdLst/>
              <a:ahLst/>
              <a:cxnLst/>
              <a:rect l="l" t="t" r="r" b="b"/>
              <a:pathLst>
                <a:path w="2067" h="3526" extrusionOk="0">
                  <a:moveTo>
                    <a:pt x="632" y="0"/>
                  </a:moveTo>
                  <a:cubicBezTo>
                    <a:pt x="573" y="0"/>
                    <a:pt x="512" y="10"/>
                    <a:pt x="452" y="30"/>
                  </a:cubicBezTo>
                  <a:cubicBezTo>
                    <a:pt x="160" y="127"/>
                    <a:pt x="0" y="437"/>
                    <a:pt x="91" y="732"/>
                  </a:cubicBezTo>
                  <a:lnTo>
                    <a:pt x="889" y="3126"/>
                  </a:lnTo>
                  <a:cubicBezTo>
                    <a:pt x="964" y="3370"/>
                    <a:pt x="1188" y="3525"/>
                    <a:pt x="1428" y="3525"/>
                  </a:cubicBezTo>
                  <a:cubicBezTo>
                    <a:pt x="1487" y="3525"/>
                    <a:pt x="1547" y="3516"/>
                    <a:pt x="1605" y="3496"/>
                  </a:cubicBezTo>
                  <a:cubicBezTo>
                    <a:pt x="1907" y="3397"/>
                    <a:pt x="2066" y="3069"/>
                    <a:pt x="1961" y="2771"/>
                  </a:cubicBezTo>
                  <a:lnTo>
                    <a:pt x="1160" y="374"/>
                  </a:lnTo>
                  <a:cubicBezTo>
                    <a:pt x="1079" y="144"/>
                    <a:pt x="863" y="0"/>
                    <a:pt x="632"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02" name="Google Shape;7302;p68"/>
            <p:cNvSpPr/>
            <p:nvPr/>
          </p:nvSpPr>
          <p:spPr>
            <a:xfrm>
              <a:off x="3887300" y="398850"/>
              <a:ext cx="91800" cy="48250"/>
            </a:xfrm>
            <a:custGeom>
              <a:avLst/>
              <a:gdLst/>
              <a:ahLst/>
              <a:cxnLst/>
              <a:rect l="l" t="t" r="r" b="b"/>
              <a:pathLst>
                <a:path w="3672" h="1930" extrusionOk="0">
                  <a:moveTo>
                    <a:pt x="638" y="0"/>
                  </a:moveTo>
                  <a:cubicBezTo>
                    <a:pt x="399" y="0"/>
                    <a:pt x="178" y="150"/>
                    <a:pt x="100" y="385"/>
                  </a:cubicBezTo>
                  <a:cubicBezTo>
                    <a:pt x="1" y="678"/>
                    <a:pt x="154" y="991"/>
                    <a:pt x="443" y="1096"/>
                  </a:cubicBezTo>
                  <a:lnTo>
                    <a:pt x="2840" y="1894"/>
                  </a:lnTo>
                  <a:cubicBezTo>
                    <a:pt x="2905" y="1918"/>
                    <a:pt x="2971" y="1930"/>
                    <a:pt x="3036" y="1930"/>
                  </a:cubicBezTo>
                  <a:cubicBezTo>
                    <a:pt x="3271" y="1930"/>
                    <a:pt x="3492" y="1781"/>
                    <a:pt x="3572" y="1545"/>
                  </a:cubicBezTo>
                  <a:cubicBezTo>
                    <a:pt x="3671" y="1241"/>
                    <a:pt x="3503" y="915"/>
                    <a:pt x="3195" y="825"/>
                  </a:cubicBezTo>
                  <a:lnTo>
                    <a:pt x="802" y="24"/>
                  </a:lnTo>
                  <a:cubicBezTo>
                    <a:pt x="747" y="8"/>
                    <a:pt x="692" y="0"/>
                    <a:pt x="638"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03" name="Google Shape;7303;p68"/>
            <p:cNvSpPr/>
            <p:nvPr/>
          </p:nvSpPr>
          <p:spPr>
            <a:xfrm>
              <a:off x="3854700" y="413675"/>
              <a:ext cx="353475" cy="317200"/>
            </a:xfrm>
            <a:custGeom>
              <a:avLst/>
              <a:gdLst/>
              <a:ahLst/>
              <a:cxnLst/>
              <a:rect l="l" t="t" r="r" b="b"/>
              <a:pathLst>
                <a:path w="14139" h="12688" extrusionOk="0">
                  <a:moveTo>
                    <a:pt x="12278" y="0"/>
                  </a:moveTo>
                  <a:lnTo>
                    <a:pt x="10639" y="1635"/>
                  </a:lnTo>
                  <a:cubicBezTo>
                    <a:pt x="10811" y="1720"/>
                    <a:pt x="10971" y="1831"/>
                    <a:pt x="11109" y="1964"/>
                  </a:cubicBezTo>
                  <a:cubicBezTo>
                    <a:pt x="11772" y="2623"/>
                    <a:pt x="11772" y="3698"/>
                    <a:pt x="11109" y="4358"/>
                  </a:cubicBezTo>
                  <a:lnTo>
                    <a:pt x="5520" y="9949"/>
                  </a:lnTo>
                  <a:cubicBezTo>
                    <a:pt x="5189" y="10281"/>
                    <a:pt x="4755" y="10446"/>
                    <a:pt x="4322" y="10446"/>
                  </a:cubicBezTo>
                  <a:cubicBezTo>
                    <a:pt x="3889" y="10446"/>
                    <a:pt x="3456" y="10281"/>
                    <a:pt x="3126" y="9949"/>
                  </a:cubicBezTo>
                  <a:cubicBezTo>
                    <a:pt x="2464" y="9287"/>
                    <a:pt x="2464" y="8215"/>
                    <a:pt x="3126" y="7552"/>
                  </a:cubicBezTo>
                  <a:lnTo>
                    <a:pt x="5331" y="5351"/>
                  </a:lnTo>
                  <a:cubicBezTo>
                    <a:pt x="4924" y="4499"/>
                    <a:pt x="4764" y="3554"/>
                    <a:pt x="4867" y="2620"/>
                  </a:cubicBezTo>
                  <a:lnTo>
                    <a:pt x="4867" y="2620"/>
                  </a:lnTo>
                  <a:lnTo>
                    <a:pt x="1527" y="5956"/>
                  </a:lnTo>
                  <a:cubicBezTo>
                    <a:pt x="1" y="7501"/>
                    <a:pt x="7" y="9992"/>
                    <a:pt x="1545" y="11530"/>
                  </a:cubicBezTo>
                  <a:cubicBezTo>
                    <a:pt x="2316" y="12301"/>
                    <a:pt x="3328" y="12687"/>
                    <a:pt x="4340" y="12687"/>
                  </a:cubicBezTo>
                  <a:cubicBezTo>
                    <a:pt x="5344" y="12687"/>
                    <a:pt x="6348" y="12307"/>
                    <a:pt x="7119" y="11545"/>
                  </a:cubicBezTo>
                  <a:lnTo>
                    <a:pt x="12708" y="5956"/>
                  </a:lnTo>
                  <a:cubicBezTo>
                    <a:pt x="13783" y="4878"/>
                    <a:pt x="14139" y="3276"/>
                    <a:pt x="13627" y="1843"/>
                  </a:cubicBezTo>
                  <a:cubicBezTo>
                    <a:pt x="13500" y="1467"/>
                    <a:pt x="13316" y="1114"/>
                    <a:pt x="13076" y="798"/>
                  </a:cubicBezTo>
                  <a:lnTo>
                    <a:pt x="13066" y="807"/>
                  </a:lnTo>
                  <a:cubicBezTo>
                    <a:pt x="12955" y="663"/>
                    <a:pt x="12844" y="503"/>
                    <a:pt x="12708" y="368"/>
                  </a:cubicBezTo>
                  <a:cubicBezTo>
                    <a:pt x="12570" y="235"/>
                    <a:pt x="12428" y="115"/>
                    <a:pt x="12278"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04" name="Google Shape;7304;p68"/>
            <p:cNvSpPr/>
            <p:nvPr/>
          </p:nvSpPr>
          <p:spPr>
            <a:xfrm>
              <a:off x="3996825" y="249750"/>
              <a:ext cx="358300" cy="322025"/>
            </a:xfrm>
            <a:custGeom>
              <a:avLst/>
              <a:gdLst/>
              <a:ahLst/>
              <a:cxnLst/>
              <a:rect l="l" t="t" r="r" b="b"/>
              <a:pathLst>
                <a:path w="14332" h="12881" extrusionOk="0">
                  <a:moveTo>
                    <a:pt x="9993" y="1"/>
                  </a:moveTo>
                  <a:cubicBezTo>
                    <a:pt x="8989" y="1"/>
                    <a:pt x="7985" y="381"/>
                    <a:pt x="7216" y="1143"/>
                  </a:cubicBezTo>
                  <a:lnTo>
                    <a:pt x="1434" y="6925"/>
                  </a:lnTo>
                  <a:cubicBezTo>
                    <a:pt x="359" y="8003"/>
                    <a:pt x="1" y="9605"/>
                    <a:pt x="516" y="11038"/>
                  </a:cubicBezTo>
                  <a:cubicBezTo>
                    <a:pt x="639" y="11414"/>
                    <a:pt x="826" y="11767"/>
                    <a:pt x="1067" y="12083"/>
                  </a:cubicBezTo>
                  <a:lnTo>
                    <a:pt x="1073" y="12074"/>
                  </a:lnTo>
                  <a:cubicBezTo>
                    <a:pt x="1187" y="12218"/>
                    <a:pt x="1296" y="12378"/>
                    <a:pt x="1434" y="12513"/>
                  </a:cubicBezTo>
                  <a:cubicBezTo>
                    <a:pt x="1570" y="12646"/>
                    <a:pt x="1711" y="12766"/>
                    <a:pt x="1865" y="12881"/>
                  </a:cubicBezTo>
                  <a:lnTo>
                    <a:pt x="3500" y="11243"/>
                  </a:lnTo>
                  <a:cubicBezTo>
                    <a:pt x="3328" y="11158"/>
                    <a:pt x="3169" y="11050"/>
                    <a:pt x="3030" y="10918"/>
                  </a:cubicBezTo>
                  <a:cubicBezTo>
                    <a:pt x="2368" y="10255"/>
                    <a:pt x="2368" y="9183"/>
                    <a:pt x="3030" y="8521"/>
                  </a:cubicBezTo>
                  <a:lnTo>
                    <a:pt x="8812" y="2739"/>
                  </a:lnTo>
                  <a:cubicBezTo>
                    <a:pt x="9143" y="2408"/>
                    <a:pt x="9577" y="2242"/>
                    <a:pt x="10010" y="2242"/>
                  </a:cubicBezTo>
                  <a:cubicBezTo>
                    <a:pt x="10443" y="2242"/>
                    <a:pt x="10876" y="2408"/>
                    <a:pt x="11206" y="2739"/>
                  </a:cubicBezTo>
                  <a:cubicBezTo>
                    <a:pt x="11868" y="3401"/>
                    <a:pt x="11868" y="4473"/>
                    <a:pt x="11206" y="5136"/>
                  </a:cubicBezTo>
                  <a:lnTo>
                    <a:pt x="8812" y="7530"/>
                  </a:lnTo>
                  <a:cubicBezTo>
                    <a:pt x="9215" y="8382"/>
                    <a:pt x="9375" y="9328"/>
                    <a:pt x="9273" y="10261"/>
                  </a:cubicBezTo>
                  <a:lnTo>
                    <a:pt x="12805" y="6732"/>
                  </a:lnTo>
                  <a:cubicBezTo>
                    <a:pt x="14331" y="5187"/>
                    <a:pt x="14325" y="2697"/>
                    <a:pt x="12787" y="1158"/>
                  </a:cubicBezTo>
                  <a:cubicBezTo>
                    <a:pt x="12016" y="387"/>
                    <a:pt x="11004" y="1"/>
                    <a:pt x="9993"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305" name="Google Shape;7305;p68"/>
          <p:cNvGrpSpPr/>
          <p:nvPr/>
        </p:nvGrpSpPr>
        <p:grpSpPr>
          <a:xfrm>
            <a:off x="4440935" y="3049799"/>
            <a:ext cx="469799" cy="451680"/>
            <a:chOff x="4447550" y="249750"/>
            <a:chExt cx="500425" cy="481125"/>
          </a:xfrm>
        </p:grpSpPr>
        <p:sp>
          <p:nvSpPr>
            <p:cNvPr id="7306" name="Google Shape;7306;p68"/>
            <p:cNvSpPr/>
            <p:nvPr/>
          </p:nvSpPr>
          <p:spPr>
            <a:xfrm>
              <a:off x="4447550" y="413675"/>
              <a:ext cx="353475" cy="317200"/>
            </a:xfrm>
            <a:custGeom>
              <a:avLst/>
              <a:gdLst/>
              <a:ahLst/>
              <a:cxnLst/>
              <a:rect l="l" t="t" r="r" b="b"/>
              <a:pathLst>
                <a:path w="14139" h="12688" extrusionOk="0">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07" name="Google Shape;7307;p68"/>
            <p:cNvSpPr/>
            <p:nvPr/>
          </p:nvSpPr>
          <p:spPr>
            <a:xfrm>
              <a:off x="4589675" y="249750"/>
              <a:ext cx="358300" cy="322025"/>
            </a:xfrm>
            <a:custGeom>
              <a:avLst/>
              <a:gdLst/>
              <a:ahLst/>
              <a:cxnLst/>
              <a:rect l="l" t="t" r="r" b="b"/>
              <a:pathLst>
                <a:path w="14332" h="12881" extrusionOk="0">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308" name="Google Shape;7308;p68"/>
          <p:cNvGrpSpPr/>
          <p:nvPr/>
        </p:nvGrpSpPr>
        <p:grpSpPr>
          <a:xfrm>
            <a:off x="5013204" y="3049470"/>
            <a:ext cx="452337" cy="452337"/>
            <a:chOff x="5049725" y="249400"/>
            <a:chExt cx="481825" cy="481825"/>
          </a:xfrm>
        </p:grpSpPr>
        <p:sp>
          <p:nvSpPr>
            <p:cNvPr id="7309" name="Google Shape;7309;p68"/>
            <p:cNvSpPr/>
            <p:nvPr/>
          </p:nvSpPr>
          <p:spPr>
            <a:xfrm>
              <a:off x="5191775" y="560925"/>
              <a:ext cx="197625" cy="170300"/>
            </a:xfrm>
            <a:custGeom>
              <a:avLst/>
              <a:gdLst/>
              <a:ahLst/>
              <a:cxnLst/>
              <a:rect l="l" t="t" r="r" b="b"/>
              <a:pathLst>
                <a:path w="7905" h="6812" extrusionOk="0">
                  <a:moveTo>
                    <a:pt x="6213" y="1129"/>
                  </a:moveTo>
                  <a:cubicBezTo>
                    <a:pt x="6523" y="1129"/>
                    <a:pt x="6776" y="1379"/>
                    <a:pt x="6776" y="1693"/>
                  </a:cubicBezTo>
                  <a:cubicBezTo>
                    <a:pt x="6776" y="2006"/>
                    <a:pt x="6523" y="2259"/>
                    <a:pt x="6213" y="2259"/>
                  </a:cubicBezTo>
                  <a:lnTo>
                    <a:pt x="1696" y="2259"/>
                  </a:lnTo>
                  <a:cubicBezTo>
                    <a:pt x="1383" y="2259"/>
                    <a:pt x="1130" y="2006"/>
                    <a:pt x="1130" y="1693"/>
                  </a:cubicBezTo>
                  <a:cubicBezTo>
                    <a:pt x="1130" y="1379"/>
                    <a:pt x="1383" y="1129"/>
                    <a:pt x="1696" y="1129"/>
                  </a:cubicBezTo>
                  <a:close/>
                  <a:moveTo>
                    <a:pt x="6213" y="3388"/>
                  </a:moveTo>
                  <a:cubicBezTo>
                    <a:pt x="6523" y="3388"/>
                    <a:pt x="6776" y="3638"/>
                    <a:pt x="6776" y="3951"/>
                  </a:cubicBezTo>
                  <a:cubicBezTo>
                    <a:pt x="6776" y="4264"/>
                    <a:pt x="6523" y="4517"/>
                    <a:pt x="6213" y="4517"/>
                  </a:cubicBezTo>
                  <a:lnTo>
                    <a:pt x="1696" y="4517"/>
                  </a:lnTo>
                  <a:cubicBezTo>
                    <a:pt x="1383" y="4517"/>
                    <a:pt x="1130" y="4264"/>
                    <a:pt x="1130" y="3951"/>
                  </a:cubicBezTo>
                  <a:cubicBezTo>
                    <a:pt x="1130" y="3638"/>
                    <a:pt x="1383" y="3388"/>
                    <a:pt x="1696" y="3388"/>
                  </a:cubicBezTo>
                  <a:close/>
                  <a:moveTo>
                    <a:pt x="0" y="0"/>
                  </a:moveTo>
                  <a:lnTo>
                    <a:pt x="0" y="6249"/>
                  </a:lnTo>
                  <a:cubicBezTo>
                    <a:pt x="0" y="6559"/>
                    <a:pt x="253" y="6812"/>
                    <a:pt x="567" y="6812"/>
                  </a:cubicBezTo>
                  <a:lnTo>
                    <a:pt x="7342" y="6812"/>
                  </a:lnTo>
                  <a:cubicBezTo>
                    <a:pt x="7652" y="6812"/>
                    <a:pt x="7905" y="6559"/>
                    <a:pt x="7905" y="6249"/>
                  </a:cubicBezTo>
                  <a:lnTo>
                    <a:pt x="7905"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10" name="Google Shape;7310;p68"/>
            <p:cNvSpPr/>
            <p:nvPr/>
          </p:nvSpPr>
          <p:spPr>
            <a:xfrm>
              <a:off x="5049725" y="249400"/>
              <a:ext cx="481825" cy="396225"/>
            </a:xfrm>
            <a:custGeom>
              <a:avLst/>
              <a:gdLst/>
              <a:ahLst/>
              <a:cxnLst/>
              <a:rect l="l" t="t" r="r" b="b"/>
              <a:pathLst>
                <a:path w="19273" h="15849" extrusionOk="0">
                  <a:moveTo>
                    <a:pt x="4553" y="4518"/>
                  </a:moveTo>
                  <a:lnTo>
                    <a:pt x="4553" y="5686"/>
                  </a:lnTo>
                  <a:lnTo>
                    <a:pt x="3424" y="5686"/>
                  </a:lnTo>
                  <a:lnTo>
                    <a:pt x="3424" y="4948"/>
                  </a:lnTo>
                  <a:cubicBezTo>
                    <a:pt x="3424" y="4710"/>
                    <a:pt x="3617" y="4518"/>
                    <a:pt x="3852" y="4518"/>
                  </a:cubicBezTo>
                  <a:close/>
                  <a:moveTo>
                    <a:pt x="15418" y="4518"/>
                  </a:moveTo>
                  <a:cubicBezTo>
                    <a:pt x="15653" y="4518"/>
                    <a:pt x="15845" y="4710"/>
                    <a:pt x="15845" y="4948"/>
                  </a:cubicBezTo>
                  <a:lnTo>
                    <a:pt x="15845" y="5686"/>
                  </a:lnTo>
                  <a:lnTo>
                    <a:pt x="14716" y="5686"/>
                  </a:lnTo>
                  <a:lnTo>
                    <a:pt x="14716" y="4518"/>
                  </a:lnTo>
                  <a:close/>
                  <a:moveTo>
                    <a:pt x="10199" y="1130"/>
                  </a:moveTo>
                  <a:lnTo>
                    <a:pt x="10199" y="3954"/>
                  </a:lnTo>
                  <a:cubicBezTo>
                    <a:pt x="10199" y="4265"/>
                    <a:pt x="10452" y="4518"/>
                    <a:pt x="10765" y="4518"/>
                  </a:cubicBezTo>
                  <a:lnTo>
                    <a:pt x="13587" y="4518"/>
                  </a:lnTo>
                  <a:lnTo>
                    <a:pt x="13587" y="6815"/>
                  </a:lnTo>
                  <a:lnTo>
                    <a:pt x="5682" y="6815"/>
                  </a:lnTo>
                  <a:lnTo>
                    <a:pt x="5682" y="1130"/>
                  </a:lnTo>
                  <a:close/>
                  <a:moveTo>
                    <a:pt x="16412" y="9074"/>
                  </a:moveTo>
                  <a:cubicBezTo>
                    <a:pt x="16722" y="9074"/>
                    <a:pt x="16975" y="9324"/>
                    <a:pt x="16975" y="9637"/>
                  </a:cubicBezTo>
                  <a:cubicBezTo>
                    <a:pt x="16975" y="9950"/>
                    <a:pt x="16722" y="10203"/>
                    <a:pt x="16412" y="10203"/>
                  </a:cubicBezTo>
                  <a:lnTo>
                    <a:pt x="15282" y="10203"/>
                  </a:lnTo>
                  <a:cubicBezTo>
                    <a:pt x="14969" y="10203"/>
                    <a:pt x="14716" y="9950"/>
                    <a:pt x="14716" y="9637"/>
                  </a:cubicBezTo>
                  <a:cubicBezTo>
                    <a:pt x="14716" y="9324"/>
                    <a:pt x="14969" y="9074"/>
                    <a:pt x="15282" y="9074"/>
                  </a:cubicBezTo>
                  <a:close/>
                  <a:moveTo>
                    <a:pt x="10782" y="1"/>
                  </a:moveTo>
                  <a:cubicBezTo>
                    <a:pt x="10776" y="1"/>
                    <a:pt x="10771" y="1"/>
                    <a:pt x="10765" y="1"/>
                  </a:cubicBezTo>
                  <a:lnTo>
                    <a:pt x="5119" y="1"/>
                  </a:lnTo>
                  <a:cubicBezTo>
                    <a:pt x="4806" y="1"/>
                    <a:pt x="4553" y="254"/>
                    <a:pt x="4553" y="567"/>
                  </a:cubicBezTo>
                  <a:lnTo>
                    <a:pt x="4553" y="3388"/>
                  </a:lnTo>
                  <a:lnTo>
                    <a:pt x="3852" y="3388"/>
                  </a:lnTo>
                  <a:cubicBezTo>
                    <a:pt x="2993" y="3388"/>
                    <a:pt x="2295" y="4087"/>
                    <a:pt x="2295" y="4948"/>
                  </a:cubicBezTo>
                  <a:lnTo>
                    <a:pt x="2295" y="5686"/>
                  </a:lnTo>
                  <a:lnTo>
                    <a:pt x="1693" y="5686"/>
                  </a:lnTo>
                  <a:cubicBezTo>
                    <a:pt x="756" y="5686"/>
                    <a:pt x="0" y="6442"/>
                    <a:pt x="0" y="7378"/>
                  </a:cubicBezTo>
                  <a:lnTo>
                    <a:pt x="0" y="14154"/>
                  </a:lnTo>
                  <a:cubicBezTo>
                    <a:pt x="0" y="15090"/>
                    <a:pt x="756" y="15846"/>
                    <a:pt x="1693" y="15849"/>
                  </a:cubicBezTo>
                  <a:lnTo>
                    <a:pt x="4553" y="15849"/>
                  </a:lnTo>
                  <a:lnTo>
                    <a:pt x="4553" y="12461"/>
                  </a:lnTo>
                  <a:lnTo>
                    <a:pt x="3990" y="12461"/>
                  </a:lnTo>
                  <a:cubicBezTo>
                    <a:pt x="3677" y="12461"/>
                    <a:pt x="3424" y="12208"/>
                    <a:pt x="3424" y="11895"/>
                  </a:cubicBezTo>
                  <a:cubicBezTo>
                    <a:pt x="3424" y="11582"/>
                    <a:pt x="3677" y="11332"/>
                    <a:pt x="3990" y="11332"/>
                  </a:cubicBezTo>
                  <a:lnTo>
                    <a:pt x="15282" y="11332"/>
                  </a:lnTo>
                  <a:cubicBezTo>
                    <a:pt x="15593" y="11332"/>
                    <a:pt x="15845" y="11582"/>
                    <a:pt x="15845" y="11895"/>
                  </a:cubicBezTo>
                  <a:cubicBezTo>
                    <a:pt x="15845" y="12208"/>
                    <a:pt x="15593" y="12461"/>
                    <a:pt x="15282" y="12461"/>
                  </a:cubicBezTo>
                  <a:lnTo>
                    <a:pt x="14716" y="12461"/>
                  </a:lnTo>
                  <a:lnTo>
                    <a:pt x="14716" y="15849"/>
                  </a:lnTo>
                  <a:lnTo>
                    <a:pt x="17541" y="15849"/>
                  </a:lnTo>
                  <a:cubicBezTo>
                    <a:pt x="18474" y="15849"/>
                    <a:pt x="19272" y="15087"/>
                    <a:pt x="19272" y="14154"/>
                  </a:cubicBezTo>
                  <a:lnTo>
                    <a:pt x="19272" y="7378"/>
                  </a:lnTo>
                  <a:cubicBezTo>
                    <a:pt x="19272" y="6445"/>
                    <a:pt x="18474" y="5686"/>
                    <a:pt x="17541" y="5686"/>
                  </a:cubicBezTo>
                  <a:lnTo>
                    <a:pt x="16975" y="5686"/>
                  </a:lnTo>
                  <a:lnTo>
                    <a:pt x="16975" y="4948"/>
                  </a:lnTo>
                  <a:cubicBezTo>
                    <a:pt x="16975" y="4087"/>
                    <a:pt x="16276" y="3388"/>
                    <a:pt x="15418" y="3388"/>
                  </a:cubicBezTo>
                  <a:lnTo>
                    <a:pt x="14385" y="3388"/>
                  </a:lnTo>
                  <a:cubicBezTo>
                    <a:pt x="11026" y="30"/>
                    <a:pt x="11079" y="1"/>
                    <a:pt x="10782"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311" name="Google Shape;7311;p68"/>
          <p:cNvGrpSpPr/>
          <p:nvPr/>
        </p:nvGrpSpPr>
        <p:grpSpPr>
          <a:xfrm>
            <a:off x="5565125" y="3049470"/>
            <a:ext cx="452337" cy="452337"/>
            <a:chOff x="5660400" y="238125"/>
            <a:chExt cx="481825" cy="481825"/>
          </a:xfrm>
        </p:grpSpPr>
        <p:sp>
          <p:nvSpPr>
            <p:cNvPr id="7312" name="Google Shape;7312;p68"/>
            <p:cNvSpPr/>
            <p:nvPr/>
          </p:nvSpPr>
          <p:spPr>
            <a:xfrm>
              <a:off x="5660400" y="436700"/>
              <a:ext cx="481825" cy="283250"/>
            </a:xfrm>
            <a:custGeom>
              <a:avLst/>
              <a:gdLst/>
              <a:ahLst/>
              <a:cxnLst/>
              <a:rect l="l" t="t" r="r" b="b"/>
              <a:pathLst>
                <a:path w="19273" h="11330" extrusionOk="0">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13" name="Google Shape;7313;p68"/>
            <p:cNvSpPr/>
            <p:nvPr/>
          </p:nvSpPr>
          <p:spPr>
            <a:xfrm>
              <a:off x="5660400" y="238125"/>
              <a:ext cx="481825" cy="170375"/>
            </a:xfrm>
            <a:custGeom>
              <a:avLst/>
              <a:gdLst/>
              <a:ahLst/>
              <a:cxnLst/>
              <a:rect l="l" t="t" r="r" b="b"/>
              <a:pathLst>
                <a:path w="19273" h="6815" extrusionOk="0">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314" name="Google Shape;7314;p68"/>
          <p:cNvGrpSpPr/>
          <p:nvPr/>
        </p:nvGrpSpPr>
        <p:grpSpPr>
          <a:xfrm>
            <a:off x="6120706" y="3049470"/>
            <a:ext cx="452337" cy="452337"/>
            <a:chOff x="6235400" y="249400"/>
            <a:chExt cx="481825" cy="481825"/>
          </a:xfrm>
        </p:grpSpPr>
        <p:sp>
          <p:nvSpPr>
            <p:cNvPr id="7315" name="Google Shape;7315;p68"/>
            <p:cNvSpPr/>
            <p:nvPr/>
          </p:nvSpPr>
          <p:spPr>
            <a:xfrm>
              <a:off x="6425625" y="482025"/>
              <a:ext cx="177700" cy="135375"/>
            </a:xfrm>
            <a:custGeom>
              <a:avLst/>
              <a:gdLst/>
              <a:ahLst/>
              <a:cxnLst/>
              <a:rect l="l" t="t" r="r" b="b"/>
              <a:pathLst>
                <a:path w="7108" h="5415" extrusionOk="0">
                  <a:moveTo>
                    <a:pt x="5415" y="0"/>
                  </a:moveTo>
                  <a:lnTo>
                    <a:pt x="1" y="5415"/>
                  </a:lnTo>
                  <a:lnTo>
                    <a:pt x="7107" y="5415"/>
                  </a:lnTo>
                  <a:lnTo>
                    <a:pt x="7107" y="1696"/>
                  </a:lnTo>
                  <a:lnTo>
                    <a:pt x="5415"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16" name="Google Shape;7316;p68"/>
            <p:cNvSpPr/>
            <p:nvPr/>
          </p:nvSpPr>
          <p:spPr>
            <a:xfrm>
              <a:off x="6462150" y="419775"/>
              <a:ext cx="28250" cy="28250"/>
            </a:xfrm>
            <a:custGeom>
              <a:avLst/>
              <a:gdLst/>
              <a:ahLst/>
              <a:cxnLst/>
              <a:rect l="l" t="t" r="r" b="b"/>
              <a:pathLst>
                <a:path w="1130" h="1130" extrusionOk="0">
                  <a:moveTo>
                    <a:pt x="566" y="0"/>
                  </a:moveTo>
                  <a:cubicBezTo>
                    <a:pt x="253" y="0"/>
                    <a:pt x="0" y="250"/>
                    <a:pt x="0" y="563"/>
                  </a:cubicBezTo>
                  <a:cubicBezTo>
                    <a:pt x="0" y="876"/>
                    <a:pt x="253" y="1129"/>
                    <a:pt x="566" y="1129"/>
                  </a:cubicBezTo>
                  <a:cubicBezTo>
                    <a:pt x="877" y="1129"/>
                    <a:pt x="1130" y="876"/>
                    <a:pt x="1130" y="563"/>
                  </a:cubicBezTo>
                  <a:cubicBezTo>
                    <a:pt x="1130" y="250"/>
                    <a:pt x="877" y="0"/>
                    <a:pt x="566"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17" name="Google Shape;7317;p68"/>
            <p:cNvSpPr/>
            <p:nvPr/>
          </p:nvSpPr>
          <p:spPr>
            <a:xfrm>
              <a:off x="6349225" y="508600"/>
              <a:ext cx="113625" cy="108800"/>
            </a:xfrm>
            <a:custGeom>
              <a:avLst/>
              <a:gdLst/>
              <a:ahLst/>
              <a:cxnLst/>
              <a:rect l="l" t="t" r="r" b="b"/>
              <a:pathLst>
                <a:path w="4545" h="4352" extrusionOk="0">
                  <a:moveTo>
                    <a:pt x="2858" y="0"/>
                  </a:moveTo>
                  <a:lnTo>
                    <a:pt x="0" y="2623"/>
                  </a:lnTo>
                  <a:lnTo>
                    <a:pt x="0" y="4352"/>
                  </a:lnTo>
                  <a:lnTo>
                    <a:pt x="1461" y="4352"/>
                  </a:lnTo>
                  <a:lnTo>
                    <a:pt x="4544" y="1265"/>
                  </a:lnTo>
                  <a:lnTo>
                    <a:pt x="2858"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18" name="Google Shape;7318;p68"/>
            <p:cNvSpPr/>
            <p:nvPr/>
          </p:nvSpPr>
          <p:spPr>
            <a:xfrm>
              <a:off x="6349225" y="363300"/>
              <a:ext cx="254100" cy="172575"/>
            </a:xfrm>
            <a:custGeom>
              <a:avLst/>
              <a:gdLst/>
              <a:ahLst/>
              <a:cxnLst/>
              <a:rect l="l" t="t" r="r" b="b"/>
              <a:pathLst>
                <a:path w="10164" h="6903" extrusionOk="0">
                  <a:moveTo>
                    <a:pt x="5083" y="1130"/>
                  </a:moveTo>
                  <a:cubicBezTo>
                    <a:pt x="5767" y="1130"/>
                    <a:pt x="6384" y="1542"/>
                    <a:pt x="6646" y="2175"/>
                  </a:cubicBezTo>
                  <a:cubicBezTo>
                    <a:pt x="6908" y="2807"/>
                    <a:pt x="6764" y="3536"/>
                    <a:pt x="6279" y="4021"/>
                  </a:cubicBezTo>
                  <a:cubicBezTo>
                    <a:pt x="5955" y="4345"/>
                    <a:pt x="5521" y="4517"/>
                    <a:pt x="5081" y="4517"/>
                  </a:cubicBezTo>
                  <a:cubicBezTo>
                    <a:pt x="4862" y="4517"/>
                    <a:pt x="4642" y="4475"/>
                    <a:pt x="4433" y="4388"/>
                  </a:cubicBezTo>
                  <a:cubicBezTo>
                    <a:pt x="3801" y="4126"/>
                    <a:pt x="3388" y="3509"/>
                    <a:pt x="3388" y="2822"/>
                  </a:cubicBezTo>
                  <a:cubicBezTo>
                    <a:pt x="3388" y="1886"/>
                    <a:pt x="4147" y="1130"/>
                    <a:pt x="5083" y="1130"/>
                  </a:cubicBezTo>
                  <a:close/>
                  <a:moveTo>
                    <a:pt x="0" y="1"/>
                  </a:moveTo>
                  <a:lnTo>
                    <a:pt x="0" y="6903"/>
                  </a:lnTo>
                  <a:lnTo>
                    <a:pt x="2443" y="4665"/>
                  </a:lnTo>
                  <a:cubicBezTo>
                    <a:pt x="2549" y="4567"/>
                    <a:pt x="2686" y="4517"/>
                    <a:pt x="2824" y="4517"/>
                  </a:cubicBezTo>
                  <a:cubicBezTo>
                    <a:pt x="2943" y="4517"/>
                    <a:pt x="3062" y="4554"/>
                    <a:pt x="3162" y="4629"/>
                  </a:cubicBezTo>
                  <a:lnTo>
                    <a:pt x="5351" y="6270"/>
                  </a:lnTo>
                  <a:lnTo>
                    <a:pt x="8071" y="3551"/>
                  </a:lnTo>
                  <a:cubicBezTo>
                    <a:pt x="8181" y="3441"/>
                    <a:pt x="8325" y="3386"/>
                    <a:pt x="8470" y="3386"/>
                  </a:cubicBezTo>
                  <a:cubicBezTo>
                    <a:pt x="8614" y="3386"/>
                    <a:pt x="8759" y="3441"/>
                    <a:pt x="8869" y="3551"/>
                  </a:cubicBezTo>
                  <a:lnTo>
                    <a:pt x="10163" y="4846"/>
                  </a:lnTo>
                  <a:lnTo>
                    <a:pt x="10163"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19" name="Google Shape;7319;p68"/>
            <p:cNvSpPr/>
            <p:nvPr/>
          </p:nvSpPr>
          <p:spPr>
            <a:xfrm>
              <a:off x="6235400" y="249400"/>
              <a:ext cx="481825" cy="481825"/>
            </a:xfrm>
            <a:custGeom>
              <a:avLst/>
              <a:gdLst/>
              <a:ahLst/>
              <a:cxnLst/>
              <a:rect l="l" t="t" r="r" b="b"/>
              <a:pathLst>
                <a:path w="19273" h="19273" extrusionOk="0">
                  <a:moveTo>
                    <a:pt x="15283" y="3427"/>
                  </a:moveTo>
                  <a:cubicBezTo>
                    <a:pt x="15593" y="3427"/>
                    <a:pt x="15846" y="3677"/>
                    <a:pt x="15846" y="3991"/>
                  </a:cubicBezTo>
                  <a:lnTo>
                    <a:pt x="15846" y="15283"/>
                  </a:lnTo>
                  <a:cubicBezTo>
                    <a:pt x="15846" y="15596"/>
                    <a:pt x="15593" y="15849"/>
                    <a:pt x="15283" y="15849"/>
                  </a:cubicBezTo>
                  <a:lnTo>
                    <a:pt x="3990" y="15849"/>
                  </a:lnTo>
                  <a:cubicBezTo>
                    <a:pt x="3677" y="15849"/>
                    <a:pt x="3424" y="15596"/>
                    <a:pt x="3424" y="15283"/>
                  </a:cubicBezTo>
                  <a:lnTo>
                    <a:pt x="3424" y="3991"/>
                  </a:lnTo>
                  <a:cubicBezTo>
                    <a:pt x="3424" y="3677"/>
                    <a:pt x="3677" y="3427"/>
                    <a:pt x="3990" y="3427"/>
                  </a:cubicBezTo>
                  <a:close/>
                  <a:moveTo>
                    <a:pt x="564" y="1"/>
                  </a:moveTo>
                  <a:cubicBezTo>
                    <a:pt x="250" y="1"/>
                    <a:pt x="0" y="254"/>
                    <a:pt x="0" y="567"/>
                  </a:cubicBezTo>
                  <a:lnTo>
                    <a:pt x="0" y="2861"/>
                  </a:lnTo>
                  <a:cubicBezTo>
                    <a:pt x="0" y="3175"/>
                    <a:pt x="250" y="3427"/>
                    <a:pt x="564" y="3427"/>
                  </a:cubicBezTo>
                  <a:cubicBezTo>
                    <a:pt x="877" y="3427"/>
                    <a:pt x="1127" y="3677"/>
                    <a:pt x="1127" y="3991"/>
                  </a:cubicBezTo>
                  <a:cubicBezTo>
                    <a:pt x="1127" y="4304"/>
                    <a:pt x="877" y="4557"/>
                    <a:pt x="564" y="4557"/>
                  </a:cubicBezTo>
                  <a:cubicBezTo>
                    <a:pt x="250" y="4557"/>
                    <a:pt x="0" y="4807"/>
                    <a:pt x="0" y="5120"/>
                  </a:cubicBezTo>
                  <a:lnTo>
                    <a:pt x="0" y="8507"/>
                  </a:lnTo>
                  <a:cubicBezTo>
                    <a:pt x="0" y="8821"/>
                    <a:pt x="250" y="9074"/>
                    <a:pt x="564" y="9074"/>
                  </a:cubicBezTo>
                  <a:cubicBezTo>
                    <a:pt x="877" y="9074"/>
                    <a:pt x="1127" y="9324"/>
                    <a:pt x="1127" y="9637"/>
                  </a:cubicBezTo>
                  <a:cubicBezTo>
                    <a:pt x="1127" y="9950"/>
                    <a:pt x="877" y="10203"/>
                    <a:pt x="564" y="10203"/>
                  </a:cubicBezTo>
                  <a:cubicBezTo>
                    <a:pt x="250" y="10203"/>
                    <a:pt x="0" y="10453"/>
                    <a:pt x="0" y="10766"/>
                  </a:cubicBezTo>
                  <a:lnTo>
                    <a:pt x="0" y="14154"/>
                  </a:lnTo>
                  <a:cubicBezTo>
                    <a:pt x="0" y="14467"/>
                    <a:pt x="250" y="14720"/>
                    <a:pt x="564" y="14720"/>
                  </a:cubicBezTo>
                  <a:cubicBezTo>
                    <a:pt x="877" y="14720"/>
                    <a:pt x="1127" y="14970"/>
                    <a:pt x="1127" y="15283"/>
                  </a:cubicBezTo>
                  <a:cubicBezTo>
                    <a:pt x="1127" y="15596"/>
                    <a:pt x="877" y="15849"/>
                    <a:pt x="564" y="15849"/>
                  </a:cubicBezTo>
                  <a:cubicBezTo>
                    <a:pt x="250" y="15849"/>
                    <a:pt x="0" y="16099"/>
                    <a:pt x="0" y="16412"/>
                  </a:cubicBezTo>
                  <a:lnTo>
                    <a:pt x="0" y="18710"/>
                  </a:lnTo>
                  <a:cubicBezTo>
                    <a:pt x="0" y="19020"/>
                    <a:pt x="250" y="19273"/>
                    <a:pt x="564" y="19273"/>
                  </a:cubicBezTo>
                  <a:lnTo>
                    <a:pt x="2861" y="19273"/>
                  </a:lnTo>
                  <a:cubicBezTo>
                    <a:pt x="3171" y="19273"/>
                    <a:pt x="3424" y="19020"/>
                    <a:pt x="3424" y="18710"/>
                  </a:cubicBezTo>
                  <a:cubicBezTo>
                    <a:pt x="3424" y="18396"/>
                    <a:pt x="3677" y="18143"/>
                    <a:pt x="3990" y="18143"/>
                  </a:cubicBezTo>
                  <a:cubicBezTo>
                    <a:pt x="4300" y="18143"/>
                    <a:pt x="4553" y="18396"/>
                    <a:pt x="4553" y="18710"/>
                  </a:cubicBezTo>
                  <a:cubicBezTo>
                    <a:pt x="4553" y="19020"/>
                    <a:pt x="4806" y="19273"/>
                    <a:pt x="5120" y="19273"/>
                  </a:cubicBezTo>
                  <a:lnTo>
                    <a:pt x="8507" y="19273"/>
                  </a:lnTo>
                  <a:cubicBezTo>
                    <a:pt x="8817" y="19273"/>
                    <a:pt x="9070" y="19020"/>
                    <a:pt x="9070" y="18710"/>
                  </a:cubicBezTo>
                  <a:cubicBezTo>
                    <a:pt x="9070" y="18396"/>
                    <a:pt x="9323" y="18143"/>
                    <a:pt x="9636" y="18143"/>
                  </a:cubicBezTo>
                  <a:cubicBezTo>
                    <a:pt x="9947" y="18143"/>
                    <a:pt x="10200" y="18396"/>
                    <a:pt x="10200" y="18710"/>
                  </a:cubicBezTo>
                  <a:cubicBezTo>
                    <a:pt x="10200" y="19020"/>
                    <a:pt x="10452" y="19273"/>
                    <a:pt x="10766" y="19273"/>
                  </a:cubicBezTo>
                  <a:lnTo>
                    <a:pt x="14153" y="19273"/>
                  </a:lnTo>
                  <a:cubicBezTo>
                    <a:pt x="14463" y="19273"/>
                    <a:pt x="14716" y="19020"/>
                    <a:pt x="14716" y="18710"/>
                  </a:cubicBezTo>
                  <a:cubicBezTo>
                    <a:pt x="14716" y="18396"/>
                    <a:pt x="14969" y="18143"/>
                    <a:pt x="15283" y="18143"/>
                  </a:cubicBezTo>
                  <a:cubicBezTo>
                    <a:pt x="15593" y="18143"/>
                    <a:pt x="15846" y="18396"/>
                    <a:pt x="15846" y="18710"/>
                  </a:cubicBezTo>
                  <a:cubicBezTo>
                    <a:pt x="15846" y="19020"/>
                    <a:pt x="16099" y="19273"/>
                    <a:pt x="16412" y="19273"/>
                  </a:cubicBezTo>
                  <a:lnTo>
                    <a:pt x="18706" y="19273"/>
                  </a:lnTo>
                  <a:cubicBezTo>
                    <a:pt x="19019" y="19273"/>
                    <a:pt x="19272" y="19020"/>
                    <a:pt x="19272" y="18710"/>
                  </a:cubicBezTo>
                  <a:lnTo>
                    <a:pt x="19272" y="16412"/>
                  </a:lnTo>
                  <a:cubicBezTo>
                    <a:pt x="19272" y="16099"/>
                    <a:pt x="19019" y="15849"/>
                    <a:pt x="18706" y="15849"/>
                  </a:cubicBezTo>
                  <a:cubicBezTo>
                    <a:pt x="18393" y="15849"/>
                    <a:pt x="18143" y="15596"/>
                    <a:pt x="18143" y="15283"/>
                  </a:cubicBezTo>
                  <a:cubicBezTo>
                    <a:pt x="18143" y="14970"/>
                    <a:pt x="18393" y="14720"/>
                    <a:pt x="18706" y="14720"/>
                  </a:cubicBezTo>
                  <a:cubicBezTo>
                    <a:pt x="19019" y="14720"/>
                    <a:pt x="19272" y="14467"/>
                    <a:pt x="19272" y="14154"/>
                  </a:cubicBezTo>
                  <a:lnTo>
                    <a:pt x="19272" y="10766"/>
                  </a:lnTo>
                  <a:cubicBezTo>
                    <a:pt x="19272" y="10453"/>
                    <a:pt x="19019" y="10203"/>
                    <a:pt x="18706" y="10203"/>
                  </a:cubicBezTo>
                  <a:cubicBezTo>
                    <a:pt x="18393" y="10203"/>
                    <a:pt x="18143" y="9950"/>
                    <a:pt x="18143" y="9637"/>
                  </a:cubicBezTo>
                  <a:cubicBezTo>
                    <a:pt x="18143" y="9324"/>
                    <a:pt x="18393" y="9074"/>
                    <a:pt x="18706" y="9074"/>
                  </a:cubicBezTo>
                  <a:cubicBezTo>
                    <a:pt x="19019" y="9074"/>
                    <a:pt x="19272" y="8821"/>
                    <a:pt x="19272" y="8507"/>
                  </a:cubicBezTo>
                  <a:lnTo>
                    <a:pt x="19272" y="5120"/>
                  </a:lnTo>
                  <a:cubicBezTo>
                    <a:pt x="19272" y="4807"/>
                    <a:pt x="19019" y="4557"/>
                    <a:pt x="18706" y="4557"/>
                  </a:cubicBezTo>
                  <a:cubicBezTo>
                    <a:pt x="18393" y="4557"/>
                    <a:pt x="18143" y="4304"/>
                    <a:pt x="18143" y="3991"/>
                  </a:cubicBezTo>
                  <a:cubicBezTo>
                    <a:pt x="18143" y="3677"/>
                    <a:pt x="18393" y="3427"/>
                    <a:pt x="18706" y="3427"/>
                  </a:cubicBezTo>
                  <a:cubicBezTo>
                    <a:pt x="19019" y="3427"/>
                    <a:pt x="19272" y="3175"/>
                    <a:pt x="19272" y="2861"/>
                  </a:cubicBezTo>
                  <a:lnTo>
                    <a:pt x="19272" y="567"/>
                  </a:lnTo>
                  <a:cubicBezTo>
                    <a:pt x="19272" y="254"/>
                    <a:pt x="19019" y="1"/>
                    <a:pt x="18706" y="1"/>
                  </a:cubicBezTo>
                  <a:lnTo>
                    <a:pt x="16412" y="1"/>
                  </a:lnTo>
                  <a:cubicBezTo>
                    <a:pt x="16099" y="1"/>
                    <a:pt x="15846" y="254"/>
                    <a:pt x="15846" y="567"/>
                  </a:cubicBezTo>
                  <a:cubicBezTo>
                    <a:pt x="15846" y="877"/>
                    <a:pt x="15593" y="1130"/>
                    <a:pt x="15283" y="1130"/>
                  </a:cubicBezTo>
                  <a:cubicBezTo>
                    <a:pt x="14969" y="1130"/>
                    <a:pt x="14716" y="877"/>
                    <a:pt x="14716" y="567"/>
                  </a:cubicBezTo>
                  <a:cubicBezTo>
                    <a:pt x="14716" y="254"/>
                    <a:pt x="14463" y="1"/>
                    <a:pt x="14153" y="1"/>
                  </a:cubicBezTo>
                  <a:lnTo>
                    <a:pt x="10766" y="1"/>
                  </a:lnTo>
                  <a:cubicBezTo>
                    <a:pt x="10452" y="1"/>
                    <a:pt x="10200" y="254"/>
                    <a:pt x="10200" y="567"/>
                  </a:cubicBezTo>
                  <a:cubicBezTo>
                    <a:pt x="10200" y="877"/>
                    <a:pt x="9947" y="1130"/>
                    <a:pt x="9636" y="1130"/>
                  </a:cubicBezTo>
                  <a:cubicBezTo>
                    <a:pt x="9323" y="1130"/>
                    <a:pt x="9070" y="877"/>
                    <a:pt x="9070" y="567"/>
                  </a:cubicBezTo>
                  <a:cubicBezTo>
                    <a:pt x="9070" y="254"/>
                    <a:pt x="8817" y="1"/>
                    <a:pt x="8507" y="1"/>
                  </a:cubicBezTo>
                  <a:lnTo>
                    <a:pt x="5120" y="1"/>
                  </a:lnTo>
                  <a:cubicBezTo>
                    <a:pt x="4806" y="1"/>
                    <a:pt x="4553" y="254"/>
                    <a:pt x="4553" y="567"/>
                  </a:cubicBezTo>
                  <a:cubicBezTo>
                    <a:pt x="4553" y="877"/>
                    <a:pt x="4300" y="1130"/>
                    <a:pt x="3990" y="1130"/>
                  </a:cubicBezTo>
                  <a:cubicBezTo>
                    <a:pt x="3677" y="1130"/>
                    <a:pt x="3424" y="877"/>
                    <a:pt x="3424" y="567"/>
                  </a:cubicBezTo>
                  <a:cubicBezTo>
                    <a:pt x="3424" y="254"/>
                    <a:pt x="3171" y="1"/>
                    <a:pt x="2861"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320" name="Google Shape;7320;p68"/>
          <p:cNvGrpSpPr/>
          <p:nvPr/>
        </p:nvGrpSpPr>
        <p:grpSpPr>
          <a:xfrm>
            <a:off x="1105167" y="3642413"/>
            <a:ext cx="453605" cy="397488"/>
            <a:chOff x="899850" y="871450"/>
            <a:chExt cx="483175" cy="423400"/>
          </a:xfrm>
        </p:grpSpPr>
        <p:sp>
          <p:nvSpPr>
            <p:cNvPr id="7321" name="Google Shape;7321;p68"/>
            <p:cNvSpPr/>
            <p:nvPr/>
          </p:nvSpPr>
          <p:spPr>
            <a:xfrm>
              <a:off x="1325175" y="1040825"/>
              <a:ext cx="56425" cy="28275"/>
            </a:xfrm>
            <a:custGeom>
              <a:avLst/>
              <a:gdLst/>
              <a:ahLst/>
              <a:cxnLst/>
              <a:rect l="l" t="t" r="r" b="b"/>
              <a:pathLst>
                <a:path w="2257" h="1131" extrusionOk="0">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22" name="Google Shape;7322;p68"/>
            <p:cNvSpPr/>
            <p:nvPr/>
          </p:nvSpPr>
          <p:spPr>
            <a:xfrm>
              <a:off x="1323750" y="956100"/>
              <a:ext cx="59275" cy="56525"/>
            </a:xfrm>
            <a:custGeom>
              <a:avLst/>
              <a:gdLst/>
              <a:ahLst/>
              <a:cxnLst/>
              <a:rect l="l" t="t" r="r" b="b"/>
              <a:pathLst>
                <a:path w="2371" h="2261" extrusionOk="0">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23" name="Google Shape;7323;p68"/>
            <p:cNvSpPr/>
            <p:nvPr/>
          </p:nvSpPr>
          <p:spPr>
            <a:xfrm>
              <a:off x="1323750" y="1097250"/>
              <a:ext cx="59275" cy="56525"/>
            </a:xfrm>
            <a:custGeom>
              <a:avLst/>
              <a:gdLst/>
              <a:ahLst/>
              <a:cxnLst/>
              <a:rect l="l" t="t" r="r" b="b"/>
              <a:pathLst>
                <a:path w="2371" h="2261" extrusionOk="0">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24" name="Google Shape;7324;p68"/>
            <p:cNvSpPr/>
            <p:nvPr/>
          </p:nvSpPr>
          <p:spPr>
            <a:xfrm>
              <a:off x="899850" y="871450"/>
              <a:ext cx="396150" cy="423400"/>
            </a:xfrm>
            <a:custGeom>
              <a:avLst/>
              <a:gdLst/>
              <a:ahLst/>
              <a:cxnLst/>
              <a:rect l="l" t="t" r="r" b="b"/>
              <a:pathLst>
                <a:path w="15846" h="16936" extrusionOk="0">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sp>
        <p:nvSpPr>
          <p:cNvPr id="7325" name="Google Shape;7325;p68"/>
          <p:cNvSpPr/>
          <p:nvPr/>
        </p:nvSpPr>
        <p:spPr>
          <a:xfrm>
            <a:off x="1687566" y="3614953"/>
            <a:ext cx="402933" cy="452337"/>
          </a:xfrm>
          <a:custGeom>
            <a:avLst/>
            <a:gdLst/>
            <a:ahLst/>
            <a:cxnLst/>
            <a:rect l="l" t="t" r="r" b="b"/>
            <a:pathLst>
              <a:path w="17168" h="19273" extrusionOk="0">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nvGrpSpPr>
          <p:cNvPr id="7326" name="Google Shape;7326;p68"/>
          <p:cNvGrpSpPr/>
          <p:nvPr/>
        </p:nvGrpSpPr>
        <p:grpSpPr>
          <a:xfrm>
            <a:off x="2214501" y="3614977"/>
            <a:ext cx="454097" cy="452361"/>
            <a:chOff x="2085450" y="842250"/>
            <a:chExt cx="483700" cy="481850"/>
          </a:xfrm>
        </p:grpSpPr>
        <p:sp>
          <p:nvSpPr>
            <p:cNvPr id="7327" name="Google Shape;7327;p68"/>
            <p:cNvSpPr/>
            <p:nvPr/>
          </p:nvSpPr>
          <p:spPr>
            <a:xfrm>
              <a:off x="2085525" y="926925"/>
              <a:ext cx="483625" cy="397175"/>
            </a:xfrm>
            <a:custGeom>
              <a:avLst/>
              <a:gdLst/>
              <a:ahLst/>
              <a:cxnLst/>
              <a:rect l="l" t="t" r="r" b="b"/>
              <a:pathLst>
                <a:path w="19345" h="15887" extrusionOk="0">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28" name="Google Shape;7328;p68"/>
            <p:cNvSpPr/>
            <p:nvPr/>
          </p:nvSpPr>
          <p:spPr>
            <a:xfrm>
              <a:off x="2085450" y="1151875"/>
              <a:ext cx="143650" cy="87575"/>
            </a:xfrm>
            <a:custGeom>
              <a:avLst/>
              <a:gdLst/>
              <a:ahLst/>
              <a:cxnLst/>
              <a:rect l="l" t="t" r="r" b="b"/>
              <a:pathLst>
                <a:path w="5746" h="3503" extrusionOk="0">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29" name="Google Shape;7329;p68"/>
            <p:cNvSpPr/>
            <p:nvPr/>
          </p:nvSpPr>
          <p:spPr>
            <a:xfrm>
              <a:off x="2274775" y="842250"/>
              <a:ext cx="294375" cy="197650"/>
            </a:xfrm>
            <a:custGeom>
              <a:avLst/>
              <a:gdLst/>
              <a:ahLst/>
              <a:cxnLst/>
              <a:rect l="l" t="t" r="r" b="b"/>
              <a:pathLst>
                <a:path w="11775" h="7906" extrusionOk="0">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330" name="Google Shape;7330;p68"/>
          <p:cNvGrpSpPr/>
          <p:nvPr/>
        </p:nvGrpSpPr>
        <p:grpSpPr>
          <a:xfrm>
            <a:off x="2785924" y="3614989"/>
            <a:ext cx="452408" cy="452337"/>
            <a:chOff x="2685825" y="840375"/>
            <a:chExt cx="481900" cy="481825"/>
          </a:xfrm>
        </p:grpSpPr>
        <p:sp>
          <p:nvSpPr>
            <p:cNvPr id="7331" name="Google Shape;7331;p68"/>
            <p:cNvSpPr/>
            <p:nvPr/>
          </p:nvSpPr>
          <p:spPr>
            <a:xfrm>
              <a:off x="2685825" y="840375"/>
              <a:ext cx="481900" cy="481825"/>
            </a:xfrm>
            <a:custGeom>
              <a:avLst/>
              <a:gdLst/>
              <a:ahLst/>
              <a:cxnLst/>
              <a:rect l="l" t="t" r="r" b="b"/>
              <a:pathLst>
                <a:path w="19276" h="19273" extrusionOk="0">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32" name="Google Shape;7332;p68"/>
            <p:cNvSpPr/>
            <p:nvPr/>
          </p:nvSpPr>
          <p:spPr>
            <a:xfrm>
              <a:off x="2819200" y="983400"/>
              <a:ext cx="205475" cy="197625"/>
            </a:xfrm>
            <a:custGeom>
              <a:avLst/>
              <a:gdLst/>
              <a:ahLst/>
              <a:cxnLst/>
              <a:rect l="l" t="t" r="r" b="b"/>
              <a:pathLst>
                <a:path w="8219" h="7905" extrusionOk="0">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333" name="Google Shape;7333;p68"/>
          <p:cNvGrpSpPr/>
          <p:nvPr/>
        </p:nvGrpSpPr>
        <p:grpSpPr>
          <a:xfrm>
            <a:off x="3334806" y="3614566"/>
            <a:ext cx="467241" cy="453183"/>
            <a:chOff x="3270675" y="841800"/>
            <a:chExt cx="497700" cy="482725"/>
          </a:xfrm>
        </p:grpSpPr>
        <p:sp>
          <p:nvSpPr>
            <p:cNvPr id="7334" name="Google Shape;7334;p68"/>
            <p:cNvSpPr/>
            <p:nvPr/>
          </p:nvSpPr>
          <p:spPr>
            <a:xfrm>
              <a:off x="3270675" y="902000"/>
              <a:ext cx="447125" cy="422525"/>
            </a:xfrm>
            <a:custGeom>
              <a:avLst/>
              <a:gdLst/>
              <a:ahLst/>
              <a:cxnLst/>
              <a:rect l="l" t="t" r="r" b="b"/>
              <a:pathLst>
                <a:path w="17885" h="16901" extrusionOk="0">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35" name="Google Shape;7335;p68"/>
            <p:cNvSpPr/>
            <p:nvPr/>
          </p:nvSpPr>
          <p:spPr>
            <a:xfrm>
              <a:off x="3385250" y="841800"/>
              <a:ext cx="279700" cy="220925"/>
            </a:xfrm>
            <a:custGeom>
              <a:avLst/>
              <a:gdLst/>
              <a:ahLst/>
              <a:cxnLst/>
              <a:rect l="l" t="t" r="r" b="b"/>
              <a:pathLst>
                <a:path w="11188" h="8837" extrusionOk="0">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36" name="Google Shape;7336;p68"/>
            <p:cNvSpPr/>
            <p:nvPr/>
          </p:nvSpPr>
          <p:spPr>
            <a:xfrm>
              <a:off x="3530100" y="924750"/>
              <a:ext cx="238275" cy="250200"/>
            </a:xfrm>
            <a:custGeom>
              <a:avLst/>
              <a:gdLst/>
              <a:ahLst/>
              <a:cxnLst/>
              <a:rect l="l" t="t" r="r" b="b"/>
              <a:pathLst>
                <a:path w="9531" h="10008" extrusionOk="0">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sp>
        <p:nvSpPr>
          <p:cNvPr id="7337" name="Google Shape;7337;p68"/>
          <p:cNvSpPr/>
          <p:nvPr/>
        </p:nvSpPr>
        <p:spPr>
          <a:xfrm>
            <a:off x="3892173" y="3629081"/>
            <a:ext cx="452337" cy="424080"/>
          </a:xfrm>
          <a:custGeom>
            <a:avLst/>
            <a:gdLst/>
            <a:ahLst/>
            <a:cxnLst/>
            <a:rect l="l" t="t" r="r" b="b"/>
            <a:pathLst>
              <a:path w="19273" h="18069" extrusionOk="0">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nvGrpSpPr>
          <p:cNvPr id="7338" name="Google Shape;7338;p68"/>
          <p:cNvGrpSpPr/>
          <p:nvPr/>
        </p:nvGrpSpPr>
        <p:grpSpPr>
          <a:xfrm>
            <a:off x="4449666" y="3642378"/>
            <a:ext cx="452337" cy="397559"/>
            <a:chOff x="4467200" y="877100"/>
            <a:chExt cx="481825" cy="423475"/>
          </a:xfrm>
        </p:grpSpPr>
        <p:sp>
          <p:nvSpPr>
            <p:cNvPr id="7339" name="Google Shape;7339;p68"/>
            <p:cNvSpPr/>
            <p:nvPr/>
          </p:nvSpPr>
          <p:spPr>
            <a:xfrm>
              <a:off x="4467200" y="1018225"/>
              <a:ext cx="481825" cy="282350"/>
            </a:xfrm>
            <a:custGeom>
              <a:avLst/>
              <a:gdLst/>
              <a:ahLst/>
              <a:cxnLst/>
              <a:rect l="l" t="t" r="r" b="b"/>
              <a:pathLst>
                <a:path w="19273" h="11294" extrusionOk="0">
                  <a:moveTo>
                    <a:pt x="10723" y="2257"/>
                  </a:moveTo>
                  <a:cubicBezTo>
                    <a:pt x="11013" y="2257"/>
                    <a:pt x="11292" y="2483"/>
                    <a:pt x="11292" y="2823"/>
                  </a:cubicBezTo>
                  <a:cubicBezTo>
                    <a:pt x="11292" y="3136"/>
                    <a:pt x="11039" y="3389"/>
                    <a:pt x="10729" y="3389"/>
                  </a:cubicBezTo>
                  <a:cubicBezTo>
                    <a:pt x="10223" y="3389"/>
                    <a:pt x="9973" y="2781"/>
                    <a:pt x="10329" y="2423"/>
                  </a:cubicBezTo>
                  <a:cubicBezTo>
                    <a:pt x="10443" y="2308"/>
                    <a:pt x="10585" y="2257"/>
                    <a:pt x="10723" y="2257"/>
                  </a:cubicBezTo>
                  <a:close/>
                  <a:moveTo>
                    <a:pt x="14755" y="3389"/>
                  </a:moveTo>
                  <a:lnTo>
                    <a:pt x="14755" y="7906"/>
                  </a:lnTo>
                  <a:lnTo>
                    <a:pt x="13551" y="7906"/>
                  </a:lnTo>
                  <a:lnTo>
                    <a:pt x="13551" y="3389"/>
                  </a:lnTo>
                  <a:close/>
                  <a:moveTo>
                    <a:pt x="5083" y="2822"/>
                  </a:moveTo>
                  <a:cubicBezTo>
                    <a:pt x="5189" y="2822"/>
                    <a:pt x="5297" y="2853"/>
                    <a:pt x="5396" y="2920"/>
                  </a:cubicBezTo>
                  <a:lnTo>
                    <a:pt x="8784" y="5178"/>
                  </a:lnTo>
                  <a:cubicBezTo>
                    <a:pt x="9118" y="5401"/>
                    <a:pt x="9118" y="5892"/>
                    <a:pt x="8784" y="6117"/>
                  </a:cubicBezTo>
                  <a:lnTo>
                    <a:pt x="5396" y="8376"/>
                  </a:lnTo>
                  <a:cubicBezTo>
                    <a:pt x="5297" y="8442"/>
                    <a:pt x="5189" y="8472"/>
                    <a:pt x="5084" y="8472"/>
                  </a:cubicBezTo>
                  <a:cubicBezTo>
                    <a:pt x="4790" y="8472"/>
                    <a:pt x="4517" y="8239"/>
                    <a:pt x="4517" y="7906"/>
                  </a:cubicBezTo>
                  <a:lnTo>
                    <a:pt x="4517" y="3389"/>
                  </a:lnTo>
                  <a:cubicBezTo>
                    <a:pt x="4517" y="3057"/>
                    <a:pt x="4789" y="2822"/>
                    <a:pt x="5083" y="2822"/>
                  </a:cubicBezTo>
                  <a:close/>
                  <a:moveTo>
                    <a:pt x="18711" y="1"/>
                  </a:moveTo>
                  <a:cubicBezTo>
                    <a:pt x="18601" y="1"/>
                    <a:pt x="18491" y="33"/>
                    <a:pt x="18396" y="95"/>
                  </a:cubicBezTo>
                  <a:lnTo>
                    <a:pt x="15150" y="2260"/>
                  </a:lnTo>
                  <a:lnTo>
                    <a:pt x="13551" y="2260"/>
                  </a:lnTo>
                  <a:lnTo>
                    <a:pt x="13551" y="1694"/>
                  </a:lnTo>
                  <a:cubicBezTo>
                    <a:pt x="13548" y="926"/>
                    <a:pt x="13027" y="255"/>
                    <a:pt x="12283" y="62"/>
                  </a:cubicBezTo>
                  <a:cubicBezTo>
                    <a:pt x="11527" y="774"/>
                    <a:pt x="10560" y="1128"/>
                    <a:pt x="9594" y="1128"/>
                  </a:cubicBezTo>
                  <a:cubicBezTo>
                    <a:pt x="8599" y="1128"/>
                    <a:pt x="7604" y="752"/>
                    <a:pt x="6842" y="2"/>
                  </a:cubicBezTo>
                  <a:lnTo>
                    <a:pt x="6712" y="2"/>
                  </a:lnTo>
                  <a:cubicBezTo>
                    <a:pt x="5950" y="753"/>
                    <a:pt x="4955" y="1131"/>
                    <a:pt x="3959" y="1131"/>
                  </a:cubicBezTo>
                  <a:cubicBezTo>
                    <a:pt x="2993" y="1131"/>
                    <a:pt x="2026" y="775"/>
                    <a:pt x="1271" y="62"/>
                  </a:cubicBezTo>
                  <a:cubicBezTo>
                    <a:pt x="524" y="255"/>
                    <a:pt x="3" y="923"/>
                    <a:pt x="0" y="1694"/>
                  </a:cubicBezTo>
                  <a:lnTo>
                    <a:pt x="0" y="9598"/>
                  </a:lnTo>
                  <a:cubicBezTo>
                    <a:pt x="0" y="10535"/>
                    <a:pt x="759" y="11291"/>
                    <a:pt x="1696" y="11294"/>
                  </a:cubicBezTo>
                  <a:lnTo>
                    <a:pt x="11859" y="11294"/>
                  </a:lnTo>
                  <a:cubicBezTo>
                    <a:pt x="12792" y="11294"/>
                    <a:pt x="13551" y="10535"/>
                    <a:pt x="13551" y="9598"/>
                  </a:cubicBezTo>
                  <a:lnTo>
                    <a:pt x="13551" y="9035"/>
                  </a:lnTo>
                  <a:lnTo>
                    <a:pt x="15150" y="9035"/>
                  </a:lnTo>
                  <a:lnTo>
                    <a:pt x="18396" y="11197"/>
                  </a:lnTo>
                  <a:cubicBezTo>
                    <a:pt x="18494" y="11263"/>
                    <a:pt x="18602" y="11293"/>
                    <a:pt x="18707" y="11293"/>
                  </a:cubicBezTo>
                  <a:cubicBezTo>
                    <a:pt x="19000" y="11293"/>
                    <a:pt x="19272" y="11060"/>
                    <a:pt x="19272" y="10728"/>
                  </a:cubicBezTo>
                  <a:lnTo>
                    <a:pt x="19272" y="565"/>
                  </a:lnTo>
                  <a:cubicBezTo>
                    <a:pt x="19272" y="357"/>
                    <a:pt x="19158" y="164"/>
                    <a:pt x="18977" y="68"/>
                  </a:cubicBezTo>
                  <a:cubicBezTo>
                    <a:pt x="18894" y="23"/>
                    <a:pt x="18802" y="1"/>
                    <a:pt x="18711"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40" name="Google Shape;7340;p68"/>
            <p:cNvSpPr/>
            <p:nvPr/>
          </p:nvSpPr>
          <p:spPr>
            <a:xfrm>
              <a:off x="4608425" y="1129300"/>
              <a:ext cx="45125" cy="60175"/>
            </a:xfrm>
            <a:custGeom>
              <a:avLst/>
              <a:gdLst/>
              <a:ahLst/>
              <a:cxnLst/>
              <a:rect l="l" t="t" r="r" b="b"/>
              <a:pathLst>
                <a:path w="1805" h="2407" extrusionOk="0">
                  <a:moveTo>
                    <a:pt x="0" y="0"/>
                  </a:moveTo>
                  <a:lnTo>
                    <a:pt x="0" y="2406"/>
                  </a:lnTo>
                  <a:lnTo>
                    <a:pt x="1804" y="1205"/>
                  </a:lnTo>
                  <a:lnTo>
                    <a:pt x="0"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41" name="Google Shape;7341;p68"/>
            <p:cNvSpPr/>
            <p:nvPr/>
          </p:nvSpPr>
          <p:spPr>
            <a:xfrm>
              <a:off x="4495500" y="877100"/>
              <a:ext cx="141175" cy="141175"/>
            </a:xfrm>
            <a:custGeom>
              <a:avLst/>
              <a:gdLst/>
              <a:ahLst/>
              <a:cxnLst/>
              <a:rect l="l" t="t" r="r" b="b"/>
              <a:pathLst>
                <a:path w="5647" h="5647" extrusionOk="0">
                  <a:moveTo>
                    <a:pt x="2822" y="1"/>
                  </a:moveTo>
                  <a:cubicBezTo>
                    <a:pt x="1262" y="1"/>
                    <a:pt x="0" y="1262"/>
                    <a:pt x="0" y="2822"/>
                  </a:cubicBezTo>
                  <a:cubicBezTo>
                    <a:pt x="0" y="4382"/>
                    <a:pt x="1262" y="5647"/>
                    <a:pt x="2822" y="5647"/>
                  </a:cubicBezTo>
                  <a:cubicBezTo>
                    <a:pt x="4382" y="5647"/>
                    <a:pt x="5647" y="4382"/>
                    <a:pt x="5647" y="2822"/>
                  </a:cubicBezTo>
                  <a:cubicBezTo>
                    <a:pt x="5647" y="1262"/>
                    <a:pt x="4382" y="1"/>
                    <a:pt x="2822"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42" name="Google Shape;7342;p68"/>
            <p:cNvSpPr/>
            <p:nvPr/>
          </p:nvSpPr>
          <p:spPr>
            <a:xfrm>
              <a:off x="4636650" y="877100"/>
              <a:ext cx="141175" cy="141175"/>
            </a:xfrm>
            <a:custGeom>
              <a:avLst/>
              <a:gdLst/>
              <a:ahLst/>
              <a:cxnLst/>
              <a:rect l="l" t="t" r="r" b="b"/>
              <a:pathLst>
                <a:path w="5647" h="5647" extrusionOk="0">
                  <a:moveTo>
                    <a:pt x="2822" y="1"/>
                  </a:moveTo>
                  <a:cubicBezTo>
                    <a:pt x="1262" y="1"/>
                    <a:pt x="1" y="1262"/>
                    <a:pt x="1" y="2822"/>
                  </a:cubicBezTo>
                  <a:cubicBezTo>
                    <a:pt x="1" y="4382"/>
                    <a:pt x="1262" y="5647"/>
                    <a:pt x="2822" y="5647"/>
                  </a:cubicBezTo>
                  <a:cubicBezTo>
                    <a:pt x="4382" y="5647"/>
                    <a:pt x="5647" y="4382"/>
                    <a:pt x="5647" y="2822"/>
                  </a:cubicBezTo>
                  <a:cubicBezTo>
                    <a:pt x="5647" y="1262"/>
                    <a:pt x="4382" y="1"/>
                    <a:pt x="2822"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343" name="Google Shape;7343;p68"/>
          <p:cNvGrpSpPr/>
          <p:nvPr/>
        </p:nvGrpSpPr>
        <p:grpSpPr>
          <a:xfrm>
            <a:off x="5002854" y="3614977"/>
            <a:ext cx="473037" cy="452361"/>
            <a:chOff x="5045500" y="842250"/>
            <a:chExt cx="503875" cy="481850"/>
          </a:xfrm>
        </p:grpSpPr>
        <p:sp>
          <p:nvSpPr>
            <p:cNvPr id="7344" name="Google Shape;7344;p68"/>
            <p:cNvSpPr/>
            <p:nvPr/>
          </p:nvSpPr>
          <p:spPr>
            <a:xfrm>
              <a:off x="5045500" y="842250"/>
              <a:ext cx="503875" cy="481850"/>
            </a:xfrm>
            <a:custGeom>
              <a:avLst/>
              <a:gdLst/>
              <a:ahLst/>
              <a:cxnLst/>
              <a:rect l="l" t="t" r="r" b="b"/>
              <a:pathLst>
                <a:path w="20155" h="19274" extrusionOk="0">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45" name="Google Shape;7345;p68"/>
            <p:cNvSpPr/>
            <p:nvPr/>
          </p:nvSpPr>
          <p:spPr>
            <a:xfrm>
              <a:off x="5221050" y="898625"/>
              <a:ext cx="254100" cy="254100"/>
            </a:xfrm>
            <a:custGeom>
              <a:avLst/>
              <a:gdLst/>
              <a:ahLst/>
              <a:cxnLst/>
              <a:rect l="l" t="t" r="r" b="b"/>
              <a:pathLst>
                <a:path w="10164" h="10164" extrusionOk="0">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346" name="Google Shape;7346;p68"/>
          <p:cNvGrpSpPr/>
          <p:nvPr/>
        </p:nvGrpSpPr>
        <p:grpSpPr>
          <a:xfrm>
            <a:off x="5566650" y="3649935"/>
            <a:ext cx="449287" cy="382444"/>
            <a:chOff x="5645200" y="879425"/>
            <a:chExt cx="478575" cy="407375"/>
          </a:xfrm>
        </p:grpSpPr>
        <p:sp>
          <p:nvSpPr>
            <p:cNvPr id="7347" name="Google Shape;7347;p68"/>
            <p:cNvSpPr/>
            <p:nvPr/>
          </p:nvSpPr>
          <p:spPr>
            <a:xfrm>
              <a:off x="6004200" y="1075025"/>
              <a:ext cx="86075" cy="93450"/>
            </a:xfrm>
            <a:custGeom>
              <a:avLst/>
              <a:gdLst/>
              <a:ahLst/>
              <a:cxnLst/>
              <a:rect l="l" t="t" r="r" b="b"/>
              <a:pathLst>
                <a:path w="3443" h="3738" extrusionOk="0">
                  <a:moveTo>
                    <a:pt x="1" y="0"/>
                  </a:moveTo>
                  <a:lnTo>
                    <a:pt x="1" y="3737"/>
                  </a:lnTo>
                  <a:lnTo>
                    <a:pt x="1907" y="3737"/>
                  </a:lnTo>
                  <a:cubicBezTo>
                    <a:pt x="2157" y="3737"/>
                    <a:pt x="2377" y="3574"/>
                    <a:pt x="2449" y="3334"/>
                  </a:cubicBezTo>
                  <a:lnTo>
                    <a:pt x="3443"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48" name="Google Shape;7348;p68"/>
            <p:cNvSpPr/>
            <p:nvPr/>
          </p:nvSpPr>
          <p:spPr>
            <a:xfrm>
              <a:off x="5880900" y="953275"/>
              <a:ext cx="95100" cy="93525"/>
            </a:xfrm>
            <a:custGeom>
              <a:avLst/>
              <a:gdLst/>
              <a:ahLst/>
              <a:cxnLst/>
              <a:rect l="l" t="t" r="r" b="b"/>
              <a:pathLst>
                <a:path w="3804" h="3741" extrusionOk="0">
                  <a:moveTo>
                    <a:pt x="0" y="1"/>
                  </a:moveTo>
                  <a:lnTo>
                    <a:pt x="0" y="3741"/>
                  </a:lnTo>
                  <a:lnTo>
                    <a:pt x="3804" y="3741"/>
                  </a:lnTo>
                  <a:lnTo>
                    <a:pt x="3804"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49" name="Google Shape;7349;p68"/>
            <p:cNvSpPr/>
            <p:nvPr/>
          </p:nvSpPr>
          <p:spPr>
            <a:xfrm>
              <a:off x="6004200" y="953275"/>
              <a:ext cx="119575" cy="93525"/>
            </a:xfrm>
            <a:custGeom>
              <a:avLst/>
              <a:gdLst/>
              <a:ahLst/>
              <a:cxnLst/>
              <a:rect l="l" t="t" r="r" b="b"/>
              <a:pathLst>
                <a:path w="4783" h="3741" extrusionOk="0">
                  <a:moveTo>
                    <a:pt x="1" y="1"/>
                  </a:moveTo>
                  <a:lnTo>
                    <a:pt x="1" y="3741"/>
                  </a:lnTo>
                  <a:lnTo>
                    <a:pt x="3777" y="3741"/>
                  </a:lnTo>
                  <a:lnTo>
                    <a:pt x="4674" y="727"/>
                  </a:lnTo>
                  <a:cubicBezTo>
                    <a:pt x="4783" y="365"/>
                    <a:pt x="4512" y="1"/>
                    <a:pt x="4132"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50" name="Google Shape;7350;p68"/>
            <p:cNvSpPr/>
            <p:nvPr/>
          </p:nvSpPr>
          <p:spPr>
            <a:xfrm>
              <a:off x="5880900" y="1075025"/>
              <a:ext cx="95100" cy="93450"/>
            </a:xfrm>
            <a:custGeom>
              <a:avLst/>
              <a:gdLst/>
              <a:ahLst/>
              <a:cxnLst/>
              <a:rect l="l" t="t" r="r" b="b"/>
              <a:pathLst>
                <a:path w="3804" h="3738" extrusionOk="0">
                  <a:moveTo>
                    <a:pt x="0" y="0"/>
                  </a:moveTo>
                  <a:lnTo>
                    <a:pt x="0" y="3737"/>
                  </a:lnTo>
                  <a:lnTo>
                    <a:pt x="3804" y="3737"/>
                  </a:lnTo>
                  <a:lnTo>
                    <a:pt x="3804"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51" name="Google Shape;7351;p68"/>
            <p:cNvSpPr/>
            <p:nvPr/>
          </p:nvSpPr>
          <p:spPr>
            <a:xfrm>
              <a:off x="5645200" y="879425"/>
              <a:ext cx="207500" cy="167375"/>
            </a:xfrm>
            <a:custGeom>
              <a:avLst/>
              <a:gdLst/>
              <a:ahLst/>
              <a:cxnLst/>
              <a:rect l="l" t="t" r="r" b="b"/>
              <a:pathLst>
                <a:path w="8300" h="6695" extrusionOk="0">
                  <a:moveTo>
                    <a:pt x="563" y="1"/>
                  </a:moveTo>
                  <a:cubicBezTo>
                    <a:pt x="253" y="1"/>
                    <a:pt x="0" y="254"/>
                    <a:pt x="0" y="564"/>
                  </a:cubicBezTo>
                  <a:cubicBezTo>
                    <a:pt x="0" y="877"/>
                    <a:pt x="253" y="1130"/>
                    <a:pt x="563" y="1130"/>
                  </a:cubicBezTo>
                  <a:lnTo>
                    <a:pt x="2403" y="1130"/>
                  </a:lnTo>
                  <a:lnTo>
                    <a:pt x="3159" y="3672"/>
                  </a:lnTo>
                  <a:cubicBezTo>
                    <a:pt x="3162" y="3678"/>
                    <a:pt x="3162" y="3687"/>
                    <a:pt x="3165" y="3696"/>
                  </a:cubicBezTo>
                  <a:lnTo>
                    <a:pt x="4059" y="6695"/>
                  </a:lnTo>
                  <a:lnTo>
                    <a:pt x="8299" y="6695"/>
                  </a:lnTo>
                  <a:lnTo>
                    <a:pt x="8299" y="2955"/>
                  </a:lnTo>
                  <a:lnTo>
                    <a:pt x="4123" y="2955"/>
                  </a:lnTo>
                  <a:lnTo>
                    <a:pt x="3364" y="404"/>
                  </a:lnTo>
                  <a:cubicBezTo>
                    <a:pt x="3295" y="163"/>
                    <a:pt x="3072" y="1"/>
                    <a:pt x="2822"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52" name="Google Shape;7352;p68"/>
            <p:cNvSpPr/>
            <p:nvPr/>
          </p:nvSpPr>
          <p:spPr>
            <a:xfrm>
              <a:off x="5722500" y="1075025"/>
              <a:ext cx="370875" cy="211775"/>
            </a:xfrm>
            <a:custGeom>
              <a:avLst/>
              <a:gdLst/>
              <a:ahLst/>
              <a:cxnLst/>
              <a:rect l="l" t="t" r="r" b="b"/>
              <a:pathLst>
                <a:path w="14835" h="8471" extrusionOk="0">
                  <a:moveTo>
                    <a:pt x="1305" y="0"/>
                  </a:moveTo>
                  <a:lnTo>
                    <a:pt x="2082" y="2614"/>
                  </a:lnTo>
                  <a:cubicBezTo>
                    <a:pt x="901" y="2701"/>
                    <a:pt x="1" y="3704"/>
                    <a:pt x="40" y="4887"/>
                  </a:cubicBezTo>
                  <a:cubicBezTo>
                    <a:pt x="82" y="6071"/>
                    <a:pt x="1049" y="7010"/>
                    <a:pt x="2232" y="7019"/>
                  </a:cubicBezTo>
                  <a:lnTo>
                    <a:pt x="2795" y="7019"/>
                  </a:lnTo>
                  <a:cubicBezTo>
                    <a:pt x="3045" y="7878"/>
                    <a:pt x="3834" y="8471"/>
                    <a:pt x="4731" y="8471"/>
                  </a:cubicBezTo>
                  <a:cubicBezTo>
                    <a:pt x="5629" y="8471"/>
                    <a:pt x="6418" y="7878"/>
                    <a:pt x="6671" y="7019"/>
                  </a:cubicBezTo>
                  <a:lnTo>
                    <a:pt x="9667" y="7019"/>
                  </a:lnTo>
                  <a:cubicBezTo>
                    <a:pt x="9917" y="7878"/>
                    <a:pt x="10709" y="8471"/>
                    <a:pt x="11606" y="8471"/>
                  </a:cubicBezTo>
                  <a:cubicBezTo>
                    <a:pt x="12500" y="8471"/>
                    <a:pt x="13292" y="7878"/>
                    <a:pt x="13542" y="7019"/>
                  </a:cubicBezTo>
                  <a:lnTo>
                    <a:pt x="14271" y="7019"/>
                  </a:lnTo>
                  <a:cubicBezTo>
                    <a:pt x="14581" y="7019"/>
                    <a:pt x="14834" y="6766"/>
                    <a:pt x="14834" y="6453"/>
                  </a:cubicBezTo>
                  <a:cubicBezTo>
                    <a:pt x="14834" y="6140"/>
                    <a:pt x="14581" y="5890"/>
                    <a:pt x="14271" y="5890"/>
                  </a:cubicBezTo>
                  <a:lnTo>
                    <a:pt x="13542" y="5890"/>
                  </a:lnTo>
                  <a:cubicBezTo>
                    <a:pt x="13292" y="5029"/>
                    <a:pt x="12500" y="4436"/>
                    <a:pt x="11606" y="4436"/>
                  </a:cubicBezTo>
                  <a:cubicBezTo>
                    <a:pt x="10709" y="4436"/>
                    <a:pt x="9917" y="5029"/>
                    <a:pt x="9667" y="5890"/>
                  </a:cubicBezTo>
                  <a:lnTo>
                    <a:pt x="6671" y="5890"/>
                  </a:lnTo>
                  <a:cubicBezTo>
                    <a:pt x="6418" y="5029"/>
                    <a:pt x="5629" y="4436"/>
                    <a:pt x="4731" y="4436"/>
                  </a:cubicBezTo>
                  <a:cubicBezTo>
                    <a:pt x="3834" y="4436"/>
                    <a:pt x="3045" y="5029"/>
                    <a:pt x="2792" y="5890"/>
                  </a:cubicBezTo>
                  <a:lnTo>
                    <a:pt x="2232" y="5890"/>
                  </a:lnTo>
                  <a:cubicBezTo>
                    <a:pt x="1639" y="5890"/>
                    <a:pt x="1157" y="5408"/>
                    <a:pt x="1157" y="4815"/>
                  </a:cubicBezTo>
                  <a:cubicBezTo>
                    <a:pt x="1157" y="4219"/>
                    <a:pt x="1639" y="3737"/>
                    <a:pt x="2232" y="3737"/>
                  </a:cubicBezTo>
                  <a:lnTo>
                    <a:pt x="5207" y="3737"/>
                  </a:lnTo>
                  <a:lnTo>
                    <a:pt x="5207"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353" name="Google Shape;7353;p68"/>
          <p:cNvGrpSpPr/>
          <p:nvPr/>
        </p:nvGrpSpPr>
        <p:grpSpPr>
          <a:xfrm>
            <a:off x="6148083" y="3614989"/>
            <a:ext cx="397581" cy="452337"/>
            <a:chOff x="6264525" y="842250"/>
            <a:chExt cx="423500" cy="481825"/>
          </a:xfrm>
        </p:grpSpPr>
        <p:sp>
          <p:nvSpPr>
            <p:cNvPr id="7354" name="Google Shape;7354;p68"/>
            <p:cNvSpPr/>
            <p:nvPr/>
          </p:nvSpPr>
          <p:spPr>
            <a:xfrm>
              <a:off x="6264525" y="1033450"/>
              <a:ext cx="135300" cy="266450"/>
            </a:xfrm>
            <a:custGeom>
              <a:avLst/>
              <a:gdLst/>
              <a:ahLst/>
              <a:cxnLst/>
              <a:rect l="l" t="t" r="r" b="b"/>
              <a:pathLst>
                <a:path w="5412" h="10658" extrusionOk="0">
                  <a:moveTo>
                    <a:pt x="1" y="1"/>
                  </a:moveTo>
                  <a:lnTo>
                    <a:pt x="1" y="9932"/>
                  </a:lnTo>
                  <a:cubicBezTo>
                    <a:pt x="1" y="10182"/>
                    <a:pt x="61" y="10429"/>
                    <a:pt x="169" y="10658"/>
                  </a:cubicBezTo>
                  <a:lnTo>
                    <a:pt x="5412" y="5415"/>
                  </a:lnTo>
                  <a:lnTo>
                    <a:pt x="1"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55" name="Google Shape;7355;p68"/>
            <p:cNvSpPr/>
            <p:nvPr/>
          </p:nvSpPr>
          <p:spPr>
            <a:xfrm>
              <a:off x="6552700" y="1033450"/>
              <a:ext cx="135325" cy="266450"/>
            </a:xfrm>
            <a:custGeom>
              <a:avLst/>
              <a:gdLst/>
              <a:ahLst/>
              <a:cxnLst/>
              <a:rect l="l" t="t" r="r" b="b"/>
              <a:pathLst>
                <a:path w="5413" h="10658" extrusionOk="0">
                  <a:moveTo>
                    <a:pt x="5412" y="1"/>
                  </a:moveTo>
                  <a:lnTo>
                    <a:pt x="1" y="5415"/>
                  </a:lnTo>
                  <a:lnTo>
                    <a:pt x="5243" y="10658"/>
                  </a:lnTo>
                  <a:cubicBezTo>
                    <a:pt x="5352" y="10429"/>
                    <a:pt x="5412" y="10182"/>
                    <a:pt x="5412" y="9932"/>
                  </a:cubicBezTo>
                  <a:lnTo>
                    <a:pt x="5412"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56" name="Google Shape;7356;p68"/>
            <p:cNvSpPr/>
            <p:nvPr/>
          </p:nvSpPr>
          <p:spPr>
            <a:xfrm>
              <a:off x="6462150" y="985275"/>
              <a:ext cx="28025" cy="28250"/>
            </a:xfrm>
            <a:custGeom>
              <a:avLst/>
              <a:gdLst/>
              <a:ahLst/>
              <a:cxnLst/>
              <a:rect l="l" t="t" r="r" b="b"/>
              <a:pathLst>
                <a:path w="1121" h="1130" extrusionOk="0">
                  <a:moveTo>
                    <a:pt x="566" y="1"/>
                  </a:moveTo>
                  <a:cubicBezTo>
                    <a:pt x="253" y="1"/>
                    <a:pt x="0" y="254"/>
                    <a:pt x="0" y="567"/>
                  </a:cubicBezTo>
                  <a:cubicBezTo>
                    <a:pt x="0" y="877"/>
                    <a:pt x="253" y="1130"/>
                    <a:pt x="566" y="1130"/>
                  </a:cubicBezTo>
                  <a:cubicBezTo>
                    <a:pt x="955" y="1130"/>
                    <a:pt x="1060" y="862"/>
                    <a:pt x="1120" y="528"/>
                  </a:cubicBezTo>
                  <a:cubicBezTo>
                    <a:pt x="1102" y="233"/>
                    <a:pt x="862" y="4"/>
                    <a:pt x="566"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57" name="Google Shape;7357;p68"/>
            <p:cNvSpPr/>
            <p:nvPr/>
          </p:nvSpPr>
          <p:spPr>
            <a:xfrm>
              <a:off x="6288775" y="1182900"/>
              <a:ext cx="375075" cy="141175"/>
            </a:xfrm>
            <a:custGeom>
              <a:avLst/>
              <a:gdLst/>
              <a:ahLst/>
              <a:cxnLst/>
              <a:rect l="l" t="t" r="r" b="b"/>
              <a:pathLst>
                <a:path w="15003" h="5647" extrusionOk="0">
                  <a:moveTo>
                    <a:pt x="5475" y="0"/>
                  </a:moveTo>
                  <a:lnTo>
                    <a:pt x="0" y="5478"/>
                  </a:lnTo>
                  <a:cubicBezTo>
                    <a:pt x="226" y="5586"/>
                    <a:pt x="473" y="5646"/>
                    <a:pt x="726" y="5646"/>
                  </a:cubicBezTo>
                  <a:lnTo>
                    <a:pt x="14277" y="5646"/>
                  </a:lnTo>
                  <a:cubicBezTo>
                    <a:pt x="14527" y="5646"/>
                    <a:pt x="14774" y="5586"/>
                    <a:pt x="15002" y="5478"/>
                  </a:cubicBezTo>
                  <a:lnTo>
                    <a:pt x="9525"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58" name="Google Shape;7358;p68"/>
            <p:cNvSpPr/>
            <p:nvPr/>
          </p:nvSpPr>
          <p:spPr>
            <a:xfrm>
              <a:off x="6278675" y="965325"/>
              <a:ext cx="42350" cy="84725"/>
            </a:xfrm>
            <a:custGeom>
              <a:avLst/>
              <a:gdLst/>
              <a:ahLst/>
              <a:cxnLst/>
              <a:rect l="l" t="t" r="r" b="b"/>
              <a:pathLst>
                <a:path w="1694" h="3389" extrusionOk="0">
                  <a:moveTo>
                    <a:pt x="1693" y="1"/>
                  </a:moveTo>
                  <a:lnTo>
                    <a:pt x="1" y="1693"/>
                  </a:lnTo>
                  <a:lnTo>
                    <a:pt x="1693" y="3388"/>
                  </a:lnTo>
                  <a:lnTo>
                    <a:pt x="1693"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59" name="Google Shape;7359;p68"/>
            <p:cNvSpPr/>
            <p:nvPr/>
          </p:nvSpPr>
          <p:spPr>
            <a:xfrm>
              <a:off x="6631525" y="965325"/>
              <a:ext cx="42400" cy="84725"/>
            </a:xfrm>
            <a:custGeom>
              <a:avLst/>
              <a:gdLst/>
              <a:ahLst/>
              <a:cxnLst/>
              <a:rect l="l" t="t" r="r" b="b"/>
              <a:pathLst>
                <a:path w="1696" h="3389" extrusionOk="0">
                  <a:moveTo>
                    <a:pt x="1" y="1"/>
                  </a:moveTo>
                  <a:lnTo>
                    <a:pt x="1" y="3388"/>
                  </a:lnTo>
                  <a:lnTo>
                    <a:pt x="1696" y="1693"/>
                  </a:lnTo>
                  <a:lnTo>
                    <a:pt x="1"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60" name="Google Shape;7360;p68"/>
            <p:cNvSpPr/>
            <p:nvPr/>
          </p:nvSpPr>
          <p:spPr>
            <a:xfrm>
              <a:off x="6349225" y="842250"/>
              <a:ext cx="254100" cy="312425"/>
            </a:xfrm>
            <a:custGeom>
              <a:avLst/>
              <a:gdLst/>
              <a:ahLst/>
              <a:cxnLst/>
              <a:rect l="l" t="t" r="r" b="b"/>
              <a:pathLst>
                <a:path w="10164" h="12497" extrusionOk="0">
                  <a:moveTo>
                    <a:pt x="5081" y="2333"/>
                  </a:moveTo>
                  <a:cubicBezTo>
                    <a:pt x="5779" y="2333"/>
                    <a:pt x="6477" y="2518"/>
                    <a:pt x="7098" y="2885"/>
                  </a:cubicBezTo>
                  <a:cubicBezTo>
                    <a:pt x="8299" y="3596"/>
                    <a:pt x="9034" y="4891"/>
                    <a:pt x="9034" y="6288"/>
                  </a:cubicBezTo>
                  <a:cubicBezTo>
                    <a:pt x="9034" y="7293"/>
                    <a:pt x="8207" y="7981"/>
                    <a:pt x="7335" y="7981"/>
                  </a:cubicBezTo>
                  <a:cubicBezTo>
                    <a:pt x="6947" y="7981"/>
                    <a:pt x="6550" y="7845"/>
                    <a:pt x="6213" y="7540"/>
                  </a:cubicBezTo>
                  <a:cubicBezTo>
                    <a:pt x="5894" y="7824"/>
                    <a:pt x="5492" y="7968"/>
                    <a:pt x="5089" y="7968"/>
                  </a:cubicBezTo>
                  <a:cubicBezTo>
                    <a:pt x="4739" y="7968"/>
                    <a:pt x="4388" y="7860"/>
                    <a:pt x="4090" y="7640"/>
                  </a:cubicBezTo>
                  <a:cubicBezTo>
                    <a:pt x="3448" y="7170"/>
                    <a:pt x="3222" y="6315"/>
                    <a:pt x="3551" y="5589"/>
                  </a:cubicBezTo>
                  <a:cubicBezTo>
                    <a:pt x="3826" y="4973"/>
                    <a:pt x="4435" y="4593"/>
                    <a:pt x="5087" y="4593"/>
                  </a:cubicBezTo>
                  <a:cubicBezTo>
                    <a:pt x="5205" y="4593"/>
                    <a:pt x="5325" y="4606"/>
                    <a:pt x="5445" y="4632"/>
                  </a:cubicBezTo>
                  <a:cubicBezTo>
                    <a:pt x="6225" y="4800"/>
                    <a:pt x="6779" y="5490"/>
                    <a:pt x="6776" y="6288"/>
                  </a:cubicBezTo>
                  <a:cubicBezTo>
                    <a:pt x="6776" y="6660"/>
                    <a:pt x="7058" y="6846"/>
                    <a:pt x="7340" y="6846"/>
                  </a:cubicBezTo>
                  <a:cubicBezTo>
                    <a:pt x="7623" y="6846"/>
                    <a:pt x="7905" y="6660"/>
                    <a:pt x="7905" y="6288"/>
                  </a:cubicBezTo>
                  <a:cubicBezTo>
                    <a:pt x="7905" y="5288"/>
                    <a:pt x="7378" y="4367"/>
                    <a:pt x="6520" y="3858"/>
                  </a:cubicBezTo>
                  <a:cubicBezTo>
                    <a:pt x="6076" y="3595"/>
                    <a:pt x="5578" y="3463"/>
                    <a:pt x="5080" y="3463"/>
                  </a:cubicBezTo>
                  <a:cubicBezTo>
                    <a:pt x="4614" y="3463"/>
                    <a:pt x="4147" y="3578"/>
                    <a:pt x="3725" y="3810"/>
                  </a:cubicBezTo>
                  <a:cubicBezTo>
                    <a:pt x="2849" y="4288"/>
                    <a:pt x="2295" y="5195"/>
                    <a:pt x="2262" y="6191"/>
                  </a:cubicBezTo>
                  <a:cubicBezTo>
                    <a:pt x="2226" y="7188"/>
                    <a:pt x="2723" y="8128"/>
                    <a:pt x="3563" y="8667"/>
                  </a:cubicBezTo>
                  <a:cubicBezTo>
                    <a:pt x="4023" y="8960"/>
                    <a:pt x="4541" y="9107"/>
                    <a:pt x="5077" y="9107"/>
                  </a:cubicBezTo>
                  <a:cubicBezTo>
                    <a:pt x="5519" y="9107"/>
                    <a:pt x="5973" y="9007"/>
                    <a:pt x="6414" y="8805"/>
                  </a:cubicBezTo>
                  <a:cubicBezTo>
                    <a:pt x="6502" y="8765"/>
                    <a:pt x="6585" y="8746"/>
                    <a:pt x="6664" y="8746"/>
                  </a:cubicBezTo>
                  <a:cubicBezTo>
                    <a:pt x="7191" y="8746"/>
                    <a:pt x="7476" y="9559"/>
                    <a:pt x="6884" y="9832"/>
                  </a:cubicBezTo>
                  <a:cubicBezTo>
                    <a:pt x="6300" y="10100"/>
                    <a:pt x="5685" y="10239"/>
                    <a:pt x="5077" y="10239"/>
                  </a:cubicBezTo>
                  <a:cubicBezTo>
                    <a:pt x="4340" y="10239"/>
                    <a:pt x="3611" y="10036"/>
                    <a:pt x="2954" y="9615"/>
                  </a:cubicBezTo>
                  <a:cubicBezTo>
                    <a:pt x="1777" y="8865"/>
                    <a:pt x="1084" y="7546"/>
                    <a:pt x="1133" y="6152"/>
                  </a:cubicBezTo>
                  <a:cubicBezTo>
                    <a:pt x="1178" y="4755"/>
                    <a:pt x="1958" y="3490"/>
                    <a:pt x="3183" y="2819"/>
                  </a:cubicBezTo>
                  <a:cubicBezTo>
                    <a:pt x="3775" y="2494"/>
                    <a:pt x="4429" y="2333"/>
                    <a:pt x="5081" y="2333"/>
                  </a:cubicBezTo>
                  <a:close/>
                  <a:moveTo>
                    <a:pt x="618" y="0"/>
                  </a:moveTo>
                  <a:cubicBezTo>
                    <a:pt x="277" y="0"/>
                    <a:pt x="0" y="277"/>
                    <a:pt x="0" y="618"/>
                  </a:cubicBezTo>
                  <a:lnTo>
                    <a:pt x="0" y="9441"/>
                  </a:lnTo>
                  <a:lnTo>
                    <a:pt x="3057" y="12497"/>
                  </a:lnTo>
                  <a:lnTo>
                    <a:pt x="7107" y="12497"/>
                  </a:lnTo>
                  <a:lnTo>
                    <a:pt x="10163" y="9441"/>
                  </a:lnTo>
                  <a:lnTo>
                    <a:pt x="10163" y="723"/>
                  </a:lnTo>
                  <a:cubicBezTo>
                    <a:pt x="10163" y="326"/>
                    <a:pt x="9838" y="0"/>
                    <a:pt x="9441"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361" name="Google Shape;7361;p68"/>
          <p:cNvGrpSpPr/>
          <p:nvPr/>
        </p:nvGrpSpPr>
        <p:grpSpPr>
          <a:xfrm>
            <a:off x="1105801" y="4167861"/>
            <a:ext cx="452337" cy="452337"/>
            <a:chOff x="900750" y="1436075"/>
            <a:chExt cx="481825" cy="481825"/>
          </a:xfrm>
        </p:grpSpPr>
        <p:sp>
          <p:nvSpPr>
            <p:cNvPr id="7362" name="Google Shape;7362;p68"/>
            <p:cNvSpPr/>
            <p:nvPr/>
          </p:nvSpPr>
          <p:spPr>
            <a:xfrm>
              <a:off x="900750" y="1627500"/>
              <a:ext cx="481825" cy="290400"/>
            </a:xfrm>
            <a:custGeom>
              <a:avLst/>
              <a:gdLst/>
              <a:ahLst/>
              <a:cxnLst/>
              <a:rect l="l" t="t" r="r" b="b"/>
              <a:pathLst>
                <a:path w="19273" h="11616" extrusionOk="0">
                  <a:moveTo>
                    <a:pt x="0" y="1"/>
                  </a:moveTo>
                  <a:lnTo>
                    <a:pt x="0" y="9920"/>
                  </a:lnTo>
                  <a:cubicBezTo>
                    <a:pt x="0" y="10856"/>
                    <a:pt x="759" y="11612"/>
                    <a:pt x="1696" y="11615"/>
                  </a:cubicBezTo>
                  <a:lnTo>
                    <a:pt x="17580" y="11615"/>
                  </a:lnTo>
                  <a:cubicBezTo>
                    <a:pt x="18513" y="11612"/>
                    <a:pt x="19272" y="10856"/>
                    <a:pt x="19272" y="9920"/>
                  </a:cubicBezTo>
                  <a:lnTo>
                    <a:pt x="19272" y="1"/>
                  </a:lnTo>
                  <a:lnTo>
                    <a:pt x="9977" y="6948"/>
                  </a:lnTo>
                  <a:cubicBezTo>
                    <a:pt x="9877" y="7020"/>
                    <a:pt x="9760" y="7059"/>
                    <a:pt x="9636" y="7059"/>
                  </a:cubicBezTo>
                  <a:cubicBezTo>
                    <a:pt x="9513" y="7059"/>
                    <a:pt x="9395" y="7020"/>
                    <a:pt x="9299" y="6948"/>
                  </a:cubicBezTo>
                  <a:lnTo>
                    <a:pt x="0"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63" name="Google Shape;7363;p68"/>
            <p:cNvSpPr/>
            <p:nvPr/>
          </p:nvSpPr>
          <p:spPr>
            <a:xfrm>
              <a:off x="1296950" y="1549900"/>
              <a:ext cx="71550" cy="105850"/>
            </a:xfrm>
            <a:custGeom>
              <a:avLst/>
              <a:gdLst/>
              <a:ahLst/>
              <a:cxnLst/>
              <a:rect l="l" t="t" r="r" b="b"/>
              <a:pathLst>
                <a:path w="2862" h="4234" extrusionOk="0">
                  <a:moveTo>
                    <a:pt x="0" y="0"/>
                  </a:moveTo>
                  <a:lnTo>
                    <a:pt x="0" y="4234"/>
                  </a:lnTo>
                  <a:lnTo>
                    <a:pt x="2861" y="2117"/>
                  </a:lnTo>
                  <a:lnTo>
                    <a:pt x="0"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64" name="Google Shape;7364;p68"/>
            <p:cNvSpPr/>
            <p:nvPr/>
          </p:nvSpPr>
          <p:spPr>
            <a:xfrm>
              <a:off x="914900" y="1549900"/>
              <a:ext cx="71550" cy="105850"/>
            </a:xfrm>
            <a:custGeom>
              <a:avLst/>
              <a:gdLst/>
              <a:ahLst/>
              <a:cxnLst/>
              <a:rect l="l" t="t" r="r" b="b"/>
              <a:pathLst>
                <a:path w="2862" h="4234" extrusionOk="0">
                  <a:moveTo>
                    <a:pt x="2861" y="0"/>
                  </a:moveTo>
                  <a:lnTo>
                    <a:pt x="0" y="2117"/>
                  </a:lnTo>
                  <a:lnTo>
                    <a:pt x="2861" y="4234"/>
                  </a:lnTo>
                  <a:lnTo>
                    <a:pt x="2861"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65" name="Google Shape;7365;p68"/>
            <p:cNvSpPr/>
            <p:nvPr/>
          </p:nvSpPr>
          <p:spPr>
            <a:xfrm>
              <a:off x="1014650" y="1436075"/>
              <a:ext cx="254100" cy="336150"/>
            </a:xfrm>
            <a:custGeom>
              <a:avLst/>
              <a:gdLst/>
              <a:ahLst/>
              <a:cxnLst/>
              <a:rect l="l" t="t" r="r" b="b"/>
              <a:pathLst>
                <a:path w="10164" h="13446" extrusionOk="0">
                  <a:moveTo>
                    <a:pt x="8468" y="3424"/>
                  </a:moveTo>
                  <a:cubicBezTo>
                    <a:pt x="8781" y="3424"/>
                    <a:pt x="9031" y="3677"/>
                    <a:pt x="9031" y="3990"/>
                  </a:cubicBezTo>
                  <a:cubicBezTo>
                    <a:pt x="9031" y="4300"/>
                    <a:pt x="8781" y="4553"/>
                    <a:pt x="8468" y="4553"/>
                  </a:cubicBezTo>
                  <a:lnTo>
                    <a:pt x="1693" y="4553"/>
                  </a:lnTo>
                  <a:cubicBezTo>
                    <a:pt x="1379" y="4553"/>
                    <a:pt x="1130" y="4300"/>
                    <a:pt x="1130" y="3990"/>
                  </a:cubicBezTo>
                  <a:cubicBezTo>
                    <a:pt x="1130" y="3677"/>
                    <a:pt x="1379" y="3424"/>
                    <a:pt x="1693" y="3424"/>
                  </a:cubicBezTo>
                  <a:close/>
                  <a:moveTo>
                    <a:pt x="8468" y="5682"/>
                  </a:moveTo>
                  <a:cubicBezTo>
                    <a:pt x="8781" y="5682"/>
                    <a:pt x="9031" y="5935"/>
                    <a:pt x="9031" y="6248"/>
                  </a:cubicBezTo>
                  <a:cubicBezTo>
                    <a:pt x="9031" y="6559"/>
                    <a:pt x="8781" y="6812"/>
                    <a:pt x="8468" y="6812"/>
                  </a:cubicBezTo>
                  <a:lnTo>
                    <a:pt x="1693" y="6812"/>
                  </a:lnTo>
                  <a:cubicBezTo>
                    <a:pt x="1379" y="6812"/>
                    <a:pt x="1130" y="6559"/>
                    <a:pt x="1130" y="6248"/>
                  </a:cubicBezTo>
                  <a:cubicBezTo>
                    <a:pt x="1130" y="5935"/>
                    <a:pt x="1379" y="5682"/>
                    <a:pt x="1693" y="5682"/>
                  </a:cubicBezTo>
                  <a:close/>
                  <a:moveTo>
                    <a:pt x="5080" y="7941"/>
                  </a:moveTo>
                  <a:cubicBezTo>
                    <a:pt x="5393" y="7941"/>
                    <a:pt x="5643" y="8194"/>
                    <a:pt x="5643" y="8507"/>
                  </a:cubicBezTo>
                  <a:cubicBezTo>
                    <a:pt x="5643" y="8817"/>
                    <a:pt x="5393" y="9070"/>
                    <a:pt x="5080" y="9070"/>
                  </a:cubicBezTo>
                  <a:lnTo>
                    <a:pt x="1693" y="9070"/>
                  </a:lnTo>
                  <a:cubicBezTo>
                    <a:pt x="1379" y="9070"/>
                    <a:pt x="1130" y="8817"/>
                    <a:pt x="1130" y="8507"/>
                  </a:cubicBezTo>
                  <a:cubicBezTo>
                    <a:pt x="1130" y="8194"/>
                    <a:pt x="1379" y="7941"/>
                    <a:pt x="1693" y="7941"/>
                  </a:cubicBezTo>
                  <a:close/>
                  <a:moveTo>
                    <a:pt x="563" y="0"/>
                  </a:moveTo>
                  <a:cubicBezTo>
                    <a:pt x="250" y="0"/>
                    <a:pt x="0" y="250"/>
                    <a:pt x="0" y="563"/>
                  </a:cubicBezTo>
                  <a:lnTo>
                    <a:pt x="0" y="9636"/>
                  </a:lnTo>
                  <a:lnTo>
                    <a:pt x="5080" y="13445"/>
                  </a:lnTo>
                  <a:lnTo>
                    <a:pt x="10163" y="9636"/>
                  </a:lnTo>
                  <a:lnTo>
                    <a:pt x="10163" y="563"/>
                  </a:lnTo>
                  <a:cubicBezTo>
                    <a:pt x="10163" y="250"/>
                    <a:pt x="9910" y="0"/>
                    <a:pt x="9597"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366" name="Google Shape;7366;p68"/>
          <p:cNvGrpSpPr/>
          <p:nvPr/>
        </p:nvGrpSpPr>
        <p:grpSpPr>
          <a:xfrm>
            <a:off x="1662932" y="4248244"/>
            <a:ext cx="452337" cy="291568"/>
            <a:chOff x="1492675" y="1520750"/>
            <a:chExt cx="481825" cy="310575"/>
          </a:xfrm>
        </p:grpSpPr>
        <p:sp>
          <p:nvSpPr>
            <p:cNvPr id="7367" name="Google Shape;7367;p68"/>
            <p:cNvSpPr/>
            <p:nvPr/>
          </p:nvSpPr>
          <p:spPr>
            <a:xfrm>
              <a:off x="1492675" y="1540400"/>
              <a:ext cx="481825" cy="290925"/>
            </a:xfrm>
            <a:custGeom>
              <a:avLst/>
              <a:gdLst/>
              <a:ahLst/>
              <a:cxnLst/>
              <a:rect l="l" t="t" r="r" b="b"/>
              <a:pathLst>
                <a:path w="19273" h="11637" extrusionOk="0">
                  <a:moveTo>
                    <a:pt x="266" y="1"/>
                  </a:moveTo>
                  <a:cubicBezTo>
                    <a:pt x="91" y="272"/>
                    <a:pt x="1" y="585"/>
                    <a:pt x="1" y="907"/>
                  </a:cubicBezTo>
                  <a:lnTo>
                    <a:pt x="1" y="9941"/>
                  </a:lnTo>
                  <a:cubicBezTo>
                    <a:pt x="1" y="10877"/>
                    <a:pt x="757" y="11633"/>
                    <a:pt x="1693" y="11636"/>
                  </a:cubicBezTo>
                  <a:lnTo>
                    <a:pt x="17577" y="11636"/>
                  </a:lnTo>
                  <a:cubicBezTo>
                    <a:pt x="18514" y="11633"/>
                    <a:pt x="19270" y="10877"/>
                    <a:pt x="19273" y="9941"/>
                  </a:cubicBezTo>
                  <a:lnTo>
                    <a:pt x="19273" y="907"/>
                  </a:lnTo>
                  <a:cubicBezTo>
                    <a:pt x="19270" y="585"/>
                    <a:pt x="19176" y="272"/>
                    <a:pt x="19005" y="1"/>
                  </a:cubicBezTo>
                  <a:lnTo>
                    <a:pt x="9974" y="7005"/>
                  </a:lnTo>
                  <a:cubicBezTo>
                    <a:pt x="9873" y="7080"/>
                    <a:pt x="9754" y="7118"/>
                    <a:pt x="9635" y="7118"/>
                  </a:cubicBezTo>
                  <a:cubicBezTo>
                    <a:pt x="9516" y="7118"/>
                    <a:pt x="9397" y="7080"/>
                    <a:pt x="9296" y="7005"/>
                  </a:cubicBezTo>
                  <a:lnTo>
                    <a:pt x="266"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68" name="Google Shape;7368;p68"/>
            <p:cNvSpPr/>
            <p:nvPr/>
          </p:nvSpPr>
          <p:spPr>
            <a:xfrm>
              <a:off x="1522575" y="1520750"/>
              <a:ext cx="421975" cy="165800"/>
            </a:xfrm>
            <a:custGeom>
              <a:avLst/>
              <a:gdLst/>
              <a:ahLst/>
              <a:cxnLst/>
              <a:rect l="l" t="t" r="r" b="b"/>
              <a:pathLst>
                <a:path w="16879" h="6632" extrusionOk="0">
                  <a:moveTo>
                    <a:pt x="497" y="1"/>
                  </a:moveTo>
                  <a:cubicBezTo>
                    <a:pt x="328" y="1"/>
                    <a:pt x="160" y="31"/>
                    <a:pt x="0" y="82"/>
                  </a:cubicBezTo>
                  <a:lnTo>
                    <a:pt x="8441" y="6631"/>
                  </a:lnTo>
                  <a:lnTo>
                    <a:pt x="16878" y="82"/>
                  </a:lnTo>
                  <a:cubicBezTo>
                    <a:pt x="16719" y="31"/>
                    <a:pt x="16550" y="1"/>
                    <a:pt x="16381"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369" name="Google Shape;7369;p68"/>
          <p:cNvGrpSpPr/>
          <p:nvPr/>
        </p:nvGrpSpPr>
        <p:grpSpPr>
          <a:xfrm>
            <a:off x="2206660" y="4167836"/>
            <a:ext cx="469776" cy="452384"/>
            <a:chOff x="2071000" y="1435025"/>
            <a:chExt cx="500400" cy="481875"/>
          </a:xfrm>
        </p:grpSpPr>
        <p:sp>
          <p:nvSpPr>
            <p:cNvPr id="7370" name="Google Shape;7370;p68"/>
            <p:cNvSpPr/>
            <p:nvPr/>
          </p:nvSpPr>
          <p:spPr>
            <a:xfrm>
              <a:off x="2425125" y="1718700"/>
              <a:ext cx="146275" cy="141750"/>
            </a:xfrm>
            <a:custGeom>
              <a:avLst/>
              <a:gdLst/>
              <a:ahLst/>
              <a:cxnLst/>
              <a:rect l="l" t="t" r="r" b="b"/>
              <a:pathLst>
                <a:path w="5851" h="5670" extrusionOk="0">
                  <a:moveTo>
                    <a:pt x="1598" y="0"/>
                  </a:moveTo>
                  <a:cubicBezTo>
                    <a:pt x="1159" y="0"/>
                    <a:pt x="720" y="160"/>
                    <a:pt x="401" y="481"/>
                  </a:cubicBezTo>
                  <a:lnTo>
                    <a:pt x="0" y="879"/>
                  </a:lnTo>
                  <a:lnTo>
                    <a:pt x="4791" y="5669"/>
                  </a:lnTo>
                  <a:lnTo>
                    <a:pt x="5191" y="5272"/>
                  </a:lnTo>
                  <a:cubicBezTo>
                    <a:pt x="5851" y="4610"/>
                    <a:pt x="5851" y="3538"/>
                    <a:pt x="5191" y="2875"/>
                  </a:cubicBezTo>
                  <a:lnTo>
                    <a:pt x="2795" y="481"/>
                  </a:lnTo>
                  <a:cubicBezTo>
                    <a:pt x="2475" y="160"/>
                    <a:pt x="2036" y="0"/>
                    <a:pt x="1598"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71" name="Google Shape;7371;p68"/>
            <p:cNvSpPr/>
            <p:nvPr/>
          </p:nvSpPr>
          <p:spPr>
            <a:xfrm>
              <a:off x="2071000" y="1477850"/>
              <a:ext cx="453125" cy="439050"/>
            </a:xfrm>
            <a:custGeom>
              <a:avLst/>
              <a:gdLst/>
              <a:ahLst/>
              <a:cxnLst/>
              <a:rect l="l" t="t" r="r" b="b"/>
              <a:pathLst>
                <a:path w="18125" h="17562" extrusionOk="0">
                  <a:moveTo>
                    <a:pt x="2057" y="0"/>
                  </a:moveTo>
                  <a:cubicBezTo>
                    <a:pt x="0" y="2397"/>
                    <a:pt x="81" y="6008"/>
                    <a:pt x="2352" y="8278"/>
                  </a:cubicBezTo>
                  <a:lnTo>
                    <a:pt x="9847" y="15776"/>
                  </a:lnTo>
                  <a:cubicBezTo>
                    <a:pt x="11008" y="16937"/>
                    <a:pt x="12564" y="17561"/>
                    <a:pt x="14149" y="17561"/>
                  </a:cubicBezTo>
                  <a:cubicBezTo>
                    <a:pt x="15535" y="17561"/>
                    <a:pt x="16943" y="17083"/>
                    <a:pt x="18125" y="16068"/>
                  </a:cubicBezTo>
                  <a:lnTo>
                    <a:pt x="13346" y="11289"/>
                  </a:lnTo>
                  <a:cubicBezTo>
                    <a:pt x="13108" y="11473"/>
                    <a:pt x="12823" y="11568"/>
                    <a:pt x="12540" y="11568"/>
                  </a:cubicBezTo>
                  <a:cubicBezTo>
                    <a:pt x="12221" y="11568"/>
                    <a:pt x="11904" y="11448"/>
                    <a:pt x="11660" y="11202"/>
                  </a:cubicBezTo>
                  <a:lnTo>
                    <a:pt x="6926" y="6465"/>
                  </a:lnTo>
                  <a:cubicBezTo>
                    <a:pt x="6462" y="6002"/>
                    <a:pt x="6447" y="5282"/>
                    <a:pt x="6839" y="4779"/>
                  </a:cubicBezTo>
                  <a:lnTo>
                    <a:pt x="2057"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72" name="Google Shape;7372;p68"/>
            <p:cNvSpPr/>
            <p:nvPr/>
          </p:nvSpPr>
          <p:spPr>
            <a:xfrm>
              <a:off x="2141600" y="1435025"/>
              <a:ext cx="146300" cy="141850"/>
            </a:xfrm>
            <a:custGeom>
              <a:avLst/>
              <a:gdLst/>
              <a:ahLst/>
              <a:cxnLst/>
              <a:rect l="l" t="t" r="r" b="b"/>
              <a:pathLst>
                <a:path w="5852" h="5674" extrusionOk="0">
                  <a:moveTo>
                    <a:pt x="1597" y="1"/>
                  </a:moveTo>
                  <a:cubicBezTo>
                    <a:pt x="1158" y="1"/>
                    <a:pt x="719" y="161"/>
                    <a:pt x="398" y="482"/>
                  </a:cubicBezTo>
                  <a:lnTo>
                    <a:pt x="1" y="882"/>
                  </a:lnTo>
                  <a:lnTo>
                    <a:pt x="4792" y="5673"/>
                  </a:lnTo>
                  <a:lnTo>
                    <a:pt x="5189" y="5273"/>
                  </a:lnTo>
                  <a:cubicBezTo>
                    <a:pt x="5852" y="4610"/>
                    <a:pt x="5852" y="3538"/>
                    <a:pt x="5189" y="2879"/>
                  </a:cubicBezTo>
                  <a:lnTo>
                    <a:pt x="2795" y="482"/>
                  </a:lnTo>
                  <a:cubicBezTo>
                    <a:pt x="2474" y="161"/>
                    <a:pt x="2036" y="1"/>
                    <a:pt x="1597"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373" name="Google Shape;7373;p68"/>
          <p:cNvGrpSpPr/>
          <p:nvPr/>
        </p:nvGrpSpPr>
        <p:grpSpPr>
          <a:xfrm>
            <a:off x="2777546" y="4195613"/>
            <a:ext cx="469165" cy="396831"/>
            <a:chOff x="2678350" y="1464650"/>
            <a:chExt cx="499750" cy="422700"/>
          </a:xfrm>
        </p:grpSpPr>
        <p:sp>
          <p:nvSpPr>
            <p:cNvPr id="7374" name="Google Shape;7374;p68"/>
            <p:cNvSpPr/>
            <p:nvPr/>
          </p:nvSpPr>
          <p:spPr>
            <a:xfrm>
              <a:off x="3081050" y="1542700"/>
              <a:ext cx="97050" cy="267350"/>
            </a:xfrm>
            <a:custGeom>
              <a:avLst/>
              <a:gdLst/>
              <a:ahLst/>
              <a:cxnLst/>
              <a:rect l="l" t="t" r="r" b="b"/>
              <a:pathLst>
                <a:path w="3882" h="10694" extrusionOk="0">
                  <a:moveTo>
                    <a:pt x="618" y="0"/>
                  </a:moveTo>
                  <a:cubicBezTo>
                    <a:pt x="474" y="0"/>
                    <a:pt x="329" y="55"/>
                    <a:pt x="220" y="165"/>
                  </a:cubicBezTo>
                  <a:cubicBezTo>
                    <a:pt x="3" y="384"/>
                    <a:pt x="0" y="737"/>
                    <a:pt x="214" y="957"/>
                  </a:cubicBezTo>
                  <a:cubicBezTo>
                    <a:pt x="2650" y="3375"/>
                    <a:pt x="2650" y="7316"/>
                    <a:pt x="214" y="9737"/>
                  </a:cubicBezTo>
                  <a:cubicBezTo>
                    <a:pt x="0" y="9957"/>
                    <a:pt x="3" y="10310"/>
                    <a:pt x="220" y="10526"/>
                  </a:cubicBezTo>
                  <a:cubicBezTo>
                    <a:pt x="330" y="10638"/>
                    <a:pt x="475" y="10693"/>
                    <a:pt x="620" y="10693"/>
                  </a:cubicBezTo>
                  <a:cubicBezTo>
                    <a:pt x="761" y="10693"/>
                    <a:pt x="902" y="10641"/>
                    <a:pt x="1012" y="10535"/>
                  </a:cubicBezTo>
                  <a:cubicBezTo>
                    <a:pt x="3882" y="7672"/>
                    <a:pt x="3882" y="3022"/>
                    <a:pt x="1012" y="159"/>
                  </a:cubicBezTo>
                  <a:cubicBezTo>
                    <a:pt x="902" y="53"/>
                    <a:pt x="760" y="0"/>
                    <a:pt x="618"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75" name="Google Shape;7375;p68"/>
            <p:cNvSpPr/>
            <p:nvPr/>
          </p:nvSpPr>
          <p:spPr>
            <a:xfrm>
              <a:off x="3041000" y="1582600"/>
              <a:ext cx="75075" cy="187725"/>
            </a:xfrm>
            <a:custGeom>
              <a:avLst/>
              <a:gdLst/>
              <a:ahLst/>
              <a:cxnLst/>
              <a:rect l="l" t="t" r="r" b="b"/>
              <a:pathLst>
                <a:path w="3003" h="7509" extrusionOk="0">
                  <a:moveTo>
                    <a:pt x="626" y="0"/>
                  </a:moveTo>
                  <a:cubicBezTo>
                    <a:pt x="482" y="0"/>
                    <a:pt x="337" y="55"/>
                    <a:pt x="226" y="165"/>
                  </a:cubicBezTo>
                  <a:cubicBezTo>
                    <a:pt x="9" y="381"/>
                    <a:pt x="6" y="734"/>
                    <a:pt x="220" y="957"/>
                  </a:cubicBezTo>
                  <a:cubicBezTo>
                    <a:pt x="1774" y="2495"/>
                    <a:pt x="1774" y="5007"/>
                    <a:pt x="220" y="6545"/>
                  </a:cubicBezTo>
                  <a:cubicBezTo>
                    <a:pt x="0" y="6765"/>
                    <a:pt x="0" y="7124"/>
                    <a:pt x="220" y="7343"/>
                  </a:cubicBezTo>
                  <a:cubicBezTo>
                    <a:pt x="330" y="7453"/>
                    <a:pt x="474" y="7508"/>
                    <a:pt x="619" y="7508"/>
                  </a:cubicBezTo>
                  <a:cubicBezTo>
                    <a:pt x="763" y="7508"/>
                    <a:pt x="908" y="7453"/>
                    <a:pt x="1018" y="7343"/>
                  </a:cubicBezTo>
                  <a:cubicBezTo>
                    <a:pt x="3002" y="5359"/>
                    <a:pt x="3002" y="2143"/>
                    <a:pt x="1018" y="159"/>
                  </a:cubicBezTo>
                  <a:cubicBezTo>
                    <a:pt x="909" y="53"/>
                    <a:pt x="768" y="0"/>
                    <a:pt x="626"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76" name="Google Shape;7376;p68"/>
            <p:cNvSpPr/>
            <p:nvPr/>
          </p:nvSpPr>
          <p:spPr>
            <a:xfrm>
              <a:off x="2678350" y="1464650"/>
              <a:ext cx="339700" cy="422700"/>
            </a:xfrm>
            <a:custGeom>
              <a:avLst/>
              <a:gdLst/>
              <a:ahLst/>
              <a:cxnLst/>
              <a:rect l="l" t="t" r="r" b="b"/>
              <a:pathLst>
                <a:path w="13588" h="16908" extrusionOk="0">
                  <a:moveTo>
                    <a:pt x="5683" y="5632"/>
                  </a:moveTo>
                  <a:lnTo>
                    <a:pt x="5683" y="11278"/>
                  </a:lnTo>
                  <a:lnTo>
                    <a:pt x="3952" y="11278"/>
                  </a:lnTo>
                  <a:cubicBezTo>
                    <a:pt x="3638" y="11278"/>
                    <a:pt x="3389" y="11026"/>
                    <a:pt x="3389" y="10712"/>
                  </a:cubicBezTo>
                  <a:lnTo>
                    <a:pt x="3389" y="6195"/>
                  </a:lnTo>
                  <a:cubicBezTo>
                    <a:pt x="3389" y="5882"/>
                    <a:pt x="3638" y="5632"/>
                    <a:pt x="3952" y="5632"/>
                  </a:cubicBezTo>
                  <a:close/>
                  <a:moveTo>
                    <a:pt x="11895" y="1115"/>
                  </a:moveTo>
                  <a:cubicBezTo>
                    <a:pt x="12206" y="1115"/>
                    <a:pt x="12458" y="1365"/>
                    <a:pt x="12458" y="1679"/>
                  </a:cubicBezTo>
                  <a:lnTo>
                    <a:pt x="12458" y="15229"/>
                  </a:lnTo>
                  <a:cubicBezTo>
                    <a:pt x="12458" y="15542"/>
                    <a:pt x="12206" y="15792"/>
                    <a:pt x="11895" y="15792"/>
                  </a:cubicBezTo>
                  <a:cubicBezTo>
                    <a:pt x="11582" y="15792"/>
                    <a:pt x="11329" y="15542"/>
                    <a:pt x="11329" y="15229"/>
                  </a:cubicBezTo>
                  <a:lnTo>
                    <a:pt x="11329" y="1679"/>
                  </a:lnTo>
                  <a:cubicBezTo>
                    <a:pt x="11329" y="1365"/>
                    <a:pt x="11582" y="1115"/>
                    <a:pt x="11895" y="1115"/>
                  </a:cubicBezTo>
                  <a:close/>
                  <a:moveTo>
                    <a:pt x="11892" y="0"/>
                  </a:moveTo>
                  <a:cubicBezTo>
                    <a:pt x="11090" y="0"/>
                    <a:pt x="10386" y="570"/>
                    <a:pt x="10230" y="1374"/>
                  </a:cubicBezTo>
                  <a:lnTo>
                    <a:pt x="6060" y="4503"/>
                  </a:lnTo>
                  <a:lnTo>
                    <a:pt x="3952" y="4503"/>
                  </a:lnTo>
                  <a:cubicBezTo>
                    <a:pt x="3235" y="4503"/>
                    <a:pt x="2600" y="4955"/>
                    <a:pt x="2362" y="5632"/>
                  </a:cubicBezTo>
                  <a:lnTo>
                    <a:pt x="1693" y="5632"/>
                  </a:lnTo>
                  <a:cubicBezTo>
                    <a:pt x="757" y="5632"/>
                    <a:pt x="1" y="6388"/>
                    <a:pt x="1" y="7325"/>
                  </a:cubicBezTo>
                  <a:lnTo>
                    <a:pt x="1" y="9583"/>
                  </a:lnTo>
                  <a:cubicBezTo>
                    <a:pt x="1" y="10520"/>
                    <a:pt x="757" y="11275"/>
                    <a:pt x="1693" y="11278"/>
                  </a:cubicBezTo>
                  <a:lnTo>
                    <a:pt x="2362" y="11278"/>
                  </a:lnTo>
                  <a:cubicBezTo>
                    <a:pt x="2600" y="11953"/>
                    <a:pt x="3235" y="12405"/>
                    <a:pt x="3952" y="12408"/>
                  </a:cubicBezTo>
                  <a:lnTo>
                    <a:pt x="6060" y="12408"/>
                  </a:lnTo>
                  <a:lnTo>
                    <a:pt x="10230" y="15533"/>
                  </a:lnTo>
                  <a:cubicBezTo>
                    <a:pt x="10386" y="16336"/>
                    <a:pt x="11087" y="16908"/>
                    <a:pt x="11888" y="16908"/>
                  </a:cubicBezTo>
                  <a:cubicBezTo>
                    <a:pt x="11940" y="16908"/>
                    <a:pt x="11993" y="16905"/>
                    <a:pt x="12046" y="16900"/>
                  </a:cubicBezTo>
                  <a:cubicBezTo>
                    <a:pt x="12913" y="16822"/>
                    <a:pt x="13582" y="16099"/>
                    <a:pt x="13588" y="15229"/>
                  </a:cubicBezTo>
                  <a:lnTo>
                    <a:pt x="13588" y="1679"/>
                  </a:lnTo>
                  <a:cubicBezTo>
                    <a:pt x="13579" y="808"/>
                    <a:pt x="12913" y="86"/>
                    <a:pt x="12046" y="7"/>
                  </a:cubicBezTo>
                  <a:cubicBezTo>
                    <a:pt x="11994" y="3"/>
                    <a:pt x="11943" y="0"/>
                    <a:pt x="11892"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377" name="Google Shape;7377;p68"/>
          <p:cNvGrpSpPr/>
          <p:nvPr/>
        </p:nvGrpSpPr>
        <p:grpSpPr>
          <a:xfrm>
            <a:off x="3342257" y="4167861"/>
            <a:ext cx="452337" cy="452337"/>
            <a:chOff x="3271200" y="1435075"/>
            <a:chExt cx="481825" cy="481825"/>
          </a:xfrm>
        </p:grpSpPr>
        <p:sp>
          <p:nvSpPr>
            <p:cNvPr id="7378" name="Google Shape;7378;p68"/>
            <p:cNvSpPr/>
            <p:nvPr/>
          </p:nvSpPr>
          <p:spPr>
            <a:xfrm>
              <a:off x="3271200" y="1435075"/>
              <a:ext cx="481825" cy="481825"/>
            </a:xfrm>
            <a:custGeom>
              <a:avLst/>
              <a:gdLst/>
              <a:ahLst/>
              <a:cxnLst/>
              <a:rect l="l" t="t" r="r" b="b"/>
              <a:pathLst>
                <a:path w="19273" h="19273" extrusionOk="0">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79" name="Google Shape;7379;p68"/>
            <p:cNvSpPr/>
            <p:nvPr/>
          </p:nvSpPr>
          <p:spPr>
            <a:xfrm>
              <a:off x="3356575" y="1520525"/>
              <a:ext cx="311000" cy="311025"/>
            </a:xfrm>
            <a:custGeom>
              <a:avLst/>
              <a:gdLst/>
              <a:ahLst/>
              <a:cxnLst/>
              <a:rect l="l" t="t" r="r" b="b"/>
              <a:pathLst>
                <a:path w="12440" h="12441" extrusionOk="0">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380" name="Google Shape;7380;p68"/>
          <p:cNvGrpSpPr/>
          <p:nvPr/>
        </p:nvGrpSpPr>
        <p:grpSpPr>
          <a:xfrm>
            <a:off x="3889553" y="4167836"/>
            <a:ext cx="457923" cy="452384"/>
            <a:chOff x="3858100" y="1435075"/>
            <a:chExt cx="487775" cy="481875"/>
          </a:xfrm>
        </p:grpSpPr>
        <p:sp>
          <p:nvSpPr>
            <p:cNvPr id="7381" name="Google Shape;7381;p68"/>
            <p:cNvSpPr/>
            <p:nvPr/>
          </p:nvSpPr>
          <p:spPr>
            <a:xfrm>
              <a:off x="3858100" y="1868750"/>
              <a:ext cx="55575" cy="48200"/>
            </a:xfrm>
            <a:custGeom>
              <a:avLst/>
              <a:gdLst/>
              <a:ahLst/>
              <a:cxnLst/>
              <a:rect l="l" t="t" r="r" b="b"/>
              <a:pathLst>
                <a:path w="2223" h="1928" extrusionOk="0">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82" name="Google Shape;7382;p68"/>
            <p:cNvSpPr/>
            <p:nvPr/>
          </p:nvSpPr>
          <p:spPr>
            <a:xfrm>
              <a:off x="3917950" y="1808500"/>
              <a:ext cx="60350" cy="48525"/>
            </a:xfrm>
            <a:custGeom>
              <a:avLst/>
              <a:gdLst/>
              <a:ahLst/>
              <a:cxnLst/>
              <a:rect l="l" t="t" r="r" b="b"/>
              <a:pathLst>
                <a:path w="2414" h="1941" extrusionOk="0">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83" name="Google Shape;7383;p68"/>
            <p:cNvSpPr/>
            <p:nvPr/>
          </p:nvSpPr>
          <p:spPr>
            <a:xfrm>
              <a:off x="3876450" y="1435075"/>
              <a:ext cx="450375" cy="251250"/>
            </a:xfrm>
            <a:custGeom>
              <a:avLst/>
              <a:gdLst/>
              <a:ahLst/>
              <a:cxnLst/>
              <a:rect l="l" t="t" r="r" b="b"/>
              <a:pathLst>
                <a:path w="18015" h="10050" extrusionOk="0">
                  <a:moveTo>
                    <a:pt x="18014" y="1"/>
                  </a:moveTo>
                  <a:lnTo>
                    <a:pt x="561" y="4762"/>
                  </a:lnTo>
                  <a:cubicBezTo>
                    <a:pt x="121" y="4882"/>
                    <a:pt x="1" y="5448"/>
                    <a:pt x="350" y="5740"/>
                  </a:cubicBezTo>
                  <a:lnTo>
                    <a:pt x="5584" y="10049"/>
                  </a:lnTo>
                  <a:lnTo>
                    <a:pt x="18014"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84" name="Google Shape;7384;p68"/>
            <p:cNvSpPr/>
            <p:nvPr/>
          </p:nvSpPr>
          <p:spPr>
            <a:xfrm>
              <a:off x="4094925" y="1456025"/>
              <a:ext cx="250950" cy="445250"/>
            </a:xfrm>
            <a:custGeom>
              <a:avLst/>
              <a:gdLst/>
              <a:ahLst/>
              <a:cxnLst/>
              <a:rect l="l" t="t" r="r" b="b"/>
              <a:pathLst>
                <a:path w="10038" h="17810" extrusionOk="0">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85" name="Google Shape;7385;p68"/>
            <p:cNvSpPr/>
            <p:nvPr/>
          </p:nvSpPr>
          <p:spPr>
            <a:xfrm>
              <a:off x="3993575" y="1542825"/>
              <a:ext cx="245025" cy="242525"/>
            </a:xfrm>
            <a:custGeom>
              <a:avLst/>
              <a:gdLst/>
              <a:ahLst/>
              <a:cxnLst/>
              <a:rect l="l" t="t" r="r" b="b"/>
              <a:pathLst>
                <a:path w="9801" h="9701" extrusionOk="0">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386" name="Google Shape;7386;p68"/>
          <p:cNvGrpSpPr/>
          <p:nvPr/>
        </p:nvGrpSpPr>
        <p:grpSpPr>
          <a:xfrm>
            <a:off x="4449666" y="4167861"/>
            <a:ext cx="452337" cy="452337"/>
            <a:chOff x="4456875" y="1435075"/>
            <a:chExt cx="481825" cy="481825"/>
          </a:xfrm>
        </p:grpSpPr>
        <p:sp>
          <p:nvSpPr>
            <p:cNvPr id="7387" name="Google Shape;7387;p68"/>
            <p:cNvSpPr/>
            <p:nvPr/>
          </p:nvSpPr>
          <p:spPr>
            <a:xfrm>
              <a:off x="4624975" y="1465275"/>
              <a:ext cx="56650" cy="86000"/>
            </a:xfrm>
            <a:custGeom>
              <a:avLst/>
              <a:gdLst/>
              <a:ahLst/>
              <a:cxnLst/>
              <a:rect l="l" t="t" r="r" b="b"/>
              <a:pathLst>
                <a:path w="2266" h="3440" extrusionOk="0">
                  <a:moveTo>
                    <a:pt x="2265" y="0"/>
                  </a:moveTo>
                  <a:cubicBezTo>
                    <a:pt x="1413" y="283"/>
                    <a:pt x="618" y="1196"/>
                    <a:pt x="1" y="2575"/>
                  </a:cubicBezTo>
                  <a:cubicBezTo>
                    <a:pt x="263" y="2801"/>
                    <a:pt x="449" y="3105"/>
                    <a:pt x="534" y="3439"/>
                  </a:cubicBezTo>
                  <a:cubicBezTo>
                    <a:pt x="1106" y="3364"/>
                    <a:pt x="1672" y="3322"/>
                    <a:pt x="2265" y="3304"/>
                  </a:cubicBezTo>
                  <a:lnTo>
                    <a:pt x="2265"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88" name="Google Shape;7388;p68"/>
            <p:cNvSpPr/>
            <p:nvPr/>
          </p:nvSpPr>
          <p:spPr>
            <a:xfrm>
              <a:off x="4615275" y="1797425"/>
              <a:ext cx="66350" cy="89375"/>
            </a:xfrm>
            <a:custGeom>
              <a:avLst/>
              <a:gdLst/>
              <a:ahLst/>
              <a:cxnLst/>
              <a:rect l="l" t="t" r="r" b="b"/>
              <a:pathLst>
                <a:path w="2654" h="3575" extrusionOk="0">
                  <a:moveTo>
                    <a:pt x="0" y="0"/>
                  </a:moveTo>
                  <a:lnTo>
                    <a:pt x="0" y="0"/>
                  </a:lnTo>
                  <a:cubicBezTo>
                    <a:pt x="618" y="1882"/>
                    <a:pt x="1563" y="3225"/>
                    <a:pt x="2653" y="3574"/>
                  </a:cubicBezTo>
                  <a:lnTo>
                    <a:pt x="2653" y="1316"/>
                  </a:lnTo>
                  <a:cubicBezTo>
                    <a:pt x="2153" y="1135"/>
                    <a:pt x="1768" y="726"/>
                    <a:pt x="1620" y="217"/>
                  </a:cubicBezTo>
                  <a:cubicBezTo>
                    <a:pt x="1057" y="169"/>
                    <a:pt x="518" y="96"/>
                    <a:pt x="0"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89" name="Google Shape;7389;p68"/>
            <p:cNvSpPr/>
            <p:nvPr/>
          </p:nvSpPr>
          <p:spPr>
            <a:xfrm>
              <a:off x="4583125" y="1547250"/>
              <a:ext cx="28250" cy="28250"/>
            </a:xfrm>
            <a:custGeom>
              <a:avLst/>
              <a:gdLst/>
              <a:ahLst/>
              <a:cxnLst/>
              <a:rect l="l" t="t" r="r" b="b"/>
              <a:pathLst>
                <a:path w="1130" h="1130" extrusionOk="0">
                  <a:moveTo>
                    <a:pt x="567" y="1"/>
                  </a:moveTo>
                  <a:cubicBezTo>
                    <a:pt x="253" y="1"/>
                    <a:pt x="1" y="254"/>
                    <a:pt x="1" y="567"/>
                  </a:cubicBezTo>
                  <a:cubicBezTo>
                    <a:pt x="1" y="880"/>
                    <a:pt x="253" y="1130"/>
                    <a:pt x="567" y="1130"/>
                  </a:cubicBezTo>
                  <a:cubicBezTo>
                    <a:pt x="880" y="1130"/>
                    <a:pt x="1130" y="880"/>
                    <a:pt x="1130" y="567"/>
                  </a:cubicBezTo>
                  <a:cubicBezTo>
                    <a:pt x="1130" y="254"/>
                    <a:pt x="880" y="1"/>
                    <a:pt x="567"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90" name="Google Shape;7390;p68"/>
            <p:cNvSpPr/>
            <p:nvPr/>
          </p:nvSpPr>
          <p:spPr>
            <a:xfrm>
              <a:off x="4597950" y="1576075"/>
              <a:ext cx="83675" cy="87525"/>
            </a:xfrm>
            <a:custGeom>
              <a:avLst/>
              <a:gdLst/>
              <a:ahLst/>
              <a:cxnLst/>
              <a:rect l="l" t="t" r="r" b="b"/>
              <a:pathLst>
                <a:path w="3347" h="3501" extrusionOk="0">
                  <a:moveTo>
                    <a:pt x="3346" y="1"/>
                  </a:moveTo>
                  <a:cubicBezTo>
                    <a:pt x="2723" y="19"/>
                    <a:pt x="2103" y="73"/>
                    <a:pt x="1485" y="161"/>
                  </a:cubicBezTo>
                  <a:cubicBezTo>
                    <a:pt x="1241" y="654"/>
                    <a:pt x="772" y="998"/>
                    <a:pt x="230" y="1082"/>
                  </a:cubicBezTo>
                  <a:cubicBezTo>
                    <a:pt x="100" y="1817"/>
                    <a:pt x="25" y="2714"/>
                    <a:pt x="1" y="3500"/>
                  </a:cubicBezTo>
                  <a:lnTo>
                    <a:pt x="3346" y="3500"/>
                  </a:lnTo>
                  <a:lnTo>
                    <a:pt x="3346"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91" name="Google Shape;7391;p68"/>
            <p:cNvSpPr/>
            <p:nvPr/>
          </p:nvSpPr>
          <p:spPr>
            <a:xfrm>
              <a:off x="4597650" y="1692175"/>
              <a:ext cx="83975" cy="82450"/>
            </a:xfrm>
            <a:custGeom>
              <a:avLst/>
              <a:gdLst/>
              <a:ahLst/>
              <a:cxnLst/>
              <a:rect l="l" t="t" r="r" b="b"/>
              <a:pathLst>
                <a:path w="3359" h="3298" extrusionOk="0">
                  <a:moveTo>
                    <a:pt x="1" y="0"/>
                  </a:moveTo>
                  <a:cubicBezTo>
                    <a:pt x="31" y="1003"/>
                    <a:pt x="154" y="2006"/>
                    <a:pt x="371" y="2987"/>
                  </a:cubicBezTo>
                  <a:cubicBezTo>
                    <a:pt x="1031" y="3135"/>
                    <a:pt x="1699" y="3237"/>
                    <a:pt x="2371" y="3298"/>
                  </a:cubicBezTo>
                  <a:cubicBezTo>
                    <a:pt x="2548" y="2855"/>
                    <a:pt x="2910" y="2509"/>
                    <a:pt x="3358" y="2346"/>
                  </a:cubicBezTo>
                  <a:lnTo>
                    <a:pt x="3358"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92" name="Google Shape;7392;p68"/>
            <p:cNvSpPr/>
            <p:nvPr/>
          </p:nvSpPr>
          <p:spPr>
            <a:xfrm>
              <a:off x="4798050" y="1663575"/>
              <a:ext cx="28475" cy="28250"/>
            </a:xfrm>
            <a:custGeom>
              <a:avLst/>
              <a:gdLst/>
              <a:ahLst/>
              <a:cxnLst/>
              <a:rect l="l" t="t" r="r" b="b"/>
              <a:pathLst>
                <a:path w="1139" h="1130" extrusionOk="0">
                  <a:moveTo>
                    <a:pt x="564" y="0"/>
                  </a:moveTo>
                  <a:cubicBezTo>
                    <a:pt x="254" y="0"/>
                    <a:pt x="1" y="253"/>
                    <a:pt x="1" y="566"/>
                  </a:cubicBezTo>
                  <a:cubicBezTo>
                    <a:pt x="4" y="876"/>
                    <a:pt x="257" y="1129"/>
                    <a:pt x="567" y="1129"/>
                  </a:cubicBezTo>
                  <a:lnTo>
                    <a:pt x="573" y="1129"/>
                  </a:lnTo>
                  <a:cubicBezTo>
                    <a:pt x="886" y="1129"/>
                    <a:pt x="1139" y="876"/>
                    <a:pt x="1139" y="563"/>
                  </a:cubicBezTo>
                  <a:cubicBezTo>
                    <a:pt x="1139" y="253"/>
                    <a:pt x="886" y="0"/>
                    <a:pt x="573"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93" name="Google Shape;7393;p68"/>
            <p:cNvSpPr/>
            <p:nvPr/>
          </p:nvSpPr>
          <p:spPr>
            <a:xfrm>
              <a:off x="4710200" y="1435075"/>
              <a:ext cx="228500" cy="228525"/>
            </a:xfrm>
            <a:custGeom>
              <a:avLst/>
              <a:gdLst/>
              <a:ahLst/>
              <a:cxnLst/>
              <a:rect l="l" t="t" r="r" b="b"/>
              <a:pathLst>
                <a:path w="9140" h="9141" extrusionOk="0">
                  <a:moveTo>
                    <a:pt x="1" y="1"/>
                  </a:moveTo>
                  <a:lnTo>
                    <a:pt x="1" y="34"/>
                  </a:lnTo>
                  <a:cubicBezTo>
                    <a:pt x="1729" y="377"/>
                    <a:pt x="3313" y="2283"/>
                    <a:pt x="4075" y="5069"/>
                  </a:cubicBezTo>
                  <a:cubicBezTo>
                    <a:pt x="6833" y="5828"/>
                    <a:pt x="8763" y="7406"/>
                    <a:pt x="9107" y="9140"/>
                  </a:cubicBezTo>
                  <a:lnTo>
                    <a:pt x="9140" y="9140"/>
                  </a:lnTo>
                  <a:cubicBezTo>
                    <a:pt x="8854" y="4298"/>
                    <a:pt x="4843" y="284"/>
                    <a:pt x="1"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94" name="Google Shape;7394;p68"/>
            <p:cNvSpPr/>
            <p:nvPr/>
          </p:nvSpPr>
          <p:spPr>
            <a:xfrm>
              <a:off x="4819200" y="1593475"/>
              <a:ext cx="89400" cy="70125"/>
            </a:xfrm>
            <a:custGeom>
              <a:avLst/>
              <a:gdLst/>
              <a:ahLst/>
              <a:cxnLst/>
              <a:rect l="l" t="t" r="r" b="b"/>
              <a:pathLst>
                <a:path w="3576" h="2805" extrusionOk="0">
                  <a:moveTo>
                    <a:pt x="1" y="1"/>
                  </a:moveTo>
                  <a:cubicBezTo>
                    <a:pt x="94" y="519"/>
                    <a:pt x="166" y="1061"/>
                    <a:pt x="215" y="1621"/>
                  </a:cubicBezTo>
                  <a:cubicBezTo>
                    <a:pt x="727" y="1777"/>
                    <a:pt x="1136" y="2301"/>
                    <a:pt x="1317" y="2804"/>
                  </a:cubicBezTo>
                  <a:lnTo>
                    <a:pt x="3575" y="2804"/>
                  </a:lnTo>
                  <a:cubicBezTo>
                    <a:pt x="3223" y="1711"/>
                    <a:pt x="1883" y="621"/>
                    <a:pt x="1"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95" name="Google Shape;7395;p68"/>
            <p:cNvSpPr/>
            <p:nvPr/>
          </p:nvSpPr>
          <p:spPr>
            <a:xfrm>
              <a:off x="4819200" y="1692175"/>
              <a:ext cx="89475" cy="66275"/>
            </a:xfrm>
            <a:custGeom>
              <a:avLst/>
              <a:gdLst/>
              <a:ahLst/>
              <a:cxnLst/>
              <a:rect l="l" t="t" r="r" b="b"/>
              <a:pathLst>
                <a:path w="3579" h="2651" extrusionOk="0">
                  <a:moveTo>
                    <a:pt x="1317" y="0"/>
                  </a:moveTo>
                  <a:cubicBezTo>
                    <a:pt x="1133" y="500"/>
                    <a:pt x="727" y="883"/>
                    <a:pt x="215" y="1033"/>
                  </a:cubicBezTo>
                  <a:cubicBezTo>
                    <a:pt x="166" y="1593"/>
                    <a:pt x="94" y="2132"/>
                    <a:pt x="1" y="2650"/>
                  </a:cubicBezTo>
                  <a:cubicBezTo>
                    <a:pt x="1889" y="2030"/>
                    <a:pt x="3223" y="1078"/>
                    <a:pt x="3578"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96" name="Google Shape;7396;p68"/>
            <p:cNvSpPr/>
            <p:nvPr/>
          </p:nvSpPr>
          <p:spPr>
            <a:xfrm>
              <a:off x="4456875" y="1691800"/>
              <a:ext cx="225125" cy="225100"/>
            </a:xfrm>
            <a:custGeom>
              <a:avLst/>
              <a:gdLst/>
              <a:ahLst/>
              <a:cxnLst/>
              <a:rect l="l" t="t" r="r" b="b"/>
              <a:pathLst>
                <a:path w="9005" h="9004" extrusionOk="0">
                  <a:moveTo>
                    <a:pt x="1" y="0"/>
                  </a:moveTo>
                  <a:cubicBezTo>
                    <a:pt x="284" y="4839"/>
                    <a:pt x="4162" y="8721"/>
                    <a:pt x="9004" y="9004"/>
                  </a:cubicBezTo>
                  <a:lnTo>
                    <a:pt x="9004" y="8974"/>
                  </a:lnTo>
                  <a:cubicBezTo>
                    <a:pt x="7273" y="8628"/>
                    <a:pt x="5827" y="6697"/>
                    <a:pt x="5066" y="3942"/>
                  </a:cubicBezTo>
                  <a:cubicBezTo>
                    <a:pt x="2283" y="3180"/>
                    <a:pt x="377" y="1726"/>
                    <a:pt x="31"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97" name="Google Shape;7397;p68"/>
            <p:cNvSpPr/>
            <p:nvPr/>
          </p:nvSpPr>
          <p:spPr>
            <a:xfrm>
              <a:off x="4487000" y="1595125"/>
              <a:ext cx="88925" cy="68475"/>
            </a:xfrm>
            <a:custGeom>
              <a:avLst/>
              <a:gdLst/>
              <a:ahLst/>
              <a:cxnLst/>
              <a:rect l="l" t="t" r="r" b="b"/>
              <a:pathLst>
                <a:path w="3557" h="2739" extrusionOk="0">
                  <a:moveTo>
                    <a:pt x="3397" y="1"/>
                  </a:moveTo>
                  <a:cubicBezTo>
                    <a:pt x="1569" y="636"/>
                    <a:pt x="337" y="1720"/>
                    <a:pt x="0" y="2738"/>
                  </a:cubicBezTo>
                  <a:lnTo>
                    <a:pt x="3313" y="2738"/>
                  </a:lnTo>
                  <a:cubicBezTo>
                    <a:pt x="3337" y="1880"/>
                    <a:pt x="3418" y="913"/>
                    <a:pt x="3556" y="106"/>
                  </a:cubicBezTo>
                  <a:cubicBezTo>
                    <a:pt x="3502" y="73"/>
                    <a:pt x="3448" y="37"/>
                    <a:pt x="3397"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98" name="Google Shape;7398;p68"/>
            <p:cNvSpPr/>
            <p:nvPr/>
          </p:nvSpPr>
          <p:spPr>
            <a:xfrm>
              <a:off x="4486925" y="1692175"/>
              <a:ext cx="89450" cy="66350"/>
            </a:xfrm>
            <a:custGeom>
              <a:avLst/>
              <a:gdLst/>
              <a:ahLst/>
              <a:cxnLst/>
              <a:rect l="l" t="t" r="r" b="b"/>
              <a:pathLst>
                <a:path w="3578" h="2654" extrusionOk="0">
                  <a:moveTo>
                    <a:pt x="0" y="0"/>
                  </a:moveTo>
                  <a:cubicBezTo>
                    <a:pt x="352" y="1078"/>
                    <a:pt x="1689" y="2030"/>
                    <a:pt x="3578" y="2653"/>
                  </a:cubicBezTo>
                  <a:cubicBezTo>
                    <a:pt x="3418" y="1777"/>
                    <a:pt x="3325" y="889"/>
                    <a:pt x="3300"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399" name="Google Shape;7399;p68"/>
            <p:cNvSpPr/>
            <p:nvPr/>
          </p:nvSpPr>
          <p:spPr>
            <a:xfrm>
              <a:off x="4456875" y="1435075"/>
              <a:ext cx="225125" cy="228525"/>
            </a:xfrm>
            <a:custGeom>
              <a:avLst/>
              <a:gdLst/>
              <a:ahLst/>
              <a:cxnLst/>
              <a:rect l="l" t="t" r="r" b="b"/>
              <a:pathLst>
                <a:path w="9005" h="9141" extrusionOk="0">
                  <a:moveTo>
                    <a:pt x="9004" y="1"/>
                  </a:moveTo>
                  <a:cubicBezTo>
                    <a:pt x="4162" y="284"/>
                    <a:pt x="284" y="4298"/>
                    <a:pt x="1" y="9140"/>
                  </a:cubicBezTo>
                  <a:lnTo>
                    <a:pt x="37" y="9140"/>
                  </a:lnTo>
                  <a:cubicBezTo>
                    <a:pt x="329" y="7686"/>
                    <a:pt x="1747" y="6267"/>
                    <a:pt x="3969" y="5433"/>
                  </a:cubicBezTo>
                  <a:cubicBezTo>
                    <a:pt x="3715" y="4375"/>
                    <a:pt x="4516" y="3361"/>
                    <a:pt x="5602" y="3361"/>
                  </a:cubicBezTo>
                  <a:cubicBezTo>
                    <a:pt x="5607" y="3361"/>
                    <a:pt x="5612" y="3361"/>
                    <a:pt x="5617" y="3361"/>
                  </a:cubicBezTo>
                  <a:cubicBezTo>
                    <a:pt x="5638" y="3361"/>
                    <a:pt x="5656" y="3364"/>
                    <a:pt x="5677" y="3367"/>
                  </a:cubicBezTo>
                  <a:cubicBezTo>
                    <a:pt x="6511" y="1476"/>
                    <a:pt x="7688" y="293"/>
                    <a:pt x="9004" y="31"/>
                  </a:cubicBezTo>
                  <a:lnTo>
                    <a:pt x="9004"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00" name="Google Shape;7400;p68"/>
            <p:cNvSpPr/>
            <p:nvPr/>
          </p:nvSpPr>
          <p:spPr>
            <a:xfrm>
              <a:off x="4710200" y="1691800"/>
              <a:ext cx="228500" cy="225100"/>
            </a:xfrm>
            <a:custGeom>
              <a:avLst/>
              <a:gdLst/>
              <a:ahLst/>
              <a:cxnLst/>
              <a:rect l="l" t="t" r="r" b="b"/>
              <a:pathLst>
                <a:path w="9140" h="9004" extrusionOk="0">
                  <a:moveTo>
                    <a:pt x="9107" y="0"/>
                  </a:moveTo>
                  <a:cubicBezTo>
                    <a:pt x="8760" y="1726"/>
                    <a:pt x="6857" y="3177"/>
                    <a:pt x="4075" y="3942"/>
                  </a:cubicBezTo>
                  <a:cubicBezTo>
                    <a:pt x="3313" y="6721"/>
                    <a:pt x="1729" y="8628"/>
                    <a:pt x="1" y="8971"/>
                  </a:cubicBezTo>
                  <a:lnTo>
                    <a:pt x="1" y="9004"/>
                  </a:lnTo>
                  <a:cubicBezTo>
                    <a:pt x="4843" y="8721"/>
                    <a:pt x="8854" y="4839"/>
                    <a:pt x="9140"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01" name="Google Shape;7401;p68"/>
            <p:cNvSpPr/>
            <p:nvPr/>
          </p:nvSpPr>
          <p:spPr>
            <a:xfrm>
              <a:off x="4710200" y="1465200"/>
              <a:ext cx="70025" cy="89375"/>
            </a:xfrm>
            <a:custGeom>
              <a:avLst/>
              <a:gdLst/>
              <a:ahLst/>
              <a:cxnLst/>
              <a:rect l="l" t="t" r="r" b="b"/>
              <a:pathLst>
                <a:path w="2801" h="3575" extrusionOk="0">
                  <a:moveTo>
                    <a:pt x="1" y="0"/>
                  </a:moveTo>
                  <a:lnTo>
                    <a:pt x="1" y="3298"/>
                  </a:lnTo>
                  <a:cubicBezTo>
                    <a:pt x="937" y="3328"/>
                    <a:pt x="1961" y="3421"/>
                    <a:pt x="2801" y="3575"/>
                  </a:cubicBezTo>
                  <a:cubicBezTo>
                    <a:pt x="2181" y="1687"/>
                    <a:pt x="1082" y="350"/>
                    <a:pt x="1"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02" name="Google Shape;7402;p68"/>
            <p:cNvSpPr/>
            <p:nvPr/>
          </p:nvSpPr>
          <p:spPr>
            <a:xfrm>
              <a:off x="4710200" y="1575850"/>
              <a:ext cx="86150" cy="87750"/>
            </a:xfrm>
            <a:custGeom>
              <a:avLst/>
              <a:gdLst/>
              <a:ahLst/>
              <a:cxnLst/>
              <a:rect l="l" t="t" r="r" b="b"/>
              <a:pathLst>
                <a:path w="3446" h="3510" extrusionOk="0">
                  <a:moveTo>
                    <a:pt x="1" y="1"/>
                  </a:moveTo>
                  <a:lnTo>
                    <a:pt x="1" y="3509"/>
                  </a:lnTo>
                  <a:lnTo>
                    <a:pt x="2494" y="3509"/>
                  </a:lnTo>
                  <a:cubicBezTo>
                    <a:pt x="2656" y="3054"/>
                    <a:pt x="3003" y="2554"/>
                    <a:pt x="3445" y="2374"/>
                  </a:cubicBezTo>
                  <a:cubicBezTo>
                    <a:pt x="3385" y="1702"/>
                    <a:pt x="3283" y="1034"/>
                    <a:pt x="3135" y="374"/>
                  </a:cubicBezTo>
                  <a:cubicBezTo>
                    <a:pt x="2208" y="167"/>
                    <a:pt x="1063" y="37"/>
                    <a:pt x="1"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03" name="Google Shape;7403;p68"/>
            <p:cNvSpPr/>
            <p:nvPr/>
          </p:nvSpPr>
          <p:spPr>
            <a:xfrm>
              <a:off x="4710200" y="1797500"/>
              <a:ext cx="70025" cy="89375"/>
            </a:xfrm>
            <a:custGeom>
              <a:avLst/>
              <a:gdLst/>
              <a:ahLst/>
              <a:cxnLst/>
              <a:rect l="l" t="t" r="r" b="b"/>
              <a:pathLst>
                <a:path w="2801" h="3575" extrusionOk="0">
                  <a:moveTo>
                    <a:pt x="2801" y="0"/>
                  </a:moveTo>
                  <a:lnTo>
                    <a:pt x="2801" y="0"/>
                  </a:lnTo>
                  <a:cubicBezTo>
                    <a:pt x="2283" y="93"/>
                    <a:pt x="1609" y="166"/>
                    <a:pt x="1048" y="214"/>
                  </a:cubicBezTo>
                  <a:cubicBezTo>
                    <a:pt x="892" y="726"/>
                    <a:pt x="503" y="1135"/>
                    <a:pt x="1" y="1316"/>
                  </a:cubicBezTo>
                  <a:lnTo>
                    <a:pt x="1" y="3574"/>
                  </a:lnTo>
                  <a:cubicBezTo>
                    <a:pt x="1082" y="3222"/>
                    <a:pt x="2181" y="1885"/>
                    <a:pt x="2801"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04" name="Google Shape;7404;p68"/>
            <p:cNvSpPr/>
            <p:nvPr/>
          </p:nvSpPr>
          <p:spPr>
            <a:xfrm>
              <a:off x="4681975" y="1776400"/>
              <a:ext cx="28250" cy="28350"/>
            </a:xfrm>
            <a:custGeom>
              <a:avLst/>
              <a:gdLst/>
              <a:ahLst/>
              <a:cxnLst/>
              <a:rect l="l" t="t" r="r" b="b"/>
              <a:pathLst>
                <a:path w="1130" h="1134" extrusionOk="0">
                  <a:moveTo>
                    <a:pt x="566" y="1"/>
                  </a:moveTo>
                  <a:cubicBezTo>
                    <a:pt x="253" y="1"/>
                    <a:pt x="0" y="251"/>
                    <a:pt x="0" y="564"/>
                  </a:cubicBezTo>
                  <a:lnTo>
                    <a:pt x="0" y="567"/>
                  </a:lnTo>
                  <a:cubicBezTo>
                    <a:pt x="0" y="567"/>
                    <a:pt x="0" y="570"/>
                    <a:pt x="0" y="570"/>
                  </a:cubicBezTo>
                  <a:cubicBezTo>
                    <a:pt x="0" y="880"/>
                    <a:pt x="253" y="1133"/>
                    <a:pt x="566" y="1133"/>
                  </a:cubicBezTo>
                  <a:cubicBezTo>
                    <a:pt x="877" y="1133"/>
                    <a:pt x="1130" y="880"/>
                    <a:pt x="1130" y="570"/>
                  </a:cubicBezTo>
                  <a:cubicBezTo>
                    <a:pt x="1130" y="570"/>
                    <a:pt x="1130" y="567"/>
                    <a:pt x="1130" y="567"/>
                  </a:cubicBezTo>
                  <a:lnTo>
                    <a:pt x="1130" y="564"/>
                  </a:lnTo>
                  <a:cubicBezTo>
                    <a:pt x="1130" y="251"/>
                    <a:pt x="877" y="1"/>
                    <a:pt x="566"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05" name="Google Shape;7405;p68"/>
            <p:cNvSpPr/>
            <p:nvPr/>
          </p:nvSpPr>
          <p:spPr>
            <a:xfrm>
              <a:off x="4710200" y="1692175"/>
              <a:ext cx="86150" cy="82450"/>
            </a:xfrm>
            <a:custGeom>
              <a:avLst/>
              <a:gdLst/>
              <a:ahLst/>
              <a:cxnLst/>
              <a:rect l="l" t="t" r="r" b="b"/>
              <a:pathLst>
                <a:path w="3446" h="3298" extrusionOk="0">
                  <a:moveTo>
                    <a:pt x="1" y="0"/>
                  </a:moveTo>
                  <a:lnTo>
                    <a:pt x="1" y="2346"/>
                  </a:lnTo>
                  <a:cubicBezTo>
                    <a:pt x="455" y="2506"/>
                    <a:pt x="820" y="2852"/>
                    <a:pt x="1003" y="3298"/>
                  </a:cubicBezTo>
                  <a:cubicBezTo>
                    <a:pt x="1702" y="3234"/>
                    <a:pt x="2506" y="3129"/>
                    <a:pt x="3135" y="2987"/>
                  </a:cubicBezTo>
                  <a:cubicBezTo>
                    <a:pt x="3283" y="2328"/>
                    <a:pt x="3385" y="1660"/>
                    <a:pt x="3445" y="985"/>
                  </a:cubicBezTo>
                  <a:cubicBezTo>
                    <a:pt x="3003" y="807"/>
                    <a:pt x="2656" y="449"/>
                    <a:pt x="2494"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406" name="Google Shape;7406;p68"/>
          <p:cNvGrpSpPr/>
          <p:nvPr/>
        </p:nvGrpSpPr>
        <p:grpSpPr>
          <a:xfrm>
            <a:off x="5010986" y="4167849"/>
            <a:ext cx="456773" cy="452361"/>
            <a:chOff x="5049725" y="1435050"/>
            <a:chExt cx="486550" cy="481850"/>
          </a:xfrm>
        </p:grpSpPr>
        <p:sp>
          <p:nvSpPr>
            <p:cNvPr id="7407" name="Google Shape;7407;p68"/>
            <p:cNvSpPr/>
            <p:nvPr/>
          </p:nvSpPr>
          <p:spPr>
            <a:xfrm>
              <a:off x="5136300" y="1519775"/>
              <a:ext cx="310550" cy="310550"/>
            </a:xfrm>
            <a:custGeom>
              <a:avLst/>
              <a:gdLst/>
              <a:ahLst/>
              <a:cxnLst/>
              <a:rect l="l" t="t" r="r" b="b"/>
              <a:pathLst>
                <a:path w="12422" h="12422" extrusionOk="0">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08" name="Google Shape;7408;p68"/>
            <p:cNvSpPr/>
            <p:nvPr/>
          </p:nvSpPr>
          <p:spPr>
            <a:xfrm>
              <a:off x="5184925" y="1576250"/>
              <a:ext cx="205475" cy="197625"/>
            </a:xfrm>
            <a:custGeom>
              <a:avLst/>
              <a:gdLst/>
              <a:ahLst/>
              <a:cxnLst/>
              <a:rect l="l" t="t" r="r" b="b"/>
              <a:pathLst>
                <a:path w="8219" h="7905" extrusionOk="0">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09" name="Google Shape;7409;p68"/>
            <p:cNvSpPr/>
            <p:nvPr/>
          </p:nvSpPr>
          <p:spPr>
            <a:xfrm>
              <a:off x="5049725" y="1435075"/>
              <a:ext cx="481825" cy="481825"/>
            </a:xfrm>
            <a:custGeom>
              <a:avLst/>
              <a:gdLst/>
              <a:ahLst/>
              <a:cxnLst/>
              <a:rect l="l" t="t" r="r" b="b"/>
              <a:pathLst>
                <a:path w="19273" h="19273" extrusionOk="0">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10" name="Google Shape;7410;p68"/>
            <p:cNvSpPr/>
            <p:nvPr/>
          </p:nvSpPr>
          <p:spPr>
            <a:xfrm>
              <a:off x="5245825" y="1435050"/>
              <a:ext cx="290450" cy="282350"/>
            </a:xfrm>
            <a:custGeom>
              <a:avLst/>
              <a:gdLst/>
              <a:ahLst/>
              <a:cxnLst/>
              <a:rect l="l" t="t" r="r" b="b"/>
              <a:pathLst>
                <a:path w="11618" h="11294" extrusionOk="0">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411" name="Google Shape;7411;p68"/>
          <p:cNvGrpSpPr/>
          <p:nvPr/>
        </p:nvGrpSpPr>
        <p:grpSpPr>
          <a:xfrm>
            <a:off x="5565054" y="4167861"/>
            <a:ext cx="452479" cy="452337"/>
            <a:chOff x="5642475" y="1435075"/>
            <a:chExt cx="481975" cy="481825"/>
          </a:xfrm>
        </p:grpSpPr>
        <p:sp>
          <p:nvSpPr>
            <p:cNvPr id="7412" name="Google Shape;7412;p68"/>
            <p:cNvSpPr/>
            <p:nvPr/>
          </p:nvSpPr>
          <p:spPr>
            <a:xfrm>
              <a:off x="5642475" y="1435075"/>
              <a:ext cx="481975" cy="340675"/>
            </a:xfrm>
            <a:custGeom>
              <a:avLst/>
              <a:gdLst/>
              <a:ahLst/>
              <a:cxnLst/>
              <a:rect l="l" t="t" r="r" b="b"/>
              <a:pathLst>
                <a:path w="19279" h="13627" extrusionOk="0">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13" name="Google Shape;7413;p68"/>
            <p:cNvSpPr/>
            <p:nvPr/>
          </p:nvSpPr>
          <p:spPr>
            <a:xfrm>
              <a:off x="5756375" y="1803975"/>
              <a:ext cx="254100" cy="112925"/>
            </a:xfrm>
            <a:custGeom>
              <a:avLst/>
              <a:gdLst/>
              <a:ahLst/>
              <a:cxnLst/>
              <a:rect l="l" t="t" r="r" b="b"/>
              <a:pathLst>
                <a:path w="10164" h="4517" extrusionOk="0">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14" name="Google Shape;7414;p68"/>
            <p:cNvSpPr/>
            <p:nvPr/>
          </p:nvSpPr>
          <p:spPr>
            <a:xfrm>
              <a:off x="5843400" y="1537550"/>
              <a:ext cx="79975" cy="76125"/>
            </a:xfrm>
            <a:custGeom>
              <a:avLst/>
              <a:gdLst/>
              <a:ahLst/>
              <a:cxnLst/>
              <a:rect l="l" t="t" r="r" b="b"/>
              <a:pathLst>
                <a:path w="3199" h="3045" extrusionOk="0">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415" name="Google Shape;7415;p68"/>
          <p:cNvGrpSpPr/>
          <p:nvPr/>
        </p:nvGrpSpPr>
        <p:grpSpPr>
          <a:xfrm>
            <a:off x="6117702" y="4167849"/>
            <a:ext cx="458345" cy="452361"/>
            <a:chOff x="6232000" y="1435050"/>
            <a:chExt cx="488225" cy="481850"/>
          </a:xfrm>
        </p:grpSpPr>
        <p:sp>
          <p:nvSpPr>
            <p:cNvPr id="7416" name="Google Shape;7416;p68"/>
            <p:cNvSpPr/>
            <p:nvPr/>
          </p:nvSpPr>
          <p:spPr>
            <a:xfrm>
              <a:off x="6578000" y="1463375"/>
              <a:ext cx="83150" cy="78250"/>
            </a:xfrm>
            <a:custGeom>
              <a:avLst/>
              <a:gdLst/>
              <a:ahLst/>
              <a:cxnLst/>
              <a:rect l="l" t="t" r="r" b="b"/>
              <a:pathLst>
                <a:path w="3326" h="3130" extrusionOk="0">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17" name="Google Shape;7417;p68"/>
            <p:cNvSpPr/>
            <p:nvPr/>
          </p:nvSpPr>
          <p:spPr>
            <a:xfrm>
              <a:off x="6421725" y="1773850"/>
              <a:ext cx="112950" cy="143050"/>
            </a:xfrm>
            <a:custGeom>
              <a:avLst/>
              <a:gdLst/>
              <a:ahLst/>
              <a:cxnLst/>
              <a:rect l="l" t="t" r="r" b="b"/>
              <a:pathLst>
                <a:path w="4518" h="5722" extrusionOk="0">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18" name="Google Shape;7418;p68"/>
            <p:cNvSpPr/>
            <p:nvPr/>
          </p:nvSpPr>
          <p:spPr>
            <a:xfrm>
              <a:off x="6448975" y="1632700"/>
              <a:ext cx="56475" cy="56475"/>
            </a:xfrm>
            <a:custGeom>
              <a:avLst/>
              <a:gdLst/>
              <a:ahLst/>
              <a:cxnLst/>
              <a:rect l="l" t="t" r="r" b="b"/>
              <a:pathLst>
                <a:path w="2259" h="2259" extrusionOk="0">
                  <a:moveTo>
                    <a:pt x="0" y="0"/>
                  </a:moveTo>
                  <a:lnTo>
                    <a:pt x="0" y="2259"/>
                  </a:lnTo>
                  <a:lnTo>
                    <a:pt x="2259" y="2259"/>
                  </a:lnTo>
                  <a:lnTo>
                    <a:pt x="2259"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19" name="Google Shape;7419;p68"/>
            <p:cNvSpPr/>
            <p:nvPr/>
          </p:nvSpPr>
          <p:spPr>
            <a:xfrm>
              <a:off x="6232000" y="1435050"/>
              <a:ext cx="488225" cy="237825"/>
            </a:xfrm>
            <a:custGeom>
              <a:avLst/>
              <a:gdLst/>
              <a:ahLst/>
              <a:cxnLst/>
              <a:rect l="l" t="t" r="r" b="b"/>
              <a:pathLst>
                <a:path w="19529" h="9513" extrusionOk="0">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20" name="Google Shape;7420;p68"/>
            <p:cNvSpPr/>
            <p:nvPr/>
          </p:nvSpPr>
          <p:spPr>
            <a:xfrm>
              <a:off x="6291025" y="1537700"/>
              <a:ext cx="369800" cy="379200"/>
            </a:xfrm>
            <a:custGeom>
              <a:avLst/>
              <a:gdLst/>
              <a:ahLst/>
              <a:cxnLst/>
              <a:rect l="l" t="t" r="r" b="b"/>
              <a:pathLst>
                <a:path w="14792" h="15168" extrusionOk="0">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421" name="Google Shape;7421;p68"/>
          <p:cNvGrpSpPr/>
          <p:nvPr/>
        </p:nvGrpSpPr>
        <p:grpSpPr>
          <a:xfrm>
            <a:off x="1132017" y="4719394"/>
            <a:ext cx="399905" cy="450389"/>
            <a:chOff x="924450" y="2028975"/>
            <a:chExt cx="425975" cy="479750"/>
          </a:xfrm>
        </p:grpSpPr>
        <p:sp>
          <p:nvSpPr>
            <p:cNvPr id="7422" name="Google Shape;7422;p68"/>
            <p:cNvSpPr/>
            <p:nvPr/>
          </p:nvSpPr>
          <p:spPr>
            <a:xfrm>
              <a:off x="1035500" y="2028975"/>
              <a:ext cx="314925" cy="153075"/>
            </a:xfrm>
            <a:custGeom>
              <a:avLst/>
              <a:gdLst/>
              <a:ahLst/>
              <a:cxnLst/>
              <a:rect l="l" t="t" r="r" b="b"/>
              <a:pathLst>
                <a:path w="12597" h="6123" extrusionOk="0">
                  <a:moveTo>
                    <a:pt x="12036" y="0"/>
                  </a:moveTo>
                  <a:cubicBezTo>
                    <a:pt x="11993" y="0"/>
                    <a:pt x="11948" y="5"/>
                    <a:pt x="11904" y="16"/>
                  </a:cubicBezTo>
                  <a:lnTo>
                    <a:pt x="437" y="2696"/>
                  </a:lnTo>
                  <a:cubicBezTo>
                    <a:pt x="181" y="2753"/>
                    <a:pt x="0" y="2982"/>
                    <a:pt x="0" y="3244"/>
                  </a:cubicBezTo>
                  <a:lnTo>
                    <a:pt x="0" y="6123"/>
                  </a:lnTo>
                  <a:lnTo>
                    <a:pt x="12596" y="3181"/>
                  </a:lnTo>
                  <a:lnTo>
                    <a:pt x="12596" y="564"/>
                  </a:lnTo>
                  <a:cubicBezTo>
                    <a:pt x="12596" y="245"/>
                    <a:pt x="12338" y="0"/>
                    <a:pt x="12036"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23" name="Google Shape;7423;p68"/>
            <p:cNvSpPr/>
            <p:nvPr/>
          </p:nvSpPr>
          <p:spPr>
            <a:xfrm>
              <a:off x="1212475" y="2137450"/>
              <a:ext cx="137950" cy="304275"/>
            </a:xfrm>
            <a:custGeom>
              <a:avLst/>
              <a:gdLst/>
              <a:ahLst/>
              <a:cxnLst/>
              <a:rect l="l" t="t" r="r" b="b"/>
              <a:pathLst>
                <a:path w="5518" h="12171" extrusionOk="0">
                  <a:moveTo>
                    <a:pt x="5517" y="1"/>
                  </a:moveTo>
                  <a:lnTo>
                    <a:pt x="4388" y="266"/>
                  </a:lnTo>
                  <a:lnTo>
                    <a:pt x="4388" y="7345"/>
                  </a:lnTo>
                  <a:cubicBezTo>
                    <a:pt x="3943" y="7029"/>
                    <a:pt x="3410" y="6861"/>
                    <a:pt x="2865" y="6861"/>
                  </a:cubicBezTo>
                  <a:cubicBezTo>
                    <a:pt x="1790" y="6861"/>
                    <a:pt x="823" y="7508"/>
                    <a:pt x="410" y="8499"/>
                  </a:cubicBezTo>
                  <a:cubicBezTo>
                    <a:pt x="1" y="9492"/>
                    <a:pt x="227" y="10634"/>
                    <a:pt x="986" y="11392"/>
                  </a:cubicBezTo>
                  <a:cubicBezTo>
                    <a:pt x="1495" y="11900"/>
                    <a:pt x="2174" y="12170"/>
                    <a:pt x="2865" y="12170"/>
                  </a:cubicBezTo>
                  <a:cubicBezTo>
                    <a:pt x="3207" y="12170"/>
                    <a:pt x="3551" y="12104"/>
                    <a:pt x="3879" y="11968"/>
                  </a:cubicBezTo>
                  <a:cubicBezTo>
                    <a:pt x="4873" y="11558"/>
                    <a:pt x="5517" y="10588"/>
                    <a:pt x="5517" y="9516"/>
                  </a:cubicBezTo>
                  <a:lnTo>
                    <a:pt x="5517"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24" name="Google Shape;7424;p68"/>
            <p:cNvSpPr/>
            <p:nvPr/>
          </p:nvSpPr>
          <p:spPr>
            <a:xfrm>
              <a:off x="924450" y="2204450"/>
              <a:ext cx="139300" cy="304275"/>
            </a:xfrm>
            <a:custGeom>
              <a:avLst/>
              <a:gdLst/>
              <a:ahLst/>
              <a:cxnLst/>
              <a:rect l="l" t="t" r="r" b="b"/>
              <a:pathLst>
                <a:path w="5572" h="12171" extrusionOk="0">
                  <a:moveTo>
                    <a:pt x="5572" y="1"/>
                  </a:moveTo>
                  <a:lnTo>
                    <a:pt x="4442" y="263"/>
                  </a:lnTo>
                  <a:lnTo>
                    <a:pt x="4442" y="7345"/>
                  </a:lnTo>
                  <a:cubicBezTo>
                    <a:pt x="3982" y="7023"/>
                    <a:pt x="3449" y="6864"/>
                    <a:pt x="2917" y="6864"/>
                  </a:cubicBezTo>
                  <a:cubicBezTo>
                    <a:pt x="2291" y="6864"/>
                    <a:pt x="1668" y="7085"/>
                    <a:pt x="1169" y="7520"/>
                  </a:cubicBezTo>
                  <a:cubicBezTo>
                    <a:pt x="251" y="8327"/>
                    <a:pt x="1" y="9655"/>
                    <a:pt x="564" y="10742"/>
                  </a:cubicBezTo>
                  <a:cubicBezTo>
                    <a:pt x="1030" y="11634"/>
                    <a:pt x="1946" y="12171"/>
                    <a:pt x="2916" y="12171"/>
                  </a:cubicBezTo>
                  <a:cubicBezTo>
                    <a:pt x="3126" y="12171"/>
                    <a:pt x="3338" y="12146"/>
                    <a:pt x="3548" y="12094"/>
                  </a:cubicBezTo>
                  <a:cubicBezTo>
                    <a:pt x="4738" y="11802"/>
                    <a:pt x="5572" y="10739"/>
                    <a:pt x="5572" y="9516"/>
                  </a:cubicBezTo>
                  <a:lnTo>
                    <a:pt x="5572"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425" name="Google Shape;7425;p68"/>
          <p:cNvGrpSpPr/>
          <p:nvPr/>
        </p:nvGrpSpPr>
        <p:grpSpPr>
          <a:xfrm>
            <a:off x="2215345" y="4745796"/>
            <a:ext cx="452408" cy="397581"/>
            <a:chOff x="2085450" y="2057100"/>
            <a:chExt cx="481900" cy="423500"/>
          </a:xfrm>
        </p:grpSpPr>
        <p:sp>
          <p:nvSpPr>
            <p:cNvPr id="7426" name="Google Shape;7426;p68"/>
            <p:cNvSpPr/>
            <p:nvPr/>
          </p:nvSpPr>
          <p:spPr>
            <a:xfrm>
              <a:off x="2085450" y="2061650"/>
              <a:ext cx="141250" cy="418950"/>
            </a:xfrm>
            <a:custGeom>
              <a:avLst/>
              <a:gdLst/>
              <a:ahLst/>
              <a:cxnLst/>
              <a:rect l="l" t="t" r="r" b="b"/>
              <a:pathLst>
                <a:path w="5650" h="16758" extrusionOk="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27" name="Google Shape;7427;p68"/>
            <p:cNvSpPr/>
            <p:nvPr/>
          </p:nvSpPr>
          <p:spPr>
            <a:xfrm>
              <a:off x="2254900" y="2061050"/>
              <a:ext cx="143050" cy="415650"/>
            </a:xfrm>
            <a:custGeom>
              <a:avLst/>
              <a:gdLst/>
              <a:ahLst/>
              <a:cxnLst/>
              <a:rect l="l" t="t" r="r" b="b"/>
              <a:pathLst>
                <a:path w="5722" h="16626" extrusionOk="0">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28" name="Google Shape;7428;p68"/>
            <p:cNvSpPr/>
            <p:nvPr/>
          </p:nvSpPr>
          <p:spPr>
            <a:xfrm>
              <a:off x="2426175" y="2057100"/>
              <a:ext cx="141175" cy="418925"/>
            </a:xfrm>
            <a:custGeom>
              <a:avLst/>
              <a:gdLst/>
              <a:ahLst/>
              <a:cxnLst/>
              <a:rect l="l" t="t" r="r" b="b"/>
              <a:pathLst>
                <a:path w="5647" h="16757" extrusionOk="0">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429" name="Google Shape;7429;p68"/>
          <p:cNvGrpSpPr/>
          <p:nvPr/>
        </p:nvGrpSpPr>
        <p:grpSpPr>
          <a:xfrm>
            <a:off x="2785923" y="4776790"/>
            <a:ext cx="452408" cy="335597"/>
            <a:chOff x="2678275" y="2090100"/>
            <a:chExt cx="481900" cy="357475"/>
          </a:xfrm>
        </p:grpSpPr>
        <p:sp>
          <p:nvSpPr>
            <p:cNvPr id="7430" name="Google Shape;7430;p68"/>
            <p:cNvSpPr/>
            <p:nvPr/>
          </p:nvSpPr>
          <p:spPr>
            <a:xfrm>
              <a:off x="2899450" y="2249100"/>
              <a:ext cx="39550" cy="39550"/>
            </a:xfrm>
            <a:custGeom>
              <a:avLst/>
              <a:gdLst/>
              <a:ahLst/>
              <a:cxnLst/>
              <a:rect l="l" t="t" r="r" b="b"/>
              <a:pathLst>
                <a:path w="1582" h="1582" extrusionOk="0">
                  <a:moveTo>
                    <a:pt x="793" y="1"/>
                  </a:moveTo>
                  <a:cubicBezTo>
                    <a:pt x="356" y="1"/>
                    <a:pt x="1" y="353"/>
                    <a:pt x="1" y="790"/>
                  </a:cubicBezTo>
                  <a:cubicBezTo>
                    <a:pt x="1" y="1226"/>
                    <a:pt x="356" y="1581"/>
                    <a:pt x="793" y="1581"/>
                  </a:cubicBezTo>
                  <a:cubicBezTo>
                    <a:pt x="1227" y="1581"/>
                    <a:pt x="1582" y="1226"/>
                    <a:pt x="1582" y="790"/>
                  </a:cubicBezTo>
                  <a:cubicBezTo>
                    <a:pt x="1582" y="353"/>
                    <a:pt x="1227" y="1"/>
                    <a:pt x="793"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31" name="Google Shape;7431;p68"/>
            <p:cNvSpPr/>
            <p:nvPr/>
          </p:nvSpPr>
          <p:spPr>
            <a:xfrm>
              <a:off x="3092400" y="2249100"/>
              <a:ext cx="39550" cy="39550"/>
            </a:xfrm>
            <a:custGeom>
              <a:avLst/>
              <a:gdLst/>
              <a:ahLst/>
              <a:cxnLst/>
              <a:rect l="l" t="t" r="r" b="b"/>
              <a:pathLst>
                <a:path w="1582" h="1582" extrusionOk="0">
                  <a:moveTo>
                    <a:pt x="790" y="1"/>
                  </a:moveTo>
                  <a:cubicBezTo>
                    <a:pt x="353" y="1"/>
                    <a:pt x="1" y="353"/>
                    <a:pt x="1" y="790"/>
                  </a:cubicBezTo>
                  <a:cubicBezTo>
                    <a:pt x="1" y="1226"/>
                    <a:pt x="353" y="1581"/>
                    <a:pt x="790" y="1581"/>
                  </a:cubicBezTo>
                  <a:cubicBezTo>
                    <a:pt x="1226" y="1581"/>
                    <a:pt x="1582" y="1226"/>
                    <a:pt x="1582" y="790"/>
                  </a:cubicBezTo>
                  <a:cubicBezTo>
                    <a:pt x="1582" y="353"/>
                    <a:pt x="1226" y="1"/>
                    <a:pt x="790"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32" name="Google Shape;7432;p68"/>
            <p:cNvSpPr/>
            <p:nvPr/>
          </p:nvSpPr>
          <p:spPr>
            <a:xfrm>
              <a:off x="2678350" y="2389425"/>
              <a:ext cx="481825" cy="58150"/>
            </a:xfrm>
            <a:custGeom>
              <a:avLst/>
              <a:gdLst/>
              <a:ahLst/>
              <a:cxnLst/>
              <a:rect l="l" t="t" r="r" b="b"/>
              <a:pathLst>
                <a:path w="19273" h="2326" extrusionOk="0">
                  <a:moveTo>
                    <a:pt x="1" y="1"/>
                  </a:moveTo>
                  <a:lnTo>
                    <a:pt x="1" y="1759"/>
                  </a:lnTo>
                  <a:cubicBezTo>
                    <a:pt x="1" y="2072"/>
                    <a:pt x="251" y="2325"/>
                    <a:pt x="564" y="2325"/>
                  </a:cubicBezTo>
                  <a:lnTo>
                    <a:pt x="18707" y="2325"/>
                  </a:lnTo>
                  <a:cubicBezTo>
                    <a:pt x="19020" y="2325"/>
                    <a:pt x="19273" y="2072"/>
                    <a:pt x="19273" y="1759"/>
                  </a:cubicBezTo>
                  <a:lnTo>
                    <a:pt x="19273"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33" name="Google Shape;7433;p68"/>
            <p:cNvSpPr/>
            <p:nvPr/>
          </p:nvSpPr>
          <p:spPr>
            <a:xfrm>
              <a:off x="2706600" y="2249100"/>
              <a:ext cx="39550" cy="39550"/>
            </a:xfrm>
            <a:custGeom>
              <a:avLst/>
              <a:gdLst/>
              <a:ahLst/>
              <a:cxnLst/>
              <a:rect l="l" t="t" r="r" b="b"/>
              <a:pathLst>
                <a:path w="1582" h="1582" extrusionOk="0">
                  <a:moveTo>
                    <a:pt x="789" y="1"/>
                  </a:moveTo>
                  <a:cubicBezTo>
                    <a:pt x="352" y="1"/>
                    <a:pt x="0" y="353"/>
                    <a:pt x="0" y="790"/>
                  </a:cubicBezTo>
                  <a:cubicBezTo>
                    <a:pt x="0" y="1226"/>
                    <a:pt x="352" y="1581"/>
                    <a:pt x="789" y="1581"/>
                  </a:cubicBezTo>
                  <a:cubicBezTo>
                    <a:pt x="1226" y="1581"/>
                    <a:pt x="1581" y="1226"/>
                    <a:pt x="1581" y="790"/>
                  </a:cubicBezTo>
                  <a:cubicBezTo>
                    <a:pt x="1581" y="353"/>
                    <a:pt x="1226" y="1"/>
                    <a:pt x="789"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34" name="Google Shape;7434;p68"/>
            <p:cNvSpPr/>
            <p:nvPr/>
          </p:nvSpPr>
          <p:spPr>
            <a:xfrm>
              <a:off x="2678275" y="2090100"/>
              <a:ext cx="481900" cy="271125"/>
            </a:xfrm>
            <a:custGeom>
              <a:avLst/>
              <a:gdLst/>
              <a:ahLst/>
              <a:cxnLst/>
              <a:rect l="l" t="t" r="r" b="b"/>
              <a:pathLst>
                <a:path w="19276" h="10845" extrusionOk="0">
                  <a:moveTo>
                    <a:pt x="9638" y="5229"/>
                  </a:moveTo>
                  <a:cubicBezTo>
                    <a:pt x="9885" y="5229"/>
                    <a:pt x="10134" y="5277"/>
                    <a:pt x="10372" y="5376"/>
                  </a:cubicBezTo>
                  <a:cubicBezTo>
                    <a:pt x="11091" y="5674"/>
                    <a:pt x="11558" y="6373"/>
                    <a:pt x="11558" y="7150"/>
                  </a:cubicBezTo>
                  <a:cubicBezTo>
                    <a:pt x="11558" y="8209"/>
                    <a:pt x="10697" y="9068"/>
                    <a:pt x="9640" y="9071"/>
                  </a:cubicBezTo>
                  <a:cubicBezTo>
                    <a:pt x="8863" y="9071"/>
                    <a:pt x="8161" y="8601"/>
                    <a:pt x="7866" y="7884"/>
                  </a:cubicBezTo>
                  <a:cubicBezTo>
                    <a:pt x="7568" y="7168"/>
                    <a:pt x="7731" y="6343"/>
                    <a:pt x="8282" y="5791"/>
                  </a:cubicBezTo>
                  <a:cubicBezTo>
                    <a:pt x="8648" y="5425"/>
                    <a:pt x="9139" y="5229"/>
                    <a:pt x="9638" y="5229"/>
                  </a:cubicBezTo>
                  <a:close/>
                  <a:moveTo>
                    <a:pt x="571" y="1"/>
                  </a:moveTo>
                  <a:cubicBezTo>
                    <a:pt x="281" y="1"/>
                    <a:pt x="3" y="226"/>
                    <a:pt x="1" y="567"/>
                  </a:cubicBezTo>
                  <a:lnTo>
                    <a:pt x="1" y="7150"/>
                  </a:lnTo>
                  <a:cubicBezTo>
                    <a:pt x="1" y="6373"/>
                    <a:pt x="471" y="5674"/>
                    <a:pt x="1187" y="5376"/>
                  </a:cubicBezTo>
                  <a:cubicBezTo>
                    <a:pt x="1425" y="5277"/>
                    <a:pt x="1674" y="5229"/>
                    <a:pt x="1921" y="5229"/>
                  </a:cubicBezTo>
                  <a:cubicBezTo>
                    <a:pt x="2420" y="5229"/>
                    <a:pt x="2912" y="5425"/>
                    <a:pt x="3280" y="5791"/>
                  </a:cubicBezTo>
                  <a:cubicBezTo>
                    <a:pt x="3828" y="6343"/>
                    <a:pt x="3994" y="7168"/>
                    <a:pt x="3696" y="7884"/>
                  </a:cubicBezTo>
                  <a:cubicBezTo>
                    <a:pt x="3398" y="8601"/>
                    <a:pt x="2699" y="9071"/>
                    <a:pt x="1922" y="9071"/>
                  </a:cubicBezTo>
                  <a:cubicBezTo>
                    <a:pt x="862" y="9068"/>
                    <a:pt x="4" y="8209"/>
                    <a:pt x="1" y="7150"/>
                  </a:cubicBezTo>
                  <a:lnTo>
                    <a:pt x="1" y="10844"/>
                  </a:lnTo>
                  <a:lnTo>
                    <a:pt x="19276" y="10844"/>
                  </a:lnTo>
                  <a:lnTo>
                    <a:pt x="19276" y="7150"/>
                  </a:lnTo>
                  <a:cubicBezTo>
                    <a:pt x="19276" y="7926"/>
                    <a:pt x="18806" y="8625"/>
                    <a:pt x="18089" y="8923"/>
                  </a:cubicBezTo>
                  <a:cubicBezTo>
                    <a:pt x="17852" y="9022"/>
                    <a:pt x="17603" y="9070"/>
                    <a:pt x="17356" y="9070"/>
                  </a:cubicBezTo>
                  <a:cubicBezTo>
                    <a:pt x="16857" y="9070"/>
                    <a:pt x="16365" y="8874"/>
                    <a:pt x="15997" y="8508"/>
                  </a:cubicBezTo>
                  <a:cubicBezTo>
                    <a:pt x="15449" y="7957"/>
                    <a:pt x="15283" y="7131"/>
                    <a:pt x="15581" y="6415"/>
                  </a:cubicBezTo>
                  <a:cubicBezTo>
                    <a:pt x="15879" y="5698"/>
                    <a:pt x="16578" y="5231"/>
                    <a:pt x="17355" y="5231"/>
                  </a:cubicBezTo>
                  <a:cubicBezTo>
                    <a:pt x="18415" y="5231"/>
                    <a:pt x="19273" y="6090"/>
                    <a:pt x="19276" y="7150"/>
                  </a:cubicBezTo>
                  <a:lnTo>
                    <a:pt x="19276" y="567"/>
                  </a:lnTo>
                  <a:cubicBezTo>
                    <a:pt x="19276" y="341"/>
                    <a:pt x="19137" y="133"/>
                    <a:pt x="18927" y="46"/>
                  </a:cubicBezTo>
                  <a:cubicBezTo>
                    <a:pt x="18857" y="17"/>
                    <a:pt x="18783" y="2"/>
                    <a:pt x="18709" y="2"/>
                  </a:cubicBezTo>
                  <a:cubicBezTo>
                    <a:pt x="18564" y="2"/>
                    <a:pt x="18420" y="58"/>
                    <a:pt x="18312" y="166"/>
                  </a:cubicBezTo>
                  <a:lnTo>
                    <a:pt x="14783" y="3641"/>
                  </a:lnTo>
                  <a:lnTo>
                    <a:pt x="9971" y="112"/>
                  </a:lnTo>
                  <a:cubicBezTo>
                    <a:pt x="9871" y="38"/>
                    <a:pt x="9754" y="1"/>
                    <a:pt x="9636" y="1"/>
                  </a:cubicBezTo>
                  <a:cubicBezTo>
                    <a:pt x="9517" y="1"/>
                    <a:pt x="9397" y="39"/>
                    <a:pt x="9297" y="115"/>
                  </a:cubicBezTo>
                  <a:lnTo>
                    <a:pt x="4656" y="3641"/>
                  </a:lnTo>
                  <a:lnTo>
                    <a:pt x="952" y="154"/>
                  </a:lnTo>
                  <a:cubicBezTo>
                    <a:pt x="840" y="48"/>
                    <a:pt x="704" y="1"/>
                    <a:pt x="571"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435" name="Google Shape;7435;p68"/>
          <p:cNvGrpSpPr/>
          <p:nvPr/>
        </p:nvGrpSpPr>
        <p:grpSpPr>
          <a:xfrm>
            <a:off x="3422195" y="4793054"/>
            <a:ext cx="292460" cy="303068"/>
            <a:chOff x="3357325" y="2093500"/>
            <a:chExt cx="311525" cy="322825"/>
          </a:xfrm>
        </p:grpSpPr>
        <p:sp>
          <p:nvSpPr>
            <p:cNvPr id="7436" name="Google Shape;7436;p68"/>
            <p:cNvSpPr/>
            <p:nvPr/>
          </p:nvSpPr>
          <p:spPr>
            <a:xfrm>
              <a:off x="3357325" y="2210550"/>
              <a:ext cx="85700" cy="205775"/>
            </a:xfrm>
            <a:custGeom>
              <a:avLst/>
              <a:gdLst/>
              <a:ahLst/>
              <a:cxnLst/>
              <a:rect l="l" t="t" r="r" b="b"/>
              <a:pathLst>
                <a:path w="3428" h="8231" extrusionOk="0">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37" name="Google Shape;7437;p68"/>
            <p:cNvSpPr/>
            <p:nvPr/>
          </p:nvSpPr>
          <p:spPr>
            <a:xfrm>
              <a:off x="3471225" y="2152075"/>
              <a:ext cx="84725" cy="264250"/>
            </a:xfrm>
            <a:custGeom>
              <a:avLst/>
              <a:gdLst/>
              <a:ahLst/>
              <a:cxnLst/>
              <a:rect l="l" t="t" r="r" b="b"/>
              <a:pathLst>
                <a:path w="3389" h="10570" extrusionOk="0">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38" name="Google Shape;7438;p68"/>
            <p:cNvSpPr/>
            <p:nvPr/>
          </p:nvSpPr>
          <p:spPr>
            <a:xfrm>
              <a:off x="3584150" y="2093500"/>
              <a:ext cx="84700" cy="322825"/>
            </a:xfrm>
            <a:custGeom>
              <a:avLst/>
              <a:gdLst/>
              <a:ahLst/>
              <a:cxnLst/>
              <a:rect l="l" t="t" r="r" b="b"/>
              <a:pathLst>
                <a:path w="3388" h="12913" extrusionOk="0">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sp>
        <p:nvSpPr>
          <p:cNvPr id="7439" name="Google Shape;7439;p68"/>
          <p:cNvSpPr/>
          <p:nvPr/>
        </p:nvSpPr>
        <p:spPr>
          <a:xfrm>
            <a:off x="3895893" y="4733952"/>
            <a:ext cx="444897" cy="421099"/>
          </a:xfrm>
          <a:custGeom>
            <a:avLst/>
            <a:gdLst/>
            <a:ahLst/>
            <a:cxnLst/>
            <a:rect l="l" t="t" r="r" b="b"/>
            <a:pathLst>
              <a:path w="18956" h="17942" extrusionOk="0">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nvGrpSpPr>
          <p:cNvPr id="7440" name="Google Shape;7440;p68"/>
          <p:cNvGrpSpPr/>
          <p:nvPr/>
        </p:nvGrpSpPr>
        <p:grpSpPr>
          <a:xfrm>
            <a:off x="4481115" y="4718420"/>
            <a:ext cx="389437" cy="452337"/>
            <a:chOff x="4492800" y="2027925"/>
            <a:chExt cx="414825" cy="481825"/>
          </a:xfrm>
        </p:grpSpPr>
        <p:sp>
          <p:nvSpPr>
            <p:cNvPr id="7441" name="Google Shape;7441;p68"/>
            <p:cNvSpPr/>
            <p:nvPr/>
          </p:nvSpPr>
          <p:spPr>
            <a:xfrm>
              <a:off x="4492800" y="2027925"/>
              <a:ext cx="54600" cy="481825"/>
            </a:xfrm>
            <a:custGeom>
              <a:avLst/>
              <a:gdLst/>
              <a:ahLst/>
              <a:cxnLst/>
              <a:rect l="l" t="t" r="r" b="b"/>
              <a:pathLst>
                <a:path w="2184" h="19273" extrusionOk="0">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42" name="Google Shape;7442;p68"/>
            <p:cNvSpPr/>
            <p:nvPr/>
          </p:nvSpPr>
          <p:spPr>
            <a:xfrm>
              <a:off x="4575600" y="2051425"/>
              <a:ext cx="332025" cy="262450"/>
            </a:xfrm>
            <a:custGeom>
              <a:avLst/>
              <a:gdLst/>
              <a:ahLst/>
              <a:cxnLst/>
              <a:rect l="l" t="t" r="r" b="b"/>
              <a:pathLst>
                <a:path w="13281" h="10498" extrusionOk="0">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443" name="Google Shape;7443;p68"/>
          <p:cNvGrpSpPr/>
          <p:nvPr/>
        </p:nvGrpSpPr>
        <p:grpSpPr>
          <a:xfrm>
            <a:off x="5013237" y="4718408"/>
            <a:ext cx="452267" cy="452361"/>
            <a:chOff x="5049725" y="2027900"/>
            <a:chExt cx="481750" cy="481850"/>
          </a:xfrm>
        </p:grpSpPr>
        <p:sp>
          <p:nvSpPr>
            <p:cNvPr id="7444" name="Google Shape;7444;p68"/>
            <p:cNvSpPr/>
            <p:nvPr/>
          </p:nvSpPr>
          <p:spPr>
            <a:xfrm>
              <a:off x="5191775" y="2394925"/>
              <a:ext cx="197625" cy="114825"/>
            </a:xfrm>
            <a:custGeom>
              <a:avLst/>
              <a:gdLst/>
              <a:ahLst/>
              <a:cxnLst/>
              <a:rect l="l" t="t" r="r" b="b"/>
              <a:pathLst>
                <a:path w="7905" h="4593" extrusionOk="0">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45" name="Google Shape;7445;p68"/>
            <p:cNvSpPr/>
            <p:nvPr/>
          </p:nvSpPr>
          <p:spPr>
            <a:xfrm>
              <a:off x="5113625" y="2027900"/>
              <a:ext cx="347300" cy="338825"/>
            </a:xfrm>
            <a:custGeom>
              <a:avLst/>
              <a:gdLst/>
              <a:ahLst/>
              <a:cxnLst/>
              <a:rect l="l" t="t" r="r" b="b"/>
              <a:pathLst>
                <a:path w="13892" h="13553" extrusionOk="0">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46" name="Google Shape;7446;p68"/>
            <p:cNvSpPr/>
            <p:nvPr/>
          </p:nvSpPr>
          <p:spPr>
            <a:xfrm>
              <a:off x="5049725" y="2197300"/>
              <a:ext cx="56400" cy="28275"/>
            </a:xfrm>
            <a:custGeom>
              <a:avLst/>
              <a:gdLst/>
              <a:ahLst/>
              <a:cxnLst/>
              <a:rect l="l" t="t" r="r" b="b"/>
              <a:pathLst>
                <a:path w="2256" h="1131" extrusionOk="0">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47" name="Google Shape;7447;p68"/>
            <p:cNvSpPr/>
            <p:nvPr/>
          </p:nvSpPr>
          <p:spPr>
            <a:xfrm>
              <a:off x="5052575" y="2102800"/>
              <a:ext cx="50850" cy="48075"/>
            </a:xfrm>
            <a:custGeom>
              <a:avLst/>
              <a:gdLst/>
              <a:ahLst/>
              <a:cxnLst/>
              <a:rect l="l" t="t" r="r" b="b"/>
              <a:pathLst>
                <a:path w="2034" h="1923" extrusionOk="0">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48" name="Google Shape;7448;p68"/>
            <p:cNvSpPr/>
            <p:nvPr/>
          </p:nvSpPr>
          <p:spPr>
            <a:xfrm>
              <a:off x="5052575" y="2272175"/>
              <a:ext cx="50700" cy="47900"/>
            </a:xfrm>
            <a:custGeom>
              <a:avLst/>
              <a:gdLst/>
              <a:ahLst/>
              <a:cxnLst/>
              <a:rect l="l" t="t" r="r" b="b"/>
              <a:pathLst>
                <a:path w="2028" h="1916" extrusionOk="0">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49" name="Google Shape;7449;p68"/>
            <p:cNvSpPr/>
            <p:nvPr/>
          </p:nvSpPr>
          <p:spPr>
            <a:xfrm>
              <a:off x="5475050" y="2197300"/>
              <a:ext cx="56425" cy="28275"/>
            </a:xfrm>
            <a:custGeom>
              <a:avLst/>
              <a:gdLst/>
              <a:ahLst/>
              <a:cxnLst/>
              <a:rect l="l" t="t" r="r" b="b"/>
              <a:pathLst>
                <a:path w="2257" h="1131" extrusionOk="0">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50" name="Google Shape;7450;p68"/>
            <p:cNvSpPr/>
            <p:nvPr/>
          </p:nvSpPr>
          <p:spPr>
            <a:xfrm>
              <a:off x="5477925" y="2102800"/>
              <a:ext cx="50675" cy="47900"/>
            </a:xfrm>
            <a:custGeom>
              <a:avLst/>
              <a:gdLst/>
              <a:ahLst/>
              <a:cxnLst/>
              <a:rect l="l" t="t" r="r" b="b"/>
              <a:pathLst>
                <a:path w="2027" h="1916" extrusionOk="0">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51" name="Google Shape;7451;p68"/>
            <p:cNvSpPr/>
            <p:nvPr/>
          </p:nvSpPr>
          <p:spPr>
            <a:xfrm>
              <a:off x="5477775" y="2272000"/>
              <a:ext cx="50825" cy="48075"/>
            </a:xfrm>
            <a:custGeom>
              <a:avLst/>
              <a:gdLst/>
              <a:ahLst/>
              <a:cxnLst/>
              <a:rect l="l" t="t" r="r" b="b"/>
              <a:pathLst>
                <a:path w="2033" h="1923" extrusionOk="0">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452" name="Google Shape;7452;p68"/>
          <p:cNvGrpSpPr/>
          <p:nvPr/>
        </p:nvGrpSpPr>
        <p:grpSpPr>
          <a:xfrm>
            <a:off x="5644699" y="4718525"/>
            <a:ext cx="293187" cy="452127"/>
            <a:chOff x="5726350" y="2028150"/>
            <a:chExt cx="312300" cy="481600"/>
          </a:xfrm>
        </p:grpSpPr>
        <p:sp>
          <p:nvSpPr>
            <p:cNvPr id="7453" name="Google Shape;7453;p68"/>
            <p:cNvSpPr/>
            <p:nvPr/>
          </p:nvSpPr>
          <p:spPr>
            <a:xfrm>
              <a:off x="5756075" y="2028150"/>
              <a:ext cx="252825" cy="83275"/>
            </a:xfrm>
            <a:custGeom>
              <a:avLst/>
              <a:gdLst/>
              <a:ahLst/>
              <a:cxnLst/>
              <a:rect l="l" t="t" r="r" b="b"/>
              <a:pathLst>
                <a:path w="10113" h="3331" extrusionOk="0">
                  <a:moveTo>
                    <a:pt x="1639" y="1"/>
                  </a:moveTo>
                  <a:cubicBezTo>
                    <a:pt x="730" y="13"/>
                    <a:pt x="1" y="753"/>
                    <a:pt x="1" y="1666"/>
                  </a:cubicBezTo>
                  <a:cubicBezTo>
                    <a:pt x="1" y="2575"/>
                    <a:pt x="730" y="3316"/>
                    <a:pt x="1639" y="3331"/>
                  </a:cubicBezTo>
                  <a:lnTo>
                    <a:pt x="8474" y="3331"/>
                  </a:lnTo>
                  <a:cubicBezTo>
                    <a:pt x="9384" y="3316"/>
                    <a:pt x="10113" y="2575"/>
                    <a:pt x="10113" y="1666"/>
                  </a:cubicBezTo>
                  <a:cubicBezTo>
                    <a:pt x="10113" y="753"/>
                    <a:pt x="9384" y="13"/>
                    <a:pt x="8474"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54" name="Google Shape;7454;p68"/>
            <p:cNvSpPr/>
            <p:nvPr/>
          </p:nvSpPr>
          <p:spPr>
            <a:xfrm>
              <a:off x="5726350" y="2139650"/>
              <a:ext cx="312300" cy="224425"/>
            </a:xfrm>
            <a:custGeom>
              <a:avLst/>
              <a:gdLst/>
              <a:ahLst/>
              <a:cxnLst/>
              <a:rect l="l" t="t" r="r" b="b"/>
              <a:pathLst>
                <a:path w="12492" h="8977" extrusionOk="0">
                  <a:moveTo>
                    <a:pt x="2822" y="0"/>
                  </a:moveTo>
                  <a:lnTo>
                    <a:pt x="2822" y="4800"/>
                  </a:lnTo>
                  <a:cubicBezTo>
                    <a:pt x="1527" y="5589"/>
                    <a:pt x="542" y="6797"/>
                    <a:pt x="36" y="8224"/>
                  </a:cubicBezTo>
                  <a:lnTo>
                    <a:pt x="30" y="8233"/>
                  </a:lnTo>
                  <a:cubicBezTo>
                    <a:pt x="27" y="8242"/>
                    <a:pt x="24" y="8254"/>
                    <a:pt x="21" y="8266"/>
                  </a:cubicBezTo>
                  <a:cubicBezTo>
                    <a:pt x="18" y="8278"/>
                    <a:pt x="15" y="8281"/>
                    <a:pt x="15" y="8287"/>
                  </a:cubicBezTo>
                  <a:cubicBezTo>
                    <a:pt x="12" y="8296"/>
                    <a:pt x="9" y="8308"/>
                    <a:pt x="9" y="8317"/>
                  </a:cubicBezTo>
                  <a:cubicBezTo>
                    <a:pt x="6" y="8326"/>
                    <a:pt x="6" y="8335"/>
                    <a:pt x="3" y="8347"/>
                  </a:cubicBezTo>
                  <a:cubicBezTo>
                    <a:pt x="3" y="8356"/>
                    <a:pt x="3" y="8362"/>
                    <a:pt x="3" y="8368"/>
                  </a:cubicBezTo>
                  <a:cubicBezTo>
                    <a:pt x="0" y="8378"/>
                    <a:pt x="3" y="8393"/>
                    <a:pt x="3" y="8405"/>
                  </a:cubicBezTo>
                  <a:cubicBezTo>
                    <a:pt x="3" y="8408"/>
                    <a:pt x="3" y="8411"/>
                    <a:pt x="3" y="8414"/>
                  </a:cubicBezTo>
                  <a:lnTo>
                    <a:pt x="3" y="8426"/>
                  </a:lnTo>
                  <a:cubicBezTo>
                    <a:pt x="3" y="8438"/>
                    <a:pt x="3" y="8450"/>
                    <a:pt x="3" y="8462"/>
                  </a:cubicBezTo>
                  <a:lnTo>
                    <a:pt x="6" y="8483"/>
                  </a:lnTo>
                  <a:cubicBezTo>
                    <a:pt x="6" y="8495"/>
                    <a:pt x="9" y="8504"/>
                    <a:pt x="12" y="8513"/>
                  </a:cubicBezTo>
                  <a:cubicBezTo>
                    <a:pt x="12" y="8525"/>
                    <a:pt x="15" y="8531"/>
                    <a:pt x="15" y="8540"/>
                  </a:cubicBezTo>
                  <a:cubicBezTo>
                    <a:pt x="18" y="8549"/>
                    <a:pt x="21" y="8558"/>
                    <a:pt x="21" y="8564"/>
                  </a:cubicBezTo>
                  <a:cubicBezTo>
                    <a:pt x="24" y="8573"/>
                    <a:pt x="27" y="8585"/>
                    <a:pt x="33" y="8594"/>
                  </a:cubicBezTo>
                  <a:cubicBezTo>
                    <a:pt x="36" y="8606"/>
                    <a:pt x="36" y="8609"/>
                    <a:pt x="40" y="8615"/>
                  </a:cubicBezTo>
                  <a:cubicBezTo>
                    <a:pt x="43" y="8624"/>
                    <a:pt x="49" y="8636"/>
                    <a:pt x="52" y="8646"/>
                  </a:cubicBezTo>
                  <a:cubicBezTo>
                    <a:pt x="58" y="8658"/>
                    <a:pt x="58" y="8661"/>
                    <a:pt x="61" y="8667"/>
                  </a:cubicBezTo>
                  <a:cubicBezTo>
                    <a:pt x="67" y="8673"/>
                    <a:pt x="73" y="8685"/>
                    <a:pt x="76" y="8694"/>
                  </a:cubicBezTo>
                  <a:cubicBezTo>
                    <a:pt x="82" y="8703"/>
                    <a:pt x="85" y="8709"/>
                    <a:pt x="88" y="8715"/>
                  </a:cubicBezTo>
                  <a:cubicBezTo>
                    <a:pt x="94" y="8721"/>
                    <a:pt x="100" y="8730"/>
                    <a:pt x="106" y="8739"/>
                  </a:cubicBezTo>
                  <a:cubicBezTo>
                    <a:pt x="112" y="8748"/>
                    <a:pt x="115" y="8754"/>
                    <a:pt x="121" y="8760"/>
                  </a:cubicBezTo>
                  <a:cubicBezTo>
                    <a:pt x="127" y="8769"/>
                    <a:pt x="133" y="8775"/>
                    <a:pt x="139" y="8781"/>
                  </a:cubicBezTo>
                  <a:cubicBezTo>
                    <a:pt x="145" y="8787"/>
                    <a:pt x="151" y="8796"/>
                    <a:pt x="157" y="8802"/>
                  </a:cubicBezTo>
                  <a:lnTo>
                    <a:pt x="175" y="8820"/>
                  </a:lnTo>
                  <a:cubicBezTo>
                    <a:pt x="181" y="8826"/>
                    <a:pt x="190" y="8832"/>
                    <a:pt x="196" y="8841"/>
                  </a:cubicBezTo>
                  <a:lnTo>
                    <a:pt x="217" y="8856"/>
                  </a:lnTo>
                  <a:lnTo>
                    <a:pt x="238" y="8874"/>
                  </a:lnTo>
                  <a:lnTo>
                    <a:pt x="262" y="8889"/>
                  </a:lnTo>
                  <a:lnTo>
                    <a:pt x="283" y="8901"/>
                  </a:lnTo>
                  <a:lnTo>
                    <a:pt x="314" y="8917"/>
                  </a:lnTo>
                  <a:cubicBezTo>
                    <a:pt x="320" y="8920"/>
                    <a:pt x="326" y="8923"/>
                    <a:pt x="332" y="8926"/>
                  </a:cubicBezTo>
                  <a:cubicBezTo>
                    <a:pt x="341" y="8929"/>
                    <a:pt x="356" y="8938"/>
                    <a:pt x="368" y="8941"/>
                  </a:cubicBezTo>
                  <a:lnTo>
                    <a:pt x="377" y="8947"/>
                  </a:lnTo>
                  <a:lnTo>
                    <a:pt x="386" y="8947"/>
                  </a:lnTo>
                  <a:lnTo>
                    <a:pt x="413" y="8956"/>
                  </a:lnTo>
                  <a:lnTo>
                    <a:pt x="437" y="8962"/>
                  </a:lnTo>
                  <a:lnTo>
                    <a:pt x="461" y="8968"/>
                  </a:lnTo>
                  <a:cubicBezTo>
                    <a:pt x="473" y="8971"/>
                    <a:pt x="485" y="8971"/>
                    <a:pt x="497" y="8974"/>
                  </a:cubicBezTo>
                  <a:lnTo>
                    <a:pt x="512" y="8977"/>
                  </a:lnTo>
                  <a:lnTo>
                    <a:pt x="11928" y="8977"/>
                  </a:lnTo>
                  <a:cubicBezTo>
                    <a:pt x="11946" y="8977"/>
                    <a:pt x="11967" y="8977"/>
                    <a:pt x="11985" y="8974"/>
                  </a:cubicBezTo>
                  <a:lnTo>
                    <a:pt x="11991" y="8974"/>
                  </a:lnTo>
                  <a:cubicBezTo>
                    <a:pt x="12006" y="8974"/>
                    <a:pt x="12021" y="8971"/>
                    <a:pt x="12033" y="8968"/>
                  </a:cubicBezTo>
                  <a:lnTo>
                    <a:pt x="12051" y="8965"/>
                  </a:lnTo>
                  <a:cubicBezTo>
                    <a:pt x="12063" y="8962"/>
                    <a:pt x="12072" y="8959"/>
                    <a:pt x="12085" y="8956"/>
                  </a:cubicBezTo>
                  <a:lnTo>
                    <a:pt x="12106" y="8950"/>
                  </a:lnTo>
                  <a:lnTo>
                    <a:pt x="12118" y="8947"/>
                  </a:lnTo>
                  <a:lnTo>
                    <a:pt x="12130" y="8941"/>
                  </a:lnTo>
                  <a:lnTo>
                    <a:pt x="12160" y="8929"/>
                  </a:lnTo>
                  <a:lnTo>
                    <a:pt x="12184" y="8917"/>
                  </a:lnTo>
                  <a:cubicBezTo>
                    <a:pt x="12193" y="8914"/>
                    <a:pt x="12199" y="8907"/>
                    <a:pt x="12208" y="8904"/>
                  </a:cubicBezTo>
                  <a:cubicBezTo>
                    <a:pt x="12214" y="8898"/>
                    <a:pt x="12226" y="8892"/>
                    <a:pt x="12235" y="8889"/>
                  </a:cubicBezTo>
                  <a:lnTo>
                    <a:pt x="12253" y="8877"/>
                  </a:lnTo>
                  <a:cubicBezTo>
                    <a:pt x="12262" y="8868"/>
                    <a:pt x="12271" y="8862"/>
                    <a:pt x="12280" y="8856"/>
                  </a:cubicBezTo>
                  <a:lnTo>
                    <a:pt x="12295" y="8844"/>
                  </a:lnTo>
                  <a:cubicBezTo>
                    <a:pt x="12304" y="8835"/>
                    <a:pt x="12313" y="8826"/>
                    <a:pt x="12319" y="8820"/>
                  </a:cubicBezTo>
                  <a:lnTo>
                    <a:pt x="12334" y="8805"/>
                  </a:lnTo>
                  <a:cubicBezTo>
                    <a:pt x="12343" y="8796"/>
                    <a:pt x="12349" y="8790"/>
                    <a:pt x="12359" y="8781"/>
                  </a:cubicBezTo>
                  <a:lnTo>
                    <a:pt x="12371" y="8763"/>
                  </a:lnTo>
                  <a:lnTo>
                    <a:pt x="12389" y="8739"/>
                  </a:lnTo>
                  <a:lnTo>
                    <a:pt x="12404" y="8718"/>
                  </a:lnTo>
                  <a:cubicBezTo>
                    <a:pt x="12410" y="8709"/>
                    <a:pt x="12413" y="8703"/>
                    <a:pt x="12419" y="8694"/>
                  </a:cubicBezTo>
                  <a:cubicBezTo>
                    <a:pt x="12422" y="8688"/>
                    <a:pt x="12428" y="8679"/>
                    <a:pt x="12431" y="8670"/>
                  </a:cubicBezTo>
                  <a:cubicBezTo>
                    <a:pt x="12437" y="8661"/>
                    <a:pt x="12440" y="8655"/>
                    <a:pt x="12443" y="8646"/>
                  </a:cubicBezTo>
                  <a:cubicBezTo>
                    <a:pt x="12446" y="8639"/>
                    <a:pt x="12449" y="8627"/>
                    <a:pt x="12455" y="8618"/>
                  </a:cubicBezTo>
                  <a:cubicBezTo>
                    <a:pt x="12458" y="8609"/>
                    <a:pt x="12461" y="8603"/>
                    <a:pt x="12461" y="8594"/>
                  </a:cubicBezTo>
                  <a:cubicBezTo>
                    <a:pt x="12464" y="8588"/>
                    <a:pt x="12467" y="8576"/>
                    <a:pt x="12470" y="8567"/>
                  </a:cubicBezTo>
                  <a:cubicBezTo>
                    <a:pt x="12473" y="8558"/>
                    <a:pt x="12476" y="8549"/>
                    <a:pt x="12479" y="8540"/>
                  </a:cubicBezTo>
                  <a:cubicBezTo>
                    <a:pt x="12479" y="8534"/>
                    <a:pt x="12482" y="8525"/>
                    <a:pt x="12482" y="8516"/>
                  </a:cubicBezTo>
                  <a:cubicBezTo>
                    <a:pt x="12485" y="8507"/>
                    <a:pt x="12485" y="8495"/>
                    <a:pt x="12488" y="8486"/>
                  </a:cubicBezTo>
                  <a:lnTo>
                    <a:pt x="12491" y="8462"/>
                  </a:lnTo>
                  <a:cubicBezTo>
                    <a:pt x="12491" y="8450"/>
                    <a:pt x="12491" y="8438"/>
                    <a:pt x="12491" y="8426"/>
                  </a:cubicBezTo>
                  <a:lnTo>
                    <a:pt x="12491" y="8414"/>
                  </a:lnTo>
                  <a:cubicBezTo>
                    <a:pt x="12491" y="8411"/>
                    <a:pt x="12491" y="8408"/>
                    <a:pt x="12491" y="8405"/>
                  </a:cubicBezTo>
                  <a:lnTo>
                    <a:pt x="12491" y="8371"/>
                  </a:lnTo>
                  <a:cubicBezTo>
                    <a:pt x="12491" y="8359"/>
                    <a:pt x="12491" y="8356"/>
                    <a:pt x="12491" y="8347"/>
                  </a:cubicBezTo>
                  <a:cubicBezTo>
                    <a:pt x="12488" y="8338"/>
                    <a:pt x="12488" y="8329"/>
                    <a:pt x="12485" y="8317"/>
                  </a:cubicBezTo>
                  <a:cubicBezTo>
                    <a:pt x="12482" y="8308"/>
                    <a:pt x="12482" y="8299"/>
                    <a:pt x="12479" y="8290"/>
                  </a:cubicBezTo>
                  <a:cubicBezTo>
                    <a:pt x="12476" y="8278"/>
                    <a:pt x="12476" y="8275"/>
                    <a:pt x="12473" y="8266"/>
                  </a:cubicBezTo>
                  <a:cubicBezTo>
                    <a:pt x="12473" y="8260"/>
                    <a:pt x="12467" y="8245"/>
                    <a:pt x="12464" y="8233"/>
                  </a:cubicBezTo>
                  <a:lnTo>
                    <a:pt x="12461" y="8224"/>
                  </a:lnTo>
                  <a:cubicBezTo>
                    <a:pt x="11955" y="6797"/>
                    <a:pt x="10970" y="5589"/>
                    <a:pt x="9676" y="4803"/>
                  </a:cubicBezTo>
                  <a:lnTo>
                    <a:pt x="9676"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55" name="Google Shape;7455;p68"/>
            <p:cNvSpPr/>
            <p:nvPr/>
          </p:nvSpPr>
          <p:spPr>
            <a:xfrm>
              <a:off x="5842500" y="2392350"/>
              <a:ext cx="79975" cy="117400"/>
            </a:xfrm>
            <a:custGeom>
              <a:avLst/>
              <a:gdLst/>
              <a:ahLst/>
              <a:cxnLst/>
              <a:rect l="l" t="t" r="r" b="b"/>
              <a:pathLst>
                <a:path w="3199" h="4696" extrusionOk="0">
                  <a:moveTo>
                    <a:pt x="4" y="1"/>
                  </a:moveTo>
                  <a:lnTo>
                    <a:pt x="4" y="1651"/>
                  </a:lnTo>
                  <a:cubicBezTo>
                    <a:pt x="1" y="2591"/>
                    <a:pt x="287" y="3509"/>
                    <a:pt x="820" y="4283"/>
                  </a:cubicBezTo>
                  <a:cubicBezTo>
                    <a:pt x="994" y="4542"/>
                    <a:pt x="1287" y="4696"/>
                    <a:pt x="1600" y="4696"/>
                  </a:cubicBezTo>
                  <a:cubicBezTo>
                    <a:pt x="1913" y="4696"/>
                    <a:pt x="2205" y="4542"/>
                    <a:pt x="2380" y="4283"/>
                  </a:cubicBezTo>
                  <a:cubicBezTo>
                    <a:pt x="2913" y="3509"/>
                    <a:pt x="3199" y="2591"/>
                    <a:pt x="3196" y="1651"/>
                  </a:cubicBezTo>
                  <a:lnTo>
                    <a:pt x="3196"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456" name="Google Shape;7456;p68"/>
          <p:cNvGrpSpPr/>
          <p:nvPr/>
        </p:nvGrpSpPr>
        <p:grpSpPr>
          <a:xfrm>
            <a:off x="6124954" y="4722668"/>
            <a:ext cx="443841" cy="443841"/>
            <a:chOff x="6239925" y="2032450"/>
            <a:chExt cx="472775" cy="472775"/>
          </a:xfrm>
        </p:grpSpPr>
        <p:sp>
          <p:nvSpPr>
            <p:cNvPr id="7457" name="Google Shape;7457;p68"/>
            <p:cNvSpPr/>
            <p:nvPr/>
          </p:nvSpPr>
          <p:spPr>
            <a:xfrm>
              <a:off x="6239925" y="2032450"/>
              <a:ext cx="472775" cy="472775"/>
            </a:xfrm>
            <a:custGeom>
              <a:avLst/>
              <a:gdLst/>
              <a:ahLst/>
              <a:cxnLst/>
              <a:rect l="l" t="t" r="r" b="b"/>
              <a:pathLst>
                <a:path w="18911" h="18911" extrusionOk="0">
                  <a:moveTo>
                    <a:pt x="9455" y="2466"/>
                  </a:moveTo>
                  <a:cubicBezTo>
                    <a:pt x="13307" y="2466"/>
                    <a:pt x="16442" y="5601"/>
                    <a:pt x="16442" y="9456"/>
                  </a:cubicBezTo>
                  <a:cubicBezTo>
                    <a:pt x="16442" y="13310"/>
                    <a:pt x="13307" y="16445"/>
                    <a:pt x="9455" y="16445"/>
                  </a:cubicBezTo>
                  <a:cubicBezTo>
                    <a:pt x="5601" y="16445"/>
                    <a:pt x="2466" y="13310"/>
                    <a:pt x="2466" y="9456"/>
                  </a:cubicBezTo>
                  <a:cubicBezTo>
                    <a:pt x="2466" y="5601"/>
                    <a:pt x="5601" y="2466"/>
                    <a:pt x="9455" y="2466"/>
                  </a:cubicBezTo>
                  <a:close/>
                  <a:moveTo>
                    <a:pt x="9455" y="0"/>
                  </a:moveTo>
                  <a:cubicBezTo>
                    <a:pt x="4228" y="0"/>
                    <a:pt x="0" y="4228"/>
                    <a:pt x="0" y="9456"/>
                  </a:cubicBezTo>
                  <a:cubicBezTo>
                    <a:pt x="0" y="14683"/>
                    <a:pt x="4228" y="18911"/>
                    <a:pt x="9455" y="18911"/>
                  </a:cubicBezTo>
                  <a:cubicBezTo>
                    <a:pt x="14680" y="18911"/>
                    <a:pt x="18911" y="14683"/>
                    <a:pt x="18911" y="9456"/>
                  </a:cubicBezTo>
                  <a:cubicBezTo>
                    <a:pt x="18911" y="4231"/>
                    <a:pt x="14680" y="0"/>
                    <a:pt x="9455"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58" name="Google Shape;7458;p68"/>
            <p:cNvSpPr/>
            <p:nvPr/>
          </p:nvSpPr>
          <p:spPr>
            <a:xfrm>
              <a:off x="6329800" y="2122325"/>
              <a:ext cx="292950" cy="293025"/>
            </a:xfrm>
            <a:custGeom>
              <a:avLst/>
              <a:gdLst/>
              <a:ahLst/>
              <a:cxnLst/>
              <a:rect l="l" t="t" r="r" b="b"/>
              <a:pathLst>
                <a:path w="11718" h="11721" extrusionOk="0">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459" name="Google Shape;7459;p68"/>
          <p:cNvGrpSpPr/>
          <p:nvPr/>
        </p:nvGrpSpPr>
        <p:grpSpPr>
          <a:xfrm>
            <a:off x="6723743" y="3152124"/>
            <a:ext cx="446188" cy="247233"/>
            <a:chOff x="903075" y="2730000"/>
            <a:chExt cx="475275" cy="263350"/>
          </a:xfrm>
        </p:grpSpPr>
        <p:sp>
          <p:nvSpPr>
            <p:cNvPr id="7460" name="Google Shape;7460;p68"/>
            <p:cNvSpPr/>
            <p:nvPr/>
          </p:nvSpPr>
          <p:spPr>
            <a:xfrm>
              <a:off x="986725" y="2807325"/>
              <a:ext cx="308000" cy="108800"/>
            </a:xfrm>
            <a:custGeom>
              <a:avLst/>
              <a:gdLst/>
              <a:ahLst/>
              <a:cxnLst/>
              <a:rect l="l" t="t" r="r" b="b"/>
              <a:pathLst>
                <a:path w="12320" h="4352" extrusionOk="0">
                  <a:moveTo>
                    <a:pt x="6161" y="482"/>
                  </a:moveTo>
                  <a:cubicBezTo>
                    <a:pt x="6845" y="482"/>
                    <a:pt x="7462" y="894"/>
                    <a:pt x="7724" y="1527"/>
                  </a:cubicBezTo>
                  <a:cubicBezTo>
                    <a:pt x="7986" y="2159"/>
                    <a:pt x="7838" y="2888"/>
                    <a:pt x="7357" y="3370"/>
                  </a:cubicBezTo>
                  <a:cubicBezTo>
                    <a:pt x="7032" y="3694"/>
                    <a:pt x="6599" y="3866"/>
                    <a:pt x="6158" y="3866"/>
                  </a:cubicBezTo>
                  <a:cubicBezTo>
                    <a:pt x="5940" y="3866"/>
                    <a:pt x="5720" y="3824"/>
                    <a:pt x="5511" y="3737"/>
                  </a:cubicBezTo>
                  <a:cubicBezTo>
                    <a:pt x="4881" y="3475"/>
                    <a:pt x="4469" y="2858"/>
                    <a:pt x="4469" y="2174"/>
                  </a:cubicBezTo>
                  <a:cubicBezTo>
                    <a:pt x="4469" y="1241"/>
                    <a:pt x="5225" y="482"/>
                    <a:pt x="6161" y="482"/>
                  </a:cubicBezTo>
                  <a:close/>
                  <a:moveTo>
                    <a:pt x="1418" y="0"/>
                  </a:moveTo>
                  <a:cubicBezTo>
                    <a:pt x="1220" y="684"/>
                    <a:pt x="684" y="1220"/>
                    <a:pt x="0" y="1415"/>
                  </a:cubicBezTo>
                  <a:lnTo>
                    <a:pt x="0" y="2933"/>
                  </a:lnTo>
                  <a:cubicBezTo>
                    <a:pt x="684" y="3129"/>
                    <a:pt x="1220" y="3665"/>
                    <a:pt x="1418" y="4351"/>
                  </a:cubicBezTo>
                  <a:lnTo>
                    <a:pt x="10904" y="4351"/>
                  </a:lnTo>
                  <a:cubicBezTo>
                    <a:pt x="11100" y="3665"/>
                    <a:pt x="11636" y="3129"/>
                    <a:pt x="12319" y="2933"/>
                  </a:cubicBezTo>
                  <a:lnTo>
                    <a:pt x="12319" y="1415"/>
                  </a:lnTo>
                  <a:cubicBezTo>
                    <a:pt x="11636" y="1220"/>
                    <a:pt x="11100" y="684"/>
                    <a:pt x="10904"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61" name="Google Shape;7461;p68"/>
            <p:cNvSpPr/>
            <p:nvPr/>
          </p:nvSpPr>
          <p:spPr>
            <a:xfrm>
              <a:off x="1126675" y="2847600"/>
              <a:ext cx="28100" cy="28175"/>
            </a:xfrm>
            <a:custGeom>
              <a:avLst/>
              <a:gdLst/>
              <a:ahLst/>
              <a:cxnLst/>
              <a:rect l="l" t="t" r="r" b="b"/>
              <a:pathLst>
                <a:path w="1124" h="1127" extrusionOk="0">
                  <a:moveTo>
                    <a:pt x="563" y="0"/>
                  </a:moveTo>
                  <a:cubicBezTo>
                    <a:pt x="250" y="0"/>
                    <a:pt x="0" y="253"/>
                    <a:pt x="0" y="563"/>
                  </a:cubicBezTo>
                  <a:cubicBezTo>
                    <a:pt x="0" y="873"/>
                    <a:pt x="250" y="1126"/>
                    <a:pt x="563" y="1126"/>
                  </a:cubicBezTo>
                  <a:cubicBezTo>
                    <a:pt x="873" y="1126"/>
                    <a:pt x="1123" y="873"/>
                    <a:pt x="1123" y="563"/>
                  </a:cubicBezTo>
                  <a:cubicBezTo>
                    <a:pt x="1123" y="253"/>
                    <a:pt x="873" y="0"/>
                    <a:pt x="563"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62" name="Google Shape;7462;p68"/>
            <p:cNvSpPr/>
            <p:nvPr/>
          </p:nvSpPr>
          <p:spPr>
            <a:xfrm>
              <a:off x="903075" y="2730000"/>
              <a:ext cx="475275" cy="263350"/>
            </a:xfrm>
            <a:custGeom>
              <a:avLst/>
              <a:gdLst/>
              <a:ahLst/>
              <a:cxnLst/>
              <a:rect l="l" t="t" r="r" b="b"/>
              <a:pathLst>
                <a:path w="19011" h="10534" extrusionOk="0">
                  <a:moveTo>
                    <a:pt x="14735" y="1964"/>
                  </a:moveTo>
                  <a:cubicBezTo>
                    <a:pt x="15045" y="1964"/>
                    <a:pt x="15298" y="2217"/>
                    <a:pt x="15298" y="2530"/>
                  </a:cubicBezTo>
                  <a:cubicBezTo>
                    <a:pt x="15298" y="3042"/>
                    <a:pt x="15716" y="3460"/>
                    <a:pt x="16231" y="3460"/>
                  </a:cubicBezTo>
                  <a:cubicBezTo>
                    <a:pt x="16541" y="3460"/>
                    <a:pt x="16794" y="3713"/>
                    <a:pt x="16794" y="4026"/>
                  </a:cubicBezTo>
                  <a:lnTo>
                    <a:pt x="16794" y="6511"/>
                  </a:lnTo>
                  <a:cubicBezTo>
                    <a:pt x="16794" y="6821"/>
                    <a:pt x="16541" y="7074"/>
                    <a:pt x="16231" y="7074"/>
                  </a:cubicBezTo>
                  <a:cubicBezTo>
                    <a:pt x="15716" y="7074"/>
                    <a:pt x="15298" y="7492"/>
                    <a:pt x="15298" y="8007"/>
                  </a:cubicBezTo>
                  <a:cubicBezTo>
                    <a:pt x="15298" y="8318"/>
                    <a:pt x="15045" y="8570"/>
                    <a:pt x="14735" y="8570"/>
                  </a:cubicBezTo>
                  <a:lnTo>
                    <a:pt x="4277" y="8570"/>
                  </a:lnTo>
                  <a:cubicBezTo>
                    <a:pt x="3966" y="8570"/>
                    <a:pt x="3714" y="8318"/>
                    <a:pt x="3714" y="8007"/>
                  </a:cubicBezTo>
                  <a:cubicBezTo>
                    <a:pt x="3714" y="7492"/>
                    <a:pt x="3295" y="7074"/>
                    <a:pt x="2783" y="7074"/>
                  </a:cubicBezTo>
                  <a:cubicBezTo>
                    <a:pt x="2470" y="7074"/>
                    <a:pt x="2217" y="6821"/>
                    <a:pt x="2217" y="6511"/>
                  </a:cubicBezTo>
                  <a:lnTo>
                    <a:pt x="2217" y="4026"/>
                  </a:lnTo>
                  <a:cubicBezTo>
                    <a:pt x="2217" y="3713"/>
                    <a:pt x="2470" y="3460"/>
                    <a:pt x="2783" y="3460"/>
                  </a:cubicBezTo>
                  <a:cubicBezTo>
                    <a:pt x="3295" y="3460"/>
                    <a:pt x="3714" y="3042"/>
                    <a:pt x="3714" y="2530"/>
                  </a:cubicBezTo>
                  <a:cubicBezTo>
                    <a:pt x="3714" y="2217"/>
                    <a:pt x="3966" y="1964"/>
                    <a:pt x="4277" y="1964"/>
                  </a:cubicBezTo>
                  <a:close/>
                  <a:moveTo>
                    <a:pt x="567" y="0"/>
                  </a:moveTo>
                  <a:cubicBezTo>
                    <a:pt x="254" y="0"/>
                    <a:pt x="1" y="253"/>
                    <a:pt x="1" y="567"/>
                  </a:cubicBezTo>
                  <a:lnTo>
                    <a:pt x="1" y="9968"/>
                  </a:lnTo>
                  <a:cubicBezTo>
                    <a:pt x="1" y="10281"/>
                    <a:pt x="254" y="10534"/>
                    <a:pt x="567" y="10534"/>
                  </a:cubicBezTo>
                  <a:lnTo>
                    <a:pt x="18445" y="10534"/>
                  </a:lnTo>
                  <a:cubicBezTo>
                    <a:pt x="18758" y="10534"/>
                    <a:pt x="19011" y="10281"/>
                    <a:pt x="19011" y="9968"/>
                  </a:cubicBezTo>
                  <a:lnTo>
                    <a:pt x="19011" y="567"/>
                  </a:lnTo>
                  <a:cubicBezTo>
                    <a:pt x="19011" y="253"/>
                    <a:pt x="18758" y="0"/>
                    <a:pt x="18445"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463" name="Google Shape;7463;p68"/>
          <p:cNvGrpSpPr/>
          <p:nvPr/>
        </p:nvGrpSpPr>
        <p:grpSpPr>
          <a:xfrm>
            <a:off x="1662932" y="4718420"/>
            <a:ext cx="452337" cy="452337"/>
            <a:chOff x="1492675" y="2027925"/>
            <a:chExt cx="481825" cy="481825"/>
          </a:xfrm>
        </p:grpSpPr>
        <p:sp>
          <p:nvSpPr>
            <p:cNvPr id="7464" name="Google Shape;7464;p68"/>
            <p:cNvSpPr/>
            <p:nvPr/>
          </p:nvSpPr>
          <p:spPr>
            <a:xfrm>
              <a:off x="1719425" y="2170050"/>
              <a:ext cx="28250" cy="28250"/>
            </a:xfrm>
            <a:custGeom>
              <a:avLst/>
              <a:gdLst/>
              <a:ahLst/>
              <a:cxnLst/>
              <a:rect l="l" t="t" r="r" b="b"/>
              <a:pathLst>
                <a:path w="1130" h="1130"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65" name="Google Shape;7465;p68"/>
            <p:cNvSpPr/>
            <p:nvPr/>
          </p:nvSpPr>
          <p:spPr>
            <a:xfrm>
              <a:off x="1832350" y="2254750"/>
              <a:ext cx="28250" cy="28250"/>
            </a:xfrm>
            <a:custGeom>
              <a:avLst/>
              <a:gdLst/>
              <a:ahLst/>
              <a:cxnLst/>
              <a:rect l="l" t="t" r="r" b="b"/>
              <a:pathLst>
                <a:path w="1130" h="1130" extrusionOk="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66" name="Google Shape;7466;p68"/>
            <p:cNvSpPr/>
            <p:nvPr/>
          </p:nvSpPr>
          <p:spPr>
            <a:xfrm>
              <a:off x="1606500" y="2254750"/>
              <a:ext cx="28250" cy="28250"/>
            </a:xfrm>
            <a:custGeom>
              <a:avLst/>
              <a:gdLst/>
              <a:ahLst/>
              <a:cxnLst/>
              <a:rect l="l" t="t" r="r" b="b"/>
              <a:pathLst>
                <a:path w="1130" h="1130" extrusionOk="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67" name="Google Shape;7467;p68"/>
            <p:cNvSpPr/>
            <p:nvPr/>
          </p:nvSpPr>
          <p:spPr>
            <a:xfrm>
              <a:off x="1492675" y="2425025"/>
              <a:ext cx="481825" cy="84725"/>
            </a:xfrm>
            <a:custGeom>
              <a:avLst/>
              <a:gdLst/>
              <a:ahLst/>
              <a:cxnLst/>
              <a:rect l="l" t="t" r="r" b="b"/>
              <a:pathLst>
                <a:path w="19273" h="3389" extrusionOk="0">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68" name="Google Shape;7468;p68"/>
            <p:cNvSpPr/>
            <p:nvPr/>
          </p:nvSpPr>
          <p:spPr>
            <a:xfrm>
              <a:off x="1492675" y="2027925"/>
              <a:ext cx="481825" cy="368000"/>
            </a:xfrm>
            <a:custGeom>
              <a:avLst/>
              <a:gdLst/>
              <a:ahLst/>
              <a:cxnLst/>
              <a:rect l="l" t="t" r="r" b="b"/>
              <a:pathLst>
                <a:path w="19273" h="14720" extrusionOk="0">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sp>
        <p:nvSpPr>
          <p:cNvPr id="7472" name="Google Shape;7472;p68"/>
          <p:cNvSpPr/>
          <p:nvPr/>
        </p:nvSpPr>
        <p:spPr>
          <a:xfrm>
            <a:off x="7831363" y="3049460"/>
            <a:ext cx="470011" cy="452337"/>
          </a:xfrm>
          <a:custGeom>
            <a:avLst/>
            <a:gdLst/>
            <a:ahLst/>
            <a:cxnLst/>
            <a:rect l="l" t="t" r="r" b="b"/>
            <a:pathLst>
              <a:path w="20026" h="19273" extrusionOk="0">
                <a:moveTo>
                  <a:pt x="14841" y="2901"/>
                </a:moveTo>
                <a:cubicBezTo>
                  <a:pt x="15282" y="2901"/>
                  <a:pt x="15717" y="3074"/>
                  <a:pt x="16042" y="3397"/>
                </a:cubicBezTo>
                <a:cubicBezTo>
                  <a:pt x="16704" y="4059"/>
                  <a:pt x="16704" y="5131"/>
                  <a:pt x="16042" y="5794"/>
                </a:cubicBezTo>
                <a:cubicBezTo>
                  <a:pt x="15717" y="6118"/>
                  <a:pt x="15284" y="6290"/>
                  <a:pt x="14843" y="6290"/>
                </a:cubicBezTo>
                <a:cubicBezTo>
                  <a:pt x="14625" y="6290"/>
                  <a:pt x="14405" y="6248"/>
                  <a:pt x="14196" y="6161"/>
                </a:cubicBezTo>
                <a:cubicBezTo>
                  <a:pt x="13563" y="5899"/>
                  <a:pt x="13151" y="5282"/>
                  <a:pt x="13151" y="4595"/>
                </a:cubicBezTo>
                <a:cubicBezTo>
                  <a:pt x="13151" y="3912"/>
                  <a:pt x="13563" y="3294"/>
                  <a:pt x="14196" y="3029"/>
                </a:cubicBezTo>
                <a:cubicBezTo>
                  <a:pt x="14404" y="2943"/>
                  <a:pt x="14623" y="2901"/>
                  <a:pt x="14841" y="2901"/>
                </a:cubicBezTo>
                <a:close/>
                <a:moveTo>
                  <a:pt x="10859" y="4837"/>
                </a:moveTo>
                <a:cubicBezTo>
                  <a:pt x="11001" y="4837"/>
                  <a:pt x="11142" y="4890"/>
                  <a:pt x="11251" y="4996"/>
                </a:cubicBezTo>
                <a:lnTo>
                  <a:pt x="12049" y="5794"/>
                </a:lnTo>
                <a:cubicBezTo>
                  <a:pt x="12269" y="6014"/>
                  <a:pt x="12269" y="6372"/>
                  <a:pt x="12049" y="6592"/>
                </a:cubicBezTo>
                <a:cubicBezTo>
                  <a:pt x="11939" y="6702"/>
                  <a:pt x="11794" y="6757"/>
                  <a:pt x="11650" y="6757"/>
                </a:cubicBezTo>
                <a:cubicBezTo>
                  <a:pt x="11505" y="6757"/>
                  <a:pt x="11361" y="6702"/>
                  <a:pt x="11251" y="6592"/>
                </a:cubicBezTo>
                <a:lnTo>
                  <a:pt x="10453" y="5794"/>
                </a:lnTo>
                <a:cubicBezTo>
                  <a:pt x="10239" y="5571"/>
                  <a:pt x="10242" y="5219"/>
                  <a:pt x="10459" y="5002"/>
                </a:cubicBezTo>
                <a:cubicBezTo>
                  <a:pt x="10570" y="4892"/>
                  <a:pt x="10715" y="4837"/>
                  <a:pt x="10859" y="4837"/>
                </a:cubicBezTo>
                <a:close/>
                <a:moveTo>
                  <a:pt x="13255" y="7232"/>
                </a:moveTo>
                <a:cubicBezTo>
                  <a:pt x="13396" y="7232"/>
                  <a:pt x="13538" y="7284"/>
                  <a:pt x="13648" y="7390"/>
                </a:cubicBezTo>
                <a:lnTo>
                  <a:pt x="14446" y="8188"/>
                </a:lnTo>
                <a:cubicBezTo>
                  <a:pt x="14665" y="8411"/>
                  <a:pt x="14665" y="8766"/>
                  <a:pt x="14446" y="8989"/>
                </a:cubicBezTo>
                <a:cubicBezTo>
                  <a:pt x="14336" y="9099"/>
                  <a:pt x="14191" y="9154"/>
                  <a:pt x="14047" y="9154"/>
                </a:cubicBezTo>
                <a:cubicBezTo>
                  <a:pt x="13902" y="9154"/>
                  <a:pt x="13758" y="9099"/>
                  <a:pt x="13648" y="8989"/>
                </a:cubicBezTo>
                <a:lnTo>
                  <a:pt x="12850" y="8188"/>
                </a:lnTo>
                <a:cubicBezTo>
                  <a:pt x="12633" y="7968"/>
                  <a:pt x="12636" y="7616"/>
                  <a:pt x="12856" y="7399"/>
                </a:cubicBezTo>
                <a:cubicBezTo>
                  <a:pt x="12966" y="7287"/>
                  <a:pt x="13110" y="7232"/>
                  <a:pt x="13255" y="7232"/>
                </a:cubicBezTo>
                <a:close/>
                <a:moveTo>
                  <a:pt x="10846" y="8029"/>
                </a:moveTo>
                <a:cubicBezTo>
                  <a:pt x="10991" y="8029"/>
                  <a:pt x="11135" y="8084"/>
                  <a:pt x="11245" y="8194"/>
                </a:cubicBezTo>
                <a:cubicBezTo>
                  <a:pt x="11462" y="8411"/>
                  <a:pt x="11465" y="8763"/>
                  <a:pt x="11251" y="8986"/>
                </a:cubicBezTo>
                <a:lnTo>
                  <a:pt x="11251" y="8989"/>
                </a:lnTo>
                <a:lnTo>
                  <a:pt x="10778" y="9461"/>
                </a:lnTo>
                <a:cubicBezTo>
                  <a:pt x="11088" y="10106"/>
                  <a:pt x="10959" y="10874"/>
                  <a:pt x="10453" y="11383"/>
                </a:cubicBezTo>
                <a:cubicBezTo>
                  <a:pt x="10343" y="11493"/>
                  <a:pt x="10198" y="11548"/>
                  <a:pt x="10054" y="11548"/>
                </a:cubicBezTo>
                <a:cubicBezTo>
                  <a:pt x="9909" y="11548"/>
                  <a:pt x="9765" y="11493"/>
                  <a:pt x="9655" y="11383"/>
                </a:cubicBezTo>
                <a:cubicBezTo>
                  <a:pt x="9435" y="11163"/>
                  <a:pt x="9435" y="10804"/>
                  <a:pt x="9655" y="10585"/>
                </a:cubicBezTo>
                <a:cubicBezTo>
                  <a:pt x="10010" y="10229"/>
                  <a:pt x="9757" y="9621"/>
                  <a:pt x="9254" y="9621"/>
                </a:cubicBezTo>
                <a:cubicBezTo>
                  <a:pt x="8751" y="9621"/>
                  <a:pt x="8498" y="10229"/>
                  <a:pt x="8857" y="10585"/>
                </a:cubicBezTo>
                <a:cubicBezTo>
                  <a:pt x="9441" y="11166"/>
                  <a:pt x="9519" y="12084"/>
                  <a:pt x="9043" y="12756"/>
                </a:cubicBezTo>
                <a:cubicBezTo>
                  <a:pt x="8717" y="13218"/>
                  <a:pt x="8196" y="13472"/>
                  <a:pt x="7661" y="13472"/>
                </a:cubicBezTo>
                <a:cubicBezTo>
                  <a:pt x="7415" y="13472"/>
                  <a:pt x="7167" y="13419"/>
                  <a:pt x="6933" y="13307"/>
                </a:cubicBezTo>
                <a:lnTo>
                  <a:pt x="6460" y="13777"/>
                </a:lnTo>
                <a:cubicBezTo>
                  <a:pt x="6351" y="13882"/>
                  <a:pt x="6210" y="13935"/>
                  <a:pt x="6068" y="13935"/>
                </a:cubicBezTo>
                <a:cubicBezTo>
                  <a:pt x="5924" y="13935"/>
                  <a:pt x="5779" y="13880"/>
                  <a:pt x="5668" y="13771"/>
                </a:cubicBezTo>
                <a:cubicBezTo>
                  <a:pt x="5451" y="13551"/>
                  <a:pt x="5448" y="13198"/>
                  <a:pt x="5662" y="12979"/>
                </a:cubicBezTo>
                <a:lnTo>
                  <a:pt x="6135" y="12506"/>
                </a:lnTo>
                <a:cubicBezTo>
                  <a:pt x="5824" y="11861"/>
                  <a:pt x="5957" y="11091"/>
                  <a:pt x="6460" y="10582"/>
                </a:cubicBezTo>
                <a:cubicBezTo>
                  <a:pt x="6570" y="10476"/>
                  <a:pt x="6711" y="10424"/>
                  <a:pt x="6852" y="10424"/>
                </a:cubicBezTo>
                <a:cubicBezTo>
                  <a:pt x="6997" y="10424"/>
                  <a:pt x="7142" y="10479"/>
                  <a:pt x="7252" y="10591"/>
                </a:cubicBezTo>
                <a:cubicBezTo>
                  <a:pt x="7469" y="10808"/>
                  <a:pt x="7472" y="11160"/>
                  <a:pt x="7258" y="11383"/>
                </a:cubicBezTo>
                <a:cubicBezTo>
                  <a:pt x="6902" y="11738"/>
                  <a:pt x="7155" y="12346"/>
                  <a:pt x="7658" y="12346"/>
                </a:cubicBezTo>
                <a:cubicBezTo>
                  <a:pt x="8161" y="12346"/>
                  <a:pt x="8414" y="11738"/>
                  <a:pt x="8059" y="11383"/>
                </a:cubicBezTo>
                <a:cubicBezTo>
                  <a:pt x="7475" y="10798"/>
                  <a:pt x="7393" y="9883"/>
                  <a:pt x="7869" y="9209"/>
                </a:cubicBezTo>
                <a:cubicBezTo>
                  <a:pt x="8195" y="8749"/>
                  <a:pt x="8716" y="8495"/>
                  <a:pt x="9251" y="8495"/>
                </a:cubicBezTo>
                <a:cubicBezTo>
                  <a:pt x="9497" y="8495"/>
                  <a:pt x="9746" y="8549"/>
                  <a:pt x="9980" y="8660"/>
                </a:cubicBezTo>
                <a:lnTo>
                  <a:pt x="10453" y="8188"/>
                </a:lnTo>
                <a:cubicBezTo>
                  <a:pt x="10563" y="8082"/>
                  <a:pt x="10705" y="8029"/>
                  <a:pt x="10846" y="8029"/>
                </a:cubicBezTo>
                <a:close/>
                <a:moveTo>
                  <a:pt x="13208" y="0"/>
                </a:moveTo>
                <a:cubicBezTo>
                  <a:pt x="11632" y="0"/>
                  <a:pt x="10059" y="597"/>
                  <a:pt x="8857" y="1801"/>
                </a:cubicBezTo>
                <a:lnTo>
                  <a:pt x="8456" y="2201"/>
                </a:lnTo>
                <a:lnTo>
                  <a:pt x="9655" y="3397"/>
                </a:lnTo>
                <a:cubicBezTo>
                  <a:pt x="9869" y="3620"/>
                  <a:pt x="9866" y="3972"/>
                  <a:pt x="9646" y="4189"/>
                </a:cubicBezTo>
                <a:cubicBezTo>
                  <a:pt x="9536" y="4300"/>
                  <a:pt x="9391" y="4356"/>
                  <a:pt x="9246" y="4356"/>
                </a:cubicBezTo>
                <a:cubicBezTo>
                  <a:pt x="9106" y="4356"/>
                  <a:pt x="8965" y="4303"/>
                  <a:pt x="8857" y="4198"/>
                </a:cubicBezTo>
                <a:lnTo>
                  <a:pt x="7658" y="2999"/>
                </a:lnTo>
                <a:lnTo>
                  <a:pt x="663" y="9994"/>
                </a:lnTo>
                <a:cubicBezTo>
                  <a:pt x="1" y="10654"/>
                  <a:pt x="1" y="11726"/>
                  <a:pt x="663" y="12388"/>
                </a:cubicBezTo>
                <a:lnTo>
                  <a:pt x="7053" y="18775"/>
                </a:lnTo>
                <a:cubicBezTo>
                  <a:pt x="7383" y="19107"/>
                  <a:pt x="7816" y="19272"/>
                  <a:pt x="8249" y="19272"/>
                </a:cubicBezTo>
                <a:cubicBezTo>
                  <a:pt x="8682" y="19272"/>
                  <a:pt x="9116" y="19107"/>
                  <a:pt x="9447" y="18775"/>
                </a:cubicBezTo>
                <a:lnTo>
                  <a:pt x="16442" y="11783"/>
                </a:lnTo>
                <a:lnTo>
                  <a:pt x="15244" y="10585"/>
                </a:lnTo>
                <a:cubicBezTo>
                  <a:pt x="15030" y="10362"/>
                  <a:pt x="15033" y="10010"/>
                  <a:pt x="15250" y="9793"/>
                </a:cubicBezTo>
                <a:cubicBezTo>
                  <a:pt x="15361" y="9683"/>
                  <a:pt x="15506" y="9628"/>
                  <a:pt x="15650" y="9628"/>
                </a:cubicBezTo>
                <a:cubicBezTo>
                  <a:pt x="15792" y="9628"/>
                  <a:pt x="15933" y="9681"/>
                  <a:pt x="16042" y="9787"/>
                </a:cubicBezTo>
                <a:lnTo>
                  <a:pt x="17240" y="10982"/>
                </a:lnTo>
                <a:lnTo>
                  <a:pt x="17641" y="10585"/>
                </a:lnTo>
                <a:cubicBezTo>
                  <a:pt x="19923" y="8299"/>
                  <a:pt x="20025" y="4677"/>
                  <a:pt x="17999" y="2240"/>
                </a:cubicBezTo>
                <a:lnTo>
                  <a:pt x="19237" y="1003"/>
                </a:lnTo>
                <a:cubicBezTo>
                  <a:pt x="19456" y="783"/>
                  <a:pt x="19456" y="425"/>
                  <a:pt x="19237" y="205"/>
                </a:cubicBezTo>
                <a:cubicBezTo>
                  <a:pt x="19127" y="95"/>
                  <a:pt x="18982" y="40"/>
                  <a:pt x="18838" y="40"/>
                </a:cubicBezTo>
                <a:cubicBezTo>
                  <a:pt x="18693" y="40"/>
                  <a:pt x="18548" y="95"/>
                  <a:pt x="18439" y="205"/>
                </a:cubicBezTo>
                <a:lnTo>
                  <a:pt x="17198" y="1443"/>
                </a:lnTo>
                <a:cubicBezTo>
                  <a:pt x="16045" y="483"/>
                  <a:pt x="14625" y="0"/>
                  <a:pt x="13208"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nvGrpSpPr>
          <p:cNvPr id="7473" name="Google Shape;7473;p68"/>
          <p:cNvGrpSpPr/>
          <p:nvPr/>
        </p:nvGrpSpPr>
        <p:grpSpPr>
          <a:xfrm>
            <a:off x="8396438" y="3070882"/>
            <a:ext cx="444780" cy="409716"/>
            <a:chOff x="2682350" y="2643425"/>
            <a:chExt cx="473775" cy="436425"/>
          </a:xfrm>
        </p:grpSpPr>
        <p:sp>
          <p:nvSpPr>
            <p:cNvPr id="7474" name="Google Shape;7474;p68"/>
            <p:cNvSpPr/>
            <p:nvPr/>
          </p:nvSpPr>
          <p:spPr>
            <a:xfrm>
              <a:off x="2682350" y="2725775"/>
              <a:ext cx="70175" cy="73425"/>
            </a:xfrm>
            <a:custGeom>
              <a:avLst/>
              <a:gdLst/>
              <a:ahLst/>
              <a:cxnLst/>
              <a:rect l="l" t="t" r="r" b="b"/>
              <a:pathLst>
                <a:path w="2807" h="2937" extrusionOk="0">
                  <a:moveTo>
                    <a:pt x="1130" y="1"/>
                  </a:moveTo>
                  <a:cubicBezTo>
                    <a:pt x="506" y="1"/>
                    <a:pt x="1" y="504"/>
                    <a:pt x="1" y="1130"/>
                  </a:cubicBezTo>
                  <a:lnTo>
                    <a:pt x="1" y="2937"/>
                  </a:lnTo>
                  <a:lnTo>
                    <a:pt x="1991" y="2937"/>
                  </a:lnTo>
                  <a:cubicBezTo>
                    <a:pt x="2443" y="2937"/>
                    <a:pt x="2807" y="2572"/>
                    <a:pt x="2807" y="2124"/>
                  </a:cubicBezTo>
                  <a:lnTo>
                    <a:pt x="2807"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75" name="Google Shape;7475;p68"/>
            <p:cNvSpPr/>
            <p:nvPr/>
          </p:nvSpPr>
          <p:spPr>
            <a:xfrm>
              <a:off x="2682350" y="3006350"/>
              <a:ext cx="70175" cy="73500"/>
            </a:xfrm>
            <a:custGeom>
              <a:avLst/>
              <a:gdLst/>
              <a:ahLst/>
              <a:cxnLst/>
              <a:rect l="l" t="t" r="r" b="b"/>
              <a:pathLst>
                <a:path w="2807" h="2940" extrusionOk="0">
                  <a:moveTo>
                    <a:pt x="1" y="1"/>
                  </a:moveTo>
                  <a:lnTo>
                    <a:pt x="1" y="1811"/>
                  </a:lnTo>
                  <a:cubicBezTo>
                    <a:pt x="1" y="2434"/>
                    <a:pt x="506" y="2940"/>
                    <a:pt x="1130" y="2940"/>
                  </a:cubicBezTo>
                  <a:lnTo>
                    <a:pt x="2807" y="2940"/>
                  </a:lnTo>
                  <a:lnTo>
                    <a:pt x="2807" y="817"/>
                  </a:lnTo>
                  <a:cubicBezTo>
                    <a:pt x="2807" y="365"/>
                    <a:pt x="2443" y="4"/>
                    <a:pt x="1991"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76" name="Google Shape;7476;p68"/>
            <p:cNvSpPr/>
            <p:nvPr/>
          </p:nvSpPr>
          <p:spPr>
            <a:xfrm>
              <a:off x="3085925" y="2725700"/>
              <a:ext cx="70200" cy="73500"/>
            </a:xfrm>
            <a:custGeom>
              <a:avLst/>
              <a:gdLst/>
              <a:ahLst/>
              <a:cxnLst/>
              <a:rect l="l" t="t" r="r" b="b"/>
              <a:pathLst>
                <a:path w="2808" h="2940" extrusionOk="0">
                  <a:moveTo>
                    <a:pt x="1" y="1"/>
                  </a:moveTo>
                  <a:lnTo>
                    <a:pt x="1" y="2127"/>
                  </a:lnTo>
                  <a:cubicBezTo>
                    <a:pt x="1" y="2575"/>
                    <a:pt x="365" y="2940"/>
                    <a:pt x="817" y="2940"/>
                  </a:cubicBezTo>
                  <a:lnTo>
                    <a:pt x="2807" y="2940"/>
                  </a:lnTo>
                  <a:lnTo>
                    <a:pt x="2807" y="1130"/>
                  </a:lnTo>
                  <a:cubicBezTo>
                    <a:pt x="2807" y="507"/>
                    <a:pt x="2301" y="1"/>
                    <a:pt x="1678"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77" name="Google Shape;7477;p68"/>
            <p:cNvSpPr/>
            <p:nvPr/>
          </p:nvSpPr>
          <p:spPr>
            <a:xfrm>
              <a:off x="2825150" y="2843075"/>
              <a:ext cx="180700" cy="107375"/>
            </a:xfrm>
            <a:custGeom>
              <a:avLst/>
              <a:gdLst/>
              <a:ahLst/>
              <a:cxnLst/>
              <a:rect l="l" t="t" r="r" b="b"/>
              <a:pathLst>
                <a:path w="7228" h="4295" extrusionOk="0">
                  <a:moveTo>
                    <a:pt x="5024" y="714"/>
                  </a:moveTo>
                  <a:cubicBezTo>
                    <a:pt x="5337" y="714"/>
                    <a:pt x="5590" y="967"/>
                    <a:pt x="5590" y="1277"/>
                  </a:cubicBezTo>
                  <a:cubicBezTo>
                    <a:pt x="5590" y="1590"/>
                    <a:pt x="5337" y="1843"/>
                    <a:pt x="5024" y="1843"/>
                  </a:cubicBezTo>
                  <a:lnTo>
                    <a:pt x="2503" y="1843"/>
                  </a:lnTo>
                  <a:cubicBezTo>
                    <a:pt x="2190" y="1843"/>
                    <a:pt x="1937" y="1590"/>
                    <a:pt x="1937" y="1277"/>
                  </a:cubicBezTo>
                  <a:cubicBezTo>
                    <a:pt x="1937" y="967"/>
                    <a:pt x="2190" y="714"/>
                    <a:pt x="2503" y="714"/>
                  </a:cubicBezTo>
                  <a:close/>
                  <a:moveTo>
                    <a:pt x="6078" y="2452"/>
                  </a:moveTo>
                  <a:cubicBezTo>
                    <a:pt x="6391" y="2452"/>
                    <a:pt x="6644" y="2704"/>
                    <a:pt x="6644" y="3018"/>
                  </a:cubicBezTo>
                  <a:cubicBezTo>
                    <a:pt x="6644" y="3328"/>
                    <a:pt x="6391" y="3581"/>
                    <a:pt x="6078" y="3581"/>
                  </a:cubicBezTo>
                  <a:lnTo>
                    <a:pt x="1449" y="3581"/>
                  </a:lnTo>
                  <a:cubicBezTo>
                    <a:pt x="1136" y="3581"/>
                    <a:pt x="883" y="3328"/>
                    <a:pt x="883" y="3018"/>
                  </a:cubicBezTo>
                  <a:cubicBezTo>
                    <a:pt x="883" y="2704"/>
                    <a:pt x="1136" y="2452"/>
                    <a:pt x="1449" y="2452"/>
                  </a:cubicBezTo>
                  <a:close/>
                  <a:moveTo>
                    <a:pt x="1" y="0"/>
                  </a:moveTo>
                  <a:lnTo>
                    <a:pt x="1" y="4294"/>
                  </a:lnTo>
                  <a:lnTo>
                    <a:pt x="7228" y="4294"/>
                  </a:lnTo>
                  <a:lnTo>
                    <a:pt x="7228"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78" name="Google Shape;7478;p68"/>
            <p:cNvSpPr/>
            <p:nvPr/>
          </p:nvSpPr>
          <p:spPr>
            <a:xfrm>
              <a:off x="2682350" y="2725700"/>
              <a:ext cx="473775" cy="354150"/>
            </a:xfrm>
            <a:custGeom>
              <a:avLst/>
              <a:gdLst/>
              <a:ahLst/>
              <a:cxnLst/>
              <a:rect l="l" t="t" r="r" b="b"/>
              <a:pathLst>
                <a:path w="18951" h="14166" extrusionOk="0">
                  <a:moveTo>
                    <a:pt x="13503" y="3566"/>
                  </a:moveTo>
                  <a:cubicBezTo>
                    <a:pt x="13816" y="3566"/>
                    <a:pt x="14069" y="3819"/>
                    <a:pt x="14069" y="4129"/>
                  </a:cubicBezTo>
                  <a:lnTo>
                    <a:pt x="14069" y="9556"/>
                  </a:lnTo>
                  <a:cubicBezTo>
                    <a:pt x="14069" y="9866"/>
                    <a:pt x="13816" y="10119"/>
                    <a:pt x="13503" y="10119"/>
                  </a:cubicBezTo>
                  <a:lnTo>
                    <a:pt x="5147" y="10119"/>
                  </a:lnTo>
                  <a:cubicBezTo>
                    <a:pt x="4834" y="10119"/>
                    <a:pt x="4584" y="9866"/>
                    <a:pt x="4584" y="9556"/>
                  </a:cubicBezTo>
                  <a:lnTo>
                    <a:pt x="4584" y="4129"/>
                  </a:lnTo>
                  <a:cubicBezTo>
                    <a:pt x="4584" y="3819"/>
                    <a:pt x="4834" y="3566"/>
                    <a:pt x="5147" y="3566"/>
                  </a:cubicBezTo>
                  <a:close/>
                  <a:moveTo>
                    <a:pt x="3936" y="1"/>
                  </a:moveTo>
                  <a:lnTo>
                    <a:pt x="3936" y="2127"/>
                  </a:lnTo>
                  <a:cubicBezTo>
                    <a:pt x="3933" y="3199"/>
                    <a:pt x="3066" y="4069"/>
                    <a:pt x="1991" y="4069"/>
                  </a:cubicBezTo>
                  <a:lnTo>
                    <a:pt x="1" y="4069"/>
                  </a:lnTo>
                  <a:lnTo>
                    <a:pt x="1" y="10098"/>
                  </a:lnTo>
                  <a:lnTo>
                    <a:pt x="1991" y="10098"/>
                  </a:lnTo>
                  <a:cubicBezTo>
                    <a:pt x="3066" y="10101"/>
                    <a:pt x="3933" y="10968"/>
                    <a:pt x="3936" y="12043"/>
                  </a:cubicBezTo>
                  <a:lnTo>
                    <a:pt x="3936" y="14166"/>
                  </a:lnTo>
                  <a:lnTo>
                    <a:pt x="15015" y="14166"/>
                  </a:lnTo>
                  <a:lnTo>
                    <a:pt x="15015" y="12043"/>
                  </a:lnTo>
                  <a:cubicBezTo>
                    <a:pt x="15018" y="10968"/>
                    <a:pt x="15885" y="10101"/>
                    <a:pt x="16960" y="10098"/>
                  </a:cubicBezTo>
                  <a:lnTo>
                    <a:pt x="18950" y="10098"/>
                  </a:lnTo>
                  <a:lnTo>
                    <a:pt x="18950" y="4069"/>
                  </a:lnTo>
                  <a:lnTo>
                    <a:pt x="16960" y="4069"/>
                  </a:lnTo>
                  <a:cubicBezTo>
                    <a:pt x="15885" y="4069"/>
                    <a:pt x="15018" y="3199"/>
                    <a:pt x="15015" y="2127"/>
                  </a:cubicBezTo>
                  <a:lnTo>
                    <a:pt x="15015"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79" name="Google Shape;7479;p68"/>
            <p:cNvSpPr/>
            <p:nvPr/>
          </p:nvSpPr>
          <p:spPr>
            <a:xfrm>
              <a:off x="3085925" y="3006350"/>
              <a:ext cx="70200" cy="73500"/>
            </a:xfrm>
            <a:custGeom>
              <a:avLst/>
              <a:gdLst/>
              <a:ahLst/>
              <a:cxnLst/>
              <a:rect l="l" t="t" r="r" b="b"/>
              <a:pathLst>
                <a:path w="2808" h="2940" extrusionOk="0">
                  <a:moveTo>
                    <a:pt x="817" y="1"/>
                  </a:moveTo>
                  <a:cubicBezTo>
                    <a:pt x="365" y="4"/>
                    <a:pt x="1" y="365"/>
                    <a:pt x="1" y="817"/>
                  </a:cubicBezTo>
                  <a:lnTo>
                    <a:pt x="1" y="2940"/>
                  </a:lnTo>
                  <a:lnTo>
                    <a:pt x="1678" y="2940"/>
                  </a:lnTo>
                  <a:cubicBezTo>
                    <a:pt x="2301" y="2940"/>
                    <a:pt x="2807" y="2434"/>
                    <a:pt x="2807" y="1811"/>
                  </a:cubicBezTo>
                  <a:lnTo>
                    <a:pt x="2807"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80" name="Google Shape;7480;p68"/>
            <p:cNvSpPr/>
            <p:nvPr/>
          </p:nvSpPr>
          <p:spPr>
            <a:xfrm>
              <a:off x="2825450" y="2643425"/>
              <a:ext cx="187550" cy="54075"/>
            </a:xfrm>
            <a:custGeom>
              <a:avLst/>
              <a:gdLst/>
              <a:ahLst/>
              <a:cxnLst/>
              <a:rect l="l" t="t" r="r" b="b"/>
              <a:pathLst>
                <a:path w="7502" h="2163" extrusionOk="0">
                  <a:moveTo>
                    <a:pt x="1862" y="1"/>
                  </a:moveTo>
                  <a:cubicBezTo>
                    <a:pt x="835" y="4"/>
                    <a:pt x="1" y="835"/>
                    <a:pt x="1" y="1861"/>
                  </a:cubicBezTo>
                  <a:lnTo>
                    <a:pt x="1" y="2163"/>
                  </a:lnTo>
                  <a:lnTo>
                    <a:pt x="1130" y="2163"/>
                  </a:lnTo>
                  <a:lnTo>
                    <a:pt x="1130" y="1861"/>
                  </a:lnTo>
                  <a:cubicBezTo>
                    <a:pt x="1130" y="1458"/>
                    <a:pt x="1458" y="1133"/>
                    <a:pt x="1862" y="1130"/>
                  </a:cubicBezTo>
                  <a:lnTo>
                    <a:pt x="5641" y="1130"/>
                  </a:lnTo>
                  <a:cubicBezTo>
                    <a:pt x="6044" y="1133"/>
                    <a:pt x="6373" y="1458"/>
                    <a:pt x="6373" y="1861"/>
                  </a:cubicBezTo>
                  <a:lnTo>
                    <a:pt x="6373" y="2163"/>
                  </a:lnTo>
                  <a:lnTo>
                    <a:pt x="7502" y="2163"/>
                  </a:lnTo>
                  <a:lnTo>
                    <a:pt x="7502" y="1861"/>
                  </a:lnTo>
                  <a:cubicBezTo>
                    <a:pt x="7502" y="835"/>
                    <a:pt x="6668" y="4"/>
                    <a:pt x="5641"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481" name="Google Shape;7481;p68"/>
          <p:cNvGrpSpPr/>
          <p:nvPr/>
        </p:nvGrpSpPr>
        <p:grpSpPr>
          <a:xfrm>
            <a:off x="9017092" y="3049572"/>
            <a:ext cx="318041" cy="452337"/>
            <a:chOff x="3342725" y="2620775"/>
            <a:chExt cx="338775" cy="481825"/>
          </a:xfrm>
        </p:grpSpPr>
        <p:sp>
          <p:nvSpPr>
            <p:cNvPr id="7482" name="Google Shape;7482;p68"/>
            <p:cNvSpPr/>
            <p:nvPr/>
          </p:nvSpPr>
          <p:spPr>
            <a:xfrm>
              <a:off x="3342725" y="2620775"/>
              <a:ext cx="338775" cy="56475"/>
            </a:xfrm>
            <a:custGeom>
              <a:avLst/>
              <a:gdLst/>
              <a:ahLst/>
              <a:cxnLst/>
              <a:rect l="l" t="t" r="r" b="b"/>
              <a:pathLst>
                <a:path w="13551" h="2259" extrusionOk="0">
                  <a:moveTo>
                    <a:pt x="1693" y="0"/>
                  </a:moveTo>
                  <a:cubicBezTo>
                    <a:pt x="756" y="0"/>
                    <a:pt x="0" y="759"/>
                    <a:pt x="0" y="1695"/>
                  </a:cubicBezTo>
                  <a:lnTo>
                    <a:pt x="0" y="2259"/>
                  </a:lnTo>
                  <a:lnTo>
                    <a:pt x="13551" y="2259"/>
                  </a:lnTo>
                  <a:lnTo>
                    <a:pt x="13551" y="1695"/>
                  </a:lnTo>
                  <a:cubicBezTo>
                    <a:pt x="13548" y="759"/>
                    <a:pt x="12792" y="0"/>
                    <a:pt x="11855"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83" name="Google Shape;7483;p68"/>
            <p:cNvSpPr/>
            <p:nvPr/>
          </p:nvSpPr>
          <p:spPr>
            <a:xfrm>
              <a:off x="3342725" y="2705450"/>
              <a:ext cx="338775" cy="284225"/>
            </a:xfrm>
            <a:custGeom>
              <a:avLst/>
              <a:gdLst/>
              <a:ahLst/>
              <a:cxnLst/>
              <a:rect l="l" t="t" r="r" b="b"/>
              <a:pathLst>
                <a:path w="13551" h="11369" extrusionOk="0">
                  <a:moveTo>
                    <a:pt x="0" y="1"/>
                  </a:moveTo>
                  <a:lnTo>
                    <a:pt x="0" y="11368"/>
                  </a:lnTo>
                  <a:lnTo>
                    <a:pt x="13551" y="11368"/>
                  </a:lnTo>
                  <a:lnTo>
                    <a:pt x="13551"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84" name="Google Shape;7484;p68"/>
            <p:cNvSpPr/>
            <p:nvPr/>
          </p:nvSpPr>
          <p:spPr>
            <a:xfrm>
              <a:off x="3342725" y="3017875"/>
              <a:ext cx="338775" cy="84725"/>
            </a:xfrm>
            <a:custGeom>
              <a:avLst/>
              <a:gdLst/>
              <a:ahLst/>
              <a:cxnLst/>
              <a:rect l="l" t="t" r="r" b="b"/>
              <a:pathLst>
                <a:path w="13551" h="3389" extrusionOk="0">
                  <a:moveTo>
                    <a:pt x="8224" y="1205"/>
                  </a:moveTo>
                  <a:cubicBezTo>
                    <a:pt x="8534" y="1205"/>
                    <a:pt x="8787" y="1458"/>
                    <a:pt x="8787" y="1771"/>
                  </a:cubicBezTo>
                  <a:cubicBezTo>
                    <a:pt x="8787" y="2081"/>
                    <a:pt x="8534" y="2334"/>
                    <a:pt x="8224" y="2334"/>
                  </a:cubicBezTo>
                  <a:lnTo>
                    <a:pt x="5324" y="2334"/>
                  </a:lnTo>
                  <a:cubicBezTo>
                    <a:pt x="5014" y="2334"/>
                    <a:pt x="4761" y="2081"/>
                    <a:pt x="4761" y="1771"/>
                  </a:cubicBezTo>
                  <a:cubicBezTo>
                    <a:pt x="4761" y="1458"/>
                    <a:pt x="5014" y="1205"/>
                    <a:pt x="5324" y="1205"/>
                  </a:cubicBezTo>
                  <a:close/>
                  <a:moveTo>
                    <a:pt x="0" y="0"/>
                  </a:moveTo>
                  <a:lnTo>
                    <a:pt x="0" y="1696"/>
                  </a:lnTo>
                  <a:cubicBezTo>
                    <a:pt x="0" y="2629"/>
                    <a:pt x="756" y="3388"/>
                    <a:pt x="1693" y="3388"/>
                  </a:cubicBezTo>
                  <a:lnTo>
                    <a:pt x="11855" y="3388"/>
                  </a:lnTo>
                  <a:cubicBezTo>
                    <a:pt x="12792" y="3388"/>
                    <a:pt x="13548" y="2629"/>
                    <a:pt x="13551" y="1696"/>
                  </a:cubicBezTo>
                  <a:lnTo>
                    <a:pt x="13551"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485" name="Google Shape;7485;p68"/>
          <p:cNvGrpSpPr/>
          <p:nvPr/>
        </p:nvGrpSpPr>
        <p:grpSpPr>
          <a:xfrm>
            <a:off x="9542091" y="3049572"/>
            <a:ext cx="371061" cy="452337"/>
            <a:chOff x="3907325" y="2620775"/>
            <a:chExt cx="395250" cy="481825"/>
          </a:xfrm>
        </p:grpSpPr>
        <p:sp>
          <p:nvSpPr>
            <p:cNvPr id="7486" name="Google Shape;7486;p68"/>
            <p:cNvSpPr/>
            <p:nvPr/>
          </p:nvSpPr>
          <p:spPr>
            <a:xfrm>
              <a:off x="3907325" y="3016975"/>
              <a:ext cx="74550" cy="56475"/>
            </a:xfrm>
            <a:custGeom>
              <a:avLst/>
              <a:gdLst/>
              <a:ahLst/>
              <a:cxnLst/>
              <a:rect l="l" t="t" r="r" b="b"/>
              <a:pathLst>
                <a:path w="2982" h="2259" extrusionOk="0">
                  <a:moveTo>
                    <a:pt x="1" y="0"/>
                  </a:moveTo>
                  <a:lnTo>
                    <a:pt x="1" y="563"/>
                  </a:lnTo>
                  <a:cubicBezTo>
                    <a:pt x="1" y="1500"/>
                    <a:pt x="756" y="2256"/>
                    <a:pt x="1693" y="2259"/>
                  </a:cubicBezTo>
                  <a:lnTo>
                    <a:pt x="2982" y="2259"/>
                  </a:lnTo>
                  <a:cubicBezTo>
                    <a:pt x="2711" y="1527"/>
                    <a:pt x="2515" y="768"/>
                    <a:pt x="2401"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87" name="Google Shape;7487;p68"/>
            <p:cNvSpPr/>
            <p:nvPr/>
          </p:nvSpPr>
          <p:spPr>
            <a:xfrm>
              <a:off x="3907325" y="2705450"/>
              <a:ext cx="282325" cy="283325"/>
            </a:xfrm>
            <a:custGeom>
              <a:avLst/>
              <a:gdLst/>
              <a:ahLst/>
              <a:cxnLst/>
              <a:rect l="l" t="t" r="r" b="b"/>
              <a:pathLst>
                <a:path w="11293" h="11333" extrusionOk="0">
                  <a:moveTo>
                    <a:pt x="1" y="1"/>
                  </a:moveTo>
                  <a:lnTo>
                    <a:pt x="1" y="11332"/>
                  </a:lnTo>
                  <a:lnTo>
                    <a:pt x="2283" y="11332"/>
                  </a:lnTo>
                  <a:cubicBezTo>
                    <a:pt x="2274" y="11142"/>
                    <a:pt x="2259" y="10956"/>
                    <a:pt x="2259" y="10766"/>
                  </a:cubicBezTo>
                  <a:lnTo>
                    <a:pt x="2259" y="9637"/>
                  </a:lnTo>
                  <a:cubicBezTo>
                    <a:pt x="2259" y="8396"/>
                    <a:pt x="2834" y="7249"/>
                    <a:pt x="3834" y="6490"/>
                  </a:cubicBezTo>
                  <a:lnTo>
                    <a:pt x="4517" y="5975"/>
                  </a:lnTo>
                  <a:lnTo>
                    <a:pt x="4517" y="3145"/>
                  </a:lnTo>
                  <a:cubicBezTo>
                    <a:pt x="4517" y="2051"/>
                    <a:pt x="5400" y="1169"/>
                    <a:pt x="6493" y="1169"/>
                  </a:cubicBezTo>
                  <a:cubicBezTo>
                    <a:pt x="7583" y="1169"/>
                    <a:pt x="8468" y="2051"/>
                    <a:pt x="8468" y="3145"/>
                  </a:cubicBezTo>
                  <a:lnTo>
                    <a:pt x="8468" y="3617"/>
                  </a:lnTo>
                  <a:cubicBezTo>
                    <a:pt x="8743" y="3487"/>
                    <a:pt x="9031" y="3426"/>
                    <a:pt x="9314" y="3426"/>
                  </a:cubicBezTo>
                  <a:cubicBezTo>
                    <a:pt x="10141" y="3426"/>
                    <a:pt x="10923" y="3949"/>
                    <a:pt x="11196" y="4795"/>
                  </a:cubicBezTo>
                  <a:cubicBezTo>
                    <a:pt x="11226" y="4780"/>
                    <a:pt x="11260" y="4771"/>
                    <a:pt x="11293" y="4759"/>
                  </a:cubicBezTo>
                  <a:lnTo>
                    <a:pt x="11293"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88" name="Google Shape;7488;p68"/>
            <p:cNvSpPr/>
            <p:nvPr/>
          </p:nvSpPr>
          <p:spPr>
            <a:xfrm>
              <a:off x="3907325" y="2620775"/>
              <a:ext cx="282325" cy="56475"/>
            </a:xfrm>
            <a:custGeom>
              <a:avLst/>
              <a:gdLst/>
              <a:ahLst/>
              <a:cxnLst/>
              <a:rect l="l" t="t" r="r" b="b"/>
              <a:pathLst>
                <a:path w="11293" h="2259" extrusionOk="0">
                  <a:moveTo>
                    <a:pt x="1693" y="0"/>
                  </a:moveTo>
                  <a:cubicBezTo>
                    <a:pt x="756" y="0"/>
                    <a:pt x="1" y="759"/>
                    <a:pt x="1" y="1695"/>
                  </a:cubicBezTo>
                  <a:lnTo>
                    <a:pt x="1" y="2259"/>
                  </a:lnTo>
                  <a:lnTo>
                    <a:pt x="11293" y="2259"/>
                  </a:lnTo>
                  <a:lnTo>
                    <a:pt x="11293" y="1695"/>
                  </a:lnTo>
                  <a:cubicBezTo>
                    <a:pt x="11290" y="759"/>
                    <a:pt x="10534" y="0"/>
                    <a:pt x="9597"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89" name="Google Shape;7489;p68"/>
            <p:cNvSpPr/>
            <p:nvPr/>
          </p:nvSpPr>
          <p:spPr>
            <a:xfrm>
              <a:off x="3992025" y="2762900"/>
              <a:ext cx="310550" cy="339700"/>
            </a:xfrm>
            <a:custGeom>
              <a:avLst/>
              <a:gdLst/>
              <a:ahLst/>
              <a:cxnLst/>
              <a:rect l="l" t="t" r="r" b="b"/>
              <a:pathLst>
                <a:path w="12422" h="13588" extrusionOk="0">
                  <a:moveTo>
                    <a:pt x="3105" y="0"/>
                  </a:moveTo>
                  <a:cubicBezTo>
                    <a:pt x="2635" y="0"/>
                    <a:pt x="2259" y="377"/>
                    <a:pt x="2259" y="847"/>
                  </a:cubicBezTo>
                  <a:lnTo>
                    <a:pt x="2259" y="8468"/>
                  </a:lnTo>
                  <a:cubicBezTo>
                    <a:pt x="2259" y="8781"/>
                    <a:pt x="2006" y="9031"/>
                    <a:pt x="1693" y="9031"/>
                  </a:cubicBezTo>
                  <a:cubicBezTo>
                    <a:pt x="1379" y="9031"/>
                    <a:pt x="1129" y="8781"/>
                    <a:pt x="1129" y="8468"/>
                  </a:cubicBezTo>
                  <a:lnTo>
                    <a:pt x="1129" y="5095"/>
                  </a:lnTo>
                  <a:cubicBezTo>
                    <a:pt x="419" y="5622"/>
                    <a:pt x="0" y="6453"/>
                    <a:pt x="0" y="7339"/>
                  </a:cubicBezTo>
                  <a:lnTo>
                    <a:pt x="0" y="8468"/>
                  </a:lnTo>
                  <a:cubicBezTo>
                    <a:pt x="0" y="10052"/>
                    <a:pt x="368" y="11615"/>
                    <a:pt x="1069" y="13036"/>
                  </a:cubicBezTo>
                  <a:cubicBezTo>
                    <a:pt x="1223" y="13346"/>
                    <a:pt x="1322" y="13587"/>
                    <a:pt x="1693" y="13587"/>
                  </a:cubicBezTo>
                  <a:lnTo>
                    <a:pt x="10726" y="13587"/>
                  </a:lnTo>
                  <a:cubicBezTo>
                    <a:pt x="11097" y="13587"/>
                    <a:pt x="11196" y="13346"/>
                    <a:pt x="11350" y="13036"/>
                  </a:cubicBezTo>
                  <a:cubicBezTo>
                    <a:pt x="12051" y="11615"/>
                    <a:pt x="12419" y="10052"/>
                    <a:pt x="12422" y="8468"/>
                  </a:cubicBezTo>
                  <a:lnTo>
                    <a:pt x="12422" y="5363"/>
                  </a:lnTo>
                  <a:cubicBezTo>
                    <a:pt x="12422" y="4894"/>
                    <a:pt x="12042" y="4517"/>
                    <a:pt x="11572" y="4517"/>
                  </a:cubicBezTo>
                  <a:cubicBezTo>
                    <a:pt x="11106" y="4517"/>
                    <a:pt x="10726" y="4894"/>
                    <a:pt x="10726" y="5363"/>
                  </a:cubicBezTo>
                  <a:lnTo>
                    <a:pt x="10726" y="7339"/>
                  </a:lnTo>
                  <a:cubicBezTo>
                    <a:pt x="10726" y="7652"/>
                    <a:pt x="10473" y="7902"/>
                    <a:pt x="10163" y="7902"/>
                  </a:cubicBezTo>
                  <a:cubicBezTo>
                    <a:pt x="9850" y="7902"/>
                    <a:pt x="9597" y="7652"/>
                    <a:pt x="9597" y="7339"/>
                  </a:cubicBezTo>
                  <a:lnTo>
                    <a:pt x="9597" y="6297"/>
                  </a:lnTo>
                  <a:lnTo>
                    <a:pt x="9597" y="4234"/>
                  </a:lnTo>
                  <a:cubicBezTo>
                    <a:pt x="9597" y="3764"/>
                    <a:pt x="9218" y="3388"/>
                    <a:pt x="8751" y="3388"/>
                  </a:cubicBezTo>
                  <a:cubicBezTo>
                    <a:pt x="8281" y="3388"/>
                    <a:pt x="7905" y="3764"/>
                    <a:pt x="7905" y="4234"/>
                  </a:cubicBezTo>
                  <a:lnTo>
                    <a:pt x="7905" y="6210"/>
                  </a:lnTo>
                  <a:cubicBezTo>
                    <a:pt x="7905" y="6523"/>
                    <a:pt x="7652" y="6773"/>
                    <a:pt x="7339" y="6773"/>
                  </a:cubicBezTo>
                  <a:cubicBezTo>
                    <a:pt x="7025" y="6773"/>
                    <a:pt x="6776" y="6523"/>
                    <a:pt x="6776" y="6210"/>
                  </a:cubicBezTo>
                  <a:lnTo>
                    <a:pt x="6776" y="3105"/>
                  </a:lnTo>
                  <a:cubicBezTo>
                    <a:pt x="6776" y="2635"/>
                    <a:pt x="6396" y="2259"/>
                    <a:pt x="5926" y="2259"/>
                  </a:cubicBezTo>
                  <a:cubicBezTo>
                    <a:pt x="5460" y="2259"/>
                    <a:pt x="5080" y="2635"/>
                    <a:pt x="5080" y="3105"/>
                  </a:cubicBezTo>
                  <a:lnTo>
                    <a:pt x="5080" y="6210"/>
                  </a:lnTo>
                  <a:cubicBezTo>
                    <a:pt x="5080" y="6523"/>
                    <a:pt x="4827" y="6773"/>
                    <a:pt x="4517" y="6773"/>
                  </a:cubicBezTo>
                  <a:cubicBezTo>
                    <a:pt x="4204" y="6773"/>
                    <a:pt x="3951" y="6523"/>
                    <a:pt x="3951" y="6210"/>
                  </a:cubicBezTo>
                  <a:lnTo>
                    <a:pt x="3951" y="847"/>
                  </a:lnTo>
                  <a:cubicBezTo>
                    <a:pt x="3951" y="377"/>
                    <a:pt x="3572" y="0"/>
                    <a:pt x="3105"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490" name="Google Shape;7490;p68"/>
          <p:cNvGrpSpPr/>
          <p:nvPr/>
        </p:nvGrpSpPr>
        <p:grpSpPr>
          <a:xfrm>
            <a:off x="10066341" y="3063711"/>
            <a:ext cx="452337" cy="424056"/>
            <a:chOff x="4456875" y="2635825"/>
            <a:chExt cx="481825" cy="451700"/>
          </a:xfrm>
        </p:grpSpPr>
        <p:sp>
          <p:nvSpPr>
            <p:cNvPr id="7491" name="Google Shape;7491;p68"/>
            <p:cNvSpPr/>
            <p:nvPr/>
          </p:nvSpPr>
          <p:spPr>
            <a:xfrm>
              <a:off x="4542475" y="3031050"/>
              <a:ext cx="189725" cy="56475"/>
            </a:xfrm>
            <a:custGeom>
              <a:avLst/>
              <a:gdLst/>
              <a:ahLst/>
              <a:cxnLst/>
              <a:rect l="l" t="t" r="r" b="b"/>
              <a:pathLst>
                <a:path w="7589" h="2259" extrusionOk="0">
                  <a:moveTo>
                    <a:pt x="2792" y="0"/>
                  </a:moveTo>
                  <a:lnTo>
                    <a:pt x="2415" y="1130"/>
                  </a:lnTo>
                  <a:lnTo>
                    <a:pt x="567" y="1130"/>
                  </a:lnTo>
                  <a:cubicBezTo>
                    <a:pt x="253" y="1130"/>
                    <a:pt x="0" y="1383"/>
                    <a:pt x="0" y="1696"/>
                  </a:cubicBezTo>
                  <a:cubicBezTo>
                    <a:pt x="0" y="2006"/>
                    <a:pt x="253" y="2259"/>
                    <a:pt x="567" y="2259"/>
                  </a:cubicBezTo>
                  <a:lnTo>
                    <a:pt x="7589" y="2259"/>
                  </a:lnTo>
                  <a:cubicBezTo>
                    <a:pt x="7101" y="1831"/>
                    <a:pt x="6821" y="1214"/>
                    <a:pt x="6821" y="567"/>
                  </a:cubicBezTo>
                  <a:lnTo>
                    <a:pt x="6821"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92" name="Google Shape;7492;p68"/>
            <p:cNvSpPr/>
            <p:nvPr/>
          </p:nvSpPr>
          <p:spPr>
            <a:xfrm>
              <a:off x="4456875" y="2946350"/>
              <a:ext cx="256125" cy="56500"/>
            </a:xfrm>
            <a:custGeom>
              <a:avLst/>
              <a:gdLst/>
              <a:ahLst/>
              <a:cxnLst/>
              <a:rect l="l" t="t" r="r" b="b"/>
              <a:pathLst>
                <a:path w="10245" h="2260" extrusionOk="0">
                  <a:moveTo>
                    <a:pt x="1" y="1"/>
                  </a:moveTo>
                  <a:lnTo>
                    <a:pt x="1" y="567"/>
                  </a:lnTo>
                  <a:cubicBezTo>
                    <a:pt x="1" y="1500"/>
                    <a:pt x="756" y="2259"/>
                    <a:pt x="1693" y="2259"/>
                  </a:cubicBezTo>
                  <a:lnTo>
                    <a:pt x="10245" y="2259"/>
                  </a:lnTo>
                  <a:lnTo>
                    <a:pt x="10245"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93" name="Google Shape;7493;p68"/>
            <p:cNvSpPr/>
            <p:nvPr/>
          </p:nvSpPr>
          <p:spPr>
            <a:xfrm>
              <a:off x="4741225" y="2861675"/>
              <a:ext cx="169400" cy="141175"/>
            </a:xfrm>
            <a:custGeom>
              <a:avLst/>
              <a:gdLst/>
              <a:ahLst/>
              <a:cxnLst/>
              <a:rect l="l" t="t" r="r" b="b"/>
              <a:pathLst>
                <a:path w="6776" h="5647" extrusionOk="0">
                  <a:moveTo>
                    <a:pt x="0" y="0"/>
                  </a:moveTo>
                  <a:lnTo>
                    <a:pt x="0" y="5646"/>
                  </a:lnTo>
                  <a:lnTo>
                    <a:pt x="6775" y="5646"/>
                  </a:lnTo>
                  <a:lnTo>
                    <a:pt x="6775"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94" name="Google Shape;7494;p68"/>
            <p:cNvSpPr/>
            <p:nvPr/>
          </p:nvSpPr>
          <p:spPr>
            <a:xfrm>
              <a:off x="4741225" y="3031050"/>
              <a:ext cx="169400" cy="42400"/>
            </a:xfrm>
            <a:custGeom>
              <a:avLst/>
              <a:gdLst/>
              <a:ahLst/>
              <a:cxnLst/>
              <a:rect l="l" t="t" r="r" b="b"/>
              <a:pathLst>
                <a:path w="6776" h="1696" extrusionOk="0">
                  <a:moveTo>
                    <a:pt x="0" y="0"/>
                  </a:moveTo>
                  <a:lnTo>
                    <a:pt x="0" y="567"/>
                  </a:lnTo>
                  <a:cubicBezTo>
                    <a:pt x="0" y="1190"/>
                    <a:pt x="506" y="1696"/>
                    <a:pt x="1129" y="1696"/>
                  </a:cubicBezTo>
                  <a:lnTo>
                    <a:pt x="5646" y="1696"/>
                  </a:lnTo>
                  <a:cubicBezTo>
                    <a:pt x="6270" y="1696"/>
                    <a:pt x="6775" y="1190"/>
                    <a:pt x="6775" y="567"/>
                  </a:cubicBezTo>
                  <a:lnTo>
                    <a:pt x="6775"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95" name="Google Shape;7495;p68"/>
            <p:cNvSpPr/>
            <p:nvPr/>
          </p:nvSpPr>
          <p:spPr>
            <a:xfrm>
              <a:off x="4456875" y="2635825"/>
              <a:ext cx="481825" cy="282325"/>
            </a:xfrm>
            <a:custGeom>
              <a:avLst/>
              <a:gdLst/>
              <a:ahLst/>
              <a:cxnLst/>
              <a:rect l="l" t="t" r="r" b="b"/>
              <a:pathLst>
                <a:path w="19273" h="11293" extrusionOk="0">
                  <a:moveTo>
                    <a:pt x="1693" y="0"/>
                  </a:moveTo>
                  <a:cubicBezTo>
                    <a:pt x="756" y="0"/>
                    <a:pt x="1" y="759"/>
                    <a:pt x="1" y="1696"/>
                  </a:cubicBezTo>
                  <a:lnTo>
                    <a:pt x="1" y="11293"/>
                  </a:lnTo>
                  <a:lnTo>
                    <a:pt x="10245" y="11293"/>
                  </a:lnTo>
                  <a:lnTo>
                    <a:pt x="10245" y="7342"/>
                  </a:lnTo>
                  <a:cubicBezTo>
                    <a:pt x="10245" y="6092"/>
                    <a:pt x="11257" y="5083"/>
                    <a:pt x="12503" y="5083"/>
                  </a:cubicBezTo>
                  <a:lnTo>
                    <a:pt x="17020" y="5083"/>
                  </a:lnTo>
                  <a:cubicBezTo>
                    <a:pt x="18201" y="5083"/>
                    <a:pt x="19179" y="5993"/>
                    <a:pt x="19273" y="7167"/>
                  </a:cubicBezTo>
                  <a:lnTo>
                    <a:pt x="19273" y="1696"/>
                  </a:lnTo>
                  <a:cubicBezTo>
                    <a:pt x="19270" y="759"/>
                    <a:pt x="18514" y="0"/>
                    <a:pt x="17577"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96" name="Google Shape;7496;p68"/>
            <p:cNvSpPr/>
            <p:nvPr/>
          </p:nvSpPr>
          <p:spPr>
            <a:xfrm>
              <a:off x="4741225" y="2791125"/>
              <a:ext cx="169400" cy="42325"/>
            </a:xfrm>
            <a:custGeom>
              <a:avLst/>
              <a:gdLst/>
              <a:ahLst/>
              <a:cxnLst/>
              <a:rect l="l" t="t" r="r" b="b"/>
              <a:pathLst>
                <a:path w="6776" h="1693" extrusionOk="0">
                  <a:moveTo>
                    <a:pt x="1129" y="1"/>
                  </a:moveTo>
                  <a:cubicBezTo>
                    <a:pt x="506" y="1"/>
                    <a:pt x="0" y="503"/>
                    <a:pt x="0" y="1130"/>
                  </a:cubicBezTo>
                  <a:lnTo>
                    <a:pt x="0" y="1693"/>
                  </a:lnTo>
                  <a:lnTo>
                    <a:pt x="6775" y="1693"/>
                  </a:lnTo>
                  <a:lnTo>
                    <a:pt x="6775" y="1130"/>
                  </a:lnTo>
                  <a:cubicBezTo>
                    <a:pt x="6775" y="503"/>
                    <a:pt x="6270" y="1"/>
                    <a:pt x="5646"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497" name="Google Shape;7497;p68"/>
          <p:cNvGrpSpPr/>
          <p:nvPr/>
        </p:nvGrpSpPr>
        <p:grpSpPr>
          <a:xfrm>
            <a:off x="10632906" y="3063711"/>
            <a:ext cx="452337" cy="424056"/>
            <a:chOff x="5049725" y="2635825"/>
            <a:chExt cx="481825" cy="451700"/>
          </a:xfrm>
        </p:grpSpPr>
        <p:sp>
          <p:nvSpPr>
            <p:cNvPr id="7498" name="Google Shape;7498;p68"/>
            <p:cNvSpPr/>
            <p:nvPr/>
          </p:nvSpPr>
          <p:spPr>
            <a:xfrm>
              <a:off x="5135325" y="3031050"/>
              <a:ext cx="310550" cy="56475"/>
            </a:xfrm>
            <a:custGeom>
              <a:avLst/>
              <a:gdLst/>
              <a:ahLst/>
              <a:cxnLst/>
              <a:rect l="l" t="t" r="r" b="b"/>
              <a:pathLst>
                <a:path w="12422" h="2259" extrusionOk="0">
                  <a:moveTo>
                    <a:pt x="2791" y="0"/>
                  </a:moveTo>
                  <a:lnTo>
                    <a:pt x="2415" y="1130"/>
                  </a:lnTo>
                  <a:lnTo>
                    <a:pt x="566" y="1130"/>
                  </a:lnTo>
                  <a:cubicBezTo>
                    <a:pt x="253" y="1130"/>
                    <a:pt x="0" y="1383"/>
                    <a:pt x="0" y="1696"/>
                  </a:cubicBezTo>
                  <a:cubicBezTo>
                    <a:pt x="0" y="2006"/>
                    <a:pt x="253" y="2259"/>
                    <a:pt x="566" y="2259"/>
                  </a:cubicBezTo>
                  <a:lnTo>
                    <a:pt x="11858" y="2259"/>
                  </a:lnTo>
                  <a:cubicBezTo>
                    <a:pt x="12169" y="2259"/>
                    <a:pt x="12421" y="2006"/>
                    <a:pt x="12421" y="1696"/>
                  </a:cubicBezTo>
                  <a:cubicBezTo>
                    <a:pt x="12421" y="1383"/>
                    <a:pt x="12169" y="1130"/>
                    <a:pt x="11858" y="1130"/>
                  </a:cubicBezTo>
                  <a:lnTo>
                    <a:pt x="10006" y="1130"/>
                  </a:lnTo>
                  <a:lnTo>
                    <a:pt x="9630"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499" name="Google Shape;7499;p68"/>
            <p:cNvSpPr/>
            <p:nvPr/>
          </p:nvSpPr>
          <p:spPr>
            <a:xfrm>
              <a:off x="5049725" y="2946350"/>
              <a:ext cx="481825" cy="56500"/>
            </a:xfrm>
            <a:custGeom>
              <a:avLst/>
              <a:gdLst/>
              <a:ahLst/>
              <a:cxnLst/>
              <a:rect l="l" t="t" r="r" b="b"/>
              <a:pathLst>
                <a:path w="19273" h="2260" extrusionOk="0">
                  <a:moveTo>
                    <a:pt x="0" y="1"/>
                  </a:moveTo>
                  <a:lnTo>
                    <a:pt x="0" y="567"/>
                  </a:lnTo>
                  <a:cubicBezTo>
                    <a:pt x="0" y="1500"/>
                    <a:pt x="756" y="2259"/>
                    <a:pt x="1693" y="2259"/>
                  </a:cubicBezTo>
                  <a:lnTo>
                    <a:pt x="17577" y="2259"/>
                  </a:lnTo>
                  <a:cubicBezTo>
                    <a:pt x="18513" y="2259"/>
                    <a:pt x="19269" y="1500"/>
                    <a:pt x="19272" y="567"/>
                  </a:cubicBezTo>
                  <a:lnTo>
                    <a:pt x="19272"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00" name="Google Shape;7500;p68"/>
            <p:cNvSpPr/>
            <p:nvPr/>
          </p:nvSpPr>
          <p:spPr>
            <a:xfrm>
              <a:off x="5049725" y="2635825"/>
              <a:ext cx="481825" cy="282325"/>
            </a:xfrm>
            <a:custGeom>
              <a:avLst/>
              <a:gdLst/>
              <a:ahLst/>
              <a:cxnLst/>
              <a:rect l="l" t="t" r="r" b="b"/>
              <a:pathLst>
                <a:path w="19273" h="11293" extrusionOk="0">
                  <a:moveTo>
                    <a:pt x="1693" y="0"/>
                  </a:moveTo>
                  <a:cubicBezTo>
                    <a:pt x="756" y="0"/>
                    <a:pt x="0" y="759"/>
                    <a:pt x="0" y="1696"/>
                  </a:cubicBezTo>
                  <a:lnTo>
                    <a:pt x="0" y="11293"/>
                  </a:lnTo>
                  <a:lnTo>
                    <a:pt x="19272" y="11293"/>
                  </a:lnTo>
                  <a:lnTo>
                    <a:pt x="19272" y="1696"/>
                  </a:lnTo>
                  <a:cubicBezTo>
                    <a:pt x="19269" y="759"/>
                    <a:pt x="18513" y="0"/>
                    <a:pt x="17577"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501" name="Google Shape;7501;p68"/>
          <p:cNvGrpSpPr/>
          <p:nvPr/>
        </p:nvGrpSpPr>
        <p:grpSpPr>
          <a:xfrm>
            <a:off x="3167182" y="5269658"/>
            <a:ext cx="451421" cy="451164"/>
            <a:chOff x="5643000" y="2621375"/>
            <a:chExt cx="480850" cy="480575"/>
          </a:xfrm>
        </p:grpSpPr>
        <p:sp>
          <p:nvSpPr>
            <p:cNvPr id="7502" name="Google Shape;7502;p68"/>
            <p:cNvSpPr/>
            <p:nvPr/>
          </p:nvSpPr>
          <p:spPr>
            <a:xfrm>
              <a:off x="5837150" y="2812950"/>
              <a:ext cx="92625" cy="88125"/>
            </a:xfrm>
            <a:custGeom>
              <a:avLst/>
              <a:gdLst/>
              <a:ahLst/>
              <a:cxnLst/>
              <a:rect l="l" t="t" r="r" b="b"/>
              <a:pathLst>
                <a:path w="3705" h="3525" extrusionOk="0">
                  <a:moveTo>
                    <a:pt x="1853" y="1"/>
                  </a:moveTo>
                  <a:lnTo>
                    <a:pt x="1" y="1347"/>
                  </a:lnTo>
                  <a:lnTo>
                    <a:pt x="706" y="3524"/>
                  </a:lnTo>
                  <a:lnTo>
                    <a:pt x="2997" y="3524"/>
                  </a:lnTo>
                  <a:lnTo>
                    <a:pt x="3705" y="1347"/>
                  </a:lnTo>
                  <a:lnTo>
                    <a:pt x="1853"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03" name="Google Shape;7503;p68"/>
            <p:cNvSpPr/>
            <p:nvPr/>
          </p:nvSpPr>
          <p:spPr>
            <a:xfrm>
              <a:off x="5643000" y="2631975"/>
              <a:ext cx="480850" cy="469975"/>
            </a:xfrm>
            <a:custGeom>
              <a:avLst/>
              <a:gdLst/>
              <a:ahLst/>
              <a:cxnLst/>
              <a:rect l="l" t="t" r="r" b="b"/>
              <a:pathLst>
                <a:path w="19234" h="18799" extrusionOk="0">
                  <a:moveTo>
                    <a:pt x="9617" y="5978"/>
                  </a:moveTo>
                  <a:cubicBezTo>
                    <a:pt x="9734" y="5978"/>
                    <a:pt x="9851" y="6014"/>
                    <a:pt x="9950" y="6087"/>
                  </a:cubicBezTo>
                  <a:lnTo>
                    <a:pt x="12464" y="7914"/>
                  </a:lnTo>
                  <a:cubicBezTo>
                    <a:pt x="12663" y="8059"/>
                    <a:pt x="12745" y="8312"/>
                    <a:pt x="12669" y="8547"/>
                  </a:cubicBezTo>
                  <a:lnTo>
                    <a:pt x="11709" y="11504"/>
                  </a:lnTo>
                  <a:cubicBezTo>
                    <a:pt x="11633" y="11736"/>
                    <a:pt x="11417" y="11892"/>
                    <a:pt x="11173" y="11892"/>
                  </a:cubicBezTo>
                  <a:lnTo>
                    <a:pt x="8062" y="11892"/>
                  </a:lnTo>
                  <a:cubicBezTo>
                    <a:pt x="7818" y="11892"/>
                    <a:pt x="7601" y="11736"/>
                    <a:pt x="7526" y="11504"/>
                  </a:cubicBezTo>
                  <a:lnTo>
                    <a:pt x="6565" y="8547"/>
                  </a:lnTo>
                  <a:cubicBezTo>
                    <a:pt x="6490" y="8312"/>
                    <a:pt x="6571" y="8059"/>
                    <a:pt x="6770" y="7914"/>
                  </a:cubicBezTo>
                  <a:lnTo>
                    <a:pt x="9285" y="6087"/>
                  </a:lnTo>
                  <a:cubicBezTo>
                    <a:pt x="9384" y="6014"/>
                    <a:pt x="9501" y="5978"/>
                    <a:pt x="9617" y="5978"/>
                  </a:cubicBezTo>
                  <a:close/>
                  <a:moveTo>
                    <a:pt x="6785" y="1"/>
                  </a:moveTo>
                  <a:lnTo>
                    <a:pt x="6785" y="1"/>
                  </a:lnTo>
                  <a:cubicBezTo>
                    <a:pt x="5289" y="462"/>
                    <a:pt x="3928" y="1284"/>
                    <a:pt x="2822" y="2395"/>
                  </a:cubicBezTo>
                  <a:cubicBezTo>
                    <a:pt x="2431" y="2783"/>
                    <a:pt x="2076" y="3208"/>
                    <a:pt x="1756" y="3656"/>
                  </a:cubicBezTo>
                  <a:lnTo>
                    <a:pt x="3072" y="3834"/>
                  </a:lnTo>
                  <a:cubicBezTo>
                    <a:pt x="3289" y="3864"/>
                    <a:pt x="3467" y="4015"/>
                    <a:pt x="3533" y="4220"/>
                  </a:cubicBezTo>
                  <a:lnTo>
                    <a:pt x="4497" y="7177"/>
                  </a:lnTo>
                  <a:cubicBezTo>
                    <a:pt x="4572" y="7408"/>
                    <a:pt x="4488" y="7664"/>
                    <a:pt x="4289" y="7809"/>
                  </a:cubicBezTo>
                  <a:lnTo>
                    <a:pt x="1775" y="9637"/>
                  </a:lnTo>
                  <a:cubicBezTo>
                    <a:pt x="1677" y="9708"/>
                    <a:pt x="1560" y="9743"/>
                    <a:pt x="1444" y="9743"/>
                  </a:cubicBezTo>
                  <a:cubicBezTo>
                    <a:pt x="1351" y="9743"/>
                    <a:pt x="1259" y="9721"/>
                    <a:pt x="1175" y="9676"/>
                  </a:cubicBezTo>
                  <a:lnTo>
                    <a:pt x="7" y="9047"/>
                  </a:lnTo>
                  <a:cubicBezTo>
                    <a:pt x="7" y="9092"/>
                    <a:pt x="7" y="9140"/>
                    <a:pt x="7" y="9188"/>
                  </a:cubicBezTo>
                  <a:cubicBezTo>
                    <a:pt x="1" y="11269"/>
                    <a:pt x="675" y="13292"/>
                    <a:pt x="1925" y="14955"/>
                  </a:cubicBezTo>
                  <a:lnTo>
                    <a:pt x="2500" y="13756"/>
                  </a:lnTo>
                  <a:cubicBezTo>
                    <a:pt x="2594" y="13560"/>
                    <a:pt x="2792" y="13437"/>
                    <a:pt x="3009" y="13437"/>
                  </a:cubicBezTo>
                  <a:lnTo>
                    <a:pt x="6120" y="13437"/>
                  </a:lnTo>
                  <a:cubicBezTo>
                    <a:pt x="6364" y="13437"/>
                    <a:pt x="6580" y="13594"/>
                    <a:pt x="6656" y="13828"/>
                  </a:cubicBezTo>
                  <a:lnTo>
                    <a:pt x="7616" y="16786"/>
                  </a:lnTo>
                  <a:cubicBezTo>
                    <a:pt x="7683" y="16990"/>
                    <a:pt x="7625" y="17216"/>
                    <a:pt x="7469" y="17367"/>
                  </a:cubicBezTo>
                  <a:lnTo>
                    <a:pt x="6508" y="18288"/>
                  </a:lnTo>
                  <a:cubicBezTo>
                    <a:pt x="7515" y="18628"/>
                    <a:pt x="8566" y="18799"/>
                    <a:pt x="9616" y="18799"/>
                  </a:cubicBezTo>
                  <a:cubicBezTo>
                    <a:pt x="10667" y="18799"/>
                    <a:pt x="11718" y="18628"/>
                    <a:pt x="12726" y="18288"/>
                  </a:cubicBezTo>
                  <a:lnTo>
                    <a:pt x="11763" y="17367"/>
                  </a:lnTo>
                  <a:cubicBezTo>
                    <a:pt x="11606" y="17216"/>
                    <a:pt x="11549" y="16990"/>
                    <a:pt x="11615" y="16786"/>
                  </a:cubicBezTo>
                  <a:lnTo>
                    <a:pt x="12576" y="13828"/>
                  </a:lnTo>
                  <a:cubicBezTo>
                    <a:pt x="12651" y="13594"/>
                    <a:pt x="12868" y="13437"/>
                    <a:pt x="13115" y="13437"/>
                  </a:cubicBezTo>
                  <a:lnTo>
                    <a:pt x="16223" y="13437"/>
                  </a:lnTo>
                  <a:cubicBezTo>
                    <a:pt x="16439" y="13437"/>
                    <a:pt x="16638" y="13560"/>
                    <a:pt x="16731" y="13756"/>
                  </a:cubicBezTo>
                  <a:lnTo>
                    <a:pt x="17307" y="14955"/>
                  </a:lnTo>
                  <a:cubicBezTo>
                    <a:pt x="18559" y="13292"/>
                    <a:pt x="19234" y="11269"/>
                    <a:pt x="19228" y="9188"/>
                  </a:cubicBezTo>
                  <a:cubicBezTo>
                    <a:pt x="19228" y="9140"/>
                    <a:pt x="19228" y="9092"/>
                    <a:pt x="19225" y="9044"/>
                  </a:cubicBezTo>
                  <a:lnTo>
                    <a:pt x="18059" y="9673"/>
                  </a:lnTo>
                  <a:cubicBezTo>
                    <a:pt x="17975" y="9719"/>
                    <a:pt x="17883" y="9742"/>
                    <a:pt x="17791" y="9742"/>
                  </a:cubicBezTo>
                  <a:cubicBezTo>
                    <a:pt x="17674" y="9742"/>
                    <a:pt x="17557" y="9705"/>
                    <a:pt x="17457" y="9634"/>
                  </a:cubicBezTo>
                  <a:lnTo>
                    <a:pt x="14943" y="7806"/>
                  </a:lnTo>
                  <a:cubicBezTo>
                    <a:pt x="14744" y="7661"/>
                    <a:pt x="14663" y="7408"/>
                    <a:pt x="14738" y="7174"/>
                  </a:cubicBezTo>
                  <a:lnTo>
                    <a:pt x="15702" y="4220"/>
                  </a:lnTo>
                  <a:cubicBezTo>
                    <a:pt x="15768" y="4012"/>
                    <a:pt x="15945" y="3864"/>
                    <a:pt x="16162" y="3834"/>
                  </a:cubicBezTo>
                  <a:lnTo>
                    <a:pt x="17478" y="3656"/>
                  </a:lnTo>
                  <a:cubicBezTo>
                    <a:pt x="17162" y="3208"/>
                    <a:pt x="16804" y="2783"/>
                    <a:pt x="16415" y="2395"/>
                  </a:cubicBezTo>
                  <a:cubicBezTo>
                    <a:pt x="15307" y="1284"/>
                    <a:pt x="13946" y="462"/>
                    <a:pt x="12449" y="1"/>
                  </a:cubicBezTo>
                  <a:lnTo>
                    <a:pt x="12449" y="1"/>
                  </a:lnTo>
                  <a:lnTo>
                    <a:pt x="12690" y="1311"/>
                  </a:lnTo>
                  <a:cubicBezTo>
                    <a:pt x="12726" y="1524"/>
                    <a:pt x="12642" y="1741"/>
                    <a:pt x="12464" y="1868"/>
                  </a:cubicBezTo>
                  <a:lnTo>
                    <a:pt x="9950" y="3696"/>
                  </a:lnTo>
                  <a:cubicBezTo>
                    <a:pt x="9851" y="3768"/>
                    <a:pt x="9734" y="3804"/>
                    <a:pt x="9618" y="3804"/>
                  </a:cubicBezTo>
                  <a:cubicBezTo>
                    <a:pt x="9501" y="3804"/>
                    <a:pt x="9385" y="3768"/>
                    <a:pt x="9288" y="3696"/>
                  </a:cubicBezTo>
                  <a:lnTo>
                    <a:pt x="6770" y="1868"/>
                  </a:lnTo>
                  <a:cubicBezTo>
                    <a:pt x="6596" y="1741"/>
                    <a:pt x="6508" y="1524"/>
                    <a:pt x="6547" y="1311"/>
                  </a:cubicBezTo>
                  <a:lnTo>
                    <a:pt x="6785"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04" name="Google Shape;7504;p68"/>
            <p:cNvSpPr/>
            <p:nvPr/>
          </p:nvSpPr>
          <p:spPr>
            <a:xfrm>
              <a:off x="6041550" y="2749725"/>
              <a:ext cx="79750" cy="95025"/>
            </a:xfrm>
            <a:custGeom>
              <a:avLst/>
              <a:gdLst/>
              <a:ahLst/>
              <a:cxnLst/>
              <a:rect l="l" t="t" r="r" b="b"/>
              <a:pathLst>
                <a:path w="3190" h="3801" extrusionOk="0">
                  <a:moveTo>
                    <a:pt x="2184" y="0"/>
                  </a:moveTo>
                  <a:lnTo>
                    <a:pt x="723" y="196"/>
                  </a:lnTo>
                  <a:lnTo>
                    <a:pt x="0" y="2424"/>
                  </a:lnTo>
                  <a:lnTo>
                    <a:pt x="1895" y="3801"/>
                  </a:lnTo>
                  <a:lnTo>
                    <a:pt x="3189" y="3102"/>
                  </a:lnTo>
                  <a:cubicBezTo>
                    <a:pt x="3036" y="2018"/>
                    <a:pt x="2696" y="967"/>
                    <a:pt x="2184"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05" name="Google Shape;7505;p68"/>
            <p:cNvSpPr/>
            <p:nvPr/>
          </p:nvSpPr>
          <p:spPr>
            <a:xfrm>
              <a:off x="5963025" y="2996125"/>
              <a:ext cx="92625" cy="81175"/>
            </a:xfrm>
            <a:custGeom>
              <a:avLst/>
              <a:gdLst/>
              <a:ahLst/>
              <a:cxnLst/>
              <a:rect l="l" t="t" r="r" b="b"/>
              <a:pathLst>
                <a:path w="3705" h="3247" extrusionOk="0">
                  <a:moveTo>
                    <a:pt x="723" y="0"/>
                  </a:moveTo>
                  <a:lnTo>
                    <a:pt x="1" y="2229"/>
                  </a:lnTo>
                  <a:lnTo>
                    <a:pt x="1067" y="3246"/>
                  </a:lnTo>
                  <a:cubicBezTo>
                    <a:pt x="2009" y="2780"/>
                    <a:pt x="2870" y="2162"/>
                    <a:pt x="3614" y="1416"/>
                  </a:cubicBezTo>
                  <a:cubicBezTo>
                    <a:pt x="3644" y="1388"/>
                    <a:pt x="3674" y="1355"/>
                    <a:pt x="3705" y="1325"/>
                  </a:cubicBezTo>
                  <a:lnTo>
                    <a:pt x="3069"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06" name="Google Shape;7506;p68"/>
            <p:cNvSpPr/>
            <p:nvPr/>
          </p:nvSpPr>
          <p:spPr>
            <a:xfrm>
              <a:off x="5711225" y="2996200"/>
              <a:ext cx="92600" cy="81100"/>
            </a:xfrm>
            <a:custGeom>
              <a:avLst/>
              <a:gdLst/>
              <a:ahLst/>
              <a:cxnLst/>
              <a:rect l="l" t="t" r="r" b="b"/>
              <a:pathLst>
                <a:path w="3704" h="3244" extrusionOk="0">
                  <a:moveTo>
                    <a:pt x="635" y="0"/>
                  </a:moveTo>
                  <a:lnTo>
                    <a:pt x="0" y="1322"/>
                  </a:lnTo>
                  <a:cubicBezTo>
                    <a:pt x="30" y="1355"/>
                    <a:pt x="60" y="1385"/>
                    <a:pt x="93" y="1416"/>
                  </a:cubicBezTo>
                  <a:cubicBezTo>
                    <a:pt x="834" y="2162"/>
                    <a:pt x="1695" y="2780"/>
                    <a:pt x="2638" y="3243"/>
                  </a:cubicBezTo>
                  <a:lnTo>
                    <a:pt x="3704" y="2229"/>
                  </a:lnTo>
                  <a:lnTo>
                    <a:pt x="2981"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07" name="Google Shape;7507;p68"/>
            <p:cNvSpPr/>
            <p:nvPr/>
          </p:nvSpPr>
          <p:spPr>
            <a:xfrm>
              <a:off x="5645575" y="2749725"/>
              <a:ext cx="79825" cy="95100"/>
            </a:xfrm>
            <a:custGeom>
              <a:avLst/>
              <a:gdLst/>
              <a:ahLst/>
              <a:cxnLst/>
              <a:rect l="l" t="t" r="r" b="b"/>
              <a:pathLst>
                <a:path w="3193" h="3804" extrusionOk="0">
                  <a:moveTo>
                    <a:pt x="1009" y="0"/>
                  </a:moveTo>
                  <a:cubicBezTo>
                    <a:pt x="497" y="967"/>
                    <a:pt x="154" y="2018"/>
                    <a:pt x="0" y="3105"/>
                  </a:cubicBezTo>
                  <a:lnTo>
                    <a:pt x="1295" y="3804"/>
                  </a:lnTo>
                  <a:lnTo>
                    <a:pt x="3192" y="2424"/>
                  </a:lnTo>
                  <a:lnTo>
                    <a:pt x="2467" y="196"/>
                  </a:lnTo>
                  <a:lnTo>
                    <a:pt x="1009"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08" name="Google Shape;7508;p68"/>
            <p:cNvSpPr/>
            <p:nvPr/>
          </p:nvSpPr>
          <p:spPr>
            <a:xfrm>
              <a:off x="5836025" y="2621375"/>
              <a:ext cx="94800" cy="74100"/>
            </a:xfrm>
            <a:custGeom>
              <a:avLst/>
              <a:gdLst/>
              <a:ahLst/>
              <a:cxnLst/>
              <a:rect l="l" t="t" r="r" b="b"/>
              <a:pathLst>
                <a:path w="3792" h="2964" extrusionOk="0">
                  <a:moveTo>
                    <a:pt x="1897" y="1"/>
                  </a:moveTo>
                  <a:cubicBezTo>
                    <a:pt x="1351" y="1"/>
                    <a:pt x="805" y="47"/>
                    <a:pt x="266" y="139"/>
                  </a:cubicBezTo>
                  <a:lnTo>
                    <a:pt x="1" y="1587"/>
                  </a:lnTo>
                  <a:lnTo>
                    <a:pt x="1898" y="2963"/>
                  </a:lnTo>
                  <a:lnTo>
                    <a:pt x="3792" y="1587"/>
                  </a:lnTo>
                  <a:lnTo>
                    <a:pt x="3530" y="139"/>
                  </a:lnTo>
                  <a:cubicBezTo>
                    <a:pt x="2989" y="47"/>
                    <a:pt x="2443" y="1"/>
                    <a:pt x="1897"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509" name="Google Shape;7509;p68"/>
          <p:cNvGrpSpPr/>
          <p:nvPr/>
        </p:nvGrpSpPr>
        <p:grpSpPr>
          <a:xfrm>
            <a:off x="5590377" y="5269072"/>
            <a:ext cx="452479" cy="452337"/>
            <a:chOff x="6235250" y="2620775"/>
            <a:chExt cx="481975" cy="481825"/>
          </a:xfrm>
        </p:grpSpPr>
        <p:sp>
          <p:nvSpPr>
            <p:cNvPr id="7510" name="Google Shape;7510;p68"/>
            <p:cNvSpPr/>
            <p:nvPr/>
          </p:nvSpPr>
          <p:spPr>
            <a:xfrm>
              <a:off x="6405675" y="2620775"/>
              <a:ext cx="28275" cy="56475"/>
            </a:xfrm>
            <a:custGeom>
              <a:avLst/>
              <a:gdLst/>
              <a:ahLst/>
              <a:cxnLst/>
              <a:rect l="l" t="t" r="r" b="b"/>
              <a:pathLst>
                <a:path w="1131" h="2259" extrusionOk="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11" name="Google Shape;7511;p68"/>
            <p:cNvSpPr/>
            <p:nvPr/>
          </p:nvSpPr>
          <p:spPr>
            <a:xfrm>
              <a:off x="6518600" y="2620775"/>
              <a:ext cx="28250" cy="56475"/>
            </a:xfrm>
            <a:custGeom>
              <a:avLst/>
              <a:gdLst/>
              <a:ahLst/>
              <a:cxnLst/>
              <a:rect l="l" t="t" r="r" b="b"/>
              <a:pathLst>
                <a:path w="1130" h="2259" extrusionOk="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12" name="Google Shape;7512;p68"/>
            <p:cNvSpPr/>
            <p:nvPr/>
          </p:nvSpPr>
          <p:spPr>
            <a:xfrm>
              <a:off x="6603300" y="2649000"/>
              <a:ext cx="28250" cy="56475"/>
            </a:xfrm>
            <a:custGeom>
              <a:avLst/>
              <a:gdLst/>
              <a:ahLst/>
              <a:cxnLst/>
              <a:rect l="l" t="t" r="r" b="b"/>
              <a:pathLst>
                <a:path w="1130" h="2259" extrusionOk="0">
                  <a:moveTo>
                    <a:pt x="567" y="0"/>
                  </a:moveTo>
                  <a:cubicBezTo>
                    <a:pt x="253" y="0"/>
                    <a:pt x="0" y="253"/>
                    <a:pt x="0" y="566"/>
                  </a:cubicBezTo>
                  <a:lnTo>
                    <a:pt x="0" y="1696"/>
                  </a:lnTo>
                  <a:cubicBezTo>
                    <a:pt x="0" y="2006"/>
                    <a:pt x="253" y="2259"/>
                    <a:pt x="567" y="2259"/>
                  </a:cubicBezTo>
                  <a:cubicBezTo>
                    <a:pt x="877" y="2259"/>
                    <a:pt x="1130" y="2006"/>
                    <a:pt x="1130" y="1696"/>
                  </a:cubicBezTo>
                  <a:lnTo>
                    <a:pt x="1130" y="566"/>
                  </a:lnTo>
                  <a:cubicBezTo>
                    <a:pt x="1130" y="253"/>
                    <a:pt x="877" y="0"/>
                    <a:pt x="567"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13" name="Google Shape;7513;p68"/>
            <p:cNvSpPr/>
            <p:nvPr/>
          </p:nvSpPr>
          <p:spPr>
            <a:xfrm>
              <a:off x="6321000" y="2649000"/>
              <a:ext cx="28250" cy="56475"/>
            </a:xfrm>
            <a:custGeom>
              <a:avLst/>
              <a:gdLst/>
              <a:ahLst/>
              <a:cxnLst/>
              <a:rect l="l" t="t" r="r" b="b"/>
              <a:pathLst>
                <a:path w="1130" h="2259" extrusionOk="0">
                  <a:moveTo>
                    <a:pt x="566" y="0"/>
                  </a:moveTo>
                  <a:cubicBezTo>
                    <a:pt x="253" y="0"/>
                    <a:pt x="0" y="253"/>
                    <a:pt x="0" y="566"/>
                  </a:cubicBezTo>
                  <a:lnTo>
                    <a:pt x="0" y="1696"/>
                  </a:lnTo>
                  <a:cubicBezTo>
                    <a:pt x="0" y="2006"/>
                    <a:pt x="253" y="2259"/>
                    <a:pt x="566" y="2259"/>
                  </a:cubicBezTo>
                  <a:cubicBezTo>
                    <a:pt x="876" y="2259"/>
                    <a:pt x="1129" y="2006"/>
                    <a:pt x="1129" y="1696"/>
                  </a:cubicBezTo>
                  <a:lnTo>
                    <a:pt x="1129" y="566"/>
                  </a:lnTo>
                  <a:cubicBezTo>
                    <a:pt x="1129" y="253"/>
                    <a:pt x="876" y="0"/>
                    <a:pt x="566"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14" name="Google Shape;7514;p68"/>
            <p:cNvSpPr/>
            <p:nvPr/>
          </p:nvSpPr>
          <p:spPr>
            <a:xfrm>
              <a:off x="6235250" y="2677225"/>
              <a:ext cx="481975" cy="425375"/>
            </a:xfrm>
            <a:custGeom>
              <a:avLst/>
              <a:gdLst/>
              <a:ahLst/>
              <a:cxnLst/>
              <a:rect l="l" t="t" r="r" b="b"/>
              <a:pathLst>
                <a:path w="19279" h="17015" extrusionOk="0">
                  <a:moveTo>
                    <a:pt x="9639" y="1"/>
                  </a:moveTo>
                  <a:cubicBezTo>
                    <a:pt x="9326" y="1"/>
                    <a:pt x="9073" y="254"/>
                    <a:pt x="9073" y="567"/>
                  </a:cubicBezTo>
                  <a:lnTo>
                    <a:pt x="9073" y="1202"/>
                  </a:lnTo>
                  <a:cubicBezTo>
                    <a:pt x="7920" y="1470"/>
                    <a:pt x="6872" y="2548"/>
                    <a:pt x="6252" y="4156"/>
                  </a:cubicBezTo>
                  <a:cubicBezTo>
                    <a:pt x="6164" y="4380"/>
                    <a:pt x="5952" y="4518"/>
                    <a:pt x="5726" y="4518"/>
                  </a:cubicBezTo>
                  <a:cubicBezTo>
                    <a:pt x="5658" y="4518"/>
                    <a:pt x="5588" y="4505"/>
                    <a:pt x="5520" y="4478"/>
                  </a:cubicBezTo>
                  <a:cubicBezTo>
                    <a:pt x="5231" y="4367"/>
                    <a:pt x="5083" y="4042"/>
                    <a:pt x="5198" y="3750"/>
                  </a:cubicBezTo>
                  <a:cubicBezTo>
                    <a:pt x="5532" y="2876"/>
                    <a:pt x="5987" y="2130"/>
                    <a:pt x="6517" y="1536"/>
                  </a:cubicBezTo>
                  <a:lnTo>
                    <a:pt x="6517" y="1536"/>
                  </a:lnTo>
                  <a:cubicBezTo>
                    <a:pt x="2753" y="2527"/>
                    <a:pt x="0" y="5258"/>
                    <a:pt x="0" y="8468"/>
                  </a:cubicBezTo>
                  <a:lnTo>
                    <a:pt x="0" y="9034"/>
                  </a:lnTo>
                  <a:cubicBezTo>
                    <a:pt x="0" y="9347"/>
                    <a:pt x="253" y="9597"/>
                    <a:pt x="564" y="9597"/>
                  </a:cubicBezTo>
                  <a:cubicBezTo>
                    <a:pt x="877" y="9597"/>
                    <a:pt x="1130" y="9347"/>
                    <a:pt x="1130" y="9034"/>
                  </a:cubicBezTo>
                  <a:cubicBezTo>
                    <a:pt x="1130" y="8423"/>
                    <a:pt x="1904" y="7905"/>
                    <a:pt x="2822" y="7905"/>
                  </a:cubicBezTo>
                  <a:cubicBezTo>
                    <a:pt x="3740" y="7905"/>
                    <a:pt x="4553" y="8423"/>
                    <a:pt x="4553" y="9034"/>
                  </a:cubicBezTo>
                  <a:cubicBezTo>
                    <a:pt x="4553" y="9347"/>
                    <a:pt x="4806" y="9597"/>
                    <a:pt x="5120" y="9597"/>
                  </a:cubicBezTo>
                  <a:cubicBezTo>
                    <a:pt x="5430" y="9597"/>
                    <a:pt x="5683" y="9347"/>
                    <a:pt x="5683" y="9034"/>
                  </a:cubicBezTo>
                  <a:cubicBezTo>
                    <a:pt x="5683" y="8423"/>
                    <a:pt x="6460" y="7905"/>
                    <a:pt x="7378" y="7905"/>
                  </a:cubicBezTo>
                  <a:cubicBezTo>
                    <a:pt x="8296" y="7905"/>
                    <a:pt x="9070" y="8423"/>
                    <a:pt x="9070" y="9034"/>
                  </a:cubicBezTo>
                  <a:lnTo>
                    <a:pt x="9070" y="14756"/>
                  </a:lnTo>
                  <a:cubicBezTo>
                    <a:pt x="9070" y="15379"/>
                    <a:pt x="8564" y="15885"/>
                    <a:pt x="7941" y="15885"/>
                  </a:cubicBezTo>
                  <a:cubicBezTo>
                    <a:pt x="7318" y="15885"/>
                    <a:pt x="6812" y="15379"/>
                    <a:pt x="6812" y="14756"/>
                  </a:cubicBezTo>
                  <a:lnTo>
                    <a:pt x="6812" y="14190"/>
                  </a:lnTo>
                  <a:cubicBezTo>
                    <a:pt x="6812" y="13879"/>
                    <a:pt x="6559" y="13626"/>
                    <a:pt x="6249" y="13626"/>
                  </a:cubicBezTo>
                  <a:cubicBezTo>
                    <a:pt x="5936" y="13626"/>
                    <a:pt x="5683" y="13879"/>
                    <a:pt x="5683" y="14190"/>
                  </a:cubicBezTo>
                  <a:lnTo>
                    <a:pt x="5683" y="14756"/>
                  </a:lnTo>
                  <a:cubicBezTo>
                    <a:pt x="5683" y="16002"/>
                    <a:pt x="6694" y="17014"/>
                    <a:pt x="7941" y="17014"/>
                  </a:cubicBezTo>
                  <a:cubicBezTo>
                    <a:pt x="9188" y="17014"/>
                    <a:pt x="10200" y="16002"/>
                    <a:pt x="10200" y="14756"/>
                  </a:cubicBezTo>
                  <a:lnTo>
                    <a:pt x="10200" y="9034"/>
                  </a:lnTo>
                  <a:cubicBezTo>
                    <a:pt x="10200" y="8423"/>
                    <a:pt x="10976" y="7905"/>
                    <a:pt x="11895" y="7905"/>
                  </a:cubicBezTo>
                  <a:cubicBezTo>
                    <a:pt x="12813" y="7905"/>
                    <a:pt x="13587" y="8423"/>
                    <a:pt x="13587" y="9034"/>
                  </a:cubicBezTo>
                  <a:cubicBezTo>
                    <a:pt x="13587" y="9347"/>
                    <a:pt x="13840" y="9597"/>
                    <a:pt x="14153" y="9597"/>
                  </a:cubicBezTo>
                  <a:cubicBezTo>
                    <a:pt x="14463" y="9597"/>
                    <a:pt x="14716" y="9347"/>
                    <a:pt x="14716" y="9034"/>
                  </a:cubicBezTo>
                  <a:cubicBezTo>
                    <a:pt x="14716" y="8423"/>
                    <a:pt x="15529" y="7905"/>
                    <a:pt x="16448" y="7905"/>
                  </a:cubicBezTo>
                  <a:cubicBezTo>
                    <a:pt x="17366" y="7905"/>
                    <a:pt x="18143" y="8423"/>
                    <a:pt x="18143" y="9034"/>
                  </a:cubicBezTo>
                  <a:cubicBezTo>
                    <a:pt x="18143" y="9347"/>
                    <a:pt x="18396" y="9597"/>
                    <a:pt x="18706" y="9597"/>
                  </a:cubicBezTo>
                  <a:cubicBezTo>
                    <a:pt x="19019" y="9597"/>
                    <a:pt x="19272" y="9347"/>
                    <a:pt x="19272" y="9034"/>
                  </a:cubicBezTo>
                  <a:lnTo>
                    <a:pt x="19272" y="8471"/>
                  </a:lnTo>
                  <a:cubicBezTo>
                    <a:pt x="19278" y="5258"/>
                    <a:pt x="16523" y="2527"/>
                    <a:pt x="12759" y="1536"/>
                  </a:cubicBezTo>
                  <a:lnTo>
                    <a:pt x="12759" y="1536"/>
                  </a:lnTo>
                  <a:cubicBezTo>
                    <a:pt x="13292" y="2130"/>
                    <a:pt x="13744" y="2876"/>
                    <a:pt x="14081" y="3750"/>
                  </a:cubicBezTo>
                  <a:cubicBezTo>
                    <a:pt x="14192" y="4042"/>
                    <a:pt x="14048" y="4367"/>
                    <a:pt x="13756" y="4478"/>
                  </a:cubicBezTo>
                  <a:cubicBezTo>
                    <a:pt x="13688" y="4505"/>
                    <a:pt x="13618" y="4518"/>
                    <a:pt x="13550" y="4518"/>
                  </a:cubicBezTo>
                  <a:cubicBezTo>
                    <a:pt x="13324" y="4518"/>
                    <a:pt x="13113" y="4380"/>
                    <a:pt x="13027" y="4156"/>
                  </a:cubicBezTo>
                  <a:cubicBezTo>
                    <a:pt x="12407" y="2548"/>
                    <a:pt x="11359" y="1470"/>
                    <a:pt x="10203" y="1202"/>
                  </a:cubicBezTo>
                  <a:lnTo>
                    <a:pt x="10203" y="567"/>
                  </a:lnTo>
                  <a:cubicBezTo>
                    <a:pt x="10203" y="254"/>
                    <a:pt x="9950" y="1"/>
                    <a:pt x="9639"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sp>
        <p:nvSpPr>
          <p:cNvPr id="7515" name="Google Shape;7515;p68"/>
          <p:cNvSpPr/>
          <p:nvPr/>
        </p:nvSpPr>
        <p:spPr>
          <a:xfrm>
            <a:off x="6716779" y="3627591"/>
            <a:ext cx="460036" cy="427060"/>
          </a:xfrm>
          <a:custGeom>
            <a:avLst/>
            <a:gdLst/>
            <a:ahLst/>
            <a:cxnLst/>
            <a:rect l="l" t="t" r="r" b="b"/>
            <a:pathLst>
              <a:path w="19601" h="18196" extrusionOk="0">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nvGrpSpPr>
          <p:cNvPr id="7516" name="Google Shape;7516;p68"/>
          <p:cNvGrpSpPr/>
          <p:nvPr/>
        </p:nvGrpSpPr>
        <p:grpSpPr>
          <a:xfrm>
            <a:off x="7296870" y="3615090"/>
            <a:ext cx="454801" cy="452337"/>
            <a:chOff x="1535000" y="3223325"/>
            <a:chExt cx="484450" cy="481825"/>
          </a:xfrm>
        </p:grpSpPr>
        <p:sp>
          <p:nvSpPr>
            <p:cNvPr id="7517" name="Google Shape;7517;p68"/>
            <p:cNvSpPr/>
            <p:nvPr/>
          </p:nvSpPr>
          <p:spPr>
            <a:xfrm>
              <a:off x="1760150" y="3308225"/>
              <a:ext cx="143825" cy="140600"/>
            </a:xfrm>
            <a:custGeom>
              <a:avLst/>
              <a:gdLst/>
              <a:ahLst/>
              <a:cxnLst/>
              <a:rect l="l" t="t" r="r" b="b"/>
              <a:pathLst>
                <a:path w="5753" h="5624" extrusionOk="0">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4" y="5310"/>
                  </a:cubicBezTo>
                  <a:lnTo>
                    <a:pt x="4102" y="3973"/>
                  </a:lnTo>
                  <a:lnTo>
                    <a:pt x="5439" y="3304"/>
                  </a:lnTo>
                  <a:cubicBezTo>
                    <a:pt x="5629" y="3208"/>
                    <a:pt x="5752" y="3012"/>
                    <a:pt x="5752" y="2798"/>
                  </a:cubicBezTo>
                  <a:cubicBezTo>
                    <a:pt x="5752" y="2585"/>
                    <a:pt x="5632" y="2389"/>
                    <a:pt x="5439" y="2295"/>
                  </a:cubicBezTo>
                  <a:lnTo>
                    <a:pt x="4102" y="1627"/>
                  </a:lnTo>
                  <a:lnTo>
                    <a:pt x="3434" y="287"/>
                  </a:lnTo>
                  <a:cubicBezTo>
                    <a:pt x="3337" y="96"/>
                    <a:pt x="3132" y="0"/>
                    <a:pt x="2928"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18" name="Google Shape;7518;p68"/>
            <p:cNvSpPr/>
            <p:nvPr/>
          </p:nvSpPr>
          <p:spPr>
            <a:xfrm>
              <a:off x="1873075" y="3421150"/>
              <a:ext cx="146375" cy="140600"/>
            </a:xfrm>
            <a:custGeom>
              <a:avLst/>
              <a:gdLst/>
              <a:ahLst/>
              <a:cxnLst/>
              <a:rect l="l" t="t" r="r" b="b"/>
              <a:pathLst>
                <a:path w="5855" h="5624" extrusionOk="0">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3" y="5310"/>
                  </a:cubicBezTo>
                  <a:lnTo>
                    <a:pt x="4102" y="3973"/>
                  </a:lnTo>
                  <a:lnTo>
                    <a:pt x="5439" y="3304"/>
                  </a:lnTo>
                  <a:cubicBezTo>
                    <a:pt x="5854" y="3096"/>
                    <a:pt x="5854" y="2503"/>
                    <a:pt x="5439" y="2295"/>
                  </a:cubicBezTo>
                  <a:lnTo>
                    <a:pt x="4102" y="1627"/>
                  </a:lnTo>
                  <a:lnTo>
                    <a:pt x="3433" y="287"/>
                  </a:lnTo>
                  <a:cubicBezTo>
                    <a:pt x="3337" y="96"/>
                    <a:pt x="3132" y="0"/>
                    <a:pt x="2928"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19" name="Google Shape;7519;p68"/>
            <p:cNvSpPr/>
            <p:nvPr/>
          </p:nvSpPr>
          <p:spPr>
            <a:xfrm>
              <a:off x="1535000" y="3223325"/>
              <a:ext cx="406450" cy="481825"/>
            </a:xfrm>
            <a:custGeom>
              <a:avLst/>
              <a:gdLst/>
              <a:ahLst/>
              <a:cxnLst/>
              <a:rect l="l" t="t" r="r" b="b"/>
              <a:pathLst>
                <a:path w="16258" h="19273" extrusionOk="0">
                  <a:moveTo>
                    <a:pt x="9660" y="0"/>
                  </a:moveTo>
                  <a:cubicBezTo>
                    <a:pt x="4399" y="0"/>
                    <a:pt x="0" y="4351"/>
                    <a:pt x="0" y="9636"/>
                  </a:cubicBezTo>
                  <a:cubicBezTo>
                    <a:pt x="0" y="14927"/>
                    <a:pt x="4381" y="19272"/>
                    <a:pt x="9675" y="19272"/>
                  </a:cubicBezTo>
                  <a:cubicBezTo>
                    <a:pt x="12012" y="19269"/>
                    <a:pt x="14270" y="18411"/>
                    <a:pt x="16023" y="16860"/>
                  </a:cubicBezTo>
                  <a:cubicBezTo>
                    <a:pt x="16195" y="16707"/>
                    <a:pt x="16258" y="16463"/>
                    <a:pt x="16176" y="16243"/>
                  </a:cubicBezTo>
                  <a:cubicBezTo>
                    <a:pt x="16098" y="16026"/>
                    <a:pt x="15893" y="15879"/>
                    <a:pt x="15662" y="15872"/>
                  </a:cubicBezTo>
                  <a:cubicBezTo>
                    <a:pt x="11352" y="15752"/>
                    <a:pt x="7980" y="12250"/>
                    <a:pt x="7980" y="7941"/>
                  </a:cubicBezTo>
                  <a:cubicBezTo>
                    <a:pt x="7974" y="5207"/>
                    <a:pt x="9380" y="2662"/>
                    <a:pt x="11696" y="1211"/>
                  </a:cubicBezTo>
                  <a:cubicBezTo>
                    <a:pt x="12129" y="937"/>
                    <a:pt x="12006" y="274"/>
                    <a:pt x="11503" y="178"/>
                  </a:cubicBezTo>
                  <a:cubicBezTo>
                    <a:pt x="10881" y="58"/>
                    <a:pt x="10265" y="0"/>
                    <a:pt x="9660"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520" name="Google Shape;7520;p68"/>
          <p:cNvGrpSpPr/>
          <p:nvPr/>
        </p:nvGrpSpPr>
        <p:grpSpPr>
          <a:xfrm>
            <a:off x="7840293" y="3662158"/>
            <a:ext cx="452337" cy="358199"/>
            <a:chOff x="2085525" y="3263750"/>
            <a:chExt cx="481825" cy="381550"/>
          </a:xfrm>
        </p:grpSpPr>
        <p:sp>
          <p:nvSpPr>
            <p:cNvPr id="7521" name="Google Shape;7521;p68"/>
            <p:cNvSpPr/>
            <p:nvPr/>
          </p:nvSpPr>
          <p:spPr>
            <a:xfrm>
              <a:off x="2320325" y="3263750"/>
              <a:ext cx="227825" cy="141025"/>
            </a:xfrm>
            <a:custGeom>
              <a:avLst/>
              <a:gdLst/>
              <a:ahLst/>
              <a:cxnLst/>
              <a:rect l="l" t="t" r="r" b="b"/>
              <a:pathLst>
                <a:path w="9113" h="5641" extrusionOk="0">
                  <a:moveTo>
                    <a:pt x="4066" y="0"/>
                  </a:moveTo>
                  <a:cubicBezTo>
                    <a:pt x="2283" y="3"/>
                    <a:pt x="675" y="1081"/>
                    <a:pt x="0" y="2731"/>
                  </a:cubicBezTo>
                  <a:cubicBezTo>
                    <a:pt x="1527" y="2939"/>
                    <a:pt x="2912" y="3734"/>
                    <a:pt x="3861" y="4948"/>
                  </a:cubicBezTo>
                  <a:cubicBezTo>
                    <a:pt x="4331" y="4823"/>
                    <a:pt x="4810" y="4761"/>
                    <a:pt x="5287" y="4761"/>
                  </a:cubicBezTo>
                  <a:cubicBezTo>
                    <a:pt x="6338" y="4761"/>
                    <a:pt x="7378" y="5060"/>
                    <a:pt x="8281" y="5640"/>
                  </a:cubicBezTo>
                  <a:cubicBezTo>
                    <a:pt x="9112" y="2825"/>
                    <a:pt x="7002" y="0"/>
                    <a:pt x="4069"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22" name="Google Shape;7522;p68"/>
            <p:cNvSpPr/>
            <p:nvPr/>
          </p:nvSpPr>
          <p:spPr>
            <a:xfrm>
              <a:off x="2085525" y="3355200"/>
              <a:ext cx="481825" cy="290100"/>
            </a:xfrm>
            <a:custGeom>
              <a:avLst/>
              <a:gdLst/>
              <a:ahLst/>
              <a:cxnLst/>
              <a:rect l="l" t="t" r="r" b="b"/>
              <a:pathLst>
                <a:path w="19273" h="11604" extrusionOk="0">
                  <a:moveTo>
                    <a:pt x="8620" y="1"/>
                  </a:moveTo>
                  <a:cubicBezTo>
                    <a:pt x="8610" y="1"/>
                    <a:pt x="8599" y="1"/>
                    <a:pt x="8588" y="1"/>
                  </a:cubicBezTo>
                  <a:cubicBezTo>
                    <a:pt x="7468" y="4"/>
                    <a:pt x="6384" y="407"/>
                    <a:pt x="5535" y="1139"/>
                  </a:cubicBezTo>
                  <a:cubicBezTo>
                    <a:pt x="4818" y="1756"/>
                    <a:pt x="4288" y="2563"/>
                    <a:pt x="4005" y="3470"/>
                  </a:cubicBezTo>
                  <a:lnTo>
                    <a:pt x="3891" y="3470"/>
                  </a:lnTo>
                  <a:cubicBezTo>
                    <a:pt x="1747" y="3470"/>
                    <a:pt x="0" y="5295"/>
                    <a:pt x="0" y="7538"/>
                  </a:cubicBezTo>
                  <a:cubicBezTo>
                    <a:pt x="0" y="9781"/>
                    <a:pt x="1744" y="11603"/>
                    <a:pt x="3891" y="11603"/>
                  </a:cubicBezTo>
                  <a:lnTo>
                    <a:pt x="14798" y="11603"/>
                  </a:lnTo>
                  <a:cubicBezTo>
                    <a:pt x="17264" y="11603"/>
                    <a:pt x="19272" y="9504"/>
                    <a:pt x="19272" y="6924"/>
                  </a:cubicBezTo>
                  <a:cubicBezTo>
                    <a:pt x="19272" y="6044"/>
                    <a:pt x="19034" y="5180"/>
                    <a:pt x="18583" y="4427"/>
                  </a:cubicBezTo>
                  <a:cubicBezTo>
                    <a:pt x="18152" y="3705"/>
                    <a:pt x="17529" y="3118"/>
                    <a:pt x="16782" y="2726"/>
                  </a:cubicBezTo>
                  <a:cubicBezTo>
                    <a:pt x="16161" y="2403"/>
                    <a:pt x="15480" y="2241"/>
                    <a:pt x="14799" y="2241"/>
                  </a:cubicBezTo>
                  <a:cubicBezTo>
                    <a:pt x="14135" y="2241"/>
                    <a:pt x="13471" y="2394"/>
                    <a:pt x="12861" y="2702"/>
                  </a:cubicBezTo>
                  <a:cubicBezTo>
                    <a:pt x="12232" y="1443"/>
                    <a:pt x="11118" y="513"/>
                    <a:pt x="9784" y="157"/>
                  </a:cubicBezTo>
                  <a:cubicBezTo>
                    <a:pt x="9403" y="55"/>
                    <a:pt x="9013" y="1"/>
                    <a:pt x="8620"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sp>
        <p:nvSpPr>
          <p:cNvPr id="7523" name="Google Shape;7523;p68"/>
          <p:cNvSpPr/>
          <p:nvPr/>
        </p:nvSpPr>
        <p:spPr>
          <a:xfrm>
            <a:off x="8392540" y="3704921"/>
            <a:ext cx="452337" cy="272393"/>
          </a:xfrm>
          <a:custGeom>
            <a:avLst/>
            <a:gdLst/>
            <a:ahLst/>
            <a:cxnLst/>
            <a:rect l="l" t="t" r="r" b="b"/>
            <a:pathLst>
              <a:path w="19273" h="11606" extrusionOk="0">
                <a:moveTo>
                  <a:pt x="8589" y="0"/>
                </a:moveTo>
                <a:cubicBezTo>
                  <a:pt x="7469" y="3"/>
                  <a:pt x="6385" y="407"/>
                  <a:pt x="5536" y="1138"/>
                </a:cubicBezTo>
                <a:cubicBezTo>
                  <a:pt x="4819" y="1759"/>
                  <a:pt x="4289" y="2566"/>
                  <a:pt x="4006" y="3469"/>
                </a:cubicBezTo>
                <a:lnTo>
                  <a:pt x="3891" y="3469"/>
                </a:lnTo>
                <a:cubicBezTo>
                  <a:pt x="1747" y="3469"/>
                  <a:pt x="1" y="5294"/>
                  <a:pt x="1" y="7537"/>
                </a:cubicBezTo>
                <a:cubicBezTo>
                  <a:pt x="1" y="9781"/>
                  <a:pt x="1744" y="11605"/>
                  <a:pt x="3891" y="11605"/>
                </a:cubicBezTo>
                <a:lnTo>
                  <a:pt x="14798" y="11605"/>
                </a:lnTo>
                <a:cubicBezTo>
                  <a:pt x="17264" y="11605"/>
                  <a:pt x="19273" y="9507"/>
                  <a:pt x="19273" y="6923"/>
                </a:cubicBezTo>
                <a:cubicBezTo>
                  <a:pt x="19273" y="6044"/>
                  <a:pt x="19035" y="5182"/>
                  <a:pt x="18583" y="4430"/>
                </a:cubicBezTo>
                <a:cubicBezTo>
                  <a:pt x="18153" y="3707"/>
                  <a:pt x="17529" y="3117"/>
                  <a:pt x="16783" y="2728"/>
                </a:cubicBezTo>
                <a:cubicBezTo>
                  <a:pt x="16161" y="2404"/>
                  <a:pt x="15479" y="2243"/>
                  <a:pt x="14797" y="2243"/>
                </a:cubicBezTo>
                <a:cubicBezTo>
                  <a:pt x="14134" y="2243"/>
                  <a:pt x="13470" y="2395"/>
                  <a:pt x="12862" y="2701"/>
                </a:cubicBezTo>
                <a:cubicBezTo>
                  <a:pt x="12233" y="1442"/>
                  <a:pt x="11118" y="512"/>
                  <a:pt x="9784" y="157"/>
                </a:cubicBezTo>
                <a:cubicBezTo>
                  <a:pt x="9393" y="54"/>
                  <a:pt x="8992" y="0"/>
                  <a:pt x="8589"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nvGrpSpPr>
          <p:cNvPr id="7524" name="Google Shape;7524;p68"/>
          <p:cNvGrpSpPr/>
          <p:nvPr/>
        </p:nvGrpSpPr>
        <p:grpSpPr>
          <a:xfrm>
            <a:off x="8949310" y="3615078"/>
            <a:ext cx="453605" cy="452361"/>
            <a:chOff x="3270450" y="3213625"/>
            <a:chExt cx="483175" cy="481850"/>
          </a:xfrm>
        </p:grpSpPr>
        <p:sp>
          <p:nvSpPr>
            <p:cNvPr id="7525" name="Google Shape;7525;p68"/>
            <p:cNvSpPr/>
            <p:nvPr/>
          </p:nvSpPr>
          <p:spPr>
            <a:xfrm>
              <a:off x="3392550" y="3335025"/>
              <a:ext cx="239050" cy="239050"/>
            </a:xfrm>
            <a:custGeom>
              <a:avLst/>
              <a:gdLst/>
              <a:ahLst/>
              <a:cxnLst/>
              <a:rect l="l" t="t" r="r" b="b"/>
              <a:pathLst>
                <a:path w="9562" h="9562" extrusionOk="0">
                  <a:moveTo>
                    <a:pt x="4782" y="1"/>
                  </a:moveTo>
                  <a:cubicBezTo>
                    <a:pt x="2142" y="1"/>
                    <a:pt x="1" y="2139"/>
                    <a:pt x="1" y="4780"/>
                  </a:cubicBezTo>
                  <a:cubicBezTo>
                    <a:pt x="1" y="7421"/>
                    <a:pt x="2142" y="9562"/>
                    <a:pt x="4782" y="9562"/>
                  </a:cubicBezTo>
                  <a:cubicBezTo>
                    <a:pt x="7420" y="9562"/>
                    <a:pt x="9561" y="7421"/>
                    <a:pt x="9561" y="4780"/>
                  </a:cubicBezTo>
                  <a:cubicBezTo>
                    <a:pt x="9561" y="2139"/>
                    <a:pt x="7420" y="1"/>
                    <a:pt x="4782"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26" name="Google Shape;7526;p68"/>
            <p:cNvSpPr/>
            <p:nvPr/>
          </p:nvSpPr>
          <p:spPr>
            <a:xfrm>
              <a:off x="3270450" y="3213625"/>
              <a:ext cx="483175" cy="481850"/>
            </a:xfrm>
            <a:custGeom>
              <a:avLst/>
              <a:gdLst/>
              <a:ahLst/>
              <a:cxnLst/>
              <a:rect l="l" t="t" r="r" b="b"/>
              <a:pathLst>
                <a:path w="19327" h="19274" extrusionOk="0">
                  <a:moveTo>
                    <a:pt x="9666" y="3728"/>
                  </a:moveTo>
                  <a:cubicBezTo>
                    <a:pt x="12925" y="3728"/>
                    <a:pt x="15575" y="6378"/>
                    <a:pt x="15575" y="9636"/>
                  </a:cubicBezTo>
                  <a:cubicBezTo>
                    <a:pt x="15575" y="12894"/>
                    <a:pt x="12925" y="15547"/>
                    <a:pt x="9666" y="15547"/>
                  </a:cubicBezTo>
                  <a:cubicBezTo>
                    <a:pt x="6405" y="15547"/>
                    <a:pt x="3755" y="12894"/>
                    <a:pt x="3755" y="9636"/>
                  </a:cubicBezTo>
                  <a:cubicBezTo>
                    <a:pt x="3755" y="6378"/>
                    <a:pt x="6405" y="3728"/>
                    <a:pt x="9666" y="3728"/>
                  </a:cubicBezTo>
                  <a:close/>
                  <a:moveTo>
                    <a:pt x="9665" y="0"/>
                  </a:moveTo>
                  <a:cubicBezTo>
                    <a:pt x="9575" y="0"/>
                    <a:pt x="9484" y="22"/>
                    <a:pt x="9402" y="66"/>
                  </a:cubicBezTo>
                  <a:lnTo>
                    <a:pt x="7532" y="1054"/>
                  </a:lnTo>
                  <a:lnTo>
                    <a:pt x="5418" y="1054"/>
                  </a:lnTo>
                  <a:cubicBezTo>
                    <a:pt x="5231" y="1054"/>
                    <a:pt x="5056" y="1144"/>
                    <a:pt x="4954" y="1301"/>
                  </a:cubicBezTo>
                  <a:lnTo>
                    <a:pt x="3752" y="3053"/>
                  </a:lnTo>
                  <a:lnTo>
                    <a:pt x="1879" y="4041"/>
                  </a:lnTo>
                  <a:cubicBezTo>
                    <a:pt x="1717" y="4128"/>
                    <a:pt x="1605" y="4288"/>
                    <a:pt x="1584" y="4474"/>
                  </a:cubicBezTo>
                  <a:lnTo>
                    <a:pt x="1328" y="6588"/>
                  </a:lnTo>
                  <a:lnTo>
                    <a:pt x="127" y="8341"/>
                  </a:lnTo>
                  <a:cubicBezTo>
                    <a:pt x="24" y="8491"/>
                    <a:pt x="0" y="8687"/>
                    <a:pt x="67" y="8859"/>
                  </a:cubicBezTo>
                  <a:lnTo>
                    <a:pt x="816" y="10852"/>
                  </a:lnTo>
                  <a:lnTo>
                    <a:pt x="560" y="12966"/>
                  </a:lnTo>
                  <a:cubicBezTo>
                    <a:pt x="536" y="13150"/>
                    <a:pt x="606" y="13334"/>
                    <a:pt x="744" y="13457"/>
                  </a:cubicBezTo>
                  <a:lnTo>
                    <a:pt x="2325" y="14869"/>
                  </a:lnTo>
                  <a:lnTo>
                    <a:pt x="3075" y="16860"/>
                  </a:lnTo>
                  <a:cubicBezTo>
                    <a:pt x="3141" y="17034"/>
                    <a:pt x="3289" y="17164"/>
                    <a:pt x="3466" y="17209"/>
                  </a:cubicBezTo>
                  <a:lnTo>
                    <a:pt x="5520" y="17718"/>
                  </a:lnTo>
                  <a:lnTo>
                    <a:pt x="7101" y="19130"/>
                  </a:lnTo>
                  <a:cubicBezTo>
                    <a:pt x="7205" y="19223"/>
                    <a:pt x="7340" y="19273"/>
                    <a:pt x="7477" y="19273"/>
                  </a:cubicBezTo>
                  <a:cubicBezTo>
                    <a:pt x="7523" y="19273"/>
                    <a:pt x="7568" y="19268"/>
                    <a:pt x="7613" y="19257"/>
                  </a:cubicBezTo>
                  <a:lnTo>
                    <a:pt x="9666" y="18745"/>
                  </a:lnTo>
                  <a:lnTo>
                    <a:pt x="11717" y="19254"/>
                  </a:lnTo>
                  <a:cubicBezTo>
                    <a:pt x="11759" y="19266"/>
                    <a:pt x="11807" y="19272"/>
                    <a:pt x="11853" y="19272"/>
                  </a:cubicBezTo>
                  <a:cubicBezTo>
                    <a:pt x="11991" y="19272"/>
                    <a:pt x="12124" y="19221"/>
                    <a:pt x="12229" y="19127"/>
                  </a:cubicBezTo>
                  <a:lnTo>
                    <a:pt x="13810" y="17715"/>
                  </a:lnTo>
                  <a:lnTo>
                    <a:pt x="15861" y="17206"/>
                  </a:lnTo>
                  <a:cubicBezTo>
                    <a:pt x="16041" y="17161"/>
                    <a:pt x="16186" y="17031"/>
                    <a:pt x="16252" y="16857"/>
                  </a:cubicBezTo>
                  <a:lnTo>
                    <a:pt x="17002" y="14866"/>
                  </a:lnTo>
                  <a:lnTo>
                    <a:pt x="18583" y="13454"/>
                  </a:lnTo>
                  <a:cubicBezTo>
                    <a:pt x="18721" y="13331"/>
                    <a:pt x="18791" y="13147"/>
                    <a:pt x="18766" y="12963"/>
                  </a:cubicBezTo>
                  <a:lnTo>
                    <a:pt x="18514" y="10849"/>
                  </a:lnTo>
                  <a:lnTo>
                    <a:pt x="19263" y="8856"/>
                  </a:lnTo>
                  <a:cubicBezTo>
                    <a:pt x="19327" y="8684"/>
                    <a:pt x="19306" y="8491"/>
                    <a:pt x="19200" y="8338"/>
                  </a:cubicBezTo>
                  <a:lnTo>
                    <a:pt x="18002" y="6588"/>
                  </a:lnTo>
                  <a:lnTo>
                    <a:pt x="17746" y="4471"/>
                  </a:lnTo>
                  <a:cubicBezTo>
                    <a:pt x="17725" y="4288"/>
                    <a:pt x="17613" y="4128"/>
                    <a:pt x="17451" y="4041"/>
                  </a:cubicBezTo>
                  <a:lnTo>
                    <a:pt x="15578" y="3050"/>
                  </a:lnTo>
                  <a:lnTo>
                    <a:pt x="14379" y="1298"/>
                  </a:lnTo>
                  <a:cubicBezTo>
                    <a:pt x="14274" y="1144"/>
                    <a:pt x="14099" y="1054"/>
                    <a:pt x="13912" y="1054"/>
                  </a:cubicBezTo>
                  <a:lnTo>
                    <a:pt x="11798" y="1054"/>
                  </a:lnTo>
                  <a:lnTo>
                    <a:pt x="9928" y="66"/>
                  </a:lnTo>
                  <a:cubicBezTo>
                    <a:pt x="9846" y="22"/>
                    <a:pt x="9755" y="0"/>
                    <a:pt x="9665"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527" name="Google Shape;7527;p68"/>
          <p:cNvGrpSpPr/>
          <p:nvPr/>
        </p:nvGrpSpPr>
        <p:grpSpPr>
          <a:xfrm>
            <a:off x="9615001" y="3615090"/>
            <a:ext cx="225241" cy="452337"/>
            <a:chOff x="3984950" y="3213600"/>
            <a:chExt cx="239925" cy="481825"/>
          </a:xfrm>
        </p:grpSpPr>
        <p:sp>
          <p:nvSpPr>
            <p:cNvPr id="7528" name="Google Shape;7528;p68"/>
            <p:cNvSpPr/>
            <p:nvPr/>
          </p:nvSpPr>
          <p:spPr>
            <a:xfrm>
              <a:off x="3984950" y="3213600"/>
              <a:ext cx="239925" cy="481825"/>
            </a:xfrm>
            <a:custGeom>
              <a:avLst/>
              <a:gdLst/>
              <a:ahLst/>
              <a:cxnLst/>
              <a:rect l="l" t="t" r="r" b="b"/>
              <a:pathLst>
                <a:path w="9597" h="19273" extrusionOk="0">
                  <a:moveTo>
                    <a:pt x="4800" y="3355"/>
                  </a:moveTo>
                  <a:cubicBezTo>
                    <a:pt x="5110" y="3355"/>
                    <a:pt x="5363" y="3608"/>
                    <a:pt x="5363" y="3918"/>
                  </a:cubicBezTo>
                  <a:lnTo>
                    <a:pt x="5363" y="12121"/>
                  </a:lnTo>
                  <a:cubicBezTo>
                    <a:pt x="6556" y="12407"/>
                    <a:pt x="7345" y="13542"/>
                    <a:pt x="7203" y="14759"/>
                  </a:cubicBezTo>
                  <a:cubicBezTo>
                    <a:pt x="7059" y="15978"/>
                    <a:pt x="6026" y="16897"/>
                    <a:pt x="4800" y="16897"/>
                  </a:cubicBezTo>
                  <a:cubicBezTo>
                    <a:pt x="3571" y="16897"/>
                    <a:pt x="2539" y="15978"/>
                    <a:pt x="2394" y="14759"/>
                  </a:cubicBezTo>
                  <a:cubicBezTo>
                    <a:pt x="2253" y="13542"/>
                    <a:pt x="3042" y="12407"/>
                    <a:pt x="4234" y="12121"/>
                  </a:cubicBezTo>
                  <a:lnTo>
                    <a:pt x="4234" y="3918"/>
                  </a:lnTo>
                  <a:cubicBezTo>
                    <a:pt x="4234" y="3608"/>
                    <a:pt x="4487" y="3355"/>
                    <a:pt x="4800" y="3355"/>
                  </a:cubicBezTo>
                  <a:close/>
                  <a:moveTo>
                    <a:pt x="4800" y="1"/>
                  </a:moveTo>
                  <a:cubicBezTo>
                    <a:pt x="3219" y="1"/>
                    <a:pt x="1939" y="1281"/>
                    <a:pt x="1939" y="2861"/>
                  </a:cubicBezTo>
                  <a:lnTo>
                    <a:pt x="1939" y="10567"/>
                  </a:lnTo>
                  <a:cubicBezTo>
                    <a:pt x="723" y="11501"/>
                    <a:pt x="9" y="12943"/>
                    <a:pt x="0" y="14476"/>
                  </a:cubicBezTo>
                  <a:cubicBezTo>
                    <a:pt x="0" y="17123"/>
                    <a:pt x="2150" y="19273"/>
                    <a:pt x="4800" y="19273"/>
                  </a:cubicBezTo>
                  <a:cubicBezTo>
                    <a:pt x="7450" y="19273"/>
                    <a:pt x="9597" y="17123"/>
                    <a:pt x="9597" y="14476"/>
                  </a:cubicBezTo>
                  <a:cubicBezTo>
                    <a:pt x="9597" y="13651"/>
                    <a:pt x="9395" y="12844"/>
                    <a:pt x="9007" y="12118"/>
                  </a:cubicBezTo>
                  <a:cubicBezTo>
                    <a:pt x="8679" y="11510"/>
                    <a:pt x="8221" y="10980"/>
                    <a:pt x="7664" y="10567"/>
                  </a:cubicBezTo>
                  <a:lnTo>
                    <a:pt x="7661" y="2861"/>
                  </a:lnTo>
                  <a:cubicBezTo>
                    <a:pt x="7661" y="1281"/>
                    <a:pt x="6378" y="1"/>
                    <a:pt x="4800"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29" name="Google Shape;7529;p68"/>
            <p:cNvSpPr/>
            <p:nvPr/>
          </p:nvSpPr>
          <p:spPr>
            <a:xfrm>
              <a:off x="4072650" y="3543175"/>
              <a:ext cx="64525" cy="64625"/>
            </a:xfrm>
            <a:custGeom>
              <a:avLst/>
              <a:gdLst/>
              <a:ahLst/>
              <a:cxnLst/>
              <a:rect l="l" t="t" r="r" b="b"/>
              <a:pathLst>
                <a:path w="2581" h="2585" extrusionOk="0">
                  <a:moveTo>
                    <a:pt x="1292" y="1"/>
                  </a:moveTo>
                  <a:cubicBezTo>
                    <a:pt x="578" y="1"/>
                    <a:pt x="0" y="579"/>
                    <a:pt x="0" y="1293"/>
                  </a:cubicBezTo>
                  <a:cubicBezTo>
                    <a:pt x="0" y="2006"/>
                    <a:pt x="578" y="2585"/>
                    <a:pt x="1292" y="2585"/>
                  </a:cubicBezTo>
                  <a:cubicBezTo>
                    <a:pt x="2003" y="2585"/>
                    <a:pt x="2581" y="2006"/>
                    <a:pt x="2581" y="1293"/>
                  </a:cubicBezTo>
                  <a:cubicBezTo>
                    <a:pt x="2581" y="579"/>
                    <a:pt x="2003" y="1"/>
                    <a:pt x="1292"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sp>
        <p:nvSpPr>
          <p:cNvPr id="7530" name="Google Shape;7530;p68"/>
          <p:cNvSpPr/>
          <p:nvPr/>
        </p:nvSpPr>
        <p:spPr>
          <a:xfrm>
            <a:off x="10066104" y="3614953"/>
            <a:ext cx="452408" cy="452337"/>
          </a:xfrm>
          <a:custGeom>
            <a:avLst/>
            <a:gdLst/>
            <a:ahLst/>
            <a:cxnLst/>
            <a:rect l="l" t="t" r="r" b="b"/>
            <a:pathLst>
              <a:path w="19276" h="19273" extrusionOk="0">
                <a:moveTo>
                  <a:pt x="9640" y="5686"/>
                </a:moveTo>
                <a:cubicBezTo>
                  <a:pt x="11236" y="5686"/>
                  <a:pt x="12678" y="6647"/>
                  <a:pt x="13289" y="8125"/>
                </a:cubicBezTo>
                <a:cubicBezTo>
                  <a:pt x="13901" y="9601"/>
                  <a:pt x="13563" y="11302"/>
                  <a:pt x="12434" y="12431"/>
                </a:cubicBezTo>
                <a:cubicBezTo>
                  <a:pt x="11676" y="13187"/>
                  <a:pt x="10664" y="13590"/>
                  <a:pt x="9635" y="13590"/>
                </a:cubicBezTo>
                <a:cubicBezTo>
                  <a:pt x="9126" y="13590"/>
                  <a:pt x="8614" y="13491"/>
                  <a:pt x="8125" y="13289"/>
                </a:cubicBezTo>
                <a:cubicBezTo>
                  <a:pt x="6649" y="12675"/>
                  <a:pt x="5686" y="11236"/>
                  <a:pt x="5686" y="9637"/>
                </a:cubicBezTo>
                <a:cubicBezTo>
                  <a:pt x="5689" y="7454"/>
                  <a:pt x="7457" y="5686"/>
                  <a:pt x="9640" y="5686"/>
                </a:cubicBezTo>
                <a:close/>
                <a:moveTo>
                  <a:pt x="9640" y="1"/>
                </a:moveTo>
                <a:cubicBezTo>
                  <a:pt x="8297" y="1"/>
                  <a:pt x="7068" y="748"/>
                  <a:pt x="6451" y="1940"/>
                </a:cubicBezTo>
                <a:cubicBezTo>
                  <a:pt x="6093" y="1826"/>
                  <a:pt x="5726" y="1771"/>
                  <a:pt x="5363" y="1771"/>
                </a:cubicBezTo>
                <a:cubicBezTo>
                  <a:pt x="4425" y="1771"/>
                  <a:pt x="3509" y="2139"/>
                  <a:pt x="2825" y="2822"/>
                </a:cubicBezTo>
                <a:cubicBezTo>
                  <a:pt x="1877" y="3771"/>
                  <a:pt x="1536" y="5168"/>
                  <a:pt x="1940" y="6448"/>
                </a:cubicBezTo>
                <a:cubicBezTo>
                  <a:pt x="750" y="7065"/>
                  <a:pt x="1" y="8297"/>
                  <a:pt x="1" y="9637"/>
                </a:cubicBezTo>
                <a:cubicBezTo>
                  <a:pt x="1" y="10977"/>
                  <a:pt x="750" y="12208"/>
                  <a:pt x="1940" y="12826"/>
                </a:cubicBezTo>
                <a:cubicBezTo>
                  <a:pt x="1536" y="14105"/>
                  <a:pt x="1877" y="15503"/>
                  <a:pt x="2825" y="16451"/>
                </a:cubicBezTo>
                <a:cubicBezTo>
                  <a:pt x="3510" y="17136"/>
                  <a:pt x="4428" y="17504"/>
                  <a:pt x="5367" y="17504"/>
                </a:cubicBezTo>
                <a:cubicBezTo>
                  <a:pt x="5729" y="17504"/>
                  <a:pt x="6095" y="17449"/>
                  <a:pt x="6451" y="17337"/>
                </a:cubicBezTo>
                <a:cubicBezTo>
                  <a:pt x="7068" y="18526"/>
                  <a:pt x="8297" y="19273"/>
                  <a:pt x="9640" y="19273"/>
                </a:cubicBezTo>
                <a:cubicBezTo>
                  <a:pt x="10980" y="19273"/>
                  <a:pt x="12208" y="18526"/>
                  <a:pt x="12826" y="17337"/>
                </a:cubicBezTo>
                <a:cubicBezTo>
                  <a:pt x="13182" y="17449"/>
                  <a:pt x="13547" y="17504"/>
                  <a:pt x="13909" y="17504"/>
                </a:cubicBezTo>
                <a:cubicBezTo>
                  <a:pt x="14848" y="17504"/>
                  <a:pt x="15767" y="17136"/>
                  <a:pt x="16451" y="16451"/>
                </a:cubicBezTo>
                <a:cubicBezTo>
                  <a:pt x="17400" y="15503"/>
                  <a:pt x="17740" y="14105"/>
                  <a:pt x="17336" y="12826"/>
                </a:cubicBezTo>
                <a:cubicBezTo>
                  <a:pt x="18526" y="12208"/>
                  <a:pt x="19276" y="10977"/>
                  <a:pt x="19276" y="9637"/>
                </a:cubicBezTo>
                <a:cubicBezTo>
                  <a:pt x="19276" y="8297"/>
                  <a:pt x="18526" y="7065"/>
                  <a:pt x="17336" y="6448"/>
                </a:cubicBezTo>
                <a:cubicBezTo>
                  <a:pt x="17740" y="5168"/>
                  <a:pt x="17400" y="3771"/>
                  <a:pt x="16451" y="2822"/>
                </a:cubicBezTo>
                <a:cubicBezTo>
                  <a:pt x="15768" y="2139"/>
                  <a:pt x="14851" y="1771"/>
                  <a:pt x="13914" y="1771"/>
                </a:cubicBezTo>
                <a:cubicBezTo>
                  <a:pt x="13550" y="1771"/>
                  <a:pt x="13183" y="1826"/>
                  <a:pt x="12826" y="1940"/>
                </a:cubicBezTo>
                <a:cubicBezTo>
                  <a:pt x="12208" y="748"/>
                  <a:pt x="10980" y="1"/>
                  <a:pt x="9640"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31" name="Google Shape;7531;p68"/>
          <p:cNvSpPr/>
          <p:nvPr/>
        </p:nvSpPr>
        <p:spPr>
          <a:xfrm>
            <a:off x="10632678" y="3641426"/>
            <a:ext cx="452337" cy="399389"/>
          </a:xfrm>
          <a:custGeom>
            <a:avLst/>
            <a:gdLst/>
            <a:ahLst/>
            <a:cxnLst/>
            <a:rect l="l" t="t" r="r" b="b"/>
            <a:pathLst>
              <a:path w="19273" h="17017" extrusionOk="0">
                <a:moveTo>
                  <a:pt x="5119" y="1"/>
                </a:moveTo>
                <a:cubicBezTo>
                  <a:pt x="2198" y="1"/>
                  <a:pt x="0" y="2389"/>
                  <a:pt x="0" y="5554"/>
                </a:cubicBezTo>
                <a:cubicBezTo>
                  <a:pt x="0" y="8974"/>
                  <a:pt x="2744" y="11311"/>
                  <a:pt x="6902" y="14855"/>
                </a:cubicBezTo>
                <a:cubicBezTo>
                  <a:pt x="7607" y="15458"/>
                  <a:pt x="8408" y="16138"/>
                  <a:pt x="9239" y="16867"/>
                </a:cubicBezTo>
                <a:cubicBezTo>
                  <a:pt x="9352" y="16966"/>
                  <a:pt x="9493" y="17016"/>
                  <a:pt x="9635" y="17016"/>
                </a:cubicBezTo>
                <a:cubicBezTo>
                  <a:pt x="9776" y="17016"/>
                  <a:pt x="9918" y="16966"/>
                  <a:pt x="10031" y="16867"/>
                </a:cubicBezTo>
                <a:cubicBezTo>
                  <a:pt x="10862" y="16138"/>
                  <a:pt x="11663" y="15458"/>
                  <a:pt x="12370" y="14855"/>
                </a:cubicBezTo>
                <a:cubicBezTo>
                  <a:pt x="16526" y="11314"/>
                  <a:pt x="19272" y="8974"/>
                  <a:pt x="19272" y="5554"/>
                </a:cubicBezTo>
                <a:cubicBezTo>
                  <a:pt x="19272" y="2389"/>
                  <a:pt x="17071" y="1"/>
                  <a:pt x="14153" y="1"/>
                </a:cubicBezTo>
                <a:cubicBezTo>
                  <a:pt x="13105" y="1"/>
                  <a:pt x="12148" y="332"/>
                  <a:pt x="11301" y="986"/>
                </a:cubicBezTo>
                <a:cubicBezTo>
                  <a:pt x="10491" y="1612"/>
                  <a:pt x="9952" y="2410"/>
                  <a:pt x="9636" y="2991"/>
                </a:cubicBezTo>
                <a:cubicBezTo>
                  <a:pt x="9317" y="2410"/>
                  <a:pt x="8778" y="1612"/>
                  <a:pt x="7968" y="986"/>
                </a:cubicBezTo>
                <a:cubicBezTo>
                  <a:pt x="7122" y="332"/>
                  <a:pt x="6164" y="1"/>
                  <a:pt x="5119"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nvGrpSpPr>
          <p:cNvPr id="7532" name="Google Shape;7532;p68"/>
          <p:cNvGrpSpPr/>
          <p:nvPr/>
        </p:nvGrpSpPr>
        <p:grpSpPr>
          <a:xfrm>
            <a:off x="2499041" y="5308650"/>
            <a:ext cx="473624" cy="373173"/>
            <a:chOff x="5629975" y="3255775"/>
            <a:chExt cx="504500" cy="397500"/>
          </a:xfrm>
        </p:grpSpPr>
        <p:sp>
          <p:nvSpPr>
            <p:cNvPr id="7533" name="Google Shape;7533;p68"/>
            <p:cNvSpPr/>
            <p:nvPr/>
          </p:nvSpPr>
          <p:spPr>
            <a:xfrm>
              <a:off x="5756375" y="3255775"/>
              <a:ext cx="112950" cy="143425"/>
            </a:xfrm>
            <a:custGeom>
              <a:avLst/>
              <a:gdLst/>
              <a:ahLst/>
              <a:cxnLst/>
              <a:rect l="l" t="t" r="r" b="b"/>
              <a:pathLst>
                <a:path w="4518" h="5737" extrusionOk="0">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34" name="Google Shape;7534;p68"/>
            <p:cNvSpPr/>
            <p:nvPr/>
          </p:nvSpPr>
          <p:spPr>
            <a:xfrm>
              <a:off x="5629975" y="3374400"/>
              <a:ext cx="140575" cy="136175"/>
            </a:xfrm>
            <a:custGeom>
              <a:avLst/>
              <a:gdLst/>
              <a:ahLst/>
              <a:cxnLst/>
              <a:rect l="l" t="t" r="r" b="b"/>
              <a:pathLst>
                <a:path w="5623" h="5447" extrusionOk="0">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35" name="Google Shape;7535;p68"/>
            <p:cNvSpPr/>
            <p:nvPr/>
          </p:nvSpPr>
          <p:spPr>
            <a:xfrm>
              <a:off x="5897525" y="3255775"/>
              <a:ext cx="112950" cy="143425"/>
            </a:xfrm>
            <a:custGeom>
              <a:avLst/>
              <a:gdLst/>
              <a:ahLst/>
              <a:cxnLst/>
              <a:rect l="l" t="t" r="r" b="b"/>
              <a:pathLst>
                <a:path w="4518" h="5737" extrusionOk="0">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36" name="Google Shape;7536;p68"/>
            <p:cNvSpPr/>
            <p:nvPr/>
          </p:nvSpPr>
          <p:spPr>
            <a:xfrm>
              <a:off x="5996075" y="3373900"/>
              <a:ext cx="138400" cy="136200"/>
            </a:xfrm>
            <a:custGeom>
              <a:avLst/>
              <a:gdLst/>
              <a:ahLst/>
              <a:cxnLst/>
              <a:rect l="l" t="t" r="r" b="b"/>
              <a:pathLst>
                <a:path w="5536" h="5448" extrusionOk="0">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37" name="Google Shape;7537;p68"/>
            <p:cNvSpPr/>
            <p:nvPr/>
          </p:nvSpPr>
          <p:spPr>
            <a:xfrm>
              <a:off x="5728150" y="3427400"/>
              <a:ext cx="310575" cy="225875"/>
            </a:xfrm>
            <a:custGeom>
              <a:avLst/>
              <a:gdLst/>
              <a:ahLst/>
              <a:cxnLst/>
              <a:rect l="l" t="t" r="r" b="b"/>
              <a:pathLst>
                <a:path w="12423" h="9035" extrusionOk="0">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538" name="Google Shape;7538;p68"/>
          <p:cNvGrpSpPr/>
          <p:nvPr/>
        </p:nvGrpSpPr>
        <p:grpSpPr>
          <a:xfrm>
            <a:off x="5007785" y="5308791"/>
            <a:ext cx="453675" cy="372892"/>
            <a:chOff x="6234950" y="3255925"/>
            <a:chExt cx="483250" cy="397200"/>
          </a:xfrm>
        </p:grpSpPr>
        <p:sp>
          <p:nvSpPr>
            <p:cNvPr id="7539" name="Google Shape;7539;p68"/>
            <p:cNvSpPr/>
            <p:nvPr/>
          </p:nvSpPr>
          <p:spPr>
            <a:xfrm>
              <a:off x="6444675" y="3255925"/>
              <a:ext cx="128300" cy="90200"/>
            </a:xfrm>
            <a:custGeom>
              <a:avLst/>
              <a:gdLst/>
              <a:ahLst/>
              <a:cxnLst/>
              <a:rect l="l" t="t" r="r" b="b"/>
              <a:pathLst>
                <a:path w="5132" h="3608" extrusionOk="0">
                  <a:moveTo>
                    <a:pt x="567" y="0"/>
                  </a:moveTo>
                  <a:cubicBezTo>
                    <a:pt x="254" y="0"/>
                    <a:pt x="1" y="253"/>
                    <a:pt x="1" y="563"/>
                  </a:cubicBezTo>
                  <a:cubicBezTo>
                    <a:pt x="7" y="1662"/>
                    <a:pt x="368" y="2731"/>
                    <a:pt x="1034" y="3608"/>
                  </a:cubicBezTo>
                  <a:cubicBezTo>
                    <a:pt x="2097" y="3138"/>
                    <a:pt x="3325" y="2864"/>
                    <a:pt x="5014" y="2864"/>
                  </a:cubicBezTo>
                  <a:cubicBezTo>
                    <a:pt x="5054" y="2864"/>
                    <a:pt x="5093" y="2873"/>
                    <a:pt x="5132" y="2873"/>
                  </a:cubicBezTo>
                  <a:cubicBezTo>
                    <a:pt x="4289" y="1117"/>
                    <a:pt x="2515" y="0"/>
                    <a:pt x="567"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40" name="Google Shape;7540;p68"/>
            <p:cNvSpPr/>
            <p:nvPr/>
          </p:nvSpPr>
          <p:spPr>
            <a:xfrm>
              <a:off x="6444750" y="3563200"/>
              <a:ext cx="128225" cy="89925"/>
            </a:xfrm>
            <a:custGeom>
              <a:avLst/>
              <a:gdLst/>
              <a:ahLst/>
              <a:cxnLst/>
              <a:rect l="l" t="t" r="r" b="b"/>
              <a:pathLst>
                <a:path w="5129" h="3597" extrusionOk="0">
                  <a:moveTo>
                    <a:pt x="1022" y="1"/>
                  </a:moveTo>
                  <a:cubicBezTo>
                    <a:pt x="362" y="874"/>
                    <a:pt x="4" y="1937"/>
                    <a:pt x="1" y="3033"/>
                  </a:cubicBezTo>
                  <a:cubicBezTo>
                    <a:pt x="1" y="3343"/>
                    <a:pt x="251" y="3596"/>
                    <a:pt x="564" y="3596"/>
                  </a:cubicBezTo>
                  <a:cubicBezTo>
                    <a:pt x="2512" y="3596"/>
                    <a:pt x="4286" y="2479"/>
                    <a:pt x="5129" y="724"/>
                  </a:cubicBezTo>
                  <a:cubicBezTo>
                    <a:pt x="5093" y="724"/>
                    <a:pt x="5051" y="736"/>
                    <a:pt x="5011" y="736"/>
                  </a:cubicBezTo>
                  <a:cubicBezTo>
                    <a:pt x="3319" y="736"/>
                    <a:pt x="2088" y="462"/>
                    <a:pt x="1022"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41" name="Google Shape;7541;p68"/>
            <p:cNvSpPr/>
            <p:nvPr/>
          </p:nvSpPr>
          <p:spPr>
            <a:xfrm>
              <a:off x="6375350" y="3355650"/>
              <a:ext cx="244750" cy="197650"/>
            </a:xfrm>
            <a:custGeom>
              <a:avLst/>
              <a:gdLst/>
              <a:ahLst/>
              <a:cxnLst/>
              <a:rect l="l" t="t" r="r" b="b"/>
              <a:pathLst>
                <a:path w="9790" h="7906" extrusionOk="0">
                  <a:moveTo>
                    <a:pt x="6045" y="2610"/>
                  </a:moveTo>
                  <a:cubicBezTo>
                    <a:pt x="6190" y="2610"/>
                    <a:pt x="6335" y="2666"/>
                    <a:pt x="6444" y="2777"/>
                  </a:cubicBezTo>
                  <a:cubicBezTo>
                    <a:pt x="6664" y="2997"/>
                    <a:pt x="6664" y="3356"/>
                    <a:pt x="6444" y="3575"/>
                  </a:cubicBezTo>
                  <a:cubicBezTo>
                    <a:pt x="6225" y="3795"/>
                    <a:pt x="6225" y="4153"/>
                    <a:pt x="6444" y="4373"/>
                  </a:cubicBezTo>
                  <a:cubicBezTo>
                    <a:pt x="6664" y="4593"/>
                    <a:pt x="6664" y="4951"/>
                    <a:pt x="6444" y="5171"/>
                  </a:cubicBezTo>
                  <a:cubicBezTo>
                    <a:pt x="6335" y="5281"/>
                    <a:pt x="6190" y="5336"/>
                    <a:pt x="6045" y="5336"/>
                  </a:cubicBezTo>
                  <a:cubicBezTo>
                    <a:pt x="5901" y="5336"/>
                    <a:pt x="5756" y="5281"/>
                    <a:pt x="5646" y="5171"/>
                  </a:cubicBezTo>
                  <a:cubicBezTo>
                    <a:pt x="4984" y="4509"/>
                    <a:pt x="4984" y="3440"/>
                    <a:pt x="5646" y="2777"/>
                  </a:cubicBezTo>
                  <a:cubicBezTo>
                    <a:pt x="5756" y="2666"/>
                    <a:pt x="5901" y="2610"/>
                    <a:pt x="6045" y="2610"/>
                  </a:cubicBezTo>
                  <a:close/>
                  <a:moveTo>
                    <a:pt x="7787" y="1"/>
                  </a:moveTo>
                  <a:cubicBezTo>
                    <a:pt x="4463" y="1"/>
                    <a:pt x="3204" y="1064"/>
                    <a:pt x="919" y="2997"/>
                  </a:cubicBezTo>
                  <a:lnTo>
                    <a:pt x="271" y="3542"/>
                  </a:lnTo>
                  <a:cubicBezTo>
                    <a:pt x="0" y="3765"/>
                    <a:pt x="0" y="4181"/>
                    <a:pt x="271" y="4406"/>
                  </a:cubicBezTo>
                  <a:lnTo>
                    <a:pt x="856" y="4897"/>
                  </a:lnTo>
                  <a:cubicBezTo>
                    <a:pt x="3147" y="6837"/>
                    <a:pt x="4412" y="7906"/>
                    <a:pt x="7787" y="7906"/>
                  </a:cubicBezTo>
                  <a:cubicBezTo>
                    <a:pt x="8450" y="7902"/>
                    <a:pt x="9106" y="7788"/>
                    <a:pt x="9730" y="7574"/>
                  </a:cubicBezTo>
                  <a:cubicBezTo>
                    <a:pt x="8357" y="6951"/>
                    <a:pt x="7456" y="5602"/>
                    <a:pt x="7411" y="4093"/>
                  </a:cubicBezTo>
                  <a:cubicBezTo>
                    <a:pt x="7366" y="2588"/>
                    <a:pt x="8179" y="1184"/>
                    <a:pt x="9513" y="480"/>
                  </a:cubicBezTo>
                  <a:cubicBezTo>
                    <a:pt x="9603" y="432"/>
                    <a:pt x="9697" y="398"/>
                    <a:pt x="9790" y="356"/>
                  </a:cubicBezTo>
                  <a:cubicBezTo>
                    <a:pt x="9149" y="124"/>
                    <a:pt x="8471" y="4"/>
                    <a:pt x="7787"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42" name="Google Shape;7542;p68"/>
            <p:cNvSpPr/>
            <p:nvPr/>
          </p:nvSpPr>
          <p:spPr>
            <a:xfrm>
              <a:off x="6587875" y="3385100"/>
              <a:ext cx="130325" cy="140500"/>
            </a:xfrm>
            <a:custGeom>
              <a:avLst/>
              <a:gdLst/>
              <a:ahLst/>
              <a:cxnLst/>
              <a:rect l="l" t="t" r="r" b="b"/>
              <a:pathLst>
                <a:path w="5213" h="5620" extrusionOk="0">
                  <a:moveTo>
                    <a:pt x="2343" y="1789"/>
                  </a:moveTo>
                  <a:cubicBezTo>
                    <a:pt x="2633" y="1789"/>
                    <a:pt x="2912" y="2015"/>
                    <a:pt x="2912" y="2355"/>
                  </a:cubicBezTo>
                  <a:cubicBezTo>
                    <a:pt x="2912" y="2665"/>
                    <a:pt x="2659" y="2918"/>
                    <a:pt x="2349" y="2918"/>
                  </a:cubicBezTo>
                  <a:cubicBezTo>
                    <a:pt x="1846" y="2918"/>
                    <a:pt x="1593" y="2310"/>
                    <a:pt x="1948" y="1955"/>
                  </a:cubicBezTo>
                  <a:cubicBezTo>
                    <a:pt x="2063" y="1840"/>
                    <a:pt x="2204" y="1789"/>
                    <a:pt x="2343" y="1789"/>
                  </a:cubicBezTo>
                  <a:close/>
                  <a:moveTo>
                    <a:pt x="2846" y="0"/>
                  </a:moveTo>
                  <a:cubicBezTo>
                    <a:pt x="2394" y="0"/>
                    <a:pt x="1947" y="85"/>
                    <a:pt x="1539" y="301"/>
                  </a:cubicBezTo>
                  <a:cubicBezTo>
                    <a:pt x="645" y="774"/>
                    <a:pt x="72" y="1687"/>
                    <a:pt x="36" y="2698"/>
                  </a:cubicBezTo>
                  <a:cubicBezTo>
                    <a:pt x="0" y="3707"/>
                    <a:pt x="506" y="4662"/>
                    <a:pt x="1367" y="5195"/>
                  </a:cubicBezTo>
                  <a:cubicBezTo>
                    <a:pt x="1792" y="5460"/>
                    <a:pt x="2280" y="5607"/>
                    <a:pt x="2782" y="5619"/>
                  </a:cubicBezTo>
                  <a:cubicBezTo>
                    <a:pt x="3752" y="4957"/>
                    <a:pt x="4550" y="4078"/>
                    <a:pt x="5119" y="3051"/>
                  </a:cubicBezTo>
                  <a:cubicBezTo>
                    <a:pt x="5213" y="2882"/>
                    <a:pt x="5213" y="2674"/>
                    <a:pt x="5119" y="2506"/>
                  </a:cubicBezTo>
                  <a:cubicBezTo>
                    <a:pt x="4568" y="1512"/>
                    <a:pt x="3797" y="654"/>
                    <a:pt x="2870" y="0"/>
                  </a:cubicBezTo>
                  <a:cubicBezTo>
                    <a:pt x="2862" y="0"/>
                    <a:pt x="2854" y="0"/>
                    <a:pt x="2846"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43" name="Google Shape;7543;p68"/>
            <p:cNvSpPr/>
            <p:nvPr/>
          </p:nvSpPr>
          <p:spPr>
            <a:xfrm>
              <a:off x="6234950" y="3469100"/>
              <a:ext cx="165050" cy="141200"/>
            </a:xfrm>
            <a:custGeom>
              <a:avLst/>
              <a:gdLst/>
              <a:ahLst/>
              <a:cxnLst/>
              <a:rect l="l" t="t" r="r" b="b"/>
              <a:pathLst>
                <a:path w="6602" h="5648" extrusionOk="0">
                  <a:moveTo>
                    <a:pt x="3990" y="1"/>
                  </a:moveTo>
                  <a:cubicBezTo>
                    <a:pt x="1807" y="1"/>
                    <a:pt x="0" y="1772"/>
                    <a:pt x="0" y="3955"/>
                  </a:cubicBezTo>
                  <a:lnTo>
                    <a:pt x="0" y="5084"/>
                  </a:lnTo>
                  <a:cubicBezTo>
                    <a:pt x="0" y="5394"/>
                    <a:pt x="253" y="5647"/>
                    <a:pt x="566" y="5647"/>
                  </a:cubicBezTo>
                  <a:lnTo>
                    <a:pt x="1696" y="5647"/>
                  </a:lnTo>
                  <a:cubicBezTo>
                    <a:pt x="4014" y="5647"/>
                    <a:pt x="5996" y="4075"/>
                    <a:pt x="6601" y="1943"/>
                  </a:cubicBezTo>
                  <a:cubicBezTo>
                    <a:pt x="6324" y="1717"/>
                    <a:pt x="6041" y="1476"/>
                    <a:pt x="5740" y="1223"/>
                  </a:cubicBezTo>
                  <a:lnTo>
                    <a:pt x="5481" y="1004"/>
                  </a:lnTo>
                  <a:lnTo>
                    <a:pt x="4391" y="2097"/>
                  </a:lnTo>
                  <a:cubicBezTo>
                    <a:pt x="4281" y="2203"/>
                    <a:pt x="4139" y="2255"/>
                    <a:pt x="3997" y="2255"/>
                  </a:cubicBezTo>
                  <a:cubicBezTo>
                    <a:pt x="3852" y="2255"/>
                    <a:pt x="3708" y="2200"/>
                    <a:pt x="3599" y="2091"/>
                  </a:cubicBezTo>
                  <a:cubicBezTo>
                    <a:pt x="3379" y="1871"/>
                    <a:pt x="3376" y="1519"/>
                    <a:pt x="3593" y="1299"/>
                  </a:cubicBezTo>
                  <a:lnTo>
                    <a:pt x="4611" y="278"/>
                  </a:lnTo>
                  <a:lnTo>
                    <a:pt x="4285"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44" name="Google Shape;7544;p68"/>
            <p:cNvSpPr/>
            <p:nvPr/>
          </p:nvSpPr>
          <p:spPr>
            <a:xfrm>
              <a:off x="6234950" y="3299725"/>
              <a:ext cx="165050" cy="141175"/>
            </a:xfrm>
            <a:custGeom>
              <a:avLst/>
              <a:gdLst/>
              <a:ahLst/>
              <a:cxnLst/>
              <a:rect l="l" t="t" r="r" b="b"/>
              <a:pathLst>
                <a:path w="6602" h="5647" extrusionOk="0">
                  <a:moveTo>
                    <a:pt x="566" y="1"/>
                  </a:moveTo>
                  <a:cubicBezTo>
                    <a:pt x="253" y="1"/>
                    <a:pt x="3" y="254"/>
                    <a:pt x="3" y="567"/>
                  </a:cubicBezTo>
                  <a:lnTo>
                    <a:pt x="3" y="1699"/>
                  </a:lnTo>
                  <a:cubicBezTo>
                    <a:pt x="0" y="3879"/>
                    <a:pt x="1807" y="5647"/>
                    <a:pt x="3990" y="5647"/>
                  </a:cubicBezTo>
                  <a:lnTo>
                    <a:pt x="4285" y="5647"/>
                  </a:lnTo>
                  <a:lnTo>
                    <a:pt x="4611" y="5373"/>
                  </a:lnTo>
                  <a:lnTo>
                    <a:pt x="3593" y="4352"/>
                  </a:lnTo>
                  <a:cubicBezTo>
                    <a:pt x="3379" y="4132"/>
                    <a:pt x="3382" y="3780"/>
                    <a:pt x="3599" y="3563"/>
                  </a:cubicBezTo>
                  <a:cubicBezTo>
                    <a:pt x="3710" y="3451"/>
                    <a:pt x="3856" y="3396"/>
                    <a:pt x="4001" y="3396"/>
                  </a:cubicBezTo>
                  <a:cubicBezTo>
                    <a:pt x="4142" y="3396"/>
                    <a:pt x="4282" y="3448"/>
                    <a:pt x="4391" y="3554"/>
                  </a:cubicBezTo>
                  <a:lnTo>
                    <a:pt x="5481" y="4644"/>
                  </a:lnTo>
                  <a:lnTo>
                    <a:pt x="5809" y="4370"/>
                  </a:lnTo>
                  <a:cubicBezTo>
                    <a:pt x="6083" y="4138"/>
                    <a:pt x="6345" y="3918"/>
                    <a:pt x="6601" y="3704"/>
                  </a:cubicBezTo>
                  <a:cubicBezTo>
                    <a:pt x="5996" y="1575"/>
                    <a:pt x="4017" y="1"/>
                    <a:pt x="1696"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545" name="Google Shape;7545;p68"/>
          <p:cNvGrpSpPr/>
          <p:nvPr/>
        </p:nvGrpSpPr>
        <p:grpSpPr>
          <a:xfrm>
            <a:off x="6734809" y="4167961"/>
            <a:ext cx="424056" cy="452337"/>
            <a:chOff x="914900" y="3806450"/>
            <a:chExt cx="451700" cy="481825"/>
          </a:xfrm>
        </p:grpSpPr>
        <p:sp>
          <p:nvSpPr>
            <p:cNvPr id="7546" name="Google Shape;7546;p68"/>
            <p:cNvSpPr/>
            <p:nvPr/>
          </p:nvSpPr>
          <p:spPr>
            <a:xfrm>
              <a:off x="914900" y="4174425"/>
              <a:ext cx="423400" cy="113850"/>
            </a:xfrm>
            <a:custGeom>
              <a:avLst/>
              <a:gdLst/>
              <a:ahLst/>
              <a:cxnLst/>
              <a:rect l="l" t="t" r="r" b="b"/>
              <a:pathLst>
                <a:path w="16936" h="4554" extrusionOk="0">
                  <a:moveTo>
                    <a:pt x="564" y="0"/>
                  </a:moveTo>
                  <a:cubicBezTo>
                    <a:pt x="250" y="0"/>
                    <a:pt x="0" y="250"/>
                    <a:pt x="0" y="563"/>
                  </a:cubicBezTo>
                  <a:cubicBezTo>
                    <a:pt x="0" y="877"/>
                    <a:pt x="250" y="1130"/>
                    <a:pt x="564" y="1130"/>
                  </a:cubicBezTo>
                  <a:lnTo>
                    <a:pt x="2259" y="1130"/>
                  </a:lnTo>
                  <a:lnTo>
                    <a:pt x="2259" y="2861"/>
                  </a:lnTo>
                  <a:cubicBezTo>
                    <a:pt x="2259" y="3795"/>
                    <a:pt x="3015" y="4553"/>
                    <a:pt x="3951" y="4553"/>
                  </a:cubicBezTo>
                  <a:cubicBezTo>
                    <a:pt x="4264" y="4553"/>
                    <a:pt x="4517" y="4300"/>
                    <a:pt x="4517" y="3990"/>
                  </a:cubicBezTo>
                  <a:lnTo>
                    <a:pt x="4517" y="1130"/>
                  </a:lnTo>
                  <a:lnTo>
                    <a:pt x="5646" y="1130"/>
                  </a:lnTo>
                  <a:lnTo>
                    <a:pt x="5646" y="1693"/>
                  </a:lnTo>
                  <a:cubicBezTo>
                    <a:pt x="5646" y="2629"/>
                    <a:pt x="6402" y="3424"/>
                    <a:pt x="7339" y="3424"/>
                  </a:cubicBezTo>
                  <a:cubicBezTo>
                    <a:pt x="7652" y="3424"/>
                    <a:pt x="7905" y="3171"/>
                    <a:pt x="7905" y="2861"/>
                  </a:cubicBezTo>
                  <a:lnTo>
                    <a:pt x="7905" y="1130"/>
                  </a:lnTo>
                  <a:lnTo>
                    <a:pt x="9034" y="1130"/>
                  </a:lnTo>
                  <a:lnTo>
                    <a:pt x="9034" y="3990"/>
                  </a:lnTo>
                  <a:cubicBezTo>
                    <a:pt x="9034" y="4300"/>
                    <a:pt x="9284" y="4553"/>
                    <a:pt x="9597" y="4553"/>
                  </a:cubicBezTo>
                  <a:cubicBezTo>
                    <a:pt x="9910" y="4553"/>
                    <a:pt x="10163" y="4300"/>
                    <a:pt x="10163" y="3990"/>
                  </a:cubicBezTo>
                  <a:lnTo>
                    <a:pt x="10163" y="1130"/>
                  </a:lnTo>
                  <a:lnTo>
                    <a:pt x="16373" y="1130"/>
                  </a:lnTo>
                  <a:cubicBezTo>
                    <a:pt x="16686" y="1130"/>
                    <a:pt x="16936" y="877"/>
                    <a:pt x="16936" y="563"/>
                  </a:cubicBezTo>
                  <a:cubicBezTo>
                    <a:pt x="16936" y="250"/>
                    <a:pt x="16686" y="0"/>
                    <a:pt x="16373"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47" name="Google Shape;7547;p68"/>
            <p:cNvSpPr/>
            <p:nvPr/>
          </p:nvSpPr>
          <p:spPr>
            <a:xfrm>
              <a:off x="971350" y="3806450"/>
              <a:ext cx="254100" cy="339775"/>
            </a:xfrm>
            <a:custGeom>
              <a:avLst/>
              <a:gdLst/>
              <a:ahLst/>
              <a:cxnLst/>
              <a:rect l="l" t="t" r="r" b="b"/>
              <a:pathLst>
                <a:path w="10164" h="13591" extrusionOk="0">
                  <a:moveTo>
                    <a:pt x="7563" y="2032"/>
                  </a:moveTo>
                  <a:cubicBezTo>
                    <a:pt x="7853" y="2032"/>
                    <a:pt x="8131" y="2256"/>
                    <a:pt x="8131" y="2596"/>
                  </a:cubicBezTo>
                  <a:cubicBezTo>
                    <a:pt x="8131" y="2937"/>
                    <a:pt x="7852" y="3163"/>
                    <a:pt x="7562" y="3163"/>
                  </a:cubicBezTo>
                  <a:cubicBezTo>
                    <a:pt x="7423" y="3163"/>
                    <a:pt x="7282" y="3111"/>
                    <a:pt x="7168" y="2997"/>
                  </a:cubicBezTo>
                  <a:cubicBezTo>
                    <a:pt x="6945" y="2777"/>
                    <a:pt x="6945" y="2418"/>
                    <a:pt x="7168" y="2199"/>
                  </a:cubicBezTo>
                  <a:cubicBezTo>
                    <a:pt x="7283" y="2083"/>
                    <a:pt x="7425" y="2032"/>
                    <a:pt x="7563" y="2032"/>
                  </a:cubicBezTo>
                  <a:close/>
                  <a:moveTo>
                    <a:pt x="7339" y="0"/>
                  </a:moveTo>
                  <a:cubicBezTo>
                    <a:pt x="5412" y="0"/>
                    <a:pt x="3759" y="1087"/>
                    <a:pt x="2901" y="2668"/>
                  </a:cubicBezTo>
                  <a:cubicBezTo>
                    <a:pt x="2852" y="2674"/>
                    <a:pt x="2804" y="2686"/>
                    <a:pt x="2762" y="2704"/>
                  </a:cubicBezTo>
                  <a:cubicBezTo>
                    <a:pt x="2602" y="2782"/>
                    <a:pt x="2431" y="2819"/>
                    <a:pt x="2260" y="2819"/>
                  </a:cubicBezTo>
                  <a:cubicBezTo>
                    <a:pt x="1967" y="2819"/>
                    <a:pt x="1678" y="2707"/>
                    <a:pt x="1458" y="2494"/>
                  </a:cubicBezTo>
                  <a:cubicBezTo>
                    <a:pt x="1247" y="2280"/>
                    <a:pt x="1127" y="1994"/>
                    <a:pt x="1130" y="1696"/>
                  </a:cubicBezTo>
                  <a:cubicBezTo>
                    <a:pt x="1130" y="1395"/>
                    <a:pt x="1247" y="1178"/>
                    <a:pt x="1458" y="964"/>
                  </a:cubicBezTo>
                  <a:cubicBezTo>
                    <a:pt x="1681" y="744"/>
                    <a:pt x="1681" y="386"/>
                    <a:pt x="1458" y="166"/>
                  </a:cubicBezTo>
                  <a:cubicBezTo>
                    <a:pt x="1348" y="56"/>
                    <a:pt x="1204" y="1"/>
                    <a:pt x="1059" y="1"/>
                  </a:cubicBezTo>
                  <a:cubicBezTo>
                    <a:pt x="915" y="1"/>
                    <a:pt x="770" y="56"/>
                    <a:pt x="660" y="166"/>
                  </a:cubicBezTo>
                  <a:cubicBezTo>
                    <a:pt x="236" y="594"/>
                    <a:pt x="1" y="1093"/>
                    <a:pt x="1" y="1696"/>
                  </a:cubicBezTo>
                  <a:cubicBezTo>
                    <a:pt x="1" y="2942"/>
                    <a:pt x="1010" y="3954"/>
                    <a:pt x="2259" y="3954"/>
                  </a:cubicBezTo>
                  <a:cubicBezTo>
                    <a:pt x="2307" y="3954"/>
                    <a:pt x="2353" y="3939"/>
                    <a:pt x="2401" y="3936"/>
                  </a:cubicBezTo>
                  <a:lnTo>
                    <a:pt x="2401" y="3936"/>
                  </a:lnTo>
                  <a:cubicBezTo>
                    <a:pt x="2319" y="4282"/>
                    <a:pt x="2274" y="4635"/>
                    <a:pt x="2265" y="4990"/>
                  </a:cubicBezTo>
                  <a:cubicBezTo>
                    <a:pt x="2976" y="4680"/>
                    <a:pt x="3741" y="4517"/>
                    <a:pt x="4518" y="4517"/>
                  </a:cubicBezTo>
                  <a:lnTo>
                    <a:pt x="5081" y="4517"/>
                  </a:lnTo>
                  <a:cubicBezTo>
                    <a:pt x="6017" y="4517"/>
                    <a:pt x="6773" y="5276"/>
                    <a:pt x="6776" y="6213"/>
                  </a:cubicBezTo>
                  <a:lnTo>
                    <a:pt x="6776" y="9073"/>
                  </a:lnTo>
                  <a:cubicBezTo>
                    <a:pt x="6776" y="10925"/>
                    <a:pt x="5864" y="12557"/>
                    <a:pt x="4482" y="13590"/>
                  </a:cubicBezTo>
                  <a:lnTo>
                    <a:pt x="6210" y="13590"/>
                  </a:lnTo>
                  <a:cubicBezTo>
                    <a:pt x="8393" y="13590"/>
                    <a:pt x="10164" y="11820"/>
                    <a:pt x="10164" y="9636"/>
                  </a:cubicBezTo>
                  <a:lnTo>
                    <a:pt x="10164"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48" name="Google Shape;7548;p68"/>
            <p:cNvSpPr/>
            <p:nvPr/>
          </p:nvSpPr>
          <p:spPr>
            <a:xfrm>
              <a:off x="971350" y="3947600"/>
              <a:ext cx="141175" cy="198625"/>
            </a:xfrm>
            <a:custGeom>
              <a:avLst/>
              <a:gdLst/>
              <a:ahLst/>
              <a:cxnLst/>
              <a:rect l="l" t="t" r="r" b="b"/>
              <a:pathLst>
                <a:path w="5647" h="7945" extrusionOk="0">
                  <a:moveTo>
                    <a:pt x="4518" y="0"/>
                  </a:moveTo>
                  <a:cubicBezTo>
                    <a:pt x="2021" y="0"/>
                    <a:pt x="1" y="2060"/>
                    <a:pt x="1" y="4556"/>
                  </a:cubicBezTo>
                  <a:lnTo>
                    <a:pt x="1" y="6815"/>
                  </a:lnTo>
                  <a:cubicBezTo>
                    <a:pt x="934" y="6812"/>
                    <a:pt x="1693" y="6056"/>
                    <a:pt x="1693" y="5120"/>
                  </a:cubicBezTo>
                  <a:cubicBezTo>
                    <a:pt x="1693" y="4806"/>
                    <a:pt x="1946" y="4556"/>
                    <a:pt x="2259" y="4556"/>
                  </a:cubicBezTo>
                  <a:cubicBezTo>
                    <a:pt x="2569" y="4556"/>
                    <a:pt x="2822" y="4806"/>
                    <a:pt x="2822" y="5120"/>
                  </a:cubicBezTo>
                  <a:cubicBezTo>
                    <a:pt x="2822" y="6547"/>
                    <a:pt x="1753" y="7718"/>
                    <a:pt x="377" y="7905"/>
                  </a:cubicBezTo>
                  <a:cubicBezTo>
                    <a:pt x="434" y="7929"/>
                    <a:pt x="501" y="7941"/>
                    <a:pt x="564" y="7944"/>
                  </a:cubicBezTo>
                  <a:lnTo>
                    <a:pt x="1130" y="7944"/>
                  </a:lnTo>
                  <a:cubicBezTo>
                    <a:pt x="3623" y="7944"/>
                    <a:pt x="5647" y="5921"/>
                    <a:pt x="5647" y="3427"/>
                  </a:cubicBezTo>
                  <a:lnTo>
                    <a:pt x="5647" y="567"/>
                  </a:lnTo>
                  <a:cubicBezTo>
                    <a:pt x="5647" y="253"/>
                    <a:pt x="5394" y="0"/>
                    <a:pt x="5081"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49" name="Google Shape;7549;p68"/>
            <p:cNvSpPr/>
            <p:nvPr/>
          </p:nvSpPr>
          <p:spPr>
            <a:xfrm>
              <a:off x="1253675" y="3806450"/>
              <a:ext cx="112925" cy="90350"/>
            </a:xfrm>
            <a:custGeom>
              <a:avLst/>
              <a:gdLst/>
              <a:ahLst/>
              <a:cxnLst/>
              <a:rect l="l" t="t" r="r" b="b"/>
              <a:pathLst>
                <a:path w="4517" h="3614" extrusionOk="0">
                  <a:moveTo>
                    <a:pt x="0" y="0"/>
                  </a:moveTo>
                  <a:lnTo>
                    <a:pt x="0" y="1696"/>
                  </a:lnTo>
                  <a:cubicBezTo>
                    <a:pt x="142" y="1685"/>
                    <a:pt x="428" y="1669"/>
                    <a:pt x="771" y="1669"/>
                  </a:cubicBezTo>
                  <a:cubicBezTo>
                    <a:pt x="1415" y="1669"/>
                    <a:pt x="2264" y="1726"/>
                    <a:pt x="2749" y="1988"/>
                  </a:cubicBezTo>
                  <a:cubicBezTo>
                    <a:pt x="3355" y="2313"/>
                    <a:pt x="4062" y="3078"/>
                    <a:pt x="4517" y="3614"/>
                  </a:cubicBezTo>
                  <a:lnTo>
                    <a:pt x="4517" y="2259"/>
                  </a:lnTo>
                  <a:cubicBezTo>
                    <a:pt x="4517" y="1012"/>
                    <a:pt x="3505" y="0"/>
                    <a:pt x="2258"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50" name="Google Shape;7550;p68"/>
            <p:cNvSpPr/>
            <p:nvPr/>
          </p:nvSpPr>
          <p:spPr>
            <a:xfrm>
              <a:off x="1253600" y="3876425"/>
              <a:ext cx="95025" cy="42975"/>
            </a:xfrm>
            <a:custGeom>
              <a:avLst/>
              <a:gdLst/>
              <a:ahLst/>
              <a:cxnLst/>
              <a:rect l="l" t="t" r="r" b="b"/>
              <a:pathLst>
                <a:path w="3801" h="1719" extrusionOk="0">
                  <a:moveTo>
                    <a:pt x="726" y="0"/>
                  </a:moveTo>
                  <a:cubicBezTo>
                    <a:pt x="478" y="0"/>
                    <a:pt x="239" y="9"/>
                    <a:pt x="42" y="23"/>
                  </a:cubicBezTo>
                  <a:lnTo>
                    <a:pt x="0" y="23"/>
                  </a:lnTo>
                  <a:lnTo>
                    <a:pt x="3" y="1718"/>
                  </a:lnTo>
                  <a:lnTo>
                    <a:pt x="3800" y="1718"/>
                  </a:lnTo>
                  <a:cubicBezTo>
                    <a:pt x="3379" y="1203"/>
                    <a:pt x="2692" y="438"/>
                    <a:pt x="2219" y="182"/>
                  </a:cubicBezTo>
                  <a:cubicBezTo>
                    <a:pt x="1969" y="49"/>
                    <a:pt x="1321" y="0"/>
                    <a:pt x="726"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551" name="Google Shape;7551;p68"/>
          <p:cNvGrpSpPr/>
          <p:nvPr/>
        </p:nvGrpSpPr>
        <p:grpSpPr>
          <a:xfrm>
            <a:off x="7293371" y="4167714"/>
            <a:ext cx="461796" cy="452831"/>
            <a:chOff x="1490050" y="3805975"/>
            <a:chExt cx="491900" cy="482350"/>
          </a:xfrm>
        </p:grpSpPr>
        <p:sp>
          <p:nvSpPr>
            <p:cNvPr id="7552" name="Google Shape;7552;p68"/>
            <p:cNvSpPr/>
            <p:nvPr/>
          </p:nvSpPr>
          <p:spPr>
            <a:xfrm>
              <a:off x="1541775" y="3877050"/>
              <a:ext cx="302500" cy="277225"/>
            </a:xfrm>
            <a:custGeom>
              <a:avLst/>
              <a:gdLst/>
              <a:ahLst/>
              <a:cxnLst/>
              <a:rect l="l" t="t" r="r" b="b"/>
              <a:pathLst>
                <a:path w="12100" h="11089" extrusionOk="0">
                  <a:moveTo>
                    <a:pt x="10512" y="1"/>
                  </a:moveTo>
                  <a:lnTo>
                    <a:pt x="0" y="10513"/>
                  </a:lnTo>
                  <a:cubicBezTo>
                    <a:pt x="207" y="10475"/>
                    <a:pt x="415" y="10456"/>
                    <a:pt x="622" y="10456"/>
                  </a:cubicBezTo>
                  <a:cubicBezTo>
                    <a:pt x="1327" y="10456"/>
                    <a:pt x="2020" y="10674"/>
                    <a:pt x="2602" y="11088"/>
                  </a:cubicBezTo>
                  <a:lnTo>
                    <a:pt x="12099" y="1588"/>
                  </a:lnTo>
                  <a:lnTo>
                    <a:pt x="10512"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53" name="Google Shape;7553;p68"/>
            <p:cNvSpPr/>
            <p:nvPr/>
          </p:nvSpPr>
          <p:spPr>
            <a:xfrm>
              <a:off x="1824450" y="3805975"/>
              <a:ext cx="157500" cy="150525"/>
            </a:xfrm>
            <a:custGeom>
              <a:avLst/>
              <a:gdLst/>
              <a:ahLst/>
              <a:cxnLst/>
              <a:rect l="l" t="t" r="r" b="b"/>
              <a:pathLst>
                <a:path w="6300" h="6021" extrusionOk="0">
                  <a:moveTo>
                    <a:pt x="3211" y="0"/>
                  </a:moveTo>
                  <a:cubicBezTo>
                    <a:pt x="2484" y="0"/>
                    <a:pt x="1758" y="281"/>
                    <a:pt x="1208" y="841"/>
                  </a:cubicBezTo>
                  <a:lnTo>
                    <a:pt x="0" y="2049"/>
                  </a:lnTo>
                  <a:lnTo>
                    <a:pt x="3972" y="6021"/>
                  </a:lnTo>
                  <a:lnTo>
                    <a:pt x="5180" y="4813"/>
                  </a:lnTo>
                  <a:cubicBezTo>
                    <a:pt x="6294" y="3717"/>
                    <a:pt x="6300" y="1925"/>
                    <a:pt x="5198" y="823"/>
                  </a:cubicBezTo>
                  <a:cubicBezTo>
                    <a:pt x="4649" y="274"/>
                    <a:pt x="3930" y="0"/>
                    <a:pt x="3211"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54" name="Google Shape;7554;p68"/>
            <p:cNvSpPr/>
            <p:nvPr/>
          </p:nvSpPr>
          <p:spPr>
            <a:xfrm>
              <a:off x="1626675" y="3936600"/>
              <a:ext cx="277225" cy="302600"/>
            </a:xfrm>
            <a:custGeom>
              <a:avLst/>
              <a:gdLst/>
              <a:ahLst/>
              <a:cxnLst/>
              <a:rect l="l" t="t" r="r" b="b"/>
              <a:pathLst>
                <a:path w="11089" h="12104" extrusionOk="0">
                  <a:moveTo>
                    <a:pt x="9501" y="1"/>
                  </a:moveTo>
                  <a:lnTo>
                    <a:pt x="1" y="9501"/>
                  </a:lnTo>
                  <a:cubicBezTo>
                    <a:pt x="537" y="10254"/>
                    <a:pt x="745" y="11194"/>
                    <a:pt x="576" y="12103"/>
                  </a:cubicBezTo>
                  <a:lnTo>
                    <a:pt x="11088" y="1591"/>
                  </a:lnTo>
                  <a:lnTo>
                    <a:pt x="9501"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55" name="Google Shape;7555;p68"/>
            <p:cNvSpPr/>
            <p:nvPr/>
          </p:nvSpPr>
          <p:spPr>
            <a:xfrm>
              <a:off x="1490050" y="4166500"/>
              <a:ext cx="129950" cy="121825"/>
            </a:xfrm>
            <a:custGeom>
              <a:avLst/>
              <a:gdLst/>
              <a:ahLst/>
              <a:cxnLst/>
              <a:rect l="l" t="t" r="r" b="b"/>
              <a:pathLst>
                <a:path w="5198" h="4873" extrusionOk="0">
                  <a:moveTo>
                    <a:pt x="2693" y="0"/>
                  </a:moveTo>
                  <a:cubicBezTo>
                    <a:pt x="2243" y="0"/>
                    <a:pt x="1790" y="133"/>
                    <a:pt x="1398" y="405"/>
                  </a:cubicBezTo>
                  <a:lnTo>
                    <a:pt x="1398" y="402"/>
                  </a:lnTo>
                  <a:lnTo>
                    <a:pt x="741" y="2446"/>
                  </a:lnTo>
                  <a:lnTo>
                    <a:pt x="139" y="4118"/>
                  </a:lnTo>
                  <a:cubicBezTo>
                    <a:pt x="0" y="4500"/>
                    <a:pt x="295" y="4872"/>
                    <a:pt x="664" y="4872"/>
                  </a:cubicBezTo>
                  <a:cubicBezTo>
                    <a:pt x="727" y="4872"/>
                    <a:pt x="793" y="4861"/>
                    <a:pt x="859" y="4837"/>
                  </a:cubicBezTo>
                  <a:lnTo>
                    <a:pt x="2530" y="4235"/>
                  </a:lnTo>
                  <a:lnTo>
                    <a:pt x="4574" y="3579"/>
                  </a:lnTo>
                  <a:cubicBezTo>
                    <a:pt x="5198" y="2672"/>
                    <a:pt x="5086" y="1450"/>
                    <a:pt x="4306" y="670"/>
                  </a:cubicBezTo>
                  <a:cubicBezTo>
                    <a:pt x="3866" y="228"/>
                    <a:pt x="3282" y="0"/>
                    <a:pt x="2693"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556" name="Google Shape;7556;p68"/>
          <p:cNvGrpSpPr/>
          <p:nvPr/>
        </p:nvGrpSpPr>
        <p:grpSpPr>
          <a:xfrm>
            <a:off x="7858529" y="4167961"/>
            <a:ext cx="415865" cy="452337"/>
            <a:chOff x="2104275" y="3806450"/>
            <a:chExt cx="442975" cy="481825"/>
          </a:xfrm>
        </p:grpSpPr>
        <p:sp>
          <p:nvSpPr>
            <p:cNvPr id="7557" name="Google Shape;7557;p68"/>
            <p:cNvSpPr/>
            <p:nvPr/>
          </p:nvSpPr>
          <p:spPr>
            <a:xfrm>
              <a:off x="2104275" y="3806450"/>
              <a:ext cx="442975" cy="481825"/>
            </a:xfrm>
            <a:custGeom>
              <a:avLst/>
              <a:gdLst/>
              <a:ahLst/>
              <a:cxnLst/>
              <a:rect l="l" t="t" r="r" b="b"/>
              <a:pathLst>
                <a:path w="17719" h="19273" extrusionOk="0">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58" name="Google Shape;7558;p68"/>
            <p:cNvSpPr/>
            <p:nvPr/>
          </p:nvSpPr>
          <p:spPr>
            <a:xfrm>
              <a:off x="2284200" y="4005050"/>
              <a:ext cx="84700" cy="84700"/>
            </a:xfrm>
            <a:custGeom>
              <a:avLst/>
              <a:gdLst/>
              <a:ahLst/>
              <a:cxnLst/>
              <a:rect l="l" t="t" r="r" b="b"/>
              <a:pathLst>
                <a:path w="3388" h="3388" extrusionOk="0">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559" name="Google Shape;7559;p68"/>
          <p:cNvGrpSpPr/>
          <p:nvPr/>
        </p:nvGrpSpPr>
        <p:grpSpPr>
          <a:xfrm>
            <a:off x="8423218" y="4167961"/>
            <a:ext cx="391221" cy="452337"/>
            <a:chOff x="2710875" y="3806450"/>
            <a:chExt cx="416725" cy="481825"/>
          </a:xfrm>
        </p:grpSpPr>
        <p:sp>
          <p:nvSpPr>
            <p:cNvPr id="7560" name="Google Shape;7560;p68"/>
            <p:cNvSpPr/>
            <p:nvPr/>
          </p:nvSpPr>
          <p:spPr>
            <a:xfrm>
              <a:off x="2710875" y="4144450"/>
              <a:ext cx="416725" cy="143825"/>
            </a:xfrm>
            <a:custGeom>
              <a:avLst/>
              <a:gdLst/>
              <a:ahLst/>
              <a:cxnLst/>
              <a:rect l="l" t="t" r="r" b="b"/>
              <a:pathLst>
                <a:path w="16669" h="5753" extrusionOk="0">
                  <a:moveTo>
                    <a:pt x="2313" y="1"/>
                  </a:moveTo>
                  <a:lnTo>
                    <a:pt x="260" y="3590"/>
                  </a:lnTo>
                  <a:cubicBezTo>
                    <a:pt x="1" y="4039"/>
                    <a:pt x="1" y="4590"/>
                    <a:pt x="266" y="5036"/>
                  </a:cubicBezTo>
                  <a:cubicBezTo>
                    <a:pt x="517" y="5479"/>
                    <a:pt x="986" y="5752"/>
                    <a:pt x="1495" y="5752"/>
                  </a:cubicBezTo>
                  <a:cubicBezTo>
                    <a:pt x="1498" y="5752"/>
                    <a:pt x="1501" y="5752"/>
                    <a:pt x="1503" y="5752"/>
                  </a:cubicBezTo>
                  <a:lnTo>
                    <a:pt x="15165" y="5752"/>
                  </a:lnTo>
                  <a:cubicBezTo>
                    <a:pt x="15168" y="5752"/>
                    <a:pt x="15171" y="5752"/>
                    <a:pt x="15174" y="5752"/>
                  </a:cubicBezTo>
                  <a:cubicBezTo>
                    <a:pt x="15682" y="5752"/>
                    <a:pt x="16151" y="5479"/>
                    <a:pt x="16403" y="5036"/>
                  </a:cubicBezTo>
                  <a:cubicBezTo>
                    <a:pt x="16668" y="4590"/>
                    <a:pt x="16668" y="4039"/>
                    <a:pt x="16409" y="3590"/>
                  </a:cubicBezTo>
                  <a:lnTo>
                    <a:pt x="14358"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61" name="Google Shape;7561;p68"/>
            <p:cNvSpPr/>
            <p:nvPr/>
          </p:nvSpPr>
          <p:spPr>
            <a:xfrm>
              <a:off x="2784800" y="3806450"/>
              <a:ext cx="268850" cy="309800"/>
            </a:xfrm>
            <a:custGeom>
              <a:avLst/>
              <a:gdLst/>
              <a:ahLst/>
              <a:cxnLst/>
              <a:rect l="l" t="t" r="r" b="b"/>
              <a:pathLst>
                <a:path w="10754" h="12392" extrusionOk="0">
                  <a:moveTo>
                    <a:pt x="5379" y="8113"/>
                  </a:moveTo>
                  <a:cubicBezTo>
                    <a:pt x="5882" y="8113"/>
                    <a:pt x="6132" y="8721"/>
                    <a:pt x="5776" y="9076"/>
                  </a:cubicBezTo>
                  <a:cubicBezTo>
                    <a:pt x="5661" y="9192"/>
                    <a:pt x="5519" y="9244"/>
                    <a:pt x="5380" y="9244"/>
                  </a:cubicBezTo>
                  <a:cubicBezTo>
                    <a:pt x="5091" y="9244"/>
                    <a:pt x="4813" y="9019"/>
                    <a:pt x="4813" y="8679"/>
                  </a:cubicBezTo>
                  <a:cubicBezTo>
                    <a:pt x="4813" y="8366"/>
                    <a:pt x="5066" y="8113"/>
                    <a:pt x="5379" y="8113"/>
                  </a:cubicBezTo>
                  <a:close/>
                  <a:moveTo>
                    <a:pt x="4280" y="9989"/>
                  </a:moveTo>
                  <a:cubicBezTo>
                    <a:pt x="4783" y="9989"/>
                    <a:pt x="5036" y="10597"/>
                    <a:pt x="4680" y="10952"/>
                  </a:cubicBezTo>
                  <a:cubicBezTo>
                    <a:pt x="4566" y="11067"/>
                    <a:pt x="4425" y="11118"/>
                    <a:pt x="4286" y="11118"/>
                  </a:cubicBezTo>
                  <a:cubicBezTo>
                    <a:pt x="3996" y="11118"/>
                    <a:pt x="3717" y="10892"/>
                    <a:pt x="3717" y="10552"/>
                  </a:cubicBezTo>
                  <a:cubicBezTo>
                    <a:pt x="3717" y="10242"/>
                    <a:pt x="3970" y="9989"/>
                    <a:pt x="4280" y="9989"/>
                  </a:cubicBezTo>
                  <a:close/>
                  <a:moveTo>
                    <a:pt x="6475" y="9989"/>
                  </a:moveTo>
                  <a:cubicBezTo>
                    <a:pt x="6978" y="9989"/>
                    <a:pt x="7231" y="10597"/>
                    <a:pt x="6875" y="10952"/>
                  </a:cubicBezTo>
                  <a:cubicBezTo>
                    <a:pt x="6761" y="11067"/>
                    <a:pt x="6620" y="11118"/>
                    <a:pt x="6481" y="11118"/>
                  </a:cubicBezTo>
                  <a:cubicBezTo>
                    <a:pt x="6191" y="11118"/>
                    <a:pt x="5912" y="10892"/>
                    <a:pt x="5912" y="10552"/>
                  </a:cubicBezTo>
                  <a:cubicBezTo>
                    <a:pt x="5912" y="10242"/>
                    <a:pt x="6162" y="9989"/>
                    <a:pt x="6475" y="9989"/>
                  </a:cubicBezTo>
                  <a:close/>
                  <a:moveTo>
                    <a:pt x="1744" y="0"/>
                  </a:moveTo>
                  <a:cubicBezTo>
                    <a:pt x="1434" y="0"/>
                    <a:pt x="1181" y="253"/>
                    <a:pt x="1181" y="566"/>
                  </a:cubicBezTo>
                  <a:cubicBezTo>
                    <a:pt x="1181" y="877"/>
                    <a:pt x="1434" y="1130"/>
                    <a:pt x="1744" y="1130"/>
                  </a:cubicBezTo>
                  <a:lnTo>
                    <a:pt x="2259" y="1130"/>
                  </a:lnTo>
                  <a:lnTo>
                    <a:pt x="2259" y="8444"/>
                  </a:lnTo>
                  <a:lnTo>
                    <a:pt x="1" y="12392"/>
                  </a:lnTo>
                  <a:lnTo>
                    <a:pt x="10754" y="12392"/>
                  </a:lnTo>
                  <a:lnTo>
                    <a:pt x="8496" y="8444"/>
                  </a:lnTo>
                  <a:lnTo>
                    <a:pt x="8496" y="1130"/>
                  </a:lnTo>
                  <a:lnTo>
                    <a:pt x="9010" y="1130"/>
                  </a:lnTo>
                  <a:cubicBezTo>
                    <a:pt x="9321" y="1130"/>
                    <a:pt x="9574" y="877"/>
                    <a:pt x="9574" y="566"/>
                  </a:cubicBezTo>
                  <a:cubicBezTo>
                    <a:pt x="9574" y="253"/>
                    <a:pt x="9321" y="0"/>
                    <a:pt x="9010"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562" name="Google Shape;7562;p68"/>
          <p:cNvGrpSpPr/>
          <p:nvPr/>
        </p:nvGrpSpPr>
        <p:grpSpPr>
          <a:xfrm>
            <a:off x="8949944" y="4221883"/>
            <a:ext cx="452337" cy="344492"/>
            <a:chOff x="3271200" y="3863875"/>
            <a:chExt cx="481825" cy="366950"/>
          </a:xfrm>
        </p:grpSpPr>
        <p:sp>
          <p:nvSpPr>
            <p:cNvPr id="7563" name="Google Shape;7563;p68"/>
            <p:cNvSpPr/>
            <p:nvPr/>
          </p:nvSpPr>
          <p:spPr>
            <a:xfrm>
              <a:off x="3271200" y="3920350"/>
              <a:ext cx="283225" cy="310475"/>
            </a:xfrm>
            <a:custGeom>
              <a:avLst/>
              <a:gdLst/>
              <a:ahLst/>
              <a:cxnLst/>
              <a:rect l="l" t="t" r="r" b="b"/>
              <a:pathLst>
                <a:path w="11329" h="12419" extrusionOk="0">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64" name="Google Shape;7564;p68"/>
            <p:cNvSpPr/>
            <p:nvPr/>
          </p:nvSpPr>
          <p:spPr>
            <a:xfrm>
              <a:off x="3526175" y="3863875"/>
              <a:ext cx="226850" cy="310575"/>
            </a:xfrm>
            <a:custGeom>
              <a:avLst/>
              <a:gdLst/>
              <a:ahLst/>
              <a:cxnLst/>
              <a:rect l="l" t="t" r="r" b="b"/>
              <a:pathLst>
                <a:path w="9074" h="12423" extrusionOk="0">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565" name="Google Shape;7565;p68"/>
          <p:cNvGrpSpPr/>
          <p:nvPr/>
        </p:nvGrpSpPr>
        <p:grpSpPr>
          <a:xfrm>
            <a:off x="9530603" y="4168266"/>
            <a:ext cx="394037" cy="451727"/>
            <a:chOff x="3895050" y="3806775"/>
            <a:chExt cx="419725" cy="481175"/>
          </a:xfrm>
        </p:grpSpPr>
        <p:sp>
          <p:nvSpPr>
            <p:cNvPr id="7566" name="Google Shape;7566;p68"/>
            <p:cNvSpPr/>
            <p:nvPr/>
          </p:nvSpPr>
          <p:spPr>
            <a:xfrm>
              <a:off x="3895050" y="3942650"/>
              <a:ext cx="419725" cy="345300"/>
            </a:xfrm>
            <a:custGeom>
              <a:avLst/>
              <a:gdLst/>
              <a:ahLst/>
              <a:cxnLst/>
              <a:rect l="l" t="t" r="r" b="b"/>
              <a:pathLst>
                <a:path w="16789" h="13812" extrusionOk="0">
                  <a:moveTo>
                    <a:pt x="4448" y="1"/>
                  </a:moveTo>
                  <a:cubicBezTo>
                    <a:pt x="4233" y="1"/>
                    <a:pt x="4016" y="18"/>
                    <a:pt x="3801" y="54"/>
                  </a:cubicBezTo>
                  <a:cubicBezTo>
                    <a:pt x="1545" y="418"/>
                    <a:pt x="1" y="2604"/>
                    <a:pt x="356" y="4929"/>
                  </a:cubicBezTo>
                  <a:cubicBezTo>
                    <a:pt x="994" y="9100"/>
                    <a:pt x="2205" y="11942"/>
                    <a:pt x="3858" y="13147"/>
                  </a:cubicBezTo>
                  <a:cubicBezTo>
                    <a:pt x="4470" y="13592"/>
                    <a:pt x="5129" y="13811"/>
                    <a:pt x="5863" y="13811"/>
                  </a:cubicBezTo>
                  <a:cubicBezTo>
                    <a:pt x="6071" y="13811"/>
                    <a:pt x="6286" y="13793"/>
                    <a:pt x="6508" y="13758"/>
                  </a:cubicBezTo>
                  <a:cubicBezTo>
                    <a:pt x="7125" y="13659"/>
                    <a:pt x="7610" y="13406"/>
                    <a:pt x="7999" y="12987"/>
                  </a:cubicBezTo>
                  <a:lnTo>
                    <a:pt x="8396" y="12557"/>
                  </a:lnTo>
                  <a:lnTo>
                    <a:pt x="8791" y="12987"/>
                  </a:lnTo>
                  <a:cubicBezTo>
                    <a:pt x="9179" y="13406"/>
                    <a:pt x="9667" y="13659"/>
                    <a:pt x="10281" y="13758"/>
                  </a:cubicBezTo>
                  <a:cubicBezTo>
                    <a:pt x="10503" y="13793"/>
                    <a:pt x="10718" y="13811"/>
                    <a:pt x="10927" y="13811"/>
                  </a:cubicBezTo>
                  <a:cubicBezTo>
                    <a:pt x="11660" y="13811"/>
                    <a:pt x="12319" y="13592"/>
                    <a:pt x="12931" y="13147"/>
                  </a:cubicBezTo>
                  <a:cubicBezTo>
                    <a:pt x="14587" y="11942"/>
                    <a:pt x="15795" y="9100"/>
                    <a:pt x="16433" y="4929"/>
                  </a:cubicBezTo>
                  <a:cubicBezTo>
                    <a:pt x="16788" y="2604"/>
                    <a:pt x="15244" y="418"/>
                    <a:pt x="12988" y="54"/>
                  </a:cubicBezTo>
                  <a:cubicBezTo>
                    <a:pt x="12773" y="18"/>
                    <a:pt x="12556" y="1"/>
                    <a:pt x="12341" y="1"/>
                  </a:cubicBezTo>
                  <a:cubicBezTo>
                    <a:pt x="11461" y="1"/>
                    <a:pt x="10599" y="293"/>
                    <a:pt x="9893" y="840"/>
                  </a:cubicBezTo>
                  <a:cubicBezTo>
                    <a:pt x="9601" y="1063"/>
                    <a:pt x="9263" y="1216"/>
                    <a:pt x="8905" y="1292"/>
                  </a:cubicBezTo>
                  <a:cubicBezTo>
                    <a:pt x="8736" y="1326"/>
                    <a:pt x="8567" y="1343"/>
                    <a:pt x="8397" y="1343"/>
                  </a:cubicBezTo>
                  <a:cubicBezTo>
                    <a:pt x="8296" y="1343"/>
                    <a:pt x="8196" y="1337"/>
                    <a:pt x="8095" y="1325"/>
                  </a:cubicBezTo>
                  <a:cubicBezTo>
                    <a:pt x="7658" y="1273"/>
                    <a:pt x="7246" y="1105"/>
                    <a:pt x="6896" y="840"/>
                  </a:cubicBezTo>
                  <a:cubicBezTo>
                    <a:pt x="6190" y="293"/>
                    <a:pt x="5328" y="1"/>
                    <a:pt x="4448"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67" name="Google Shape;7567;p68"/>
            <p:cNvSpPr/>
            <p:nvPr/>
          </p:nvSpPr>
          <p:spPr>
            <a:xfrm>
              <a:off x="4016325" y="3806775"/>
              <a:ext cx="199225" cy="142475"/>
            </a:xfrm>
            <a:custGeom>
              <a:avLst/>
              <a:gdLst/>
              <a:ahLst/>
              <a:cxnLst/>
              <a:rect l="l" t="t" r="r" b="b"/>
              <a:pathLst>
                <a:path w="7969" h="5699" extrusionOk="0">
                  <a:moveTo>
                    <a:pt x="1350" y="0"/>
                  </a:moveTo>
                  <a:cubicBezTo>
                    <a:pt x="1132" y="0"/>
                    <a:pt x="925" y="129"/>
                    <a:pt x="832" y="343"/>
                  </a:cubicBezTo>
                  <a:cubicBezTo>
                    <a:pt x="799" y="424"/>
                    <a:pt x="1" y="2330"/>
                    <a:pt x="678" y="4101"/>
                  </a:cubicBezTo>
                  <a:cubicBezTo>
                    <a:pt x="736" y="4242"/>
                    <a:pt x="796" y="4381"/>
                    <a:pt x="868" y="4516"/>
                  </a:cubicBezTo>
                  <a:cubicBezTo>
                    <a:pt x="1534" y="4691"/>
                    <a:pt x="2157" y="4995"/>
                    <a:pt x="2702" y="5414"/>
                  </a:cubicBezTo>
                  <a:cubicBezTo>
                    <a:pt x="2950" y="5603"/>
                    <a:pt x="3247" y="5698"/>
                    <a:pt x="3544" y="5698"/>
                  </a:cubicBezTo>
                  <a:cubicBezTo>
                    <a:pt x="3840" y="5698"/>
                    <a:pt x="4137" y="5603"/>
                    <a:pt x="4385" y="5414"/>
                  </a:cubicBezTo>
                  <a:cubicBezTo>
                    <a:pt x="4442" y="5368"/>
                    <a:pt x="4503" y="5326"/>
                    <a:pt x="4563" y="5284"/>
                  </a:cubicBezTo>
                  <a:cubicBezTo>
                    <a:pt x="4870" y="4592"/>
                    <a:pt x="5355" y="3968"/>
                    <a:pt x="6020" y="3417"/>
                  </a:cubicBezTo>
                  <a:cubicBezTo>
                    <a:pt x="6478" y="3035"/>
                    <a:pt x="6987" y="2722"/>
                    <a:pt x="7532" y="2484"/>
                  </a:cubicBezTo>
                  <a:cubicBezTo>
                    <a:pt x="7824" y="2372"/>
                    <a:pt x="7969" y="2044"/>
                    <a:pt x="7854" y="1752"/>
                  </a:cubicBezTo>
                  <a:cubicBezTo>
                    <a:pt x="7768" y="1529"/>
                    <a:pt x="7554" y="1392"/>
                    <a:pt x="7327" y="1392"/>
                  </a:cubicBezTo>
                  <a:cubicBezTo>
                    <a:pt x="7260" y="1392"/>
                    <a:pt x="7192" y="1404"/>
                    <a:pt x="7125" y="1430"/>
                  </a:cubicBezTo>
                  <a:lnTo>
                    <a:pt x="7125" y="1433"/>
                  </a:lnTo>
                  <a:cubicBezTo>
                    <a:pt x="7089" y="1445"/>
                    <a:pt x="6243" y="1776"/>
                    <a:pt x="5334" y="2520"/>
                  </a:cubicBezTo>
                  <a:cubicBezTo>
                    <a:pt x="4997" y="2794"/>
                    <a:pt x="4689" y="3098"/>
                    <a:pt x="4412" y="3429"/>
                  </a:cubicBezTo>
                  <a:cubicBezTo>
                    <a:pt x="4367" y="3194"/>
                    <a:pt x="4301" y="2965"/>
                    <a:pt x="4217" y="2743"/>
                  </a:cubicBezTo>
                  <a:cubicBezTo>
                    <a:pt x="3536" y="972"/>
                    <a:pt x="1669" y="90"/>
                    <a:pt x="1588" y="54"/>
                  </a:cubicBezTo>
                  <a:cubicBezTo>
                    <a:pt x="1511" y="17"/>
                    <a:pt x="1430" y="0"/>
                    <a:pt x="1350"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568" name="Google Shape;7568;p68"/>
          <p:cNvGrpSpPr/>
          <p:nvPr/>
        </p:nvGrpSpPr>
        <p:grpSpPr>
          <a:xfrm>
            <a:off x="10068312" y="4167973"/>
            <a:ext cx="448395" cy="452313"/>
            <a:chOff x="4464775" y="3806475"/>
            <a:chExt cx="477625" cy="481800"/>
          </a:xfrm>
        </p:grpSpPr>
        <p:sp>
          <p:nvSpPr>
            <p:cNvPr id="7569" name="Google Shape;7569;p68"/>
            <p:cNvSpPr/>
            <p:nvPr/>
          </p:nvSpPr>
          <p:spPr>
            <a:xfrm>
              <a:off x="4726375" y="3806475"/>
              <a:ext cx="56500" cy="141125"/>
            </a:xfrm>
            <a:custGeom>
              <a:avLst/>
              <a:gdLst/>
              <a:ahLst/>
              <a:cxnLst/>
              <a:rect l="l" t="t" r="r" b="b"/>
              <a:pathLst>
                <a:path w="2260" h="5645" extrusionOk="0">
                  <a:moveTo>
                    <a:pt x="1133" y="1"/>
                  </a:moveTo>
                  <a:cubicBezTo>
                    <a:pt x="978" y="1"/>
                    <a:pt x="823" y="64"/>
                    <a:pt x="712" y="189"/>
                  </a:cubicBezTo>
                  <a:cubicBezTo>
                    <a:pt x="504" y="421"/>
                    <a:pt x="522" y="776"/>
                    <a:pt x="754" y="984"/>
                  </a:cubicBezTo>
                  <a:cubicBezTo>
                    <a:pt x="832" y="1056"/>
                    <a:pt x="1130" y="1385"/>
                    <a:pt x="1130" y="1695"/>
                  </a:cubicBezTo>
                  <a:cubicBezTo>
                    <a:pt x="1130" y="1990"/>
                    <a:pt x="850" y="2315"/>
                    <a:pt x="754" y="2402"/>
                  </a:cubicBezTo>
                  <a:cubicBezTo>
                    <a:pt x="678" y="2472"/>
                    <a:pt x="1" y="3101"/>
                    <a:pt x="1" y="3953"/>
                  </a:cubicBezTo>
                  <a:cubicBezTo>
                    <a:pt x="1" y="4802"/>
                    <a:pt x="675" y="5432"/>
                    <a:pt x="754" y="5501"/>
                  </a:cubicBezTo>
                  <a:cubicBezTo>
                    <a:pt x="861" y="5597"/>
                    <a:pt x="995" y="5644"/>
                    <a:pt x="1128" y="5644"/>
                  </a:cubicBezTo>
                  <a:cubicBezTo>
                    <a:pt x="1283" y="5644"/>
                    <a:pt x="1437" y="5580"/>
                    <a:pt x="1549" y="5456"/>
                  </a:cubicBezTo>
                  <a:cubicBezTo>
                    <a:pt x="1757" y="5224"/>
                    <a:pt x="1735" y="4869"/>
                    <a:pt x="1507" y="4661"/>
                  </a:cubicBezTo>
                  <a:cubicBezTo>
                    <a:pt x="1428" y="4588"/>
                    <a:pt x="1130" y="4260"/>
                    <a:pt x="1130" y="3950"/>
                  </a:cubicBezTo>
                  <a:cubicBezTo>
                    <a:pt x="1130" y="3655"/>
                    <a:pt x="1410" y="3330"/>
                    <a:pt x="1507" y="3242"/>
                  </a:cubicBezTo>
                  <a:cubicBezTo>
                    <a:pt x="1585" y="3173"/>
                    <a:pt x="2259" y="2544"/>
                    <a:pt x="2259" y="1692"/>
                  </a:cubicBezTo>
                  <a:cubicBezTo>
                    <a:pt x="2259" y="842"/>
                    <a:pt x="1585" y="213"/>
                    <a:pt x="1507" y="144"/>
                  </a:cubicBezTo>
                  <a:cubicBezTo>
                    <a:pt x="1399" y="48"/>
                    <a:pt x="1266" y="1"/>
                    <a:pt x="1133"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70" name="Google Shape;7570;p68"/>
            <p:cNvSpPr/>
            <p:nvPr/>
          </p:nvSpPr>
          <p:spPr>
            <a:xfrm>
              <a:off x="4641700" y="3806475"/>
              <a:ext cx="56475" cy="141125"/>
            </a:xfrm>
            <a:custGeom>
              <a:avLst/>
              <a:gdLst/>
              <a:ahLst/>
              <a:cxnLst/>
              <a:rect l="l" t="t" r="r" b="b"/>
              <a:pathLst>
                <a:path w="2259" h="5645" extrusionOk="0">
                  <a:moveTo>
                    <a:pt x="1132" y="1"/>
                  </a:moveTo>
                  <a:cubicBezTo>
                    <a:pt x="977" y="1"/>
                    <a:pt x="823" y="64"/>
                    <a:pt x="711" y="189"/>
                  </a:cubicBezTo>
                  <a:cubicBezTo>
                    <a:pt x="503" y="421"/>
                    <a:pt x="521" y="776"/>
                    <a:pt x="753" y="984"/>
                  </a:cubicBezTo>
                  <a:cubicBezTo>
                    <a:pt x="831" y="1056"/>
                    <a:pt x="1130" y="1385"/>
                    <a:pt x="1130" y="1695"/>
                  </a:cubicBezTo>
                  <a:cubicBezTo>
                    <a:pt x="1130" y="1990"/>
                    <a:pt x="849" y="2315"/>
                    <a:pt x="753" y="2402"/>
                  </a:cubicBezTo>
                  <a:cubicBezTo>
                    <a:pt x="678" y="2472"/>
                    <a:pt x="0" y="3101"/>
                    <a:pt x="0" y="3953"/>
                  </a:cubicBezTo>
                  <a:cubicBezTo>
                    <a:pt x="0" y="4802"/>
                    <a:pt x="675" y="5432"/>
                    <a:pt x="753" y="5501"/>
                  </a:cubicBezTo>
                  <a:cubicBezTo>
                    <a:pt x="860" y="5597"/>
                    <a:pt x="994" y="5644"/>
                    <a:pt x="1127" y="5644"/>
                  </a:cubicBezTo>
                  <a:cubicBezTo>
                    <a:pt x="1282" y="5644"/>
                    <a:pt x="1436" y="5580"/>
                    <a:pt x="1548" y="5456"/>
                  </a:cubicBezTo>
                  <a:cubicBezTo>
                    <a:pt x="1756" y="5224"/>
                    <a:pt x="1735" y="4869"/>
                    <a:pt x="1506" y="4661"/>
                  </a:cubicBezTo>
                  <a:cubicBezTo>
                    <a:pt x="1428" y="4588"/>
                    <a:pt x="1130" y="4260"/>
                    <a:pt x="1130" y="3950"/>
                  </a:cubicBezTo>
                  <a:cubicBezTo>
                    <a:pt x="1130" y="3655"/>
                    <a:pt x="1410" y="3330"/>
                    <a:pt x="1506" y="3242"/>
                  </a:cubicBezTo>
                  <a:cubicBezTo>
                    <a:pt x="1581" y="3173"/>
                    <a:pt x="2259" y="2544"/>
                    <a:pt x="2259" y="1692"/>
                  </a:cubicBezTo>
                  <a:cubicBezTo>
                    <a:pt x="2259" y="842"/>
                    <a:pt x="1581" y="213"/>
                    <a:pt x="1506" y="144"/>
                  </a:cubicBezTo>
                  <a:cubicBezTo>
                    <a:pt x="1399" y="48"/>
                    <a:pt x="1265" y="1"/>
                    <a:pt x="1132"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71" name="Google Shape;7571;p68"/>
            <p:cNvSpPr/>
            <p:nvPr/>
          </p:nvSpPr>
          <p:spPr>
            <a:xfrm>
              <a:off x="4557000" y="3806475"/>
              <a:ext cx="56500" cy="141125"/>
            </a:xfrm>
            <a:custGeom>
              <a:avLst/>
              <a:gdLst/>
              <a:ahLst/>
              <a:cxnLst/>
              <a:rect l="l" t="t" r="r" b="b"/>
              <a:pathLst>
                <a:path w="2260" h="5645" extrusionOk="0">
                  <a:moveTo>
                    <a:pt x="1132" y="1"/>
                  </a:moveTo>
                  <a:cubicBezTo>
                    <a:pt x="977" y="1"/>
                    <a:pt x="823" y="64"/>
                    <a:pt x="711" y="189"/>
                  </a:cubicBezTo>
                  <a:cubicBezTo>
                    <a:pt x="504" y="421"/>
                    <a:pt x="522" y="776"/>
                    <a:pt x="753" y="984"/>
                  </a:cubicBezTo>
                  <a:cubicBezTo>
                    <a:pt x="832" y="1056"/>
                    <a:pt x="1130" y="1385"/>
                    <a:pt x="1130" y="1695"/>
                  </a:cubicBezTo>
                  <a:cubicBezTo>
                    <a:pt x="1130" y="1990"/>
                    <a:pt x="850" y="2315"/>
                    <a:pt x="753" y="2402"/>
                  </a:cubicBezTo>
                  <a:cubicBezTo>
                    <a:pt x="678" y="2472"/>
                    <a:pt x="1" y="3101"/>
                    <a:pt x="1" y="3953"/>
                  </a:cubicBezTo>
                  <a:cubicBezTo>
                    <a:pt x="1" y="4802"/>
                    <a:pt x="675" y="5432"/>
                    <a:pt x="753" y="5501"/>
                  </a:cubicBezTo>
                  <a:cubicBezTo>
                    <a:pt x="861" y="5597"/>
                    <a:pt x="994" y="5644"/>
                    <a:pt x="1127" y="5644"/>
                  </a:cubicBezTo>
                  <a:cubicBezTo>
                    <a:pt x="1282" y="5644"/>
                    <a:pt x="1437" y="5580"/>
                    <a:pt x="1548" y="5456"/>
                  </a:cubicBezTo>
                  <a:cubicBezTo>
                    <a:pt x="1756" y="5224"/>
                    <a:pt x="1735" y="4869"/>
                    <a:pt x="1506" y="4661"/>
                  </a:cubicBezTo>
                  <a:cubicBezTo>
                    <a:pt x="1428" y="4588"/>
                    <a:pt x="1130" y="4260"/>
                    <a:pt x="1130" y="3950"/>
                  </a:cubicBezTo>
                  <a:cubicBezTo>
                    <a:pt x="1130" y="3655"/>
                    <a:pt x="1410" y="3330"/>
                    <a:pt x="1506" y="3242"/>
                  </a:cubicBezTo>
                  <a:cubicBezTo>
                    <a:pt x="1582" y="3173"/>
                    <a:pt x="2259" y="2544"/>
                    <a:pt x="2259" y="1692"/>
                  </a:cubicBezTo>
                  <a:cubicBezTo>
                    <a:pt x="2259" y="842"/>
                    <a:pt x="1582" y="213"/>
                    <a:pt x="1506" y="144"/>
                  </a:cubicBezTo>
                  <a:cubicBezTo>
                    <a:pt x="1399" y="48"/>
                    <a:pt x="1265" y="1"/>
                    <a:pt x="1132"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72" name="Google Shape;7572;p68"/>
            <p:cNvSpPr/>
            <p:nvPr/>
          </p:nvSpPr>
          <p:spPr>
            <a:xfrm>
              <a:off x="4464775" y="4230875"/>
              <a:ext cx="395250" cy="57400"/>
            </a:xfrm>
            <a:custGeom>
              <a:avLst/>
              <a:gdLst/>
              <a:ahLst/>
              <a:cxnLst/>
              <a:rect l="l" t="t" r="r" b="b"/>
              <a:pathLst>
                <a:path w="15810" h="2296" extrusionOk="0">
                  <a:moveTo>
                    <a:pt x="567" y="1"/>
                  </a:moveTo>
                  <a:cubicBezTo>
                    <a:pt x="254" y="1"/>
                    <a:pt x="1" y="251"/>
                    <a:pt x="1" y="564"/>
                  </a:cubicBezTo>
                  <a:cubicBezTo>
                    <a:pt x="1" y="877"/>
                    <a:pt x="254" y="1130"/>
                    <a:pt x="567" y="1130"/>
                  </a:cubicBezTo>
                  <a:lnTo>
                    <a:pt x="1910" y="1130"/>
                  </a:lnTo>
                  <a:lnTo>
                    <a:pt x="2006" y="1359"/>
                  </a:lnTo>
                  <a:cubicBezTo>
                    <a:pt x="2291" y="1932"/>
                    <a:pt x="2875" y="2295"/>
                    <a:pt x="3516" y="2295"/>
                  </a:cubicBezTo>
                  <a:cubicBezTo>
                    <a:pt x="3519" y="2295"/>
                    <a:pt x="3521" y="2295"/>
                    <a:pt x="3524" y="2295"/>
                  </a:cubicBezTo>
                  <a:lnTo>
                    <a:pt x="12290" y="2295"/>
                  </a:lnTo>
                  <a:cubicBezTo>
                    <a:pt x="12292" y="2295"/>
                    <a:pt x="12295" y="2295"/>
                    <a:pt x="12298" y="2295"/>
                  </a:cubicBezTo>
                  <a:cubicBezTo>
                    <a:pt x="12936" y="2295"/>
                    <a:pt x="13520" y="1932"/>
                    <a:pt x="13804" y="1359"/>
                  </a:cubicBezTo>
                  <a:lnTo>
                    <a:pt x="13901" y="1130"/>
                  </a:lnTo>
                  <a:lnTo>
                    <a:pt x="15247" y="1130"/>
                  </a:lnTo>
                  <a:cubicBezTo>
                    <a:pt x="15557" y="1130"/>
                    <a:pt x="15810" y="877"/>
                    <a:pt x="15810" y="564"/>
                  </a:cubicBezTo>
                  <a:cubicBezTo>
                    <a:pt x="15810" y="251"/>
                    <a:pt x="15557" y="1"/>
                    <a:pt x="15247"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73" name="Google Shape;7573;p68"/>
            <p:cNvSpPr/>
            <p:nvPr/>
          </p:nvSpPr>
          <p:spPr>
            <a:xfrm>
              <a:off x="4840675" y="4007300"/>
              <a:ext cx="101725" cy="166025"/>
            </a:xfrm>
            <a:custGeom>
              <a:avLst/>
              <a:gdLst/>
              <a:ahLst/>
              <a:cxnLst/>
              <a:rect l="l" t="t" r="r" b="b"/>
              <a:pathLst>
                <a:path w="4069" h="6641" extrusionOk="0">
                  <a:moveTo>
                    <a:pt x="1870" y="0"/>
                  </a:moveTo>
                  <a:cubicBezTo>
                    <a:pt x="1852" y="380"/>
                    <a:pt x="1837" y="759"/>
                    <a:pt x="1795" y="1130"/>
                  </a:cubicBezTo>
                  <a:cubicBezTo>
                    <a:pt x="1927" y="1181"/>
                    <a:pt x="2048" y="1256"/>
                    <a:pt x="2150" y="1355"/>
                  </a:cubicBezTo>
                  <a:cubicBezTo>
                    <a:pt x="2800" y="2006"/>
                    <a:pt x="2433" y="3469"/>
                    <a:pt x="1352" y="4550"/>
                  </a:cubicBezTo>
                  <a:cubicBezTo>
                    <a:pt x="1177" y="4722"/>
                    <a:pt x="991" y="4879"/>
                    <a:pt x="792" y="5017"/>
                  </a:cubicBezTo>
                  <a:cubicBezTo>
                    <a:pt x="566" y="5577"/>
                    <a:pt x="301" y="6119"/>
                    <a:pt x="0" y="6640"/>
                  </a:cubicBezTo>
                  <a:cubicBezTo>
                    <a:pt x="747" y="6429"/>
                    <a:pt x="1506" y="5993"/>
                    <a:pt x="2150" y="5348"/>
                  </a:cubicBezTo>
                  <a:cubicBezTo>
                    <a:pt x="3716" y="3782"/>
                    <a:pt x="4068" y="1678"/>
                    <a:pt x="2948" y="557"/>
                  </a:cubicBezTo>
                  <a:cubicBezTo>
                    <a:pt x="2656" y="268"/>
                    <a:pt x="2280" y="97"/>
                    <a:pt x="1870"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74" name="Google Shape;7574;p68"/>
            <p:cNvSpPr/>
            <p:nvPr/>
          </p:nvSpPr>
          <p:spPr>
            <a:xfrm>
              <a:off x="4464775" y="3976800"/>
              <a:ext cx="395250" cy="225875"/>
            </a:xfrm>
            <a:custGeom>
              <a:avLst/>
              <a:gdLst/>
              <a:ahLst/>
              <a:cxnLst/>
              <a:rect l="l" t="t" r="r" b="b"/>
              <a:pathLst>
                <a:path w="15810" h="9035" extrusionOk="0">
                  <a:moveTo>
                    <a:pt x="564" y="1"/>
                  </a:moveTo>
                  <a:cubicBezTo>
                    <a:pt x="254" y="1"/>
                    <a:pt x="1" y="251"/>
                    <a:pt x="1" y="564"/>
                  </a:cubicBezTo>
                  <a:cubicBezTo>
                    <a:pt x="1" y="3930"/>
                    <a:pt x="1157" y="7026"/>
                    <a:pt x="3075" y="9035"/>
                  </a:cubicBezTo>
                  <a:lnTo>
                    <a:pt x="12735" y="9035"/>
                  </a:lnTo>
                  <a:cubicBezTo>
                    <a:pt x="14654" y="7026"/>
                    <a:pt x="15810" y="3930"/>
                    <a:pt x="15810" y="564"/>
                  </a:cubicBezTo>
                  <a:cubicBezTo>
                    <a:pt x="15810" y="251"/>
                    <a:pt x="15557" y="1"/>
                    <a:pt x="15244"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575" name="Google Shape;7575;p68"/>
          <p:cNvGrpSpPr/>
          <p:nvPr/>
        </p:nvGrpSpPr>
        <p:grpSpPr>
          <a:xfrm>
            <a:off x="10632906" y="4167961"/>
            <a:ext cx="452337" cy="452337"/>
            <a:chOff x="5049725" y="3806450"/>
            <a:chExt cx="481825" cy="481825"/>
          </a:xfrm>
        </p:grpSpPr>
        <p:sp>
          <p:nvSpPr>
            <p:cNvPr id="7576" name="Google Shape;7576;p68"/>
            <p:cNvSpPr/>
            <p:nvPr/>
          </p:nvSpPr>
          <p:spPr>
            <a:xfrm>
              <a:off x="536115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77" name="Google Shape;7577;p68"/>
            <p:cNvSpPr/>
            <p:nvPr/>
          </p:nvSpPr>
          <p:spPr>
            <a:xfrm>
              <a:off x="519177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78" name="Google Shape;7578;p68"/>
            <p:cNvSpPr/>
            <p:nvPr/>
          </p:nvSpPr>
          <p:spPr>
            <a:xfrm>
              <a:off x="504972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0" y="8901"/>
                    <a:pt x="6686" y="9073"/>
                    <a:pt x="6246" y="9073"/>
                  </a:cubicBezTo>
                  <a:cubicBezTo>
                    <a:pt x="6028" y="9073"/>
                    <a:pt x="5808" y="9031"/>
                    <a:pt x="5598" y="8944"/>
                  </a:cubicBezTo>
                  <a:cubicBezTo>
                    <a:pt x="4966" y="8682"/>
                    <a:pt x="4553" y="8064"/>
                    <a:pt x="4553" y="7378"/>
                  </a:cubicBezTo>
                  <a:cubicBezTo>
                    <a:pt x="4553"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0"/>
                    <a:pt x="13024" y="9073"/>
                  </a:cubicBezTo>
                  <a:cubicBezTo>
                    <a:pt x="12337" y="9073"/>
                    <a:pt x="11720" y="8658"/>
                    <a:pt x="11458" y="8025"/>
                  </a:cubicBezTo>
                  <a:cubicBezTo>
                    <a:pt x="11196" y="7393"/>
                    <a:pt x="11341" y="6664"/>
                    <a:pt x="11825" y="6179"/>
                  </a:cubicBezTo>
                  <a:cubicBezTo>
                    <a:pt x="12150" y="5855"/>
                    <a:pt x="12583" y="5683"/>
                    <a:pt x="13024" y="5683"/>
                  </a:cubicBezTo>
                  <a:close/>
                  <a:moveTo>
                    <a:pt x="9636" y="10196"/>
                  </a:moveTo>
                  <a:cubicBezTo>
                    <a:pt x="11955" y="10196"/>
                    <a:pt x="13981" y="11765"/>
                    <a:pt x="14557" y="14012"/>
                  </a:cubicBezTo>
                  <a:cubicBezTo>
                    <a:pt x="14635" y="14316"/>
                    <a:pt x="14454" y="14623"/>
                    <a:pt x="14153" y="14701"/>
                  </a:cubicBezTo>
                  <a:cubicBezTo>
                    <a:pt x="14107" y="14713"/>
                    <a:pt x="14060" y="14718"/>
                    <a:pt x="14014" y="14718"/>
                  </a:cubicBezTo>
                  <a:cubicBezTo>
                    <a:pt x="13760" y="14718"/>
                    <a:pt x="13530" y="14550"/>
                    <a:pt x="13464" y="14295"/>
                  </a:cubicBezTo>
                  <a:cubicBezTo>
                    <a:pt x="13015" y="12548"/>
                    <a:pt x="11440" y="11326"/>
                    <a:pt x="9636" y="11326"/>
                  </a:cubicBezTo>
                  <a:cubicBezTo>
                    <a:pt x="7833" y="11326"/>
                    <a:pt x="6258" y="12548"/>
                    <a:pt x="5809" y="14295"/>
                  </a:cubicBezTo>
                  <a:cubicBezTo>
                    <a:pt x="5743" y="14550"/>
                    <a:pt x="5512" y="14718"/>
                    <a:pt x="5260" y="14718"/>
                  </a:cubicBezTo>
                  <a:cubicBezTo>
                    <a:pt x="5215" y="14718"/>
                    <a:pt x="5169" y="14713"/>
                    <a:pt x="5122" y="14701"/>
                  </a:cubicBezTo>
                  <a:cubicBezTo>
                    <a:pt x="4818" y="14623"/>
                    <a:pt x="4638" y="14316"/>
                    <a:pt x="4716" y="14012"/>
                  </a:cubicBezTo>
                  <a:cubicBezTo>
                    <a:pt x="5291" y="11765"/>
                    <a:pt x="7318" y="10196"/>
                    <a:pt x="9636" y="10196"/>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27" y="0"/>
                    <a:pt x="9636"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579" name="Google Shape;7579;p68"/>
          <p:cNvGrpSpPr/>
          <p:nvPr/>
        </p:nvGrpSpPr>
        <p:grpSpPr>
          <a:xfrm>
            <a:off x="1949312" y="5269065"/>
            <a:ext cx="452337" cy="452337"/>
            <a:chOff x="5651375" y="3806450"/>
            <a:chExt cx="481825" cy="481825"/>
          </a:xfrm>
        </p:grpSpPr>
        <p:sp>
          <p:nvSpPr>
            <p:cNvPr id="7580" name="Google Shape;7580;p68"/>
            <p:cNvSpPr/>
            <p:nvPr/>
          </p:nvSpPr>
          <p:spPr>
            <a:xfrm>
              <a:off x="579342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81" name="Google Shape;7581;p68"/>
            <p:cNvSpPr/>
            <p:nvPr/>
          </p:nvSpPr>
          <p:spPr>
            <a:xfrm>
              <a:off x="5794475" y="4089725"/>
              <a:ext cx="195600" cy="84725"/>
            </a:xfrm>
            <a:custGeom>
              <a:avLst/>
              <a:gdLst/>
              <a:ahLst/>
              <a:cxnLst/>
              <a:rect l="l" t="t" r="r" b="b"/>
              <a:pathLst>
                <a:path w="7824" h="3389" extrusionOk="0">
                  <a:moveTo>
                    <a:pt x="1" y="1"/>
                  </a:moveTo>
                  <a:cubicBezTo>
                    <a:pt x="284" y="1943"/>
                    <a:pt x="1949" y="3385"/>
                    <a:pt x="3912" y="3388"/>
                  </a:cubicBezTo>
                  <a:cubicBezTo>
                    <a:pt x="5875" y="3385"/>
                    <a:pt x="7541" y="1943"/>
                    <a:pt x="7824"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82" name="Google Shape;7582;p68"/>
            <p:cNvSpPr/>
            <p:nvPr/>
          </p:nvSpPr>
          <p:spPr>
            <a:xfrm>
              <a:off x="565137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83" name="Google Shape;7583;p68"/>
            <p:cNvSpPr/>
            <p:nvPr/>
          </p:nvSpPr>
          <p:spPr>
            <a:xfrm>
              <a:off x="596280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584" name="Google Shape;7584;p68"/>
          <p:cNvGrpSpPr/>
          <p:nvPr/>
        </p:nvGrpSpPr>
        <p:grpSpPr>
          <a:xfrm>
            <a:off x="4480885" y="5271717"/>
            <a:ext cx="398004" cy="447033"/>
            <a:chOff x="6264300" y="3809300"/>
            <a:chExt cx="423950" cy="476175"/>
          </a:xfrm>
        </p:grpSpPr>
        <p:sp>
          <p:nvSpPr>
            <p:cNvPr id="7585" name="Google Shape;7585;p68"/>
            <p:cNvSpPr/>
            <p:nvPr/>
          </p:nvSpPr>
          <p:spPr>
            <a:xfrm>
              <a:off x="6346200" y="4002825"/>
              <a:ext cx="66950" cy="63225"/>
            </a:xfrm>
            <a:custGeom>
              <a:avLst/>
              <a:gdLst/>
              <a:ahLst/>
              <a:cxnLst/>
              <a:rect l="l" t="t" r="r" b="b"/>
              <a:pathLst>
                <a:path w="2678" h="2529" extrusionOk="0">
                  <a:moveTo>
                    <a:pt x="1365" y="1"/>
                  </a:moveTo>
                  <a:cubicBezTo>
                    <a:pt x="1058" y="1"/>
                    <a:pt x="751" y="118"/>
                    <a:pt x="516" y="351"/>
                  </a:cubicBezTo>
                  <a:cubicBezTo>
                    <a:pt x="272" y="598"/>
                    <a:pt x="88" y="992"/>
                    <a:pt x="46" y="1381"/>
                  </a:cubicBezTo>
                  <a:cubicBezTo>
                    <a:pt x="1" y="1757"/>
                    <a:pt x="88" y="2085"/>
                    <a:pt x="281" y="2281"/>
                  </a:cubicBezTo>
                  <a:cubicBezTo>
                    <a:pt x="454" y="2453"/>
                    <a:pt x="709" y="2528"/>
                    <a:pt x="985" y="2528"/>
                  </a:cubicBezTo>
                  <a:cubicBezTo>
                    <a:pt x="1425" y="2528"/>
                    <a:pt x="1917" y="2337"/>
                    <a:pt x="2211" y="2043"/>
                  </a:cubicBezTo>
                  <a:cubicBezTo>
                    <a:pt x="2678" y="1577"/>
                    <a:pt x="2678" y="818"/>
                    <a:pt x="2211" y="351"/>
                  </a:cubicBezTo>
                  <a:cubicBezTo>
                    <a:pt x="1978" y="118"/>
                    <a:pt x="1671" y="1"/>
                    <a:pt x="1365"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86" name="Google Shape;7586;p68"/>
            <p:cNvSpPr/>
            <p:nvPr/>
          </p:nvSpPr>
          <p:spPr>
            <a:xfrm>
              <a:off x="6539375" y="4002825"/>
              <a:ext cx="66950" cy="63200"/>
            </a:xfrm>
            <a:custGeom>
              <a:avLst/>
              <a:gdLst/>
              <a:ahLst/>
              <a:cxnLst/>
              <a:rect l="l" t="t" r="r" b="b"/>
              <a:pathLst>
                <a:path w="2678" h="2528" extrusionOk="0">
                  <a:moveTo>
                    <a:pt x="1314" y="1"/>
                  </a:moveTo>
                  <a:cubicBezTo>
                    <a:pt x="1007" y="1"/>
                    <a:pt x="701" y="118"/>
                    <a:pt x="468" y="351"/>
                  </a:cubicBezTo>
                  <a:cubicBezTo>
                    <a:pt x="1" y="818"/>
                    <a:pt x="1" y="1577"/>
                    <a:pt x="468" y="2043"/>
                  </a:cubicBezTo>
                  <a:cubicBezTo>
                    <a:pt x="761" y="2337"/>
                    <a:pt x="1252" y="2528"/>
                    <a:pt x="1691" y="2528"/>
                  </a:cubicBezTo>
                  <a:cubicBezTo>
                    <a:pt x="1968" y="2528"/>
                    <a:pt x="2224" y="2452"/>
                    <a:pt x="2398" y="2278"/>
                  </a:cubicBezTo>
                  <a:cubicBezTo>
                    <a:pt x="2591" y="2085"/>
                    <a:pt x="2678" y="1757"/>
                    <a:pt x="2633" y="1381"/>
                  </a:cubicBezTo>
                  <a:cubicBezTo>
                    <a:pt x="2588" y="992"/>
                    <a:pt x="2407" y="598"/>
                    <a:pt x="2160" y="351"/>
                  </a:cubicBezTo>
                  <a:cubicBezTo>
                    <a:pt x="1927" y="118"/>
                    <a:pt x="1620" y="1"/>
                    <a:pt x="1314"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87" name="Google Shape;7587;p68"/>
            <p:cNvSpPr/>
            <p:nvPr/>
          </p:nvSpPr>
          <p:spPr>
            <a:xfrm>
              <a:off x="6264300" y="3809300"/>
              <a:ext cx="423950" cy="476175"/>
            </a:xfrm>
            <a:custGeom>
              <a:avLst/>
              <a:gdLst/>
              <a:ahLst/>
              <a:cxnLst/>
              <a:rect l="l" t="t" r="r" b="b"/>
              <a:pathLst>
                <a:path w="16958" h="19047" extrusionOk="0">
                  <a:moveTo>
                    <a:pt x="4662" y="6571"/>
                  </a:moveTo>
                  <a:cubicBezTo>
                    <a:pt x="5263" y="6571"/>
                    <a:pt x="5864" y="6799"/>
                    <a:pt x="6324" y="7258"/>
                  </a:cubicBezTo>
                  <a:cubicBezTo>
                    <a:pt x="7249" y="8182"/>
                    <a:pt x="7240" y="9685"/>
                    <a:pt x="6303" y="10600"/>
                  </a:cubicBezTo>
                  <a:lnTo>
                    <a:pt x="6300" y="10600"/>
                  </a:lnTo>
                  <a:cubicBezTo>
                    <a:pt x="5791" y="11109"/>
                    <a:pt x="5014" y="11422"/>
                    <a:pt x="4268" y="11422"/>
                  </a:cubicBezTo>
                  <a:cubicBezTo>
                    <a:pt x="3705" y="11422"/>
                    <a:pt x="3154" y="11245"/>
                    <a:pt x="2744" y="10835"/>
                  </a:cubicBezTo>
                  <a:cubicBezTo>
                    <a:pt x="2301" y="10393"/>
                    <a:pt x="2094" y="9718"/>
                    <a:pt x="2181" y="8992"/>
                  </a:cubicBezTo>
                  <a:cubicBezTo>
                    <a:pt x="2256" y="8336"/>
                    <a:pt x="2548" y="7713"/>
                    <a:pt x="2982" y="7279"/>
                  </a:cubicBezTo>
                  <a:cubicBezTo>
                    <a:pt x="3442" y="6807"/>
                    <a:pt x="4052" y="6571"/>
                    <a:pt x="4662" y="6571"/>
                  </a:cubicBezTo>
                  <a:close/>
                  <a:moveTo>
                    <a:pt x="12317" y="6589"/>
                  </a:moveTo>
                  <a:cubicBezTo>
                    <a:pt x="12918" y="6589"/>
                    <a:pt x="13520" y="6818"/>
                    <a:pt x="13979" y="7276"/>
                  </a:cubicBezTo>
                  <a:cubicBezTo>
                    <a:pt x="14873" y="8173"/>
                    <a:pt x="15165" y="9884"/>
                    <a:pt x="14214" y="10835"/>
                  </a:cubicBezTo>
                  <a:cubicBezTo>
                    <a:pt x="13804" y="11245"/>
                    <a:pt x="13256" y="11422"/>
                    <a:pt x="12690" y="11422"/>
                  </a:cubicBezTo>
                  <a:cubicBezTo>
                    <a:pt x="11943" y="11422"/>
                    <a:pt x="11166" y="11109"/>
                    <a:pt x="10658" y="10600"/>
                  </a:cubicBezTo>
                  <a:cubicBezTo>
                    <a:pt x="9739" y="9682"/>
                    <a:pt x="9739" y="8194"/>
                    <a:pt x="10658" y="7276"/>
                  </a:cubicBezTo>
                  <a:cubicBezTo>
                    <a:pt x="11115" y="6818"/>
                    <a:pt x="11716" y="6589"/>
                    <a:pt x="12317" y="6589"/>
                  </a:cubicBezTo>
                  <a:close/>
                  <a:moveTo>
                    <a:pt x="8479" y="10841"/>
                  </a:moveTo>
                  <a:cubicBezTo>
                    <a:pt x="8669" y="10841"/>
                    <a:pt x="8858" y="10933"/>
                    <a:pt x="8971" y="11118"/>
                  </a:cubicBezTo>
                  <a:lnTo>
                    <a:pt x="10266" y="13238"/>
                  </a:lnTo>
                  <a:cubicBezTo>
                    <a:pt x="10435" y="13509"/>
                    <a:pt x="10347" y="13865"/>
                    <a:pt x="10076" y="14030"/>
                  </a:cubicBezTo>
                  <a:lnTo>
                    <a:pt x="10073" y="14030"/>
                  </a:lnTo>
                  <a:cubicBezTo>
                    <a:pt x="9980" y="14087"/>
                    <a:pt x="9877" y="14114"/>
                    <a:pt x="9775" y="14114"/>
                  </a:cubicBezTo>
                  <a:cubicBezTo>
                    <a:pt x="9582" y="14114"/>
                    <a:pt x="9393" y="14016"/>
                    <a:pt x="9284" y="13840"/>
                  </a:cubicBezTo>
                  <a:lnTo>
                    <a:pt x="8480" y="12522"/>
                  </a:lnTo>
                  <a:lnTo>
                    <a:pt x="7673" y="13840"/>
                  </a:lnTo>
                  <a:cubicBezTo>
                    <a:pt x="7565" y="14018"/>
                    <a:pt x="7376" y="14115"/>
                    <a:pt x="7182" y="14115"/>
                  </a:cubicBezTo>
                  <a:cubicBezTo>
                    <a:pt x="7079" y="14115"/>
                    <a:pt x="6975" y="14088"/>
                    <a:pt x="6881" y="14030"/>
                  </a:cubicBezTo>
                  <a:cubicBezTo>
                    <a:pt x="6610" y="13862"/>
                    <a:pt x="6526" y="13509"/>
                    <a:pt x="6692" y="13238"/>
                  </a:cubicBezTo>
                  <a:lnTo>
                    <a:pt x="7987" y="11118"/>
                  </a:lnTo>
                  <a:cubicBezTo>
                    <a:pt x="8100" y="10933"/>
                    <a:pt x="8289" y="10841"/>
                    <a:pt x="8479" y="10841"/>
                  </a:cubicBezTo>
                  <a:close/>
                  <a:moveTo>
                    <a:pt x="8474" y="1"/>
                  </a:moveTo>
                  <a:cubicBezTo>
                    <a:pt x="3801" y="1"/>
                    <a:pt x="1" y="3840"/>
                    <a:pt x="1" y="8553"/>
                  </a:cubicBezTo>
                  <a:lnTo>
                    <a:pt x="1" y="11856"/>
                  </a:lnTo>
                  <a:cubicBezTo>
                    <a:pt x="1" y="12883"/>
                    <a:pt x="449" y="13862"/>
                    <a:pt x="1229" y="14530"/>
                  </a:cubicBezTo>
                  <a:lnTo>
                    <a:pt x="2934" y="16000"/>
                  </a:lnTo>
                  <a:lnTo>
                    <a:pt x="2934" y="18472"/>
                  </a:lnTo>
                  <a:cubicBezTo>
                    <a:pt x="2934" y="18788"/>
                    <a:pt x="3193" y="19047"/>
                    <a:pt x="3512" y="19047"/>
                  </a:cubicBezTo>
                  <a:lnTo>
                    <a:pt x="5183" y="19047"/>
                  </a:lnTo>
                  <a:lnTo>
                    <a:pt x="5183" y="16536"/>
                  </a:lnTo>
                  <a:cubicBezTo>
                    <a:pt x="5192" y="16222"/>
                    <a:pt x="5448" y="15975"/>
                    <a:pt x="5761" y="15975"/>
                  </a:cubicBezTo>
                  <a:cubicBezTo>
                    <a:pt x="6071" y="15975"/>
                    <a:pt x="6327" y="16222"/>
                    <a:pt x="6336" y="16536"/>
                  </a:cubicBezTo>
                  <a:lnTo>
                    <a:pt x="6336" y="19047"/>
                  </a:lnTo>
                  <a:lnTo>
                    <a:pt x="7905" y="19047"/>
                  </a:lnTo>
                  <a:lnTo>
                    <a:pt x="7905" y="16536"/>
                  </a:lnTo>
                  <a:cubicBezTo>
                    <a:pt x="7905" y="16219"/>
                    <a:pt x="8161" y="15960"/>
                    <a:pt x="8480" y="15960"/>
                  </a:cubicBezTo>
                  <a:cubicBezTo>
                    <a:pt x="8797" y="15960"/>
                    <a:pt x="9056" y="16219"/>
                    <a:pt x="9056" y="16536"/>
                  </a:cubicBezTo>
                  <a:lnTo>
                    <a:pt x="9056" y="19047"/>
                  </a:lnTo>
                  <a:lnTo>
                    <a:pt x="10624" y="19047"/>
                  </a:lnTo>
                  <a:lnTo>
                    <a:pt x="10624" y="16536"/>
                  </a:lnTo>
                  <a:cubicBezTo>
                    <a:pt x="10630" y="16222"/>
                    <a:pt x="10886" y="15975"/>
                    <a:pt x="11200" y="15975"/>
                  </a:cubicBezTo>
                  <a:cubicBezTo>
                    <a:pt x="11513" y="15975"/>
                    <a:pt x="11766" y="16222"/>
                    <a:pt x="11775" y="16536"/>
                  </a:cubicBezTo>
                  <a:lnTo>
                    <a:pt x="11775" y="19047"/>
                  </a:lnTo>
                  <a:lnTo>
                    <a:pt x="13449" y="19047"/>
                  </a:lnTo>
                  <a:cubicBezTo>
                    <a:pt x="13765" y="19044"/>
                    <a:pt x="14024" y="18788"/>
                    <a:pt x="14024" y="18469"/>
                  </a:cubicBezTo>
                  <a:lnTo>
                    <a:pt x="14024" y="15997"/>
                  </a:lnTo>
                  <a:lnTo>
                    <a:pt x="15729" y="14530"/>
                  </a:lnTo>
                  <a:cubicBezTo>
                    <a:pt x="16508" y="13859"/>
                    <a:pt x="16957" y="12883"/>
                    <a:pt x="16957" y="11853"/>
                  </a:cubicBezTo>
                  <a:lnTo>
                    <a:pt x="16957" y="8462"/>
                  </a:lnTo>
                  <a:cubicBezTo>
                    <a:pt x="16948" y="3786"/>
                    <a:pt x="13154" y="1"/>
                    <a:pt x="8480"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588" name="Google Shape;7588;p68"/>
          <p:cNvGrpSpPr/>
          <p:nvPr/>
        </p:nvGrpSpPr>
        <p:grpSpPr>
          <a:xfrm>
            <a:off x="6719789" y="4718509"/>
            <a:ext cx="454097" cy="452361"/>
            <a:chOff x="898875" y="4399275"/>
            <a:chExt cx="483700" cy="481850"/>
          </a:xfrm>
        </p:grpSpPr>
        <p:sp>
          <p:nvSpPr>
            <p:cNvPr id="7589" name="Google Shape;7589;p68"/>
            <p:cNvSpPr/>
            <p:nvPr/>
          </p:nvSpPr>
          <p:spPr>
            <a:xfrm>
              <a:off x="992750" y="4642900"/>
              <a:ext cx="145300" cy="144100"/>
            </a:xfrm>
            <a:custGeom>
              <a:avLst/>
              <a:gdLst/>
              <a:ahLst/>
              <a:cxnLst/>
              <a:rect l="l" t="t" r="r" b="b"/>
              <a:pathLst>
                <a:path w="5812" h="5764" extrusionOk="0">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90" name="Google Shape;7590;p68"/>
            <p:cNvSpPr/>
            <p:nvPr/>
          </p:nvSpPr>
          <p:spPr>
            <a:xfrm>
              <a:off x="1138025" y="4763350"/>
              <a:ext cx="25" cy="25"/>
            </a:xfrm>
            <a:custGeom>
              <a:avLst/>
              <a:gdLst/>
              <a:ahLst/>
              <a:cxnLst/>
              <a:rect l="l" t="t" r="r" b="b"/>
              <a:pathLst>
                <a:path w="1" h="1" extrusionOk="0">
                  <a:moveTo>
                    <a:pt x="1" y="0"/>
                  </a:move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91" name="Google Shape;7591;p68"/>
            <p:cNvSpPr/>
            <p:nvPr/>
          </p:nvSpPr>
          <p:spPr>
            <a:xfrm>
              <a:off x="1269550" y="4399275"/>
              <a:ext cx="113025" cy="112125"/>
            </a:xfrm>
            <a:custGeom>
              <a:avLst/>
              <a:gdLst/>
              <a:ahLst/>
              <a:cxnLst/>
              <a:rect l="l" t="t" r="r" b="b"/>
              <a:pathLst>
                <a:path w="4521" h="4485" extrusionOk="0">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92" name="Google Shape;7592;p68"/>
            <p:cNvSpPr/>
            <p:nvPr/>
          </p:nvSpPr>
          <p:spPr>
            <a:xfrm>
              <a:off x="1161975" y="4531175"/>
              <a:ext cx="91400" cy="84350"/>
            </a:xfrm>
            <a:custGeom>
              <a:avLst/>
              <a:gdLst/>
              <a:ahLst/>
              <a:cxnLst/>
              <a:rect l="l" t="t" r="r" b="b"/>
              <a:pathLst>
                <a:path w="3656" h="3374" extrusionOk="0">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93" name="Google Shape;7593;p68"/>
            <p:cNvSpPr/>
            <p:nvPr/>
          </p:nvSpPr>
          <p:spPr>
            <a:xfrm>
              <a:off x="1031050" y="4411100"/>
              <a:ext cx="338650" cy="338725"/>
            </a:xfrm>
            <a:custGeom>
              <a:avLst/>
              <a:gdLst/>
              <a:ahLst/>
              <a:cxnLst/>
              <a:rect l="l" t="t" r="r" b="b"/>
              <a:pathLst>
                <a:path w="13546" h="13549" extrusionOk="0">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94" name="Google Shape;7594;p68"/>
            <p:cNvSpPr/>
            <p:nvPr/>
          </p:nvSpPr>
          <p:spPr>
            <a:xfrm>
              <a:off x="1130500" y="4740450"/>
              <a:ext cx="108950" cy="111250"/>
            </a:xfrm>
            <a:custGeom>
              <a:avLst/>
              <a:gdLst/>
              <a:ahLst/>
              <a:cxnLst/>
              <a:rect l="l" t="t" r="r" b="b"/>
              <a:pathLst>
                <a:path w="4358" h="4450" extrusionOk="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95" name="Google Shape;7595;p68"/>
            <p:cNvSpPr/>
            <p:nvPr/>
          </p:nvSpPr>
          <p:spPr>
            <a:xfrm>
              <a:off x="927325" y="4539825"/>
              <a:ext cx="114150" cy="109800"/>
            </a:xfrm>
            <a:custGeom>
              <a:avLst/>
              <a:gdLst/>
              <a:ahLst/>
              <a:cxnLst/>
              <a:rect l="l" t="t" r="r" b="b"/>
              <a:pathLst>
                <a:path w="4566" h="4392" extrusionOk="0">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96" name="Google Shape;7596;p68"/>
            <p:cNvSpPr/>
            <p:nvPr/>
          </p:nvSpPr>
          <p:spPr>
            <a:xfrm>
              <a:off x="898875" y="4711550"/>
              <a:ext cx="170825" cy="169575"/>
            </a:xfrm>
            <a:custGeom>
              <a:avLst/>
              <a:gdLst/>
              <a:ahLst/>
              <a:cxnLst/>
              <a:rect l="l" t="t" r="r" b="b"/>
              <a:pathLst>
                <a:path w="6833" h="6783" extrusionOk="0">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597" name="Google Shape;7597;p68"/>
          <p:cNvGrpSpPr/>
          <p:nvPr/>
        </p:nvGrpSpPr>
        <p:grpSpPr>
          <a:xfrm>
            <a:off x="7298101" y="4738845"/>
            <a:ext cx="452337" cy="411687"/>
            <a:chOff x="1492675" y="4420975"/>
            <a:chExt cx="481825" cy="438525"/>
          </a:xfrm>
        </p:grpSpPr>
        <p:sp>
          <p:nvSpPr>
            <p:cNvPr id="7598" name="Google Shape;7598;p68"/>
            <p:cNvSpPr/>
            <p:nvPr/>
          </p:nvSpPr>
          <p:spPr>
            <a:xfrm>
              <a:off x="1841375" y="4649825"/>
              <a:ext cx="43325" cy="43300"/>
            </a:xfrm>
            <a:custGeom>
              <a:avLst/>
              <a:gdLst/>
              <a:ahLst/>
              <a:cxnLst/>
              <a:rect l="l" t="t" r="r" b="b"/>
              <a:pathLst>
                <a:path w="1733" h="1732" extrusionOk="0">
                  <a:moveTo>
                    <a:pt x="868" y="0"/>
                  </a:moveTo>
                  <a:cubicBezTo>
                    <a:pt x="389" y="0"/>
                    <a:pt x="1" y="386"/>
                    <a:pt x="1" y="865"/>
                  </a:cubicBezTo>
                  <a:cubicBezTo>
                    <a:pt x="1" y="1343"/>
                    <a:pt x="389" y="1732"/>
                    <a:pt x="868" y="1732"/>
                  </a:cubicBezTo>
                  <a:cubicBezTo>
                    <a:pt x="1347" y="1732"/>
                    <a:pt x="1732" y="1343"/>
                    <a:pt x="1732" y="865"/>
                  </a:cubicBezTo>
                  <a:cubicBezTo>
                    <a:pt x="1732" y="386"/>
                    <a:pt x="1347" y="0"/>
                    <a:pt x="868"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599" name="Google Shape;7599;p68"/>
            <p:cNvSpPr/>
            <p:nvPr/>
          </p:nvSpPr>
          <p:spPr>
            <a:xfrm>
              <a:off x="1582425" y="4649825"/>
              <a:ext cx="43300" cy="43300"/>
            </a:xfrm>
            <a:custGeom>
              <a:avLst/>
              <a:gdLst/>
              <a:ahLst/>
              <a:cxnLst/>
              <a:rect l="l" t="t" r="r" b="b"/>
              <a:pathLst>
                <a:path w="1732" h="1732" extrusionOk="0">
                  <a:moveTo>
                    <a:pt x="864" y="0"/>
                  </a:moveTo>
                  <a:cubicBezTo>
                    <a:pt x="386" y="0"/>
                    <a:pt x="0" y="386"/>
                    <a:pt x="0" y="865"/>
                  </a:cubicBezTo>
                  <a:cubicBezTo>
                    <a:pt x="0" y="1343"/>
                    <a:pt x="386" y="1732"/>
                    <a:pt x="864" y="1732"/>
                  </a:cubicBezTo>
                  <a:cubicBezTo>
                    <a:pt x="1343" y="1732"/>
                    <a:pt x="1732" y="1343"/>
                    <a:pt x="1732" y="865"/>
                  </a:cubicBezTo>
                  <a:cubicBezTo>
                    <a:pt x="1732" y="386"/>
                    <a:pt x="1343" y="0"/>
                    <a:pt x="864"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00" name="Google Shape;7600;p68"/>
            <p:cNvSpPr/>
            <p:nvPr/>
          </p:nvSpPr>
          <p:spPr>
            <a:xfrm>
              <a:off x="1492675" y="4420975"/>
              <a:ext cx="481825" cy="356475"/>
            </a:xfrm>
            <a:custGeom>
              <a:avLst/>
              <a:gdLst/>
              <a:ahLst/>
              <a:cxnLst/>
              <a:rect l="l" t="t" r="r" b="b"/>
              <a:pathLst>
                <a:path w="19273" h="14259" extrusionOk="0">
                  <a:moveTo>
                    <a:pt x="12783" y="1126"/>
                  </a:moveTo>
                  <a:cubicBezTo>
                    <a:pt x="14322" y="1126"/>
                    <a:pt x="15629" y="2382"/>
                    <a:pt x="15822" y="4047"/>
                  </a:cubicBezTo>
                  <a:cubicBezTo>
                    <a:pt x="15825" y="4065"/>
                    <a:pt x="15828" y="4083"/>
                    <a:pt x="15831" y="4099"/>
                  </a:cubicBezTo>
                  <a:lnTo>
                    <a:pt x="16198" y="5854"/>
                  </a:lnTo>
                  <a:lnTo>
                    <a:pt x="9381" y="5854"/>
                  </a:lnTo>
                  <a:lnTo>
                    <a:pt x="11672" y="4099"/>
                  </a:lnTo>
                  <a:cubicBezTo>
                    <a:pt x="11925" y="3909"/>
                    <a:pt x="11973" y="3550"/>
                    <a:pt x="11784" y="3301"/>
                  </a:cubicBezTo>
                  <a:cubicBezTo>
                    <a:pt x="11672" y="3157"/>
                    <a:pt x="11504" y="3082"/>
                    <a:pt x="11334" y="3082"/>
                  </a:cubicBezTo>
                  <a:cubicBezTo>
                    <a:pt x="11212" y="3082"/>
                    <a:pt x="11089" y="3121"/>
                    <a:pt x="10986" y="3201"/>
                  </a:cubicBezTo>
                  <a:lnTo>
                    <a:pt x="7598" y="5800"/>
                  </a:lnTo>
                  <a:cubicBezTo>
                    <a:pt x="7577" y="5818"/>
                    <a:pt x="7556" y="5836"/>
                    <a:pt x="7535" y="5854"/>
                  </a:cubicBezTo>
                  <a:lnTo>
                    <a:pt x="3072" y="5854"/>
                  </a:lnTo>
                  <a:lnTo>
                    <a:pt x="3440" y="4099"/>
                  </a:lnTo>
                  <a:cubicBezTo>
                    <a:pt x="3446" y="4083"/>
                    <a:pt x="3446" y="4065"/>
                    <a:pt x="3449" y="4047"/>
                  </a:cubicBezTo>
                  <a:cubicBezTo>
                    <a:pt x="3641" y="2382"/>
                    <a:pt x="4948" y="1126"/>
                    <a:pt x="6490" y="1126"/>
                  </a:cubicBezTo>
                  <a:close/>
                  <a:moveTo>
                    <a:pt x="11404" y="9606"/>
                  </a:moveTo>
                  <a:cubicBezTo>
                    <a:pt x="11718" y="9606"/>
                    <a:pt x="11967" y="9856"/>
                    <a:pt x="11967" y="10169"/>
                  </a:cubicBezTo>
                  <a:cubicBezTo>
                    <a:pt x="11967" y="10482"/>
                    <a:pt x="11718" y="10735"/>
                    <a:pt x="11404" y="10735"/>
                  </a:cubicBezTo>
                  <a:lnTo>
                    <a:pt x="7755" y="10735"/>
                  </a:lnTo>
                  <a:cubicBezTo>
                    <a:pt x="7442" y="10735"/>
                    <a:pt x="7189" y="10482"/>
                    <a:pt x="7189" y="10169"/>
                  </a:cubicBezTo>
                  <a:cubicBezTo>
                    <a:pt x="7189" y="9856"/>
                    <a:pt x="7442" y="9606"/>
                    <a:pt x="7755" y="9606"/>
                  </a:cubicBezTo>
                  <a:close/>
                  <a:moveTo>
                    <a:pt x="4457" y="8025"/>
                  </a:moveTo>
                  <a:cubicBezTo>
                    <a:pt x="5264" y="8025"/>
                    <a:pt x="5990" y="8510"/>
                    <a:pt x="6300" y="9254"/>
                  </a:cubicBezTo>
                  <a:cubicBezTo>
                    <a:pt x="6607" y="10001"/>
                    <a:pt x="6439" y="10859"/>
                    <a:pt x="5867" y="11428"/>
                  </a:cubicBezTo>
                  <a:cubicBezTo>
                    <a:pt x="5486" y="11811"/>
                    <a:pt x="4976" y="12014"/>
                    <a:pt x="4456" y="12014"/>
                  </a:cubicBezTo>
                  <a:cubicBezTo>
                    <a:pt x="4199" y="12014"/>
                    <a:pt x="3940" y="11964"/>
                    <a:pt x="3693" y="11862"/>
                  </a:cubicBezTo>
                  <a:cubicBezTo>
                    <a:pt x="2949" y="11554"/>
                    <a:pt x="2461" y="10826"/>
                    <a:pt x="2461" y="10019"/>
                  </a:cubicBezTo>
                  <a:cubicBezTo>
                    <a:pt x="2464" y="8920"/>
                    <a:pt x="3355" y="8025"/>
                    <a:pt x="4454" y="8025"/>
                  </a:cubicBezTo>
                  <a:close/>
                  <a:moveTo>
                    <a:pt x="14816" y="8025"/>
                  </a:moveTo>
                  <a:cubicBezTo>
                    <a:pt x="15915" y="8025"/>
                    <a:pt x="16810" y="8917"/>
                    <a:pt x="16810" y="10019"/>
                  </a:cubicBezTo>
                  <a:cubicBezTo>
                    <a:pt x="16810" y="10826"/>
                    <a:pt x="16325" y="11554"/>
                    <a:pt x="15578" y="11862"/>
                  </a:cubicBezTo>
                  <a:cubicBezTo>
                    <a:pt x="15332" y="11964"/>
                    <a:pt x="15073" y="12014"/>
                    <a:pt x="14816" y="12014"/>
                  </a:cubicBezTo>
                  <a:cubicBezTo>
                    <a:pt x="14297" y="12014"/>
                    <a:pt x="13786" y="11811"/>
                    <a:pt x="13404" y="11428"/>
                  </a:cubicBezTo>
                  <a:cubicBezTo>
                    <a:pt x="12835" y="10859"/>
                    <a:pt x="12663" y="10001"/>
                    <a:pt x="12973" y="9254"/>
                  </a:cubicBezTo>
                  <a:cubicBezTo>
                    <a:pt x="13280" y="8510"/>
                    <a:pt x="14009" y="8025"/>
                    <a:pt x="14816" y="8025"/>
                  </a:cubicBezTo>
                  <a:close/>
                  <a:moveTo>
                    <a:pt x="6490" y="0"/>
                  </a:moveTo>
                  <a:cubicBezTo>
                    <a:pt x="4385" y="0"/>
                    <a:pt x="2599" y="1671"/>
                    <a:pt x="2331" y="3894"/>
                  </a:cubicBezTo>
                  <a:lnTo>
                    <a:pt x="1907" y="5917"/>
                  </a:lnTo>
                  <a:cubicBezTo>
                    <a:pt x="799" y="6143"/>
                    <a:pt x="1" y="7119"/>
                    <a:pt x="1" y="8251"/>
                  </a:cubicBezTo>
                  <a:lnTo>
                    <a:pt x="1" y="11877"/>
                  </a:lnTo>
                  <a:cubicBezTo>
                    <a:pt x="1" y="13192"/>
                    <a:pt x="1064" y="14255"/>
                    <a:pt x="2380" y="14258"/>
                  </a:cubicBezTo>
                  <a:lnTo>
                    <a:pt x="16894" y="14258"/>
                  </a:lnTo>
                  <a:cubicBezTo>
                    <a:pt x="18207" y="14255"/>
                    <a:pt x="19270" y="13192"/>
                    <a:pt x="19273" y="11880"/>
                  </a:cubicBezTo>
                  <a:lnTo>
                    <a:pt x="19273" y="8251"/>
                  </a:lnTo>
                  <a:cubicBezTo>
                    <a:pt x="19270" y="7119"/>
                    <a:pt x="18472" y="6143"/>
                    <a:pt x="17364" y="5917"/>
                  </a:cubicBezTo>
                  <a:lnTo>
                    <a:pt x="16939" y="3894"/>
                  </a:lnTo>
                  <a:cubicBezTo>
                    <a:pt x="16671" y="1671"/>
                    <a:pt x="14885" y="0"/>
                    <a:pt x="12783"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01" name="Google Shape;7601;p68"/>
            <p:cNvSpPr/>
            <p:nvPr/>
          </p:nvSpPr>
          <p:spPr>
            <a:xfrm>
              <a:off x="1546875" y="4805650"/>
              <a:ext cx="118975" cy="53850"/>
            </a:xfrm>
            <a:custGeom>
              <a:avLst/>
              <a:gdLst/>
              <a:ahLst/>
              <a:cxnLst/>
              <a:rect l="l" t="t" r="r" b="b"/>
              <a:pathLst>
                <a:path w="4759" h="2154" extrusionOk="0">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02" name="Google Shape;7602;p68"/>
            <p:cNvSpPr/>
            <p:nvPr/>
          </p:nvSpPr>
          <p:spPr>
            <a:xfrm>
              <a:off x="1801325" y="4805650"/>
              <a:ext cx="118975" cy="53850"/>
            </a:xfrm>
            <a:custGeom>
              <a:avLst/>
              <a:gdLst/>
              <a:ahLst/>
              <a:cxnLst/>
              <a:rect l="l" t="t" r="r" b="b"/>
              <a:pathLst>
                <a:path w="4759" h="2154" extrusionOk="0">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603" name="Google Shape;7603;p68"/>
          <p:cNvGrpSpPr/>
          <p:nvPr/>
        </p:nvGrpSpPr>
        <p:grpSpPr>
          <a:xfrm>
            <a:off x="7838075" y="4719412"/>
            <a:ext cx="456773" cy="450553"/>
            <a:chOff x="2084100" y="4400250"/>
            <a:chExt cx="486550" cy="479925"/>
          </a:xfrm>
        </p:grpSpPr>
        <p:sp>
          <p:nvSpPr>
            <p:cNvPr id="7604" name="Google Shape;7604;p68"/>
            <p:cNvSpPr/>
            <p:nvPr/>
          </p:nvSpPr>
          <p:spPr>
            <a:xfrm>
              <a:off x="2084100" y="4652250"/>
              <a:ext cx="105325" cy="90050"/>
            </a:xfrm>
            <a:custGeom>
              <a:avLst/>
              <a:gdLst/>
              <a:ahLst/>
              <a:cxnLst/>
              <a:rect l="l" t="t" r="r" b="b"/>
              <a:pathLst>
                <a:path w="4213" h="3602" extrusionOk="0">
                  <a:moveTo>
                    <a:pt x="2260" y="1"/>
                  </a:moveTo>
                  <a:cubicBezTo>
                    <a:pt x="2109" y="1"/>
                    <a:pt x="1966" y="60"/>
                    <a:pt x="1858" y="168"/>
                  </a:cubicBezTo>
                  <a:lnTo>
                    <a:pt x="259" y="1764"/>
                  </a:lnTo>
                  <a:cubicBezTo>
                    <a:pt x="0" y="2023"/>
                    <a:pt x="54" y="2457"/>
                    <a:pt x="367" y="2647"/>
                  </a:cubicBezTo>
                  <a:lnTo>
                    <a:pt x="1957" y="3601"/>
                  </a:lnTo>
                  <a:cubicBezTo>
                    <a:pt x="2078" y="3228"/>
                    <a:pt x="2274" y="2885"/>
                    <a:pt x="2533" y="2592"/>
                  </a:cubicBezTo>
                  <a:lnTo>
                    <a:pt x="4213" y="274"/>
                  </a:lnTo>
                  <a:lnTo>
                    <a:pt x="2337" y="6"/>
                  </a:lnTo>
                  <a:cubicBezTo>
                    <a:pt x="2311" y="2"/>
                    <a:pt x="2285" y="1"/>
                    <a:pt x="2260"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05" name="Google Shape;7605;p68"/>
            <p:cNvSpPr/>
            <p:nvPr/>
          </p:nvSpPr>
          <p:spPr>
            <a:xfrm>
              <a:off x="2372575" y="4644175"/>
              <a:ext cx="175875" cy="226275"/>
            </a:xfrm>
            <a:custGeom>
              <a:avLst/>
              <a:gdLst/>
              <a:ahLst/>
              <a:cxnLst/>
              <a:rect l="l" t="t" r="r" b="b"/>
              <a:pathLst>
                <a:path w="7035" h="9051" extrusionOk="0">
                  <a:moveTo>
                    <a:pt x="4469" y="1"/>
                  </a:moveTo>
                  <a:cubicBezTo>
                    <a:pt x="3981" y="467"/>
                    <a:pt x="3466" y="901"/>
                    <a:pt x="2927" y="1304"/>
                  </a:cubicBezTo>
                  <a:lnTo>
                    <a:pt x="0" y="3436"/>
                  </a:lnTo>
                  <a:lnTo>
                    <a:pt x="3406" y="8787"/>
                  </a:lnTo>
                  <a:cubicBezTo>
                    <a:pt x="3514" y="8960"/>
                    <a:pt x="3697" y="9050"/>
                    <a:pt x="3882" y="9050"/>
                  </a:cubicBezTo>
                  <a:cubicBezTo>
                    <a:pt x="4025" y="9050"/>
                    <a:pt x="4170" y="8996"/>
                    <a:pt x="4282" y="8884"/>
                  </a:cubicBezTo>
                  <a:cubicBezTo>
                    <a:pt x="5818" y="7348"/>
                    <a:pt x="5990" y="7173"/>
                    <a:pt x="6821" y="6345"/>
                  </a:cubicBezTo>
                  <a:cubicBezTo>
                    <a:pt x="7034" y="6125"/>
                    <a:pt x="7031" y="5773"/>
                    <a:pt x="6812" y="5553"/>
                  </a:cubicBezTo>
                  <a:cubicBezTo>
                    <a:pt x="6702" y="5444"/>
                    <a:pt x="6558" y="5389"/>
                    <a:pt x="6413" y="5389"/>
                  </a:cubicBezTo>
                  <a:cubicBezTo>
                    <a:pt x="6272" y="5389"/>
                    <a:pt x="6130" y="5441"/>
                    <a:pt x="6020" y="5547"/>
                  </a:cubicBezTo>
                  <a:lnTo>
                    <a:pt x="5800" y="5767"/>
                  </a:lnTo>
                  <a:lnTo>
                    <a:pt x="5201" y="3174"/>
                  </a:lnTo>
                  <a:lnTo>
                    <a:pt x="5920" y="2455"/>
                  </a:lnTo>
                  <a:cubicBezTo>
                    <a:pt x="6134" y="2232"/>
                    <a:pt x="6131" y="1880"/>
                    <a:pt x="5914" y="1663"/>
                  </a:cubicBezTo>
                  <a:cubicBezTo>
                    <a:pt x="5804" y="1551"/>
                    <a:pt x="5660" y="1496"/>
                    <a:pt x="5515" y="1496"/>
                  </a:cubicBezTo>
                  <a:cubicBezTo>
                    <a:pt x="5374" y="1496"/>
                    <a:pt x="5232" y="1548"/>
                    <a:pt x="5122" y="1654"/>
                  </a:cubicBezTo>
                  <a:lnTo>
                    <a:pt x="4903" y="1877"/>
                  </a:lnTo>
                  <a:lnTo>
                    <a:pt x="4469"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06" name="Google Shape;7606;p68"/>
            <p:cNvSpPr/>
            <p:nvPr/>
          </p:nvSpPr>
          <p:spPr>
            <a:xfrm>
              <a:off x="2093950" y="4419400"/>
              <a:ext cx="228500" cy="174750"/>
            </a:xfrm>
            <a:custGeom>
              <a:avLst/>
              <a:gdLst/>
              <a:ahLst/>
              <a:cxnLst/>
              <a:rect l="l" t="t" r="r" b="b"/>
              <a:pathLst>
                <a:path w="9140" h="6990" extrusionOk="0">
                  <a:moveTo>
                    <a:pt x="3194" y="1"/>
                  </a:moveTo>
                  <a:cubicBezTo>
                    <a:pt x="3049" y="1"/>
                    <a:pt x="2905" y="56"/>
                    <a:pt x="2795" y="166"/>
                  </a:cubicBezTo>
                  <a:lnTo>
                    <a:pt x="257" y="2704"/>
                  </a:lnTo>
                  <a:cubicBezTo>
                    <a:pt x="1" y="2960"/>
                    <a:pt x="46" y="3385"/>
                    <a:pt x="350" y="3580"/>
                  </a:cubicBezTo>
                  <a:lnTo>
                    <a:pt x="5707" y="6989"/>
                  </a:lnTo>
                  <a:lnTo>
                    <a:pt x="7824" y="4071"/>
                  </a:lnTo>
                  <a:cubicBezTo>
                    <a:pt x="8230" y="3526"/>
                    <a:pt x="8670" y="3008"/>
                    <a:pt x="9140" y="2517"/>
                  </a:cubicBezTo>
                  <a:lnTo>
                    <a:pt x="7264" y="2084"/>
                  </a:lnTo>
                  <a:lnTo>
                    <a:pt x="7484" y="1864"/>
                  </a:lnTo>
                  <a:cubicBezTo>
                    <a:pt x="7697" y="1641"/>
                    <a:pt x="7694" y="1289"/>
                    <a:pt x="7478" y="1072"/>
                  </a:cubicBezTo>
                  <a:cubicBezTo>
                    <a:pt x="7368" y="961"/>
                    <a:pt x="7223" y="905"/>
                    <a:pt x="7078" y="905"/>
                  </a:cubicBezTo>
                  <a:cubicBezTo>
                    <a:pt x="6937" y="905"/>
                    <a:pt x="6795" y="958"/>
                    <a:pt x="6686" y="1063"/>
                  </a:cubicBezTo>
                  <a:lnTo>
                    <a:pt x="5966" y="1786"/>
                  </a:lnTo>
                  <a:lnTo>
                    <a:pt x="3370" y="1186"/>
                  </a:lnTo>
                  <a:lnTo>
                    <a:pt x="3593" y="964"/>
                  </a:lnTo>
                  <a:cubicBezTo>
                    <a:pt x="3813" y="744"/>
                    <a:pt x="3813" y="385"/>
                    <a:pt x="3593" y="166"/>
                  </a:cubicBezTo>
                  <a:cubicBezTo>
                    <a:pt x="3483" y="56"/>
                    <a:pt x="3339" y="1"/>
                    <a:pt x="3194"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07" name="Google Shape;7607;p68"/>
            <p:cNvSpPr/>
            <p:nvPr/>
          </p:nvSpPr>
          <p:spPr>
            <a:xfrm>
              <a:off x="2224425" y="4777500"/>
              <a:ext cx="90425" cy="102675"/>
            </a:xfrm>
            <a:custGeom>
              <a:avLst/>
              <a:gdLst/>
              <a:ahLst/>
              <a:cxnLst/>
              <a:rect l="l" t="t" r="r" b="b"/>
              <a:pathLst>
                <a:path w="3617" h="4107" extrusionOk="0">
                  <a:moveTo>
                    <a:pt x="3324" y="0"/>
                  </a:moveTo>
                  <a:lnTo>
                    <a:pt x="846" y="1804"/>
                  </a:lnTo>
                  <a:cubicBezTo>
                    <a:pt x="638" y="1994"/>
                    <a:pt x="340" y="2144"/>
                    <a:pt x="0" y="2250"/>
                  </a:cubicBezTo>
                  <a:lnTo>
                    <a:pt x="949" y="3831"/>
                  </a:lnTo>
                  <a:cubicBezTo>
                    <a:pt x="1057" y="4011"/>
                    <a:pt x="1245" y="4106"/>
                    <a:pt x="1435" y="4106"/>
                  </a:cubicBezTo>
                  <a:cubicBezTo>
                    <a:pt x="1578" y="4106"/>
                    <a:pt x="1723" y="4052"/>
                    <a:pt x="1834" y="3939"/>
                  </a:cubicBezTo>
                  <a:lnTo>
                    <a:pt x="3430" y="2343"/>
                  </a:lnTo>
                  <a:cubicBezTo>
                    <a:pt x="3556" y="2217"/>
                    <a:pt x="3617" y="2039"/>
                    <a:pt x="3589" y="1864"/>
                  </a:cubicBezTo>
                  <a:lnTo>
                    <a:pt x="3324"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08" name="Google Shape;7608;p68"/>
            <p:cNvSpPr/>
            <p:nvPr/>
          </p:nvSpPr>
          <p:spPr>
            <a:xfrm>
              <a:off x="2454100" y="4400250"/>
              <a:ext cx="116550" cy="107300"/>
            </a:xfrm>
            <a:custGeom>
              <a:avLst/>
              <a:gdLst/>
              <a:ahLst/>
              <a:cxnLst/>
              <a:rect l="l" t="t" r="r" b="b"/>
              <a:pathLst>
                <a:path w="4662" h="4292" extrusionOk="0">
                  <a:moveTo>
                    <a:pt x="2188" y="0"/>
                  </a:moveTo>
                  <a:cubicBezTo>
                    <a:pt x="1911" y="0"/>
                    <a:pt x="1630" y="51"/>
                    <a:pt x="1361" y="155"/>
                  </a:cubicBezTo>
                  <a:cubicBezTo>
                    <a:pt x="1015" y="287"/>
                    <a:pt x="675" y="432"/>
                    <a:pt x="341" y="588"/>
                  </a:cubicBezTo>
                  <a:cubicBezTo>
                    <a:pt x="0" y="1600"/>
                    <a:pt x="265" y="2717"/>
                    <a:pt x="1021" y="3470"/>
                  </a:cubicBezTo>
                  <a:cubicBezTo>
                    <a:pt x="1558" y="4004"/>
                    <a:pt x="2275" y="4291"/>
                    <a:pt x="3007" y="4291"/>
                  </a:cubicBezTo>
                  <a:cubicBezTo>
                    <a:pt x="3307" y="4291"/>
                    <a:pt x="3609" y="4243"/>
                    <a:pt x="3903" y="4145"/>
                  </a:cubicBezTo>
                  <a:cubicBezTo>
                    <a:pt x="4060" y="3813"/>
                    <a:pt x="4204" y="3473"/>
                    <a:pt x="4337" y="3130"/>
                  </a:cubicBezTo>
                  <a:cubicBezTo>
                    <a:pt x="4662" y="2281"/>
                    <a:pt x="4457" y="1320"/>
                    <a:pt x="3816" y="676"/>
                  </a:cubicBezTo>
                  <a:cubicBezTo>
                    <a:pt x="3375" y="235"/>
                    <a:pt x="2787" y="0"/>
                    <a:pt x="2188"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09" name="Google Shape;7609;p68"/>
            <p:cNvSpPr/>
            <p:nvPr/>
          </p:nvSpPr>
          <p:spPr>
            <a:xfrm>
              <a:off x="2152975" y="4431500"/>
              <a:ext cx="381925" cy="377725"/>
            </a:xfrm>
            <a:custGeom>
              <a:avLst/>
              <a:gdLst/>
              <a:ahLst/>
              <a:cxnLst/>
              <a:rect l="l" t="t" r="r" b="b"/>
              <a:pathLst>
                <a:path w="15277" h="15109" extrusionOk="0">
                  <a:moveTo>
                    <a:pt x="11062" y="3658"/>
                  </a:moveTo>
                  <a:cubicBezTo>
                    <a:pt x="11207" y="3658"/>
                    <a:pt x="11353" y="3714"/>
                    <a:pt x="11464" y="3825"/>
                  </a:cubicBezTo>
                  <a:cubicBezTo>
                    <a:pt x="11681" y="4042"/>
                    <a:pt x="11684" y="4394"/>
                    <a:pt x="11470" y="4617"/>
                  </a:cubicBezTo>
                  <a:lnTo>
                    <a:pt x="9076" y="7011"/>
                  </a:lnTo>
                  <a:cubicBezTo>
                    <a:pt x="8965" y="7122"/>
                    <a:pt x="8820" y="7178"/>
                    <a:pt x="8675" y="7178"/>
                  </a:cubicBezTo>
                  <a:cubicBezTo>
                    <a:pt x="8530" y="7178"/>
                    <a:pt x="8385" y="7122"/>
                    <a:pt x="8275" y="7011"/>
                  </a:cubicBezTo>
                  <a:cubicBezTo>
                    <a:pt x="8055" y="6791"/>
                    <a:pt x="8055" y="6433"/>
                    <a:pt x="8275" y="6213"/>
                  </a:cubicBezTo>
                  <a:lnTo>
                    <a:pt x="10672" y="3816"/>
                  </a:lnTo>
                  <a:cubicBezTo>
                    <a:pt x="10781" y="3711"/>
                    <a:pt x="10921" y="3658"/>
                    <a:pt x="11062" y="3658"/>
                  </a:cubicBezTo>
                  <a:close/>
                  <a:moveTo>
                    <a:pt x="11136" y="1"/>
                  </a:moveTo>
                  <a:lnTo>
                    <a:pt x="11136" y="1"/>
                  </a:lnTo>
                  <a:cubicBezTo>
                    <a:pt x="9278" y="1079"/>
                    <a:pt x="7658" y="2524"/>
                    <a:pt x="6378" y="4253"/>
                  </a:cubicBezTo>
                  <a:lnTo>
                    <a:pt x="624" y="12169"/>
                  </a:lnTo>
                  <a:cubicBezTo>
                    <a:pt x="0" y="12877"/>
                    <a:pt x="15" y="13979"/>
                    <a:pt x="660" y="14623"/>
                  </a:cubicBezTo>
                  <a:cubicBezTo>
                    <a:pt x="992" y="14957"/>
                    <a:pt x="1464" y="15108"/>
                    <a:pt x="1921" y="15108"/>
                  </a:cubicBezTo>
                  <a:cubicBezTo>
                    <a:pt x="2351" y="15108"/>
                    <a:pt x="2767" y="14974"/>
                    <a:pt x="3039" y="14732"/>
                  </a:cubicBezTo>
                  <a:lnTo>
                    <a:pt x="11037" y="8905"/>
                  </a:lnTo>
                  <a:cubicBezTo>
                    <a:pt x="12759" y="7628"/>
                    <a:pt x="14201" y="6014"/>
                    <a:pt x="15276" y="4162"/>
                  </a:cubicBezTo>
                  <a:lnTo>
                    <a:pt x="15276" y="4162"/>
                  </a:lnTo>
                  <a:cubicBezTo>
                    <a:pt x="15201" y="4166"/>
                    <a:pt x="15126" y="4168"/>
                    <a:pt x="15052" y="4168"/>
                  </a:cubicBezTo>
                  <a:cubicBezTo>
                    <a:pt x="13942" y="4168"/>
                    <a:pt x="12979" y="3729"/>
                    <a:pt x="12265" y="3018"/>
                  </a:cubicBezTo>
                  <a:cubicBezTo>
                    <a:pt x="11446" y="2199"/>
                    <a:pt x="11076" y="1091"/>
                    <a:pt x="11136"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610" name="Google Shape;7610;p68"/>
          <p:cNvGrpSpPr/>
          <p:nvPr/>
        </p:nvGrpSpPr>
        <p:grpSpPr>
          <a:xfrm>
            <a:off x="8420049" y="4718543"/>
            <a:ext cx="397559" cy="452291"/>
            <a:chOff x="2707950" y="4399325"/>
            <a:chExt cx="423475" cy="481775"/>
          </a:xfrm>
        </p:grpSpPr>
        <p:sp>
          <p:nvSpPr>
            <p:cNvPr id="7611" name="Google Shape;7611;p68"/>
            <p:cNvSpPr/>
            <p:nvPr/>
          </p:nvSpPr>
          <p:spPr>
            <a:xfrm>
              <a:off x="2905550" y="4515000"/>
              <a:ext cx="28275" cy="366100"/>
            </a:xfrm>
            <a:custGeom>
              <a:avLst/>
              <a:gdLst/>
              <a:ahLst/>
              <a:cxnLst/>
              <a:rect l="l" t="t" r="r" b="b"/>
              <a:pathLst>
                <a:path w="1131" h="14644" extrusionOk="0">
                  <a:moveTo>
                    <a:pt x="1" y="0"/>
                  </a:moveTo>
                  <a:lnTo>
                    <a:pt x="1" y="14644"/>
                  </a:lnTo>
                  <a:lnTo>
                    <a:pt x="1130" y="14644"/>
                  </a:lnTo>
                  <a:lnTo>
                    <a:pt x="1130"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12" name="Google Shape;7612;p68"/>
            <p:cNvSpPr/>
            <p:nvPr/>
          </p:nvSpPr>
          <p:spPr>
            <a:xfrm>
              <a:off x="2962025" y="4710725"/>
              <a:ext cx="141175" cy="29225"/>
            </a:xfrm>
            <a:custGeom>
              <a:avLst/>
              <a:gdLst/>
              <a:ahLst/>
              <a:cxnLst/>
              <a:rect l="l" t="t" r="r" b="b"/>
              <a:pathLst>
                <a:path w="5647" h="1169" extrusionOk="0">
                  <a:moveTo>
                    <a:pt x="0" y="0"/>
                  </a:moveTo>
                  <a:lnTo>
                    <a:pt x="0" y="1169"/>
                  </a:lnTo>
                  <a:lnTo>
                    <a:pt x="5646" y="1169"/>
                  </a:lnTo>
                  <a:lnTo>
                    <a:pt x="5646"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13" name="Google Shape;7613;p68"/>
            <p:cNvSpPr/>
            <p:nvPr/>
          </p:nvSpPr>
          <p:spPr>
            <a:xfrm>
              <a:off x="2962025" y="4768175"/>
              <a:ext cx="141175" cy="112925"/>
            </a:xfrm>
            <a:custGeom>
              <a:avLst/>
              <a:gdLst/>
              <a:ahLst/>
              <a:cxnLst/>
              <a:rect l="l" t="t" r="r" b="b"/>
              <a:pathLst>
                <a:path w="5647" h="4517" extrusionOk="0">
                  <a:moveTo>
                    <a:pt x="0" y="0"/>
                  </a:moveTo>
                  <a:lnTo>
                    <a:pt x="0" y="4517"/>
                  </a:lnTo>
                  <a:lnTo>
                    <a:pt x="3951" y="4517"/>
                  </a:lnTo>
                  <a:cubicBezTo>
                    <a:pt x="4888" y="4517"/>
                    <a:pt x="5646" y="3758"/>
                    <a:pt x="5646" y="2825"/>
                  </a:cubicBezTo>
                  <a:lnTo>
                    <a:pt x="5646"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14" name="Google Shape;7614;p68"/>
            <p:cNvSpPr/>
            <p:nvPr/>
          </p:nvSpPr>
          <p:spPr>
            <a:xfrm>
              <a:off x="2736175" y="4710725"/>
              <a:ext cx="141175" cy="29225"/>
            </a:xfrm>
            <a:custGeom>
              <a:avLst/>
              <a:gdLst/>
              <a:ahLst/>
              <a:cxnLst/>
              <a:rect l="l" t="t" r="r" b="b"/>
              <a:pathLst>
                <a:path w="5647" h="1169" extrusionOk="0">
                  <a:moveTo>
                    <a:pt x="1" y="0"/>
                  </a:moveTo>
                  <a:lnTo>
                    <a:pt x="1" y="1169"/>
                  </a:lnTo>
                  <a:lnTo>
                    <a:pt x="5647" y="1169"/>
                  </a:lnTo>
                  <a:lnTo>
                    <a:pt x="5647"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15" name="Google Shape;7615;p68"/>
            <p:cNvSpPr/>
            <p:nvPr/>
          </p:nvSpPr>
          <p:spPr>
            <a:xfrm>
              <a:off x="2736175" y="4768175"/>
              <a:ext cx="141175" cy="112925"/>
            </a:xfrm>
            <a:custGeom>
              <a:avLst/>
              <a:gdLst/>
              <a:ahLst/>
              <a:cxnLst/>
              <a:rect l="l" t="t" r="r" b="b"/>
              <a:pathLst>
                <a:path w="5647" h="4517" extrusionOk="0">
                  <a:moveTo>
                    <a:pt x="1" y="0"/>
                  </a:moveTo>
                  <a:lnTo>
                    <a:pt x="1" y="2825"/>
                  </a:lnTo>
                  <a:cubicBezTo>
                    <a:pt x="1" y="3758"/>
                    <a:pt x="759" y="4517"/>
                    <a:pt x="1693" y="4517"/>
                  </a:cubicBezTo>
                  <a:lnTo>
                    <a:pt x="5647" y="4517"/>
                  </a:lnTo>
                  <a:lnTo>
                    <a:pt x="5647"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16" name="Google Shape;7616;p68"/>
            <p:cNvSpPr/>
            <p:nvPr/>
          </p:nvSpPr>
          <p:spPr>
            <a:xfrm>
              <a:off x="2707950" y="4515075"/>
              <a:ext cx="169400" cy="82825"/>
            </a:xfrm>
            <a:custGeom>
              <a:avLst/>
              <a:gdLst/>
              <a:ahLst/>
              <a:cxnLst/>
              <a:rect l="l" t="t" r="r" b="b"/>
              <a:pathLst>
                <a:path w="6776" h="3313" extrusionOk="0">
                  <a:moveTo>
                    <a:pt x="1693" y="0"/>
                  </a:moveTo>
                  <a:cubicBezTo>
                    <a:pt x="759" y="0"/>
                    <a:pt x="0" y="756"/>
                    <a:pt x="0" y="1693"/>
                  </a:cubicBezTo>
                  <a:lnTo>
                    <a:pt x="0" y="2747"/>
                  </a:lnTo>
                  <a:cubicBezTo>
                    <a:pt x="0" y="3060"/>
                    <a:pt x="253" y="3313"/>
                    <a:pt x="563" y="3313"/>
                  </a:cubicBezTo>
                  <a:lnTo>
                    <a:pt x="6776" y="3313"/>
                  </a:lnTo>
                  <a:lnTo>
                    <a:pt x="6776"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17" name="Google Shape;7617;p68"/>
            <p:cNvSpPr/>
            <p:nvPr/>
          </p:nvSpPr>
          <p:spPr>
            <a:xfrm>
              <a:off x="2736175" y="4626025"/>
              <a:ext cx="141175" cy="56500"/>
            </a:xfrm>
            <a:custGeom>
              <a:avLst/>
              <a:gdLst/>
              <a:ahLst/>
              <a:cxnLst/>
              <a:rect l="l" t="t" r="r" b="b"/>
              <a:pathLst>
                <a:path w="5647" h="2260" extrusionOk="0">
                  <a:moveTo>
                    <a:pt x="1" y="1"/>
                  </a:moveTo>
                  <a:lnTo>
                    <a:pt x="1" y="2259"/>
                  </a:lnTo>
                  <a:lnTo>
                    <a:pt x="5647" y="2259"/>
                  </a:lnTo>
                  <a:lnTo>
                    <a:pt x="5647"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18" name="Google Shape;7618;p68"/>
            <p:cNvSpPr/>
            <p:nvPr/>
          </p:nvSpPr>
          <p:spPr>
            <a:xfrm>
              <a:off x="2850525" y="4430375"/>
              <a:ext cx="138325" cy="56500"/>
            </a:xfrm>
            <a:custGeom>
              <a:avLst/>
              <a:gdLst/>
              <a:ahLst/>
              <a:cxnLst/>
              <a:rect l="l" t="t" r="r" b="b"/>
              <a:pathLst>
                <a:path w="5533" h="2260" extrusionOk="0">
                  <a:moveTo>
                    <a:pt x="2765" y="1"/>
                  </a:moveTo>
                  <a:cubicBezTo>
                    <a:pt x="1500" y="1"/>
                    <a:pt x="275" y="916"/>
                    <a:pt x="1" y="2259"/>
                  </a:cubicBezTo>
                  <a:lnTo>
                    <a:pt x="5532" y="2259"/>
                  </a:lnTo>
                  <a:cubicBezTo>
                    <a:pt x="5258" y="910"/>
                    <a:pt x="4030" y="1"/>
                    <a:pt x="2765"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19" name="Google Shape;7619;p68"/>
            <p:cNvSpPr/>
            <p:nvPr/>
          </p:nvSpPr>
          <p:spPr>
            <a:xfrm>
              <a:off x="2974300" y="4399350"/>
              <a:ext cx="129650" cy="87525"/>
            </a:xfrm>
            <a:custGeom>
              <a:avLst/>
              <a:gdLst/>
              <a:ahLst/>
              <a:cxnLst/>
              <a:rect l="l" t="t" r="r" b="b"/>
              <a:pathLst>
                <a:path w="5186" h="3501" extrusionOk="0">
                  <a:moveTo>
                    <a:pt x="2058" y="0"/>
                  </a:moveTo>
                  <a:cubicBezTo>
                    <a:pt x="1374" y="0"/>
                    <a:pt x="670" y="239"/>
                    <a:pt x="0" y="775"/>
                  </a:cubicBezTo>
                  <a:cubicBezTo>
                    <a:pt x="931" y="1398"/>
                    <a:pt x="1554" y="2389"/>
                    <a:pt x="1714" y="3500"/>
                  </a:cubicBezTo>
                  <a:lnTo>
                    <a:pt x="4397" y="3500"/>
                  </a:lnTo>
                  <a:cubicBezTo>
                    <a:pt x="4842" y="3497"/>
                    <a:pt x="5185" y="3109"/>
                    <a:pt x="5131" y="2666"/>
                  </a:cubicBezTo>
                  <a:cubicBezTo>
                    <a:pt x="5128" y="2639"/>
                    <a:pt x="5125" y="2609"/>
                    <a:pt x="5119" y="2579"/>
                  </a:cubicBezTo>
                  <a:cubicBezTo>
                    <a:pt x="4936" y="1482"/>
                    <a:pt x="4207" y="609"/>
                    <a:pt x="3171" y="212"/>
                  </a:cubicBezTo>
                  <a:cubicBezTo>
                    <a:pt x="2813" y="74"/>
                    <a:pt x="2438" y="0"/>
                    <a:pt x="2058"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20" name="Google Shape;7620;p68"/>
            <p:cNvSpPr/>
            <p:nvPr/>
          </p:nvSpPr>
          <p:spPr>
            <a:xfrm>
              <a:off x="2735425" y="4399325"/>
              <a:ext cx="129650" cy="87475"/>
            </a:xfrm>
            <a:custGeom>
              <a:avLst/>
              <a:gdLst/>
              <a:ahLst/>
              <a:cxnLst/>
              <a:rect l="l" t="t" r="r" b="b"/>
              <a:pathLst>
                <a:path w="5186" h="3499" extrusionOk="0">
                  <a:moveTo>
                    <a:pt x="3150" y="0"/>
                  </a:moveTo>
                  <a:cubicBezTo>
                    <a:pt x="2765" y="0"/>
                    <a:pt x="2385" y="77"/>
                    <a:pt x="2015" y="219"/>
                  </a:cubicBezTo>
                  <a:cubicBezTo>
                    <a:pt x="979" y="616"/>
                    <a:pt x="250" y="1483"/>
                    <a:pt x="67" y="2580"/>
                  </a:cubicBezTo>
                  <a:cubicBezTo>
                    <a:pt x="64" y="2610"/>
                    <a:pt x="58" y="2637"/>
                    <a:pt x="55" y="2667"/>
                  </a:cubicBezTo>
                  <a:cubicBezTo>
                    <a:pt x="0" y="3110"/>
                    <a:pt x="344" y="3498"/>
                    <a:pt x="789" y="3498"/>
                  </a:cubicBezTo>
                  <a:lnTo>
                    <a:pt x="3475" y="3498"/>
                  </a:lnTo>
                  <a:cubicBezTo>
                    <a:pt x="3632" y="2390"/>
                    <a:pt x="4255" y="1399"/>
                    <a:pt x="5186" y="776"/>
                  </a:cubicBezTo>
                  <a:cubicBezTo>
                    <a:pt x="4510" y="236"/>
                    <a:pt x="3823" y="0"/>
                    <a:pt x="3150"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21" name="Google Shape;7621;p68"/>
            <p:cNvSpPr/>
            <p:nvPr/>
          </p:nvSpPr>
          <p:spPr>
            <a:xfrm>
              <a:off x="2962025" y="4515075"/>
              <a:ext cx="169400" cy="82825"/>
            </a:xfrm>
            <a:custGeom>
              <a:avLst/>
              <a:gdLst/>
              <a:ahLst/>
              <a:cxnLst/>
              <a:rect l="l" t="t" r="r" b="b"/>
              <a:pathLst>
                <a:path w="6776" h="3313" extrusionOk="0">
                  <a:moveTo>
                    <a:pt x="0" y="0"/>
                  </a:moveTo>
                  <a:lnTo>
                    <a:pt x="0" y="3313"/>
                  </a:lnTo>
                  <a:lnTo>
                    <a:pt x="6209" y="3313"/>
                  </a:lnTo>
                  <a:cubicBezTo>
                    <a:pt x="6523" y="3313"/>
                    <a:pt x="6776" y="3060"/>
                    <a:pt x="6776" y="2747"/>
                  </a:cubicBezTo>
                  <a:lnTo>
                    <a:pt x="6776" y="1693"/>
                  </a:lnTo>
                  <a:cubicBezTo>
                    <a:pt x="6776" y="756"/>
                    <a:pt x="6017" y="0"/>
                    <a:pt x="5080"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22" name="Google Shape;7622;p68"/>
            <p:cNvSpPr/>
            <p:nvPr/>
          </p:nvSpPr>
          <p:spPr>
            <a:xfrm>
              <a:off x="2962025" y="4626025"/>
              <a:ext cx="141175" cy="56500"/>
            </a:xfrm>
            <a:custGeom>
              <a:avLst/>
              <a:gdLst/>
              <a:ahLst/>
              <a:cxnLst/>
              <a:rect l="l" t="t" r="r" b="b"/>
              <a:pathLst>
                <a:path w="5647" h="2260" extrusionOk="0">
                  <a:moveTo>
                    <a:pt x="0" y="1"/>
                  </a:moveTo>
                  <a:lnTo>
                    <a:pt x="0" y="2259"/>
                  </a:lnTo>
                  <a:lnTo>
                    <a:pt x="5646" y="2259"/>
                  </a:lnTo>
                  <a:lnTo>
                    <a:pt x="5646"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623" name="Google Shape;7623;p68"/>
          <p:cNvGrpSpPr/>
          <p:nvPr/>
        </p:nvGrpSpPr>
        <p:grpSpPr>
          <a:xfrm>
            <a:off x="8992741" y="4718509"/>
            <a:ext cx="366743" cy="452361"/>
            <a:chOff x="3330525" y="4399275"/>
            <a:chExt cx="390650" cy="481850"/>
          </a:xfrm>
        </p:grpSpPr>
        <p:sp>
          <p:nvSpPr>
            <p:cNvPr id="7624" name="Google Shape;7624;p68"/>
            <p:cNvSpPr/>
            <p:nvPr/>
          </p:nvSpPr>
          <p:spPr>
            <a:xfrm>
              <a:off x="3543950" y="4648550"/>
              <a:ext cx="78450" cy="95775"/>
            </a:xfrm>
            <a:custGeom>
              <a:avLst/>
              <a:gdLst/>
              <a:ahLst/>
              <a:cxnLst/>
              <a:rect l="l" t="t" r="r" b="b"/>
              <a:pathLst>
                <a:path w="3138" h="3831" extrusionOk="0">
                  <a:moveTo>
                    <a:pt x="2677" y="0"/>
                  </a:moveTo>
                  <a:cubicBezTo>
                    <a:pt x="2298" y="356"/>
                    <a:pt x="1861" y="648"/>
                    <a:pt x="1388" y="858"/>
                  </a:cubicBezTo>
                  <a:lnTo>
                    <a:pt x="0" y="2948"/>
                  </a:lnTo>
                  <a:lnTo>
                    <a:pt x="880" y="3831"/>
                  </a:lnTo>
                  <a:lnTo>
                    <a:pt x="3138" y="443"/>
                  </a:lnTo>
                  <a:lnTo>
                    <a:pt x="2677"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25" name="Google Shape;7625;p68"/>
            <p:cNvSpPr/>
            <p:nvPr/>
          </p:nvSpPr>
          <p:spPr>
            <a:xfrm>
              <a:off x="3427250" y="4456050"/>
              <a:ext cx="197650" cy="197175"/>
            </a:xfrm>
            <a:custGeom>
              <a:avLst/>
              <a:gdLst/>
              <a:ahLst/>
              <a:cxnLst/>
              <a:rect l="l" t="t" r="r" b="b"/>
              <a:pathLst>
                <a:path w="7906" h="7887" extrusionOk="0">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26" name="Google Shape;7626;p68"/>
            <p:cNvSpPr/>
            <p:nvPr/>
          </p:nvSpPr>
          <p:spPr>
            <a:xfrm>
              <a:off x="3428150" y="4399275"/>
              <a:ext cx="166925" cy="84725"/>
            </a:xfrm>
            <a:custGeom>
              <a:avLst/>
              <a:gdLst/>
              <a:ahLst/>
              <a:cxnLst/>
              <a:rect l="l" t="t" r="r" b="b"/>
              <a:pathLst>
                <a:path w="6677" h="3389" extrusionOk="0">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27" name="Google Shape;7627;p68"/>
            <p:cNvSpPr/>
            <p:nvPr/>
          </p:nvSpPr>
          <p:spPr>
            <a:xfrm>
              <a:off x="3330525" y="4674000"/>
              <a:ext cx="181225" cy="207125"/>
            </a:xfrm>
            <a:custGeom>
              <a:avLst/>
              <a:gdLst/>
              <a:ahLst/>
              <a:cxnLst/>
              <a:rect l="l" t="t" r="r" b="b"/>
              <a:pathLst>
                <a:path w="7249" h="8285" extrusionOk="0">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28" name="Google Shape;7628;p68"/>
            <p:cNvSpPr/>
            <p:nvPr/>
          </p:nvSpPr>
          <p:spPr>
            <a:xfrm>
              <a:off x="3540175" y="4674000"/>
              <a:ext cx="181000" cy="207100"/>
            </a:xfrm>
            <a:custGeom>
              <a:avLst/>
              <a:gdLst/>
              <a:ahLst/>
              <a:cxnLst/>
              <a:rect l="l" t="t" r="r" b="b"/>
              <a:pathLst>
                <a:path w="7240" h="8284" extrusionOk="0">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29" name="Google Shape;7629;p68"/>
            <p:cNvSpPr/>
            <p:nvPr/>
          </p:nvSpPr>
          <p:spPr>
            <a:xfrm>
              <a:off x="3429975" y="4648850"/>
              <a:ext cx="78225" cy="95400"/>
            </a:xfrm>
            <a:custGeom>
              <a:avLst/>
              <a:gdLst/>
              <a:ahLst/>
              <a:cxnLst/>
              <a:rect l="l" t="t" r="r" b="b"/>
              <a:pathLst>
                <a:path w="3129" h="3816" extrusionOk="0">
                  <a:moveTo>
                    <a:pt x="452" y="0"/>
                  </a:moveTo>
                  <a:lnTo>
                    <a:pt x="0" y="440"/>
                  </a:lnTo>
                  <a:lnTo>
                    <a:pt x="2247" y="3816"/>
                  </a:lnTo>
                  <a:lnTo>
                    <a:pt x="3129" y="2936"/>
                  </a:lnTo>
                  <a:lnTo>
                    <a:pt x="1741" y="846"/>
                  </a:lnTo>
                  <a:cubicBezTo>
                    <a:pt x="1268" y="636"/>
                    <a:pt x="834" y="350"/>
                    <a:pt x="452"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30" name="Google Shape;7630;p68"/>
            <p:cNvSpPr/>
            <p:nvPr/>
          </p:nvSpPr>
          <p:spPr>
            <a:xfrm>
              <a:off x="3514200" y="4681000"/>
              <a:ext cx="23150" cy="17550"/>
            </a:xfrm>
            <a:custGeom>
              <a:avLst/>
              <a:gdLst/>
              <a:ahLst/>
              <a:cxnLst/>
              <a:rect l="l" t="t" r="r" b="b"/>
              <a:pathLst>
                <a:path w="926" h="702" extrusionOk="0">
                  <a:moveTo>
                    <a:pt x="1" y="0"/>
                  </a:moveTo>
                  <a:lnTo>
                    <a:pt x="465" y="702"/>
                  </a:lnTo>
                  <a:lnTo>
                    <a:pt x="925" y="0"/>
                  </a:lnTo>
                  <a:lnTo>
                    <a:pt x="916" y="0"/>
                  </a:lnTo>
                  <a:cubicBezTo>
                    <a:pt x="769" y="12"/>
                    <a:pt x="609" y="24"/>
                    <a:pt x="465" y="24"/>
                  </a:cubicBezTo>
                  <a:cubicBezTo>
                    <a:pt x="317" y="24"/>
                    <a:pt x="157" y="12"/>
                    <a:pt x="13"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631" name="Google Shape;7631;p68"/>
          <p:cNvGrpSpPr/>
          <p:nvPr/>
        </p:nvGrpSpPr>
        <p:grpSpPr>
          <a:xfrm>
            <a:off x="9558779" y="4718521"/>
            <a:ext cx="337687" cy="452337"/>
            <a:chOff x="3938800" y="4399275"/>
            <a:chExt cx="359700" cy="481825"/>
          </a:xfrm>
        </p:grpSpPr>
        <p:sp>
          <p:nvSpPr>
            <p:cNvPr id="7632" name="Google Shape;7632;p68"/>
            <p:cNvSpPr/>
            <p:nvPr/>
          </p:nvSpPr>
          <p:spPr>
            <a:xfrm>
              <a:off x="4022650" y="4427525"/>
              <a:ext cx="166625" cy="84700"/>
            </a:xfrm>
            <a:custGeom>
              <a:avLst/>
              <a:gdLst/>
              <a:ahLst/>
              <a:cxnLst/>
              <a:rect l="l" t="t" r="r" b="b"/>
              <a:pathLst>
                <a:path w="6665" h="3388" extrusionOk="0">
                  <a:moveTo>
                    <a:pt x="3909" y="0"/>
                  </a:moveTo>
                  <a:cubicBezTo>
                    <a:pt x="1946" y="3"/>
                    <a:pt x="284" y="1446"/>
                    <a:pt x="1" y="3388"/>
                  </a:cubicBezTo>
                  <a:lnTo>
                    <a:pt x="3909" y="3388"/>
                  </a:lnTo>
                  <a:cubicBezTo>
                    <a:pt x="4807" y="3385"/>
                    <a:pt x="5647" y="2957"/>
                    <a:pt x="6180" y="2235"/>
                  </a:cubicBezTo>
                  <a:cubicBezTo>
                    <a:pt x="6421" y="1909"/>
                    <a:pt x="6589" y="1530"/>
                    <a:pt x="6665" y="1129"/>
                  </a:cubicBezTo>
                  <a:cubicBezTo>
                    <a:pt x="6135" y="602"/>
                    <a:pt x="5463" y="241"/>
                    <a:pt x="4734" y="91"/>
                  </a:cubicBezTo>
                  <a:cubicBezTo>
                    <a:pt x="4463" y="30"/>
                    <a:pt x="4186" y="0"/>
                    <a:pt x="3909"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33" name="Google Shape;7633;p68"/>
            <p:cNvSpPr/>
            <p:nvPr/>
          </p:nvSpPr>
          <p:spPr>
            <a:xfrm>
              <a:off x="4021450" y="4484275"/>
              <a:ext cx="197650" cy="199225"/>
            </a:xfrm>
            <a:custGeom>
              <a:avLst/>
              <a:gdLst/>
              <a:ahLst/>
              <a:cxnLst/>
              <a:rect l="l" t="t" r="r" b="b"/>
              <a:pathLst>
                <a:path w="7906" h="7969" extrusionOk="0">
                  <a:moveTo>
                    <a:pt x="7526" y="1"/>
                  </a:moveTo>
                  <a:cubicBezTo>
                    <a:pt x="7420" y="223"/>
                    <a:pt x="7291" y="434"/>
                    <a:pt x="7140" y="633"/>
                  </a:cubicBezTo>
                  <a:cubicBezTo>
                    <a:pt x="6396" y="1648"/>
                    <a:pt x="5216" y="2247"/>
                    <a:pt x="3957" y="2247"/>
                  </a:cubicBezTo>
                  <a:lnTo>
                    <a:pt x="4" y="2247"/>
                  </a:lnTo>
                  <a:lnTo>
                    <a:pt x="4" y="4018"/>
                  </a:lnTo>
                  <a:cubicBezTo>
                    <a:pt x="1" y="4635"/>
                    <a:pt x="148" y="5243"/>
                    <a:pt x="434" y="5788"/>
                  </a:cubicBezTo>
                  <a:lnTo>
                    <a:pt x="434" y="5800"/>
                  </a:lnTo>
                  <a:cubicBezTo>
                    <a:pt x="615" y="6159"/>
                    <a:pt x="850" y="6487"/>
                    <a:pt x="1133" y="6773"/>
                  </a:cubicBezTo>
                  <a:lnTo>
                    <a:pt x="1202" y="6839"/>
                  </a:lnTo>
                  <a:cubicBezTo>
                    <a:pt x="1967" y="7592"/>
                    <a:pt x="2962" y="7968"/>
                    <a:pt x="3958" y="7968"/>
                  </a:cubicBezTo>
                  <a:cubicBezTo>
                    <a:pt x="4959" y="7968"/>
                    <a:pt x="5959" y="7588"/>
                    <a:pt x="6725" y="6827"/>
                  </a:cubicBezTo>
                  <a:lnTo>
                    <a:pt x="6758" y="6794"/>
                  </a:lnTo>
                  <a:cubicBezTo>
                    <a:pt x="6972" y="6583"/>
                    <a:pt x="7158" y="6342"/>
                    <a:pt x="7312" y="6083"/>
                  </a:cubicBezTo>
                  <a:lnTo>
                    <a:pt x="7321" y="6083"/>
                  </a:lnTo>
                  <a:cubicBezTo>
                    <a:pt x="7703" y="5463"/>
                    <a:pt x="7905" y="4746"/>
                    <a:pt x="7902" y="4018"/>
                  </a:cubicBezTo>
                  <a:lnTo>
                    <a:pt x="7902" y="1684"/>
                  </a:lnTo>
                  <a:cubicBezTo>
                    <a:pt x="7902" y="1407"/>
                    <a:pt x="7875" y="1130"/>
                    <a:pt x="7818" y="859"/>
                  </a:cubicBezTo>
                  <a:cubicBezTo>
                    <a:pt x="7764" y="561"/>
                    <a:pt x="7664" y="272"/>
                    <a:pt x="7526"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34" name="Google Shape;7634;p68"/>
            <p:cNvSpPr/>
            <p:nvPr/>
          </p:nvSpPr>
          <p:spPr>
            <a:xfrm>
              <a:off x="4054050" y="4692500"/>
              <a:ext cx="132975" cy="47450"/>
            </a:xfrm>
            <a:custGeom>
              <a:avLst/>
              <a:gdLst/>
              <a:ahLst/>
              <a:cxnLst/>
              <a:rect l="l" t="t" r="r" b="b"/>
              <a:pathLst>
                <a:path w="5319" h="1898" extrusionOk="0">
                  <a:moveTo>
                    <a:pt x="5318" y="1"/>
                  </a:moveTo>
                  <a:lnTo>
                    <a:pt x="5318" y="1"/>
                  </a:lnTo>
                  <a:cubicBezTo>
                    <a:pt x="4550" y="498"/>
                    <a:pt x="3635" y="769"/>
                    <a:pt x="2653" y="769"/>
                  </a:cubicBezTo>
                  <a:cubicBezTo>
                    <a:pt x="2648" y="769"/>
                    <a:pt x="2643" y="769"/>
                    <a:pt x="2637" y="769"/>
                  </a:cubicBezTo>
                  <a:cubicBezTo>
                    <a:pt x="1703" y="769"/>
                    <a:pt x="791" y="507"/>
                    <a:pt x="0" y="13"/>
                  </a:cubicBezTo>
                  <a:lnTo>
                    <a:pt x="0" y="13"/>
                  </a:lnTo>
                  <a:cubicBezTo>
                    <a:pt x="82" y="272"/>
                    <a:pt x="202" y="516"/>
                    <a:pt x="362" y="736"/>
                  </a:cubicBezTo>
                  <a:cubicBezTo>
                    <a:pt x="898" y="1464"/>
                    <a:pt x="1747" y="1895"/>
                    <a:pt x="2653" y="1898"/>
                  </a:cubicBezTo>
                  <a:cubicBezTo>
                    <a:pt x="2660" y="1898"/>
                    <a:pt x="2667" y="1898"/>
                    <a:pt x="2674" y="1898"/>
                  </a:cubicBezTo>
                  <a:cubicBezTo>
                    <a:pt x="3870" y="1898"/>
                    <a:pt x="4935" y="1135"/>
                    <a:pt x="5318"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35" name="Google Shape;7635;p68"/>
            <p:cNvSpPr/>
            <p:nvPr/>
          </p:nvSpPr>
          <p:spPr>
            <a:xfrm>
              <a:off x="4163275" y="4399275"/>
              <a:ext cx="84275" cy="84200"/>
            </a:xfrm>
            <a:custGeom>
              <a:avLst/>
              <a:gdLst/>
              <a:ahLst/>
              <a:cxnLst/>
              <a:rect l="l" t="t" r="r" b="b"/>
              <a:pathLst>
                <a:path w="3371" h="3368" extrusionOk="0">
                  <a:moveTo>
                    <a:pt x="1090" y="1"/>
                  </a:moveTo>
                  <a:cubicBezTo>
                    <a:pt x="707" y="1"/>
                    <a:pt x="330" y="106"/>
                    <a:pt x="1" y="305"/>
                  </a:cubicBezTo>
                  <a:cubicBezTo>
                    <a:pt x="338" y="420"/>
                    <a:pt x="660" y="573"/>
                    <a:pt x="961" y="769"/>
                  </a:cubicBezTo>
                  <a:lnTo>
                    <a:pt x="961" y="781"/>
                  </a:lnTo>
                  <a:cubicBezTo>
                    <a:pt x="1443" y="1070"/>
                    <a:pt x="1874" y="1446"/>
                    <a:pt x="2226" y="1886"/>
                  </a:cubicBezTo>
                  <a:cubicBezTo>
                    <a:pt x="2587" y="2329"/>
                    <a:pt x="2871" y="2829"/>
                    <a:pt x="3060" y="3368"/>
                  </a:cubicBezTo>
                  <a:cubicBezTo>
                    <a:pt x="3262" y="3033"/>
                    <a:pt x="3370" y="2651"/>
                    <a:pt x="3364" y="2259"/>
                  </a:cubicBezTo>
                  <a:cubicBezTo>
                    <a:pt x="3361" y="1236"/>
                    <a:pt x="2672" y="341"/>
                    <a:pt x="1684" y="79"/>
                  </a:cubicBezTo>
                  <a:cubicBezTo>
                    <a:pt x="1615" y="58"/>
                    <a:pt x="1543" y="46"/>
                    <a:pt x="1467" y="46"/>
                  </a:cubicBezTo>
                  <a:cubicBezTo>
                    <a:pt x="1344" y="34"/>
                    <a:pt x="1232" y="1"/>
                    <a:pt x="1106" y="1"/>
                  </a:cubicBezTo>
                  <a:cubicBezTo>
                    <a:pt x="1101" y="1"/>
                    <a:pt x="1095" y="1"/>
                    <a:pt x="1090"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36" name="Google Shape;7636;p68"/>
            <p:cNvSpPr/>
            <p:nvPr/>
          </p:nvSpPr>
          <p:spPr>
            <a:xfrm>
              <a:off x="3938800" y="4692800"/>
              <a:ext cx="359700" cy="188300"/>
            </a:xfrm>
            <a:custGeom>
              <a:avLst/>
              <a:gdLst/>
              <a:ahLst/>
              <a:cxnLst/>
              <a:rect l="l" t="t" r="r" b="b"/>
              <a:pathLst>
                <a:path w="14388" h="7532" extrusionOk="0">
                  <a:moveTo>
                    <a:pt x="11160" y="4144"/>
                  </a:moveTo>
                  <a:cubicBezTo>
                    <a:pt x="11470" y="4144"/>
                    <a:pt x="11723" y="4397"/>
                    <a:pt x="11723" y="4710"/>
                  </a:cubicBezTo>
                  <a:cubicBezTo>
                    <a:pt x="11723" y="5021"/>
                    <a:pt x="11470" y="5274"/>
                    <a:pt x="11160" y="5274"/>
                  </a:cubicBezTo>
                  <a:lnTo>
                    <a:pt x="10031" y="5274"/>
                  </a:lnTo>
                  <a:cubicBezTo>
                    <a:pt x="9718" y="5274"/>
                    <a:pt x="9465" y="5021"/>
                    <a:pt x="9465" y="4710"/>
                  </a:cubicBezTo>
                  <a:cubicBezTo>
                    <a:pt x="9465" y="4397"/>
                    <a:pt x="9718" y="4144"/>
                    <a:pt x="10031" y="4144"/>
                  </a:cubicBezTo>
                  <a:close/>
                  <a:moveTo>
                    <a:pt x="3379" y="1"/>
                  </a:moveTo>
                  <a:lnTo>
                    <a:pt x="2385" y="248"/>
                  </a:lnTo>
                  <a:cubicBezTo>
                    <a:pt x="922" y="615"/>
                    <a:pt x="0" y="2067"/>
                    <a:pt x="295" y="3545"/>
                  </a:cubicBezTo>
                  <a:lnTo>
                    <a:pt x="1006" y="7080"/>
                  </a:lnTo>
                  <a:cubicBezTo>
                    <a:pt x="1060" y="7342"/>
                    <a:pt x="1292" y="7532"/>
                    <a:pt x="1560" y="7532"/>
                  </a:cubicBezTo>
                  <a:lnTo>
                    <a:pt x="12831" y="7532"/>
                  </a:lnTo>
                  <a:cubicBezTo>
                    <a:pt x="12833" y="7532"/>
                    <a:pt x="12835" y="7532"/>
                    <a:pt x="12837" y="7532"/>
                  </a:cubicBezTo>
                  <a:cubicBezTo>
                    <a:pt x="13103" y="7532"/>
                    <a:pt x="13331" y="7343"/>
                    <a:pt x="13382" y="7080"/>
                  </a:cubicBezTo>
                  <a:lnTo>
                    <a:pt x="14096" y="3545"/>
                  </a:lnTo>
                  <a:cubicBezTo>
                    <a:pt x="14388" y="2070"/>
                    <a:pt x="13476" y="621"/>
                    <a:pt x="12018" y="248"/>
                  </a:cubicBezTo>
                  <a:lnTo>
                    <a:pt x="11046" y="13"/>
                  </a:lnTo>
                  <a:cubicBezTo>
                    <a:pt x="10678" y="1506"/>
                    <a:pt x="9474" y="2648"/>
                    <a:pt x="7965" y="2943"/>
                  </a:cubicBezTo>
                  <a:cubicBezTo>
                    <a:pt x="7714" y="2991"/>
                    <a:pt x="7463" y="3015"/>
                    <a:pt x="7214" y="3015"/>
                  </a:cubicBezTo>
                  <a:cubicBezTo>
                    <a:pt x="5960" y="3015"/>
                    <a:pt x="4762" y="2417"/>
                    <a:pt x="4011" y="1377"/>
                  </a:cubicBezTo>
                  <a:cubicBezTo>
                    <a:pt x="3707" y="967"/>
                    <a:pt x="3493" y="498"/>
                    <a:pt x="3379"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637" name="Google Shape;7637;p68"/>
          <p:cNvGrpSpPr/>
          <p:nvPr/>
        </p:nvGrpSpPr>
        <p:grpSpPr>
          <a:xfrm>
            <a:off x="10186483" y="4718521"/>
            <a:ext cx="212052" cy="452337"/>
            <a:chOff x="4584850" y="4399275"/>
            <a:chExt cx="225875" cy="481825"/>
          </a:xfrm>
        </p:grpSpPr>
        <p:sp>
          <p:nvSpPr>
            <p:cNvPr id="7638" name="Google Shape;7638;p68"/>
            <p:cNvSpPr/>
            <p:nvPr/>
          </p:nvSpPr>
          <p:spPr>
            <a:xfrm>
              <a:off x="4655400" y="4399275"/>
              <a:ext cx="84700" cy="84725"/>
            </a:xfrm>
            <a:custGeom>
              <a:avLst/>
              <a:gdLst/>
              <a:ahLst/>
              <a:cxnLst/>
              <a:rect l="l" t="t" r="r" b="b"/>
              <a:pathLst>
                <a:path w="3388" h="3389" extrusionOk="0">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39" name="Google Shape;7639;p68"/>
            <p:cNvSpPr/>
            <p:nvPr/>
          </p:nvSpPr>
          <p:spPr>
            <a:xfrm>
              <a:off x="4584850" y="4512200"/>
              <a:ext cx="225875" cy="368900"/>
            </a:xfrm>
            <a:custGeom>
              <a:avLst/>
              <a:gdLst/>
              <a:ahLst/>
              <a:cxnLst/>
              <a:rect l="l" t="t" r="r" b="b"/>
              <a:pathLst>
                <a:path w="9035" h="14756" extrusionOk="0">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sp>
        <p:nvSpPr>
          <p:cNvPr id="7640" name="Google Shape;7640;p68"/>
          <p:cNvSpPr/>
          <p:nvPr/>
        </p:nvSpPr>
        <p:spPr>
          <a:xfrm>
            <a:off x="10610665" y="4718427"/>
            <a:ext cx="496367" cy="452149"/>
          </a:xfrm>
          <a:custGeom>
            <a:avLst/>
            <a:gdLst/>
            <a:ahLst/>
            <a:cxnLst/>
            <a:rect l="l" t="t" r="r" b="b"/>
            <a:pathLst>
              <a:path w="21149" h="19265" extrusionOk="0">
                <a:moveTo>
                  <a:pt x="10580" y="3417"/>
                </a:moveTo>
                <a:cubicBezTo>
                  <a:pt x="12186" y="3417"/>
                  <a:pt x="13773" y="4040"/>
                  <a:pt x="14967" y="5236"/>
                </a:cubicBezTo>
                <a:cubicBezTo>
                  <a:pt x="16933" y="7199"/>
                  <a:pt x="17352" y="10231"/>
                  <a:pt x="15997" y="12655"/>
                </a:cubicBezTo>
                <a:lnTo>
                  <a:pt x="7550" y="4209"/>
                </a:lnTo>
                <a:cubicBezTo>
                  <a:pt x="8500" y="3676"/>
                  <a:pt x="9544" y="3417"/>
                  <a:pt x="10580" y="3417"/>
                </a:cubicBezTo>
                <a:close/>
                <a:moveTo>
                  <a:pt x="5156" y="6603"/>
                </a:moveTo>
                <a:lnTo>
                  <a:pt x="13600" y="15049"/>
                </a:lnTo>
                <a:cubicBezTo>
                  <a:pt x="12650" y="15584"/>
                  <a:pt x="11607" y="15844"/>
                  <a:pt x="10570" y="15844"/>
                </a:cubicBezTo>
                <a:cubicBezTo>
                  <a:pt x="8964" y="15844"/>
                  <a:pt x="7375" y="15218"/>
                  <a:pt x="6183" y="14019"/>
                </a:cubicBezTo>
                <a:cubicBezTo>
                  <a:pt x="4210" y="12059"/>
                  <a:pt x="3789" y="9024"/>
                  <a:pt x="5156" y="6603"/>
                </a:cubicBezTo>
                <a:close/>
                <a:moveTo>
                  <a:pt x="10574" y="0"/>
                </a:moveTo>
                <a:cubicBezTo>
                  <a:pt x="8127" y="0"/>
                  <a:pt x="5681" y="948"/>
                  <a:pt x="3789" y="2842"/>
                </a:cubicBezTo>
                <a:cubicBezTo>
                  <a:pt x="1" y="6630"/>
                  <a:pt x="1" y="12628"/>
                  <a:pt x="3789" y="16413"/>
                </a:cubicBezTo>
                <a:cubicBezTo>
                  <a:pt x="5662" y="18289"/>
                  <a:pt x="8113" y="19265"/>
                  <a:pt x="10576" y="19265"/>
                </a:cubicBezTo>
                <a:cubicBezTo>
                  <a:pt x="13036" y="19265"/>
                  <a:pt x="15488" y="18289"/>
                  <a:pt x="17361" y="16413"/>
                </a:cubicBezTo>
                <a:cubicBezTo>
                  <a:pt x="21149" y="12625"/>
                  <a:pt x="21149" y="6630"/>
                  <a:pt x="17361" y="2842"/>
                </a:cubicBezTo>
                <a:cubicBezTo>
                  <a:pt x="15467" y="948"/>
                  <a:pt x="13020" y="0"/>
                  <a:pt x="10574"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nvGrpSpPr>
          <p:cNvPr id="7641" name="Google Shape;7641;p68"/>
          <p:cNvGrpSpPr/>
          <p:nvPr/>
        </p:nvGrpSpPr>
        <p:grpSpPr>
          <a:xfrm>
            <a:off x="1399574" y="5269061"/>
            <a:ext cx="452337" cy="452337"/>
            <a:chOff x="5642550" y="4399275"/>
            <a:chExt cx="481825" cy="481825"/>
          </a:xfrm>
        </p:grpSpPr>
        <p:sp>
          <p:nvSpPr>
            <p:cNvPr id="7642" name="Google Shape;7642;p68"/>
            <p:cNvSpPr/>
            <p:nvPr/>
          </p:nvSpPr>
          <p:spPr>
            <a:xfrm>
              <a:off x="5642550" y="4399275"/>
              <a:ext cx="481825" cy="481825"/>
            </a:xfrm>
            <a:custGeom>
              <a:avLst/>
              <a:gdLst/>
              <a:ahLst/>
              <a:cxnLst/>
              <a:rect l="l" t="t" r="r" b="b"/>
              <a:pathLst>
                <a:path w="19273" h="19273" extrusionOk="0">
                  <a:moveTo>
                    <a:pt x="15283" y="7945"/>
                  </a:moveTo>
                  <a:cubicBezTo>
                    <a:pt x="15593" y="7945"/>
                    <a:pt x="15846" y="8195"/>
                    <a:pt x="15846" y="8508"/>
                  </a:cubicBezTo>
                  <a:lnTo>
                    <a:pt x="15846" y="10766"/>
                  </a:lnTo>
                  <a:cubicBezTo>
                    <a:pt x="15846" y="11079"/>
                    <a:pt x="15593" y="11332"/>
                    <a:pt x="15283" y="11332"/>
                  </a:cubicBezTo>
                  <a:lnTo>
                    <a:pt x="3991" y="11332"/>
                  </a:lnTo>
                  <a:cubicBezTo>
                    <a:pt x="3678" y="11332"/>
                    <a:pt x="3425" y="11079"/>
                    <a:pt x="3425" y="10766"/>
                  </a:cubicBezTo>
                  <a:lnTo>
                    <a:pt x="3425" y="8508"/>
                  </a:lnTo>
                  <a:cubicBezTo>
                    <a:pt x="3425" y="8195"/>
                    <a:pt x="3678" y="7945"/>
                    <a:pt x="3991" y="7945"/>
                  </a:cubicBezTo>
                  <a:close/>
                  <a:moveTo>
                    <a:pt x="9637" y="1"/>
                  </a:moveTo>
                  <a:cubicBezTo>
                    <a:pt x="4331" y="1"/>
                    <a:pt x="1" y="4331"/>
                    <a:pt x="1" y="9637"/>
                  </a:cubicBezTo>
                  <a:cubicBezTo>
                    <a:pt x="1" y="14946"/>
                    <a:pt x="4328" y="19273"/>
                    <a:pt x="9637" y="19273"/>
                  </a:cubicBezTo>
                  <a:cubicBezTo>
                    <a:pt x="14943" y="19273"/>
                    <a:pt x="19273" y="14946"/>
                    <a:pt x="19273" y="9637"/>
                  </a:cubicBezTo>
                  <a:cubicBezTo>
                    <a:pt x="19273" y="4331"/>
                    <a:pt x="14943" y="1"/>
                    <a:pt x="9637"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43" name="Google Shape;7643;p68"/>
            <p:cNvSpPr/>
            <p:nvPr/>
          </p:nvSpPr>
          <p:spPr>
            <a:xfrm>
              <a:off x="5756375" y="4626100"/>
              <a:ext cx="254100" cy="28275"/>
            </a:xfrm>
            <a:custGeom>
              <a:avLst/>
              <a:gdLst/>
              <a:ahLst/>
              <a:cxnLst/>
              <a:rect l="l" t="t" r="r" b="b"/>
              <a:pathLst>
                <a:path w="10164" h="1131" extrusionOk="0">
                  <a:moveTo>
                    <a:pt x="1" y="1"/>
                  </a:moveTo>
                  <a:lnTo>
                    <a:pt x="1" y="1130"/>
                  </a:lnTo>
                  <a:lnTo>
                    <a:pt x="10164" y="1130"/>
                  </a:lnTo>
                  <a:lnTo>
                    <a:pt x="10164"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644" name="Google Shape;7644;p68"/>
          <p:cNvGrpSpPr/>
          <p:nvPr/>
        </p:nvGrpSpPr>
        <p:grpSpPr>
          <a:xfrm>
            <a:off x="3813087" y="5284938"/>
            <a:ext cx="484421" cy="420583"/>
            <a:chOff x="6218300" y="4416175"/>
            <a:chExt cx="516000" cy="448000"/>
          </a:xfrm>
        </p:grpSpPr>
        <p:sp>
          <p:nvSpPr>
            <p:cNvPr id="7645" name="Google Shape;7645;p68"/>
            <p:cNvSpPr/>
            <p:nvPr/>
          </p:nvSpPr>
          <p:spPr>
            <a:xfrm>
              <a:off x="6462150" y="4525375"/>
              <a:ext cx="28250" cy="141250"/>
            </a:xfrm>
            <a:custGeom>
              <a:avLst/>
              <a:gdLst/>
              <a:ahLst/>
              <a:cxnLst/>
              <a:rect l="l" t="t" r="r" b="b"/>
              <a:pathLst>
                <a:path w="1130" h="5650" extrusionOk="0">
                  <a:moveTo>
                    <a:pt x="566" y="1"/>
                  </a:moveTo>
                  <a:cubicBezTo>
                    <a:pt x="253" y="1"/>
                    <a:pt x="0" y="254"/>
                    <a:pt x="0" y="567"/>
                  </a:cubicBezTo>
                  <a:lnTo>
                    <a:pt x="0" y="5087"/>
                  </a:lnTo>
                  <a:cubicBezTo>
                    <a:pt x="0" y="5397"/>
                    <a:pt x="253" y="5650"/>
                    <a:pt x="566" y="5650"/>
                  </a:cubicBezTo>
                  <a:cubicBezTo>
                    <a:pt x="877" y="5650"/>
                    <a:pt x="1130" y="5397"/>
                    <a:pt x="1130" y="5087"/>
                  </a:cubicBezTo>
                  <a:lnTo>
                    <a:pt x="1130" y="567"/>
                  </a:lnTo>
                  <a:cubicBezTo>
                    <a:pt x="1130" y="254"/>
                    <a:pt x="877" y="1"/>
                    <a:pt x="566"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46" name="Google Shape;7646;p68"/>
            <p:cNvSpPr/>
            <p:nvPr/>
          </p:nvSpPr>
          <p:spPr>
            <a:xfrm>
              <a:off x="6218300" y="4416175"/>
              <a:ext cx="516000" cy="448000"/>
            </a:xfrm>
            <a:custGeom>
              <a:avLst/>
              <a:gdLst/>
              <a:ahLst/>
              <a:cxnLst/>
              <a:rect l="l" t="t" r="r" b="b"/>
              <a:pathLst>
                <a:path w="20640" h="17920" extrusionOk="0">
                  <a:moveTo>
                    <a:pt x="10320" y="3240"/>
                  </a:moveTo>
                  <a:cubicBezTo>
                    <a:pt x="11254" y="3240"/>
                    <a:pt x="12013" y="3998"/>
                    <a:pt x="12013" y="4935"/>
                  </a:cubicBezTo>
                  <a:lnTo>
                    <a:pt x="12013" y="9452"/>
                  </a:lnTo>
                  <a:cubicBezTo>
                    <a:pt x="12013" y="10385"/>
                    <a:pt x="11254" y="11144"/>
                    <a:pt x="10320" y="11144"/>
                  </a:cubicBezTo>
                  <a:cubicBezTo>
                    <a:pt x="9384" y="11144"/>
                    <a:pt x="8625" y="10385"/>
                    <a:pt x="8625" y="9452"/>
                  </a:cubicBezTo>
                  <a:lnTo>
                    <a:pt x="8625" y="4935"/>
                  </a:lnTo>
                  <a:cubicBezTo>
                    <a:pt x="8625" y="3998"/>
                    <a:pt x="9384" y="3240"/>
                    <a:pt x="10320" y="3240"/>
                  </a:cubicBezTo>
                  <a:close/>
                  <a:moveTo>
                    <a:pt x="10320" y="12274"/>
                  </a:moveTo>
                  <a:cubicBezTo>
                    <a:pt x="10538" y="12274"/>
                    <a:pt x="10758" y="12316"/>
                    <a:pt x="10968" y="12403"/>
                  </a:cubicBezTo>
                  <a:cubicBezTo>
                    <a:pt x="11600" y="12665"/>
                    <a:pt x="12013" y="13282"/>
                    <a:pt x="12013" y="13969"/>
                  </a:cubicBezTo>
                  <a:cubicBezTo>
                    <a:pt x="12013" y="14902"/>
                    <a:pt x="11254" y="15661"/>
                    <a:pt x="10320" y="15661"/>
                  </a:cubicBezTo>
                  <a:cubicBezTo>
                    <a:pt x="9634" y="15661"/>
                    <a:pt x="9017" y="15248"/>
                    <a:pt x="8755" y="14616"/>
                  </a:cubicBezTo>
                  <a:cubicBezTo>
                    <a:pt x="8493" y="13984"/>
                    <a:pt x="8637" y="13255"/>
                    <a:pt x="9122" y="12770"/>
                  </a:cubicBezTo>
                  <a:cubicBezTo>
                    <a:pt x="9446" y="12446"/>
                    <a:pt x="9880" y="12274"/>
                    <a:pt x="10320" y="12274"/>
                  </a:cubicBezTo>
                  <a:close/>
                  <a:moveTo>
                    <a:pt x="10319" y="1"/>
                  </a:moveTo>
                  <a:cubicBezTo>
                    <a:pt x="9352" y="1"/>
                    <a:pt x="8386" y="487"/>
                    <a:pt x="7848" y="1460"/>
                  </a:cubicBezTo>
                  <a:lnTo>
                    <a:pt x="1040" y="13731"/>
                  </a:lnTo>
                  <a:cubicBezTo>
                    <a:pt x="1" y="15613"/>
                    <a:pt x="1359" y="17919"/>
                    <a:pt x="3509" y="17919"/>
                  </a:cubicBezTo>
                  <a:lnTo>
                    <a:pt x="17129" y="17919"/>
                  </a:lnTo>
                  <a:cubicBezTo>
                    <a:pt x="19279" y="17919"/>
                    <a:pt x="20640" y="15616"/>
                    <a:pt x="19598" y="13731"/>
                  </a:cubicBezTo>
                  <a:lnTo>
                    <a:pt x="12790" y="1460"/>
                  </a:lnTo>
                  <a:cubicBezTo>
                    <a:pt x="12252" y="487"/>
                    <a:pt x="11286" y="1"/>
                    <a:pt x="10319"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47" name="Google Shape;7647;p68"/>
            <p:cNvSpPr/>
            <p:nvPr/>
          </p:nvSpPr>
          <p:spPr>
            <a:xfrm>
              <a:off x="6462150" y="4751225"/>
              <a:ext cx="28250" cy="28250"/>
            </a:xfrm>
            <a:custGeom>
              <a:avLst/>
              <a:gdLst/>
              <a:ahLst/>
              <a:cxnLst/>
              <a:rect l="l" t="t" r="r" b="b"/>
              <a:pathLst>
                <a:path w="1130" h="1130" extrusionOk="0">
                  <a:moveTo>
                    <a:pt x="566" y="1"/>
                  </a:moveTo>
                  <a:cubicBezTo>
                    <a:pt x="253" y="1"/>
                    <a:pt x="0" y="253"/>
                    <a:pt x="0" y="567"/>
                  </a:cubicBezTo>
                  <a:cubicBezTo>
                    <a:pt x="0" y="877"/>
                    <a:pt x="253" y="1130"/>
                    <a:pt x="566" y="1130"/>
                  </a:cubicBezTo>
                  <a:cubicBezTo>
                    <a:pt x="877" y="1130"/>
                    <a:pt x="1130" y="877"/>
                    <a:pt x="1130" y="567"/>
                  </a:cubicBezTo>
                  <a:cubicBezTo>
                    <a:pt x="1130" y="253"/>
                    <a:pt x="877" y="1"/>
                    <a:pt x="566"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648" name="Google Shape;7648;p68"/>
          <p:cNvGrpSpPr/>
          <p:nvPr/>
        </p:nvGrpSpPr>
        <p:grpSpPr>
          <a:xfrm>
            <a:off x="7891840" y="5269057"/>
            <a:ext cx="452337" cy="452337"/>
            <a:chOff x="899850" y="4992125"/>
            <a:chExt cx="481825" cy="481825"/>
          </a:xfrm>
        </p:grpSpPr>
        <p:sp>
          <p:nvSpPr>
            <p:cNvPr id="7649" name="Google Shape;7649;p68"/>
            <p:cNvSpPr/>
            <p:nvPr/>
          </p:nvSpPr>
          <p:spPr>
            <a:xfrm>
              <a:off x="1126600" y="5360100"/>
              <a:ext cx="28250" cy="28250"/>
            </a:xfrm>
            <a:custGeom>
              <a:avLst/>
              <a:gdLst/>
              <a:ahLst/>
              <a:cxnLst/>
              <a:rect l="l" t="t" r="r" b="b"/>
              <a:pathLst>
                <a:path w="1130" h="1130" extrusionOk="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50" name="Google Shape;7650;p68"/>
            <p:cNvSpPr/>
            <p:nvPr/>
          </p:nvSpPr>
          <p:spPr>
            <a:xfrm>
              <a:off x="1056050" y="5079900"/>
              <a:ext cx="169400" cy="194950"/>
            </a:xfrm>
            <a:custGeom>
              <a:avLst/>
              <a:gdLst/>
              <a:ahLst/>
              <a:cxnLst/>
              <a:rect l="l" t="t" r="r" b="b"/>
              <a:pathLst>
                <a:path w="6776" h="7798" extrusionOk="0">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51" name="Google Shape;7651;p68"/>
            <p:cNvSpPr/>
            <p:nvPr/>
          </p:nvSpPr>
          <p:spPr>
            <a:xfrm>
              <a:off x="899850" y="4992125"/>
              <a:ext cx="481825" cy="481825"/>
            </a:xfrm>
            <a:custGeom>
              <a:avLst/>
              <a:gdLst/>
              <a:ahLst/>
              <a:cxnLst/>
              <a:rect l="l" t="t" r="r" b="b"/>
              <a:pathLst>
                <a:path w="19273" h="19273" extrusionOk="0">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652" name="Google Shape;7652;p68"/>
          <p:cNvGrpSpPr/>
          <p:nvPr/>
        </p:nvGrpSpPr>
        <p:grpSpPr>
          <a:xfrm>
            <a:off x="7282278" y="5269057"/>
            <a:ext cx="452337" cy="452337"/>
            <a:chOff x="1492675" y="4992125"/>
            <a:chExt cx="481825" cy="481825"/>
          </a:xfrm>
        </p:grpSpPr>
        <p:sp>
          <p:nvSpPr>
            <p:cNvPr id="7653" name="Google Shape;7653;p68"/>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54" name="Google Shape;7654;p68"/>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655" name="Google Shape;7655;p68"/>
          <p:cNvGrpSpPr/>
          <p:nvPr/>
        </p:nvGrpSpPr>
        <p:grpSpPr>
          <a:xfrm>
            <a:off x="6672617" y="5269057"/>
            <a:ext cx="452337" cy="452337"/>
            <a:chOff x="2085525" y="4992125"/>
            <a:chExt cx="481825" cy="481825"/>
          </a:xfrm>
        </p:grpSpPr>
        <p:sp>
          <p:nvSpPr>
            <p:cNvPr id="7656" name="Google Shape;7656;p68"/>
            <p:cNvSpPr/>
            <p:nvPr/>
          </p:nvSpPr>
          <p:spPr>
            <a:xfrm>
              <a:off x="2244150" y="5152125"/>
              <a:ext cx="164500" cy="161825"/>
            </a:xfrm>
            <a:custGeom>
              <a:avLst/>
              <a:gdLst/>
              <a:ahLst/>
              <a:cxnLst/>
              <a:rect l="l" t="t" r="r" b="b"/>
              <a:pathLst>
                <a:path w="6580" h="6473" extrusionOk="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57" name="Google Shape;7657;p68"/>
            <p:cNvSpPr/>
            <p:nvPr/>
          </p:nvSpPr>
          <p:spPr>
            <a:xfrm>
              <a:off x="2085525" y="4992125"/>
              <a:ext cx="481825" cy="481825"/>
            </a:xfrm>
            <a:custGeom>
              <a:avLst/>
              <a:gdLst/>
              <a:ahLst/>
              <a:cxnLst/>
              <a:rect l="l" t="t" r="r" b="b"/>
              <a:pathLst>
                <a:path w="19273" h="19273" extrusionOk="0">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658" name="Google Shape;7658;p68"/>
          <p:cNvGrpSpPr/>
          <p:nvPr/>
        </p:nvGrpSpPr>
        <p:grpSpPr>
          <a:xfrm>
            <a:off x="9110962" y="5269057"/>
            <a:ext cx="452337" cy="452337"/>
            <a:chOff x="2678350" y="4992125"/>
            <a:chExt cx="481825" cy="481825"/>
          </a:xfrm>
        </p:grpSpPr>
        <p:sp>
          <p:nvSpPr>
            <p:cNvPr id="7659" name="Google Shape;7659;p68"/>
            <p:cNvSpPr/>
            <p:nvPr/>
          </p:nvSpPr>
          <p:spPr>
            <a:xfrm>
              <a:off x="2975725" y="5079150"/>
              <a:ext cx="56475" cy="309125"/>
            </a:xfrm>
            <a:custGeom>
              <a:avLst/>
              <a:gdLst/>
              <a:ahLst/>
              <a:cxnLst/>
              <a:rect l="l" t="t" r="r" b="b"/>
              <a:pathLst>
                <a:path w="2259" h="12365" extrusionOk="0">
                  <a:moveTo>
                    <a:pt x="2259" y="1"/>
                  </a:moveTo>
                  <a:cubicBezTo>
                    <a:pt x="943" y="272"/>
                    <a:pt x="0" y="1428"/>
                    <a:pt x="0" y="2768"/>
                  </a:cubicBezTo>
                  <a:lnTo>
                    <a:pt x="0" y="6722"/>
                  </a:lnTo>
                  <a:lnTo>
                    <a:pt x="563" y="6722"/>
                  </a:lnTo>
                  <a:cubicBezTo>
                    <a:pt x="877" y="6722"/>
                    <a:pt x="1130" y="6972"/>
                    <a:pt x="1130" y="7285"/>
                  </a:cubicBezTo>
                  <a:lnTo>
                    <a:pt x="1130" y="11802"/>
                  </a:lnTo>
                  <a:cubicBezTo>
                    <a:pt x="1130" y="12115"/>
                    <a:pt x="1379" y="12365"/>
                    <a:pt x="1693" y="12365"/>
                  </a:cubicBezTo>
                  <a:cubicBezTo>
                    <a:pt x="2006" y="12365"/>
                    <a:pt x="2259" y="12115"/>
                    <a:pt x="2259" y="11802"/>
                  </a:cubicBezTo>
                  <a:lnTo>
                    <a:pt x="2259"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60" name="Google Shape;7660;p68"/>
            <p:cNvSpPr/>
            <p:nvPr/>
          </p:nvSpPr>
          <p:spPr>
            <a:xfrm>
              <a:off x="2806350" y="5162500"/>
              <a:ext cx="84700" cy="225775"/>
            </a:xfrm>
            <a:custGeom>
              <a:avLst/>
              <a:gdLst/>
              <a:ahLst/>
              <a:cxnLst/>
              <a:rect l="l" t="t" r="r" b="b"/>
              <a:pathLst>
                <a:path w="3388" h="9031" extrusionOk="0">
                  <a:moveTo>
                    <a:pt x="0" y="0"/>
                  </a:moveTo>
                  <a:lnTo>
                    <a:pt x="0" y="563"/>
                  </a:lnTo>
                  <a:cubicBezTo>
                    <a:pt x="0" y="876"/>
                    <a:pt x="250" y="1129"/>
                    <a:pt x="563" y="1129"/>
                  </a:cubicBezTo>
                  <a:cubicBezTo>
                    <a:pt x="876" y="1129"/>
                    <a:pt x="1129" y="1379"/>
                    <a:pt x="1129" y="1692"/>
                  </a:cubicBezTo>
                  <a:lnTo>
                    <a:pt x="1129" y="8468"/>
                  </a:lnTo>
                  <a:cubicBezTo>
                    <a:pt x="1129" y="8781"/>
                    <a:pt x="1379" y="9031"/>
                    <a:pt x="1692" y="9031"/>
                  </a:cubicBezTo>
                  <a:cubicBezTo>
                    <a:pt x="2006" y="9031"/>
                    <a:pt x="2258" y="8781"/>
                    <a:pt x="2258" y="8468"/>
                  </a:cubicBezTo>
                  <a:lnTo>
                    <a:pt x="2258" y="1692"/>
                  </a:lnTo>
                  <a:cubicBezTo>
                    <a:pt x="2258" y="1379"/>
                    <a:pt x="2508" y="1129"/>
                    <a:pt x="2822" y="1129"/>
                  </a:cubicBezTo>
                  <a:cubicBezTo>
                    <a:pt x="3135" y="1129"/>
                    <a:pt x="3388" y="876"/>
                    <a:pt x="3388" y="563"/>
                  </a:cubicBezTo>
                  <a:lnTo>
                    <a:pt x="3388"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61" name="Google Shape;7661;p68"/>
            <p:cNvSpPr/>
            <p:nvPr/>
          </p:nvSpPr>
          <p:spPr>
            <a:xfrm>
              <a:off x="2678350" y="4992125"/>
              <a:ext cx="481825" cy="481825"/>
            </a:xfrm>
            <a:custGeom>
              <a:avLst/>
              <a:gdLst/>
              <a:ahLst/>
              <a:cxnLst/>
              <a:rect l="l" t="t" r="r" b="b"/>
              <a:pathLst>
                <a:path w="19273" h="19273" extrusionOk="0">
                  <a:moveTo>
                    <a:pt x="9071" y="2298"/>
                  </a:moveTo>
                  <a:cubicBezTo>
                    <a:pt x="9384" y="2298"/>
                    <a:pt x="9637" y="2548"/>
                    <a:pt x="9637" y="2861"/>
                  </a:cubicBezTo>
                  <a:lnTo>
                    <a:pt x="9637" y="6249"/>
                  </a:lnTo>
                  <a:lnTo>
                    <a:pt x="9637" y="7378"/>
                  </a:lnTo>
                  <a:cubicBezTo>
                    <a:pt x="9634" y="8095"/>
                    <a:pt x="9182" y="8736"/>
                    <a:pt x="8508" y="8977"/>
                  </a:cubicBezTo>
                  <a:lnTo>
                    <a:pt x="8508" y="15283"/>
                  </a:lnTo>
                  <a:cubicBezTo>
                    <a:pt x="8508" y="16219"/>
                    <a:pt x="7749" y="16975"/>
                    <a:pt x="6812" y="16975"/>
                  </a:cubicBezTo>
                  <a:cubicBezTo>
                    <a:pt x="5876" y="16975"/>
                    <a:pt x="5120" y="16219"/>
                    <a:pt x="5120" y="15283"/>
                  </a:cubicBezTo>
                  <a:lnTo>
                    <a:pt x="5120" y="8977"/>
                  </a:lnTo>
                  <a:cubicBezTo>
                    <a:pt x="4443" y="8736"/>
                    <a:pt x="3991" y="8095"/>
                    <a:pt x="3991" y="7378"/>
                  </a:cubicBezTo>
                  <a:lnTo>
                    <a:pt x="3991" y="2861"/>
                  </a:lnTo>
                  <a:cubicBezTo>
                    <a:pt x="3991" y="2548"/>
                    <a:pt x="4241" y="2298"/>
                    <a:pt x="4554" y="2298"/>
                  </a:cubicBezTo>
                  <a:cubicBezTo>
                    <a:pt x="4867" y="2298"/>
                    <a:pt x="5120" y="2548"/>
                    <a:pt x="5120" y="2861"/>
                  </a:cubicBezTo>
                  <a:lnTo>
                    <a:pt x="5120" y="5686"/>
                  </a:lnTo>
                  <a:lnTo>
                    <a:pt x="6249" y="5686"/>
                  </a:lnTo>
                  <a:lnTo>
                    <a:pt x="6249" y="2861"/>
                  </a:lnTo>
                  <a:cubicBezTo>
                    <a:pt x="6249" y="2548"/>
                    <a:pt x="6499" y="2298"/>
                    <a:pt x="6812" y="2298"/>
                  </a:cubicBezTo>
                  <a:cubicBezTo>
                    <a:pt x="7126" y="2298"/>
                    <a:pt x="7378" y="2548"/>
                    <a:pt x="7378" y="2861"/>
                  </a:cubicBezTo>
                  <a:lnTo>
                    <a:pt x="7378" y="5686"/>
                  </a:lnTo>
                  <a:lnTo>
                    <a:pt x="8508" y="5686"/>
                  </a:lnTo>
                  <a:lnTo>
                    <a:pt x="8508" y="2861"/>
                  </a:lnTo>
                  <a:cubicBezTo>
                    <a:pt x="8508" y="2548"/>
                    <a:pt x="8758" y="2298"/>
                    <a:pt x="9071" y="2298"/>
                  </a:cubicBezTo>
                  <a:close/>
                  <a:moveTo>
                    <a:pt x="14717" y="2298"/>
                  </a:moveTo>
                  <a:cubicBezTo>
                    <a:pt x="15030" y="2298"/>
                    <a:pt x="15283" y="2548"/>
                    <a:pt x="15283" y="2861"/>
                  </a:cubicBezTo>
                  <a:lnTo>
                    <a:pt x="15283" y="15283"/>
                  </a:lnTo>
                  <a:cubicBezTo>
                    <a:pt x="15283" y="16219"/>
                    <a:pt x="14524" y="16975"/>
                    <a:pt x="13588" y="16975"/>
                  </a:cubicBezTo>
                  <a:cubicBezTo>
                    <a:pt x="12651" y="16975"/>
                    <a:pt x="11895" y="16219"/>
                    <a:pt x="11895" y="15283"/>
                  </a:cubicBezTo>
                  <a:lnTo>
                    <a:pt x="11895" y="11332"/>
                  </a:lnTo>
                  <a:lnTo>
                    <a:pt x="11329" y="11332"/>
                  </a:lnTo>
                  <a:cubicBezTo>
                    <a:pt x="11016" y="11332"/>
                    <a:pt x="10766" y="11079"/>
                    <a:pt x="10766" y="10766"/>
                  </a:cubicBezTo>
                  <a:lnTo>
                    <a:pt x="10766" y="6249"/>
                  </a:lnTo>
                  <a:cubicBezTo>
                    <a:pt x="10766" y="4066"/>
                    <a:pt x="12534" y="2298"/>
                    <a:pt x="14717" y="2298"/>
                  </a:cubicBezTo>
                  <a:close/>
                  <a:moveTo>
                    <a:pt x="1693" y="1"/>
                  </a:moveTo>
                  <a:cubicBezTo>
                    <a:pt x="757" y="1"/>
                    <a:pt x="1" y="759"/>
                    <a:pt x="1" y="1696"/>
                  </a:cubicBezTo>
                  <a:lnTo>
                    <a:pt x="1" y="17580"/>
                  </a:lnTo>
                  <a:cubicBezTo>
                    <a:pt x="1" y="18514"/>
                    <a:pt x="757" y="19273"/>
                    <a:pt x="1693" y="19273"/>
                  </a:cubicBezTo>
                  <a:lnTo>
                    <a:pt x="17578" y="19273"/>
                  </a:lnTo>
                  <a:cubicBezTo>
                    <a:pt x="18514" y="19273"/>
                    <a:pt x="19270" y="18514"/>
                    <a:pt x="19273" y="17580"/>
                  </a:cubicBezTo>
                  <a:lnTo>
                    <a:pt x="19273" y="1696"/>
                  </a:lnTo>
                  <a:cubicBezTo>
                    <a:pt x="19270" y="759"/>
                    <a:pt x="18514" y="1"/>
                    <a:pt x="17578"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662" name="Google Shape;7662;p68"/>
          <p:cNvGrpSpPr/>
          <p:nvPr/>
        </p:nvGrpSpPr>
        <p:grpSpPr>
          <a:xfrm>
            <a:off x="6171756" y="5269057"/>
            <a:ext cx="452337" cy="452337"/>
            <a:chOff x="3271200" y="4992125"/>
            <a:chExt cx="481825" cy="481825"/>
          </a:xfrm>
        </p:grpSpPr>
        <p:sp>
          <p:nvSpPr>
            <p:cNvPr id="7663" name="Google Shape;7663;p68"/>
            <p:cNvSpPr/>
            <p:nvPr/>
          </p:nvSpPr>
          <p:spPr>
            <a:xfrm>
              <a:off x="3497950" y="5106025"/>
              <a:ext cx="28250" cy="28250"/>
            </a:xfrm>
            <a:custGeom>
              <a:avLst/>
              <a:gdLst/>
              <a:ahLst/>
              <a:cxnLst/>
              <a:rect l="l" t="t" r="r" b="b"/>
              <a:pathLst>
                <a:path w="1130" h="1130" extrusionOk="0">
                  <a:moveTo>
                    <a:pt x="566" y="1"/>
                  </a:moveTo>
                  <a:cubicBezTo>
                    <a:pt x="253" y="1"/>
                    <a:pt x="0" y="251"/>
                    <a:pt x="0" y="564"/>
                  </a:cubicBezTo>
                  <a:cubicBezTo>
                    <a:pt x="0" y="877"/>
                    <a:pt x="253" y="1130"/>
                    <a:pt x="566" y="1130"/>
                  </a:cubicBezTo>
                  <a:cubicBezTo>
                    <a:pt x="877" y="1130"/>
                    <a:pt x="1130" y="877"/>
                    <a:pt x="1130" y="564"/>
                  </a:cubicBezTo>
                  <a:cubicBezTo>
                    <a:pt x="1130" y="251"/>
                    <a:pt x="877" y="1"/>
                    <a:pt x="566"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64" name="Google Shape;7664;p68"/>
            <p:cNvSpPr/>
            <p:nvPr/>
          </p:nvSpPr>
          <p:spPr>
            <a:xfrm>
              <a:off x="3497950" y="5218950"/>
              <a:ext cx="28250" cy="141175"/>
            </a:xfrm>
            <a:custGeom>
              <a:avLst/>
              <a:gdLst/>
              <a:ahLst/>
              <a:cxnLst/>
              <a:rect l="l" t="t" r="r" b="b"/>
              <a:pathLst>
                <a:path w="1130" h="5647" extrusionOk="0">
                  <a:moveTo>
                    <a:pt x="0" y="0"/>
                  </a:moveTo>
                  <a:lnTo>
                    <a:pt x="0" y="5647"/>
                  </a:lnTo>
                  <a:lnTo>
                    <a:pt x="1130" y="5647"/>
                  </a:lnTo>
                  <a:lnTo>
                    <a:pt x="1130" y="0"/>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65" name="Google Shape;7665;p68"/>
            <p:cNvSpPr/>
            <p:nvPr/>
          </p:nvSpPr>
          <p:spPr>
            <a:xfrm>
              <a:off x="3271200" y="4992125"/>
              <a:ext cx="481825" cy="481825"/>
            </a:xfrm>
            <a:custGeom>
              <a:avLst/>
              <a:gdLst/>
              <a:ahLst/>
              <a:cxnLst/>
              <a:rect l="l" t="t" r="r" b="b"/>
              <a:pathLst>
                <a:path w="19273" h="19273" extrusionOk="0">
                  <a:moveTo>
                    <a:pt x="9636" y="3427"/>
                  </a:moveTo>
                  <a:cubicBezTo>
                    <a:pt x="10320" y="3427"/>
                    <a:pt x="10937" y="3840"/>
                    <a:pt x="11199" y="4472"/>
                  </a:cubicBezTo>
                  <a:cubicBezTo>
                    <a:pt x="11461" y="5105"/>
                    <a:pt x="11317" y="5833"/>
                    <a:pt x="10832" y="6318"/>
                  </a:cubicBezTo>
                  <a:cubicBezTo>
                    <a:pt x="10508" y="6642"/>
                    <a:pt x="10074" y="6814"/>
                    <a:pt x="9634" y="6814"/>
                  </a:cubicBezTo>
                  <a:cubicBezTo>
                    <a:pt x="9415" y="6814"/>
                    <a:pt x="9195" y="6772"/>
                    <a:pt x="8986" y="6686"/>
                  </a:cubicBezTo>
                  <a:cubicBezTo>
                    <a:pt x="8354" y="6424"/>
                    <a:pt x="7941" y="5806"/>
                    <a:pt x="7941" y="5120"/>
                  </a:cubicBezTo>
                  <a:cubicBezTo>
                    <a:pt x="7941" y="4183"/>
                    <a:pt x="8700" y="3427"/>
                    <a:pt x="9636" y="3427"/>
                  </a:cubicBezTo>
                  <a:close/>
                  <a:moveTo>
                    <a:pt x="10766" y="7944"/>
                  </a:moveTo>
                  <a:cubicBezTo>
                    <a:pt x="11076" y="7944"/>
                    <a:pt x="11329" y="8194"/>
                    <a:pt x="11329" y="8507"/>
                  </a:cubicBezTo>
                  <a:lnTo>
                    <a:pt x="11329" y="14720"/>
                  </a:lnTo>
                  <a:lnTo>
                    <a:pt x="11895" y="14720"/>
                  </a:lnTo>
                  <a:cubicBezTo>
                    <a:pt x="12205" y="14720"/>
                    <a:pt x="12458" y="14969"/>
                    <a:pt x="12458" y="15283"/>
                  </a:cubicBezTo>
                  <a:cubicBezTo>
                    <a:pt x="12458" y="15596"/>
                    <a:pt x="12205" y="15849"/>
                    <a:pt x="11895" y="15849"/>
                  </a:cubicBezTo>
                  <a:lnTo>
                    <a:pt x="7378" y="15849"/>
                  </a:lnTo>
                  <a:cubicBezTo>
                    <a:pt x="7065" y="15849"/>
                    <a:pt x="6812" y="15596"/>
                    <a:pt x="6812" y="15283"/>
                  </a:cubicBezTo>
                  <a:cubicBezTo>
                    <a:pt x="6812" y="14969"/>
                    <a:pt x="7065" y="14720"/>
                    <a:pt x="7378" y="14720"/>
                  </a:cubicBezTo>
                  <a:lnTo>
                    <a:pt x="7941" y="14720"/>
                  </a:lnTo>
                  <a:lnTo>
                    <a:pt x="7941" y="9073"/>
                  </a:lnTo>
                  <a:lnTo>
                    <a:pt x="7378" y="9073"/>
                  </a:lnTo>
                  <a:cubicBezTo>
                    <a:pt x="7065" y="9073"/>
                    <a:pt x="6812" y="8821"/>
                    <a:pt x="6812" y="8507"/>
                  </a:cubicBezTo>
                  <a:cubicBezTo>
                    <a:pt x="6812" y="8194"/>
                    <a:pt x="7065" y="7944"/>
                    <a:pt x="7378" y="7944"/>
                  </a:cubicBezTo>
                  <a:close/>
                  <a:moveTo>
                    <a:pt x="1693" y="1"/>
                  </a:moveTo>
                  <a:cubicBezTo>
                    <a:pt x="756" y="1"/>
                    <a:pt x="0" y="759"/>
                    <a:pt x="0" y="1696"/>
                  </a:cubicBezTo>
                  <a:lnTo>
                    <a:pt x="0" y="17580"/>
                  </a:lnTo>
                  <a:cubicBezTo>
                    <a:pt x="0" y="18514"/>
                    <a:pt x="756" y="19273"/>
                    <a:pt x="1693" y="19273"/>
                  </a:cubicBezTo>
                  <a:lnTo>
                    <a:pt x="17577" y="19273"/>
                  </a:lnTo>
                  <a:cubicBezTo>
                    <a:pt x="18514" y="19273"/>
                    <a:pt x="19269" y="18514"/>
                    <a:pt x="19272" y="17580"/>
                  </a:cubicBezTo>
                  <a:lnTo>
                    <a:pt x="19272" y="1696"/>
                  </a:lnTo>
                  <a:cubicBezTo>
                    <a:pt x="19269" y="759"/>
                    <a:pt x="18514" y="1"/>
                    <a:pt x="17577"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666" name="Google Shape;7666;p68"/>
          <p:cNvGrpSpPr/>
          <p:nvPr/>
        </p:nvGrpSpPr>
        <p:grpSpPr>
          <a:xfrm>
            <a:off x="9720351" y="5270430"/>
            <a:ext cx="452548" cy="449591"/>
            <a:chOff x="3863900" y="4993625"/>
            <a:chExt cx="482050" cy="478900"/>
          </a:xfrm>
        </p:grpSpPr>
        <p:sp>
          <p:nvSpPr>
            <p:cNvPr id="7667" name="Google Shape;7667;p68"/>
            <p:cNvSpPr/>
            <p:nvPr/>
          </p:nvSpPr>
          <p:spPr>
            <a:xfrm>
              <a:off x="3877525" y="5058825"/>
              <a:ext cx="315450" cy="164750"/>
            </a:xfrm>
            <a:custGeom>
              <a:avLst/>
              <a:gdLst/>
              <a:ahLst/>
              <a:cxnLst/>
              <a:rect l="l" t="t" r="r" b="b"/>
              <a:pathLst>
                <a:path w="12618" h="6590" extrusionOk="0">
                  <a:moveTo>
                    <a:pt x="3647" y="1"/>
                  </a:moveTo>
                  <a:lnTo>
                    <a:pt x="169" y="1846"/>
                  </a:lnTo>
                  <a:cubicBezTo>
                    <a:pt x="109" y="1877"/>
                    <a:pt x="51" y="1913"/>
                    <a:pt x="0" y="1952"/>
                  </a:cubicBezTo>
                  <a:lnTo>
                    <a:pt x="8892" y="6589"/>
                  </a:lnTo>
                  <a:lnTo>
                    <a:pt x="12617" y="4746"/>
                  </a:lnTo>
                  <a:lnTo>
                    <a:pt x="3647"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68" name="Google Shape;7668;p68"/>
            <p:cNvSpPr/>
            <p:nvPr/>
          </p:nvSpPr>
          <p:spPr>
            <a:xfrm>
              <a:off x="4113750" y="5133350"/>
              <a:ext cx="232200" cy="339175"/>
            </a:xfrm>
            <a:custGeom>
              <a:avLst/>
              <a:gdLst/>
              <a:ahLst/>
              <a:cxnLst/>
              <a:rect l="l" t="t" r="r" b="b"/>
              <a:pathLst>
                <a:path w="9288" h="13567" extrusionOk="0">
                  <a:moveTo>
                    <a:pt x="9284" y="1"/>
                  </a:moveTo>
                  <a:lnTo>
                    <a:pt x="4836" y="2202"/>
                  </a:lnTo>
                  <a:lnTo>
                    <a:pt x="4836" y="4680"/>
                  </a:lnTo>
                  <a:cubicBezTo>
                    <a:pt x="4836" y="4993"/>
                    <a:pt x="4584" y="5246"/>
                    <a:pt x="4270" y="5246"/>
                  </a:cubicBezTo>
                  <a:cubicBezTo>
                    <a:pt x="3957" y="5246"/>
                    <a:pt x="3707" y="4993"/>
                    <a:pt x="3707" y="4680"/>
                  </a:cubicBezTo>
                  <a:lnTo>
                    <a:pt x="3707" y="2762"/>
                  </a:lnTo>
                  <a:lnTo>
                    <a:pt x="0" y="4593"/>
                  </a:lnTo>
                  <a:lnTo>
                    <a:pt x="0" y="13566"/>
                  </a:lnTo>
                  <a:cubicBezTo>
                    <a:pt x="12" y="13560"/>
                    <a:pt x="24" y="13557"/>
                    <a:pt x="37" y="13551"/>
                  </a:cubicBezTo>
                  <a:lnTo>
                    <a:pt x="8552" y="9236"/>
                  </a:lnTo>
                  <a:cubicBezTo>
                    <a:pt x="9004" y="9010"/>
                    <a:pt x="9287" y="8550"/>
                    <a:pt x="9287" y="8047"/>
                  </a:cubicBezTo>
                  <a:lnTo>
                    <a:pt x="9287" y="52"/>
                  </a:lnTo>
                  <a:cubicBezTo>
                    <a:pt x="9287" y="34"/>
                    <a:pt x="9287" y="19"/>
                    <a:pt x="9284"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69" name="Google Shape;7669;p68"/>
            <p:cNvSpPr/>
            <p:nvPr/>
          </p:nvSpPr>
          <p:spPr>
            <a:xfrm>
              <a:off x="3998800" y="4993625"/>
              <a:ext cx="334125" cy="168500"/>
            </a:xfrm>
            <a:custGeom>
              <a:avLst/>
              <a:gdLst/>
              <a:ahLst/>
              <a:cxnLst/>
              <a:rect l="l" t="t" r="r" b="b"/>
              <a:pathLst>
                <a:path w="13365" h="6740" extrusionOk="0">
                  <a:moveTo>
                    <a:pt x="4045" y="1"/>
                  </a:moveTo>
                  <a:cubicBezTo>
                    <a:pt x="3833" y="1"/>
                    <a:pt x="3623" y="51"/>
                    <a:pt x="3430" y="151"/>
                  </a:cubicBezTo>
                  <a:lnTo>
                    <a:pt x="0" y="1970"/>
                  </a:lnTo>
                  <a:lnTo>
                    <a:pt x="9013" y="6740"/>
                  </a:lnTo>
                  <a:lnTo>
                    <a:pt x="13364" y="4587"/>
                  </a:lnTo>
                  <a:cubicBezTo>
                    <a:pt x="13298" y="4536"/>
                    <a:pt x="13226" y="4491"/>
                    <a:pt x="13150" y="4454"/>
                  </a:cubicBezTo>
                  <a:lnTo>
                    <a:pt x="4638" y="139"/>
                  </a:lnTo>
                  <a:lnTo>
                    <a:pt x="4635" y="139"/>
                  </a:lnTo>
                  <a:cubicBezTo>
                    <a:pt x="4448" y="47"/>
                    <a:pt x="4246" y="1"/>
                    <a:pt x="4045"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70" name="Google Shape;7670;p68"/>
            <p:cNvSpPr/>
            <p:nvPr/>
          </p:nvSpPr>
          <p:spPr>
            <a:xfrm>
              <a:off x="3863900" y="5132450"/>
              <a:ext cx="221650" cy="339925"/>
            </a:xfrm>
            <a:custGeom>
              <a:avLst/>
              <a:gdLst/>
              <a:ahLst/>
              <a:cxnLst/>
              <a:rect l="l" t="t" r="r" b="b"/>
              <a:pathLst>
                <a:path w="8866" h="13597" extrusionOk="0">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671" name="Google Shape;7671;p68"/>
          <p:cNvGrpSpPr/>
          <p:nvPr/>
        </p:nvGrpSpPr>
        <p:grpSpPr>
          <a:xfrm>
            <a:off x="10329917" y="5270430"/>
            <a:ext cx="452548" cy="449591"/>
            <a:chOff x="4456725" y="4993625"/>
            <a:chExt cx="482050" cy="478900"/>
          </a:xfrm>
        </p:grpSpPr>
        <p:sp>
          <p:nvSpPr>
            <p:cNvPr id="7672" name="Google Shape;7672;p68"/>
            <p:cNvSpPr/>
            <p:nvPr/>
          </p:nvSpPr>
          <p:spPr>
            <a:xfrm>
              <a:off x="4470350" y="5058825"/>
              <a:ext cx="315450" cy="164750"/>
            </a:xfrm>
            <a:custGeom>
              <a:avLst/>
              <a:gdLst/>
              <a:ahLst/>
              <a:cxnLst/>
              <a:rect l="l" t="t" r="r" b="b"/>
              <a:pathLst>
                <a:path w="12618" h="6590" extrusionOk="0">
                  <a:moveTo>
                    <a:pt x="3647" y="1"/>
                  </a:moveTo>
                  <a:lnTo>
                    <a:pt x="169" y="1846"/>
                  </a:lnTo>
                  <a:cubicBezTo>
                    <a:pt x="109" y="1877"/>
                    <a:pt x="52" y="1913"/>
                    <a:pt x="1" y="1952"/>
                  </a:cubicBezTo>
                  <a:lnTo>
                    <a:pt x="8893" y="6589"/>
                  </a:lnTo>
                  <a:lnTo>
                    <a:pt x="12618" y="4746"/>
                  </a:lnTo>
                  <a:lnTo>
                    <a:pt x="3647"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73" name="Google Shape;7673;p68"/>
            <p:cNvSpPr/>
            <p:nvPr/>
          </p:nvSpPr>
          <p:spPr>
            <a:xfrm>
              <a:off x="4706575" y="5133350"/>
              <a:ext cx="232200" cy="339175"/>
            </a:xfrm>
            <a:custGeom>
              <a:avLst/>
              <a:gdLst/>
              <a:ahLst/>
              <a:cxnLst/>
              <a:rect l="l" t="t" r="r" b="b"/>
              <a:pathLst>
                <a:path w="9288" h="13567" extrusionOk="0">
                  <a:moveTo>
                    <a:pt x="9285" y="1"/>
                  </a:moveTo>
                  <a:lnTo>
                    <a:pt x="4837" y="2202"/>
                  </a:lnTo>
                  <a:lnTo>
                    <a:pt x="4837" y="4680"/>
                  </a:lnTo>
                  <a:cubicBezTo>
                    <a:pt x="4837" y="4993"/>
                    <a:pt x="4584" y="5246"/>
                    <a:pt x="4271" y="5246"/>
                  </a:cubicBezTo>
                  <a:cubicBezTo>
                    <a:pt x="3958" y="5246"/>
                    <a:pt x="3708" y="4993"/>
                    <a:pt x="3708" y="4680"/>
                  </a:cubicBezTo>
                  <a:lnTo>
                    <a:pt x="3708" y="2762"/>
                  </a:lnTo>
                  <a:lnTo>
                    <a:pt x="1" y="4593"/>
                  </a:lnTo>
                  <a:lnTo>
                    <a:pt x="1" y="13566"/>
                  </a:lnTo>
                  <a:cubicBezTo>
                    <a:pt x="13" y="13560"/>
                    <a:pt x="25" y="13557"/>
                    <a:pt x="37" y="13551"/>
                  </a:cubicBezTo>
                  <a:lnTo>
                    <a:pt x="8553" y="9236"/>
                  </a:lnTo>
                  <a:cubicBezTo>
                    <a:pt x="9005" y="9010"/>
                    <a:pt x="9288" y="8550"/>
                    <a:pt x="9288" y="8047"/>
                  </a:cubicBezTo>
                  <a:lnTo>
                    <a:pt x="9288" y="52"/>
                  </a:lnTo>
                  <a:cubicBezTo>
                    <a:pt x="9288" y="34"/>
                    <a:pt x="9288" y="19"/>
                    <a:pt x="9285"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74" name="Google Shape;7674;p68"/>
            <p:cNvSpPr/>
            <p:nvPr/>
          </p:nvSpPr>
          <p:spPr>
            <a:xfrm>
              <a:off x="4591625" y="4993625"/>
              <a:ext cx="334125" cy="168500"/>
            </a:xfrm>
            <a:custGeom>
              <a:avLst/>
              <a:gdLst/>
              <a:ahLst/>
              <a:cxnLst/>
              <a:rect l="l" t="t" r="r" b="b"/>
              <a:pathLst>
                <a:path w="13365" h="6740" extrusionOk="0">
                  <a:moveTo>
                    <a:pt x="4045" y="1"/>
                  </a:moveTo>
                  <a:cubicBezTo>
                    <a:pt x="3834" y="1"/>
                    <a:pt x="3623" y="51"/>
                    <a:pt x="3431" y="151"/>
                  </a:cubicBezTo>
                  <a:lnTo>
                    <a:pt x="1" y="1970"/>
                  </a:lnTo>
                  <a:lnTo>
                    <a:pt x="9013" y="6740"/>
                  </a:lnTo>
                  <a:lnTo>
                    <a:pt x="13365" y="4587"/>
                  </a:lnTo>
                  <a:cubicBezTo>
                    <a:pt x="13298" y="4536"/>
                    <a:pt x="13226" y="4491"/>
                    <a:pt x="13151" y="4454"/>
                  </a:cubicBezTo>
                  <a:lnTo>
                    <a:pt x="4638" y="139"/>
                  </a:lnTo>
                  <a:lnTo>
                    <a:pt x="4635" y="139"/>
                  </a:lnTo>
                  <a:cubicBezTo>
                    <a:pt x="4448" y="47"/>
                    <a:pt x="4247" y="1"/>
                    <a:pt x="4045"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75" name="Google Shape;7675;p68"/>
            <p:cNvSpPr/>
            <p:nvPr/>
          </p:nvSpPr>
          <p:spPr>
            <a:xfrm>
              <a:off x="4456725" y="5132450"/>
              <a:ext cx="221650" cy="339925"/>
            </a:xfrm>
            <a:custGeom>
              <a:avLst/>
              <a:gdLst/>
              <a:ahLst/>
              <a:cxnLst/>
              <a:rect l="l" t="t" r="r" b="b"/>
              <a:pathLst>
                <a:path w="8866" h="13597" extrusionOk="0">
                  <a:moveTo>
                    <a:pt x="3277" y="4449"/>
                  </a:moveTo>
                  <a:cubicBezTo>
                    <a:pt x="3465" y="4449"/>
                    <a:pt x="3649" y="4542"/>
                    <a:pt x="3756" y="4713"/>
                  </a:cubicBezTo>
                  <a:lnTo>
                    <a:pt x="4632" y="6104"/>
                  </a:lnTo>
                  <a:lnTo>
                    <a:pt x="5559" y="5719"/>
                  </a:lnTo>
                  <a:cubicBezTo>
                    <a:pt x="5634" y="5686"/>
                    <a:pt x="5712" y="5670"/>
                    <a:pt x="5788" y="5670"/>
                  </a:cubicBezTo>
                  <a:cubicBezTo>
                    <a:pt x="6008" y="5670"/>
                    <a:pt x="6217" y="5800"/>
                    <a:pt x="6306" y="6017"/>
                  </a:cubicBezTo>
                  <a:cubicBezTo>
                    <a:pt x="6430" y="6309"/>
                    <a:pt x="6288" y="6643"/>
                    <a:pt x="5993" y="6761"/>
                  </a:cubicBezTo>
                  <a:lnTo>
                    <a:pt x="5243" y="7074"/>
                  </a:lnTo>
                  <a:lnTo>
                    <a:pt x="6032" y="8324"/>
                  </a:lnTo>
                  <a:cubicBezTo>
                    <a:pt x="6198" y="8586"/>
                    <a:pt x="6116" y="8935"/>
                    <a:pt x="5855" y="9101"/>
                  </a:cubicBezTo>
                  <a:cubicBezTo>
                    <a:pt x="5761" y="9160"/>
                    <a:pt x="5656" y="9189"/>
                    <a:pt x="5553" y="9189"/>
                  </a:cubicBezTo>
                  <a:cubicBezTo>
                    <a:pt x="5365" y="9189"/>
                    <a:pt x="5181" y="9095"/>
                    <a:pt x="5075" y="8926"/>
                  </a:cubicBezTo>
                  <a:lnTo>
                    <a:pt x="4186" y="7514"/>
                  </a:lnTo>
                  <a:lnTo>
                    <a:pt x="3310" y="7881"/>
                  </a:lnTo>
                  <a:cubicBezTo>
                    <a:pt x="3241" y="7908"/>
                    <a:pt x="3168" y="7923"/>
                    <a:pt x="3093" y="7923"/>
                  </a:cubicBezTo>
                  <a:cubicBezTo>
                    <a:pt x="2825" y="7923"/>
                    <a:pt x="2593" y="7733"/>
                    <a:pt x="2539" y="7471"/>
                  </a:cubicBezTo>
                  <a:cubicBezTo>
                    <a:pt x="2488" y="7206"/>
                    <a:pt x="2626" y="6941"/>
                    <a:pt x="2876" y="6839"/>
                  </a:cubicBezTo>
                  <a:lnTo>
                    <a:pt x="3575" y="6547"/>
                  </a:lnTo>
                  <a:lnTo>
                    <a:pt x="2801" y="5315"/>
                  </a:lnTo>
                  <a:cubicBezTo>
                    <a:pt x="2632" y="5050"/>
                    <a:pt x="2714" y="4701"/>
                    <a:pt x="2976" y="4535"/>
                  </a:cubicBezTo>
                  <a:cubicBezTo>
                    <a:pt x="3070" y="4477"/>
                    <a:pt x="3174" y="4449"/>
                    <a:pt x="3277" y="4449"/>
                  </a:cubicBezTo>
                  <a:close/>
                  <a:moveTo>
                    <a:pt x="7" y="1"/>
                  </a:moveTo>
                  <a:cubicBezTo>
                    <a:pt x="4" y="25"/>
                    <a:pt x="1" y="52"/>
                    <a:pt x="1" y="76"/>
                  </a:cubicBezTo>
                  <a:lnTo>
                    <a:pt x="1" y="8095"/>
                  </a:lnTo>
                  <a:cubicBezTo>
                    <a:pt x="1" y="8589"/>
                    <a:pt x="275" y="9043"/>
                    <a:pt x="714" y="9269"/>
                  </a:cubicBezTo>
                  <a:lnTo>
                    <a:pt x="8821" y="13572"/>
                  </a:lnTo>
                  <a:lnTo>
                    <a:pt x="8827" y="13575"/>
                  </a:lnTo>
                  <a:lnTo>
                    <a:pt x="8866" y="13596"/>
                  </a:lnTo>
                  <a:lnTo>
                    <a:pt x="8866" y="4620"/>
                  </a:lnTo>
                  <a:lnTo>
                    <a:pt x="7"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7676" name="Google Shape;7676;p68"/>
          <p:cNvGrpSpPr/>
          <p:nvPr/>
        </p:nvGrpSpPr>
        <p:grpSpPr>
          <a:xfrm>
            <a:off x="8501374" y="5270418"/>
            <a:ext cx="452548" cy="449615"/>
            <a:chOff x="5049575" y="4993600"/>
            <a:chExt cx="482050" cy="478925"/>
          </a:xfrm>
        </p:grpSpPr>
        <p:sp>
          <p:nvSpPr>
            <p:cNvPr id="7677" name="Google Shape;7677;p68"/>
            <p:cNvSpPr/>
            <p:nvPr/>
          </p:nvSpPr>
          <p:spPr>
            <a:xfrm>
              <a:off x="5063200" y="5058825"/>
              <a:ext cx="315450" cy="164750"/>
            </a:xfrm>
            <a:custGeom>
              <a:avLst/>
              <a:gdLst/>
              <a:ahLst/>
              <a:cxnLst/>
              <a:rect l="l" t="t" r="r" b="b"/>
              <a:pathLst>
                <a:path w="12618" h="6590" extrusionOk="0">
                  <a:moveTo>
                    <a:pt x="3647" y="1"/>
                  </a:moveTo>
                  <a:lnTo>
                    <a:pt x="169" y="1846"/>
                  </a:lnTo>
                  <a:cubicBezTo>
                    <a:pt x="109" y="1877"/>
                    <a:pt x="51" y="1913"/>
                    <a:pt x="0" y="1952"/>
                  </a:cubicBezTo>
                  <a:lnTo>
                    <a:pt x="8892" y="6589"/>
                  </a:lnTo>
                  <a:lnTo>
                    <a:pt x="12617" y="4746"/>
                  </a:lnTo>
                  <a:lnTo>
                    <a:pt x="3647"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78" name="Google Shape;7678;p68"/>
            <p:cNvSpPr/>
            <p:nvPr/>
          </p:nvSpPr>
          <p:spPr>
            <a:xfrm>
              <a:off x="5299425" y="5133350"/>
              <a:ext cx="232200" cy="339175"/>
            </a:xfrm>
            <a:custGeom>
              <a:avLst/>
              <a:gdLst/>
              <a:ahLst/>
              <a:cxnLst/>
              <a:rect l="l" t="t" r="r" b="b"/>
              <a:pathLst>
                <a:path w="9288" h="13567" extrusionOk="0">
                  <a:moveTo>
                    <a:pt x="9284" y="1"/>
                  </a:moveTo>
                  <a:lnTo>
                    <a:pt x="4837" y="2202"/>
                  </a:lnTo>
                  <a:lnTo>
                    <a:pt x="4837" y="4680"/>
                  </a:lnTo>
                  <a:cubicBezTo>
                    <a:pt x="4837" y="4993"/>
                    <a:pt x="4584" y="5246"/>
                    <a:pt x="4271" y="5246"/>
                  </a:cubicBezTo>
                  <a:cubicBezTo>
                    <a:pt x="3957" y="5246"/>
                    <a:pt x="3707" y="4993"/>
                    <a:pt x="3707" y="4680"/>
                  </a:cubicBezTo>
                  <a:lnTo>
                    <a:pt x="3707" y="2762"/>
                  </a:lnTo>
                  <a:lnTo>
                    <a:pt x="1" y="4593"/>
                  </a:lnTo>
                  <a:lnTo>
                    <a:pt x="1" y="13566"/>
                  </a:lnTo>
                  <a:cubicBezTo>
                    <a:pt x="13" y="13560"/>
                    <a:pt x="25" y="13557"/>
                    <a:pt x="37" y="13551"/>
                  </a:cubicBezTo>
                  <a:lnTo>
                    <a:pt x="8553" y="9236"/>
                  </a:lnTo>
                  <a:cubicBezTo>
                    <a:pt x="9004" y="9010"/>
                    <a:pt x="9287" y="8550"/>
                    <a:pt x="9287" y="8047"/>
                  </a:cubicBezTo>
                  <a:lnTo>
                    <a:pt x="9287" y="52"/>
                  </a:lnTo>
                  <a:cubicBezTo>
                    <a:pt x="9287" y="34"/>
                    <a:pt x="9287" y="19"/>
                    <a:pt x="9284" y="1"/>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79" name="Google Shape;7679;p68"/>
            <p:cNvSpPr/>
            <p:nvPr/>
          </p:nvSpPr>
          <p:spPr>
            <a:xfrm>
              <a:off x="5184475" y="4993600"/>
              <a:ext cx="334125" cy="168525"/>
            </a:xfrm>
            <a:custGeom>
              <a:avLst/>
              <a:gdLst/>
              <a:ahLst/>
              <a:cxnLst/>
              <a:rect l="l" t="t" r="r" b="b"/>
              <a:pathLst>
                <a:path w="13365" h="6741" extrusionOk="0">
                  <a:moveTo>
                    <a:pt x="4040" y="0"/>
                  </a:moveTo>
                  <a:cubicBezTo>
                    <a:pt x="3830" y="0"/>
                    <a:pt x="3621" y="50"/>
                    <a:pt x="3430" y="149"/>
                  </a:cubicBezTo>
                  <a:lnTo>
                    <a:pt x="0" y="1971"/>
                  </a:lnTo>
                  <a:lnTo>
                    <a:pt x="9013" y="6741"/>
                  </a:lnTo>
                  <a:lnTo>
                    <a:pt x="13364" y="4588"/>
                  </a:lnTo>
                  <a:cubicBezTo>
                    <a:pt x="13298" y="4537"/>
                    <a:pt x="13226" y="4492"/>
                    <a:pt x="13151" y="4455"/>
                  </a:cubicBezTo>
                  <a:lnTo>
                    <a:pt x="4638" y="140"/>
                  </a:lnTo>
                  <a:lnTo>
                    <a:pt x="4635" y="140"/>
                  </a:lnTo>
                  <a:cubicBezTo>
                    <a:pt x="4446" y="47"/>
                    <a:pt x="4243" y="0"/>
                    <a:pt x="4040" y="0"/>
                  </a:cubicBez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sp>
          <p:nvSpPr>
            <p:cNvPr id="7680" name="Google Shape;7680;p68"/>
            <p:cNvSpPr/>
            <p:nvPr/>
          </p:nvSpPr>
          <p:spPr>
            <a:xfrm>
              <a:off x="5049575" y="5132450"/>
              <a:ext cx="221650" cy="339925"/>
            </a:xfrm>
            <a:custGeom>
              <a:avLst/>
              <a:gdLst/>
              <a:ahLst/>
              <a:cxnLst/>
              <a:rect l="l" t="t" r="r" b="b"/>
              <a:pathLst>
                <a:path w="8866" h="13597" extrusionOk="0">
                  <a:moveTo>
                    <a:pt x="5803" y="5648"/>
                  </a:moveTo>
                  <a:cubicBezTo>
                    <a:pt x="5997" y="5648"/>
                    <a:pt x="6186" y="5748"/>
                    <a:pt x="6291" y="5927"/>
                  </a:cubicBezTo>
                  <a:cubicBezTo>
                    <a:pt x="6450" y="6195"/>
                    <a:pt x="6360" y="6541"/>
                    <a:pt x="6092" y="6701"/>
                  </a:cubicBezTo>
                  <a:lnTo>
                    <a:pt x="3843" y="8016"/>
                  </a:lnTo>
                  <a:lnTo>
                    <a:pt x="3834" y="8023"/>
                  </a:lnTo>
                  <a:lnTo>
                    <a:pt x="3831" y="8026"/>
                  </a:lnTo>
                  <a:lnTo>
                    <a:pt x="3818" y="8029"/>
                  </a:lnTo>
                  <a:cubicBezTo>
                    <a:pt x="3812" y="8032"/>
                    <a:pt x="3806" y="8035"/>
                    <a:pt x="3800" y="8038"/>
                  </a:cubicBezTo>
                  <a:lnTo>
                    <a:pt x="3785" y="8047"/>
                  </a:lnTo>
                  <a:lnTo>
                    <a:pt x="3767" y="8053"/>
                  </a:lnTo>
                  <a:lnTo>
                    <a:pt x="3752" y="8059"/>
                  </a:lnTo>
                  <a:lnTo>
                    <a:pt x="3734" y="8065"/>
                  </a:lnTo>
                  <a:lnTo>
                    <a:pt x="3716" y="8071"/>
                  </a:lnTo>
                  <a:lnTo>
                    <a:pt x="3698" y="8077"/>
                  </a:lnTo>
                  <a:cubicBezTo>
                    <a:pt x="3692" y="8077"/>
                    <a:pt x="3686" y="8080"/>
                    <a:pt x="3680" y="8080"/>
                  </a:cubicBezTo>
                  <a:cubicBezTo>
                    <a:pt x="3671" y="8083"/>
                    <a:pt x="3668" y="8083"/>
                    <a:pt x="3665" y="8083"/>
                  </a:cubicBezTo>
                  <a:lnTo>
                    <a:pt x="3641" y="8089"/>
                  </a:lnTo>
                  <a:lnTo>
                    <a:pt x="3629" y="8089"/>
                  </a:lnTo>
                  <a:cubicBezTo>
                    <a:pt x="3620" y="8089"/>
                    <a:pt x="3611" y="8092"/>
                    <a:pt x="3602" y="8092"/>
                  </a:cubicBezTo>
                  <a:lnTo>
                    <a:pt x="3484" y="8092"/>
                  </a:lnTo>
                  <a:lnTo>
                    <a:pt x="3466" y="8089"/>
                  </a:lnTo>
                  <a:cubicBezTo>
                    <a:pt x="3460" y="8089"/>
                    <a:pt x="3454" y="8086"/>
                    <a:pt x="3448" y="8086"/>
                  </a:cubicBezTo>
                  <a:cubicBezTo>
                    <a:pt x="3442" y="8083"/>
                    <a:pt x="3436" y="8083"/>
                    <a:pt x="3433" y="8080"/>
                  </a:cubicBezTo>
                  <a:lnTo>
                    <a:pt x="3412" y="8077"/>
                  </a:lnTo>
                  <a:cubicBezTo>
                    <a:pt x="3406" y="8077"/>
                    <a:pt x="3403" y="8074"/>
                    <a:pt x="3397" y="8071"/>
                  </a:cubicBezTo>
                  <a:lnTo>
                    <a:pt x="3376" y="8065"/>
                  </a:lnTo>
                  <a:lnTo>
                    <a:pt x="3361" y="8062"/>
                  </a:lnTo>
                  <a:lnTo>
                    <a:pt x="3343" y="8053"/>
                  </a:lnTo>
                  <a:lnTo>
                    <a:pt x="3328" y="8047"/>
                  </a:lnTo>
                  <a:lnTo>
                    <a:pt x="3310" y="8038"/>
                  </a:lnTo>
                  <a:lnTo>
                    <a:pt x="3295" y="8032"/>
                  </a:lnTo>
                  <a:cubicBezTo>
                    <a:pt x="3289" y="8029"/>
                    <a:pt x="3282" y="8026"/>
                    <a:pt x="3276" y="8019"/>
                  </a:cubicBezTo>
                  <a:lnTo>
                    <a:pt x="3261" y="8013"/>
                  </a:lnTo>
                  <a:lnTo>
                    <a:pt x="3246" y="8001"/>
                  </a:lnTo>
                  <a:cubicBezTo>
                    <a:pt x="3240" y="7998"/>
                    <a:pt x="3237" y="7995"/>
                    <a:pt x="3231" y="7992"/>
                  </a:cubicBezTo>
                  <a:lnTo>
                    <a:pt x="3216" y="7980"/>
                  </a:lnTo>
                  <a:cubicBezTo>
                    <a:pt x="3210" y="7977"/>
                    <a:pt x="3207" y="7974"/>
                    <a:pt x="3201" y="7968"/>
                  </a:cubicBezTo>
                  <a:cubicBezTo>
                    <a:pt x="3198" y="7965"/>
                    <a:pt x="3192" y="7962"/>
                    <a:pt x="3186" y="7956"/>
                  </a:cubicBezTo>
                  <a:lnTo>
                    <a:pt x="3174" y="7944"/>
                  </a:lnTo>
                  <a:lnTo>
                    <a:pt x="3159" y="7932"/>
                  </a:lnTo>
                  <a:lnTo>
                    <a:pt x="3147" y="7917"/>
                  </a:lnTo>
                  <a:cubicBezTo>
                    <a:pt x="3141" y="7914"/>
                    <a:pt x="3138" y="7908"/>
                    <a:pt x="3135" y="7905"/>
                  </a:cubicBezTo>
                  <a:lnTo>
                    <a:pt x="3120" y="7890"/>
                  </a:lnTo>
                  <a:lnTo>
                    <a:pt x="3111" y="7875"/>
                  </a:lnTo>
                  <a:cubicBezTo>
                    <a:pt x="3105" y="7869"/>
                    <a:pt x="3102" y="7863"/>
                    <a:pt x="3096" y="7857"/>
                  </a:cubicBezTo>
                  <a:lnTo>
                    <a:pt x="3087" y="7845"/>
                  </a:lnTo>
                  <a:lnTo>
                    <a:pt x="3075" y="7827"/>
                  </a:lnTo>
                  <a:lnTo>
                    <a:pt x="3069" y="7815"/>
                  </a:lnTo>
                  <a:lnTo>
                    <a:pt x="3069" y="7812"/>
                  </a:lnTo>
                  <a:lnTo>
                    <a:pt x="3063" y="7803"/>
                  </a:lnTo>
                  <a:lnTo>
                    <a:pt x="2415" y="6631"/>
                  </a:lnTo>
                  <a:cubicBezTo>
                    <a:pt x="2265" y="6357"/>
                    <a:pt x="2367" y="6014"/>
                    <a:pt x="2641" y="5863"/>
                  </a:cubicBezTo>
                  <a:lnTo>
                    <a:pt x="2635" y="5863"/>
                  </a:lnTo>
                  <a:cubicBezTo>
                    <a:pt x="2722" y="5816"/>
                    <a:pt x="2815" y="5793"/>
                    <a:pt x="2908" y="5793"/>
                  </a:cubicBezTo>
                  <a:cubicBezTo>
                    <a:pt x="3107" y="5793"/>
                    <a:pt x="3300" y="5899"/>
                    <a:pt x="3403" y="6086"/>
                  </a:cubicBezTo>
                  <a:lnTo>
                    <a:pt x="3770" y="6752"/>
                  </a:lnTo>
                  <a:lnTo>
                    <a:pt x="5520" y="5725"/>
                  </a:lnTo>
                  <a:cubicBezTo>
                    <a:pt x="5609" y="5673"/>
                    <a:pt x="5707" y="5648"/>
                    <a:pt x="5803" y="5648"/>
                  </a:cubicBezTo>
                  <a:close/>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rgbClr val="5F7D95"/>
            </a:solidFill>
            <a:ln>
              <a:noFill/>
            </a:ln>
          </p:spPr>
          <p:txBody>
            <a:bodyPr spcFirstLastPara="1" wrap="square" lIns="121900" tIns="121900" rIns="121900" bIns="121900" anchor="ctr" anchorCtr="0">
              <a:noAutofit/>
            </a:bodyPr>
            <a:lstStyle/>
            <a:p>
              <a:endParaRPr sz="2400">
                <a:solidFill>
                  <a:srgbClr val="435D74"/>
                </a:solidFill>
              </a:endParaRPr>
            </a:p>
          </p:txBody>
        </p:sp>
      </p:grpSp>
      <p:sp>
        <p:nvSpPr>
          <p:cNvPr id="412" name="Dikdörtgen 411"/>
          <p:cNvSpPr/>
          <p:nvPr/>
        </p:nvSpPr>
        <p:spPr>
          <a:xfrm>
            <a:off x="-27447" y="-9813"/>
            <a:ext cx="10911016" cy="1077218"/>
          </a:xfrm>
          <a:prstGeom prst="rect">
            <a:avLst/>
          </a:prstGeom>
        </p:spPr>
        <p:txBody>
          <a:bodyPr wrap="square">
            <a:spAutoFit/>
          </a:bodyPr>
          <a:lstStyle/>
          <a:p>
            <a:pPr fontAlgn="ctr">
              <a:defRPr/>
            </a:pPr>
            <a:r>
              <a:rPr lang="tr-TR" sz="3200" b="1" noProof="1">
                <a:cs typeface="Helvetica" panose="020B0604020202020204" pitchFamily="34" charset="0"/>
                <a:sym typeface="Flama Ziraat Medium" charset="0"/>
              </a:rPr>
              <a:t>Sunumlarda Kullanılabilecek Çeşitli Şekiller</a:t>
            </a:r>
          </a:p>
          <a:p>
            <a:pPr fontAlgn="ctr">
              <a:defRPr/>
            </a:pPr>
            <a:r>
              <a:rPr lang="tr-TR" sz="3200" b="1" i="1" noProof="1">
                <a:solidFill>
                  <a:srgbClr val="C00000"/>
                </a:solidFill>
                <a:cs typeface="Helvetica" panose="020B0604020202020204" pitchFamily="34" charset="0"/>
                <a:sym typeface="Flama Ziraat Medium" charset="0"/>
              </a:rPr>
              <a:t>Hepsi Farklı Renklerde Boyanabilir ya da Değiştirilebilirdir…</a:t>
            </a:r>
          </a:p>
        </p:txBody>
      </p:sp>
    </p:spTree>
    <p:extLst>
      <p:ext uri="{BB962C8B-B14F-4D97-AF65-F5344CB8AC3E}">
        <p14:creationId xmlns:p14="http://schemas.microsoft.com/office/powerpoint/2010/main" val="1023132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684"/>
        <p:cNvGrpSpPr/>
        <p:nvPr/>
      </p:nvGrpSpPr>
      <p:grpSpPr>
        <a:xfrm>
          <a:off x="0" y="0"/>
          <a:ext cx="0" cy="0"/>
          <a:chOff x="0" y="0"/>
          <a:chExt cx="0" cy="0"/>
        </a:xfrm>
      </p:grpSpPr>
      <p:graphicFrame>
        <p:nvGraphicFramePr>
          <p:cNvPr id="2" name="Nesne 1" hidden="1"/>
          <p:cNvGraphicFramePr>
            <a:graphicFrameLocks noChangeAspect="1"/>
          </p:cNvGraphicFramePr>
          <p:nvPr>
            <p:custDataLst>
              <p:tags r:id="rId1"/>
            </p:custDataLst>
            <p:extLst>
              <p:ext uri="{D42A27DB-BD31-4B8C-83A1-F6EECF244321}">
                <p14:modId xmlns:p14="http://schemas.microsoft.com/office/powerpoint/2010/main" val="30126389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7687" name="Google Shape;7687;p69"/>
          <p:cNvGrpSpPr/>
          <p:nvPr/>
        </p:nvGrpSpPr>
        <p:grpSpPr>
          <a:xfrm>
            <a:off x="638643" y="1796844"/>
            <a:ext cx="429465" cy="494039"/>
            <a:chOff x="-42971725" y="3217825"/>
            <a:chExt cx="275675" cy="317125"/>
          </a:xfrm>
        </p:grpSpPr>
        <p:sp>
          <p:nvSpPr>
            <p:cNvPr id="7688" name="Google Shape;7688;p69"/>
            <p:cNvSpPr/>
            <p:nvPr/>
          </p:nvSpPr>
          <p:spPr>
            <a:xfrm>
              <a:off x="-42951250" y="3279250"/>
              <a:ext cx="233950" cy="152050"/>
            </a:xfrm>
            <a:custGeom>
              <a:avLst/>
              <a:gdLst/>
              <a:ahLst/>
              <a:cxnLst/>
              <a:rect l="l" t="t" r="r" b="b"/>
              <a:pathLst>
                <a:path w="9358" h="6082" extrusionOk="0">
                  <a:moveTo>
                    <a:pt x="379" y="1"/>
                  </a:moveTo>
                  <a:cubicBezTo>
                    <a:pt x="158" y="1"/>
                    <a:pt x="1" y="221"/>
                    <a:pt x="1" y="410"/>
                  </a:cubicBezTo>
                  <a:lnTo>
                    <a:pt x="1" y="6081"/>
                  </a:lnTo>
                  <a:lnTo>
                    <a:pt x="9357" y="6081"/>
                  </a:lnTo>
                  <a:lnTo>
                    <a:pt x="9357" y="410"/>
                  </a:lnTo>
                  <a:cubicBezTo>
                    <a:pt x="9357" y="158"/>
                    <a:pt x="9168" y="1"/>
                    <a:pt x="897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689" name="Google Shape;7689;p69"/>
            <p:cNvSpPr/>
            <p:nvPr/>
          </p:nvSpPr>
          <p:spPr>
            <a:xfrm>
              <a:off x="-42971725" y="3451750"/>
              <a:ext cx="275675" cy="83200"/>
            </a:xfrm>
            <a:custGeom>
              <a:avLst/>
              <a:gdLst/>
              <a:ahLst/>
              <a:cxnLst/>
              <a:rect l="l" t="t" r="r" b="b"/>
              <a:pathLst>
                <a:path w="11027" h="3328" extrusionOk="0">
                  <a:moveTo>
                    <a:pt x="63" y="0"/>
                  </a:moveTo>
                  <a:cubicBezTo>
                    <a:pt x="32" y="126"/>
                    <a:pt x="0" y="284"/>
                    <a:pt x="0" y="410"/>
                  </a:cubicBezTo>
                  <a:cubicBezTo>
                    <a:pt x="0" y="1103"/>
                    <a:pt x="536" y="1670"/>
                    <a:pt x="1198" y="1670"/>
                  </a:cubicBezTo>
                  <a:lnTo>
                    <a:pt x="3151" y="1670"/>
                  </a:lnTo>
                  <a:lnTo>
                    <a:pt x="2615" y="2710"/>
                  </a:lnTo>
                  <a:cubicBezTo>
                    <a:pt x="2521" y="2930"/>
                    <a:pt x="2615" y="3182"/>
                    <a:pt x="2836" y="3277"/>
                  </a:cubicBezTo>
                  <a:cubicBezTo>
                    <a:pt x="2889" y="3312"/>
                    <a:pt x="2949" y="3328"/>
                    <a:pt x="3009" y="3328"/>
                  </a:cubicBezTo>
                  <a:cubicBezTo>
                    <a:pt x="3166" y="3328"/>
                    <a:pt x="3326" y="3224"/>
                    <a:pt x="3371" y="3088"/>
                  </a:cubicBezTo>
                  <a:lnTo>
                    <a:pt x="4096" y="1639"/>
                  </a:lnTo>
                  <a:lnTo>
                    <a:pt x="5073" y="1639"/>
                  </a:lnTo>
                  <a:lnTo>
                    <a:pt x="5073" y="2867"/>
                  </a:lnTo>
                  <a:cubicBezTo>
                    <a:pt x="5073" y="3119"/>
                    <a:pt x="5262" y="3308"/>
                    <a:pt x="5514" y="3308"/>
                  </a:cubicBezTo>
                  <a:cubicBezTo>
                    <a:pt x="5734" y="3308"/>
                    <a:pt x="5892" y="3119"/>
                    <a:pt x="5892" y="2867"/>
                  </a:cubicBezTo>
                  <a:lnTo>
                    <a:pt x="5892" y="1639"/>
                  </a:lnTo>
                  <a:lnTo>
                    <a:pt x="6868" y="1639"/>
                  </a:lnTo>
                  <a:lnTo>
                    <a:pt x="7593" y="3088"/>
                  </a:lnTo>
                  <a:cubicBezTo>
                    <a:pt x="7688" y="3230"/>
                    <a:pt x="7835" y="3301"/>
                    <a:pt x="7983" y="3301"/>
                  </a:cubicBezTo>
                  <a:cubicBezTo>
                    <a:pt x="8032" y="3301"/>
                    <a:pt x="8081" y="3293"/>
                    <a:pt x="8129" y="3277"/>
                  </a:cubicBezTo>
                  <a:cubicBezTo>
                    <a:pt x="8349" y="3151"/>
                    <a:pt x="8412" y="2930"/>
                    <a:pt x="8349" y="2710"/>
                  </a:cubicBezTo>
                  <a:lnTo>
                    <a:pt x="7814" y="1670"/>
                  </a:lnTo>
                  <a:lnTo>
                    <a:pt x="9767" y="1670"/>
                  </a:lnTo>
                  <a:cubicBezTo>
                    <a:pt x="10429" y="1670"/>
                    <a:pt x="11027" y="1103"/>
                    <a:pt x="11027" y="410"/>
                  </a:cubicBezTo>
                  <a:cubicBezTo>
                    <a:pt x="11027" y="252"/>
                    <a:pt x="10964" y="126"/>
                    <a:pt x="1093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690" name="Google Shape;7690;p69"/>
            <p:cNvSpPr/>
            <p:nvPr/>
          </p:nvSpPr>
          <p:spPr>
            <a:xfrm>
              <a:off x="-42866975" y="3217825"/>
              <a:ext cx="63025" cy="40975"/>
            </a:xfrm>
            <a:custGeom>
              <a:avLst/>
              <a:gdLst/>
              <a:ahLst/>
              <a:cxnLst/>
              <a:rect l="l" t="t" r="r" b="b"/>
              <a:pathLst>
                <a:path w="2521" h="1639" extrusionOk="0">
                  <a:moveTo>
                    <a:pt x="442" y="0"/>
                  </a:moveTo>
                  <a:cubicBezTo>
                    <a:pt x="221" y="0"/>
                    <a:pt x="1" y="189"/>
                    <a:pt x="1" y="410"/>
                  </a:cubicBezTo>
                  <a:lnTo>
                    <a:pt x="1" y="1639"/>
                  </a:lnTo>
                  <a:lnTo>
                    <a:pt x="2489" y="1639"/>
                  </a:lnTo>
                  <a:lnTo>
                    <a:pt x="2489" y="410"/>
                  </a:lnTo>
                  <a:lnTo>
                    <a:pt x="2521" y="410"/>
                  </a:lnTo>
                  <a:cubicBezTo>
                    <a:pt x="2521" y="189"/>
                    <a:pt x="2332" y="0"/>
                    <a:pt x="211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691" name="Google Shape;7691;p69"/>
          <p:cNvGrpSpPr/>
          <p:nvPr/>
        </p:nvGrpSpPr>
        <p:grpSpPr>
          <a:xfrm>
            <a:off x="601196" y="2421718"/>
            <a:ext cx="504360" cy="450068"/>
            <a:chOff x="-42996150" y="3612600"/>
            <a:chExt cx="323750" cy="288900"/>
          </a:xfrm>
        </p:grpSpPr>
        <p:sp>
          <p:nvSpPr>
            <p:cNvPr id="7692" name="Google Shape;7692;p69"/>
            <p:cNvSpPr/>
            <p:nvPr/>
          </p:nvSpPr>
          <p:spPr>
            <a:xfrm>
              <a:off x="-42914225" y="3612600"/>
              <a:ext cx="241825" cy="239275"/>
            </a:xfrm>
            <a:custGeom>
              <a:avLst/>
              <a:gdLst/>
              <a:ahLst/>
              <a:cxnLst/>
              <a:rect l="l" t="t" r="r" b="b"/>
              <a:pathLst>
                <a:path w="9673" h="9571" extrusionOk="0">
                  <a:moveTo>
                    <a:pt x="5963" y="1"/>
                  </a:moveTo>
                  <a:cubicBezTo>
                    <a:pt x="5661" y="1"/>
                    <a:pt x="5365" y="127"/>
                    <a:pt x="5136" y="371"/>
                  </a:cubicBezTo>
                  <a:lnTo>
                    <a:pt x="0" y="5507"/>
                  </a:lnTo>
                  <a:lnTo>
                    <a:pt x="4064" y="9571"/>
                  </a:lnTo>
                  <a:lnTo>
                    <a:pt x="9200" y="4436"/>
                  </a:lnTo>
                  <a:cubicBezTo>
                    <a:pt x="9672" y="3963"/>
                    <a:pt x="9672" y="3207"/>
                    <a:pt x="9200" y="2734"/>
                  </a:cubicBezTo>
                  <a:lnTo>
                    <a:pt x="6868" y="434"/>
                  </a:lnTo>
                  <a:cubicBezTo>
                    <a:pt x="6609" y="143"/>
                    <a:pt x="6283" y="1"/>
                    <a:pt x="596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693" name="Google Shape;7693;p69"/>
            <p:cNvSpPr/>
            <p:nvPr/>
          </p:nvSpPr>
          <p:spPr>
            <a:xfrm>
              <a:off x="-42946525" y="3762850"/>
              <a:ext cx="118950" cy="118950"/>
            </a:xfrm>
            <a:custGeom>
              <a:avLst/>
              <a:gdLst/>
              <a:ahLst/>
              <a:cxnLst/>
              <a:rect l="l" t="t" r="r" b="b"/>
              <a:pathLst>
                <a:path w="4758" h="4758" extrusionOk="0">
                  <a:moveTo>
                    <a:pt x="725" y="1"/>
                  </a:moveTo>
                  <a:lnTo>
                    <a:pt x="473" y="284"/>
                  </a:lnTo>
                  <a:cubicBezTo>
                    <a:pt x="253" y="505"/>
                    <a:pt x="95" y="820"/>
                    <a:pt x="95" y="1198"/>
                  </a:cubicBezTo>
                  <a:cubicBezTo>
                    <a:pt x="95" y="1450"/>
                    <a:pt x="190" y="1765"/>
                    <a:pt x="442" y="1986"/>
                  </a:cubicBezTo>
                  <a:cubicBezTo>
                    <a:pt x="631" y="2112"/>
                    <a:pt x="599" y="2458"/>
                    <a:pt x="442" y="2616"/>
                  </a:cubicBezTo>
                  <a:lnTo>
                    <a:pt x="1" y="3025"/>
                  </a:lnTo>
                  <a:lnTo>
                    <a:pt x="1733" y="4758"/>
                  </a:lnTo>
                  <a:lnTo>
                    <a:pt x="2174" y="4348"/>
                  </a:lnTo>
                  <a:cubicBezTo>
                    <a:pt x="2253" y="4270"/>
                    <a:pt x="2363" y="4230"/>
                    <a:pt x="2478" y="4230"/>
                  </a:cubicBezTo>
                  <a:cubicBezTo>
                    <a:pt x="2592" y="4230"/>
                    <a:pt x="2710" y="4270"/>
                    <a:pt x="2804" y="4348"/>
                  </a:cubicBezTo>
                  <a:cubicBezTo>
                    <a:pt x="3025" y="4569"/>
                    <a:pt x="3340" y="4695"/>
                    <a:pt x="3655" y="4695"/>
                  </a:cubicBezTo>
                  <a:cubicBezTo>
                    <a:pt x="3970" y="4695"/>
                    <a:pt x="4254" y="4569"/>
                    <a:pt x="4506" y="4348"/>
                  </a:cubicBezTo>
                  <a:lnTo>
                    <a:pt x="4758" y="4065"/>
                  </a:lnTo>
                  <a:lnTo>
                    <a:pt x="72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694" name="Google Shape;7694;p69"/>
            <p:cNvSpPr/>
            <p:nvPr/>
          </p:nvSpPr>
          <p:spPr>
            <a:xfrm>
              <a:off x="-42996150" y="3855800"/>
              <a:ext cx="78000" cy="45700"/>
            </a:xfrm>
            <a:custGeom>
              <a:avLst/>
              <a:gdLst/>
              <a:ahLst/>
              <a:cxnLst/>
              <a:rect l="l" t="t" r="r" b="b"/>
              <a:pathLst>
                <a:path w="3120" h="1828" extrusionOk="0">
                  <a:moveTo>
                    <a:pt x="1450" y="0"/>
                  </a:moveTo>
                  <a:lnTo>
                    <a:pt x="253" y="1166"/>
                  </a:lnTo>
                  <a:cubicBezTo>
                    <a:pt x="1" y="1355"/>
                    <a:pt x="190" y="1828"/>
                    <a:pt x="536" y="1828"/>
                  </a:cubicBezTo>
                  <a:lnTo>
                    <a:pt x="2773" y="1828"/>
                  </a:lnTo>
                  <a:cubicBezTo>
                    <a:pt x="2931" y="1828"/>
                    <a:pt x="3025" y="1765"/>
                    <a:pt x="3120" y="1670"/>
                  </a:cubicBezTo>
                  <a:lnTo>
                    <a:pt x="145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695" name="Google Shape;7695;p69"/>
          <p:cNvGrpSpPr/>
          <p:nvPr/>
        </p:nvGrpSpPr>
        <p:grpSpPr>
          <a:xfrm>
            <a:off x="604876" y="2967545"/>
            <a:ext cx="496999" cy="494545"/>
            <a:chOff x="-42994575" y="3950300"/>
            <a:chExt cx="319025" cy="317450"/>
          </a:xfrm>
        </p:grpSpPr>
        <p:sp>
          <p:nvSpPr>
            <p:cNvPr id="7696" name="Google Shape;7696;p69"/>
            <p:cNvSpPr/>
            <p:nvPr/>
          </p:nvSpPr>
          <p:spPr>
            <a:xfrm>
              <a:off x="-42930775" y="4225200"/>
              <a:ext cx="191425" cy="42550"/>
            </a:xfrm>
            <a:custGeom>
              <a:avLst/>
              <a:gdLst/>
              <a:ahLst/>
              <a:cxnLst/>
              <a:rect l="l" t="t" r="r" b="b"/>
              <a:pathLst>
                <a:path w="7657" h="1702" extrusionOk="0">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697" name="Google Shape;7697;p69"/>
            <p:cNvSpPr/>
            <p:nvPr/>
          </p:nvSpPr>
          <p:spPr>
            <a:xfrm>
              <a:off x="-42908725" y="4163750"/>
              <a:ext cx="148900" cy="42550"/>
            </a:xfrm>
            <a:custGeom>
              <a:avLst/>
              <a:gdLst/>
              <a:ahLst/>
              <a:cxnLst/>
              <a:rect l="l" t="t" r="r" b="b"/>
              <a:pathLst>
                <a:path w="5956" h="1702" extrusionOk="0">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698" name="Google Shape;7698;p69"/>
            <p:cNvSpPr/>
            <p:nvPr/>
          </p:nvSpPr>
          <p:spPr>
            <a:xfrm>
              <a:off x="-42994575" y="3950300"/>
              <a:ext cx="319025" cy="211125"/>
            </a:xfrm>
            <a:custGeom>
              <a:avLst/>
              <a:gdLst/>
              <a:ahLst/>
              <a:cxnLst/>
              <a:rect l="l" t="t" r="r" b="b"/>
              <a:pathLst>
                <a:path w="12761" h="8445" extrusionOk="0">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699" name="Google Shape;7699;p69"/>
          <p:cNvGrpSpPr/>
          <p:nvPr/>
        </p:nvGrpSpPr>
        <p:grpSpPr>
          <a:xfrm>
            <a:off x="3476070" y="1829988"/>
            <a:ext cx="495713" cy="494505"/>
            <a:chOff x="-41111350" y="3239100"/>
            <a:chExt cx="318200" cy="317425"/>
          </a:xfrm>
        </p:grpSpPr>
        <p:sp>
          <p:nvSpPr>
            <p:cNvPr id="7700" name="Google Shape;7700;p69"/>
            <p:cNvSpPr/>
            <p:nvPr/>
          </p:nvSpPr>
          <p:spPr>
            <a:xfrm>
              <a:off x="-41111350" y="3239100"/>
              <a:ext cx="145725" cy="144925"/>
            </a:xfrm>
            <a:custGeom>
              <a:avLst/>
              <a:gdLst/>
              <a:ahLst/>
              <a:cxnLst/>
              <a:rect l="l" t="t" r="r" b="b"/>
              <a:pathLst>
                <a:path w="5829" h="5797" extrusionOk="0">
                  <a:moveTo>
                    <a:pt x="2930" y="1670"/>
                  </a:moveTo>
                  <a:cubicBezTo>
                    <a:pt x="3119" y="1670"/>
                    <a:pt x="3308" y="1859"/>
                    <a:pt x="3308" y="2048"/>
                  </a:cubicBezTo>
                  <a:lnTo>
                    <a:pt x="3308" y="2489"/>
                  </a:lnTo>
                  <a:lnTo>
                    <a:pt x="3749" y="2489"/>
                  </a:lnTo>
                  <a:cubicBezTo>
                    <a:pt x="4001" y="2489"/>
                    <a:pt x="4159" y="2678"/>
                    <a:pt x="4159" y="2930"/>
                  </a:cubicBezTo>
                  <a:cubicBezTo>
                    <a:pt x="4159" y="3151"/>
                    <a:pt x="3938" y="3340"/>
                    <a:pt x="3749" y="3340"/>
                  </a:cubicBezTo>
                  <a:lnTo>
                    <a:pt x="3308" y="3340"/>
                  </a:lnTo>
                  <a:lnTo>
                    <a:pt x="3308" y="3781"/>
                  </a:lnTo>
                  <a:cubicBezTo>
                    <a:pt x="3308" y="4001"/>
                    <a:pt x="3119" y="4159"/>
                    <a:pt x="2930" y="4159"/>
                  </a:cubicBezTo>
                  <a:cubicBezTo>
                    <a:pt x="2710" y="4159"/>
                    <a:pt x="2520" y="3970"/>
                    <a:pt x="2520" y="3781"/>
                  </a:cubicBezTo>
                  <a:lnTo>
                    <a:pt x="2520" y="3340"/>
                  </a:lnTo>
                  <a:lnTo>
                    <a:pt x="2079" y="3340"/>
                  </a:lnTo>
                  <a:cubicBezTo>
                    <a:pt x="1859" y="3340"/>
                    <a:pt x="1701" y="3151"/>
                    <a:pt x="1701" y="2930"/>
                  </a:cubicBezTo>
                  <a:cubicBezTo>
                    <a:pt x="1701" y="2678"/>
                    <a:pt x="1859" y="2489"/>
                    <a:pt x="2079" y="2489"/>
                  </a:cubicBezTo>
                  <a:lnTo>
                    <a:pt x="2520" y="2489"/>
                  </a:lnTo>
                  <a:lnTo>
                    <a:pt x="2520" y="2048"/>
                  </a:lnTo>
                  <a:cubicBezTo>
                    <a:pt x="2520" y="1827"/>
                    <a:pt x="2710" y="1670"/>
                    <a:pt x="2930" y="1670"/>
                  </a:cubicBezTo>
                  <a:close/>
                  <a:moveTo>
                    <a:pt x="441" y="0"/>
                  </a:moveTo>
                  <a:cubicBezTo>
                    <a:pt x="189" y="0"/>
                    <a:pt x="0" y="189"/>
                    <a:pt x="0" y="441"/>
                  </a:cubicBezTo>
                  <a:lnTo>
                    <a:pt x="0" y="5387"/>
                  </a:lnTo>
                  <a:cubicBezTo>
                    <a:pt x="32" y="5639"/>
                    <a:pt x="221" y="5797"/>
                    <a:pt x="441" y="5797"/>
                  </a:cubicBezTo>
                  <a:lnTo>
                    <a:pt x="5387" y="5797"/>
                  </a:lnTo>
                  <a:cubicBezTo>
                    <a:pt x="5639" y="5797"/>
                    <a:pt x="5829" y="5608"/>
                    <a:pt x="5829" y="5387"/>
                  </a:cubicBezTo>
                  <a:lnTo>
                    <a:pt x="5829" y="441"/>
                  </a:lnTo>
                  <a:cubicBezTo>
                    <a:pt x="5829" y="189"/>
                    <a:pt x="5639" y="0"/>
                    <a:pt x="538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01" name="Google Shape;7701;p69"/>
            <p:cNvSpPr/>
            <p:nvPr/>
          </p:nvSpPr>
          <p:spPr>
            <a:xfrm>
              <a:off x="-41110575" y="3412375"/>
              <a:ext cx="146525" cy="144150"/>
            </a:xfrm>
            <a:custGeom>
              <a:avLst/>
              <a:gdLst/>
              <a:ahLst/>
              <a:cxnLst/>
              <a:rect l="l" t="t" r="r" b="b"/>
              <a:pathLst>
                <a:path w="5861" h="5766" extrusionOk="0">
                  <a:moveTo>
                    <a:pt x="3450" y="1859"/>
                  </a:moveTo>
                  <a:cubicBezTo>
                    <a:pt x="3561" y="1859"/>
                    <a:pt x="3671" y="1890"/>
                    <a:pt x="3750" y="1953"/>
                  </a:cubicBezTo>
                  <a:cubicBezTo>
                    <a:pt x="3907" y="2111"/>
                    <a:pt x="3907" y="2395"/>
                    <a:pt x="3750" y="2552"/>
                  </a:cubicBezTo>
                  <a:lnTo>
                    <a:pt x="3466" y="2836"/>
                  </a:lnTo>
                  <a:lnTo>
                    <a:pt x="3750" y="3119"/>
                  </a:lnTo>
                  <a:cubicBezTo>
                    <a:pt x="3907" y="3277"/>
                    <a:pt x="3907" y="3529"/>
                    <a:pt x="3750" y="3686"/>
                  </a:cubicBezTo>
                  <a:cubicBezTo>
                    <a:pt x="3671" y="3765"/>
                    <a:pt x="3561" y="3804"/>
                    <a:pt x="3450" y="3804"/>
                  </a:cubicBezTo>
                  <a:cubicBezTo>
                    <a:pt x="3340" y="3804"/>
                    <a:pt x="3230" y="3765"/>
                    <a:pt x="3151" y="3686"/>
                  </a:cubicBezTo>
                  <a:lnTo>
                    <a:pt x="2899" y="3434"/>
                  </a:lnTo>
                  <a:lnTo>
                    <a:pt x="2616" y="3686"/>
                  </a:lnTo>
                  <a:cubicBezTo>
                    <a:pt x="2537" y="3765"/>
                    <a:pt x="2426" y="3804"/>
                    <a:pt x="2316" y="3804"/>
                  </a:cubicBezTo>
                  <a:cubicBezTo>
                    <a:pt x="2206" y="3804"/>
                    <a:pt x="2096" y="3765"/>
                    <a:pt x="2017" y="3686"/>
                  </a:cubicBezTo>
                  <a:cubicBezTo>
                    <a:pt x="1859" y="3529"/>
                    <a:pt x="1859" y="3277"/>
                    <a:pt x="2017" y="3119"/>
                  </a:cubicBezTo>
                  <a:lnTo>
                    <a:pt x="2300" y="2836"/>
                  </a:lnTo>
                  <a:lnTo>
                    <a:pt x="2017" y="2552"/>
                  </a:lnTo>
                  <a:cubicBezTo>
                    <a:pt x="1859" y="2395"/>
                    <a:pt x="1859" y="2111"/>
                    <a:pt x="2017" y="1953"/>
                  </a:cubicBezTo>
                  <a:cubicBezTo>
                    <a:pt x="2096" y="1890"/>
                    <a:pt x="2206" y="1859"/>
                    <a:pt x="2316" y="1859"/>
                  </a:cubicBezTo>
                  <a:cubicBezTo>
                    <a:pt x="2426" y="1859"/>
                    <a:pt x="2537" y="1890"/>
                    <a:pt x="2616" y="1953"/>
                  </a:cubicBezTo>
                  <a:lnTo>
                    <a:pt x="2899" y="2237"/>
                  </a:lnTo>
                  <a:lnTo>
                    <a:pt x="3151" y="1953"/>
                  </a:lnTo>
                  <a:cubicBezTo>
                    <a:pt x="3230" y="1890"/>
                    <a:pt x="3340" y="1859"/>
                    <a:pt x="3450" y="1859"/>
                  </a:cubicBezTo>
                  <a:close/>
                  <a:moveTo>
                    <a:pt x="442" y="0"/>
                  </a:moveTo>
                  <a:cubicBezTo>
                    <a:pt x="221" y="0"/>
                    <a:pt x="1" y="189"/>
                    <a:pt x="1" y="378"/>
                  </a:cubicBezTo>
                  <a:lnTo>
                    <a:pt x="1" y="5356"/>
                  </a:lnTo>
                  <a:cubicBezTo>
                    <a:pt x="1" y="5608"/>
                    <a:pt x="221" y="5766"/>
                    <a:pt x="442" y="5766"/>
                  </a:cubicBezTo>
                  <a:lnTo>
                    <a:pt x="5419" y="5766"/>
                  </a:lnTo>
                  <a:cubicBezTo>
                    <a:pt x="5640" y="5766"/>
                    <a:pt x="5861" y="5545"/>
                    <a:pt x="5861" y="5356"/>
                  </a:cubicBezTo>
                  <a:lnTo>
                    <a:pt x="5861" y="378"/>
                  </a:lnTo>
                  <a:cubicBezTo>
                    <a:pt x="5861" y="158"/>
                    <a:pt x="5640" y="0"/>
                    <a:pt x="541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02" name="Google Shape;7702;p69"/>
            <p:cNvSpPr/>
            <p:nvPr/>
          </p:nvSpPr>
          <p:spPr>
            <a:xfrm>
              <a:off x="-40938875" y="3239100"/>
              <a:ext cx="145725" cy="144925"/>
            </a:xfrm>
            <a:custGeom>
              <a:avLst/>
              <a:gdLst/>
              <a:ahLst/>
              <a:cxnLst/>
              <a:rect l="l" t="t" r="r" b="b"/>
              <a:pathLst>
                <a:path w="5829" h="5797" extrusionOk="0">
                  <a:moveTo>
                    <a:pt x="3750" y="2457"/>
                  </a:moveTo>
                  <a:cubicBezTo>
                    <a:pt x="3970" y="2457"/>
                    <a:pt x="4128" y="2646"/>
                    <a:pt x="4128" y="2867"/>
                  </a:cubicBezTo>
                  <a:cubicBezTo>
                    <a:pt x="4159" y="3151"/>
                    <a:pt x="3970" y="3308"/>
                    <a:pt x="3750" y="3308"/>
                  </a:cubicBezTo>
                  <a:lnTo>
                    <a:pt x="2080" y="3308"/>
                  </a:lnTo>
                  <a:cubicBezTo>
                    <a:pt x="1859" y="3308"/>
                    <a:pt x="1702" y="3119"/>
                    <a:pt x="1702" y="2867"/>
                  </a:cubicBezTo>
                  <a:cubicBezTo>
                    <a:pt x="1702" y="2646"/>
                    <a:pt x="1891" y="2457"/>
                    <a:pt x="2080" y="2457"/>
                  </a:cubicBezTo>
                  <a:close/>
                  <a:moveTo>
                    <a:pt x="442" y="0"/>
                  </a:moveTo>
                  <a:cubicBezTo>
                    <a:pt x="190" y="0"/>
                    <a:pt x="1" y="189"/>
                    <a:pt x="1" y="441"/>
                  </a:cubicBezTo>
                  <a:lnTo>
                    <a:pt x="1" y="5387"/>
                  </a:lnTo>
                  <a:cubicBezTo>
                    <a:pt x="1" y="5639"/>
                    <a:pt x="190" y="5797"/>
                    <a:pt x="442" y="5797"/>
                  </a:cubicBezTo>
                  <a:lnTo>
                    <a:pt x="5388" y="5797"/>
                  </a:lnTo>
                  <a:cubicBezTo>
                    <a:pt x="5640" y="5797"/>
                    <a:pt x="5829" y="5608"/>
                    <a:pt x="5829" y="5387"/>
                  </a:cubicBezTo>
                  <a:lnTo>
                    <a:pt x="5829" y="441"/>
                  </a:lnTo>
                  <a:cubicBezTo>
                    <a:pt x="5829" y="189"/>
                    <a:pt x="5640" y="0"/>
                    <a:pt x="538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03" name="Google Shape;7703;p69"/>
            <p:cNvSpPr/>
            <p:nvPr/>
          </p:nvSpPr>
          <p:spPr>
            <a:xfrm>
              <a:off x="-40938875" y="3411575"/>
              <a:ext cx="145725" cy="144950"/>
            </a:xfrm>
            <a:custGeom>
              <a:avLst/>
              <a:gdLst/>
              <a:ahLst/>
              <a:cxnLst/>
              <a:rect l="l" t="t" r="r" b="b"/>
              <a:pathLst>
                <a:path w="5829" h="5798" extrusionOk="0">
                  <a:moveTo>
                    <a:pt x="3750" y="1639"/>
                  </a:moveTo>
                  <a:cubicBezTo>
                    <a:pt x="3970" y="1639"/>
                    <a:pt x="4128" y="1859"/>
                    <a:pt x="4128" y="2080"/>
                  </a:cubicBezTo>
                  <a:cubicBezTo>
                    <a:pt x="4159" y="2332"/>
                    <a:pt x="3970" y="2490"/>
                    <a:pt x="3750" y="2490"/>
                  </a:cubicBezTo>
                  <a:lnTo>
                    <a:pt x="2080" y="2490"/>
                  </a:lnTo>
                  <a:cubicBezTo>
                    <a:pt x="1859" y="2490"/>
                    <a:pt x="1702" y="2269"/>
                    <a:pt x="1702" y="2080"/>
                  </a:cubicBezTo>
                  <a:cubicBezTo>
                    <a:pt x="1702" y="1859"/>
                    <a:pt x="1891" y="1639"/>
                    <a:pt x="2080" y="1639"/>
                  </a:cubicBezTo>
                  <a:close/>
                  <a:moveTo>
                    <a:pt x="3750" y="3309"/>
                  </a:moveTo>
                  <a:cubicBezTo>
                    <a:pt x="3970" y="3309"/>
                    <a:pt x="4128" y="3498"/>
                    <a:pt x="4128" y="3687"/>
                  </a:cubicBezTo>
                  <a:cubicBezTo>
                    <a:pt x="4159" y="3970"/>
                    <a:pt x="3970" y="4128"/>
                    <a:pt x="3750" y="4128"/>
                  </a:cubicBezTo>
                  <a:lnTo>
                    <a:pt x="2080" y="4128"/>
                  </a:lnTo>
                  <a:cubicBezTo>
                    <a:pt x="1859" y="4128"/>
                    <a:pt x="1702" y="3939"/>
                    <a:pt x="1702" y="3687"/>
                  </a:cubicBezTo>
                  <a:cubicBezTo>
                    <a:pt x="1702" y="3466"/>
                    <a:pt x="1891" y="3309"/>
                    <a:pt x="2080" y="3309"/>
                  </a:cubicBezTo>
                  <a:close/>
                  <a:moveTo>
                    <a:pt x="442" y="1"/>
                  </a:moveTo>
                  <a:cubicBezTo>
                    <a:pt x="190" y="1"/>
                    <a:pt x="1" y="190"/>
                    <a:pt x="1" y="379"/>
                  </a:cubicBezTo>
                  <a:lnTo>
                    <a:pt x="1" y="5388"/>
                  </a:lnTo>
                  <a:cubicBezTo>
                    <a:pt x="1" y="5640"/>
                    <a:pt x="190" y="5798"/>
                    <a:pt x="442" y="5798"/>
                  </a:cubicBezTo>
                  <a:lnTo>
                    <a:pt x="5388" y="5798"/>
                  </a:lnTo>
                  <a:cubicBezTo>
                    <a:pt x="5640" y="5798"/>
                    <a:pt x="5829" y="5577"/>
                    <a:pt x="5829" y="5388"/>
                  </a:cubicBezTo>
                  <a:lnTo>
                    <a:pt x="5829" y="410"/>
                  </a:lnTo>
                  <a:cubicBezTo>
                    <a:pt x="5829" y="190"/>
                    <a:pt x="5640" y="1"/>
                    <a:pt x="538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704" name="Google Shape;7704;p69"/>
          <p:cNvGrpSpPr/>
          <p:nvPr/>
        </p:nvGrpSpPr>
        <p:grpSpPr>
          <a:xfrm>
            <a:off x="3471162" y="2410697"/>
            <a:ext cx="505528" cy="494623"/>
            <a:chOff x="-41117650" y="3605525"/>
            <a:chExt cx="324500" cy="317500"/>
          </a:xfrm>
        </p:grpSpPr>
        <p:sp>
          <p:nvSpPr>
            <p:cNvPr id="7705" name="Google Shape;7705;p69"/>
            <p:cNvSpPr/>
            <p:nvPr/>
          </p:nvSpPr>
          <p:spPr>
            <a:xfrm>
              <a:off x="-41016850" y="3605525"/>
              <a:ext cx="106350" cy="105375"/>
            </a:xfrm>
            <a:custGeom>
              <a:avLst/>
              <a:gdLst/>
              <a:ahLst/>
              <a:cxnLst/>
              <a:rect l="l" t="t" r="r" b="b"/>
              <a:pathLst>
                <a:path w="4254" h="4215" extrusionOk="0">
                  <a:moveTo>
                    <a:pt x="2064" y="1"/>
                  </a:moveTo>
                  <a:cubicBezTo>
                    <a:pt x="1954" y="1"/>
                    <a:pt x="1844" y="40"/>
                    <a:pt x="1765" y="119"/>
                  </a:cubicBezTo>
                  <a:lnTo>
                    <a:pt x="1" y="1883"/>
                  </a:lnTo>
                  <a:lnTo>
                    <a:pt x="2332" y="4214"/>
                  </a:lnTo>
                  <a:lnTo>
                    <a:pt x="4096" y="2450"/>
                  </a:lnTo>
                  <a:cubicBezTo>
                    <a:pt x="4254" y="2293"/>
                    <a:pt x="4254" y="2009"/>
                    <a:pt x="4096" y="1852"/>
                  </a:cubicBezTo>
                  <a:lnTo>
                    <a:pt x="2364" y="119"/>
                  </a:lnTo>
                  <a:cubicBezTo>
                    <a:pt x="2285" y="40"/>
                    <a:pt x="2175" y="1"/>
                    <a:pt x="206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06" name="Google Shape;7706;p69"/>
            <p:cNvSpPr/>
            <p:nvPr/>
          </p:nvSpPr>
          <p:spPr>
            <a:xfrm>
              <a:off x="-40900275" y="3721300"/>
              <a:ext cx="107125" cy="105375"/>
            </a:xfrm>
            <a:custGeom>
              <a:avLst/>
              <a:gdLst/>
              <a:ahLst/>
              <a:cxnLst/>
              <a:rect l="l" t="t" r="r" b="b"/>
              <a:pathLst>
                <a:path w="4285" h="4215" extrusionOk="0">
                  <a:moveTo>
                    <a:pt x="2064" y="1"/>
                  </a:moveTo>
                  <a:cubicBezTo>
                    <a:pt x="1954" y="1"/>
                    <a:pt x="1843" y="40"/>
                    <a:pt x="1765" y="119"/>
                  </a:cubicBezTo>
                  <a:lnTo>
                    <a:pt x="0" y="1915"/>
                  </a:lnTo>
                  <a:lnTo>
                    <a:pt x="2300" y="4215"/>
                  </a:lnTo>
                  <a:lnTo>
                    <a:pt x="4128" y="2482"/>
                  </a:lnTo>
                  <a:cubicBezTo>
                    <a:pt x="4285" y="2324"/>
                    <a:pt x="4285" y="2072"/>
                    <a:pt x="4128" y="1915"/>
                  </a:cubicBezTo>
                  <a:lnTo>
                    <a:pt x="2363" y="119"/>
                  </a:lnTo>
                  <a:cubicBezTo>
                    <a:pt x="2285" y="40"/>
                    <a:pt x="2174" y="1"/>
                    <a:pt x="206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07" name="Google Shape;7707;p69"/>
            <p:cNvSpPr/>
            <p:nvPr/>
          </p:nvSpPr>
          <p:spPr>
            <a:xfrm>
              <a:off x="-41117650" y="3668350"/>
              <a:ext cx="262300" cy="254675"/>
            </a:xfrm>
            <a:custGeom>
              <a:avLst/>
              <a:gdLst/>
              <a:ahLst/>
              <a:cxnLst/>
              <a:rect l="l" t="t" r="r" b="b"/>
              <a:pathLst>
                <a:path w="10492" h="10187" extrusionOk="0">
                  <a:moveTo>
                    <a:pt x="3497" y="0"/>
                  </a:moveTo>
                  <a:lnTo>
                    <a:pt x="1764" y="1733"/>
                  </a:lnTo>
                  <a:cubicBezTo>
                    <a:pt x="1166" y="2332"/>
                    <a:pt x="725" y="3088"/>
                    <a:pt x="504" y="3812"/>
                  </a:cubicBezTo>
                  <a:cubicBezTo>
                    <a:pt x="0" y="5514"/>
                    <a:pt x="410" y="7404"/>
                    <a:pt x="1764" y="8759"/>
                  </a:cubicBezTo>
                  <a:cubicBezTo>
                    <a:pt x="2667" y="9661"/>
                    <a:pt x="3919" y="10187"/>
                    <a:pt x="5273" y="10187"/>
                  </a:cubicBezTo>
                  <a:cubicBezTo>
                    <a:pt x="5384" y="10187"/>
                    <a:pt x="5496" y="10183"/>
                    <a:pt x="5608" y="10176"/>
                  </a:cubicBezTo>
                  <a:cubicBezTo>
                    <a:pt x="6679" y="10082"/>
                    <a:pt x="7876" y="9609"/>
                    <a:pt x="8758" y="8759"/>
                  </a:cubicBezTo>
                  <a:lnTo>
                    <a:pt x="10491" y="7026"/>
                  </a:lnTo>
                  <a:lnTo>
                    <a:pt x="8191" y="4694"/>
                  </a:lnTo>
                  <a:lnTo>
                    <a:pt x="6396" y="6396"/>
                  </a:lnTo>
                  <a:cubicBezTo>
                    <a:pt x="6077" y="6715"/>
                    <a:pt x="5645" y="6880"/>
                    <a:pt x="5214" y="6880"/>
                  </a:cubicBezTo>
                  <a:cubicBezTo>
                    <a:pt x="4794" y="6880"/>
                    <a:pt x="4375" y="6722"/>
                    <a:pt x="4064" y="6396"/>
                  </a:cubicBezTo>
                  <a:cubicBezTo>
                    <a:pt x="3434" y="5766"/>
                    <a:pt x="3434" y="4694"/>
                    <a:pt x="4064" y="4064"/>
                  </a:cubicBezTo>
                  <a:lnTo>
                    <a:pt x="5797" y="2332"/>
                  </a:lnTo>
                  <a:lnTo>
                    <a:pt x="349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7708" name="Google Shape;7708;p69"/>
          <p:cNvSpPr/>
          <p:nvPr/>
        </p:nvSpPr>
        <p:spPr>
          <a:xfrm>
            <a:off x="3479336" y="3010143"/>
            <a:ext cx="496960" cy="482237"/>
          </a:xfrm>
          <a:custGeom>
            <a:avLst/>
            <a:gdLst/>
            <a:ahLst/>
            <a:cxnLst/>
            <a:rect l="l" t="t" r="r" b="b"/>
            <a:pathLst>
              <a:path w="12760" h="12382" extrusionOk="0">
                <a:moveTo>
                  <a:pt x="2080" y="1"/>
                </a:moveTo>
                <a:cubicBezTo>
                  <a:pt x="946" y="1"/>
                  <a:pt x="32" y="946"/>
                  <a:pt x="1" y="2080"/>
                </a:cubicBezTo>
                <a:lnTo>
                  <a:pt x="1" y="9515"/>
                </a:lnTo>
                <a:cubicBezTo>
                  <a:pt x="1" y="11090"/>
                  <a:pt x="1261" y="12382"/>
                  <a:pt x="2899" y="12382"/>
                </a:cubicBezTo>
                <a:cubicBezTo>
                  <a:pt x="4537" y="12382"/>
                  <a:pt x="5798" y="11090"/>
                  <a:pt x="5829" y="9515"/>
                </a:cubicBezTo>
                <a:cubicBezTo>
                  <a:pt x="5829" y="9295"/>
                  <a:pt x="6144" y="9137"/>
                  <a:pt x="6365" y="9074"/>
                </a:cubicBezTo>
                <a:cubicBezTo>
                  <a:pt x="6617" y="9074"/>
                  <a:pt x="6932" y="9295"/>
                  <a:pt x="6932" y="9515"/>
                </a:cubicBezTo>
                <a:cubicBezTo>
                  <a:pt x="6932" y="11122"/>
                  <a:pt x="8223" y="12382"/>
                  <a:pt x="9830" y="12382"/>
                </a:cubicBezTo>
                <a:cubicBezTo>
                  <a:pt x="11374" y="12382"/>
                  <a:pt x="12760" y="11216"/>
                  <a:pt x="12760" y="9452"/>
                </a:cubicBezTo>
                <a:lnTo>
                  <a:pt x="12760" y="2080"/>
                </a:lnTo>
                <a:cubicBezTo>
                  <a:pt x="12760" y="946"/>
                  <a:pt x="11815" y="32"/>
                  <a:pt x="10681" y="1"/>
                </a:cubicBezTo>
                <a:cubicBezTo>
                  <a:pt x="10114" y="1"/>
                  <a:pt x="9578" y="221"/>
                  <a:pt x="9200" y="568"/>
                </a:cubicBezTo>
                <a:cubicBezTo>
                  <a:pt x="9043" y="725"/>
                  <a:pt x="9043" y="1009"/>
                  <a:pt x="9200" y="1166"/>
                </a:cubicBezTo>
                <a:cubicBezTo>
                  <a:pt x="9279" y="1245"/>
                  <a:pt x="9389" y="1284"/>
                  <a:pt x="9499" y="1284"/>
                </a:cubicBezTo>
                <a:cubicBezTo>
                  <a:pt x="9610" y="1284"/>
                  <a:pt x="9720" y="1245"/>
                  <a:pt x="9799" y="1166"/>
                </a:cubicBezTo>
                <a:cubicBezTo>
                  <a:pt x="10051" y="946"/>
                  <a:pt x="10366" y="820"/>
                  <a:pt x="10681" y="820"/>
                </a:cubicBezTo>
                <a:cubicBezTo>
                  <a:pt x="11342" y="820"/>
                  <a:pt x="11878" y="1355"/>
                  <a:pt x="11878" y="2080"/>
                </a:cubicBezTo>
                <a:lnTo>
                  <a:pt x="11878" y="7499"/>
                </a:lnTo>
                <a:cubicBezTo>
                  <a:pt x="11374" y="6963"/>
                  <a:pt x="10618" y="6648"/>
                  <a:pt x="9799" y="6648"/>
                </a:cubicBezTo>
                <a:cubicBezTo>
                  <a:pt x="8570" y="6648"/>
                  <a:pt x="7562" y="7404"/>
                  <a:pt x="7121" y="8444"/>
                </a:cubicBezTo>
                <a:cubicBezTo>
                  <a:pt x="6932" y="8349"/>
                  <a:pt x="6585" y="8286"/>
                  <a:pt x="6365" y="8286"/>
                </a:cubicBezTo>
                <a:cubicBezTo>
                  <a:pt x="6144" y="8286"/>
                  <a:pt x="5798" y="8381"/>
                  <a:pt x="5640" y="8444"/>
                </a:cubicBezTo>
                <a:cubicBezTo>
                  <a:pt x="5199" y="7404"/>
                  <a:pt x="4191" y="6648"/>
                  <a:pt x="2962" y="6648"/>
                </a:cubicBezTo>
                <a:cubicBezTo>
                  <a:pt x="2111" y="6648"/>
                  <a:pt x="1418" y="6995"/>
                  <a:pt x="851" y="7499"/>
                </a:cubicBezTo>
                <a:lnTo>
                  <a:pt x="851" y="2080"/>
                </a:lnTo>
                <a:cubicBezTo>
                  <a:pt x="851" y="1418"/>
                  <a:pt x="1418" y="851"/>
                  <a:pt x="2080" y="820"/>
                </a:cubicBezTo>
                <a:cubicBezTo>
                  <a:pt x="2426" y="820"/>
                  <a:pt x="2742" y="977"/>
                  <a:pt x="2962" y="1166"/>
                </a:cubicBezTo>
                <a:cubicBezTo>
                  <a:pt x="3041" y="1245"/>
                  <a:pt x="3151" y="1284"/>
                  <a:pt x="3257" y="1284"/>
                </a:cubicBezTo>
                <a:cubicBezTo>
                  <a:pt x="3364" y="1284"/>
                  <a:pt x="3466" y="1245"/>
                  <a:pt x="3529" y="1166"/>
                </a:cubicBezTo>
                <a:cubicBezTo>
                  <a:pt x="3687" y="1009"/>
                  <a:pt x="3687" y="725"/>
                  <a:pt x="3529" y="568"/>
                </a:cubicBezTo>
                <a:cubicBezTo>
                  <a:pt x="3183" y="221"/>
                  <a:pt x="2647" y="1"/>
                  <a:pt x="208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7709" name="Google Shape;7709;p69"/>
          <p:cNvGrpSpPr/>
          <p:nvPr/>
        </p:nvGrpSpPr>
        <p:grpSpPr>
          <a:xfrm>
            <a:off x="1906169" y="3599394"/>
            <a:ext cx="288361" cy="495752"/>
            <a:chOff x="-39205300" y="3220175"/>
            <a:chExt cx="185100" cy="318225"/>
          </a:xfrm>
        </p:grpSpPr>
        <p:sp>
          <p:nvSpPr>
            <p:cNvPr id="7710" name="Google Shape;7710;p69"/>
            <p:cNvSpPr/>
            <p:nvPr/>
          </p:nvSpPr>
          <p:spPr>
            <a:xfrm>
              <a:off x="-39205300" y="3220175"/>
              <a:ext cx="185100" cy="111875"/>
            </a:xfrm>
            <a:custGeom>
              <a:avLst/>
              <a:gdLst/>
              <a:ahLst/>
              <a:cxnLst/>
              <a:rect l="l" t="t" r="r" b="b"/>
              <a:pathLst>
                <a:path w="7404" h="4475" extrusionOk="0">
                  <a:moveTo>
                    <a:pt x="1229" y="1"/>
                  </a:moveTo>
                  <a:cubicBezTo>
                    <a:pt x="567" y="1"/>
                    <a:pt x="0" y="568"/>
                    <a:pt x="0" y="1261"/>
                  </a:cubicBezTo>
                  <a:cubicBezTo>
                    <a:pt x="0" y="1797"/>
                    <a:pt x="315" y="2269"/>
                    <a:pt x="819" y="2458"/>
                  </a:cubicBezTo>
                  <a:lnTo>
                    <a:pt x="819" y="4475"/>
                  </a:lnTo>
                  <a:lnTo>
                    <a:pt x="6616" y="4475"/>
                  </a:lnTo>
                  <a:lnTo>
                    <a:pt x="6616" y="2458"/>
                  </a:lnTo>
                  <a:lnTo>
                    <a:pt x="6585" y="2458"/>
                  </a:lnTo>
                  <a:cubicBezTo>
                    <a:pt x="7057" y="2301"/>
                    <a:pt x="7404" y="1828"/>
                    <a:pt x="7404" y="1261"/>
                  </a:cubicBezTo>
                  <a:cubicBezTo>
                    <a:pt x="7404" y="600"/>
                    <a:pt x="6868" y="64"/>
                    <a:pt x="617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11" name="Google Shape;7711;p69"/>
            <p:cNvSpPr/>
            <p:nvPr/>
          </p:nvSpPr>
          <p:spPr>
            <a:xfrm>
              <a:off x="-39184825" y="3353300"/>
              <a:ext cx="144950" cy="185100"/>
            </a:xfrm>
            <a:custGeom>
              <a:avLst/>
              <a:gdLst/>
              <a:ahLst/>
              <a:cxnLst/>
              <a:rect l="l" t="t" r="r" b="b"/>
              <a:pathLst>
                <a:path w="5798" h="7404" extrusionOk="0">
                  <a:moveTo>
                    <a:pt x="0" y="0"/>
                  </a:moveTo>
                  <a:lnTo>
                    <a:pt x="0" y="819"/>
                  </a:lnTo>
                  <a:lnTo>
                    <a:pt x="2111" y="819"/>
                  </a:lnTo>
                  <a:cubicBezTo>
                    <a:pt x="2332" y="819"/>
                    <a:pt x="2489" y="1040"/>
                    <a:pt x="2489" y="1260"/>
                  </a:cubicBezTo>
                  <a:cubicBezTo>
                    <a:pt x="2489" y="1513"/>
                    <a:pt x="2300" y="1702"/>
                    <a:pt x="2111" y="1702"/>
                  </a:cubicBezTo>
                  <a:lnTo>
                    <a:pt x="0" y="1702"/>
                  </a:lnTo>
                  <a:lnTo>
                    <a:pt x="0" y="2521"/>
                  </a:lnTo>
                  <a:lnTo>
                    <a:pt x="2111" y="2521"/>
                  </a:lnTo>
                  <a:cubicBezTo>
                    <a:pt x="2332" y="2521"/>
                    <a:pt x="2489" y="2710"/>
                    <a:pt x="2489" y="2930"/>
                  </a:cubicBezTo>
                  <a:cubicBezTo>
                    <a:pt x="2489" y="3151"/>
                    <a:pt x="2300" y="3340"/>
                    <a:pt x="2111" y="3340"/>
                  </a:cubicBezTo>
                  <a:lnTo>
                    <a:pt x="0" y="3340"/>
                  </a:lnTo>
                  <a:lnTo>
                    <a:pt x="0" y="4190"/>
                  </a:lnTo>
                  <a:lnTo>
                    <a:pt x="2111" y="4190"/>
                  </a:lnTo>
                  <a:cubicBezTo>
                    <a:pt x="2332" y="4190"/>
                    <a:pt x="2489" y="4379"/>
                    <a:pt x="2489" y="4600"/>
                  </a:cubicBezTo>
                  <a:cubicBezTo>
                    <a:pt x="2458" y="4726"/>
                    <a:pt x="2300" y="4915"/>
                    <a:pt x="2048" y="4915"/>
                  </a:cubicBezTo>
                  <a:lnTo>
                    <a:pt x="63" y="4915"/>
                  </a:lnTo>
                  <a:cubicBezTo>
                    <a:pt x="252" y="6427"/>
                    <a:pt x="1512" y="7404"/>
                    <a:pt x="2899" y="7404"/>
                  </a:cubicBezTo>
                  <a:cubicBezTo>
                    <a:pt x="4474" y="7404"/>
                    <a:pt x="5797" y="6112"/>
                    <a:pt x="5797" y="4537"/>
                  </a:cubicBezTo>
                  <a:lnTo>
                    <a:pt x="579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712" name="Google Shape;7712;p69"/>
          <p:cNvGrpSpPr/>
          <p:nvPr/>
        </p:nvGrpSpPr>
        <p:grpSpPr>
          <a:xfrm>
            <a:off x="1860205" y="4212822"/>
            <a:ext cx="400021" cy="492364"/>
            <a:chOff x="-39248625" y="3588600"/>
            <a:chExt cx="256775" cy="316050"/>
          </a:xfrm>
        </p:grpSpPr>
        <p:sp>
          <p:nvSpPr>
            <p:cNvPr id="7713" name="Google Shape;7713;p69"/>
            <p:cNvSpPr/>
            <p:nvPr/>
          </p:nvSpPr>
          <p:spPr>
            <a:xfrm>
              <a:off x="-39248625" y="3588600"/>
              <a:ext cx="256775" cy="316050"/>
            </a:xfrm>
            <a:custGeom>
              <a:avLst/>
              <a:gdLst/>
              <a:ahLst/>
              <a:cxnLst/>
              <a:rect l="l" t="t" r="r" b="b"/>
              <a:pathLst>
                <a:path w="10271" h="12642" extrusionOk="0">
                  <a:moveTo>
                    <a:pt x="5364" y="0"/>
                  </a:moveTo>
                  <a:cubicBezTo>
                    <a:pt x="5041" y="0"/>
                    <a:pt x="4710" y="118"/>
                    <a:pt x="4443" y="355"/>
                  </a:cubicBezTo>
                  <a:lnTo>
                    <a:pt x="3277" y="1552"/>
                  </a:lnTo>
                  <a:cubicBezTo>
                    <a:pt x="2804" y="2025"/>
                    <a:pt x="2804" y="2812"/>
                    <a:pt x="3277" y="3316"/>
                  </a:cubicBezTo>
                  <a:lnTo>
                    <a:pt x="3938" y="3978"/>
                  </a:lnTo>
                  <a:lnTo>
                    <a:pt x="1702" y="6215"/>
                  </a:lnTo>
                  <a:cubicBezTo>
                    <a:pt x="1544" y="6152"/>
                    <a:pt x="1355" y="6057"/>
                    <a:pt x="1135" y="6057"/>
                  </a:cubicBezTo>
                  <a:cubicBezTo>
                    <a:pt x="1119" y="6056"/>
                    <a:pt x="1104" y="6056"/>
                    <a:pt x="1089" y="6056"/>
                  </a:cubicBezTo>
                  <a:cubicBezTo>
                    <a:pt x="538" y="6056"/>
                    <a:pt x="0" y="6611"/>
                    <a:pt x="0" y="7286"/>
                  </a:cubicBezTo>
                  <a:cubicBezTo>
                    <a:pt x="0" y="7947"/>
                    <a:pt x="567" y="8515"/>
                    <a:pt x="1229" y="8515"/>
                  </a:cubicBezTo>
                  <a:cubicBezTo>
                    <a:pt x="1418" y="8515"/>
                    <a:pt x="1576" y="8483"/>
                    <a:pt x="1733" y="8388"/>
                  </a:cubicBezTo>
                  <a:lnTo>
                    <a:pt x="3560" y="10216"/>
                  </a:lnTo>
                  <a:cubicBezTo>
                    <a:pt x="2993" y="10720"/>
                    <a:pt x="2615" y="11381"/>
                    <a:pt x="2521" y="12169"/>
                  </a:cubicBezTo>
                  <a:cubicBezTo>
                    <a:pt x="2489" y="12421"/>
                    <a:pt x="2678" y="12642"/>
                    <a:pt x="2930" y="12642"/>
                  </a:cubicBezTo>
                  <a:lnTo>
                    <a:pt x="8633" y="12642"/>
                  </a:lnTo>
                  <a:cubicBezTo>
                    <a:pt x="8853" y="12642"/>
                    <a:pt x="9074" y="12421"/>
                    <a:pt x="9011" y="12169"/>
                  </a:cubicBezTo>
                  <a:cubicBezTo>
                    <a:pt x="8790" y="10562"/>
                    <a:pt x="7404" y="9334"/>
                    <a:pt x="5766" y="9334"/>
                  </a:cubicBezTo>
                  <a:cubicBezTo>
                    <a:pt x="5199" y="9334"/>
                    <a:pt x="4695" y="9491"/>
                    <a:pt x="4222" y="9743"/>
                  </a:cubicBezTo>
                  <a:lnTo>
                    <a:pt x="2300" y="7853"/>
                  </a:lnTo>
                  <a:cubicBezTo>
                    <a:pt x="2363" y="7695"/>
                    <a:pt x="2395" y="7475"/>
                    <a:pt x="2395" y="7286"/>
                  </a:cubicBezTo>
                  <a:cubicBezTo>
                    <a:pt x="2395" y="7097"/>
                    <a:pt x="2363" y="6939"/>
                    <a:pt x="2300" y="6782"/>
                  </a:cubicBezTo>
                  <a:lnTo>
                    <a:pt x="4285" y="4797"/>
                  </a:lnTo>
                  <a:lnTo>
                    <a:pt x="4285" y="4797"/>
                  </a:lnTo>
                  <a:cubicBezTo>
                    <a:pt x="4253" y="5742"/>
                    <a:pt x="4537" y="6624"/>
                    <a:pt x="5073" y="7317"/>
                  </a:cubicBezTo>
                  <a:lnTo>
                    <a:pt x="10271" y="2119"/>
                  </a:lnTo>
                  <a:cubicBezTo>
                    <a:pt x="9636" y="1606"/>
                    <a:pt x="8888" y="1321"/>
                    <a:pt x="8026" y="1321"/>
                  </a:cubicBezTo>
                  <a:cubicBezTo>
                    <a:pt x="7776" y="1321"/>
                    <a:pt x="7516" y="1345"/>
                    <a:pt x="7246" y="1394"/>
                  </a:cubicBezTo>
                  <a:lnTo>
                    <a:pt x="6238" y="355"/>
                  </a:lnTo>
                  <a:cubicBezTo>
                    <a:pt x="6002" y="118"/>
                    <a:pt x="5687" y="0"/>
                    <a:pt x="536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14" name="Google Shape;7714;p69"/>
            <p:cNvSpPr/>
            <p:nvPr/>
          </p:nvSpPr>
          <p:spPr>
            <a:xfrm>
              <a:off x="-39076150" y="3684875"/>
              <a:ext cx="84300" cy="80300"/>
            </a:xfrm>
            <a:custGeom>
              <a:avLst/>
              <a:gdLst/>
              <a:ahLst/>
              <a:cxnLst/>
              <a:rect l="l" t="t" r="r" b="b"/>
              <a:pathLst>
                <a:path w="3372" h="3212" extrusionOk="0">
                  <a:moveTo>
                    <a:pt x="2868" y="1"/>
                  </a:moveTo>
                  <a:lnTo>
                    <a:pt x="1" y="2868"/>
                  </a:lnTo>
                  <a:cubicBezTo>
                    <a:pt x="353" y="3098"/>
                    <a:pt x="757" y="3212"/>
                    <a:pt x="1156" y="3212"/>
                  </a:cubicBezTo>
                  <a:cubicBezTo>
                    <a:pt x="1686" y="3212"/>
                    <a:pt x="2207" y="3011"/>
                    <a:pt x="2584" y="2616"/>
                  </a:cubicBezTo>
                  <a:cubicBezTo>
                    <a:pt x="3309" y="1891"/>
                    <a:pt x="3372" y="851"/>
                    <a:pt x="286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7715" name="Google Shape;7715;p69"/>
          <p:cNvSpPr/>
          <p:nvPr/>
        </p:nvSpPr>
        <p:spPr>
          <a:xfrm>
            <a:off x="1821566" y="4820324"/>
            <a:ext cx="484731" cy="494545"/>
          </a:xfrm>
          <a:custGeom>
            <a:avLst/>
            <a:gdLst/>
            <a:ahLst/>
            <a:cxnLst/>
            <a:rect l="l" t="t" r="r" b="b"/>
            <a:pathLst>
              <a:path w="12446" h="12698" extrusionOk="0">
                <a:moveTo>
                  <a:pt x="6239" y="1"/>
                </a:moveTo>
                <a:cubicBezTo>
                  <a:pt x="5105" y="1"/>
                  <a:pt x="4191" y="915"/>
                  <a:pt x="4159" y="2112"/>
                </a:cubicBezTo>
                <a:cubicBezTo>
                  <a:pt x="4159" y="3088"/>
                  <a:pt x="4852" y="3939"/>
                  <a:pt x="5798" y="4097"/>
                </a:cubicBezTo>
                <a:lnTo>
                  <a:pt x="5798" y="5294"/>
                </a:lnTo>
                <a:cubicBezTo>
                  <a:pt x="4852" y="5483"/>
                  <a:pt x="4159" y="6333"/>
                  <a:pt x="4159" y="7310"/>
                </a:cubicBezTo>
                <a:cubicBezTo>
                  <a:pt x="4159" y="7657"/>
                  <a:pt x="4222" y="7972"/>
                  <a:pt x="4380" y="8255"/>
                </a:cubicBezTo>
                <a:lnTo>
                  <a:pt x="3403" y="9043"/>
                </a:lnTo>
                <a:cubicBezTo>
                  <a:pt x="3057" y="8728"/>
                  <a:pt x="2584" y="8570"/>
                  <a:pt x="2112" y="8570"/>
                </a:cubicBezTo>
                <a:cubicBezTo>
                  <a:pt x="946" y="8602"/>
                  <a:pt x="1" y="9515"/>
                  <a:pt x="1" y="10650"/>
                </a:cubicBezTo>
                <a:cubicBezTo>
                  <a:pt x="1" y="11784"/>
                  <a:pt x="946" y="12697"/>
                  <a:pt x="2112" y="12697"/>
                </a:cubicBezTo>
                <a:cubicBezTo>
                  <a:pt x="3246" y="12697"/>
                  <a:pt x="4128" y="11752"/>
                  <a:pt x="4191" y="10650"/>
                </a:cubicBezTo>
                <a:cubicBezTo>
                  <a:pt x="4191" y="10303"/>
                  <a:pt x="4096" y="9988"/>
                  <a:pt x="3939" y="9704"/>
                </a:cubicBezTo>
                <a:lnTo>
                  <a:pt x="4947" y="8917"/>
                </a:lnTo>
                <a:cubicBezTo>
                  <a:pt x="5294" y="9232"/>
                  <a:pt x="5766" y="9389"/>
                  <a:pt x="6239" y="9389"/>
                </a:cubicBezTo>
                <a:cubicBezTo>
                  <a:pt x="6743" y="9389"/>
                  <a:pt x="7184" y="9200"/>
                  <a:pt x="7530" y="8917"/>
                </a:cubicBezTo>
                <a:lnTo>
                  <a:pt x="8507" y="9704"/>
                </a:lnTo>
                <a:cubicBezTo>
                  <a:pt x="8350" y="9988"/>
                  <a:pt x="8287" y="10303"/>
                  <a:pt x="8287" y="10650"/>
                </a:cubicBezTo>
                <a:cubicBezTo>
                  <a:pt x="8287" y="11784"/>
                  <a:pt x="9232" y="12697"/>
                  <a:pt x="10366" y="12697"/>
                </a:cubicBezTo>
                <a:cubicBezTo>
                  <a:pt x="11500" y="12697"/>
                  <a:pt x="12414" y="11752"/>
                  <a:pt x="12445" y="10650"/>
                </a:cubicBezTo>
                <a:cubicBezTo>
                  <a:pt x="12445" y="9515"/>
                  <a:pt x="11563" y="8602"/>
                  <a:pt x="10366" y="8570"/>
                </a:cubicBezTo>
                <a:cubicBezTo>
                  <a:pt x="9862" y="8570"/>
                  <a:pt x="9421" y="8759"/>
                  <a:pt x="9074" y="9043"/>
                </a:cubicBezTo>
                <a:lnTo>
                  <a:pt x="8097" y="8255"/>
                </a:lnTo>
                <a:cubicBezTo>
                  <a:pt x="8255" y="7972"/>
                  <a:pt x="8318" y="7657"/>
                  <a:pt x="8318" y="7310"/>
                </a:cubicBezTo>
                <a:cubicBezTo>
                  <a:pt x="8318" y="6333"/>
                  <a:pt x="7625" y="5451"/>
                  <a:pt x="6680" y="5294"/>
                </a:cubicBezTo>
                <a:lnTo>
                  <a:pt x="6680" y="4097"/>
                </a:lnTo>
                <a:cubicBezTo>
                  <a:pt x="7625" y="3908"/>
                  <a:pt x="8318" y="3088"/>
                  <a:pt x="8318" y="2112"/>
                </a:cubicBezTo>
                <a:cubicBezTo>
                  <a:pt x="8318" y="946"/>
                  <a:pt x="7404" y="64"/>
                  <a:pt x="623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16" name="Google Shape;7716;p69"/>
          <p:cNvSpPr/>
          <p:nvPr/>
        </p:nvSpPr>
        <p:spPr>
          <a:xfrm>
            <a:off x="4740962" y="3582241"/>
            <a:ext cx="493299" cy="491468"/>
          </a:xfrm>
          <a:custGeom>
            <a:avLst/>
            <a:gdLst/>
            <a:ahLst/>
            <a:cxnLst/>
            <a:rect l="l" t="t" r="r" b="b"/>
            <a:pathLst>
              <a:path w="12666" h="12619" extrusionOk="0">
                <a:moveTo>
                  <a:pt x="9294" y="1"/>
                </a:moveTo>
                <a:cubicBezTo>
                  <a:pt x="9192" y="1"/>
                  <a:pt x="9089" y="40"/>
                  <a:pt x="9011" y="119"/>
                </a:cubicBezTo>
                <a:lnTo>
                  <a:pt x="7593" y="1537"/>
                </a:lnTo>
                <a:lnTo>
                  <a:pt x="9011" y="2954"/>
                </a:lnTo>
                <a:cubicBezTo>
                  <a:pt x="9168" y="3112"/>
                  <a:pt x="9168" y="3395"/>
                  <a:pt x="9011" y="3553"/>
                </a:cubicBezTo>
                <a:cubicBezTo>
                  <a:pt x="8932" y="3632"/>
                  <a:pt x="8822" y="3671"/>
                  <a:pt x="8711" y="3671"/>
                </a:cubicBezTo>
                <a:cubicBezTo>
                  <a:pt x="8601" y="3671"/>
                  <a:pt x="8491" y="3632"/>
                  <a:pt x="8412" y="3553"/>
                </a:cubicBezTo>
                <a:lnTo>
                  <a:pt x="6994" y="2135"/>
                </a:lnTo>
                <a:lnTo>
                  <a:pt x="5923" y="3206"/>
                </a:lnTo>
                <a:lnTo>
                  <a:pt x="7341" y="4624"/>
                </a:lnTo>
                <a:cubicBezTo>
                  <a:pt x="7498" y="4782"/>
                  <a:pt x="7498" y="5034"/>
                  <a:pt x="7341" y="5191"/>
                </a:cubicBezTo>
                <a:cubicBezTo>
                  <a:pt x="7262" y="5270"/>
                  <a:pt x="7160" y="5309"/>
                  <a:pt x="7053" y="5309"/>
                </a:cubicBezTo>
                <a:cubicBezTo>
                  <a:pt x="6947" y="5309"/>
                  <a:pt x="6837" y="5270"/>
                  <a:pt x="6742" y="5191"/>
                </a:cubicBezTo>
                <a:lnTo>
                  <a:pt x="5356" y="3773"/>
                </a:lnTo>
                <a:lnTo>
                  <a:pt x="4285" y="4845"/>
                </a:lnTo>
                <a:lnTo>
                  <a:pt x="5703" y="6262"/>
                </a:lnTo>
                <a:cubicBezTo>
                  <a:pt x="5860" y="6420"/>
                  <a:pt x="5860" y="6703"/>
                  <a:pt x="5703" y="6861"/>
                </a:cubicBezTo>
                <a:cubicBezTo>
                  <a:pt x="5624" y="6940"/>
                  <a:pt x="5514" y="6979"/>
                  <a:pt x="5403" y="6979"/>
                </a:cubicBezTo>
                <a:cubicBezTo>
                  <a:pt x="5293" y="6979"/>
                  <a:pt x="5183" y="6940"/>
                  <a:pt x="5104" y="6861"/>
                </a:cubicBezTo>
                <a:lnTo>
                  <a:pt x="3686" y="5443"/>
                </a:lnTo>
                <a:lnTo>
                  <a:pt x="2615" y="6514"/>
                </a:lnTo>
                <a:lnTo>
                  <a:pt x="4096" y="7932"/>
                </a:lnTo>
                <a:cubicBezTo>
                  <a:pt x="4253" y="8090"/>
                  <a:pt x="4253" y="8373"/>
                  <a:pt x="4096" y="8499"/>
                </a:cubicBezTo>
                <a:cubicBezTo>
                  <a:pt x="4017" y="8578"/>
                  <a:pt x="3907" y="8617"/>
                  <a:pt x="3797" y="8617"/>
                </a:cubicBezTo>
                <a:cubicBezTo>
                  <a:pt x="3686" y="8617"/>
                  <a:pt x="3576" y="8578"/>
                  <a:pt x="3497" y="8499"/>
                </a:cubicBezTo>
                <a:lnTo>
                  <a:pt x="2048" y="7081"/>
                </a:lnTo>
                <a:lnTo>
                  <a:pt x="158" y="8972"/>
                </a:lnTo>
                <a:cubicBezTo>
                  <a:pt x="0" y="9129"/>
                  <a:pt x="0" y="9413"/>
                  <a:pt x="158" y="9570"/>
                </a:cubicBezTo>
                <a:lnTo>
                  <a:pt x="3056" y="12500"/>
                </a:lnTo>
                <a:cubicBezTo>
                  <a:pt x="3135" y="12579"/>
                  <a:pt x="3245" y="12618"/>
                  <a:pt x="3356" y="12618"/>
                </a:cubicBezTo>
                <a:cubicBezTo>
                  <a:pt x="3466" y="12618"/>
                  <a:pt x="3576" y="12579"/>
                  <a:pt x="3655" y="12500"/>
                </a:cubicBezTo>
                <a:lnTo>
                  <a:pt x="12508" y="3616"/>
                </a:lnTo>
                <a:cubicBezTo>
                  <a:pt x="12665" y="3458"/>
                  <a:pt x="12665" y="3206"/>
                  <a:pt x="12508" y="3049"/>
                </a:cubicBezTo>
                <a:lnTo>
                  <a:pt x="9578" y="119"/>
                </a:lnTo>
                <a:cubicBezTo>
                  <a:pt x="9499" y="40"/>
                  <a:pt x="9397" y="1"/>
                  <a:pt x="929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7717" name="Google Shape;7717;p69"/>
          <p:cNvGrpSpPr/>
          <p:nvPr/>
        </p:nvGrpSpPr>
        <p:grpSpPr>
          <a:xfrm>
            <a:off x="1127822" y="1796844"/>
            <a:ext cx="572672" cy="494505"/>
            <a:chOff x="-42651700" y="3217825"/>
            <a:chExt cx="367600" cy="317425"/>
          </a:xfrm>
        </p:grpSpPr>
        <p:sp>
          <p:nvSpPr>
            <p:cNvPr id="7718" name="Google Shape;7718;p69"/>
            <p:cNvSpPr/>
            <p:nvPr/>
          </p:nvSpPr>
          <p:spPr>
            <a:xfrm>
              <a:off x="-42651700" y="3239075"/>
              <a:ext cx="367600" cy="296175"/>
            </a:xfrm>
            <a:custGeom>
              <a:avLst/>
              <a:gdLst/>
              <a:ahLst/>
              <a:cxnLst/>
              <a:rect l="l" t="t" r="r" b="b"/>
              <a:pathLst>
                <a:path w="14704" h="11847" extrusionOk="0">
                  <a:moveTo>
                    <a:pt x="7370" y="797"/>
                  </a:moveTo>
                  <a:cubicBezTo>
                    <a:pt x="8536" y="797"/>
                    <a:pt x="9694" y="1246"/>
                    <a:pt x="10576" y="2143"/>
                  </a:cubicBezTo>
                  <a:cubicBezTo>
                    <a:pt x="12340" y="3908"/>
                    <a:pt x="12340" y="6775"/>
                    <a:pt x="10576" y="8539"/>
                  </a:cubicBezTo>
                  <a:cubicBezTo>
                    <a:pt x="9757" y="9390"/>
                    <a:pt x="8623" y="9894"/>
                    <a:pt x="7363" y="9894"/>
                  </a:cubicBezTo>
                  <a:cubicBezTo>
                    <a:pt x="6102" y="9894"/>
                    <a:pt x="4937" y="9358"/>
                    <a:pt x="4118" y="8539"/>
                  </a:cubicBezTo>
                  <a:cubicBezTo>
                    <a:pt x="2353" y="6775"/>
                    <a:pt x="2353" y="3908"/>
                    <a:pt x="4118" y="2143"/>
                  </a:cubicBezTo>
                  <a:cubicBezTo>
                    <a:pt x="5031" y="1246"/>
                    <a:pt x="6205" y="797"/>
                    <a:pt x="7370" y="797"/>
                  </a:cubicBezTo>
                  <a:close/>
                  <a:moveTo>
                    <a:pt x="7326" y="1"/>
                  </a:moveTo>
                  <a:cubicBezTo>
                    <a:pt x="2091" y="1"/>
                    <a:pt x="0" y="6750"/>
                    <a:pt x="4275" y="9768"/>
                  </a:cubicBezTo>
                  <a:lnTo>
                    <a:pt x="3424" y="11280"/>
                  </a:lnTo>
                  <a:cubicBezTo>
                    <a:pt x="3298" y="11532"/>
                    <a:pt x="3487" y="11847"/>
                    <a:pt x="3771" y="11847"/>
                  </a:cubicBezTo>
                  <a:cubicBezTo>
                    <a:pt x="3929" y="11847"/>
                    <a:pt x="4086" y="11784"/>
                    <a:pt x="4118" y="11626"/>
                  </a:cubicBezTo>
                  <a:lnTo>
                    <a:pt x="5000" y="10209"/>
                  </a:lnTo>
                  <a:cubicBezTo>
                    <a:pt x="5740" y="10571"/>
                    <a:pt x="6543" y="10752"/>
                    <a:pt x="7351" y="10752"/>
                  </a:cubicBezTo>
                  <a:cubicBezTo>
                    <a:pt x="8158" y="10752"/>
                    <a:pt x="8969" y="10571"/>
                    <a:pt x="9725" y="10209"/>
                  </a:cubicBezTo>
                  <a:lnTo>
                    <a:pt x="10576" y="11626"/>
                  </a:lnTo>
                  <a:cubicBezTo>
                    <a:pt x="10671" y="11784"/>
                    <a:pt x="10828" y="11847"/>
                    <a:pt x="10923" y="11847"/>
                  </a:cubicBezTo>
                  <a:cubicBezTo>
                    <a:pt x="11238" y="11847"/>
                    <a:pt x="11458" y="11532"/>
                    <a:pt x="11301" y="11280"/>
                  </a:cubicBezTo>
                  <a:lnTo>
                    <a:pt x="10419" y="9768"/>
                  </a:lnTo>
                  <a:cubicBezTo>
                    <a:pt x="14703" y="6775"/>
                    <a:pt x="12592" y="1"/>
                    <a:pt x="7363" y="1"/>
                  </a:cubicBezTo>
                  <a:cubicBezTo>
                    <a:pt x="7350" y="1"/>
                    <a:pt x="7338" y="1"/>
                    <a:pt x="732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19" name="Google Shape;7719;p69"/>
            <p:cNvSpPr/>
            <p:nvPr/>
          </p:nvSpPr>
          <p:spPr>
            <a:xfrm>
              <a:off x="-42419600" y="3217825"/>
              <a:ext cx="106350" cy="106350"/>
            </a:xfrm>
            <a:custGeom>
              <a:avLst/>
              <a:gdLst/>
              <a:ahLst/>
              <a:cxnLst/>
              <a:rect l="l" t="t" r="r" b="b"/>
              <a:pathLst>
                <a:path w="4254" h="4254" extrusionOk="0">
                  <a:moveTo>
                    <a:pt x="1355" y="0"/>
                  </a:moveTo>
                  <a:cubicBezTo>
                    <a:pt x="882" y="0"/>
                    <a:pt x="410" y="95"/>
                    <a:pt x="0" y="315"/>
                  </a:cubicBezTo>
                  <a:cubicBezTo>
                    <a:pt x="1891" y="946"/>
                    <a:pt x="3340" y="2395"/>
                    <a:pt x="3938" y="4254"/>
                  </a:cubicBezTo>
                  <a:cubicBezTo>
                    <a:pt x="4128" y="3844"/>
                    <a:pt x="4254" y="3371"/>
                    <a:pt x="4254" y="2899"/>
                  </a:cubicBezTo>
                  <a:cubicBezTo>
                    <a:pt x="4254" y="1292"/>
                    <a:pt x="2962" y="0"/>
                    <a:pt x="135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20" name="Google Shape;7720;p69"/>
            <p:cNvSpPr/>
            <p:nvPr/>
          </p:nvSpPr>
          <p:spPr>
            <a:xfrm>
              <a:off x="-42623600" y="3218600"/>
              <a:ext cx="106350" cy="106375"/>
            </a:xfrm>
            <a:custGeom>
              <a:avLst/>
              <a:gdLst/>
              <a:ahLst/>
              <a:cxnLst/>
              <a:rect l="l" t="t" r="r" b="b"/>
              <a:pathLst>
                <a:path w="4254" h="4255" extrusionOk="0">
                  <a:moveTo>
                    <a:pt x="2931" y="1"/>
                  </a:moveTo>
                  <a:cubicBezTo>
                    <a:pt x="1292" y="1"/>
                    <a:pt x="1" y="1293"/>
                    <a:pt x="1" y="2899"/>
                  </a:cubicBezTo>
                  <a:cubicBezTo>
                    <a:pt x="1" y="3372"/>
                    <a:pt x="127" y="3845"/>
                    <a:pt x="316" y="4254"/>
                  </a:cubicBezTo>
                  <a:cubicBezTo>
                    <a:pt x="977" y="2364"/>
                    <a:pt x="2426" y="915"/>
                    <a:pt x="4254" y="316"/>
                  </a:cubicBezTo>
                  <a:cubicBezTo>
                    <a:pt x="3876" y="127"/>
                    <a:pt x="3403" y="1"/>
                    <a:pt x="293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21" name="Google Shape;7721;p69"/>
            <p:cNvSpPr/>
            <p:nvPr/>
          </p:nvSpPr>
          <p:spPr>
            <a:xfrm>
              <a:off x="-42561375" y="3279250"/>
              <a:ext cx="185900" cy="186700"/>
            </a:xfrm>
            <a:custGeom>
              <a:avLst/>
              <a:gdLst/>
              <a:ahLst/>
              <a:cxnLst/>
              <a:rect l="l" t="t" r="r" b="b"/>
              <a:pathLst>
                <a:path w="7436" h="7468" extrusionOk="0">
                  <a:moveTo>
                    <a:pt x="3781" y="1671"/>
                  </a:moveTo>
                  <a:cubicBezTo>
                    <a:pt x="4033" y="1671"/>
                    <a:pt x="4191" y="1860"/>
                    <a:pt x="4191" y="2112"/>
                  </a:cubicBezTo>
                  <a:lnTo>
                    <a:pt x="4191" y="3340"/>
                  </a:lnTo>
                  <a:lnTo>
                    <a:pt x="5388" y="3340"/>
                  </a:lnTo>
                  <a:cubicBezTo>
                    <a:pt x="5640" y="3340"/>
                    <a:pt x="5829" y="3529"/>
                    <a:pt x="5829" y="3750"/>
                  </a:cubicBezTo>
                  <a:cubicBezTo>
                    <a:pt x="5829" y="4002"/>
                    <a:pt x="5640" y="4128"/>
                    <a:pt x="5388" y="4128"/>
                  </a:cubicBezTo>
                  <a:lnTo>
                    <a:pt x="3750" y="4128"/>
                  </a:lnTo>
                  <a:cubicBezTo>
                    <a:pt x="3498" y="4128"/>
                    <a:pt x="3308" y="3939"/>
                    <a:pt x="3308" y="3750"/>
                  </a:cubicBezTo>
                  <a:lnTo>
                    <a:pt x="3308" y="2112"/>
                  </a:lnTo>
                  <a:lnTo>
                    <a:pt x="3340" y="2112"/>
                  </a:lnTo>
                  <a:cubicBezTo>
                    <a:pt x="3340" y="1860"/>
                    <a:pt x="3529" y="1671"/>
                    <a:pt x="3781" y="1671"/>
                  </a:cubicBezTo>
                  <a:close/>
                  <a:moveTo>
                    <a:pt x="3750" y="1"/>
                  </a:moveTo>
                  <a:cubicBezTo>
                    <a:pt x="1702" y="1"/>
                    <a:pt x="32" y="1671"/>
                    <a:pt x="0" y="3750"/>
                  </a:cubicBezTo>
                  <a:cubicBezTo>
                    <a:pt x="32" y="5798"/>
                    <a:pt x="1702" y="7467"/>
                    <a:pt x="3750" y="7467"/>
                  </a:cubicBezTo>
                  <a:cubicBezTo>
                    <a:pt x="5797" y="7467"/>
                    <a:pt x="7436" y="5798"/>
                    <a:pt x="7436" y="3750"/>
                  </a:cubicBezTo>
                  <a:cubicBezTo>
                    <a:pt x="7436" y="1702"/>
                    <a:pt x="5797" y="64"/>
                    <a:pt x="375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722" name="Google Shape;7722;p69"/>
          <p:cNvGrpSpPr/>
          <p:nvPr/>
        </p:nvGrpSpPr>
        <p:grpSpPr>
          <a:xfrm>
            <a:off x="1175065" y="2383043"/>
            <a:ext cx="478187" cy="484301"/>
            <a:chOff x="-42617300" y="3587775"/>
            <a:chExt cx="306950" cy="310875"/>
          </a:xfrm>
        </p:grpSpPr>
        <p:sp>
          <p:nvSpPr>
            <p:cNvPr id="7723" name="Google Shape;7723;p69"/>
            <p:cNvSpPr/>
            <p:nvPr/>
          </p:nvSpPr>
          <p:spPr>
            <a:xfrm>
              <a:off x="-42617300" y="3587775"/>
              <a:ext cx="306950" cy="310875"/>
            </a:xfrm>
            <a:custGeom>
              <a:avLst/>
              <a:gdLst/>
              <a:ahLst/>
              <a:cxnLst/>
              <a:rect l="l" t="t" r="r" b="b"/>
              <a:pathLst>
                <a:path w="12278" h="12435" extrusionOk="0">
                  <a:moveTo>
                    <a:pt x="5905" y="860"/>
                  </a:moveTo>
                  <a:cubicBezTo>
                    <a:pt x="6421" y="860"/>
                    <a:pt x="6926" y="1412"/>
                    <a:pt x="7341" y="2467"/>
                  </a:cubicBezTo>
                  <a:cubicBezTo>
                    <a:pt x="6837" y="2593"/>
                    <a:pt x="6365" y="2782"/>
                    <a:pt x="5892" y="3003"/>
                  </a:cubicBezTo>
                  <a:cubicBezTo>
                    <a:pt x="5419" y="2782"/>
                    <a:pt x="4947" y="2593"/>
                    <a:pt x="4443" y="2467"/>
                  </a:cubicBezTo>
                  <a:cubicBezTo>
                    <a:pt x="4893" y="1381"/>
                    <a:pt x="5404" y="860"/>
                    <a:pt x="5905" y="860"/>
                  </a:cubicBezTo>
                  <a:close/>
                  <a:moveTo>
                    <a:pt x="4191" y="3255"/>
                  </a:moveTo>
                  <a:cubicBezTo>
                    <a:pt x="4443" y="3349"/>
                    <a:pt x="4632" y="3381"/>
                    <a:pt x="4884" y="3475"/>
                  </a:cubicBezTo>
                  <a:cubicBezTo>
                    <a:pt x="4726" y="3538"/>
                    <a:pt x="4600" y="3601"/>
                    <a:pt x="4443" y="3696"/>
                  </a:cubicBezTo>
                  <a:cubicBezTo>
                    <a:pt x="4285" y="3790"/>
                    <a:pt x="4159" y="3853"/>
                    <a:pt x="4002" y="3948"/>
                  </a:cubicBezTo>
                  <a:cubicBezTo>
                    <a:pt x="4096" y="3727"/>
                    <a:pt x="4159" y="3507"/>
                    <a:pt x="4191" y="3255"/>
                  </a:cubicBezTo>
                  <a:close/>
                  <a:moveTo>
                    <a:pt x="7625" y="3318"/>
                  </a:moveTo>
                  <a:cubicBezTo>
                    <a:pt x="7688" y="3507"/>
                    <a:pt x="7751" y="3727"/>
                    <a:pt x="7782" y="3979"/>
                  </a:cubicBezTo>
                  <a:cubicBezTo>
                    <a:pt x="7499" y="3790"/>
                    <a:pt x="7247" y="3633"/>
                    <a:pt x="6963" y="3507"/>
                  </a:cubicBezTo>
                  <a:cubicBezTo>
                    <a:pt x="7184" y="3412"/>
                    <a:pt x="7404" y="3349"/>
                    <a:pt x="7625" y="3318"/>
                  </a:cubicBezTo>
                  <a:close/>
                  <a:moveTo>
                    <a:pt x="2611" y="3034"/>
                  </a:moveTo>
                  <a:cubicBezTo>
                    <a:pt x="2846" y="3034"/>
                    <a:pt x="3110" y="3054"/>
                    <a:pt x="3403" y="3097"/>
                  </a:cubicBezTo>
                  <a:cubicBezTo>
                    <a:pt x="3309" y="3570"/>
                    <a:pt x="3183" y="4042"/>
                    <a:pt x="3151" y="4609"/>
                  </a:cubicBezTo>
                  <a:cubicBezTo>
                    <a:pt x="2742" y="4924"/>
                    <a:pt x="2363" y="5240"/>
                    <a:pt x="1954" y="5586"/>
                  </a:cubicBezTo>
                  <a:cubicBezTo>
                    <a:pt x="712" y="4068"/>
                    <a:pt x="945" y="3034"/>
                    <a:pt x="2611" y="3034"/>
                  </a:cubicBezTo>
                  <a:close/>
                  <a:moveTo>
                    <a:pt x="9301" y="3075"/>
                  </a:moveTo>
                  <a:cubicBezTo>
                    <a:pt x="10879" y="3075"/>
                    <a:pt x="11079" y="4102"/>
                    <a:pt x="9862" y="5618"/>
                  </a:cubicBezTo>
                  <a:cubicBezTo>
                    <a:pt x="9515" y="5271"/>
                    <a:pt x="9137" y="4924"/>
                    <a:pt x="8696" y="4641"/>
                  </a:cubicBezTo>
                  <a:cubicBezTo>
                    <a:pt x="8601" y="4137"/>
                    <a:pt x="8538" y="3601"/>
                    <a:pt x="8412" y="3160"/>
                  </a:cubicBezTo>
                  <a:cubicBezTo>
                    <a:pt x="8746" y="3102"/>
                    <a:pt x="9042" y="3075"/>
                    <a:pt x="9301" y="3075"/>
                  </a:cubicBezTo>
                  <a:close/>
                  <a:moveTo>
                    <a:pt x="8822" y="5744"/>
                  </a:moveTo>
                  <a:cubicBezTo>
                    <a:pt x="9011" y="5901"/>
                    <a:pt x="9169" y="6059"/>
                    <a:pt x="9326" y="6216"/>
                  </a:cubicBezTo>
                  <a:cubicBezTo>
                    <a:pt x="9169" y="6374"/>
                    <a:pt x="8980" y="6531"/>
                    <a:pt x="8822" y="6689"/>
                  </a:cubicBezTo>
                  <a:lnTo>
                    <a:pt x="8822" y="5744"/>
                  </a:lnTo>
                  <a:close/>
                  <a:moveTo>
                    <a:pt x="3025" y="5775"/>
                  </a:moveTo>
                  <a:lnTo>
                    <a:pt x="3025" y="6720"/>
                  </a:lnTo>
                  <a:cubicBezTo>
                    <a:pt x="2836" y="6563"/>
                    <a:pt x="2679" y="6405"/>
                    <a:pt x="2521" y="6248"/>
                  </a:cubicBezTo>
                  <a:cubicBezTo>
                    <a:pt x="2679" y="6090"/>
                    <a:pt x="2868" y="5933"/>
                    <a:pt x="3025" y="5775"/>
                  </a:cubicBezTo>
                  <a:close/>
                  <a:moveTo>
                    <a:pt x="5892" y="3885"/>
                  </a:moveTo>
                  <a:cubicBezTo>
                    <a:pt x="6617" y="4200"/>
                    <a:pt x="7278" y="4609"/>
                    <a:pt x="7908" y="5082"/>
                  </a:cubicBezTo>
                  <a:cubicBezTo>
                    <a:pt x="8003" y="5838"/>
                    <a:pt x="8003" y="6626"/>
                    <a:pt x="7908" y="7413"/>
                  </a:cubicBezTo>
                  <a:cubicBezTo>
                    <a:pt x="7278" y="7823"/>
                    <a:pt x="6585" y="8232"/>
                    <a:pt x="5892" y="8579"/>
                  </a:cubicBezTo>
                  <a:cubicBezTo>
                    <a:pt x="5545" y="8421"/>
                    <a:pt x="5230" y="8232"/>
                    <a:pt x="4884" y="8043"/>
                  </a:cubicBezTo>
                  <a:cubicBezTo>
                    <a:pt x="4537" y="7823"/>
                    <a:pt x="4191" y="7634"/>
                    <a:pt x="3876" y="7413"/>
                  </a:cubicBezTo>
                  <a:cubicBezTo>
                    <a:pt x="3844" y="6657"/>
                    <a:pt x="3844" y="5870"/>
                    <a:pt x="3876" y="5082"/>
                  </a:cubicBezTo>
                  <a:cubicBezTo>
                    <a:pt x="4191" y="4830"/>
                    <a:pt x="4537" y="4641"/>
                    <a:pt x="4884" y="4452"/>
                  </a:cubicBezTo>
                  <a:cubicBezTo>
                    <a:pt x="5230" y="4263"/>
                    <a:pt x="5577" y="4042"/>
                    <a:pt x="5892" y="3885"/>
                  </a:cubicBezTo>
                  <a:close/>
                  <a:moveTo>
                    <a:pt x="4033" y="8516"/>
                  </a:moveTo>
                  <a:cubicBezTo>
                    <a:pt x="4159" y="8579"/>
                    <a:pt x="4317" y="8674"/>
                    <a:pt x="4474" y="8737"/>
                  </a:cubicBezTo>
                  <a:cubicBezTo>
                    <a:pt x="4632" y="8831"/>
                    <a:pt x="4758" y="8894"/>
                    <a:pt x="4915" y="8989"/>
                  </a:cubicBezTo>
                  <a:cubicBezTo>
                    <a:pt x="4663" y="9052"/>
                    <a:pt x="4474" y="9146"/>
                    <a:pt x="4254" y="9178"/>
                  </a:cubicBezTo>
                  <a:cubicBezTo>
                    <a:pt x="4159" y="8926"/>
                    <a:pt x="4096" y="8737"/>
                    <a:pt x="4033" y="8516"/>
                  </a:cubicBezTo>
                  <a:close/>
                  <a:moveTo>
                    <a:pt x="7782" y="8516"/>
                  </a:moveTo>
                  <a:cubicBezTo>
                    <a:pt x="7751" y="8737"/>
                    <a:pt x="7688" y="8989"/>
                    <a:pt x="7625" y="9178"/>
                  </a:cubicBezTo>
                  <a:cubicBezTo>
                    <a:pt x="7404" y="9083"/>
                    <a:pt x="7184" y="9052"/>
                    <a:pt x="6963" y="8989"/>
                  </a:cubicBezTo>
                  <a:cubicBezTo>
                    <a:pt x="7278" y="8831"/>
                    <a:pt x="7499" y="8674"/>
                    <a:pt x="7782" y="8516"/>
                  </a:cubicBezTo>
                  <a:close/>
                  <a:moveTo>
                    <a:pt x="1954" y="6846"/>
                  </a:moveTo>
                  <a:cubicBezTo>
                    <a:pt x="2300" y="7193"/>
                    <a:pt x="2710" y="7571"/>
                    <a:pt x="3151" y="7823"/>
                  </a:cubicBezTo>
                  <a:cubicBezTo>
                    <a:pt x="3214" y="8358"/>
                    <a:pt x="3309" y="8863"/>
                    <a:pt x="3403" y="9335"/>
                  </a:cubicBezTo>
                  <a:cubicBezTo>
                    <a:pt x="3090" y="9388"/>
                    <a:pt x="2806" y="9414"/>
                    <a:pt x="2555" y="9414"/>
                  </a:cubicBezTo>
                  <a:cubicBezTo>
                    <a:pt x="1015" y="9414"/>
                    <a:pt x="681" y="8445"/>
                    <a:pt x="1954" y="6846"/>
                  </a:cubicBezTo>
                  <a:close/>
                  <a:moveTo>
                    <a:pt x="9925" y="6846"/>
                  </a:moveTo>
                  <a:lnTo>
                    <a:pt x="9925" y="6846"/>
                  </a:lnTo>
                  <a:cubicBezTo>
                    <a:pt x="11167" y="8392"/>
                    <a:pt x="10934" y="9430"/>
                    <a:pt x="9267" y="9430"/>
                  </a:cubicBezTo>
                  <a:cubicBezTo>
                    <a:pt x="9032" y="9430"/>
                    <a:pt x="8768" y="9410"/>
                    <a:pt x="8475" y="9367"/>
                  </a:cubicBezTo>
                  <a:cubicBezTo>
                    <a:pt x="8538" y="8894"/>
                    <a:pt x="8664" y="8390"/>
                    <a:pt x="8727" y="7823"/>
                  </a:cubicBezTo>
                  <a:cubicBezTo>
                    <a:pt x="9137" y="7508"/>
                    <a:pt x="9515" y="7193"/>
                    <a:pt x="9925" y="6846"/>
                  </a:cubicBezTo>
                  <a:close/>
                  <a:moveTo>
                    <a:pt x="5924" y="9461"/>
                  </a:moveTo>
                  <a:cubicBezTo>
                    <a:pt x="6396" y="9650"/>
                    <a:pt x="6869" y="9839"/>
                    <a:pt x="7404" y="9965"/>
                  </a:cubicBezTo>
                  <a:cubicBezTo>
                    <a:pt x="6962" y="11056"/>
                    <a:pt x="6440" y="11607"/>
                    <a:pt x="5922" y="11607"/>
                  </a:cubicBezTo>
                  <a:cubicBezTo>
                    <a:pt x="5408" y="11607"/>
                    <a:pt x="4898" y="11064"/>
                    <a:pt x="4474" y="9965"/>
                  </a:cubicBezTo>
                  <a:cubicBezTo>
                    <a:pt x="4978" y="9839"/>
                    <a:pt x="5451" y="9650"/>
                    <a:pt x="5924" y="9461"/>
                  </a:cubicBezTo>
                  <a:close/>
                  <a:moveTo>
                    <a:pt x="5931" y="1"/>
                  </a:moveTo>
                  <a:cubicBezTo>
                    <a:pt x="5817" y="1"/>
                    <a:pt x="5699" y="14"/>
                    <a:pt x="5577" y="41"/>
                  </a:cubicBezTo>
                  <a:cubicBezTo>
                    <a:pt x="4632" y="262"/>
                    <a:pt x="4002" y="1333"/>
                    <a:pt x="3655" y="2278"/>
                  </a:cubicBezTo>
                  <a:cubicBezTo>
                    <a:pt x="3326" y="2223"/>
                    <a:pt x="2973" y="2187"/>
                    <a:pt x="2624" y="2187"/>
                  </a:cubicBezTo>
                  <a:cubicBezTo>
                    <a:pt x="1770" y="2187"/>
                    <a:pt x="939" y="2404"/>
                    <a:pt x="536" y="3097"/>
                  </a:cubicBezTo>
                  <a:cubicBezTo>
                    <a:pt x="1" y="4074"/>
                    <a:pt x="662" y="5334"/>
                    <a:pt x="1387" y="6216"/>
                  </a:cubicBezTo>
                  <a:cubicBezTo>
                    <a:pt x="788" y="6972"/>
                    <a:pt x="158" y="8043"/>
                    <a:pt x="379" y="8926"/>
                  </a:cubicBezTo>
                  <a:cubicBezTo>
                    <a:pt x="599" y="9650"/>
                    <a:pt x="1166" y="10028"/>
                    <a:pt x="1922" y="10186"/>
                  </a:cubicBezTo>
                  <a:cubicBezTo>
                    <a:pt x="2157" y="10241"/>
                    <a:pt x="2410" y="10266"/>
                    <a:pt x="2668" y="10266"/>
                  </a:cubicBezTo>
                  <a:cubicBezTo>
                    <a:pt x="2998" y="10266"/>
                    <a:pt x="3337" y="10225"/>
                    <a:pt x="3655" y="10154"/>
                  </a:cubicBezTo>
                  <a:cubicBezTo>
                    <a:pt x="4221" y="11678"/>
                    <a:pt x="5076" y="12434"/>
                    <a:pt x="5929" y="12434"/>
                  </a:cubicBezTo>
                  <a:cubicBezTo>
                    <a:pt x="6786" y="12434"/>
                    <a:pt x="7639" y="11670"/>
                    <a:pt x="8192" y="10154"/>
                  </a:cubicBezTo>
                  <a:cubicBezTo>
                    <a:pt x="8550" y="10215"/>
                    <a:pt x="8882" y="10243"/>
                    <a:pt x="9186" y="10243"/>
                  </a:cubicBezTo>
                  <a:cubicBezTo>
                    <a:pt x="11589" y="10243"/>
                    <a:pt x="12278" y="8453"/>
                    <a:pt x="10460" y="6216"/>
                  </a:cubicBezTo>
                  <a:cubicBezTo>
                    <a:pt x="12272" y="4014"/>
                    <a:pt x="11618" y="2182"/>
                    <a:pt x="9217" y="2182"/>
                  </a:cubicBezTo>
                  <a:cubicBezTo>
                    <a:pt x="8904" y="2182"/>
                    <a:pt x="8562" y="2213"/>
                    <a:pt x="8192" y="2278"/>
                  </a:cubicBezTo>
                  <a:cubicBezTo>
                    <a:pt x="7765" y="1139"/>
                    <a:pt x="7004" y="1"/>
                    <a:pt x="593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24" name="Google Shape;7724;p69"/>
            <p:cNvSpPr/>
            <p:nvPr/>
          </p:nvSpPr>
          <p:spPr>
            <a:xfrm>
              <a:off x="-42500725" y="3712425"/>
              <a:ext cx="63025" cy="62275"/>
            </a:xfrm>
            <a:custGeom>
              <a:avLst/>
              <a:gdLst/>
              <a:ahLst/>
              <a:cxnLst/>
              <a:rect l="l" t="t" r="r" b="b"/>
              <a:pathLst>
                <a:path w="2521" h="2491" extrusionOk="0">
                  <a:moveTo>
                    <a:pt x="1313" y="0"/>
                  </a:moveTo>
                  <a:cubicBezTo>
                    <a:pt x="1295" y="0"/>
                    <a:pt x="1278" y="1"/>
                    <a:pt x="1261" y="1"/>
                  </a:cubicBezTo>
                  <a:cubicBezTo>
                    <a:pt x="599" y="1"/>
                    <a:pt x="0" y="569"/>
                    <a:pt x="63" y="1230"/>
                  </a:cubicBezTo>
                  <a:cubicBezTo>
                    <a:pt x="0" y="1955"/>
                    <a:pt x="567" y="2490"/>
                    <a:pt x="1261" y="2490"/>
                  </a:cubicBezTo>
                  <a:cubicBezTo>
                    <a:pt x="1954" y="2490"/>
                    <a:pt x="2521" y="1955"/>
                    <a:pt x="2489" y="1230"/>
                  </a:cubicBezTo>
                  <a:cubicBezTo>
                    <a:pt x="2489" y="585"/>
                    <a:pt x="1980" y="0"/>
                    <a:pt x="131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7725" name="Google Shape;7725;p69"/>
          <p:cNvSpPr/>
          <p:nvPr/>
        </p:nvSpPr>
        <p:spPr>
          <a:xfrm>
            <a:off x="1170337" y="2968434"/>
            <a:ext cx="495713" cy="493299"/>
          </a:xfrm>
          <a:custGeom>
            <a:avLst/>
            <a:gdLst/>
            <a:ahLst/>
            <a:cxnLst/>
            <a:rect l="l" t="t" r="r" b="b"/>
            <a:pathLst>
              <a:path w="12728" h="12666" extrusionOk="0">
                <a:moveTo>
                  <a:pt x="1859" y="3308"/>
                </a:moveTo>
                <a:lnTo>
                  <a:pt x="1859" y="5230"/>
                </a:lnTo>
                <a:lnTo>
                  <a:pt x="882" y="5230"/>
                </a:lnTo>
                <a:lnTo>
                  <a:pt x="882" y="3308"/>
                </a:lnTo>
                <a:close/>
                <a:moveTo>
                  <a:pt x="5765" y="2458"/>
                </a:moveTo>
                <a:cubicBezTo>
                  <a:pt x="5860" y="2458"/>
                  <a:pt x="5986" y="2584"/>
                  <a:pt x="5986" y="2710"/>
                </a:cubicBezTo>
                <a:lnTo>
                  <a:pt x="5986" y="5230"/>
                </a:lnTo>
                <a:lnTo>
                  <a:pt x="2678" y="5230"/>
                </a:lnTo>
                <a:lnTo>
                  <a:pt x="2678" y="2710"/>
                </a:lnTo>
                <a:cubicBezTo>
                  <a:pt x="2678" y="2584"/>
                  <a:pt x="2772" y="2458"/>
                  <a:pt x="2930" y="2458"/>
                </a:cubicBezTo>
                <a:close/>
                <a:moveTo>
                  <a:pt x="9893" y="2458"/>
                </a:moveTo>
                <a:cubicBezTo>
                  <a:pt x="10019" y="2458"/>
                  <a:pt x="10113" y="2584"/>
                  <a:pt x="10113" y="2710"/>
                </a:cubicBezTo>
                <a:lnTo>
                  <a:pt x="10113" y="5230"/>
                </a:lnTo>
                <a:lnTo>
                  <a:pt x="6837" y="5230"/>
                </a:lnTo>
                <a:lnTo>
                  <a:pt x="6837" y="2710"/>
                </a:lnTo>
                <a:cubicBezTo>
                  <a:pt x="6805" y="2584"/>
                  <a:pt x="6900" y="2458"/>
                  <a:pt x="7057" y="2458"/>
                </a:cubicBezTo>
                <a:close/>
                <a:moveTo>
                  <a:pt x="11940" y="3308"/>
                </a:moveTo>
                <a:lnTo>
                  <a:pt x="11940" y="5230"/>
                </a:lnTo>
                <a:lnTo>
                  <a:pt x="10964" y="5230"/>
                </a:lnTo>
                <a:lnTo>
                  <a:pt x="10964" y="3308"/>
                </a:lnTo>
                <a:close/>
                <a:moveTo>
                  <a:pt x="7215" y="6900"/>
                </a:moveTo>
                <a:cubicBezTo>
                  <a:pt x="7435" y="6900"/>
                  <a:pt x="7656" y="7089"/>
                  <a:pt x="7656" y="7278"/>
                </a:cubicBezTo>
                <a:cubicBezTo>
                  <a:pt x="7656" y="7530"/>
                  <a:pt x="7435" y="7719"/>
                  <a:pt x="7215" y="7719"/>
                </a:cubicBezTo>
                <a:lnTo>
                  <a:pt x="5545" y="7719"/>
                </a:lnTo>
                <a:cubicBezTo>
                  <a:pt x="5324" y="7719"/>
                  <a:pt x="5135" y="7530"/>
                  <a:pt x="5135" y="7278"/>
                </a:cubicBezTo>
                <a:cubicBezTo>
                  <a:pt x="5135" y="7026"/>
                  <a:pt x="5324" y="6900"/>
                  <a:pt x="5545" y="6900"/>
                </a:cubicBezTo>
                <a:close/>
                <a:moveTo>
                  <a:pt x="3088" y="6900"/>
                </a:moveTo>
                <a:cubicBezTo>
                  <a:pt x="3749" y="6900"/>
                  <a:pt x="4285" y="7436"/>
                  <a:pt x="4348" y="8097"/>
                </a:cubicBezTo>
                <a:cubicBezTo>
                  <a:pt x="4348" y="8790"/>
                  <a:pt x="3781" y="9326"/>
                  <a:pt x="3088" y="9326"/>
                </a:cubicBezTo>
                <a:cubicBezTo>
                  <a:pt x="2394" y="9326"/>
                  <a:pt x="1859" y="8790"/>
                  <a:pt x="1859" y="8097"/>
                </a:cubicBezTo>
                <a:cubicBezTo>
                  <a:pt x="1859" y="7436"/>
                  <a:pt x="2394" y="6900"/>
                  <a:pt x="3088" y="6900"/>
                </a:cubicBezTo>
                <a:close/>
                <a:moveTo>
                  <a:pt x="7215" y="8570"/>
                </a:moveTo>
                <a:cubicBezTo>
                  <a:pt x="7435" y="8570"/>
                  <a:pt x="7656" y="8790"/>
                  <a:pt x="7656" y="8979"/>
                </a:cubicBezTo>
                <a:cubicBezTo>
                  <a:pt x="7656" y="9168"/>
                  <a:pt x="7435" y="9357"/>
                  <a:pt x="7215" y="9357"/>
                </a:cubicBezTo>
                <a:lnTo>
                  <a:pt x="5545" y="9357"/>
                </a:lnTo>
                <a:cubicBezTo>
                  <a:pt x="5324" y="9357"/>
                  <a:pt x="5135" y="9168"/>
                  <a:pt x="5135" y="8979"/>
                </a:cubicBezTo>
                <a:cubicBezTo>
                  <a:pt x="5135" y="8727"/>
                  <a:pt x="5324" y="8570"/>
                  <a:pt x="5545" y="8570"/>
                </a:cubicBezTo>
                <a:close/>
                <a:moveTo>
                  <a:pt x="9790" y="6930"/>
                </a:moveTo>
                <a:cubicBezTo>
                  <a:pt x="10428" y="6930"/>
                  <a:pt x="10964" y="7456"/>
                  <a:pt x="10964" y="8160"/>
                </a:cubicBezTo>
                <a:cubicBezTo>
                  <a:pt x="10964" y="8822"/>
                  <a:pt x="10397" y="9357"/>
                  <a:pt x="9735" y="9357"/>
                </a:cubicBezTo>
                <a:cubicBezTo>
                  <a:pt x="9073" y="9357"/>
                  <a:pt x="8506" y="8822"/>
                  <a:pt x="8506" y="8160"/>
                </a:cubicBezTo>
                <a:cubicBezTo>
                  <a:pt x="8506" y="7467"/>
                  <a:pt x="9073" y="6931"/>
                  <a:pt x="9735" y="6931"/>
                </a:cubicBezTo>
                <a:cubicBezTo>
                  <a:pt x="9754" y="6931"/>
                  <a:pt x="9772" y="6930"/>
                  <a:pt x="9790" y="6930"/>
                </a:cubicBezTo>
                <a:close/>
                <a:moveTo>
                  <a:pt x="3875" y="0"/>
                </a:moveTo>
                <a:cubicBezTo>
                  <a:pt x="2709" y="0"/>
                  <a:pt x="1827" y="946"/>
                  <a:pt x="1764" y="2080"/>
                </a:cubicBezTo>
                <a:lnTo>
                  <a:pt x="1764" y="2458"/>
                </a:lnTo>
                <a:lnTo>
                  <a:pt x="410" y="2458"/>
                </a:lnTo>
                <a:cubicBezTo>
                  <a:pt x="158" y="2458"/>
                  <a:pt x="0" y="2678"/>
                  <a:pt x="0" y="2899"/>
                </a:cubicBezTo>
                <a:lnTo>
                  <a:pt x="0" y="5671"/>
                </a:lnTo>
                <a:cubicBezTo>
                  <a:pt x="32" y="5860"/>
                  <a:pt x="252" y="6049"/>
                  <a:pt x="473" y="6049"/>
                </a:cubicBezTo>
                <a:lnTo>
                  <a:pt x="1449" y="6049"/>
                </a:lnTo>
                <a:cubicBezTo>
                  <a:pt x="1197" y="6427"/>
                  <a:pt x="1040" y="6837"/>
                  <a:pt x="1040" y="7278"/>
                </a:cubicBezTo>
                <a:lnTo>
                  <a:pt x="1040" y="9767"/>
                </a:lnTo>
                <a:cubicBezTo>
                  <a:pt x="1040" y="10302"/>
                  <a:pt x="1386" y="10744"/>
                  <a:pt x="1859" y="10933"/>
                </a:cubicBezTo>
                <a:lnTo>
                  <a:pt x="1859" y="12256"/>
                </a:lnTo>
                <a:cubicBezTo>
                  <a:pt x="1859" y="12476"/>
                  <a:pt x="2048" y="12665"/>
                  <a:pt x="2300" y="12665"/>
                </a:cubicBezTo>
                <a:lnTo>
                  <a:pt x="3938" y="12665"/>
                </a:lnTo>
                <a:cubicBezTo>
                  <a:pt x="4190" y="12665"/>
                  <a:pt x="4348" y="12476"/>
                  <a:pt x="4348" y="12256"/>
                </a:cubicBezTo>
                <a:lnTo>
                  <a:pt x="4348" y="10996"/>
                </a:lnTo>
                <a:lnTo>
                  <a:pt x="8475" y="10996"/>
                </a:lnTo>
                <a:lnTo>
                  <a:pt x="8475" y="12256"/>
                </a:lnTo>
                <a:cubicBezTo>
                  <a:pt x="8475" y="12476"/>
                  <a:pt x="8664" y="12665"/>
                  <a:pt x="8884" y="12665"/>
                </a:cubicBezTo>
                <a:lnTo>
                  <a:pt x="10523" y="12665"/>
                </a:lnTo>
                <a:cubicBezTo>
                  <a:pt x="10775" y="12665"/>
                  <a:pt x="10901" y="12476"/>
                  <a:pt x="10901" y="12256"/>
                </a:cubicBezTo>
                <a:lnTo>
                  <a:pt x="10901" y="10933"/>
                </a:lnTo>
                <a:cubicBezTo>
                  <a:pt x="11373" y="10775"/>
                  <a:pt x="11751" y="10302"/>
                  <a:pt x="11751" y="9767"/>
                </a:cubicBezTo>
                <a:lnTo>
                  <a:pt x="11751" y="7278"/>
                </a:lnTo>
                <a:cubicBezTo>
                  <a:pt x="11751" y="6805"/>
                  <a:pt x="11594" y="6364"/>
                  <a:pt x="11310" y="6049"/>
                </a:cubicBezTo>
                <a:lnTo>
                  <a:pt x="12287" y="6049"/>
                </a:lnTo>
                <a:cubicBezTo>
                  <a:pt x="12539" y="6049"/>
                  <a:pt x="12728" y="5860"/>
                  <a:pt x="12728" y="5671"/>
                </a:cubicBezTo>
                <a:lnTo>
                  <a:pt x="12728" y="2899"/>
                </a:lnTo>
                <a:cubicBezTo>
                  <a:pt x="12728" y="2678"/>
                  <a:pt x="12539" y="2458"/>
                  <a:pt x="12287" y="2458"/>
                </a:cubicBezTo>
                <a:lnTo>
                  <a:pt x="10901" y="2458"/>
                </a:lnTo>
                <a:lnTo>
                  <a:pt x="10901" y="2080"/>
                </a:lnTo>
                <a:cubicBezTo>
                  <a:pt x="10901" y="946"/>
                  <a:pt x="9987" y="32"/>
                  <a:pt x="882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7726" name="Google Shape;7726;p69"/>
          <p:cNvGrpSpPr/>
          <p:nvPr/>
        </p:nvGrpSpPr>
        <p:grpSpPr>
          <a:xfrm>
            <a:off x="4070836" y="1829365"/>
            <a:ext cx="502568" cy="493765"/>
            <a:chOff x="-40748275" y="3238700"/>
            <a:chExt cx="322600" cy="316950"/>
          </a:xfrm>
        </p:grpSpPr>
        <p:sp>
          <p:nvSpPr>
            <p:cNvPr id="7727" name="Google Shape;7727;p69"/>
            <p:cNvSpPr/>
            <p:nvPr/>
          </p:nvSpPr>
          <p:spPr>
            <a:xfrm>
              <a:off x="-40709675" y="3273750"/>
              <a:ext cx="84300" cy="84300"/>
            </a:xfrm>
            <a:custGeom>
              <a:avLst/>
              <a:gdLst/>
              <a:ahLst/>
              <a:cxnLst/>
              <a:rect l="l" t="t" r="r" b="b"/>
              <a:pathLst>
                <a:path w="3372" h="3372" extrusionOk="0">
                  <a:moveTo>
                    <a:pt x="2710" y="0"/>
                  </a:moveTo>
                  <a:lnTo>
                    <a:pt x="1" y="2710"/>
                  </a:lnTo>
                  <a:lnTo>
                    <a:pt x="694" y="3371"/>
                  </a:lnTo>
                  <a:lnTo>
                    <a:pt x="3372" y="662"/>
                  </a:lnTo>
                  <a:lnTo>
                    <a:pt x="271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28" name="Google Shape;7728;p69"/>
            <p:cNvSpPr/>
            <p:nvPr/>
          </p:nvSpPr>
          <p:spPr>
            <a:xfrm>
              <a:off x="-40578925" y="3247175"/>
              <a:ext cx="151250" cy="149475"/>
            </a:xfrm>
            <a:custGeom>
              <a:avLst/>
              <a:gdLst/>
              <a:ahLst/>
              <a:cxnLst/>
              <a:rect l="l" t="t" r="r" b="b"/>
              <a:pathLst>
                <a:path w="6050" h="5979" extrusionOk="0">
                  <a:moveTo>
                    <a:pt x="2663" y="0"/>
                  </a:moveTo>
                  <a:cubicBezTo>
                    <a:pt x="2552" y="0"/>
                    <a:pt x="2442" y="39"/>
                    <a:pt x="2363" y="118"/>
                  </a:cubicBezTo>
                  <a:lnTo>
                    <a:pt x="1261" y="1221"/>
                  </a:lnTo>
                  <a:lnTo>
                    <a:pt x="2678" y="2639"/>
                  </a:lnTo>
                  <a:cubicBezTo>
                    <a:pt x="2836" y="2796"/>
                    <a:pt x="2836" y="3080"/>
                    <a:pt x="2678" y="3237"/>
                  </a:cubicBezTo>
                  <a:cubicBezTo>
                    <a:pt x="2637" y="3278"/>
                    <a:pt x="2560" y="3302"/>
                    <a:pt x="2473" y="3302"/>
                  </a:cubicBezTo>
                  <a:cubicBezTo>
                    <a:pt x="2360" y="3302"/>
                    <a:pt x="2232" y="3263"/>
                    <a:pt x="2143" y="3174"/>
                  </a:cubicBezTo>
                  <a:lnTo>
                    <a:pt x="725" y="1756"/>
                  </a:lnTo>
                  <a:lnTo>
                    <a:pt x="0" y="2481"/>
                  </a:lnTo>
                  <a:lnTo>
                    <a:pt x="3529" y="5978"/>
                  </a:lnTo>
                  <a:lnTo>
                    <a:pt x="5892" y="3615"/>
                  </a:lnTo>
                  <a:cubicBezTo>
                    <a:pt x="6049" y="3458"/>
                    <a:pt x="6049" y="3174"/>
                    <a:pt x="5892" y="3017"/>
                  </a:cubicBezTo>
                  <a:lnTo>
                    <a:pt x="2962" y="118"/>
                  </a:lnTo>
                  <a:cubicBezTo>
                    <a:pt x="2883" y="39"/>
                    <a:pt x="2773" y="0"/>
                    <a:pt x="266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29" name="Google Shape;7729;p69"/>
            <p:cNvSpPr/>
            <p:nvPr/>
          </p:nvSpPr>
          <p:spPr>
            <a:xfrm>
              <a:off x="-40678175" y="3305250"/>
              <a:ext cx="213475" cy="213475"/>
            </a:xfrm>
            <a:custGeom>
              <a:avLst/>
              <a:gdLst/>
              <a:ahLst/>
              <a:cxnLst/>
              <a:rect l="l" t="t" r="r" b="b"/>
              <a:pathLst>
                <a:path w="8539" h="8539" extrusionOk="0">
                  <a:moveTo>
                    <a:pt x="2679" y="0"/>
                  </a:moveTo>
                  <a:lnTo>
                    <a:pt x="1" y="2678"/>
                  </a:lnTo>
                  <a:lnTo>
                    <a:pt x="5861" y="8538"/>
                  </a:lnTo>
                  <a:lnTo>
                    <a:pt x="8539" y="5860"/>
                  </a:lnTo>
                  <a:lnTo>
                    <a:pt x="267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30" name="Google Shape;7730;p69"/>
            <p:cNvSpPr/>
            <p:nvPr/>
          </p:nvSpPr>
          <p:spPr>
            <a:xfrm>
              <a:off x="-40513550" y="3469850"/>
              <a:ext cx="87875" cy="85800"/>
            </a:xfrm>
            <a:custGeom>
              <a:avLst/>
              <a:gdLst/>
              <a:ahLst/>
              <a:cxnLst/>
              <a:rect l="l" t="t" r="r" b="b"/>
              <a:pathLst>
                <a:path w="3515" h="3432" extrusionOk="0">
                  <a:moveTo>
                    <a:pt x="2426" y="1"/>
                  </a:moveTo>
                  <a:lnTo>
                    <a:pt x="0" y="2427"/>
                  </a:lnTo>
                  <a:lnTo>
                    <a:pt x="2899" y="3404"/>
                  </a:lnTo>
                  <a:cubicBezTo>
                    <a:pt x="2948" y="3423"/>
                    <a:pt x="2996" y="3432"/>
                    <a:pt x="3044" y="3432"/>
                  </a:cubicBezTo>
                  <a:cubicBezTo>
                    <a:pt x="3302" y="3432"/>
                    <a:pt x="3514" y="3166"/>
                    <a:pt x="3434" y="2899"/>
                  </a:cubicBezTo>
                  <a:lnTo>
                    <a:pt x="242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31" name="Google Shape;7731;p69"/>
            <p:cNvSpPr/>
            <p:nvPr/>
          </p:nvSpPr>
          <p:spPr>
            <a:xfrm>
              <a:off x="-40738025" y="3404500"/>
              <a:ext cx="150450" cy="149475"/>
            </a:xfrm>
            <a:custGeom>
              <a:avLst/>
              <a:gdLst/>
              <a:ahLst/>
              <a:cxnLst/>
              <a:rect l="l" t="t" r="r" b="b"/>
              <a:pathLst>
                <a:path w="6018" h="5979" extrusionOk="0">
                  <a:moveTo>
                    <a:pt x="2521" y="0"/>
                  </a:moveTo>
                  <a:lnTo>
                    <a:pt x="1796" y="725"/>
                  </a:lnTo>
                  <a:lnTo>
                    <a:pt x="3308" y="2205"/>
                  </a:lnTo>
                  <a:cubicBezTo>
                    <a:pt x="3466" y="2363"/>
                    <a:pt x="3466" y="2646"/>
                    <a:pt x="3308" y="2804"/>
                  </a:cubicBezTo>
                  <a:cubicBezTo>
                    <a:pt x="3230" y="2883"/>
                    <a:pt x="3119" y="2922"/>
                    <a:pt x="3009" y="2922"/>
                  </a:cubicBezTo>
                  <a:cubicBezTo>
                    <a:pt x="2899" y="2922"/>
                    <a:pt x="2789" y="2883"/>
                    <a:pt x="2710" y="2804"/>
                  </a:cubicBezTo>
                  <a:lnTo>
                    <a:pt x="1229" y="1292"/>
                  </a:lnTo>
                  <a:lnTo>
                    <a:pt x="158" y="2363"/>
                  </a:lnTo>
                  <a:cubicBezTo>
                    <a:pt x="0" y="2520"/>
                    <a:pt x="0" y="2804"/>
                    <a:pt x="158" y="2962"/>
                  </a:cubicBezTo>
                  <a:lnTo>
                    <a:pt x="3056" y="5860"/>
                  </a:lnTo>
                  <a:cubicBezTo>
                    <a:pt x="3135" y="5939"/>
                    <a:pt x="3245" y="5978"/>
                    <a:pt x="3356" y="5978"/>
                  </a:cubicBezTo>
                  <a:cubicBezTo>
                    <a:pt x="3466" y="5978"/>
                    <a:pt x="3576" y="5939"/>
                    <a:pt x="3655" y="5860"/>
                  </a:cubicBezTo>
                  <a:lnTo>
                    <a:pt x="6018" y="3497"/>
                  </a:lnTo>
                  <a:lnTo>
                    <a:pt x="252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32" name="Google Shape;7732;p69"/>
            <p:cNvSpPr/>
            <p:nvPr/>
          </p:nvSpPr>
          <p:spPr>
            <a:xfrm>
              <a:off x="-40748275" y="3238700"/>
              <a:ext cx="92175" cy="87850"/>
            </a:xfrm>
            <a:custGeom>
              <a:avLst/>
              <a:gdLst/>
              <a:ahLst/>
              <a:cxnLst/>
              <a:rect l="l" t="t" r="r" b="b"/>
              <a:pathLst>
                <a:path w="3687" h="3514" extrusionOk="0">
                  <a:moveTo>
                    <a:pt x="2281" y="0"/>
                  </a:moveTo>
                  <a:cubicBezTo>
                    <a:pt x="1915" y="0"/>
                    <a:pt x="1545" y="142"/>
                    <a:pt x="1261" y="426"/>
                  </a:cubicBezTo>
                  <a:lnTo>
                    <a:pt x="568" y="1119"/>
                  </a:lnTo>
                  <a:cubicBezTo>
                    <a:pt x="1" y="1686"/>
                    <a:pt x="1" y="2568"/>
                    <a:pt x="568" y="3135"/>
                  </a:cubicBezTo>
                  <a:lnTo>
                    <a:pt x="946" y="3513"/>
                  </a:lnTo>
                  <a:lnTo>
                    <a:pt x="3687" y="804"/>
                  </a:lnTo>
                  <a:lnTo>
                    <a:pt x="3277" y="426"/>
                  </a:lnTo>
                  <a:cubicBezTo>
                    <a:pt x="3010" y="142"/>
                    <a:pt x="2647" y="0"/>
                    <a:pt x="228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733" name="Google Shape;7733;p69"/>
          <p:cNvGrpSpPr/>
          <p:nvPr/>
        </p:nvGrpSpPr>
        <p:grpSpPr>
          <a:xfrm>
            <a:off x="4074244" y="2453343"/>
            <a:ext cx="495752" cy="451587"/>
            <a:chOff x="-40745125" y="3632900"/>
            <a:chExt cx="318225" cy="289875"/>
          </a:xfrm>
        </p:grpSpPr>
        <p:sp>
          <p:nvSpPr>
            <p:cNvPr id="7734" name="Google Shape;7734;p69"/>
            <p:cNvSpPr/>
            <p:nvPr/>
          </p:nvSpPr>
          <p:spPr>
            <a:xfrm>
              <a:off x="-40745125" y="3632900"/>
              <a:ext cx="300125" cy="82725"/>
            </a:xfrm>
            <a:custGeom>
              <a:avLst/>
              <a:gdLst/>
              <a:ahLst/>
              <a:cxnLst/>
              <a:rect l="l" t="t" r="r" b="b"/>
              <a:pathLst>
                <a:path w="12005" h="3309" extrusionOk="0">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35" name="Google Shape;7735;p69"/>
            <p:cNvSpPr/>
            <p:nvPr/>
          </p:nvSpPr>
          <p:spPr>
            <a:xfrm>
              <a:off x="-40508050" y="3736075"/>
              <a:ext cx="21300" cy="82725"/>
            </a:xfrm>
            <a:custGeom>
              <a:avLst/>
              <a:gdLst/>
              <a:ahLst/>
              <a:cxnLst/>
              <a:rect l="l" t="t" r="r" b="b"/>
              <a:pathLst>
                <a:path w="852" h="3309" extrusionOk="0">
                  <a:moveTo>
                    <a:pt x="1" y="1"/>
                  </a:moveTo>
                  <a:lnTo>
                    <a:pt x="1" y="3309"/>
                  </a:lnTo>
                  <a:lnTo>
                    <a:pt x="852" y="3309"/>
                  </a:lnTo>
                  <a:lnTo>
                    <a:pt x="85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36" name="Google Shape;7736;p69"/>
            <p:cNvSpPr/>
            <p:nvPr/>
          </p:nvSpPr>
          <p:spPr>
            <a:xfrm>
              <a:off x="-40466300" y="3736875"/>
              <a:ext cx="39400" cy="82725"/>
            </a:xfrm>
            <a:custGeom>
              <a:avLst/>
              <a:gdLst/>
              <a:ahLst/>
              <a:cxnLst/>
              <a:rect l="l" t="t" r="r" b="b"/>
              <a:pathLst>
                <a:path w="1576" h="3309" extrusionOk="0">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37" name="Google Shape;7737;p69"/>
            <p:cNvSpPr/>
            <p:nvPr/>
          </p:nvSpPr>
          <p:spPr>
            <a:xfrm>
              <a:off x="-40723050" y="3736075"/>
              <a:ext cx="194550" cy="82725"/>
            </a:xfrm>
            <a:custGeom>
              <a:avLst/>
              <a:gdLst/>
              <a:ahLst/>
              <a:cxnLst/>
              <a:rect l="l" t="t" r="r" b="b"/>
              <a:pathLst>
                <a:path w="7782" h="3309" extrusionOk="0">
                  <a:moveTo>
                    <a:pt x="441" y="1"/>
                  </a:moveTo>
                  <a:cubicBezTo>
                    <a:pt x="189" y="1"/>
                    <a:pt x="0" y="221"/>
                    <a:pt x="0" y="442"/>
                  </a:cubicBezTo>
                  <a:lnTo>
                    <a:pt x="0" y="2931"/>
                  </a:lnTo>
                  <a:cubicBezTo>
                    <a:pt x="0" y="3151"/>
                    <a:pt x="189" y="3309"/>
                    <a:pt x="441" y="3309"/>
                  </a:cubicBezTo>
                  <a:lnTo>
                    <a:pt x="7782" y="3309"/>
                  </a:lnTo>
                  <a:lnTo>
                    <a:pt x="778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38" name="Google Shape;7738;p69"/>
            <p:cNvSpPr/>
            <p:nvPr/>
          </p:nvSpPr>
          <p:spPr>
            <a:xfrm>
              <a:off x="-40681325" y="3839250"/>
              <a:ext cx="21300" cy="82725"/>
            </a:xfrm>
            <a:custGeom>
              <a:avLst/>
              <a:gdLst/>
              <a:ahLst/>
              <a:cxnLst/>
              <a:rect l="l" t="t" r="r" b="b"/>
              <a:pathLst>
                <a:path w="852" h="3309" extrusionOk="0">
                  <a:moveTo>
                    <a:pt x="1" y="1"/>
                  </a:moveTo>
                  <a:lnTo>
                    <a:pt x="1" y="3309"/>
                  </a:lnTo>
                  <a:lnTo>
                    <a:pt x="851" y="3309"/>
                  </a:lnTo>
                  <a:lnTo>
                    <a:pt x="85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39" name="Google Shape;7739;p69"/>
            <p:cNvSpPr/>
            <p:nvPr/>
          </p:nvSpPr>
          <p:spPr>
            <a:xfrm>
              <a:off x="-40639575" y="3840825"/>
              <a:ext cx="190625" cy="81950"/>
            </a:xfrm>
            <a:custGeom>
              <a:avLst/>
              <a:gdLst/>
              <a:ahLst/>
              <a:cxnLst/>
              <a:rect l="l" t="t" r="r" b="b"/>
              <a:pathLst>
                <a:path w="7625" h="3278" extrusionOk="0">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40" name="Google Shape;7740;p69"/>
            <p:cNvSpPr/>
            <p:nvPr/>
          </p:nvSpPr>
          <p:spPr>
            <a:xfrm>
              <a:off x="-40745125" y="3840050"/>
              <a:ext cx="43350" cy="82725"/>
            </a:xfrm>
            <a:custGeom>
              <a:avLst/>
              <a:gdLst/>
              <a:ahLst/>
              <a:cxnLst/>
              <a:rect l="l" t="t" r="r" b="b"/>
              <a:pathLst>
                <a:path w="1734" h="3309" extrusionOk="0">
                  <a:moveTo>
                    <a:pt x="442" y="0"/>
                  </a:moveTo>
                  <a:cubicBezTo>
                    <a:pt x="190" y="0"/>
                    <a:pt x="1" y="189"/>
                    <a:pt x="1" y="378"/>
                  </a:cubicBezTo>
                  <a:lnTo>
                    <a:pt x="1" y="2867"/>
                  </a:lnTo>
                  <a:cubicBezTo>
                    <a:pt x="1" y="3088"/>
                    <a:pt x="190" y="3308"/>
                    <a:pt x="442" y="3308"/>
                  </a:cubicBezTo>
                  <a:lnTo>
                    <a:pt x="1734" y="3308"/>
                  </a:lnTo>
                  <a:lnTo>
                    <a:pt x="173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741" name="Google Shape;7741;p69"/>
          <p:cNvGrpSpPr/>
          <p:nvPr/>
        </p:nvGrpSpPr>
        <p:grpSpPr>
          <a:xfrm>
            <a:off x="4079773" y="3001623"/>
            <a:ext cx="484691" cy="493571"/>
            <a:chOff x="-40742750" y="3972175"/>
            <a:chExt cx="311125" cy="316825"/>
          </a:xfrm>
        </p:grpSpPr>
        <p:sp>
          <p:nvSpPr>
            <p:cNvPr id="7742" name="Google Shape;7742;p69"/>
            <p:cNvSpPr/>
            <p:nvPr/>
          </p:nvSpPr>
          <p:spPr>
            <a:xfrm>
              <a:off x="-40699425" y="4118075"/>
              <a:ext cx="226850" cy="101625"/>
            </a:xfrm>
            <a:custGeom>
              <a:avLst/>
              <a:gdLst/>
              <a:ahLst/>
              <a:cxnLst/>
              <a:rect l="l" t="t" r="r" b="b"/>
              <a:pathLst>
                <a:path w="9074" h="4065" extrusionOk="0">
                  <a:moveTo>
                    <a:pt x="0" y="0"/>
                  </a:moveTo>
                  <a:lnTo>
                    <a:pt x="0" y="2017"/>
                  </a:lnTo>
                  <a:cubicBezTo>
                    <a:pt x="0" y="3529"/>
                    <a:pt x="2741" y="4065"/>
                    <a:pt x="4505" y="4065"/>
                  </a:cubicBezTo>
                  <a:cubicBezTo>
                    <a:pt x="6774" y="4065"/>
                    <a:pt x="9074" y="3371"/>
                    <a:pt x="9074" y="2017"/>
                  </a:cubicBezTo>
                  <a:lnTo>
                    <a:pt x="9074" y="0"/>
                  </a:lnTo>
                  <a:lnTo>
                    <a:pt x="5135" y="2237"/>
                  </a:lnTo>
                  <a:cubicBezTo>
                    <a:pt x="4953" y="2359"/>
                    <a:pt x="4748" y="2415"/>
                    <a:pt x="4546" y="2415"/>
                  </a:cubicBezTo>
                  <a:cubicBezTo>
                    <a:pt x="4330" y="2415"/>
                    <a:pt x="4117" y="2351"/>
                    <a:pt x="3938" y="2237"/>
                  </a:cubicBezTo>
                  <a:cubicBezTo>
                    <a:pt x="3623" y="2048"/>
                    <a:pt x="315" y="221"/>
                    <a:pt x="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43" name="Google Shape;7743;p69"/>
            <p:cNvSpPr/>
            <p:nvPr/>
          </p:nvSpPr>
          <p:spPr>
            <a:xfrm>
              <a:off x="-40742750" y="3972175"/>
              <a:ext cx="311125" cy="316825"/>
            </a:xfrm>
            <a:custGeom>
              <a:avLst/>
              <a:gdLst/>
              <a:ahLst/>
              <a:cxnLst/>
              <a:rect l="l" t="t" r="r" b="b"/>
              <a:pathLst>
                <a:path w="12445" h="12673" extrusionOk="0">
                  <a:moveTo>
                    <a:pt x="6254" y="0"/>
                  </a:moveTo>
                  <a:cubicBezTo>
                    <a:pt x="6183" y="0"/>
                    <a:pt x="6112" y="24"/>
                    <a:pt x="6049" y="71"/>
                  </a:cubicBezTo>
                  <a:lnTo>
                    <a:pt x="284" y="3379"/>
                  </a:lnTo>
                  <a:cubicBezTo>
                    <a:pt x="0" y="3537"/>
                    <a:pt x="0" y="3915"/>
                    <a:pt x="284" y="4072"/>
                  </a:cubicBezTo>
                  <a:lnTo>
                    <a:pt x="6049" y="7380"/>
                  </a:lnTo>
                  <a:cubicBezTo>
                    <a:pt x="6112" y="7427"/>
                    <a:pt x="6183" y="7451"/>
                    <a:pt x="6254" y="7451"/>
                  </a:cubicBezTo>
                  <a:cubicBezTo>
                    <a:pt x="6325" y="7451"/>
                    <a:pt x="6396" y="7427"/>
                    <a:pt x="6459" y="7380"/>
                  </a:cubicBezTo>
                  <a:cubicBezTo>
                    <a:pt x="11374" y="4545"/>
                    <a:pt x="11626" y="4419"/>
                    <a:pt x="11626" y="4419"/>
                  </a:cubicBezTo>
                  <a:lnTo>
                    <a:pt x="11626" y="12263"/>
                  </a:lnTo>
                  <a:cubicBezTo>
                    <a:pt x="11657" y="12515"/>
                    <a:pt x="11846" y="12673"/>
                    <a:pt x="12035" y="12673"/>
                  </a:cubicBezTo>
                  <a:cubicBezTo>
                    <a:pt x="12287" y="12673"/>
                    <a:pt x="12445" y="12452"/>
                    <a:pt x="12445" y="12263"/>
                  </a:cubicBezTo>
                  <a:lnTo>
                    <a:pt x="12445" y="3726"/>
                  </a:lnTo>
                  <a:cubicBezTo>
                    <a:pt x="12445" y="3568"/>
                    <a:pt x="12319" y="3411"/>
                    <a:pt x="12256" y="3379"/>
                  </a:cubicBezTo>
                  <a:lnTo>
                    <a:pt x="6459" y="71"/>
                  </a:lnTo>
                  <a:cubicBezTo>
                    <a:pt x="6396" y="24"/>
                    <a:pt x="6325" y="0"/>
                    <a:pt x="625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744" name="Google Shape;7744;p69"/>
          <p:cNvGrpSpPr/>
          <p:nvPr/>
        </p:nvGrpSpPr>
        <p:grpSpPr>
          <a:xfrm>
            <a:off x="2456656" y="3601847"/>
            <a:ext cx="355856" cy="493299"/>
            <a:chOff x="-38860325" y="3221750"/>
            <a:chExt cx="228425" cy="316650"/>
          </a:xfrm>
        </p:grpSpPr>
        <p:sp>
          <p:nvSpPr>
            <p:cNvPr id="7745" name="Google Shape;7745;p69"/>
            <p:cNvSpPr/>
            <p:nvPr/>
          </p:nvSpPr>
          <p:spPr>
            <a:xfrm>
              <a:off x="-38735875" y="3222550"/>
              <a:ext cx="103975" cy="123675"/>
            </a:xfrm>
            <a:custGeom>
              <a:avLst/>
              <a:gdLst/>
              <a:ahLst/>
              <a:cxnLst/>
              <a:rect l="l" t="t" r="r" b="b"/>
              <a:pathLst>
                <a:path w="4159" h="4947" extrusionOk="0">
                  <a:moveTo>
                    <a:pt x="0" y="0"/>
                  </a:moveTo>
                  <a:lnTo>
                    <a:pt x="0" y="2552"/>
                  </a:lnTo>
                  <a:cubicBezTo>
                    <a:pt x="473" y="2710"/>
                    <a:pt x="851" y="3182"/>
                    <a:pt x="851" y="3750"/>
                  </a:cubicBezTo>
                  <a:lnTo>
                    <a:pt x="851" y="4947"/>
                  </a:lnTo>
                  <a:lnTo>
                    <a:pt x="4159" y="4947"/>
                  </a:lnTo>
                  <a:lnTo>
                    <a:pt x="4159" y="3687"/>
                  </a:lnTo>
                  <a:cubicBezTo>
                    <a:pt x="4159" y="1639"/>
                    <a:pt x="2489" y="0"/>
                    <a:pt x="44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46" name="Google Shape;7746;p69"/>
            <p:cNvSpPr/>
            <p:nvPr/>
          </p:nvSpPr>
          <p:spPr>
            <a:xfrm>
              <a:off x="-38756375" y="3302875"/>
              <a:ext cx="22075" cy="63050"/>
            </a:xfrm>
            <a:custGeom>
              <a:avLst/>
              <a:gdLst/>
              <a:ahLst/>
              <a:cxnLst/>
              <a:rect l="l" t="t" r="r" b="b"/>
              <a:pathLst>
                <a:path w="883" h="2522" extrusionOk="0">
                  <a:moveTo>
                    <a:pt x="474" y="1"/>
                  </a:moveTo>
                  <a:cubicBezTo>
                    <a:pt x="253" y="1"/>
                    <a:pt x="95" y="222"/>
                    <a:pt x="95" y="442"/>
                  </a:cubicBezTo>
                  <a:lnTo>
                    <a:pt x="95" y="2112"/>
                  </a:lnTo>
                  <a:cubicBezTo>
                    <a:pt x="1" y="2332"/>
                    <a:pt x="190" y="2521"/>
                    <a:pt x="442" y="2521"/>
                  </a:cubicBezTo>
                  <a:cubicBezTo>
                    <a:pt x="663" y="2521"/>
                    <a:pt x="820" y="2332"/>
                    <a:pt x="883" y="2112"/>
                  </a:cubicBezTo>
                  <a:lnTo>
                    <a:pt x="883" y="442"/>
                  </a:lnTo>
                  <a:cubicBezTo>
                    <a:pt x="883" y="222"/>
                    <a:pt x="663" y="64"/>
                    <a:pt x="47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47" name="Google Shape;7747;p69"/>
            <p:cNvSpPr/>
            <p:nvPr/>
          </p:nvSpPr>
          <p:spPr>
            <a:xfrm>
              <a:off x="-38859550" y="3221750"/>
              <a:ext cx="103200" cy="122900"/>
            </a:xfrm>
            <a:custGeom>
              <a:avLst/>
              <a:gdLst/>
              <a:ahLst/>
              <a:cxnLst/>
              <a:rect l="l" t="t" r="r" b="b"/>
              <a:pathLst>
                <a:path w="4128" h="4916" extrusionOk="0">
                  <a:moveTo>
                    <a:pt x="3687" y="1"/>
                  </a:moveTo>
                  <a:cubicBezTo>
                    <a:pt x="1671" y="1"/>
                    <a:pt x="1" y="1639"/>
                    <a:pt x="1" y="3687"/>
                  </a:cubicBezTo>
                  <a:lnTo>
                    <a:pt x="1" y="4916"/>
                  </a:lnTo>
                  <a:lnTo>
                    <a:pt x="3309" y="4916"/>
                  </a:lnTo>
                  <a:lnTo>
                    <a:pt x="3309" y="3687"/>
                  </a:lnTo>
                  <a:cubicBezTo>
                    <a:pt x="3309" y="3151"/>
                    <a:pt x="3655" y="2710"/>
                    <a:pt x="4128" y="2521"/>
                  </a:cubicBezTo>
                  <a:lnTo>
                    <a:pt x="412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48" name="Google Shape;7748;p69"/>
            <p:cNvSpPr/>
            <p:nvPr/>
          </p:nvSpPr>
          <p:spPr>
            <a:xfrm>
              <a:off x="-38860325" y="3367475"/>
              <a:ext cx="228425" cy="170925"/>
            </a:xfrm>
            <a:custGeom>
              <a:avLst/>
              <a:gdLst/>
              <a:ahLst/>
              <a:cxnLst/>
              <a:rect l="l" t="t" r="r" b="b"/>
              <a:pathLst>
                <a:path w="9137" h="6837" extrusionOk="0">
                  <a:moveTo>
                    <a:pt x="0" y="0"/>
                  </a:moveTo>
                  <a:lnTo>
                    <a:pt x="0" y="3151"/>
                  </a:lnTo>
                  <a:cubicBezTo>
                    <a:pt x="0" y="5199"/>
                    <a:pt x="1639" y="6837"/>
                    <a:pt x="3686" y="6837"/>
                  </a:cubicBezTo>
                  <a:lnTo>
                    <a:pt x="5356" y="6837"/>
                  </a:lnTo>
                  <a:cubicBezTo>
                    <a:pt x="7467" y="6837"/>
                    <a:pt x="9137" y="5199"/>
                    <a:pt x="9137" y="3151"/>
                  </a:cubicBezTo>
                  <a:lnTo>
                    <a:pt x="9137" y="0"/>
                  </a:lnTo>
                  <a:lnTo>
                    <a:pt x="5734" y="0"/>
                  </a:lnTo>
                  <a:cubicBezTo>
                    <a:pt x="5577" y="473"/>
                    <a:pt x="5104" y="819"/>
                    <a:pt x="4568" y="819"/>
                  </a:cubicBezTo>
                  <a:cubicBezTo>
                    <a:pt x="4001" y="819"/>
                    <a:pt x="3560" y="473"/>
                    <a:pt x="337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749" name="Google Shape;7749;p69"/>
          <p:cNvGrpSpPr/>
          <p:nvPr/>
        </p:nvGrpSpPr>
        <p:grpSpPr>
          <a:xfrm>
            <a:off x="2391066" y="4217924"/>
            <a:ext cx="506775" cy="489481"/>
            <a:chOff x="-38905225" y="3591875"/>
            <a:chExt cx="325300" cy="314200"/>
          </a:xfrm>
        </p:grpSpPr>
        <p:sp>
          <p:nvSpPr>
            <p:cNvPr id="7750" name="Google Shape;7750;p69"/>
            <p:cNvSpPr/>
            <p:nvPr/>
          </p:nvSpPr>
          <p:spPr>
            <a:xfrm>
              <a:off x="-38716975" y="3591875"/>
              <a:ext cx="137050" cy="131625"/>
            </a:xfrm>
            <a:custGeom>
              <a:avLst/>
              <a:gdLst/>
              <a:ahLst/>
              <a:cxnLst/>
              <a:rect l="l" t="t" r="r" b="b"/>
              <a:pathLst>
                <a:path w="5482" h="5265" extrusionOk="0">
                  <a:moveTo>
                    <a:pt x="1543" y="1"/>
                  </a:moveTo>
                  <a:cubicBezTo>
                    <a:pt x="987" y="1"/>
                    <a:pt x="447" y="38"/>
                    <a:pt x="0" y="98"/>
                  </a:cubicBezTo>
                  <a:lnTo>
                    <a:pt x="5167" y="5265"/>
                  </a:lnTo>
                  <a:cubicBezTo>
                    <a:pt x="5482" y="3311"/>
                    <a:pt x="5198" y="1326"/>
                    <a:pt x="4568" y="696"/>
                  </a:cubicBezTo>
                  <a:cubicBezTo>
                    <a:pt x="4029" y="178"/>
                    <a:pt x="2751" y="1"/>
                    <a:pt x="154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51" name="Google Shape;7751;p69"/>
            <p:cNvSpPr/>
            <p:nvPr/>
          </p:nvSpPr>
          <p:spPr>
            <a:xfrm>
              <a:off x="-38905225" y="3774675"/>
              <a:ext cx="137075" cy="131400"/>
            </a:xfrm>
            <a:custGeom>
              <a:avLst/>
              <a:gdLst/>
              <a:ahLst/>
              <a:cxnLst/>
              <a:rect l="l" t="t" r="r" b="b"/>
              <a:pathLst>
                <a:path w="5483" h="5256" extrusionOk="0">
                  <a:moveTo>
                    <a:pt x="316" y="0"/>
                  </a:moveTo>
                  <a:lnTo>
                    <a:pt x="316" y="0"/>
                  </a:lnTo>
                  <a:cubicBezTo>
                    <a:pt x="0" y="1922"/>
                    <a:pt x="253" y="3907"/>
                    <a:pt x="914" y="4569"/>
                  </a:cubicBezTo>
                  <a:cubicBezTo>
                    <a:pt x="1376" y="5031"/>
                    <a:pt x="2601" y="5256"/>
                    <a:pt x="3967" y="5256"/>
                  </a:cubicBezTo>
                  <a:cubicBezTo>
                    <a:pt x="4464" y="5256"/>
                    <a:pt x="4979" y="5226"/>
                    <a:pt x="5482" y="5167"/>
                  </a:cubicBezTo>
                  <a:lnTo>
                    <a:pt x="31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52" name="Google Shape;7752;p69"/>
            <p:cNvSpPr/>
            <p:nvPr/>
          </p:nvSpPr>
          <p:spPr>
            <a:xfrm>
              <a:off x="-38891050" y="3599025"/>
              <a:ext cx="298525" cy="300900"/>
            </a:xfrm>
            <a:custGeom>
              <a:avLst/>
              <a:gdLst/>
              <a:ahLst/>
              <a:cxnLst/>
              <a:rect l="l" t="t" r="r" b="b"/>
              <a:pathLst>
                <a:path w="11941" h="12036" extrusionOk="0">
                  <a:moveTo>
                    <a:pt x="6349" y="2687"/>
                  </a:moveTo>
                  <a:cubicBezTo>
                    <a:pt x="6459" y="2687"/>
                    <a:pt x="6569" y="2726"/>
                    <a:pt x="6648" y="2805"/>
                  </a:cubicBezTo>
                  <a:lnTo>
                    <a:pt x="7593" y="3750"/>
                  </a:lnTo>
                  <a:lnTo>
                    <a:pt x="7719" y="3655"/>
                  </a:lnTo>
                  <a:cubicBezTo>
                    <a:pt x="7798" y="3577"/>
                    <a:pt x="7908" y="3537"/>
                    <a:pt x="8019" y="3537"/>
                  </a:cubicBezTo>
                  <a:cubicBezTo>
                    <a:pt x="8129" y="3537"/>
                    <a:pt x="8239" y="3577"/>
                    <a:pt x="8318" y="3655"/>
                  </a:cubicBezTo>
                  <a:cubicBezTo>
                    <a:pt x="8475" y="3813"/>
                    <a:pt x="8475" y="4065"/>
                    <a:pt x="8318" y="4222"/>
                  </a:cubicBezTo>
                  <a:lnTo>
                    <a:pt x="8192" y="4348"/>
                  </a:lnTo>
                  <a:lnTo>
                    <a:pt x="9137" y="5294"/>
                  </a:lnTo>
                  <a:cubicBezTo>
                    <a:pt x="9295" y="5451"/>
                    <a:pt x="9295" y="5735"/>
                    <a:pt x="9137" y="5892"/>
                  </a:cubicBezTo>
                  <a:cubicBezTo>
                    <a:pt x="9058" y="5971"/>
                    <a:pt x="8948" y="6010"/>
                    <a:pt x="8838" y="6010"/>
                  </a:cubicBezTo>
                  <a:cubicBezTo>
                    <a:pt x="8727" y="6010"/>
                    <a:pt x="8617" y="5971"/>
                    <a:pt x="8538" y="5892"/>
                  </a:cubicBezTo>
                  <a:lnTo>
                    <a:pt x="7593" y="4947"/>
                  </a:lnTo>
                  <a:lnTo>
                    <a:pt x="6522" y="6018"/>
                  </a:lnTo>
                  <a:lnTo>
                    <a:pt x="7467" y="6963"/>
                  </a:lnTo>
                  <a:cubicBezTo>
                    <a:pt x="7625" y="7089"/>
                    <a:pt x="7625" y="7373"/>
                    <a:pt x="7467" y="7530"/>
                  </a:cubicBezTo>
                  <a:cubicBezTo>
                    <a:pt x="7388" y="7609"/>
                    <a:pt x="7286" y="7649"/>
                    <a:pt x="7184" y="7649"/>
                  </a:cubicBezTo>
                  <a:cubicBezTo>
                    <a:pt x="7081" y="7649"/>
                    <a:pt x="6979" y="7609"/>
                    <a:pt x="6900" y="7530"/>
                  </a:cubicBezTo>
                  <a:lnTo>
                    <a:pt x="5955" y="6585"/>
                  </a:lnTo>
                  <a:lnTo>
                    <a:pt x="4884" y="7656"/>
                  </a:lnTo>
                  <a:lnTo>
                    <a:pt x="5829" y="8602"/>
                  </a:lnTo>
                  <a:cubicBezTo>
                    <a:pt x="5987" y="8759"/>
                    <a:pt x="5987" y="9043"/>
                    <a:pt x="5829" y="9200"/>
                  </a:cubicBezTo>
                  <a:cubicBezTo>
                    <a:pt x="5750" y="9279"/>
                    <a:pt x="5640" y="9318"/>
                    <a:pt x="5530" y="9318"/>
                  </a:cubicBezTo>
                  <a:cubicBezTo>
                    <a:pt x="5419" y="9318"/>
                    <a:pt x="5309" y="9279"/>
                    <a:pt x="5230" y="9200"/>
                  </a:cubicBezTo>
                  <a:lnTo>
                    <a:pt x="4285" y="8255"/>
                  </a:lnTo>
                  <a:lnTo>
                    <a:pt x="4159" y="8381"/>
                  </a:lnTo>
                  <a:cubicBezTo>
                    <a:pt x="4080" y="8460"/>
                    <a:pt x="3978" y="8499"/>
                    <a:pt x="3876" y="8499"/>
                  </a:cubicBezTo>
                  <a:cubicBezTo>
                    <a:pt x="3773" y="8499"/>
                    <a:pt x="3671" y="8460"/>
                    <a:pt x="3592" y="8381"/>
                  </a:cubicBezTo>
                  <a:cubicBezTo>
                    <a:pt x="3435" y="8224"/>
                    <a:pt x="3435" y="7940"/>
                    <a:pt x="3592" y="7782"/>
                  </a:cubicBezTo>
                  <a:lnTo>
                    <a:pt x="3687" y="7656"/>
                  </a:lnTo>
                  <a:lnTo>
                    <a:pt x="2742" y="6711"/>
                  </a:lnTo>
                  <a:cubicBezTo>
                    <a:pt x="2584" y="6554"/>
                    <a:pt x="2584" y="6270"/>
                    <a:pt x="2742" y="6113"/>
                  </a:cubicBezTo>
                  <a:cubicBezTo>
                    <a:pt x="2820" y="6034"/>
                    <a:pt x="2931" y="5995"/>
                    <a:pt x="3041" y="5995"/>
                  </a:cubicBezTo>
                  <a:cubicBezTo>
                    <a:pt x="3151" y="5995"/>
                    <a:pt x="3261" y="6034"/>
                    <a:pt x="3340" y="6113"/>
                  </a:cubicBezTo>
                  <a:lnTo>
                    <a:pt x="4285" y="7058"/>
                  </a:lnTo>
                  <a:lnTo>
                    <a:pt x="5356" y="6018"/>
                  </a:lnTo>
                  <a:lnTo>
                    <a:pt x="4411" y="5073"/>
                  </a:lnTo>
                  <a:cubicBezTo>
                    <a:pt x="4254" y="4916"/>
                    <a:pt x="4254" y="4632"/>
                    <a:pt x="4411" y="4474"/>
                  </a:cubicBezTo>
                  <a:cubicBezTo>
                    <a:pt x="4490" y="4396"/>
                    <a:pt x="4600" y="4356"/>
                    <a:pt x="4711" y="4356"/>
                  </a:cubicBezTo>
                  <a:cubicBezTo>
                    <a:pt x="4821" y="4356"/>
                    <a:pt x="4931" y="4396"/>
                    <a:pt x="5010" y="4474"/>
                  </a:cubicBezTo>
                  <a:lnTo>
                    <a:pt x="5955" y="5420"/>
                  </a:lnTo>
                  <a:lnTo>
                    <a:pt x="6995" y="4348"/>
                  </a:lnTo>
                  <a:lnTo>
                    <a:pt x="6050" y="3403"/>
                  </a:lnTo>
                  <a:cubicBezTo>
                    <a:pt x="5892" y="3246"/>
                    <a:pt x="5892" y="2962"/>
                    <a:pt x="6050" y="2805"/>
                  </a:cubicBezTo>
                  <a:cubicBezTo>
                    <a:pt x="6128" y="2726"/>
                    <a:pt x="6239" y="2687"/>
                    <a:pt x="6349" y="2687"/>
                  </a:cubicBezTo>
                  <a:close/>
                  <a:moveTo>
                    <a:pt x="5987" y="1"/>
                  </a:moveTo>
                  <a:cubicBezTo>
                    <a:pt x="2805" y="757"/>
                    <a:pt x="788" y="3025"/>
                    <a:pt x="1" y="6081"/>
                  </a:cubicBezTo>
                  <a:lnTo>
                    <a:pt x="5955" y="12036"/>
                  </a:lnTo>
                  <a:cubicBezTo>
                    <a:pt x="9106" y="11248"/>
                    <a:pt x="11153" y="9043"/>
                    <a:pt x="11941" y="5955"/>
                  </a:cubicBezTo>
                  <a:lnTo>
                    <a:pt x="598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7753" name="Google Shape;7753;p69"/>
          <p:cNvSpPr/>
          <p:nvPr/>
        </p:nvSpPr>
        <p:spPr>
          <a:xfrm>
            <a:off x="2401482" y="4897628"/>
            <a:ext cx="493299" cy="417236"/>
          </a:xfrm>
          <a:custGeom>
            <a:avLst/>
            <a:gdLst/>
            <a:ahLst/>
            <a:cxnLst/>
            <a:rect l="l" t="t" r="r" b="b"/>
            <a:pathLst>
              <a:path w="12666" h="10713" extrusionOk="0">
                <a:moveTo>
                  <a:pt x="1765" y="3309"/>
                </a:moveTo>
                <a:lnTo>
                  <a:pt x="1765" y="7058"/>
                </a:lnTo>
                <a:cubicBezTo>
                  <a:pt x="1765" y="7278"/>
                  <a:pt x="1954" y="7436"/>
                  <a:pt x="2206" y="7436"/>
                </a:cubicBezTo>
                <a:lnTo>
                  <a:pt x="2615" y="7436"/>
                </a:lnTo>
                <a:lnTo>
                  <a:pt x="2615" y="9925"/>
                </a:lnTo>
                <a:lnTo>
                  <a:pt x="788" y="9925"/>
                </a:lnTo>
                <a:lnTo>
                  <a:pt x="788" y="3309"/>
                </a:lnTo>
                <a:close/>
                <a:moveTo>
                  <a:pt x="5073" y="3309"/>
                </a:moveTo>
                <a:lnTo>
                  <a:pt x="5073" y="7058"/>
                </a:lnTo>
                <a:cubicBezTo>
                  <a:pt x="5073" y="7278"/>
                  <a:pt x="5262" y="7436"/>
                  <a:pt x="5514" y="7436"/>
                </a:cubicBezTo>
                <a:lnTo>
                  <a:pt x="5892" y="7436"/>
                </a:lnTo>
                <a:lnTo>
                  <a:pt x="5892" y="9925"/>
                </a:lnTo>
                <a:lnTo>
                  <a:pt x="3403" y="9925"/>
                </a:lnTo>
                <a:lnTo>
                  <a:pt x="3403" y="7436"/>
                </a:lnTo>
                <a:lnTo>
                  <a:pt x="3813" y="7436"/>
                </a:lnTo>
                <a:cubicBezTo>
                  <a:pt x="4033" y="7436"/>
                  <a:pt x="4254" y="7247"/>
                  <a:pt x="4254" y="7058"/>
                </a:cubicBezTo>
                <a:lnTo>
                  <a:pt x="4254" y="3309"/>
                </a:lnTo>
                <a:close/>
                <a:moveTo>
                  <a:pt x="8412" y="3309"/>
                </a:moveTo>
                <a:lnTo>
                  <a:pt x="8412" y="7058"/>
                </a:lnTo>
                <a:cubicBezTo>
                  <a:pt x="8412" y="7278"/>
                  <a:pt x="8601" y="7436"/>
                  <a:pt x="8853" y="7436"/>
                </a:cubicBezTo>
                <a:lnTo>
                  <a:pt x="9294" y="7436"/>
                </a:lnTo>
                <a:lnTo>
                  <a:pt x="9294" y="9925"/>
                </a:lnTo>
                <a:lnTo>
                  <a:pt x="6711" y="9925"/>
                </a:lnTo>
                <a:lnTo>
                  <a:pt x="6711" y="7436"/>
                </a:lnTo>
                <a:lnTo>
                  <a:pt x="7152" y="7436"/>
                </a:lnTo>
                <a:cubicBezTo>
                  <a:pt x="7404" y="7436"/>
                  <a:pt x="7593" y="7247"/>
                  <a:pt x="7593" y="7058"/>
                </a:cubicBezTo>
                <a:lnTo>
                  <a:pt x="7593" y="3309"/>
                </a:lnTo>
                <a:close/>
                <a:moveTo>
                  <a:pt x="11815" y="3309"/>
                </a:moveTo>
                <a:lnTo>
                  <a:pt x="11815" y="9925"/>
                </a:lnTo>
                <a:lnTo>
                  <a:pt x="9988" y="9925"/>
                </a:lnTo>
                <a:lnTo>
                  <a:pt x="9988" y="7436"/>
                </a:lnTo>
                <a:lnTo>
                  <a:pt x="10429" y="7436"/>
                </a:lnTo>
                <a:cubicBezTo>
                  <a:pt x="10649" y="7436"/>
                  <a:pt x="10870" y="7247"/>
                  <a:pt x="10870" y="7058"/>
                </a:cubicBezTo>
                <a:lnTo>
                  <a:pt x="10870" y="3309"/>
                </a:lnTo>
                <a:close/>
                <a:moveTo>
                  <a:pt x="379" y="1"/>
                </a:moveTo>
                <a:cubicBezTo>
                  <a:pt x="158" y="1"/>
                  <a:pt x="1" y="190"/>
                  <a:pt x="1" y="379"/>
                </a:cubicBezTo>
                <a:lnTo>
                  <a:pt x="1" y="10334"/>
                </a:lnTo>
                <a:cubicBezTo>
                  <a:pt x="1" y="10555"/>
                  <a:pt x="190" y="10712"/>
                  <a:pt x="379" y="10712"/>
                </a:cubicBezTo>
                <a:lnTo>
                  <a:pt x="12224" y="10712"/>
                </a:lnTo>
                <a:cubicBezTo>
                  <a:pt x="12476" y="10712"/>
                  <a:pt x="12665" y="10523"/>
                  <a:pt x="12665" y="10334"/>
                </a:cubicBezTo>
                <a:lnTo>
                  <a:pt x="12665" y="379"/>
                </a:lnTo>
                <a:cubicBezTo>
                  <a:pt x="12634" y="190"/>
                  <a:pt x="12445" y="1"/>
                  <a:pt x="1222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7754" name="Google Shape;7754;p69"/>
          <p:cNvGrpSpPr/>
          <p:nvPr/>
        </p:nvGrpSpPr>
        <p:grpSpPr>
          <a:xfrm>
            <a:off x="4800065" y="4198030"/>
            <a:ext cx="387753" cy="492987"/>
            <a:chOff x="-37370925" y="3579105"/>
            <a:chExt cx="248900" cy="316450"/>
          </a:xfrm>
        </p:grpSpPr>
        <p:sp>
          <p:nvSpPr>
            <p:cNvPr id="7755" name="Google Shape;7755;p69"/>
            <p:cNvSpPr/>
            <p:nvPr/>
          </p:nvSpPr>
          <p:spPr>
            <a:xfrm>
              <a:off x="-37268550" y="3671055"/>
              <a:ext cx="83525" cy="82525"/>
            </a:xfrm>
            <a:custGeom>
              <a:avLst/>
              <a:gdLst/>
              <a:ahLst/>
              <a:cxnLst/>
              <a:rect l="l" t="t" r="r" b="b"/>
              <a:pathLst>
                <a:path w="3341" h="3301" extrusionOk="0">
                  <a:moveTo>
                    <a:pt x="2238" y="1"/>
                  </a:moveTo>
                  <a:lnTo>
                    <a:pt x="1" y="2237"/>
                  </a:lnTo>
                  <a:lnTo>
                    <a:pt x="946" y="3183"/>
                  </a:lnTo>
                  <a:cubicBezTo>
                    <a:pt x="1040" y="3261"/>
                    <a:pt x="1151" y="3301"/>
                    <a:pt x="1257" y="3301"/>
                  </a:cubicBezTo>
                  <a:cubicBezTo>
                    <a:pt x="1363" y="3301"/>
                    <a:pt x="1466" y="3261"/>
                    <a:pt x="1545" y="3183"/>
                  </a:cubicBezTo>
                  <a:lnTo>
                    <a:pt x="3183" y="1544"/>
                  </a:lnTo>
                  <a:cubicBezTo>
                    <a:pt x="3340" y="1387"/>
                    <a:pt x="3340" y="1103"/>
                    <a:pt x="3183" y="946"/>
                  </a:cubicBezTo>
                  <a:lnTo>
                    <a:pt x="223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56" name="Google Shape;7756;p69"/>
            <p:cNvSpPr/>
            <p:nvPr/>
          </p:nvSpPr>
          <p:spPr>
            <a:xfrm>
              <a:off x="-37370925" y="3579105"/>
              <a:ext cx="248900" cy="316450"/>
            </a:xfrm>
            <a:custGeom>
              <a:avLst/>
              <a:gdLst/>
              <a:ahLst/>
              <a:cxnLst/>
              <a:rect l="l" t="t" r="r" b="b"/>
              <a:pathLst>
                <a:path w="9956" h="12658" extrusionOk="0">
                  <a:moveTo>
                    <a:pt x="4537" y="8625"/>
                  </a:moveTo>
                  <a:cubicBezTo>
                    <a:pt x="4757" y="8625"/>
                    <a:pt x="4946" y="8845"/>
                    <a:pt x="4946" y="9066"/>
                  </a:cubicBezTo>
                  <a:cubicBezTo>
                    <a:pt x="4915" y="9255"/>
                    <a:pt x="4757" y="9475"/>
                    <a:pt x="4537" y="9475"/>
                  </a:cubicBezTo>
                  <a:cubicBezTo>
                    <a:pt x="4285" y="9475"/>
                    <a:pt x="4096" y="9255"/>
                    <a:pt x="4096" y="9066"/>
                  </a:cubicBezTo>
                  <a:cubicBezTo>
                    <a:pt x="4096" y="8845"/>
                    <a:pt x="4285" y="8625"/>
                    <a:pt x="4537" y="8625"/>
                  </a:cubicBezTo>
                  <a:close/>
                  <a:moveTo>
                    <a:pt x="2615" y="0"/>
                  </a:moveTo>
                  <a:cubicBezTo>
                    <a:pt x="2513" y="0"/>
                    <a:pt x="2410" y="40"/>
                    <a:pt x="2332" y="119"/>
                  </a:cubicBezTo>
                  <a:lnTo>
                    <a:pt x="662" y="1788"/>
                  </a:lnTo>
                  <a:cubicBezTo>
                    <a:pt x="504" y="1946"/>
                    <a:pt x="504" y="2229"/>
                    <a:pt x="662" y="2355"/>
                  </a:cubicBezTo>
                  <a:lnTo>
                    <a:pt x="1764" y="3458"/>
                  </a:lnTo>
                  <a:cubicBezTo>
                    <a:pt x="1166" y="4183"/>
                    <a:pt x="819" y="5096"/>
                    <a:pt x="819" y="6073"/>
                  </a:cubicBezTo>
                  <a:cubicBezTo>
                    <a:pt x="819" y="7774"/>
                    <a:pt x="1859" y="9223"/>
                    <a:pt x="3308" y="9853"/>
                  </a:cubicBezTo>
                  <a:lnTo>
                    <a:pt x="3308" y="10200"/>
                  </a:lnTo>
                  <a:lnTo>
                    <a:pt x="1229" y="10200"/>
                  </a:lnTo>
                  <a:cubicBezTo>
                    <a:pt x="536" y="10200"/>
                    <a:pt x="0" y="10767"/>
                    <a:pt x="0" y="11429"/>
                  </a:cubicBezTo>
                  <a:lnTo>
                    <a:pt x="0" y="12248"/>
                  </a:lnTo>
                  <a:cubicBezTo>
                    <a:pt x="0" y="12500"/>
                    <a:pt x="189" y="12657"/>
                    <a:pt x="441" y="12657"/>
                  </a:cubicBezTo>
                  <a:lnTo>
                    <a:pt x="8696" y="12657"/>
                  </a:lnTo>
                  <a:cubicBezTo>
                    <a:pt x="8948" y="12657"/>
                    <a:pt x="9137" y="12468"/>
                    <a:pt x="9137" y="12248"/>
                  </a:cubicBezTo>
                  <a:lnTo>
                    <a:pt x="9137" y="11429"/>
                  </a:lnTo>
                  <a:cubicBezTo>
                    <a:pt x="9137" y="10767"/>
                    <a:pt x="8570" y="10200"/>
                    <a:pt x="7876" y="10200"/>
                  </a:cubicBezTo>
                  <a:lnTo>
                    <a:pt x="5797" y="10200"/>
                  </a:lnTo>
                  <a:lnTo>
                    <a:pt x="5797" y="10137"/>
                  </a:lnTo>
                  <a:cubicBezTo>
                    <a:pt x="7120" y="9853"/>
                    <a:pt x="8223" y="8940"/>
                    <a:pt x="8790" y="7743"/>
                  </a:cubicBezTo>
                  <a:lnTo>
                    <a:pt x="9515" y="7743"/>
                  </a:lnTo>
                  <a:cubicBezTo>
                    <a:pt x="9767" y="7743"/>
                    <a:pt x="9956" y="7522"/>
                    <a:pt x="9956" y="7333"/>
                  </a:cubicBezTo>
                  <a:cubicBezTo>
                    <a:pt x="9893" y="7176"/>
                    <a:pt x="9735" y="6987"/>
                    <a:pt x="9483" y="6987"/>
                  </a:cubicBezTo>
                  <a:lnTo>
                    <a:pt x="6994" y="6987"/>
                  </a:lnTo>
                  <a:cubicBezTo>
                    <a:pt x="6774" y="6987"/>
                    <a:pt x="6585" y="7176"/>
                    <a:pt x="6585" y="7365"/>
                  </a:cubicBezTo>
                  <a:cubicBezTo>
                    <a:pt x="6585" y="7617"/>
                    <a:pt x="6774" y="7774"/>
                    <a:pt x="6994" y="7774"/>
                  </a:cubicBezTo>
                  <a:lnTo>
                    <a:pt x="7845" y="7774"/>
                  </a:lnTo>
                  <a:cubicBezTo>
                    <a:pt x="7404" y="8530"/>
                    <a:pt x="6648" y="9097"/>
                    <a:pt x="5734" y="9318"/>
                  </a:cubicBezTo>
                  <a:lnTo>
                    <a:pt x="5734" y="8971"/>
                  </a:lnTo>
                  <a:cubicBezTo>
                    <a:pt x="5734" y="8310"/>
                    <a:pt x="5198" y="7774"/>
                    <a:pt x="4537" y="7743"/>
                  </a:cubicBezTo>
                  <a:cubicBezTo>
                    <a:pt x="3844" y="7743"/>
                    <a:pt x="3308" y="8278"/>
                    <a:pt x="3308" y="8940"/>
                  </a:cubicBezTo>
                  <a:cubicBezTo>
                    <a:pt x="2332" y="8373"/>
                    <a:pt x="1638" y="7302"/>
                    <a:pt x="1638" y="6073"/>
                  </a:cubicBezTo>
                  <a:cubicBezTo>
                    <a:pt x="1638" y="5285"/>
                    <a:pt x="1922" y="4624"/>
                    <a:pt x="2363" y="4057"/>
                  </a:cubicBezTo>
                  <a:lnTo>
                    <a:pt x="3529" y="5254"/>
                  </a:lnTo>
                  <a:lnTo>
                    <a:pt x="5797" y="3017"/>
                  </a:lnTo>
                  <a:lnTo>
                    <a:pt x="2899" y="119"/>
                  </a:lnTo>
                  <a:cubicBezTo>
                    <a:pt x="2820" y="40"/>
                    <a:pt x="2717" y="0"/>
                    <a:pt x="261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7757" name="Google Shape;7757;p69"/>
          <p:cNvSpPr/>
          <p:nvPr/>
        </p:nvSpPr>
        <p:spPr>
          <a:xfrm>
            <a:off x="1733470" y="1797761"/>
            <a:ext cx="485937" cy="492559"/>
          </a:xfrm>
          <a:custGeom>
            <a:avLst/>
            <a:gdLst/>
            <a:ahLst/>
            <a:cxnLst/>
            <a:rect l="l" t="t" r="r" b="b"/>
            <a:pathLst>
              <a:path w="12477" h="12647" extrusionOk="0">
                <a:moveTo>
                  <a:pt x="3750" y="4538"/>
                </a:moveTo>
                <a:cubicBezTo>
                  <a:pt x="4223" y="4538"/>
                  <a:pt x="4601" y="4884"/>
                  <a:pt x="4601" y="5357"/>
                </a:cubicBezTo>
                <a:cubicBezTo>
                  <a:pt x="4601" y="5829"/>
                  <a:pt x="4223" y="6176"/>
                  <a:pt x="3750" y="6176"/>
                </a:cubicBezTo>
                <a:cubicBezTo>
                  <a:pt x="3277" y="6176"/>
                  <a:pt x="2931" y="5829"/>
                  <a:pt x="2931" y="5357"/>
                </a:cubicBezTo>
                <a:cubicBezTo>
                  <a:pt x="2931" y="4884"/>
                  <a:pt x="3277" y="4538"/>
                  <a:pt x="3750" y="4538"/>
                </a:cubicBezTo>
                <a:close/>
                <a:moveTo>
                  <a:pt x="6239" y="4538"/>
                </a:moveTo>
                <a:cubicBezTo>
                  <a:pt x="6711" y="4538"/>
                  <a:pt x="7058" y="4884"/>
                  <a:pt x="7058" y="5357"/>
                </a:cubicBezTo>
                <a:cubicBezTo>
                  <a:pt x="7058" y="5829"/>
                  <a:pt x="6711" y="6176"/>
                  <a:pt x="6239" y="6176"/>
                </a:cubicBezTo>
                <a:cubicBezTo>
                  <a:pt x="5766" y="6176"/>
                  <a:pt x="5420" y="5829"/>
                  <a:pt x="5420" y="5357"/>
                </a:cubicBezTo>
                <a:cubicBezTo>
                  <a:pt x="5420" y="4884"/>
                  <a:pt x="5766" y="4538"/>
                  <a:pt x="6239" y="4538"/>
                </a:cubicBezTo>
                <a:close/>
                <a:moveTo>
                  <a:pt x="8728" y="4538"/>
                </a:moveTo>
                <a:cubicBezTo>
                  <a:pt x="9200" y="4538"/>
                  <a:pt x="9547" y="4884"/>
                  <a:pt x="9547" y="5357"/>
                </a:cubicBezTo>
                <a:cubicBezTo>
                  <a:pt x="9547" y="5829"/>
                  <a:pt x="9200" y="6176"/>
                  <a:pt x="8728" y="6176"/>
                </a:cubicBezTo>
                <a:cubicBezTo>
                  <a:pt x="8255" y="6176"/>
                  <a:pt x="7877" y="5829"/>
                  <a:pt x="7877" y="5357"/>
                </a:cubicBezTo>
                <a:cubicBezTo>
                  <a:pt x="7877" y="4884"/>
                  <a:pt x="8255" y="4538"/>
                  <a:pt x="8728" y="4538"/>
                </a:cubicBezTo>
                <a:close/>
                <a:moveTo>
                  <a:pt x="6239" y="1"/>
                </a:moveTo>
                <a:cubicBezTo>
                  <a:pt x="2805" y="1"/>
                  <a:pt x="1" y="2395"/>
                  <a:pt x="1" y="5357"/>
                </a:cubicBezTo>
                <a:cubicBezTo>
                  <a:pt x="1" y="7436"/>
                  <a:pt x="1387" y="9200"/>
                  <a:pt x="3309" y="10082"/>
                </a:cubicBezTo>
                <a:lnTo>
                  <a:pt x="3309" y="12256"/>
                </a:lnTo>
                <a:cubicBezTo>
                  <a:pt x="3309" y="12486"/>
                  <a:pt x="3502" y="12646"/>
                  <a:pt x="3715" y="12646"/>
                </a:cubicBezTo>
                <a:cubicBezTo>
                  <a:pt x="3824" y="12646"/>
                  <a:pt x="3938" y="12604"/>
                  <a:pt x="4034" y="12508"/>
                </a:cubicBezTo>
                <a:lnTo>
                  <a:pt x="5609" y="10681"/>
                </a:lnTo>
                <a:cubicBezTo>
                  <a:pt x="5798" y="10681"/>
                  <a:pt x="5987" y="10713"/>
                  <a:pt x="6239" y="10713"/>
                </a:cubicBezTo>
                <a:cubicBezTo>
                  <a:pt x="9641" y="10713"/>
                  <a:pt x="12477" y="8350"/>
                  <a:pt x="12477" y="5357"/>
                </a:cubicBezTo>
                <a:cubicBezTo>
                  <a:pt x="12477" y="2395"/>
                  <a:pt x="9704" y="1"/>
                  <a:pt x="623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58" name="Google Shape;7758;p69"/>
          <p:cNvSpPr/>
          <p:nvPr/>
        </p:nvSpPr>
        <p:spPr>
          <a:xfrm>
            <a:off x="1766593" y="2378163"/>
            <a:ext cx="419689" cy="495752"/>
          </a:xfrm>
          <a:custGeom>
            <a:avLst/>
            <a:gdLst/>
            <a:ahLst/>
            <a:cxnLst/>
            <a:rect l="l" t="t" r="r" b="b"/>
            <a:pathLst>
              <a:path w="10776" h="12729" extrusionOk="0">
                <a:moveTo>
                  <a:pt x="1670" y="851"/>
                </a:moveTo>
                <a:lnTo>
                  <a:pt x="1670" y="9326"/>
                </a:lnTo>
                <a:cubicBezTo>
                  <a:pt x="1355" y="9326"/>
                  <a:pt x="1072" y="9421"/>
                  <a:pt x="851" y="9578"/>
                </a:cubicBezTo>
                <a:lnTo>
                  <a:pt x="851" y="2049"/>
                </a:lnTo>
                <a:cubicBezTo>
                  <a:pt x="851" y="1481"/>
                  <a:pt x="1198" y="1072"/>
                  <a:pt x="1670" y="851"/>
                </a:cubicBezTo>
                <a:close/>
                <a:moveTo>
                  <a:pt x="9925" y="10177"/>
                </a:moveTo>
                <a:lnTo>
                  <a:pt x="9925" y="10208"/>
                </a:lnTo>
                <a:lnTo>
                  <a:pt x="9925" y="11846"/>
                </a:lnTo>
                <a:lnTo>
                  <a:pt x="1670" y="11846"/>
                </a:lnTo>
                <a:cubicBezTo>
                  <a:pt x="1229" y="11846"/>
                  <a:pt x="851" y="11468"/>
                  <a:pt x="851" y="11027"/>
                </a:cubicBezTo>
                <a:cubicBezTo>
                  <a:pt x="851" y="10586"/>
                  <a:pt x="1229" y="10177"/>
                  <a:pt x="1670" y="10177"/>
                </a:cubicBezTo>
                <a:close/>
                <a:moveTo>
                  <a:pt x="2111" y="1"/>
                </a:moveTo>
                <a:cubicBezTo>
                  <a:pt x="914" y="1"/>
                  <a:pt x="1" y="946"/>
                  <a:pt x="1" y="2080"/>
                </a:cubicBezTo>
                <a:lnTo>
                  <a:pt x="1" y="11059"/>
                </a:lnTo>
                <a:cubicBezTo>
                  <a:pt x="1" y="11973"/>
                  <a:pt x="757" y="12729"/>
                  <a:pt x="1670" y="12729"/>
                </a:cubicBezTo>
                <a:lnTo>
                  <a:pt x="10334" y="12729"/>
                </a:lnTo>
                <a:cubicBezTo>
                  <a:pt x="10586" y="12729"/>
                  <a:pt x="10775" y="12508"/>
                  <a:pt x="10775" y="12319"/>
                </a:cubicBezTo>
                <a:lnTo>
                  <a:pt x="10775" y="473"/>
                </a:lnTo>
                <a:cubicBezTo>
                  <a:pt x="10775" y="221"/>
                  <a:pt x="10586" y="64"/>
                  <a:pt x="10334" y="64"/>
                </a:cubicBezTo>
                <a:lnTo>
                  <a:pt x="9105" y="64"/>
                </a:lnTo>
                <a:lnTo>
                  <a:pt x="9105" y="3781"/>
                </a:lnTo>
                <a:cubicBezTo>
                  <a:pt x="9105" y="4011"/>
                  <a:pt x="8912" y="4171"/>
                  <a:pt x="8708" y="4171"/>
                </a:cubicBezTo>
                <a:cubicBezTo>
                  <a:pt x="8604" y="4171"/>
                  <a:pt x="8498" y="4129"/>
                  <a:pt x="8412" y="4033"/>
                </a:cubicBezTo>
                <a:lnTo>
                  <a:pt x="7845" y="3498"/>
                </a:lnTo>
                <a:lnTo>
                  <a:pt x="7310" y="4033"/>
                </a:lnTo>
                <a:cubicBezTo>
                  <a:pt x="7214" y="4129"/>
                  <a:pt x="7100" y="4171"/>
                  <a:pt x="6991" y="4171"/>
                </a:cubicBezTo>
                <a:cubicBezTo>
                  <a:pt x="6778" y="4171"/>
                  <a:pt x="6585" y="4011"/>
                  <a:pt x="6585" y="3781"/>
                </a:cubicBezTo>
                <a:lnTo>
                  <a:pt x="6585" y="64"/>
                </a:lnTo>
                <a:lnTo>
                  <a:pt x="2111" y="64"/>
                </a:lnTo>
                <a:lnTo>
                  <a:pt x="211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7759" name="Google Shape;7759;p69"/>
          <p:cNvGrpSpPr/>
          <p:nvPr/>
        </p:nvGrpSpPr>
        <p:grpSpPr>
          <a:xfrm>
            <a:off x="1724565" y="2968791"/>
            <a:ext cx="495752" cy="493299"/>
            <a:chOff x="-42259725" y="3951100"/>
            <a:chExt cx="318225" cy="316650"/>
          </a:xfrm>
        </p:grpSpPr>
        <p:sp>
          <p:nvSpPr>
            <p:cNvPr id="7760" name="Google Shape;7760;p69"/>
            <p:cNvSpPr/>
            <p:nvPr/>
          </p:nvSpPr>
          <p:spPr>
            <a:xfrm>
              <a:off x="-42258150" y="3951100"/>
              <a:ext cx="316650" cy="123675"/>
            </a:xfrm>
            <a:custGeom>
              <a:avLst/>
              <a:gdLst/>
              <a:ahLst/>
              <a:cxnLst/>
              <a:rect l="l" t="t" r="r" b="b"/>
              <a:pathLst>
                <a:path w="12666" h="4947" extrusionOk="0">
                  <a:moveTo>
                    <a:pt x="2868" y="820"/>
                  </a:moveTo>
                  <a:cubicBezTo>
                    <a:pt x="3120" y="820"/>
                    <a:pt x="3277" y="1009"/>
                    <a:pt x="3277" y="1261"/>
                  </a:cubicBezTo>
                  <a:lnTo>
                    <a:pt x="3277" y="2899"/>
                  </a:lnTo>
                  <a:cubicBezTo>
                    <a:pt x="3277" y="3151"/>
                    <a:pt x="3057" y="3308"/>
                    <a:pt x="2868" y="3308"/>
                  </a:cubicBezTo>
                  <a:cubicBezTo>
                    <a:pt x="2647" y="3308"/>
                    <a:pt x="2490" y="3119"/>
                    <a:pt x="2427" y="2899"/>
                  </a:cubicBezTo>
                  <a:lnTo>
                    <a:pt x="2427" y="1261"/>
                  </a:lnTo>
                  <a:cubicBezTo>
                    <a:pt x="2427" y="1009"/>
                    <a:pt x="2647" y="851"/>
                    <a:pt x="2868" y="820"/>
                  </a:cubicBezTo>
                  <a:close/>
                  <a:moveTo>
                    <a:pt x="9767" y="820"/>
                  </a:moveTo>
                  <a:cubicBezTo>
                    <a:pt x="9988" y="820"/>
                    <a:pt x="10145" y="1009"/>
                    <a:pt x="10145" y="1261"/>
                  </a:cubicBezTo>
                  <a:lnTo>
                    <a:pt x="10145" y="2899"/>
                  </a:lnTo>
                  <a:cubicBezTo>
                    <a:pt x="10145" y="3151"/>
                    <a:pt x="9956" y="3308"/>
                    <a:pt x="9767" y="3308"/>
                  </a:cubicBezTo>
                  <a:cubicBezTo>
                    <a:pt x="9515" y="3308"/>
                    <a:pt x="9358" y="3119"/>
                    <a:pt x="9326" y="2899"/>
                  </a:cubicBezTo>
                  <a:lnTo>
                    <a:pt x="9326" y="1261"/>
                  </a:lnTo>
                  <a:cubicBezTo>
                    <a:pt x="9326" y="1009"/>
                    <a:pt x="9515" y="851"/>
                    <a:pt x="9767" y="820"/>
                  </a:cubicBezTo>
                  <a:close/>
                  <a:moveTo>
                    <a:pt x="2868" y="0"/>
                  </a:moveTo>
                  <a:cubicBezTo>
                    <a:pt x="2206" y="0"/>
                    <a:pt x="1639" y="536"/>
                    <a:pt x="1608" y="1229"/>
                  </a:cubicBezTo>
                  <a:lnTo>
                    <a:pt x="1608" y="1639"/>
                  </a:lnTo>
                  <a:lnTo>
                    <a:pt x="1230" y="1639"/>
                  </a:lnTo>
                  <a:cubicBezTo>
                    <a:pt x="536" y="1639"/>
                    <a:pt x="1" y="2206"/>
                    <a:pt x="1" y="2867"/>
                  </a:cubicBezTo>
                  <a:lnTo>
                    <a:pt x="1" y="4947"/>
                  </a:lnTo>
                  <a:lnTo>
                    <a:pt x="12666" y="4947"/>
                  </a:lnTo>
                  <a:lnTo>
                    <a:pt x="12666" y="2867"/>
                  </a:lnTo>
                  <a:cubicBezTo>
                    <a:pt x="12634" y="2206"/>
                    <a:pt x="12036" y="1639"/>
                    <a:pt x="11374" y="1639"/>
                  </a:cubicBezTo>
                  <a:lnTo>
                    <a:pt x="10996" y="1639"/>
                  </a:lnTo>
                  <a:lnTo>
                    <a:pt x="10996" y="1229"/>
                  </a:lnTo>
                  <a:cubicBezTo>
                    <a:pt x="10996" y="536"/>
                    <a:pt x="10429" y="0"/>
                    <a:pt x="9767" y="0"/>
                  </a:cubicBezTo>
                  <a:cubicBezTo>
                    <a:pt x="9106" y="0"/>
                    <a:pt x="8539" y="536"/>
                    <a:pt x="8507" y="1229"/>
                  </a:cubicBezTo>
                  <a:lnTo>
                    <a:pt x="8507" y="1639"/>
                  </a:lnTo>
                  <a:lnTo>
                    <a:pt x="4097" y="1639"/>
                  </a:lnTo>
                  <a:lnTo>
                    <a:pt x="4097" y="1229"/>
                  </a:lnTo>
                  <a:cubicBezTo>
                    <a:pt x="4097" y="536"/>
                    <a:pt x="3561" y="0"/>
                    <a:pt x="286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61" name="Google Shape;7761;p69"/>
            <p:cNvSpPr/>
            <p:nvPr/>
          </p:nvSpPr>
          <p:spPr>
            <a:xfrm>
              <a:off x="-42259725" y="4096800"/>
              <a:ext cx="316650" cy="170950"/>
            </a:xfrm>
            <a:custGeom>
              <a:avLst/>
              <a:gdLst/>
              <a:ahLst/>
              <a:cxnLst/>
              <a:rect l="l" t="t" r="r" b="b"/>
              <a:pathLst>
                <a:path w="12666" h="6838" extrusionOk="0">
                  <a:moveTo>
                    <a:pt x="1" y="1"/>
                  </a:moveTo>
                  <a:lnTo>
                    <a:pt x="1" y="5640"/>
                  </a:lnTo>
                  <a:lnTo>
                    <a:pt x="32" y="5640"/>
                  </a:lnTo>
                  <a:cubicBezTo>
                    <a:pt x="32" y="6302"/>
                    <a:pt x="568" y="6837"/>
                    <a:pt x="1261" y="6837"/>
                  </a:cubicBezTo>
                  <a:lnTo>
                    <a:pt x="11437" y="6837"/>
                  </a:lnTo>
                  <a:cubicBezTo>
                    <a:pt x="12099" y="6837"/>
                    <a:pt x="12666" y="6302"/>
                    <a:pt x="12666" y="5640"/>
                  </a:cubicBezTo>
                  <a:lnTo>
                    <a:pt x="1266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762" name="Google Shape;7762;p69"/>
          <p:cNvGrpSpPr/>
          <p:nvPr/>
        </p:nvGrpSpPr>
        <p:grpSpPr>
          <a:xfrm>
            <a:off x="4655714" y="1874153"/>
            <a:ext cx="494505" cy="450340"/>
            <a:chOff x="-40378075" y="3267450"/>
            <a:chExt cx="317425" cy="289075"/>
          </a:xfrm>
        </p:grpSpPr>
        <p:sp>
          <p:nvSpPr>
            <p:cNvPr id="7763" name="Google Shape;7763;p69"/>
            <p:cNvSpPr/>
            <p:nvPr/>
          </p:nvSpPr>
          <p:spPr>
            <a:xfrm>
              <a:off x="-40218975" y="3308400"/>
              <a:ext cx="158325" cy="248125"/>
            </a:xfrm>
            <a:custGeom>
              <a:avLst/>
              <a:gdLst/>
              <a:ahLst/>
              <a:cxnLst/>
              <a:rect l="l" t="t" r="r" b="b"/>
              <a:pathLst>
                <a:path w="6333" h="9925" extrusionOk="0">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64" name="Google Shape;7764;p69"/>
            <p:cNvSpPr/>
            <p:nvPr/>
          </p:nvSpPr>
          <p:spPr>
            <a:xfrm>
              <a:off x="-40316650" y="3267450"/>
              <a:ext cx="86675" cy="257575"/>
            </a:xfrm>
            <a:custGeom>
              <a:avLst/>
              <a:gdLst/>
              <a:ahLst/>
              <a:cxnLst/>
              <a:rect l="l" t="t" r="r" b="b"/>
              <a:pathLst>
                <a:path w="3467" h="10303" extrusionOk="0">
                  <a:moveTo>
                    <a:pt x="1" y="0"/>
                  </a:moveTo>
                  <a:lnTo>
                    <a:pt x="1" y="9105"/>
                  </a:lnTo>
                  <a:cubicBezTo>
                    <a:pt x="1166" y="9200"/>
                    <a:pt x="2489" y="9578"/>
                    <a:pt x="3466" y="10302"/>
                  </a:cubicBezTo>
                  <a:lnTo>
                    <a:pt x="3466" y="1197"/>
                  </a:lnTo>
                  <a:cubicBezTo>
                    <a:pt x="2489" y="473"/>
                    <a:pt x="1229" y="95"/>
                    <a:pt x="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65" name="Google Shape;7765;p69"/>
            <p:cNvSpPr/>
            <p:nvPr/>
          </p:nvSpPr>
          <p:spPr>
            <a:xfrm>
              <a:off x="-40209525" y="3267450"/>
              <a:ext cx="86650" cy="257575"/>
            </a:xfrm>
            <a:custGeom>
              <a:avLst/>
              <a:gdLst/>
              <a:ahLst/>
              <a:cxnLst/>
              <a:rect l="l" t="t" r="r" b="b"/>
              <a:pathLst>
                <a:path w="3466" h="10303" extrusionOk="0">
                  <a:moveTo>
                    <a:pt x="3466" y="0"/>
                  </a:moveTo>
                  <a:cubicBezTo>
                    <a:pt x="2300" y="95"/>
                    <a:pt x="977" y="473"/>
                    <a:pt x="0" y="1197"/>
                  </a:cubicBezTo>
                  <a:lnTo>
                    <a:pt x="0" y="10302"/>
                  </a:lnTo>
                  <a:cubicBezTo>
                    <a:pt x="977" y="9578"/>
                    <a:pt x="2237" y="9200"/>
                    <a:pt x="3466" y="9105"/>
                  </a:cubicBezTo>
                  <a:lnTo>
                    <a:pt x="346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66" name="Google Shape;7766;p69"/>
            <p:cNvSpPr/>
            <p:nvPr/>
          </p:nvSpPr>
          <p:spPr>
            <a:xfrm>
              <a:off x="-40378075" y="3308400"/>
              <a:ext cx="157550" cy="248125"/>
            </a:xfrm>
            <a:custGeom>
              <a:avLst/>
              <a:gdLst/>
              <a:ahLst/>
              <a:cxnLst/>
              <a:rect l="l" t="t" r="r" b="b"/>
              <a:pathLst>
                <a:path w="6302" h="9925" extrusionOk="0">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767" name="Google Shape;7767;p69"/>
          <p:cNvGrpSpPr/>
          <p:nvPr/>
        </p:nvGrpSpPr>
        <p:grpSpPr>
          <a:xfrm>
            <a:off x="4660601" y="2409176"/>
            <a:ext cx="484731" cy="493299"/>
            <a:chOff x="-40372575" y="3604550"/>
            <a:chExt cx="311150" cy="316650"/>
          </a:xfrm>
        </p:grpSpPr>
        <p:sp>
          <p:nvSpPr>
            <p:cNvPr id="7768" name="Google Shape;7768;p69"/>
            <p:cNvSpPr/>
            <p:nvPr/>
          </p:nvSpPr>
          <p:spPr>
            <a:xfrm>
              <a:off x="-40372575" y="3604550"/>
              <a:ext cx="311150" cy="134475"/>
            </a:xfrm>
            <a:custGeom>
              <a:avLst/>
              <a:gdLst/>
              <a:ahLst/>
              <a:cxnLst/>
              <a:rect l="l" t="t" r="r" b="b"/>
              <a:pathLst>
                <a:path w="12446" h="5379" extrusionOk="0">
                  <a:moveTo>
                    <a:pt x="3088" y="0"/>
                  </a:moveTo>
                  <a:cubicBezTo>
                    <a:pt x="1639" y="0"/>
                    <a:pt x="316" y="1008"/>
                    <a:pt x="95" y="2489"/>
                  </a:cubicBezTo>
                  <a:cubicBezTo>
                    <a:pt x="1" y="3214"/>
                    <a:pt x="190" y="3938"/>
                    <a:pt x="568" y="4506"/>
                  </a:cubicBezTo>
                  <a:cubicBezTo>
                    <a:pt x="962" y="5071"/>
                    <a:pt x="1607" y="5366"/>
                    <a:pt x="2240" y="5366"/>
                  </a:cubicBezTo>
                  <a:cubicBezTo>
                    <a:pt x="2772" y="5366"/>
                    <a:pt x="3296" y="5157"/>
                    <a:pt x="3655" y="4726"/>
                  </a:cubicBezTo>
                  <a:cubicBezTo>
                    <a:pt x="4569" y="3655"/>
                    <a:pt x="3844" y="2489"/>
                    <a:pt x="2836" y="2489"/>
                  </a:cubicBezTo>
                  <a:cubicBezTo>
                    <a:pt x="2584" y="2489"/>
                    <a:pt x="2427" y="2678"/>
                    <a:pt x="2427" y="2899"/>
                  </a:cubicBezTo>
                  <a:cubicBezTo>
                    <a:pt x="2427" y="3151"/>
                    <a:pt x="2616" y="3308"/>
                    <a:pt x="2836" y="3340"/>
                  </a:cubicBezTo>
                  <a:cubicBezTo>
                    <a:pt x="3057" y="3340"/>
                    <a:pt x="3214" y="3529"/>
                    <a:pt x="3214" y="3749"/>
                  </a:cubicBezTo>
                  <a:cubicBezTo>
                    <a:pt x="3214" y="3970"/>
                    <a:pt x="3025" y="4127"/>
                    <a:pt x="2836" y="4127"/>
                  </a:cubicBezTo>
                  <a:cubicBezTo>
                    <a:pt x="2049" y="4127"/>
                    <a:pt x="1450" y="3434"/>
                    <a:pt x="1608" y="2584"/>
                  </a:cubicBezTo>
                  <a:cubicBezTo>
                    <a:pt x="1754" y="1999"/>
                    <a:pt x="2279" y="1632"/>
                    <a:pt x="2882" y="1632"/>
                  </a:cubicBezTo>
                  <a:cubicBezTo>
                    <a:pt x="2930" y="1632"/>
                    <a:pt x="2977" y="1634"/>
                    <a:pt x="3025" y="1639"/>
                  </a:cubicBezTo>
                  <a:cubicBezTo>
                    <a:pt x="3624" y="1733"/>
                    <a:pt x="4128" y="2048"/>
                    <a:pt x="4474" y="2489"/>
                  </a:cubicBezTo>
                  <a:lnTo>
                    <a:pt x="7908" y="2489"/>
                  </a:lnTo>
                  <a:cubicBezTo>
                    <a:pt x="8255" y="2017"/>
                    <a:pt x="8759" y="1702"/>
                    <a:pt x="9358" y="1639"/>
                  </a:cubicBezTo>
                  <a:cubicBezTo>
                    <a:pt x="9406" y="1634"/>
                    <a:pt x="9453" y="1632"/>
                    <a:pt x="9501" y="1632"/>
                  </a:cubicBezTo>
                  <a:cubicBezTo>
                    <a:pt x="10104" y="1632"/>
                    <a:pt x="10629" y="1999"/>
                    <a:pt x="10775" y="2584"/>
                  </a:cubicBezTo>
                  <a:cubicBezTo>
                    <a:pt x="10964" y="3434"/>
                    <a:pt x="10334" y="4127"/>
                    <a:pt x="9547" y="4127"/>
                  </a:cubicBezTo>
                  <a:cubicBezTo>
                    <a:pt x="9326" y="4127"/>
                    <a:pt x="9137" y="3938"/>
                    <a:pt x="9137" y="3749"/>
                  </a:cubicBezTo>
                  <a:cubicBezTo>
                    <a:pt x="9137" y="3497"/>
                    <a:pt x="9326" y="3340"/>
                    <a:pt x="9547" y="3340"/>
                  </a:cubicBezTo>
                  <a:cubicBezTo>
                    <a:pt x="9799" y="3340"/>
                    <a:pt x="9956" y="3151"/>
                    <a:pt x="9956" y="2899"/>
                  </a:cubicBezTo>
                  <a:cubicBezTo>
                    <a:pt x="9956" y="2678"/>
                    <a:pt x="9767" y="2521"/>
                    <a:pt x="9547" y="2489"/>
                  </a:cubicBezTo>
                  <a:cubicBezTo>
                    <a:pt x="8539" y="2489"/>
                    <a:pt x="7814" y="3686"/>
                    <a:pt x="8728" y="4726"/>
                  </a:cubicBezTo>
                  <a:cubicBezTo>
                    <a:pt x="9099" y="5169"/>
                    <a:pt x="9626" y="5379"/>
                    <a:pt x="10158" y="5379"/>
                  </a:cubicBezTo>
                  <a:cubicBezTo>
                    <a:pt x="10800" y="5379"/>
                    <a:pt x="11451" y="5074"/>
                    <a:pt x="11847" y="4506"/>
                  </a:cubicBezTo>
                  <a:cubicBezTo>
                    <a:pt x="12225" y="3970"/>
                    <a:pt x="12445" y="3277"/>
                    <a:pt x="12319" y="2489"/>
                  </a:cubicBezTo>
                  <a:cubicBezTo>
                    <a:pt x="12130" y="1008"/>
                    <a:pt x="10775" y="0"/>
                    <a:pt x="932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69" name="Google Shape;7769;p69"/>
            <p:cNvSpPr/>
            <p:nvPr/>
          </p:nvSpPr>
          <p:spPr>
            <a:xfrm>
              <a:off x="-40312700" y="3730575"/>
              <a:ext cx="185100" cy="190625"/>
            </a:xfrm>
            <a:custGeom>
              <a:avLst/>
              <a:gdLst/>
              <a:ahLst/>
              <a:cxnLst/>
              <a:rect l="l" t="t" r="r" b="b"/>
              <a:pathLst>
                <a:path w="7404" h="7625" extrusionOk="0">
                  <a:moveTo>
                    <a:pt x="2426" y="0"/>
                  </a:moveTo>
                  <a:lnTo>
                    <a:pt x="2426" y="5639"/>
                  </a:lnTo>
                  <a:cubicBezTo>
                    <a:pt x="2426" y="5860"/>
                    <a:pt x="2237" y="6017"/>
                    <a:pt x="2048" y="6017"/>
                  </a:cubicBezTo>
                  <a:cubicBezTo>
                    <a:pt x="1796" y="6017"/>
                    <a:pt x="1638" y="5828"/>
                    <a:pt x="1638" y="5639"/>
                  </a:cubicBezTo>
                  <a:lnTo>
                    <a:pt x="1638" y="473"/>
                  </a:lnTo>
                  <a:cubicBezTo>
                    <a:pt x="1229" y="851"/>
                    <a:pt x="630" y="1103"/>
                    <a:pt x="0" y="1134"/>
                  </a:cubicBezTo>
                  <a:lnTo>
                    <a:pt x="0" y="7246"/>
                  </a:lnTo>
                  <a:cubicBezTo>
                    <a:pt x="0" y="7467"/>
                    <a:pt x="189" y="7624"/>
                    <a:pt x="378" y="7624"/>
                  </a:cubicBezTo>
                  <a:lnTo>
                    <a:pt x="6994" y="7624"/>
                  </a:lnTo>
                  <a:cubicBezTo>
                    <a:pt x="7246" y="7624"/>
                    <a:pt x="7404" y="7435"/>
                    <a:pt x="7404" y="7246"/>
                  </a:cubicBezTo>
                  <a:lnTo>
                    <a:pt x="7404" y="1134"/>
                  </a:lnTo>
                  <a:cubicBezTo>
                    <a:pt x="6774" y="1071"/>
                    <a:pt x="6175" y="788"/>
                    <a:pt x="5734" y="315"/>
                  </a:cubicBezTo>
                  <a:lnTo>
                    <a:pt x="5734" y="5639"/>
                  </a:lnTo>
                  <a:cubicBezTo>
                    <a:pt x="5734" y="5860"/>
                    <a:pt x="5545" y="6017"/>
                    <a:pt x="5324" y="6017"/>
                  </a:cubicBezTo>
                  <a:cubicBezTo>
                    <a:pt x="5072" y="6017"/>
                    <a:pt x="4915" y="5828"/>
                    <a:pt x="4915" y="5639"/>
                  </a:cubicBezTo>
                  <a:lnTo>
                    <a:pt x="4915" y="0"/>
                  </a:lnTo>
                  <a:lnTo>
                    <a:pt x="4096" y="0"/>
                  </a:lnTo>
                  <a:lnTo>
                    <a:pt x="4096" y="5639"/>
                  </a:lnTo>
                  <a:cubicBezTo>
                    <a:pt x="4096" y="5860"/>
                    <a:pt x="3907" y="6017"/>
                    <a:pt x="3686" y="6017"/>
                  </a:cubicBezTo>
                  <a:cubicBezTo>
                    <a:pt x="3466" y="6017"/>
                    <a:pt x="3277" y="5828"/>
                    <a:pt x="3277" y="5639"/>
                  </a:cubicBezTo>
                  <a:lnTo>
                    <a:pt x="327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70" name="Google Shape;7770;p69"/>
            <p:cNvSpPr/>
            <p:nvPr/>
          </p:nvSpPr>
          <p:spPr>
            <a:xfrm>
              <a:off x="-40250475" y="3688025"/>
              <a:ext cx="66950" cy="20500"/>
            </a:xfrm>
            <a:custGeom>
              <a:avLst/>
              <a:gdLst/>
              <a:ahLst/>
              <a:cxnLst/>
              <a:rect l="l" t="t" r="r" b="b"/>
              <a:pathLst>
                <a:path w="2678" h="820" extrusionOk="0">
                  <a:moveTo>
                    <a:pt x="0" y="1"/>
                  </a:moveTo>
                  <a:cubicBezTo>
                    <a:pt x="32" y="127"/>
                    <a:pt x="32" y="284"/>
                    <a:pt x="32" y="379"/>
                  </a:cubicBezTo>
                  <a:cubicBezTo>
                    <a:pt x="32" y="536"/>
                    <a:pt x="32" y="662"/>
                    <a:pt x="0" y="788"/>
                  </a:cubicBezTo>
                  <a:lnTo>
                    <a:pt x="2666" y="788"/>
                  </a:lnTo>
                  <a:cubicBezTo>
                    <a:pt x="2615" y="649"/>
                    <a:pt x="2615" y="555"/>
                    <a:pt x="2615" y="379"/>
                  </a:cubicBezTo>
                  <a:cubicBezTo>
                    <a:pt x="2615" y="284"/>
                    <a:pt x="2615" y="127"/>
                    <a:pt x="2678" y="1"/>
                  </a:cubicBezTo>
                  <a:close/>
                  <a:moveTo>
                    <a:pt x="2666" y="788"/>
                  </a:moveTo>
                  <a:cubicBezTo>
                    <a:pt x="2670" y="799"/>
                    <a:pt x="2674" y="809"/>
                    <a:pt x="2678" y="820"/>
                  </a:cubicBezTo>
                  <a:lnTo>
                    <a:pt x="2678" y="788"/>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7771" name="Google Shape;7771;p69"/>
          <p:cNvSpPr/>
          <p:nvPr/>
        </p:nvSpPr>
        <p:spPr>
          <a:xfrm>
            <a:off x="4665044" y="3000213"/>
            <a:ext cx="483484" cy="495869"/>
          </a:xfrm>
          <a:custGeom>
            <a:avLst/>
            <a:gdLst/>
            <a:ahLst/>
            <a:cxnLst/>
            <a:rect l="l" t="t" r="r" b="b"/>
            <a:pathLst>
              <a:path w="12414" h="12732" extrusionOk="0">
                <a:moveTo>
                  <a:pt x="11965" y="0"/>
                </a:moveTo>
                <a:cubicBezTo>
                  <a:pt x="11946" y="0"/>
                  <a:pt x="11928" y="1"/>
                  <a:pt x="11910" y="4"/>
                </a:cubicBezTo>
                <a:lnTo>
                  <a:pt x="4474" y="1642"/>
                </a:lnTo>
                <a:cubicBezTo>
                  <a:pt x="4254" y="1705"/>
                  <a:pt x="4128" y="1862"/>
                  <a:pt x="4128" y="2051"/>
                </a:cubicBezTo>
                <a:lnTo>
                  <a:pt x="4128" y="9108"/>
                </a:lnTo>
                <a:cubicBezTo>
                  <a:pt x="3718" y="8793"/>
                  <a:pt x="3120" y="8541"/>
                  <a:pt x="2490" y="8541"/>
                </a:cubicBezTo>
                <a:cubicBezTo>
                  <a:pt x="1103" y="8541"/>
                  <a:pt x="1" y="9486"/>
                  <a:pt x="1" y="10652"/>
                </a:cubicBezTo>
                <a:cubicBezTo>
                  <a:pt x="1" y="11786"/>
                  <a:pt x="1103" y="12731"/>
                  <a:pt x="2490" y="12731"/>
                </a:cubicBezTo>
                <a:cubicBezTo>
                  <a:pt x="3876" y="12731"/>
                  <a:pt x="4979" y="11786"/>
                  <a:pt x="4979" y="10652"/>
                </a:cubicBezTo>
                <a:lnTo>
                  <a:pt x="4979" y="4887"/>
                </a:lnTo>
                <a:lnTo>
                  <a:pt x="11595" y="3438"/>
                </a:lnTo>
                <a:lnTo>
                  <a:pt x="11595" y="7502"/>
                </a:lnTo>
                <a:cubicBezTo>
                  <a:pt x="11154" y="7187"/>
                  <a:pt x="10555" y="6935"/>
                  <a:pt x="9925" y="6935"/>
                </a:cubicBezTo>
                <a:cubicBezTo>
                  <a:pt x="8570" y="6935"/>
                  <a:pt x="7467" y="7880"/>
                  <a:pt x="7467" y="9014"/>
                </a:cubicBezTo>
                <a:cubicBezTo>
                  <a:pt x="7467" y="10180"/>
                  <a:pt x="8570" y="11125"/>
                  <a:pt x="9925" y="11125"/>
                </a:cubicBezTo>
                <a:cubicBezTo>
                  <a:pt x="11311" y="11125"/>
                  <a:pt x="12414" y="10180"/>
                  <a:pt x="12414" y="9014"/>
                </a:cubicBezTo>
                <a:lnTo>
                  <a:pt x="12414" y="445"/>
                </a:lnTo>
                <a:cubicBezTo>
                  <a:pt x="12414" y="182"/>
                  <a:pt x="12197" y="0"/>
                  <a:pt x="1196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7772" name="Google Shape;7772;p69"/>
          <p:cNvGrpSpPr/>
          <p:nvPr/>
        </p:nvGrpSpPr>
        <p:grpSpPr>
          <a:xfrm>
            <a:off x="2959201" y="3599394"/>
            <a:ext cx="532051" cy="496220"/>
            <a:chOff x="-38542250" y="3220175"/>
            <a:chExt cx="341525" cy="318525"/>
          </a:xfrm>
        </p:grpSpPr>
        <p:sp>
          <p:nvSpPr>
            <p:cNvPr id="7773" name="Google Shape;7773;p69"/>
            <p:cNvSpPr/>
            <p:nvPr/>
          </p:nvSpPr>
          <p:spPr>
            <a:xfrm>
              <a:off x="-38542250" y="3440725"/>
              <a:ext cx="101750" cy="97975"/>
            </a:xfrm>
            <a:custGeom>
              <a:avLst/>
              <a:gdLst/>
              <a:ahLst/>
              <a:cxnLst/>
              <a:rect l="l" t="t" r="r" b="b"/>
              <a:pathLst>
                <a:path w="4070" h="3919" extrusionOk="0">
                  <a:moveTo>
                    <a:pt x="1455" y="0"/>
                  </a:moveTo>
                  <a:lnTo>
                    <a:pt x="1013" y="2489"/>
                  </a:lnTo>
                  <a:lnTo>
                    <a:pt x="289" y="3214"/>
                  </a:lnTo>
                  <a:cubicBezTo>
                    <a:pt x="1" y="3502"/>
                    <a:pt x="280" y="3919"/>
                    <a:pt x="597" y="3919"/>
                  </a:cubicBezTo>
                  <a:cubicBezTo>
                    <a:pt x="695" y="3919"/>
                    <a:pt x="798" y="3878"/>
                    <a:pt x="887" y="3781"/>
                  </a:cubicBezTo>
                  <a:lnTo>
                    <a:pt x="1612" y="3088"/>
                  </a:lnTo>
                  <a:lnTo>
                    <a:pt x="4069" y="2647"/>
                  </a:lnTo>
                  <a:lnTo>
                    <a:pt x="145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74" name="Google Shape;7774;p69"/>
            <p:cNvSpPr/>
            <p:nvPr/>
          </p:nvSpPr>
          <p:spPr>
            <a:xfrm>
              <a:off x="-38494875" y="3354075"/>
              <a:ext cx="141800" cy="141025"/>
            </a:xfrm>
            <a:custGeom>
              <a:avLst/>
              <a:gdLst/>
              <a:ahLst/>
              <a:cxnLst/>
              <a:rect l="l" t="t" r="r" b="b"/>
              <a:pathLst>
                <a:path w="5672" h="5641" extrusionOk="0">
                  <a:moveTo>
                    <a:pt x="2742" y="1"/>
                  </a:moveTo>
                  <a:lnTo>
                    <a:pt x="1" y="2710"/>
                  </a:lnTo>
                  <a:lnTo>
                    <a:pt x="2931" y="5640"/>
                  </a:lnTo>
                  <a:lnTo>
                    <a:pt x="5671" y="2899"/>
                  </a:lnTo>
                  <a:lnTo>
                    <a:pt x="274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75" name="Google Shape;7775;p69"/>
            <p:cNvSpPr/>
            <p:nvPr/>
          </p:nvSpPr>
          <p:spPr>
            <a:xfrm>
              <a:off x="-38432050" y="3220175"/>
              <a:ext cx="231325" cy="192225"/>
            </a:xfrm>
            <a:custGeom>
              <a:avLst/>
              <a:gdLst/>
              <a:ahLst/>
              <a:cxnLst/>
              <a:rect l="l" t="t" r="r" b="b"/>
              <a:pathLst>
                <a:path w="9253" h="7689" extrusionOk="0">
                  <a:moveTo>
                    <a:pt x="3442" y="1"/>
                  </a:moveTo>
                  <a:cubicBezTo>
                    <a:pt x="3127" y="1"/>
                    <a:pt x="2812" y="127"/>
                    <a:pt x="2591" y="379"/>
                  </a:cubicBezTo>
                  <a:lnTo>
                    <a:pt x="292" y="2647"/>
                  </a:lnTo>
                  <a:cubicBezTo>
                    <a:pt x="1" y="2962"/>
                    <a:pt x="287" y="3370"/>
                    <a:pt x="607" y="3370"/>
                  </a:cubicBezTo>
                  <a:cubicBezTo>
                    <a:pt x="704" y="3370"/>
                    <a:pt x="803" y="3333"/>
                    <a:pt x="890" y="3246"/>
                  </a:cubicBezTo>
                  <a:lnTo>
                    <a:pt x="3190" y="946"/>
                  </a:lnTo>
                  <a:cubicBezTo>
                    <a:pt x="3269" y="867"/>
                    <a:pt x="3371" y="828"/>
                    <a:pt x="3474" y="828"/>
                  </a:cubicBezTo>
                  <a:cubicBezTo>
                    <a:pt x="3576" y="828"/>
                    <a:pt x="3678" y="867"/>
                    <a:pt x="3757" y="946"/>
                  </a:cubicBezTo>
                  <a:lnTo>
                    <a:pt x="4198" y="1387"/>
                  </a:lnTo>
                  <a:lnTo>
                    <a:pt x="827" y="4758"/>
                  </a:lnTo>
                  <a:lnTo>
                    <a:pt x="3726" y="7688"/>
                  </a:lnTo>
                  <a:lnTo>
                    <a:pt x="7821" y="3593"/>
                  </a:lnTo>
                  <a:cubicBezTo>
                    <a:pt x="9253" y="2161"/>
                    <a:pt x="8028" y="43"/>
                    <a:pt x="6392" y="43"/>
                  </a:cubicBezTo>
                  <a:cubicBezTo>
                    <a:pt x="5868" y="43"/>
                    <a:pt x="5301" y="261"/>
                    <a:pt x="4765" y="789"/>
                  </a:cubicBezTo>
                  <a:cubicBezTo>
                    <a:pt x="4324" y="379"/>
                    <a:pt x="4041" y="1"/>
                    <a:pt x="344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776" name="Google Shape;7776;p69"/>
          <p:cNvGrpSpPr/>
          <p:nvPr/>
        </p:nvGrpSpPr>
        <p:grpSpPr>
          <a:xfrm>
            <a:off x="2988444" y="4211887"/>
            <a:ext cx="493299" cy="492091"/>
            <a:chOff x="-38537400" y="3588000"/>
            <a:chExt cx="316650" cy="315875"/>
          </a:xfrm>
        </p:grpSpPr>
        <p:sp>
          <p:nvSpPr>
            <p:cNvPr id="7777" name="Google Shape;7777;p69"/>
            <p:cNvSpPr/>
            <p:nvPr/>
          </p:nvSpPr>
          <p:spPr>
            <a:xfrm>
              <a:off x="-38327900" y="3719550"/>
              <a:ext cx="20500" cy="41750"/>
            </a:xfrm>
            <a:custGeom>
              <a:avLst/>
              <a:gdLst/>
              <a:ahLst/>
              <a:cxnLst/>
              <a:rect l="l" t="t" r="r" b="b"/>
              <a:pathLst>
                <a:path w="820" h="1670" extrusionOk="0">
                  <a:moveTo>
                    <a:pt x="1" y="0"/>
                  </a:moveTo>
                  <a:lnTo>
                    <a:pt x="1" y="1229"/>
                  </a:lnTo>
                  <a:cubicBezTo>
                    <a:pt x="1" y="1449"/>
                    <a:pt x="190" y="1607"/>
                    <a:pt x="442" y="1670"/>
                  </a:cubicBezTo>
                  <a:cubicBezTo>
                    <a:pt x="631" y="1607"/>
                    <a:pt x="820" y="1449"/>
                    <a:pt x="820" y="1229"/>
                  </a:cubicBezTo>
                  <a:lnTo>
                    <a:pt x="82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78" name="Google Shape;7778;p69"/>
            <p:cNvSpPr/>
            <p:nvPr/>
          </p:nvSpPr>
          <p:spPr>
            <a:xfrm>
              <a:off x="-38452350" y="3719550"/>
              <a:ext cx="21300" cy="41750"/>
            </a:xfrm>
            <a:custGeom>
              <a:avLst/>
              <a:gdLst/>
              <a:ahLst/>
              <a:cxnLst/>
              <a:rect l="l" t="t" r="r" b="b"/>
              <a:pathLst>
                <a:path w="852" h="1670" extrusionOk="0">
                  <a:moveTo>
                    <a:pt x="1" y="0"/>
                  </a:moveTo>
                  <a:lnTo>
                    <a:pt x="1" y="1229"/>
                  </a:lnTo>
                  <a:cubicBezTo>
                    <a:pt x="1" y="1449"/>
                    <a:pt x="221" y="1607"/>
                    <a:pt x="410" y="1670"/>
                  </a:cubicBezTo>
                  <a:cubicBezTo>
                    <a:pt x="631" y="1607"/>
                    <a:pt x="851" y="1449"/>
                    <a:pt x="851" y="1229"/>
                  </a:cubicBezTo>
                  <a:lnTo>
                    <a:pt x="85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79" name="Google Shape;7779;p69"/>
            <p:cNvSpPr/>
            <p:nvPr/>
          </p:nvSpPr>
          <p:spPr>
            <a:xfrm>
              <a:off x="-38516925" y="3759700"/>
              <a:ext cx="275700" cy="144175"/>
            </a:xfrm>
            <a:custGeom>
              <a:avLst/>
              <a:gdLst/>
              <a:ahLst/>
              <a:cxnLst/>
              <a:rect l="l" t="t" r="r" b="b"/>
              <a:pathLst>
                <a:path w="11028" h="5767" extrusionOk="0">
                  <a:moveTo>
                    <a:pt x="7152" y="1671"/>
                  </a:moveTo>
                  <a:cubicBezTo>
                    <a:pt x="7404" y="1671"/>
                    <a:pt x="7593" y="1860"/>
                    <a:pt x="7593" y="2112"/>
                  </a:cubicBezTo>
                  <a:lnTo>
                    <a:pt x="7593" y="3750"/>
                  </a:lnTo>
                  <a:cubicBezTo>
                    <a:pt x="7593" y="4002"/>
                    <a:pt x="7404" y="4159"/>
                    <a:pt x="7152" y="4159"/>
                  </a:cubicBezTo>
                  <a:lnTo>
                    <a:pt x="3844" y="4159"/>
                  </a:lnTo>
                  <a:cubicBezTo>
                    <a:pt x="3624" y="4159"/>
                    <a:pt x="3434" y="3939"/>
                    <a:pt x="3434" y="3750"/>
                  </a:cubicBezTo>
                  <a:lnTo>
                    <a:pt x="3434" y="2112"/>
                  </a:lnTo>
                  <a:cubicBezTo>
                    <a:pt x="3434" y="1860"/>
                    <a:pt x="3624" y="1671"/>
                    <a:pt x="3844" y="1671"/>
                  </a:cubicBezTo>
                  <a:close/>
                  <a:moveTo>
                    <a:pt x="0" y="1"/>
                  </a:moveTo>
                  <a:lnTo>
                    <a:pt x="0" y="4537"/>
                  </a:lnTo>
                  <a:cubicBezTo>
                    <a:pt x="0" y="5199"/>
                    <a:pt x="568" y="5766"/>
                    <a:pt x="1261" y="5766"/>
                  </a:cubicBezTo>
                  <a:lnTo>
                    <a:pt x="9798" y="5766"/>
                  </a:lnTo>
                  <a:cubicBezTo>
                    <a:pt x="10460" y="5766"/>
                    <a:pt x="11027" y="5199"/>
                    <a:pt x="11027" y="4537"/>
                  </a:cubicBezTo>
                  <a:lnTo>
                    <a:pt x="11027" y="1"/>
                  </a:lnTo>
                  <a:lnTo>
                    <a:pt x="9168" y="1"/>
                  </a:lnTo>
                  <a:cubicBezTo>
                    <a:pt x="9011" y="473"/>
                    <a:pt x="8538" y="851"/>
                    <a:pt x="8003" y="851"/>
                  </a:cubicBezTo>
                  <a:cubicBezTo>
                    <a:pt x="7436" y="851"/>
                    <a:pt x="6995" y="473"/>
                    <a:pt x="6806" y="1"/>
                  </a:cubicBezTo>
                  <a:lnTo>
                    <a:pt x="4159" y="1"/>
                  </a:lnTo>
                  <a:cubicBezTo>
                    <a:pt x="4002" y="473"/>
                    <a:pt x="3560" y="851"/>
                    <a:pt x="2993" y="851"/>
                  </a:cubicBezTo>
                  <a:cubicBezTo>
                    <a:pt x="2489" y="851"/>
                    <a:pt x="2017" y="536"/>
                    <a:pt x="185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80" name="Google Shape;7780;p69"/>
            <p:cNvSpPr/>
            <p:nvPr/>
          </p:nvSpPr>
          <p:spPr>
            <a:xfrm>
              <a:off x="-38537400" y="3588000"/>
              <a:ext cx="316650" cy="151250"/>
            </a:xfrm>
            <a:custGeom>
              <a:avLst/>
              <a:gdLst/>
              <a:ahLst/>
              <a:cxnLst/>
              <a:rect l="l" t="t" r="r" b="b"/>
              <a:pathLst>
                <a:path w="12666" h="6050" extrusionOk="0">
                  <a:moveTo>
                    <a:pt x="7971" y="820"/>
                  </a:moveTo>
                  <a:cubicBezTo>
                    <a:pt x="8223" y="820"/>
                    <a:pt x="8381" y="1009"/>
                    <a:pt x="8412" y="1229"/>
                  </a:cubicBezTo>
                  <a:lnTo>
                    <a:pt x="8412" y="1639"/>
                  </a:lnTo>
                  <a:lnTo>
                    <a:pt x="4253" y="1639"/>
                  </a:lnTo>
                  <a:lnTo>
                    <a:pt x="4253" y="1229"/>
                  </a:lnTo>
                  <a:cubicBezTo>
                    <a:pt x="4253" y="1009"/>
                    <a:pt x="4443" y="851"/>
                    <a:pt x="4663" y="820"/>
                  </a:cubicBezTo>
                  <a:close/>
                  <a:moveTo>
                    <a:pt x="4632" y="1"/>
                  </a:moveTo>
                  <a:cubicBezTo>
                    <a:pt x="3970" y="1"/>
                    <a:pt x="3403" y="536"/>
                    <a:pt x="3403" y="1229"/>
                  </a:cubicBezTo>
                  <a:lnTo>
                    <a:pt x="3403" y="1639"/>
                  </a:lnTo>
                  <a:lnTo>
                    <a:pt x="1229" y="1639"/>
                  </a:lnTo>
                  <a:cubicBezTo>
                    <a:pt x="536" y="1639"/>
                    <a:pt x="0" y="2175"/>
                    <a:pt x="0" y="2868"/>
                  </a:cubicBezTo>
                  <a:lnTo>
                    <a:pt x="0" y="5609"/>
                  </a:lnTo>
                  <a:cubicBezTo>
                    <a:pt x="0" y="5861"/>
                    <a:pt x="189" y="6050"/>
                    <a:pt x="378" y="6050"/>
                  </a:cubicBezTo>
                  <a:lnTo>
                    <a:pt x="2584" y="6050"/>
                  </a:lnTo>
                  <a:lnTo>
                    <a:pt x="2584" y="4821"/>
                  </a:lnTo>
                  <a:cubicBezTo>
                    <a:pt x="2584" y="4600"/>
                    <a:pt x="2804" y="4380"/>
                    <a:pt x="3025" y="4380"/>
                  </a:cubicBezTo>
                  <a:lnTo>
                    <a:pt x="4663" y="4380"/>
                  </a:lnTo>
                  <a:cubicBezTo>
                    <a:pt x="4915" y="4380"/>
                    <a:pt x="5104" y="4600"/>
                    <a:pt x="5104" y="4821"/>
                  </a:cubicBezTo>
                  <a:lnTo>
                    <a:pt x="5104" y="6050"/>
                  </a:lnTo>
                  <a:lnTo>
                    <a:pt x="7593" y="6050"/>
                  </a:lnTo>
                  <a:lnTo>
                    <a:pt x="7593" y="4821"/>
                  </a:lnTo>
                  <a:cubicBezTo>
                    <a:pt x="7593" y="4600"/>
                    <a:pt x="7782" y="4380"/>
                    <a:pt x="7971" y="4380"/>
                  </a:cubicBezTo>
                  <a:lnTo>
                    <a:pt x="9641" y="4380"/>
                  </a:lnTo>
                  <a:cubicBezTo>
                    <a:pt x="9861" y="4380"/>
                    <a:pt x="10019" y="4600"/>
                    <a:pt x="10019" y="4821"/>
                  </a:cubicBezTo>
                  <a:lnTo>
                    <a:pt x="10019" y="6050"/>
                  </a:lnTo>
                  <a:lnTo>
                    <a:pt x="12224" y="6050"/>
                  </a:lnTo>
                  <a:cubicBezTo>
                    <a:pt x="12476" y="6050"/>
                    <a:pt x="12665" y="5861"/>
                    <a:pt x="12665" y="5609"/>
                  </a:cubicBezTo>
                  <a:lnTo>
                    <a:pt x="12665" y="2868"/>
                  </a:lnTo>
                  <a:cubicBezTo>
                    <a:pt x="12665" y="2238"/>
                    <a:pt x="12067" y="1639"/>
                    <a:pt x="11405" y="1639"/>
                  </a:cubicBezTo>
                  <a:lnTo>
                    <a:pt x="9200" y="1639"/>
                  </a:lnTo>
                  <a:lnTo>
                    <a:pt x="9200" y="1229"/>
                  </a:lnTo>
                  <a:cubicBezTo>
                    <a:pt x="9200" y="568"/>
                    <a:pt x="8664" y="32"/>
                    <a:pt x="794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781" name="Google Shape;7781;p69"/>
          <p:cNvGrpSpPr/>
          <p:nvPr/>
        </p:nvGrpSpPr>
        <p:grpSpPr>
          <a:xfrm>
            <a:off x="2987217" y="4821926"/>
            <a:ext cx="495752" cy="493299"/>
            <a:chOff x="-38538975" y="3954250"/>
            <a:chExt cx="318225" cy="316650"/>
          </a:xfrm>
        </p:grpSpPr>
        <p:sp>
          <p:nvSpPr>
            <p:cNvPr id="7782" name="Google Shape;7782;p69"/>
            <p:cNvSpPr/>
            <p:nvPr/>
          </p:nvSpPr>
          <p:spPr>
            <a:xfrm>
              <a:off x="-38538975" y="3954250"/>
              <a:ext cx="254425" cy="253625"/>
            </a:xfrm>
            <a:custGeom>
              <a:avLst/>
              <a:gdLst/>
              <a:ahLst/>
              <a:cxnLst/>
              <a:rect l="l" t="t" r="r" b="b"/>
              <a:pathLst>
                <a:path w="10177" h="10145" extrusionOk="0">
                  <a:moveTo>
                    <a:pt x="5104" y="3813"/>
                  </a:moveTo>
                  <a:cubicBezTo>
                    <a:pt x="5797" y="3813"/>
                    <a:pt x="6364" y="4348"/>
                    <a:pt x="6364" y="5073"/>
                  </a:cubicBezTo>
                  <a:cubicBezTo>
                    <a:pt x="6364" y="5766"/>
                    <a:pt x="5797" y="6333"/>
                    <a:pt x="5104" y="6333"/>
                  </a:cubicBezTo>
                  <a:cubicBezTo>
                    <a:pt x="4379" y="6333"/>
                    <a:pt x="3844" y="5766"/>
                    <a:pt x="3844" y="5073"/>
                  </a:cubicBezTo>
                  <a:cubicBezTo>
                    <a:pt x="3844" y="4411"/>
                    <a:pt x="4411" y="3813"/>
                    <a:pt x="5104" y="3813"/>
                  </a:cubicBezTo>
                  <a:close/>
                  <a:moveTo>
                    <a:pt x="5104" y="0"/>
                  </a:moveTo>
                  <a:cubicBezTo>
                    <a:pt x="2300" y="0"/>
                    <a:pt x="0" y="2269"/>
                    <a:pt x="0" y="5073"/>
                  </a:cubicBezTo>
                  <a:cubicBezTo>
                    <a:pt x="63" y="7908"/>
                    <a:pt x="2300" y="10145"/>
                    <a:pt x="5104" y="10145"/>
                  </a:cubicBezTo>
                  <a:cubicBezTo>
                    <a:pt x="7877" y="10145"/>
                    <a:pt x="10176" y="7877"/>
                    <a:pt x="10176" y="5073"/>
                  </a:cubicBezTo>
                  <a:cubicBezTo>
                    <a:pt x="10176" y="2269"/>
                    <a:pt x="7877" y="0"/>
                    <a:pt x="510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83" name="Google Shape;7783;p69"/>
            <p:cNvSpPr/>
            <p:nvPr/>
          </p:nvSpPr>
          <p:spPr>
            <a:xfrm>
              <a:off x="-38496450" y="4081725"/>
              <a:ext cx="275700" cy="189175"/>
            </a:xfrm>
            <a:custGeom>
              <a:avLst/>
              <a:gdLst/>
              <a:ahLst/>
              <a:cxnLst/>
              <a:rect l="l" t="t" r="r" b="b"/>
              <a:pathLst>
                <a:path w="11028" h="7567" extrusionOk="0">
                  <a:moveTo>
                    <a:pt x="9774" y="0"/>
                  </a:moveTo>
                  <a:cubicBezTo>
                    <a:pt x="9040" y="0"/>
                    <a:pt x="8444" y="548"/>
                    <a:pt x="8444" y="1265"/>
                  </a:cubicBezTo>
                  <a:cubicBezTo>
                    <a:pt x="8444" y="1801"/>
                    <a:pt x="8790" y="2305"/>
                    <a:pt x="9295" y="2463"/>
                  </a:cubicBezTo>
                  <a:lnTo>
                    <a:pt x="9295" y="2967"/>
                  </a:lnTo>
                  <a:cubicBezTo>
                    <a:pt x="9295" y="4416"/>
                    <a:pt x="8192" y="5645"/>
                    <a:pt x="6774" y="5834"/>
                  </a:cubicBezTo>
                  <a:lnTo>
                    <a:pt x="6774" y="4825"/>
                  </a:lnTo>
                  <a:cubicBezTo>
                    <a:pt x="5829" y="5487"/>
                    <a:pt x="4663" y="5865"/>
                    <a:pt x="3403" y="5865"/>
                  </a:cubicBezTo>
                  <a:cubicBezTo>
                    <a:pt x="2143" y="5865"/>
                    <a:pt x="977" y="5487"/>
                    <a:pt x="1" y="4825"/>
                  </a:cubicBezTo>
                  <a:lnTo>
                    <a:pt x="1" y="6306"/>
                  </a:lnTo>
                  <a:cubicBezTo>
                    <a:pt x="1" y="7031"/>
                    <a:pt x="568" y="7566"/>
                    <a:pt x="1261" y="7566"/>
                  </a:cubicBezTo>
                  <a:lnTo>
                    <a:pt x="5388" y="7566"/>
                  </a:lnTo>
                  <a:cubicBezTo>
                    <a:pt x="5955" y="7566"/>
                    <a:pt x="6459" y="7220"/>
                    <a:pt x="6617" y="6716"/>
                  </a:cubicBezTo>
                  <a:cubicBezTo>
                    <a:pt x="8601" y="6495"/>
                    <a:pt x="10082" y="4920"/>
                    <a:pt x="10114" y="2904"/>
                  </a:cubicBezTo>
                  <a:lnTo>
                    <a:pt x="10114" y="2400"/>
                  </a:lnTo>
                  <a:cubicBezTo>
                    <a:pt x="10649" y="2211"/>
                    <a:pt x="11027" y="1706"/>
                    <a:pt x="10996" y="1108"/>
                  </a:cubicBezTo>
                  <a:cubicBezTo>
                    <a:pt x="10964" y="572"/>
                    <a:pt x="10492" y="100"/>
                    <a:pt x="9893" y="5"/>
                  </a:cubicBezTo>
                  <a:cubicBezTo>
                    <a:pt x="9853" y="2"/>
                    <a:pt x="9813" y="0"/>
                    <a:pt x="977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784" name="Google Shape;7784;p69"/>
          <p:cNvGrpSpPr/>
          <p:nvPr/>
        </p:nvGrpSpPr>
        <p:grpSpPr>
          <a:xfrm>
            <a:off x="4743634" y="4815162"/>
            <a:ext cx="500620" cy="495752"/>
            <a:chOff x="-37385100" y="3949908"/>
            <a:chExt cx="321350" cy="318225"/>
          </a:xfrm>
        </p:grpSpPr>
        <p:sp>
          <p:nvSpPr>
            <p:cNvPr id="7785" name="Google Shape;7785;p69"/>
            <p:cNvSpPr/>
            <p:nvPr/>
          </p:nvSpPr>
          <p:spPr>
            <a:xfrm>
              <a:off x="-37190575" y="4145233"/>
              <a:ext cx="126825" cy="122900"/>
            </a:xfrm>
            <a:custGeom>
              <a:avLst/>
              <a:gdLst/>
              <a:ahLst/>
              <a:cxnLst/>
              <a:rect l="l" t="t" r="r" b="b"/>
              <a:pathLst>
                <a:path w="5073" h="4916" extrusionOk="0">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86" name="Google Shape;7786;p69"/>
            <p:cNvSpPr/>
            <p:nvPr/>
          </p:nvSpPr>
          <p:spPr>
            <a:xfrm>
              <a:off x="-37385100" y="3949908"/>
              <a:ext cx="248125" cy="248950"/>
            </a:xfrm>
            <a:custGeom>
              <a:avLst/>
              <a:gdLst/>
              <a:ahLst/>
              <a:cxnLst/>
              <a:rect l="l" t="t" r="r" b="b"/>
              <a:pathLst>
                <a:path w="9925" h="9958" extrusionOk="0">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787" name="Google Shape;7787;p69"/>
          <p:cNvGrpSpPr/>
          <p:nvPr/>
        </p:nvGrpSpPr>
        <p:grpSpPr>
          <a:xfrm>
            <a:off x="2311179" y="1795909"/>
            <a:ext cx="494545" cy="494233"/>
            <a:chOff x="-41895050" y="3217225"/>
            <a:chExt cx="317450" cy="317250"/>
          </a:xfrm>
        </p:grpSpPr>
        <p:sp>
          <p:nvSpPr>
            <p:cNvPr id="7788" name="Google Shape;7788;p69"/>
            <p:cNvSpPr/>
            <p:nvPr/>
          </p:nvSpPr>
          <p:spPr>
            <a:xfrm>
              <a:off x="-41895050" y="3273750"/>
              <a:ext cx="41775" cy="245750"/>
            </a:xfrm>
            <a:custGeom>
              <a:avLst/>
              <a:gdLst/>
              <a:ahLst/>
              <a:cxnLst/>
              <a:rect l="l" t="t" r="r" b="b"/>
              <a:pathLst>
                <a:path w="1671" h="9830" extrusionOk="0">
                  <a:moveTo>
                    <a:pt x="1" y="0"/>
                  </a:moveTo>
                  <a:lnTo>
                    <a:pt x="1" y="9830"/>
                  </a:lnTo>
                  <a:lnTo>
                    <a:pt x="1670" y="8192"/>
                  </a:lnTo>
                  <a:lnTo>
                    <a:pt x="1670" y="1639"/>
                  </a:lnTo>
                  <a:lnTo>
                    <a:pt x="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89" name="Google Shape;7789;p69"/>
            <p:cNvSpPr/>
            <p:nvPr/>
          </p:nvSpPr>
          <p:spPr>
            <a:xfrm>
              <a:off x="-41619375" y="3273750"/>
              <a:ext cx="41775" cy="245750"/>
            </a:xfrm>
            <a:custGeom>
              <a:avLst/>
              <a:gdLst/>
              <a:ahLst/>
              <a:cxnLst/>
              <a:rect l="l" t="t" r="r" b="b"/>
              <a:pathLst>
                <a:path w="1671" h="9830" extrusionOk="0">
                  <a:moveTo>
                    <a:pt x="1670" y="0"/>
                  </a:moveTo>
                  <a:lnTo>
                    <a:pt x="0" y="1639"/>
                  </a:lnTo>
                  <a:lnTo>
                    <a:pt x="0" y="8192"/>
                  </a:lnTo>
                  <a:lnTo>
                    <a:pt x="1670" y="9830"/>
                  </a:lnTo>
                  <a:lnTo>
                    <a:pt x="167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90" name="Google Shape;7790;p69"/>
            <p:cNvSpPr/>
            <p:nvPr/>
          </p:nvSpPr>
          <p:spPr>
            <a:xfrm>
              <a:off x="-41832825" y="3321000"/>
              <a:ext cx="193000" cy="151250"/>
            </a:xfrm>
            <a:custGeom>
              <a:avLst/>
              <a:gdLst/>
              <a:ahLst/>
              <a:cxnLst/>
              <a:rect l="l" t="t" r="r" b="b"/>
              <a:pathLst>
                <a:path w="7720" h="6050" extrusionOk="0">
                  <a:moveTo>
                    <a:pt x="1" y="1"/>
                  </a:moveTo>
                  <a:lnTo>
                    <a:pt x="1" y="6050"/>
                  </a:lnTo>
                  <a:lnTo>
                    <a:pt x="3592" y="6050"/>
                  </a:lnTo>
                  <a:lnTo>
                    <a:pt x="3592" y="4821"/>
                  </a:lnTo>
                  <a:cubicBezTo>
                    <a:pt x="3592" y="4600"/>
                    <a:pt x="3781" y="4411"/>
                    <a:pt x="4002" y="4411"/>
                  </a:cubicBezTo>
                  <a:lnTo>
                    <a:pt x="6491" y="4411"/>
                  </a:lnTo>
                  <a:cubicBezTo>
                    <a:pt x="6743" y="4411"/>
                    <a:pt x="6932" y="4600"/>
                    <a:pt x="6932" y="4821"/>
                  </a:cubicBezTo>
                  <a:lnTo>
                    <a:pt x="6932" y="6050"/>
                  </a:lnTo>
                  <a:lnTo>
                    <a:pt x="7719" y="6050"/>
                  </a:lnTo>
                  <a:lnTo>
                    <a:pt x="771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91" name="Google Shape;7791;p69"/>
            <p:cNvSpPr/>
            <p:nvPr/>
          </p:nvSpPr>
          <p:spPr>
            <a:xfrm>
              <a:off x="-41880075" y="3493500"/>
              <a:ext cx="287500" cy="40975"/>
            </a:xfrm>
            <a:custGeom>
              <a:avLst/>
              <a:gdLst/>
              <a:ahLst/>
              <a:cxnLst/>
              <a:rect l="l" t="t" r="r" b="b"/>
              <a:pathLst>
                <a:path w="11500" h="1639" extrusionOk="0">
                  <a:moveTo>
                    <a:pt x="1639" y="0"/>
                  </a:moveTo>
                  <a:lnTo>
                    <a:pt x="0" y="1638"/>
                  </a:lnTo>
                  <a:lnTo>
                    <a:pt x="11500" y="1638"/>
                  </a:lnTo>
                  <a:lnTo>
                    <a:pt x="983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92" name="Google Shape;7792;p69"/>
            <p:cNvSpPr/>
            <p:nvPr/>
          </p:nvSpPr>
          <p:spPr>
            <a:xfrm>
              <a:off x="-41880875" y="3217225"/>
              <a:ext cx="288300" cy="83325"/>
            </a:xfrm>
            <a:custGeom>
              <a:avLst/>
              <a:gdLst/>
              <a:ahLst/>
              <a:cxnLst/>
              <a:rect l="l" t="t" r="r" b="b"/>
              <a:pathLst>
                <a:path w="11532" h="3333" extrusionOk="0">
                  <a:moveTo>
                    <a:pt x="5798" y="1033"/>
                  </a:moveTo>
                  <a:lnTo>
                    <a:pt x="6459" y="1694"/>
                  </a:lnTo>
                  <a:lnTo>
                    <a:pt x="5136" y="1694"/>
                  </a:lnTo>
                  <a:lnTo>
                    <a:pt x="5798" y="1033"/>
                  </a:lnTo>
                  <a:close/>
                  <a:moveTo>
                    <a:pt x="5750" y="1"/>
                  </a:moveTo>
                  <a:cubicBezTo>
                    <a:pt x="5640" y="1"/>
                    <a:pt x="5530" y="40"/>
                    <a:pt x="5451" y="119"/>
                  </a:cubicBezTo>
                  <a:lnTo>
                    <a:pt x="3939" y="1663"/>
                  </a:lnTo>
                  <a:lnTo>
                    <a:pt x="1" y="1663"/>
                  </a:lnTo>
                  <a:lnTo>
                    <a:pt x="1639" y="3332"/>
                  </a:lnTo>
                  <a:lnTo>
                    <a:pt x="9862" y="3332"/>
                  </a:lnTo>
                  <a:lnTo>
                    <a:pt x="11532" y="1663"/>
                  </a:lnTo>
                  <a:lnTo>
                    <a:pt x="7593" y="1663"/>
                  </a:lnTo>
                  <a:lnTo>
                    <a:pt x="6050" y="119"/>
                  </a:lnTo>
                  <a:cubicBezTo>
                    <a:pt x="5971" y="40"/>
                    <a:pt x="5861" y="1"/>
                    <a:pt x="575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793" name="Google Shape;7793;p69"/>
          <p:cNvGrpSpPr/>
          <p:nvPr/>
        </p:nvGrpSpPr>
        <p:grpSpPr>
          <a:xfrm>
            <a:off x="2310574" y="2378487"/>
            <a:ext cx="495752" cy="493299"/>
            <a:chOff x="-41893475" y="3584850"/>
            <a:chExt cx="318225" cy="316650"/>
          </a:xfrm>
        </p:grpSpPr>
        <p:sp>
          <p:nvSpPr>
            <p:cNvPr id="7794" name="Google Shape;7794;p69"/>
            <p:cNvSpPr/>
            <p:nvPr/>
          </p:nvSpPr>
          <p:spPr>
            <a:xfrm>
              <a:off x="-41827300" y="3715600"/>
              <a:ext cx="186675" cy="185900"/>
            </a:xfrm>
            <a:custGeom>
              <a:avLst/>
              <a:gdLst/>
              <a:ahLst/>
              <a:cxnLst/>
              <a:rect l="l" t="t" r="r" b="b"/>
              <a:pathLst>
                <a:path w="7467" h="7436" extrusionOk="0">
                  <a:moveTo>
                    <a:pt x="3686" y="1465"/>
                  </a:moveTo>
                  <a:cubicBezTo>
                    <a:pt x="3836" y="1465"/>
                    <a:pt x="3985" y="1544"/>
                    <a:pt x="4064" y="1702"/>
                  </a:cubicBezTo>
                  <a:lnTo>
                    <a:pt x="4537" y="2678"/>
                  </a:lnTo>
                  <a:lnTo>
                    <a:pt x="5608" y="2836"/>
                  </a:lnTo>
                  <a:cubicBezTo>
                    <a:pt x="5955" y="2867"/>
                    <a:pt x="6081" y="3308"/>
                    <a:pt x="5829" y="3561"/>
                  </a:cubicBezTo>
                  <a:lnTo>
                    <a:pt x="5041" y="4285"/>
                  </a:lnTo>
                  <a:lnTo>
                    <a:pt x="5261" y="5356"/>
                  </a:lnTo>
                  <a:cubicBezTo>
                    <a:pt x="5286" y="5630"/>
                    <a:pt x="5075" y="5845"/>
                    <a:pt x="4845" y="5845"/>
                  </a:cubicBezTo>
                  <a:cubicBezTo>
                    <a:pt x="4784" y="5845"/>
                    <a:pt x="4722" y="5830"/>
                    <a:pt x="4663" y="5797"/>
                  </a:cubicBezTo>
                  <a:lnTo>
                    <a:pt x="3686" y="5262"/>
                  </a:lnTo>
                  <a:lnTo>
                    <a:pt x="2678" y="5797"/>
                  </a:lnTo>
                  <a:cubicBezTo>
                    <a:pt x="2616" y="5828"/>
                    <a:pt x="2553" y="5842"/>
                    <a:pt x="2492" y="5842"/>
                  </a:cubicBezTo>
                  <a:cubicBezTo>
                    <a:pt x="2244" y="5842"/>
                    <a:pt x="2035" y="5609"/>
                    <a:pt x="2111" y="5356"/>
                  </a:cubicBezTo>
                  <a:lnTo>
                    <a:pt x="2300" y="4285"/>
                  </a:lnTo>
                  <a:lnTo>
                    <a:pt x="1512" y="3561"/>
                  </a:lnTo>
                  <a:cubicBezTo>
                    <a:pt x="1323" y="3308"/>
                    <a:pt x="1418" y="2867"/>
                    <a:pt x="1796" y="2836"/>
                  </a:cubicBezTo>
                  <a:lnTo>
                    <a:pt x="2836" y="2678"/>
                  </a:lnTo>
                  <a:lnTo>
                    <a:pt x="3308" y="1702"/>
                  </a:lnTo>
                  <a:cubicBezTo>
                    <a:pt x="3387" y="1544"/>
                    <a:pt x="3537" y="1465"/>
                    <a:pt x="3686" y="1465"/>
                  </a:cubicBezTo>
                  <a:close/>
                  <a:moveTo>
                    <a:pt x="3718" y="0"/>
                  </a:moveTo>
                  <a:cubicBezTo>
                    <a:pt x="1670" y="0"/>
                    <a:pt x="32" y="1670"/>
                    <a:pt x="32" y="3750"/>
                  </a:cubicBezTo>
                  <a:cubicBezTo>
                    <a:pt x="0" y="5766"/>
                    <a:pt x="1670" y="7436"/>
                    <a:pt x="3718" y="7436"/>
                  </a:cubicBezTo>
                  <a:cubicBezTo>
                    <a:pt x="5765" y="7436"/>
                    <a:pt x="7404" y="5797"/>
                    <a:pt x="7467" y="3750"/>
                  </a:cubicBezTo>
                  <a:cubicBezTo>
                    <a:pt x="7467" y="1702"/>
                    <a:pt x="5797" y="32"/>
                    <a:pt x="371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95" name="Google Shape;7795;p69"/>
            <p:cNvSpPr/>
            <p:nvPr/>
          </p:nvSpPr>
          <p:spPr>
            <a:xfrm>
              <a:off x="-41726500" y="3586725"/>
              <a:ext cx="151250" cy="147800"/>
            </a:xfrm>
            <a:custGeom>
              <a:avLst/>
              <a:gdLst/>
              <a:ahLst/>
              <a:cxnLst/>
              <a:rect l="l" t="t" r="r" b="b"/>
              <a:pathLst>
                <a:path w="6050" h="5912" extrusionOk="0">
                  <a:moveTo>
                    <a:pt x="3829" y="0"/>
                  </a:moveTo>
                  <a:cubicBezTo>
                    <a:pt x="3706" y="0"/>
                    <a:pt x="3580" y="47"/>
                    <a:pt x="3498" y="146"/>
                  </a:cubicBezTo>
                  <a:lnTo>
                    <a:pt x="1" y="4336"/>
                  </a:lnTo>
                  <a:cubicBezTo>
                    <a:pt x="1229" y="4399"/>
                    <a:pt x="2332" y="4998"/>
                    <a:pt x="3088" y="5912"/>
                  </a:cubicBezTo>
                  <a:lnTo>
                    <a:pt x="5861" y="2446"/>
                  </a:lnTo>
                  <a:cubicBezTo>
                    <a:pt x="6050" y="2289"/>
                    <a:pt x="6050" y="2037"/>
                    <a:pt x="5924" y="1879"/>
                  </a:cubicBezTo>
                  <a:lnTo>
                    <a:pt x="4128" y="115"/>
                  </a:lnTo>
                  <a:cubicBezTo>
                    <a:pt x="4053" y="40"/>
                    <a:pt x="3942" y="0"/>
                    <a:pt x="382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96" name="Google Shape;7796;p69"/>
            <p:cNvSpPr/>
            <p:nvPr/>
          </p:nvSpPr>
          <p:spPr>
            <a:xfrm>
              <a:off x="-41808400" y="3584850"/>
              <a:ext cx="148100" cy="89825"/>
            </a:xfrm>
            <a:custGeom>
              <a:avLst/>
              <a:gdLst/>
              <a:ahLst/>
              <a:cxnLst/>
              <a:rect l="l" t="t" r="r" b="b"/>
              <a:pathLst>
                <a:path w="5924" h="3593" extrusionOk="0">
                  <a:moveTo>
                    <a:pt x="0" y="1"/>
                  </a:moveTo>
                  <a:lnTo>
                    <a:pt x="2962" y="3592"/>
                  </a:lnTo>
                  <a:lnTo>
                    <a:pt x="592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97" name="Google Shape;7797;p69"/>
            <p:cNvSpPr/>
            <p:nvPr/>
          </p:nvSpPr>
          <p:spPr>
            <a:xfrm>
              <a:off x="-41893475" y="3586725"/>
              <a:ext cx="148875" cy="147025"/>
            </a:xfrm>
            <a:custGeom>
              <a:avLst/>
              <a:gdLst/>
              <a:ahLst/>
              <a:cxnLst/>
              <a:rect l="l" t="t" r="r" b="b"/>
              <a:pathLst>
                <a:path w="5955" h="5881" extrusionOk="0">
                  <a:moveTo>
                    <a:pt x="2194" y="0"/>
                  </a:moveTo>
                  <a:cubicBezTo>
                    <a:pt x="2084" y="0"/>
                    <a:pt x="1965" y="40"/>
                    <a:pt x="1859" y="115"/>
                  </a:cubicBezTo>
                  <a:lnTo>
                    <a:pt x="95" y="1879"/>
                  </a:lnTo>
                  <a:cubicBezTo>
                    <a:pt x="1" y="2037"/>
                    <a:pt x="1" y="2289"/>
                    <a:pt x="95" y="2446"/>
                  </a:cubicBezTo>
                  <a:lnTo>
                    <a:pt x="2899" y="5880"/>
                  </a:lnTo>
                  <a:cubicBezTo>
                    <a:pt x="3655" y="4998"/>
                    <a:pt x="4758" y="4399"/>
                    <a:pt x="5955" y="4305"/>
                  </a:cubicBezTo>
                  <a:lnTo>
                    <a:pt x="2490" y="146"/>
                  </a:lnTo>
                  <a:cubicBezTo>
                    <a:pt x="2424" y="47"/>
                    <a:pt x="2315" y="0"/>
                    <a:pt x="219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7798" name="Google Shape;7798;p69"/>
          <p:cNvSpPr/>
          <p:nvPr/>
        </p:nvSpPr>
        <p:spPr>
          <a:xfrm>
            <a:off x="2314538" y="2970887"/>
            <a:ext cx="495752" cy="492403"/>
          </a:xfrm>
          <a:custGeom>
            <a:avLst/>
            <a:gdLst/>
            <a:ahLst/>
            <a:cxnLst/>
            <a:rect l="l" t="t" r="r" b="b"/>
            <a:pathLst>
              <a:path w="12729" h="12643" extrusionOk="0">
                <a:moveTo>
                  <a:pt x="6365" y="2395"/>
                </a:moveTo>
                <a:cubicBezTo>
                  <a:pt x="7026" y="2395"/>
                  <a:pt x="7562" y="2962"/>
                  <a:pt x="7562" y="3655"/>
                </a:cubicBezTo>
                <a:cubicBezTo>
                  <a:pt x="7562" y="4348"/>
                  <a:pt x="7026" y="4884"/>
                  <a:pt x="6365" y="4884"/>
                </a:cubicBezTo>
                <a:cubicBezTo>
                  <a:pt x="5672" y="4884"/>
                  <a:pt x="5136" y="4348"/>
                  <a:pt x="5136" y="3655"/>
                </a:cubicBezTo>
                <a:cubicBezTo>
                  <a:pt x="5073" y="2962"/>
                  <a:pt x="5672" y="2395"/>
                  <a:pt x="6365" y="2395"/>
                </a:cubicBezTo>
                <a:close/>
                <a:moveTo>
                  <a:pt x="6806" y="5640"/>
                </a:moveTo>
                <a:lnTo>
                  <a:pt x="8349" y="8192"/>
                </a:lnTo>
                <a:lnTo>
                  <a:pt x="7530" y="8192"/>
                </a:lnTo>
                <a:cubicBezTo>
                  <a:pt x="7373" y="7719"/>
                  <a:pt x="6900" y="7373"/>
                  <a:pt x="6333" y="7373"/>
                </a:cubicBezTo>
                <a:cubicBezTo>
                  <a:pt x="5798" y="7373"/>
                  <a:pt x="5357" y="7719"/>
                  <a:pt x="5167" y="8192"/>
                </a:cubicBezTo>
                <a:lnTo>
                  <a:pt x="4285" y="8192"/>
                </a:lnTo>
                <a:lnTo>
                  <a:pt x="5829" y="5640"/>
                </a:lnTo>
                <a:cubicBezTo>
                  <a:pt x="5987" y="5671"/>
                  <a:pt x="6144" y="5734"/>
                  <a:pt x="6365" y="5734"/>
                </a:cubicBezTo>
                <a:cubicBezTo>
                  <a:pt x="6491" y="5734"/>
                  <a:pt x="6680" y="5671"/>
                  <a:pt x="6806" y="5640"/>
                </a:cubicBezTo>
                <a:close/>
                <a:moveTo>
                  <a:pt x="6365" y="8192"/>
                </a:moveTo>
                <a:cubicBezTo>
                  <a:pt x="6585" y="8192"/>
                  <a:pt x="6743" y="8412"/>
                  <a:pt x="6743" y="8633"/>
                </a:cubicBezTo>
                <a:cubicBezTo>
                  <a:pt x="6743" y="8822"/>
                  <a:pt x="6585" y="9042"/>
                  <a:pt x="6365" y="9042"/>
                </a:cubicBezTo>
                <a:cubicBezTo>
                  <a:pt x="6113" y="9042"/>
                  <a:pt x="5955" y="8822"/>
                  <a:pt x="5955" y="8633"/>
                </a:cubicBezTo>
                <a:cubicBezTo>
                  <a:pt x="5955" y="8412"/>
                  <a:pt x="6144" y="8255"/>
                  <a:pt x="6365" y="8192"/>
                </a:cubicBezTo>
                <a:close/>
                <a:moveTo>
                  <a:pt x="6428" y="0"/>
                </a:moveTo>
                <a:cubicBezTo>
                  <a:pt x="5766" y="0"/>
                  <a:pt x="5199" y="568"/>
                  <a:pt x="5199" y="1229"/>
                </a:cubicBezTo>
                <a:lnTo>
                  <a:pt x="5199" y="2080"/>
                </a:lnTo>
                <a:cubicBezTo>
                  <a:pt x="4695" y="2489"/>
                  <a:pt x="4380" y="3025"/>
                  <a:pt x="4380" y="3718"/>
                </a:cubicBezTo>
                <a:cubicBezTo>
                  <a:pt x="4380" y="4065"/>
                  <a:pt x="4443" y="4380"/>
                  <a:pt x="4600" y="4695"/>
                </a:cubicBezTo>
                <a:lnTo>
                  <a:pt x="2458" y="8286"/>
                </a:lnTo>
                <a:lnTo>
                  <a:pt x="505" y="8286"/>
                </a:lnTo>
                <a:cubicBezTo>
                  <a:pt x="284" y="8286"/>
                  <a:pt x="95" y="8475"/>
                  <a:pt x="95" y="8664"/>
                </a:cubicBezTo>
                <a:cubicBezTo>
                  <a:pt x="1" y="8822"/>
                  <a:pt x="190" y="9042"/>
                  <a:pt x="410" y="9042"/>
                </a:cubicBezTo>
                <a:lnTo>
                  <a:pt x="1859" y="9042"/>
                </a:lnTo>
                <a:cubicBezTo>
                  <a:pt x="1261" y="9987"/>
                  <a:pt x="631" y="10775"/>
                  <a:pt x="631" y="11437"/>
                </a:cubicBezTo>
                <a:cubicBezTo>
                  <a:pt x="631" y="12108"/>
                  <a:pt x="1021" y="12642"/>
                  <a:pt x="1366" y="12642"/>
                </a:cubicBezTo>
                <a:cubicBezTo>
                  <a:pt x="1491" y="12642"/>
                  <a:pt x="1610" y="12572"/>
                  <a:pt x="1702" y="12413"/>
                </a:cubicBezTo>
                <a:lnTo>
                  <a:pt x="3781" y="9074"/>
                </a:lnTo>
                <a:lnTo>
                  <a:pt x="5167" y="9074"/>
                </a:lnTo>
                <a:cubicBezTo>
                  <a:pt x="5325" y="9546"/>
                  <a:pt x="5798" y="9893"/>
                  <a:pt x="6333" y="9893"/>
                </a:cubicBezTo>
                <a:cubicBezTo>
                  <a:pt x="6900" y="9893"/>
                  <a:pt x="7341" y="9546"/>
                  <a:pt x="7530" y="9074"/>
                </a:cubicBezTo>
                <a:lnTo>
                  <a:pt x="8854" y="9074"/>
                </a:lnTo>
                <a:lnTo>
                  <a:pt x="10964" y="12413"/>
                </a:lnTo>
                <a:cubicBezTo>
                  <a:pt x="11056" y="12572"/>
                  <a:pt x="11173" y="12642"/>
                  <a:pt x="11295" y="12642"/>
                </a:cubicBezTo>
                <a:cubicBezTo>
                  <a:pt x="11630" y="12642"/>
                  <a:pt x="12004" y="12108"/>
                  <a:pt x="12004" y="11437"/>
                </a:cubicBezTo>
                <a:cubicBezTo>
                  <a:pt x="12004" y="10775"/>
                  <a:pt x="11374" y="9987"/>
                  <a:pt x="10807" y="9042"/>
                </a:cubicBezTo>
                <a:lnTo>
                  <a:pt x="12288" y="9042"/>
                </a:lnTo>
                <a:cubicBezTo>
                  <a:pt x="12540" y="9042"/>
                  <a:pt x="12729" y="8822"/>
                  <a:pt x="12729" y="8633"/>
                </a:cubicBezTo>
                <a:cubicBezTo>
                  <a:pt x="12729" y="8412"/>
                  <a:pt x="12540" y="8255"/>
                  <a:pt x="12288" y="8255"/>
                </a:cubicBezTo>
                <a:lnTo>
                  <a:pt x="10334" y="8255"/>
                </a:lnTo>
                <a:lnTo>
                  <a:pt x="8192" y="4695"/>
                </a:lnTo>
                <a:cubicBezTo>
                  <a:pt x="8349" y="4380"/>
                  <a:pt x="8475" y="4065"/>
                  <a:pt x="8475" y="3718"/>
                </a:cubicBezTo>
                <a:cubicBezTo>
                  <a:pt x="8475" y="3056"/>
                  <a:pt x="8160" y="2458"/>
                  <a:pt x="7656" y="2080"/>
                </a:cubicBezTo>
                <a:lnTo>
                  <a:pt x="7656" y="1229"/>
                </a:lnTo>
                <a:cubicBezTo>
                  <a:pt x="7656" y="568"/>
                  <a:pt x="7089" y="0"/>
                  <a:pt x="642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799" name="Google Shape;7799;p69"/>
          <p:cNvSpPr/>
          <p:nvPr/>
        </p:nvSpPr>
        <p:spPr>
          <a:xfrm>
            <a:off x="596883" y="3627338"/>
            <a:ext cx="585329" cy="492052"/>
          </a:xfrm>
          <a:custGeom>
            <a:avLst/>
            <a:gdLst/>
            <a:ahLst/>
            <a:cxnLst/>
            <a:rect l="l" t="t" r="r" b="b"/>
            <a:pathLst>
              <a:path w="15029" h="12634" extrusionOk="0">
                <a:moveTo>
                  <a:pt x="10155" y="885"/>
                </a:moveTo>
                <a:cubicBezTo>
                  <a:pt x="10393" y="885"/>
                  <a:pt x="10643" y="915"/>
                  <a:pt x="10901" y="977"/>
                </a:cubicBezTo>
                <a:cubicBezTo>
                  <a:pt x="10586" y="2332"/>
                  <a:pt x="9546" y="2994"/>
                  <a:pt x="8475" y="3025"/>
                </a:cubicBezTo>
                <a:lnTo>
                  <a:pt x="8444" y="3025"/>
                </a:lnTo>
                <a:cubicBezTo>
                  <a:pt x="8192" y="3025"/>
                  <a:pt x="7971" y="2994"/>
                  <a:pt x="7719" y="2899"/>
                </a:cubicBezTo>
                <a:cubicBezTo>
                  <a:pt x="8009" y="1661"/>
                  <a:pt x="8937" y="885"/>
                  <a:pt x="10155" y="885"/>
                </a:cubicBezTo>
                <a:close/>
                <a:moveTo>
                  <a:pt x="9924" y="4348"/>
                </a:moveTo>
                <a:cubicBezTo>
                  <a:pt x="10271" y="4443"/>
                  <a:pt x="11122" y="5262"/>
                  <a:pt x="11122" y="6648"/>
                </a:cubicBezTo>
                <a:cubicBezTo>
                  <a:pt x="11122" y="7247"/>
                  <a:pt x="10996" y="7845"/>
                  <a:pt x="10807" y="8381"/>
                </a:cubicBezTo>
                <a:cubicBezTo>
                  <a:pt x="10744" y="8538"/>
                  <a:pt x="10555" y="8664"/>
                  <a:pt x="10397" y="8664"/>
                </a:cubicBezTo>
                <a:cubicBezTo>
                  <a:pt x="10176" y="8664"/>
                  <a:pt x="9956" y="8475"/>
                  <a:pt x="9956" y="8223"/>
                </a:cubicBezTo>
                <a:cubicBezTo>
                  <a:pt x="9956" y="8066"/>
                  <a:pt x="10807" y="6050"/>
                  <a:pt x="9641" y="5136"/>
                </a:cubicBezTo>
                <a:cubicBezTo>
                  <a:pt x="9546" y="5073"/>
                  <a:pt x="9483" y="4947"/>
                  <a:pt x="9483" y="4789"/>
                </a:cubicBezTo>
                <a:cubicBezTo>
                  <a:pt x="9483" y="4569"/>
                  <a:pt x="9704" y="4348"/>
                  <a:pt x="9924" y="4348"/>
                </a:cubicBezTo>
                <a:close/>
                <a:moveTo>
                  <a:pt x="10176" y="1"/>
                </a:moveTo>
                <a:cubicBezTo>
                  <a:pt x="8948" y="1"/>
                  <a:pt x="7688" y="631"/>
                  <a:pt x="7089" y="2048"/>
                </a:cubicBezTo>
                <a:cubicBezTo>
                  <a:pt x="6711" y="1450"/>
                  <a:pt x="6270" y="1166"/>
                  <a:pt x="5734" y="914"/>
                </a:cubicBezTo>
                <a:cubicBezTo>
                  <a:pt x="5659" y="879"/>
                  <a:pt x="5588" y="863"/>
                  <a:pt x="5522" y="863"/>
                </a:cubicBezTo>
                <a:cubicBezTo>
                  <a:pt x="5118" y="863"/>
                  <a:pt x="4923" y="1449"/>
                  <a:pt x="5356" y="1639"/>
                </a:cubicBezTo>
                <a:cubicBezTo>
                  <a:pt x="5986" y="1954"/>
                  <a:pt x="6459" y="2363"/>
                  <a:pt x="6711" y="3151"/>
                </a:cubicBezTo>
                <a:cubicBezTo>
                  <a:pt x="6207" y="2836"/>
                  <a:pt x="5797" y="2489"/>
                  <a:pt x="5199" y="2489"/>
                </a:cubicBezTo>
                <a:cubicBezTo>
                  <a:pt x="4537" y="2521"/>
                  <a:pt x="3718" y="2868"/>
                  <a:pt x="2993" y="3529"/>
                </a:cubicBezTo>
                <a:cubicBezTo>
                  <a:pt x="0" y="6491"/>
                  <a:pt x="3182" y="12634"/>
                  <a:pt x="5514" y="12634"/>
                </a:cubicBezTo>
                <a:cubicBezTo>
                  <a:pt x="5829" y="12634"/>
                  <a:pt x="6144" y="12571"/>
                  <a:pt x="6427" y="12350"/>
                </a:cubicBezTo>
                <a:cubicBezTo>
                  <a:pt x="6821" y="12098"/>
                  <a:pt x="7050" y="11972"/>
                  <a:pt x="7278" y="11972"/>
                </a:cubicBezTo>
                <a:cubicBezTo>
                  <a:pt x="7506" y="11972"/>
                  <a:pt x="7735" y="12098"/>
                  <a:pt x="8129" y="12350"/>
                </a:cubicBezTo>
                <a:cubicBezTo>
                  <a:pt x="8412" y="12571"/>
                  <a:pt x="8727" y="12634"/>
                  <a:pt x="9042" y="12634"/>
                </a:cubicBezTo>
                <a:cubicBezTo>
                  <a:pt x="11594" y="12634"/>
                  <a:pt x="15028" y="5325"/>
                  <a:pt x="10712" y="2899"/>
                </a:cubicBezTo>
                <a:cubicBezTo>
                  <a:pt x="11405" y="2237"/>
                  <a:pt x="11815" y="1261"/>
                  <a:pt x="11815" y="662"/>
                </a:cubicBezTo>
                <a:cubicBezTo>
                  <a:pt x="11815" y="505"/>
                  <a:pt x="11720" y="347"/>
                  <a:pt x="11563" y="284"/>
                </a:cubicBezTo>
                <a:cubicBezTo>
                  <a:pt x="11090" y="127"/>
                  <a:pt x="10649" y="1"/>
                  <a:pt x="1017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7800" name="Google Shape;7800;p69"/>
          <p:cNvGrpSpPr/>
          <p:nvPr/>
        </p:nvGrpSpPr>
        <p:grpSpPr>
          <a:xfrm>
            <a:off x="670612" y="4238877"/>
            <a:ext cx="450029" cy="494545"/>
            <a:chOff x="-39998250" y="3605325"/>
            <a:chExt cx="288875" cy="317450"/>
          </a:xfrm>
        </p:grpSpPr>
        <p:sp>
          <p:nvSpPr>
            <p:cNvPr id="7801" name="Google Shape;7801;p69"/>
            <p:cNvSpPr/>
            <p:nvPr/>
          </p:nvSpPr>
          <p:spPr>
            <a:xfrm>
              <a:off x="-39998250" y="3799600"/>
              <a:ext cx="288875" cy="123175"/>
            </a:xfrm>
            <a:custGeom>
              <a:avLst/>
              <a:gdLst/>
              <a:ahLst/>
              <a:cxnLst/>
              <a:rect l="l" t="t" r="r" b="b"/>
              <a:pathLst>
                <a:path w="11555" h="4927" extrusionOk="0">
                  <a:moveTo>
                    <a:pt x="3679" y="2028"/>
                  </a:moveTo>
                  <a:cubicBezTo>
                    <a:pt x="3931" y="2028"/>
                    <a:pt x="4088" y="2217"/>
                    <a:pt x="4088" y="2469"/>
                  </a:cubicBezTo>
                  <a:cubicBezTo>
                    <a:pt x="4088" y="2721"/>
                    <a:pt x="3868" y="2878"/>
                    <a:pt x="3679" y="2878"/>
                  </a:cubicBezTo>
                  <a:cubicBezTo>
                    <a:pt x="3458" y="2878"/>
                    <a:pt x="3238" y="2658"/>
                    <a:pt x="3238" y="2469"/>
                  </a:cubicBezTo>
                  <a:cubicBezTo>
                    <a:pt x="3238" y="2185"/>
                    <a:pt x="3458" y="2028"/>
                    <a:pt x="3679" y="2028"/>
                  </a:cubicBezTo>
                  <a:close/>
                  <a:moveTo>
                    <a:pt x="7806" y="1618"/>
                  </a:moveTo>
                  <a:cubicBezTo>
                    <a:pt x="8278" y="1618"/>
                    <a:pt x="8656" y="1965"/>
                    <a:pt x="8656" y="2437"/>
                  </a:cubicBezTo>
                  <a:cubicBezTo>
                    <a:pt x="8656" y="2910"/>
                    <a:pt x="8278" y="3256"/>
                    <a:pt x="7806" y="3256"/>
                  </a:cubicBezTo>
                  <a:cubicBezTo>
                    <a:pt x="7333" y="3256"/>
                    <a:pt x="6987" y="2910"/>
                    <a:pt x="6987" y="2437"/>
                  </a:cubicBezTo>
                  <a:cubicBezTo>
                    <a:pt x="6987" y="1965"/>
                    <a:pt x="7333" y="1618"/>
                    <a:pt x="7806" y="1618"/>
                  </a:cubicBezTo>
                  <a:close/>
                  <a:moveTo>
                    <a:pt x="5348" y="2878"/>
                  </a:moveTo>
                  <a:cubicBezTo>
                    <a:pt x="5569" y="2878"/>
                    <a:pt x="5758" y="3067"/>
                    <a:pt x="5758" y="3256"/>
                  </a:cubicBezTo>
                  <a:cubicBezTo>
                    <a:pt x="5758" y="3509"/>
                    <a:pt x="5569" y="3698"/>
                    <a:pt x="5348" y="3698"/>
                  </a:cubicBezTo>
                  <a:cubicBezTo>
                    <a:pt x="5096" y="3698"/>
                    <a:pt x="4907" y="3509"/>
                    <a:pt x="4907" y="3256"/>
                  </a:cubicBezTo>
                  <a:cubicBezTo>
                    <a:pt x="4907" y="3004"/>
                    <a:pt x="5096" y="2878"/>
                    <a:pt x="5348" y="2878"/>
                  </a:cubicBezTo>
                  <a:close/>
                  <a:moveTo>
                    <a:pt x="8249" y="1"/>
                  </a:moveTo>
                  <a:cubicBezTo>
                    <a:pt x="6319" y="1"/>
                    <a:pt x="5400" y="1530"/>
                    <a:pt x="3381" y="1530"/>
                  </a:cubicBezTo>
                  <a:cubicBezTo>
                    <a:pt x="2909" y="1530"/>
                    <a:pt x="2377" y="1447"/>
                    <a:pt x="1757" y="1240"/>
                  </a:cubicBezTo>
                  <a:lnTo>
                    <a:pt x="560" y="2973"/>
                  </a:lnTo>
                  <a:cubicBezTo>
                    <a:pt x="0" y="3812"/>
                    <a:pt x="544" y="4927"/>
                    <a:pt x="1557" y="4927"/>
                  </a:cubicBezTo>
                  <a:cubicBezTo>
                    <a:pt x="1571" y="4927"/>
                    <a:pt x="1585" y="4927"/>
                    <a:pt x="1599" y="4926"/>
                  </a:cubicBezTo>
                  <a:lnTo>
                    <a:pt x="9980" y="4926"/>
                  </a:lnTo>
                  <a:cubicBezTo>
                    <a:pt x="10956" y="4926"/>
                    <a:pt x="11555" y="3761"/>
                    <a:pt x="11019" y="2941"/>
                  </a:cubicBezTo>
                  <a:lnTo>
                    <a:pt x="9003" y="75"/>
                  </a:lnTo>
                  <a:cubicBezTo>
                    <a:pt x="8734" y="24"/>
                    <a:pt x="8484" y="1"/>
                    <a:pt x="824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02" name="Google Shape;7802;p69"/>
            <p:cNvSpPr/>
            <p:nvPr/>
          </p:nvSpPr>
          <p:spPr>
            <a:xfrm>
              <a:off x="-39940950" y="3605325"/>
              <a:ext cx="160700" cy="212050"/>
            </a:xfrm>
            <a:custGeom>
              <a:avLst/>
              <a:gdLst/>
              <a:ahLst/>
              <a:cxnLst/>
              <a:rect l="l" t="t" r="r" b="b"/>
              <a:pathLst>
                <a:path w="6428" h="8482" extrusionOk="0">
                  <a:moveTo>
                    <a:pt x="1891" y="1"/>
                  </a:moveTo>
                  <a:cubicBezTo>
                    <a:pt x="1229" y="1"/>
                    <a:pt x="694" y="568"/>
                    <a:pt x="694" y="1261"/>
                  </a:cubicBezTo>
                  <a:cubicBezTo>
                    <a:pt x="694" y="1828"/>
                    <a:pt x="1040" y="2238"/>
                    <a:pt x="1513" y="2395"/>
                  </a:cubicBezTo>
                  <a:lnTo>
                    <a:pt x="1513" y="5829"/>
                  </a:lnTo>
                  <a:cubicBezTo>
                    <a:pt x="1481" y="6459"/>
                    <a:pt x="1072" y="6774"/>
                    <a:pt x="0" y="8318"/>
                  </a:cubicBezTo>
                  <a:cubicBezTo>
                    <a:pt x="441" y="8433"/>
                    <a:pt x="822" y="8482"/>
                    <a:pt x="1162" y="8482"/>
                  </a:cubicBezTo>
                  <a:cubicBezTo>
                    <a:pt x="3061" y="8482"/>
                    <a:pt x="3671" y="6963"/>
                    <a:pt x="6049" y="6963"/>
                  </a:cubicBezTo>
                  <a:lnTo>
                    <a:pt x="6112" y="6963"/>
                  </a:lnTo>
                  <a:cubicBezTo>
                    <a:pt x="5829" y="6585"/>
                    <a:pt x="5608" y="6333"/>
                    <a:pt x="5608" y="5861"/>
                  </a:cubicBezTo>
                  <a:lnTo>
                    <a:pt x="5608" y="2458"/>
                  </a:lnTo>
                  <a:cubicBezTo>
                    <a:pt x="6081" y="2301"/>
                    <a:pt x="6427" y="1828"/>
                    <a:pt x="6427" y="1261"/>
                  </a:cubicBezTo>
                  <a:cubicBezTo>
                    <a:pt x="6427" y="599"/>
                    <a:pt x="5892" y="1"/>
                    <a:pt x="519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803" name="Google Shape;7803;p69"/>
          <p:cNvGrpSpPr/>
          <p:nvPr/>
        </p:nvGrpSpPr>
        <p:grpSpPr>
          <a:xfrm>
            <a:off x="648977" y="4850162"/>
            <a:ext cx="493299" cy="493260"/>
            <a:chOff x="-40011050" y="3972375"/>
            <a:chExt cx="316650" cy="316625"/>
          </a:xfrm>
        </p:grpSpPr>
        <p:sp>
          <p:nvSpPr>
            <p:cNvPr id="7804" name="Google Shape;7804;p69"/>
            <p:cNvSpPr/>
            <p:nvPr/>
          </p:nvSpPr>
          <p:spPr>
            <a:xfrm>
              <a:off x="-40011050" y="3972375"/>
              <a:ext cx="316650" cy="232350"/>
            </a:xfrm>
            <a:custGeom>
              <a:avLst/>
              <a:gdLst/>
              <a:ahLst/>
              <a:cxnLst/>
              <a:rect l="l" t="t" r="r" b="b"/>
              <a:pathLst>
                <a:path w="12666" h="9294" extrusionOk="0">
                  <a:moveTo>
                    <a:pt x="11405" y="1701"/>
                  </a:moveTo>
                  <a:cubicBezTo>
                    <a:pt x="11626" y="1701"/>
                    <a:pt x="11846" y="1890"/>
                    <a:pt x="11846" y="2142"/>
                  </a:cubicBezTo>
                  <a:cubicBezTo>
                    <a:pt x="11846" y="3749"/>
                    <a:pt x="11090" y="4663"/>
                    <a:pt x="9956" y="4978"/>
                  </a:cubicBezTo>
                  <a:cubicBezTo>
                    <a:pt x="10051" y="4631"/>
                    <a:pt x="10145" y="4222"/>
                    <a:pt x="10145" y="3844"/>
                  </a:cubicBezTo>
                  <a:lnTo>
                    <a:pt x="10145" y="1701"/>
                  </a:lnTo>
                  <a:close/>
                  <a:moveTo>
                    <a:pt x="2584" y="1701"/>
                  </a:moveTo>
                  <a:lnTo>
                    <a:pt x="2584" y="3812"/>
                  </a:lnTo>
                  <a:cubicBezTo>
                    <a:pt x="2584" y="4222"/>
                    <a:pt x="2647" y="4600"/>
                    <a:pt x="2773" y="5009"/>
                  </a:cubicBezTo>
                  <a:cubicBezTo>
                    <a:pt x="1639" y="4694"/>
                    <a:pt x="851" y="3781"/>
                    <a:pt x="851" y="2142"/>
                  </a:cubicBezTo>
                  <a:cubicBezTo>
                    <a:pt x="851" y="1890"/>
                    <a:pt x="1040" y="1701"/>
                    <a:pt x="1292" y="1701"/>
                  </a:cubicBezTo>
                  <a:close/>
                  <a:moveTo>
                    <a:pt x="4065" y="3655"/>
                  </a:moveTo>
                  <a:cubicBezTo>
                    <a:pt x="4317" y="3655"/>
                    <a:pt x="4506" y="3875"/>
                    <a:pt x="4506" y="4096"/>
                  </a:cubicBezTo>
                  <a:cubicBezTo>
                    <a:pt x="4506" y="4631"/>
                    <a:pt x="4821" y="5041"/>
                    <a:pt x="5262" y="5261"/>
                  </a:cubicBezTo>
                  <a:cubicBezTo>
                    <a:pt x="5451" y="5324"/>
                    <a:pt x="5577" y="5608"/>
                    <a:pt x="5482" y="5797"/>
                  </a:cubicBezTo>
                  <a:cubicBezTo>
                    <a:pt x="5431" y="5952"/>
                    <a:pt x="5229" y="6065"/>
                    <a:pt x="5054" y="6065"/>
                  </a:cubicBezTo>
                  <a:cubicBezTo>
                    <a:pt x="5017" y="6065"/>
                    <a:pt x="4980" y="6060"/>
                    <a:pt x="4947" y="6049"/>
                  </a:cubicBezTo>
                  <a:cubicBezTo>
                    <a:pt x="4128" y="5734"/>
                    <a:pt x="3655" y="4946"/>
                    <a:pt x="3655" y="4096"/>
                  </a:cubicBezTo>
                  <a:cubicBezTo>
                    <a:pt x="3655" y="3875"/>
                    <a:pt x="3844" y="3655"/>
                    <a:pt x="4065" y="3655"/>
                  </a:cubicBezTo>
                  <a:close/>
                  <a:moveTo>
                    <a:pt x="2993" y="0"/>
                  </a:moveTo>
                  <a:cubicBezTo>
                    <a:pt x="2741" y="0"/>
                    <a:pt x="2552" y="189"/>
                    <a:pt x="2552" y="441"/>
                  </a:cubicBezTo>
                  <a:lnTo>
                    <a:pt x="2552" y="882"/>
                  </a:lnTo>
                  <a:lnTo>
                    <a:pt x="1261" y="882"/>
                  </a:lnTo>
                  <a:cubicBezTo>
                    <a:pt x="536" y="882"/>
                    <a:pt x="1" y="1418"/>
                    <a:pt x="1" y="2142"/>
                  </a:cubicBezTo>
                  <a:cubicBezTo>
                    <a:pt x="1" y="4568"/>
                    <a:pt x="1513" y="5797"/>
                    <a:pt x="3183" y="5923"/>
                  </a:cubicBezTo>
                  <a:cubicBezTo>
                    <a:pt x="4159" y="7372"/>
                    <a:pt x="5073" y="7089"/>
                    <a:pt x="5073" y="7687"/>
                  </a:cubicBezTo>
                  <a:cubicBezTo>
                    <a:pt x="5073" y="8286"/>
                    <a:pt x="4821" y="8884"/>
                    <a:pt x="4443" y="9294"/>
                  </a:cubicBezTo>
                  <a:lnTo>
                    <a:pt x="8192" y="9294"/>
                  </a:lnTo>
                  <a:cubicBezTo>
                    <a:pt x="7782" y="8884"/>
                    <a:pt x="7562" y="8286"/>
                    <a:pt x="7562" y="7687"/>
                  </a:cubicBezTo>
                  <a:cubicBezTo>
                    <a:pt x="7562" y="7089"/>
                    <a:pt x="8507" y="7372"/>
                    <a:pt x="9484" y="5923"/>
                  </a:cubicBezTo>
                  <a:cubicBezTo>
                    <a:pt x="11216" y="5797"/>
                    <a:pt x="12666" y="4537"/>
                    <a:pt x="12666" y="2142"/>
                  </a:cubicBezTo>
                  <a:cubicBezTo>
                    <a:pt x="12666" y="1418"/>
                    <a:pt x="12098" y="882"/>
                    <a:pt x="11405" y="882"/>
                  </a:cubicBezTo>
                  <a:lnTo>
                    <a:pt x="10145" y="882"/>
                  </a:lnTo>
                  <a:lnTo>
                    <a:pt x="10145" y="441"/>
                  </a:lnTo>
                  <a:cubicBezTo>
                    <a:pt x="10145" y="189"/>
                    <a:pt x="9956" y="0"/>
                    <a:pt x="970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05" name="Google Shape;7805;p69"/>
            <p:cNvSpPr/>
            <p:nvPr/>
          </p:nvSpPr>
          <p:spPr>
            <a:xfrm>
              <a:off x="-39950400" y="4225975"/>
              <a:ext cx="194575" cy="63025"/>
            </a:xfrm>
            <a:custGeom>
              <a:avLst/>
              <a:gdLst/>
              <a:ahLst/>
              <a:cxnLst/>
              <a:rect l="l" t="t" r="r" b="b"/>
              <a:pathLst>
                <a:path w="7783" h="2521" extrusionOk="0">
                  <a:moveTo>
                    <a:pt x="757" y="1"/>
                  </a:moveTo>
                  <a:lnTo>
                    <a:pt x="63" y="1954"/>
                  </a:lnTo>
                  <a:cubicBezTo>
                    <a:pt x="0" y="2237"/>
                    <a:pt x="158" y="2521"/>
                    <a:pt x="473" y="2521"/>
                  </a:cubicBezTo>
                  <a:lnTo>
                    <a:pt x="7278" y="2521"/>
                  </a:lnTo>
                  <a:cubicBezTo>
                    <a:pt x="7593" y="2521"/>
                    <a:pt x="7782" y="2237"/>
                    <a:pt x="7688" y="1954"/>
                  </a:cubicBezTo>
                  <a:lnTo>
                    <a:pt x="699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806" name="Google Shape;7806;p69"/>
          <p:cNvGrpSpPr/>
          <p:nvPr/>
        </p:nvGrpSpPr>
        <p:grpSpPr>
          <a:xfrm>
            <a:off x="3624886" y="3603094"/>
            <a:ext cx="355895" cy="492052"/>
            <a:chOff x="-38129425" y="3222550"/>
            <a:chExt cx="228450" cy="315850"/>
          </a:xfrm>
        </p:grpSpPr>
        <p:sp>
          <p:nvSpPr>
            <p:cNvPr id="7807" name="Google Shape;7807;p69"/>
            <p:cNvSpPr/>
            <p:nvPr/>
          </p:nvSpPr>
          <p:spPr>
            <a:xfrm>
              <a:off x="-38129425" y="3222550"/>
              <a:ext cx="228450" cy="227650"/>
            </a:xfrm>
            <a:custGeom>
              <a:avLst/>
              <a:gdLst/>
              <a:ahLst/>
              <a:cxnLst/>
              <a:rect l="l" t="t" r="r" b="b"/>
              <a:pathLst>
                <a:path w="9138" h="9106" extrusionOk="0">
                  <a:moveTo>
                    <a:pt x="4097" y="1292"/>
                  </a:moveTo>
                  <a:cubicBezTo>
                    <a:pt x="4349" y="1292"/>
                    <a:pt x="4538" y="1450"/>
                    <a:pt x="4538" y="1702"/>
                  </a:cubicBezTo>
                  <a:cubicBezTo>
                    <a:pt x="4538" y="1922"/>
                    <a:pt x="4349" y="2111"/>
                    <a:pt x="4160" y="2111"/>
                  </a:cubicBezTo>
                  <a:cubicBezTo>
                    <a:pt x="2994" y="2111"/>
                    <a:pt x="2112" y="3056"/>
                    <a:pt x="2049" y="4222"/>
                  </a:cubicBezTo>
                  <a:cubicBezTo>
                    <a:pt x="2049" y="4443"/>
                    <a:pt x="1860" y="4600"/>
                    <a:pt x="1639" y="4600"/>
                  </a:cubicBezTo>
                  <a:cubicBezTo>
                    <a:pt x="1387" y="4600"/>
                    <a:pt x="1198" y="4411"/>
                    <a:pt x="1198" y="4222"/>
                  </a:cubicBezTo>
                  <a:cubicBezTo>
                    <a:pt x="1198" y="2584"/>
                    <a:pt x="2490" y="1324"/>
                    <a:pt x="4097" y="1292"/>
                  </a:cubicBezTo>
                  <a:close/>
                  <a:moveTo>
                    <a:pt x="4569" y="0"/>
                  </a:moveTo>
                  <a:cubicBezTo>
                    <a:pt x="2049" y="0"/>
                    <a:pt x="1" y="2048"/>
                    <a:pt x="1" y="4569"/>
                  </a:cubicBezTo>
                  <a:cubicBezTo>
                    <a:pt x="1" y="6207"/>
                    <a:pt x="946" y="7688"/>
                    <a:pt x="2332" y="8475"/>
                  </a:cubicBezTo>
                  <a:cubicBezTo>
                    <a:pt x="2458" y="8507"/>
                    <a:pt x="2521" y="8664"/>
                    <a:pt x="2521" y="8822"/>
                  </a:cubicBezTo>
                  <a:lnTo>
                    <a:pt x="2521" y="9105"/>
                  </a:lnTo>
                  <a:lnTo>
                    <a:pt x="6680" y="9105"/>
                  </a:lnTo>
                  <a:lnTo>
                    <a:pt x="6680" y="8822"/>
                  </a:lnTo>
                  <a:cubicBezTo>
                    <a:pt x="6680" y="8696"/>
                    <a:pt x="6743" y="8570"/>
                    <a:pt x="6900" y="8507"/>
                  </a:cubicBezTo>
                  <a:cubicBezTo>
                    <a:pt x="8255" y="7719"/>
                    <a:pt x="9137" y="6270"/>
                    <a:pt x="9137" y="4569"/>
                  </a:cubicBezTo>
                  <a:cubicBezTo>
                    <a:pt x="9137" y="2048"/>
                    <a:pt x="7089" y="32"/>
                    <a:pt x="456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08" name="Google Shape;7808;p69"/>
            <p:cNvSpPr/>
            <p:nvPr/>
          </p:nvSpPr>
          <p:spPr>
            <a:xfrm>
              <a:off x="-38067200" y="3470650"/>
              <a:ext cx="103200" cy="67750"/>
            </a:xfrm>
            <a:custGeom>
              <a:avLst/>
              <a:gdLst/>
              <a:ahLst/>
              <a:cxnLst/>
              <a:rect l="l" t="t" r="r" b="b"/>
              <a:pathLst>
                <a:path w="4128" h="2710" extrusionOk="0">
                  <a:moveTo>
                    <a:pt x="1" y="0"/>
                  </a:moveTo>
                  <a:lnTo>
                    <a:pt x="1" y="662"/>
                  </a:lnTo>
                  <a:cubicBezTo>
                    <a:pt x="1" y="1198"/>
                    <a:pt x="410" y="1702"/>
                    <a:pt x="883" y="1859"/>
                  </a:cubicBezTo>
                  <a:cubicBezTo>
                    <a:pt x="1040" y="2363"/>
                    <a:pt x="1513" y="2710"/>
                    <a:pt x="2049" y="2710"/>
                  </a:cubicBezTo>
                  <a:cubicBezTo>
                    <a:pt x="2647" y="2710"/>
                    <a:pt x="3120" y="2363"/>
                    <a:pt x="3277" y="1859"/>
                  </a:cubicBezTo>
                  <a:cubicBezTo>
                    <a:pt x="3781" y="1702"/>
                    <a:pt x="4128" y="1198"/>
                    <a:pt x="4128" y="662"/>
                  </a:cubicBezTo>
                  <a:lnTo>
                    <a:pt x="4128"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809" name="Google Shape;7809;p69"/>
          <p:cNvGrpSpPr/>
          <p:nvPr/>
        </p:nvGrpSpPr>
        <p:grpSpPr>
          <a:xfrm>
            <a:off x="3564845" y="4211887"/>
            <a:ext cx="495713" cy="493299"/>
            <a:chOff x="-38172725" y="3588000"/>
            <a:chExt cx="318200" cy="316650"/>
          </a:xfrm>
        </p:grpSpPr>
        <p:sp>
          <p:nvSpPr>
            <p:cNvPr id="7810" name="Google Shape;7810;p69"/>
            <p:cNvSpPr/>
            <p:nvPr/>
          </p:nvSpPr>
          <p:spPr>
            <a:xfrm>
              <a:off x="-38171150" y="3760050"/>
              <a:ext cx="98475" cy="91050"/>
            </a:xfrm>
            <a:custGeom>
              <a:avLst/>
              <a:gdLst/>
              <a:ahLst/>
              <a:cxnLst/>
              <a:rect l="l" t="t" r="r" b="b"/>
              <a:pathLst>
                <a:path w="3939" h="3642" extrusionOk="0">
                  <a:moveTo>
                    <a:pt x="739" y="1"/>
                  </a:moveTo>
                  <a:cubicBezTo>
                    <a:pt x="480" y="1"/>
                    <a:pt x="232" y="12"/>
                    <a:pt x="0" y="18"/>
                  </a:cubicBezTo>
                  <a:cubicBezTo>
                    <a:pt x="95" y="1341"/>
                    <a:pt x="630" y="2602"/>
                    <a:pt x="1512" y="3641"/>
                  </a:cubicBezTo>
                  <a:lnTo>
                    <a:pt x="3938" y="1247"/>
                  </a:lnTo>
                  <a:cubicBezTo>
                    <a:pt x="2844" y="153"/>
                    <a:pt x="1711" y="1"/>
                    <a:pt x="73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11" name="Google Shape;7811;p69"/>
            <p:cNvSpPr/>
            <p:nvPr/>
          </p:nvSpPr>
          <p:spPr>
            <a:xfrm>
              <a:off x="-38172725" y="3641575"/>
              <a:ext cx="144150" cy="133900"/>
            </a:xfrm>
            <a:custGeom>
              <a:avLst/>
              <a:gdLst/>
              <a:ahLst/>
              <a:cxnLst/>
              <a:rect l="l" t="t" r="r" b="b"/>
              <a:pathLst>
                <a:path w="5766" h="5356" extrusionOk="0">
                  <a:moveTo>
                    <a:pt x="1575" y="0"/>
                  </a:moveTo>
                  <a:cubicBezTo>
                    <a:pt x="599" y="1103"/>
                    <a:pt x="95" y="2520"/>
                    <a:pt x="0" y="3907"/>
                  </a:cubicBezTo>
                  <a:cubicBezTo>
                    <a:pt x="213" y="3901"/>
                    <a:pt x="452" y="3891"/>
                    <a:pt x="712" y="3891"/>
                  </a:cubicBezTo>
                  <a:cubicBezTo>
                    <a:pt x="1801" y="3891"/>
                    <a:pt x="3246" y="4059"/>
                    <a:pt x="4568" y="5356"/>
                  </a:cubicBezTo>
                  <a:lnTo>
                    <a:pt x="5766" y="4190"/>
                  </a:lnTo>
                  <a:lnTo>
                    <a:pt x="157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12" name="Google Shape;7812;p69"/>
            <p:cNvSpPr/>
            <p:nvPr/>
          </p:nvSpPr>
          <p:spPr>
            <a:xfrm>
              <a:off x="-38117600" y="3806975"/>
              <a:ext cx="77200" cy="94525"/>
            </a:xfrm>
            <a:custGeom>
              <a:avLst/>
              <a:gdLst/>
              <a:ahLst/>
              <a:cxnLst/>
              <a:rect l="l" t="t" r="r" b="b"/>
              <a:pathLst>
                <a:path w="3088" h="3781" extrusionOk="0">
                  <a:moveTo>
                    <a:pt x="2332" y="0"/>
                  </a:moveTo>
                  <a:lnTo>
                    <a:pt x="0" y="2331"/>
                  </a:lnTo>
                  <a:cubicBezTo>
                    <a:pt x="883" y="3088"/>
                    <a:pt x="1891" y="3592"/>
                    <a:pt x="2962" y="3781"/>
                  </a:cubicBezTo>
                  <a:cubicBezTo>
                    <a:pt x="3088" y="2363"/>
                    <a:pt x="3088" y="1197"/>
                    <a:pt x="233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13" name="Google Shape;7813;p69"/>
            <p:cNvSpPr/>
            <p:nvPr/>
          </p:nvSpPr>
          <p:spPr>
            <a:xfrm>
              <a:off x="-37997875" y="3716375"/>
              <a:ext cx="143350" cy="135500"/>
            </a:xfrm>
            <a:custGeom>
              <a:avLst/>
              <a:gdLst/>
              <a:ahLst/>
              <a:cxnLst/>
              <a:rect l="l" t="t" r="r" b="b"/>
              <a:pathLst>
                <a:path w="5734" h="5420" extrusionOk="0">
                  <a:moveTo>
                    <a:pt x="1197" y="1"/>
                  </a:moveTo>
                  <a:lnTo>
                    <a:pt x="0" y="1230"/>
                  </a:lnTo>
                  <a:lnTo>
                    <a:pt x="4159" y="5420"/>
                  </a:lnTo>
                  <a:cubicBezTo>
                    <a:pt x="5199" y="4191"/>
                    <a:pt x="5703" y="2773"/>
                    <a:pt x="5734" y="1324"/>
                  </a:cubicBezTo>
                  <a:cubicBezTo>
                    <a:pt x="5557" y="1324"/>
                    <a:pt x="5356" y="1329"/>
                    <a:pt x="5135" y="1329"/>
                  </a:cubicBezTo>
                  <a:cubicBezTo>
                    <a:pt x="4098" y="1329"/>
                    <a:pt x="2626" y="1222"/>
                    <a:pt x="119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14" name="Google Shape;7814;p69"/>
            <p:cNvSpPr/>
            <p:nvPr/>
          </p:nvSpPr>
          <p:spPr>
            <a:xfrm>
              <a:off x="-38044350" y="3761275"/>
              <a:ext cx="135500" cy="143375"/>
            </a:xfrm>
            <a:custGeom>
              <a:avLst/>
              <a:gdLst/>
              <a:ahLst/>
              <a:cxnLst/>
              <a:rect l="l" t="t" r="r" b="b"/>
              <a:pathLst>
                <a:path w="5420" h="5735" extrusionOk="0">
                  <a:moveTo>
                    <a:pt x="1261" y="1"/>
                  </a:moveTo>
                  <a:lnTo>
                    <a:pt x="0" y="1261"/>
                  </a:lnTo>
                  <a:cubicBezTo>
                    <a:pt x="1009" y="2679"/>
                    <a:pt x="1009" y="4002"/>
                    <a:pt x="851" y="5735"/>
                  </a:cubicBezTo>
                  <a:lnTo>
                    <a:pt x="1261" y="5735"/>
                  </a:lnTo>
                  <a:cubicBezTo>
                    <a:pt x="2773" y="5735"/>
                    <a:pt x="4254" y="5231"/>
                    <a:pt x="5419" y="4159"/>
                  </a:cubicBezTo>
                  <a:lnTo>
                    <a:pt x="126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15" name="Google Shape;7815;p69"/>
            <p:cNvSpPr/>
            <p:nvPr/>
          </p:nvSpPr>
          <p:spPr>
            <a:xfrm>
              <a:off x="-37997875" y="3588800"/>
              <a:ext cx="89025" cy="97675"/>
            </a:xfrm>
            <a:custGeom>
              <a:avLst/>
              <a:gdLst/>
              <a:ahLst/>
              <a:cxnLst/>
              <a:rect l="l" t="t" r="r" b="b"/>
              <a:pathLst>
                <a:path w="3561" h="3907" extrusionOk="0">
                  <a:moveTo>
                    <a:pt x="158" y="0"/>
                  </a:moveTo>
                  <a:lnTo>
                    <a:pt x="158" y="0"/>
                  </a:lnTo>
                  <a:cubicBezTo>
                    <a:pt x="126" y="977"/>
                    <a:pt x="0" y="2395"/>
                    <a:pt x="1260" y="3907"/>
                  </a:cubicBezTo>
                  <a:lnTo>
                    <a:pt x="3560" y="1544"/>
                  </a:lnTo>
                  <a:cubicBezTo>
                    <a:pt x="2584" y="662"/>
                    <a:pt x="1355" y="158"/>
                    <a:pt x="15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16" name="Google Shape;7816;p69"/>
            <p:cNvSpPr/>
            <p:nvPr/>
          </p:nvSpPr>
          <p:spPr>
            <a:xfrm>
              <a:off x="-38117600" y="3588000"/>
              <a:ext cx="135500" cy="143375"/>
            </a:xfrm>
            <a:custGeom>
              <a:avLst/>
              <a:gdLst/>
              <a:ahLst/>
              <a:cxnLst/>
              <a:rect l="l" t="t" r="r" b="b"/>
              <a:pathLst>
                <a:path w="5420" h="5735" extrusionOk="0">
                  <a:moveTo>
                    <a:pt x="4096" y="1"/>
                  </a:moveTo>
                  <a:lnTo>
                    <a:pt x="4096" y="1"/>
                  </a:lnTo>
                  <a:cubicBezTo>
                    <a:pt x="2647" y="32"/>
                    <a:pt x="1198" y="536"/>
                    <a:pt x="0" y="1576"/>
                  </a:cubicBezTo>
                  <a:lnTo>
                    <a:pt x="4191" y="5735"/>
                  </a:lnTo>
                  <a:lnTo>
                    <a:pt x="5419" y="4506"/>
                  </a:lnTo>
                  <a:cubicBezTo>
                    <a:pt x="3939" y="2805"/>
                    <a:pt x="4065" y="1135"/>
                    <a:pt x="409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17" name="Google Shape;7817;p69"/>
            <p:cNvSpPr/>
            <p:nvPr/>
          </p:nvSpPr>
          <p:spPr>
            <a:xfrm>
              <a:off x="-37953000" y="3641575"/>
              <a:ext cx="97700" cy="86350"/>
            </a:xfrm>
            <a:custGeom>
              <a:avLst/>
              <a:gdLst/>
              <a:ahLst/>
              <a:cxnLst/>
              <a:rect l="l" t="t" r="r" b="b"/>
              <a:pathLst>
                <a:path w="3908" h="3454" extrusionOk="0">
                  <a:moveTo>
                    <a:pt x="2364" y="0"/>
                  </a:moveTo>
                  <a:lnTo>
                    <a:pt x="1" y="2363"/>
                  </a:lnTo>
                  <a:cubicBezTo>
                    <a:pt x="1171" y="3313"/>
                    <a:pt x="2246" y="3453"/>
                    <a:pt x="3155" y="3453"/>
                  </a:cubicBezTo>
                  <a:cubicBezTo>
                    <a:pt x="3421" y="3453"/>
                    <a:pt x="3672" y="3441"/>
                    <a:pt x="3908" y="3434"/>
                  </a:cubicBezTo>
                  <a:cubicBezTo>
                    <a:pt x="3750" y="2205"/>
                    <a:pt x="3246" y="1008"/>
                    <a:pt x="236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818" name="Google Shape;7818;p69"/>
          <p:cNvGrpSpPr/>
          <p:nvPr/>
        </p:nvGrpSpPr>
        <p:grpSpPr>
          <a:xfrm>
            <a:off x="3666047" y="4823134"/>
            <a:ext cx="293308" cy="493299"/>
            <a:chOff x="-38109725" y="3955025"/>
            <a:chExt cx="188275" cy="316650"/>
          </a:xfrm>
        </p:grpSpPr>
        <p:sp>
          <p:nvSpPr>
            <p:cNvPr id="7819" name="Google Shape;7819;p69"/>
            <p:cNvSpPr/>
            <p:nvPr/>
          </p:nvSpPr>
          <p:spPr>
            <a:xfrm>
              <a:off x="-38109725" y="3955025"/>
              <a:ext cx="188275" cy="220575"/>
            </a:xfrm>
            <a:custGeom>
              <a:avLst/>
              <a:gdLst/>
              <a:ahLst/>
              <a:cxnLst/>
              <a:rect l="l" t="t" r="r" b="b"/>
              <a:pathLst>
                <a:path w="7531" h="8823" extrusionOk="0">
                  <a:moveTo>
                    <a:pt x="3372" y="1"/>
                  </a:moveTo>
                  <a:lnTo>
                    <a:pt x="95" y="5703"/>
                  </a:lnTo>
                  <a:cubicBezTo>
                    <a:pt x="1" y="5829"/>
                    <a:pt x="1" y="5987"/>
                    <a:pt x="95" y="6113"/>
                  </a:cubicBezTo>
                  <a:lnTo>
                    <a:pt x="1418" y="8822"/>
                  </a:lnTo>
                  <a:lnTo>
                    <a:pt x="6081" y="8822"/>
                  </a:lnTo>
                  <a:lnTo>
                    <a:pt x="7467" y="6113"/>
                  </a:lnTo>
                  <a:cubicBezTo>
                    <a:pt x="7530" y="5987"/>
                    <a:pt x="7499" y="5829"/>
                    <a:pt x="7467" y="5703"/>
                  </a:cubicBezTo>
                  <a:lnTo>
                    <a:pt x="4191" y="1"/>
                  </a:lnTo>
                  <a:lnTo>
                    <a:pt x="4191" y="4727"/>
                  </a:lnTo>
                  <a:cubicBezTo>
                    <a:pt x="4663" y="4884"/>
                    <a:pt x="5010" y="5357"/>
                    <a:pt x="5010" y="5892"/>
                  </a:cubicBezTo>
                  <a:cubicBezTo>
                    <a:pt x="5010" y="6585"/>
                    <a:pt x="4474" y="7121"/>
                    <a:pt x="3750" y="7121"/>
                  </a:cubicBezTo>
                  <a:cubicBezTo>
                    <a:pt x="3088" y="7121"/>
                    <a:pt x="2521" y="6585"/>
                    <a:pt x="2521" y="5892"/>
                  </a:cubicBezTo>
                  <a:cubicBezTo>
                    <a:pt x="2521" y="5357"/>
                    <a:pt x="2899" y="4916"/>
                    <a:pt x="3372" y="4727"/>
                  </a:cubicBezTo>
                  <a:lnTo>
                    <a:pt x="337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20" name="Google Shape;7820;p69"/>
            <p:cNvSpPr/>
            <p:nvPr/>
          </p:nvSpPr>
          <p:spPr>
            <a:xfrm>
              <a:off x="-38067200" y="4196050"/>
              <a:ext cx="104775" cy="75625"/>
            </a:xfrm>
            <a:custGeom>
              <a:avLst/>
              <a:gdLst/>
              <a:ahLst/>
              <a:cxnLst/>
              <a:rect l="l" t="t" r="r" b="b"/>
              <a:pathLst>
                <a:path w="4191" h="3025" extrusionOk="0">
                  <a:moveTo>
                    <a:pt x="32" y="0"/>
                  </a:moveTo>
                  <a:lnTo>
                    <a:pt x="32" y="2615"/>
                  </a:lnTo>
                  <a:cubicBezTo>
                    <a:pt x="1" y="2836"/>
                    <a:pt x="190" y="3025"/>
                    <a:pt x="442" y="3025"/>
                  </a:cubicBezTo>
                  <a:lnTo>
                    <a:pt x="3750" y="3025"/>
                  </a:lnTo>
                  <a:cubicBezTo>
                    <a:pt x="3970" y="3025"/>
                    <a:pt x="4191" y="2836"/>
                    <a:pt x="4191" y="2615"/>
                  </a:cubicBezTo>
                  <a:lnTo>
                    <a:pt x="419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7821" name="Google Shape;7821;p69"/>
          <p:cNvSpPr/>
          <p:nvPr/>
        </p:nvSpPr>
        <p:spPr>
          <a:xfrm>
            <a:off x="2468184" y="5436148"/>
            <a:ext cx="511720" cy="493688"/>
          </a:xfrm>
          <a:custGeom>
            <a:avLst/>
            <a:gdLst/>
            <a:ahLst/>
            <a:cxnLst/>
            <a:rect l="l" t="t" r="r" b="b"/>
            <a:pathLst>
              <a:path w="13139" h="12676" extrusionOk="0">
                <a:moveTo>
                  <a:pt x="7184" y="1702"/>
                </a:moveTo>
                <a:cubicBezTo>
                  <a:pt x="7909" y="1702"/>
                  <a:pt x="8444" y="2237"/>
                  <a:pt x="8444" y="2962"/>
                </a:cubicBezTo>
                <a:cubicBezTo>
                  <a:pt x="8444" y="3623"/>
                  <a:pt x="7877" y="4222"/>
                  <a:pt x="7184" y="4222"/>
                </a:cubicBezTo>
                <a:cubicBezTo>
                  <a:pt x="6491" y="4222"/>
                  <a:pt x="5955" y="3655"/>
                  <a:pt x="5955" y="2962"/>
                </a:cubicBezTo>
                <a:cubicBezTo>
                  <a:pt x="5955" y="2237"/>
                  <a:pt x="6491" y="1702"/>
                  <a:pt x="7184" y="1702"/>
                </a:cubicBezTo>
                <a:close/>
                <a:moveTo>
                  <a:pt x="3813" y="2521"/>
                </a:moveTo>
                <a:cubicBezTo>
                  <a:pt x="4506" y="2521"/>
                  <a:pt x="5073" y="3056"/>
                  <a:pt x="5073" y="3781"/>
                </a:cubicBezTo>
                <a:cubicBezTo>
                  <a:pt x="5073" y="4474"/>
                  <a:pt x="4506" y="5041"/>
                  <a:pt x="3813" y="5041"/>
                </a:cubicBezTo>
                <a:cubicBezTo>
                  <a:pt x="3088" y="5041"/>
                  <a:pt x="2553" y="4474"/>
                  <a:pt x="2553" y="3781"/>
                </a:cubicBezTo>
                <a:cubicBezTo>
                  <a:pt x="2521" y="3056"/>
                  <a:pt x="3088" y="2521"/>
                  <a:pt x="3813" y="2521"/>
                </a:cubicBezTo>
                <a:close/>
                <a:moveTo>
                  <a:pt x="2931" y="5892"/>
                </a:moveTo>
                <a:cubicBezTo>
                  <a:pt x="3656" y="5892"/>
                  <a:pt x="4191" y="6459"/>
                  <a:pt x="4191" y="7152"/>
                </a:cubicBezTo>
                <a:cubicBezTo>
                  <a:pt x="4191" y="7877"/>
                  <a:pt x="3656" y="8412"/>
                  <a:pt x="2931" y="8412"/>
                </a:cubicBezTo>
                <a:cubicBezTo>
                  <a:pt x="2238" y="8412"/>
                  <a:pt x="1671" y="7877"/>
                  <a:pt x="1671" y="7152"/>
                </a:cubicBezTo>
                <a:cubicBezTo>
                  <a:pt x="1671" y="6459"/>
                  <a:pt x="2238" y="5892"/>
                  <a:pt x="2931" y="5892"/>
                </a:cubicBezTo>
                <a:close/>
                <a:moveTo>
                  <a:pt x="5514" y="8475"/>
                </a:moveTo>
                <a:cubicBezTo>
                  <a:pt x="6207" y="8475"/>
                  <a:pt x="6775" y="9011"/>
                  <a:pt x="6775" y="9735"/>
                </a:cubicBezTo>
                <a:cubicBezTo>
                  <a:pt x="6775" y="10397"/>
                  <a:pt x="6176" y="10996"/>
                  <a:pt x="5514" y="10996"/>
                </a:cubicBezTo>
                <a:cubicBezTo>
                  <a:pt x="4790" y="10996"/>
                  <a:pt x="4254" y="10429"/>
                  <a:pt x="4254" y="9735"/>
                </a:cubicBezTo>
                <a:cubicBezTo>
                  <a:pt x="4254" y="9011"/>
                  <a:pt x="4790" y="8475"/>
                  <a:pt x="5514" y="8475"/>
                </a:cubicBezTo>
                <a:close/>
                <a:moveTo>
                  <a:pt x="6333" y="0"/>
                </a:moveTo>
                <a:cubicBezTo>
                  <a:pt x="2836" y="0"/>
                  <a:pt x="1" y="2836"/>
                  <a:pt x="1" y="6333"/>
                </a:cubicBezTo>
                <a:cubicBezTo>
                  <a:pt x="1" y="9420"/>
                  <a:pt x="2143" y="11878"/>
                  <a:pt x="4916" y="12508"/>
                </a:cubicBezTo>
                <a:cubicBezTo>
                  <a:pt x="5408" y="12621"/>
                  <a:pt x="5838" y="12675"/>
                  <a:pt x="6211" y="12675"/>
                </a:cubicBezTo>
                <a:cubicBezTo>
                  <a:pt x="7914" y="12675"/>
                  <a:pt x="8444" y="11545"/>
                  <a:pt x="8444" y="9735"/>
                </a:cubicBezTo>
                <a:cubicBezTo>
                  <a:pt x="8444" y="9011"/>
                  <a:pt x="9011" y="8475"/>
                  <a:pt x="9705" y="8475"/>
                </a:cubicBezTo>
                <a:cubicBezTo>
                  <a:pt x="11878" y="8475"/>
                  <a:pt x="13139" y="7719"/>
                  <a:pt x="12508" y="4915"/>
                </a:cubicBezTo>
                <a:cubicBezTo>
                  <a:pt x="11878" y="2206"/>
                  <a:pt x="9452" y="0"/>
                  <a:pt x="633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7822" name="Google Shape;7822;p69"/>
          <p:cNvGrpSpPr/>
          <p:nvPr/>
        </p:nvGrpSpPr>
        <p:grpSpPr>
          <a:xfrm>
            <a:off x="2886579" y="1798362"/>
            <a:ext cx="498205" cy="492091"/>
            <a:chOff x="-41530375" y="3218800"/>
            <a:chExt cx="319800" cy="315875"/>
          </a:xfrm>
        </p:grpSpPr>
        <p:sp>
          <p:nvSpPr>
            <p:cNvPr id="7823" name="Google Shape;7823;p69"/>
            <p:cNvSpPr/>
            <p:nvPr/>
          </p:nvSpPr>
          <p:spPr>
            <a:xfrm>
              <a:off x="-41530375" y="3337550"/>
              <a:ext cx="199300" cy="197125"/>
            </a:xfrm>
            <a:custGeom>
              <a:avLst/>
              <a:gdLst/>
              <a:ahLst/>
              <a:cxnLst/>
              <a:rect l="l" t="t" r="r" b="b"/>
              <a:pathLst>
                <a:path w="7972" h="7885" extrusionOk="0">
                  <a:moveTo>
                    <a:pt x="3245" y="0"/>
                  </a:moveTo>
                  <a:lnTo>
                    <a:pt x="473" y="2804"/>
                  </a:lnTo>
                  <a:cubicBezTo>
                    <a:pt x="0" y="3277"/>
                    <a:pt x="0" y="4064"/>
                    <a:pt x="473" y="4568"/>
                  </a:cubicBezTo>
                  <a:lnTo>
                    <a:pt x="3403" y="7530"/>
                  </a:lnTo>
                  <a:cubicBezTo>
                    <a:pt x="3639" y="7766"/>
                    <a:pt x="3954" y="7884"/>
                    <a:pt x="4277" y="7884"/>
                  </a:cubicBezTo>
                  <a:cubicBezTo>
                    <a:pt x="4600" y="7884"/>
                    <a:pt x="4931" y="7766"/>
                    <a:pt x="5199" y="7530"/>
                  </a:cubicBezTo>
                  <a:lnTo>
                    <a:pt x="7971" y="4726"/>
                  </a:lnTo>
                  <a:lnTo>
                    <a:pt x="324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24" name="Google Shape;7824;p69"/>
            <p:cNvSpPr/>
            <p:nvPr/>
          </p:nvSpPr>
          <p:spPr>
            <a:xfrm>
              <a:off x="-41435075" y="3218800"/>
              <a:ext cx="224500" cy="221950"/>
            </a:xfrm>
            <a:custGeom>
              <a:avLst/>
              <a:gdLst/>
              <a:ahLst/>
              <a:cxnLst/>
              <a:rect l="l" t="t" r="r" b="b"/>
              <a:pathLst>
                <a:path w="8980" h="8878" extrusionOk="0">
                  <a:moveTo>
                    <a:pt x="4395" y="1"/>
                  </a:moveTo>
                  <a:cubicBezTo>
                    <a:pt x="4285" y="1"/>
                    <a:pt x="4175" y="40"/>
                    <a:pt x="4096" y="119"/>
                  </a:cubicBezTo>
                  <a:lnTo>
                    <a:pt x="1" y="4152"/>
                  </a:lnTo>
                  <a:lnTo>
                    <a:pt x="4726" y="8877"/>
                  </a:lnTo>
                  <a:lnTo>
                    <a:pt x="8822" y="4845"/>
                  </a:lnTo>
                  <a:cubicBezTo>
                    <a:pt x="8979" y="4687"/>
                    <a:pt x="8979" y="4404"/>
                    <a:pt x="8822" y="4246"/>
                  </a:cubicBezTo>
                  <a:lnTo>
                    <a:pt x="4695" y="119"/>
                  </a:lnTo>
                  <a:cubicBezTo>
                    <a:pt x="4616" y="40"/>
                    <a:pt x="4506" y="1"/>
                    <a:pt x="439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825" name="Google Shape;7825;p69"/>
          <p:cNvGrpSpPr/>
          <p:nvPr/>
        </p:nvGrpSpPr>
        <p:grpSpPr>
          <a:xfrm>
            <a:off x="2889637" y="2485239"/>
            <a:ext cx="492091" cy="385339"/>
            <a:chOff x="-41526450" y="3653375"/>
            <a:chExt cx="315875" cy="247350"/>
          </a:xfrm>
        </p:grpSpPr>
        <p:sp>
          <p:nvSpPr>
            <p:cNvPr id="7826" name="Google Shape;7826;p69"/>
            <p:cNvSpPr/>
            <p:nvPr/>
          </p:nvSpPr>
          <p:spPr>
            <a:xfrm>
              <a:off x="-41526450" y="3860525"/>
              <a:ext cx="315875" cy="40200"/>
            </a:xfrm>
            <a:custGeom>
              <a:avLst/>
              <a:gdLst/>
              <a:ahLst/>
              <a:cxnLst/>
              <a:rect l="l" t="t" r="r" b="b"/>
              <a:pathLst>
                <a:path w="12635" h="1608" extrusionOk="0">
                  <a:moveTo>
                    <a:pt x="379" y="0"/>
                  </a:moveTo>
                  <a:cubicBezTo>
                    <a:pt x="159" y="0"/>
                    <a:pt x="1" y="189"/>
                    <a:pt x="1" y="378"/>
                  </a:cubicBezTo>
                  <a:cubicBezTo>
                    <a:pt x="1" y="1040"/>
                    <a:pt x="537" y="1607"/>
                    <a:pt x="1198" y="1607"/>
                  </a:cubicBezTo>
                  <a:lnTo>
                    <a:pt x="11406" y="1607"/>
                  </a:lnTo>
                  <a:cubicBezTo>
                    <a:pt x="12067" y="1607"/>
                    <a:pt x="12634" y="1072"/>
                    <a:pt x="12634" y="378"/>
                  </a:cubicBezTo>
                  <a:cubicBezTo>
                    <a:pt x="12603" y="158"/>
                    <a:pt x="12445" y="0"/>
                    <a:pt x="12193" y="0"/>
                  </a:cubicBezTo>
                  <a:lnTo>
                    <a:pt x="10965" y="0"/>
                  </a:lnTo>
                  <a:lnTo>
                    <a:pt x="10965" y="378"/>
                  </a:lnTo>
                  <a:cubicBezTo>
                    <a:pt x="10965" y="630"/>
                    <a:pt x="10776" y="819"/>
                    <a:pt x="10555" y="819"/>
                  </a:cubicBezTo>
                  <a:cubicBezTo>
                    <a:pt x="10303" y="819"/>
                    <a:pt x="10146" y="630"/>
                    <a:pt x="10146" y="378"/>
                  </a:cubicBezTo>
                  <a:lnTo>
                    <a:pt x="10146" y="0"/>
                  </a:lnTo>
                  <a:lnTo>
                    <a:pt x="9326" y="0"/>
                  </a:lnTo>
                  <a:lnTo>
                    <a:pt x="9326" y="378"/>
                  </a:lnTo>
                  <a:cubicBezTo>
                    <a:pt x="9326" y="630"/>
                    <a:pt x="9137" y="819"/>
                    <a:pt x="8917" y="819"/>
                  </a:cubicBezTo>
                  <a:cubicBezTo>
                    <a:pt x="8696" y="819"/>
                    <a:pt x="8507" y="630"/>
                    <a:pt x="8507" y="378"/>
                  </a:cubicBezTo>
                  <a:lnTo>
                    <a:pt x="850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27" name="Google Shape;7827;p69"/>
            <p:cNvSpPr/>
            <p:nvPr/>
          </p:nvSpPr>
          <p:spPr>
            <a:xfrm>
              <a:off x="-41506750" y="3653375"/>
              <a:ext cx="275700" cy="186700"/>
            </a:xfrm>
            <a:custGeom>
              <a:avLst/>
              <a:gdLst/>
              <a:ahLst/>
              <a:cxnLst/>
              <a:rect l="l" t="t" r="r" b="b"/>
              <a:pathLst>
                <a:path w="11028" h="7468" extrusionOk="0">
                  <a:moveTo>
                    <a:pt x="3794" y="1673"/>
                  </a:moveTo>
                  <a:cubicBezTo>
                    <a:pt x="3841" y="1673"/>
                    <a:pt x="3890" y="1682"/>
                    <a:pt x="3939" y="1702"/>
                  </a:cubicBezTo>
                  <a:lnTo>
                    <a:pt x="6428" y="2521"/>
                  </a:lnTo>
                  <a:cubicBezTo>
                    <a:pt x="6680" y="2616"/>
                    <a:pt x="6806" y="2994"/>
                    <a:pt x="6585" y="3214"/>
                  </a:cubicBezTo>
                  <a:lnTo>
                    <a:pt x="6018" y="3750"/>
                  </a:lnTo>
                  <a:lnTo>
                    <a:pt x="7404" y="5136"/>
                  </a:lnTo>
                  <a:cubicBezTo>
                    <a:pt x="7593" y="5262"/>
                    <a:pt x="7593" y="5514"/>
                    <a:pt x="7436" y="5671"/>
                  </a:cubicBezTo>
                  <a:cubicBezTo>
                    <a:pt x="7357" y="5750"/>
                    <a:pt x="7247" y="5790"/>
                    <a:pt x="7136" y="5790"/>
                  </a:cubicBezTo>
                  <a:cubicBezTo>
                    <a:pt x="7026" y="5790"/>
                    <a:pt x="6916" y="5750"/>
                    <a:pt x="6837" y="5671"/>
                  </a:cubicBezTo>
                  <a:lnTo>
                    <a:pt x="5451" y="4317"/>
                  </a:lnTo>
                  <a:lnTo>
                    <a:pt x="4915" y="4852"/>
                  </a:lnTo>
                  <a:cubicBezTo>
                    <a:pt x="4821" y="4947"/>
                    <a:pt x="4714" y="4988"/>
                    <a:pt x="4613" y="4988"/>
                  </a:cubicBezTo>
                  <a:cubicBezTo>
                    <a:pt x="4444" y="4988"/>
                    <a:pt x="4293" y="4872"/>
                    <a:pt x="4254" y="4695"/>
                  </a:cubicBezTo>
                  <a:lnTo>
                    <a:pt x="3435" y="2206"/>
                  </a:lnTo>
                  <a:cubicBezTo>
                    <a:pt x="3328" y="1940"/>
                    <a:pt x="3537" y="1673"/>
                    <a:pt x="3794" y="1673"/>
                  </a:cubicBezTo>
                  <a:close/>
                  <a:moveTo>
                    <a:pt x="1198" y="1"/>
                  </a:moveTo>
                  <a:cubicBezTo>
                    <a:pt x="536" y="1"/>
                    <a:pt x="1" y="568"/>
                    <a:pt x="1" y="1229"/>
                  </a:cubicBezTo>
                  <a:lnTo>
                    <a:pt x="1" y="7467"/>
                  </a:lnTo>
                  <a:lnTo>
                    <a:pt x="11027" y="7467"/>
                  </a:lnTo>
                  <a:lnTo>
                    <a:pt x="11027" y="1229"/>
                  </a:lnTo>
                  <a:cubicBezTo>
                    <a:pt x="11027" y="568"/>
                    <a:pt x="10460" y="1"/>
                    <a:pt x="976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828" name="Google Shape;7828;p69"/>
          <p:cNvGrpSpPr/>
          <p:nvPr/>
        </p:nvGrpSpPr>
        <p:grpSpPr>
          <a:xfrm>
            <a:off x="2891487" y="2968791"/>
            <a:ext cx="488391" cy="493299"/>
            <a:chOff x="-41526450" y="3951100"/>
            <a:chExt cx="313500" cy="316650"/>
          </a:xfrm>
        </p:grpSpPr>
        <p:sp>
          <p:nvSpPr>
            <p:cNvPr id="7829" name="Google Shape;7829;p69"/>
            <p:cNvSpPr/>
            <p:nvPr/>
          </p:nvSpPr>
          <p:spPr>
            <a:xfrm>
              <a:off x="-41483125" y="4041675"/>
              <a:ext cx="226075" cy="226075"/>
            </a:xfrm>
            <a:custGeom>
              <a:avLst/>
              <a:gdLst/>
              <a:ahLst/>
              <a:cxnLst/>
              <a:rect l="l" t="t" r="r" b="b"/>
              <a:pathLst>
                <a:path w="9043" h="9043" extrusionOk="0">
                  <a:moveTo>
                    <a:pt x="4506" y="2174"/>
                  </a:moveTo>
                  <a:cubicBezTo>
                    <a:pt x="6144" y="2174"/>
                    <a:pt x="7404" y="3466"/>
                    <a:pt x="7436" y="5041"/>
                  </a:cubicBezTo>
                  <a:cubicBezTo>
                    <a:pt x="7436" y="6648"/>
                    <a:pt x="6144" y="7908"/>
                    <a:pt x="4506" y="7908"/>
                  </a:cubicBezTo>
                  <a:cubicBezTo>
                    <a:pt x="2899" y="7908"/>
                    <a:pt x="1639" y="6616"/>
                    <a:pt x="1639" y="5041"/>
                  </a:cubicBezTo>
                  <a:cubicBezTo>
                    <a:pt x="1639" y="3466"/>
                    <a:pt x="2931" y="2174"/>
                    <a:pt x="4506" y="2174"/>
                  </a:cubicBezTo>
                  <a:close/>
                  <a:moveTo>
                    <a:pt x="4506" y="0"/>
                  </a:moveTo>
                  <a:lnTo>
                    <a:pt x="1" y="3214"/>
                  </a:lnTo>
                  <a:lnTo>
                    <a:pt x="1" y="8664"/>
                  </a:lnTo>
                  <a:cubicBezTo>
                    <a:pt x="1" y="8885"/>
                    <a:pt x="190" y="9042"/>
                    <a:pt x="379" y="9042"/>
                  </a:cubicBezTo>
                  <a:lnTo>
                    <a:pt x="8665" y="9042"/>
                  </a:lnTo>
                  <a:cubicBezTo>
                    <a:pt x="8885" y="9042"/>
                    <a:pt x="9043" y="8853"/>
                    <a:pt x="9043" y="8664"/>
                  </a:cubicBezTo>
                  <a:lnTo>
                    <a:pt x="9043" y="3214"/>
                  </a:lnTo>
                  <a:lnTo>
                    <a:pt x="450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30" name="Google Shape;7830;p69"/>
            <p:cNvSpPr/>
            <p:nvPr/>
          </p:nvSpPr>
          <p:spPr>
            <a:xfrm>
              <a:off x="-41422475" y="4114925"/>
              <a:ext cx="104775" cy="104775"/>
            </a:xfrm>
            <a:custGeom>
              <a:avLst/>
              <a:gdLst/>
              <a:ahLst/>
              <a:cxnLst/>
              <a:rect l="l" t="t" r="r" b="b"/>
              <a:pathLst>
                <a:path w="4191" h="4191" extrusionOk="0">
                  <a:moveTo>
                    <a:pt x="2080" y="1040"/>
                  </a:moveTo>
                  <a:cubicBezTo>
                    <a:pt x="2332" y="1040"/>
                    <a:pt x="2521" y="1229"/>
                    <a:pt x="2521" y="1450"/>
                  </a:cubicBezTo>
                  <a:lnTo>
                    <a:pt x="2521" y="1859"/>
                  </a:lnTo>
                  <a:lnTo>
                    <a:pt x="2931" y="1859"/>
                  </a:lnTo>
                  <a:cubicBezTo>
                    <a:pt x="3151" y="1859"/>
                    <a:pt x="3372" y="2080"/>
                    <a:pt x="3372" y="2269"/>
                  </a:cubicBezTo>
                  <a:cubicBezTo>
                    <a:pt x="3372" y="2489"/>
                    <a:pt x="3151" y="2710"/>
                    <a:pt x="2931" y="2710"/>
                  </a:cubicBezTo>
                  <a:lnTo>
                    <a:pt x="2080" y="2710"/>
                  </a:lnTo>
                  <a:cubicBezTo>
                    <a:pt x="1859" y="2710"/>
                    <a:pt x="1702" y="2489"/>
                    <a:pt x="1702" y="2269"/>
                  </a:cubicBezTo>
                  <a:lnTo>
                    <a:pt x="1702" y="1450"/>
                  </a:lnTo>
                  <a:cubicBezTo>
                    <a:pt x="1702" y="1198"/>
                    <a:pt x="1891" y="1040"/>
                    <a:pt x="2080" y="1040"/>
                  </a:cubicBezTo>
                  <a:close/>
                  <a:moveTo>
                    <a:pt x="2080" y="0"/>
                  </a:moveTo>
                  <a:cubicBezTo>
                    <a:pt x="946" y="0"/>
                    <a:pt x="64" y="946"/>
                    <a:pt x="1" y="2111"/>
                  </a:cubicBezTo>
                  <a:cubicBezTo>
                    <a:pt x="64" y="3277"/>
                    <a:pt x="946" y="4191"/>
                    <a:pt x="2080" y="4191"/>
                  </a:cubicBezTo>
                  <a:cubicBezTo>
                    <a:pt x="3246" y="4191"/>
                    <a:pt x="4128" y="3245"/>
                    <a:pt x="4191" y="2111"/>
                  </a:cubicBezTo>
                  <a:cubicBezTo>
                    <a:pt x="4191" y="977"/>
                    <a:pt x="3246" y="63"/>
                    <a:pt x="208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31" name="Google Shape;7831;p69"/>
            <p:cNvSpPr/>
            <p:nvPr/>
          </p:nvSpPr>
          <p:spPr>
            <a:xfrm>
              <a:off x="-41526450" y="3951100"/>
              <a:ext cx="313500" cy="165575"/>
            </a:xfrm>
            <a:custGeom>
              <a:avLst/>
              <a:gdLst/>
              <a:ahLst/>
              <a:cxnLst/>
              <a:rect l="l" t="t" r="r" b="b"/>
              <a:pathLst>
                <a:path w="12540" h="6623" extrusionOk="0">
                  <a:moveTo>
                    <a:pt x="6239" y="0"/>
                  </a:moveTo>
                  <a:cubicBezTo>
                    <a:pt x="6018" y="0"/>
                    <a:pt x="5861" y="189"/>
                    <a:pt x="5861" y="378"/>
                  </a:cubicBezTo>
                  <a:lnTo>
                    <a:pt x="5861" y="1859"/>
                  </a:lnTo>
                  <a:lnTo>
                    <a:pt x="1891" y="4695"/>
                  </a:lnTo>
                  <a:lnTo>
                    <a:pt x="222" y="5860"/>
                  </a:lnTo>
                  <a:cubicBezTo>
                    <a:pt x="32" y="5986"/>
                    <a:pt x="1" y="6270"/>
                    <a:pt x="159" y="6459"/>
                  </a:cubicBezTo>
                  <a:cubicBezTo>
                    <a:pt x="230" y="6566"/>
                    <a:pt x="342" y="6623"/>
                    <a:pt x="460" y="6623"/>
                  </a:cubicBezTo>
                  <a:cubicBezTo>
                    <a:pt x="550" y="6623"/>
                    <a:pt x="644" y="6590"/>
                    <a:pt x="726" y="6522"/>
                  </a:cubicBezTo>
                  <a:lnTo>
                    <a:pt x="6050" y="2741"/>
                  </a:lnTo>
                  <a:cubicBezTo>
                    <a:pt x="6129" y="2678"/>
                    <a:pt x="6215" y="2647"/>
                    <a:pt x="6298" y="2647"/>
                  </a:cubicBezTo>
                  <a:cubicBezTo>
                    <a:pt x="6381" y="2647"/>
                    <a:pt x="6459" y="2678"/>
                    <a:pt x="6523" y="2741"/>
                  </a:cubicBezTo>
                  <a:lnTo>
                    <a:pt x="11847" y="6522"/>
                  </a:lnTo>
                  <a:cubicBezTo>
                    <a:pt x="11926" y="6575"/>
                    <a:pt x="12016" y="6600"/>
                    <a:pt x="12105" y="6600"/>
                  </a:cubicBezTo>
                  <a:cubicBezTo>
                    <a:pt x="12230" y="6600"/>
                    <a:pt x="12354" y="6551"/>
                    <a:pt x="12445" y="6459"/>
                  </a:cubicBezTo>
                  <a:cubicBezTo>
                    <a:pt x="12540" y="6270"/>
                    <a:pt x="12508" y="6018"/>
                    <a:pt x="12351" y="5860"/>
                  </a:cubicBezTo>
                  <a:lnTo>
                    <a:pt x="10713" y="4695"/>
                  </a:lnTo>
                  <a:lnTo>
                    <a:pt x="6712" y="1859"/>
                  </a:lnTo>
                  <a:lnTo>
                    <a:pt x="6712" y="378"/>
                  </a:lnTo>
                  <a:cubicBezTo>
                    <a:pt x="6680" y="189"/>
                    <a:pt x="6491" y="0"/>
                    <a:pt x="623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832" name="Google Shape;7832;p69"/>
          <p:cNvGrpSpPr/>
          <p:nvPr/>
        </p:nvGrpSpPr>
        <p:grpSpPr>
          <a:xfrm>
            <a:off x="1245161" y="3627630"/>
            <a:ext cx="452793" cy="495752"/>
            <a:chOff x="-39625900" y="3238300"/>
            <a:chExt cx="290650" cy="318225"/>
          </a:xfrm>
        </p:grpSpPr>
        <p:sp>
          <p:nvSpPr>
            <p:cNvPr id="7833" name="Google Shape;7833;p69"/>
            <p:cNvSpPr/>
            <p:nvPr/>
          </p:nvSpPr>
          <p:spPr>
            <a:xfrm>
              <a:off x="-39625900" y="3238300"/>
              <a:ext cx="290650" cy="318225"/>
            </a:xfrm>
            <a:custGeom>
              <a:avLst/>
              <a:gdLst/>
              <a:ahLst/>
              <a:cxnLst/>
              <a:rect l="l" t="t" r="r" b="b"/>
              <a:pathLst>
                <a:path w="11626" h="12729" extrusionOk="0">
                  <a:moveTo>
                    <a:pt x="442" y="1"/>
                  </a:moveTo>
                  <a:cubicBezTo>
                    <a:pt x="221" y="1"/>
                    <a:pt x="32" y="190"/>
                    <a:pt x="32" y="442"/>
                  </a:cubicBezTo>
                  <a:lnTo>
                    <a:pt x="32" y="4159"/>
                  </a:lnTo>
                  <a:cubicBezTo>
                    <a:pt x="32" y="4317"/>
                    <a:pt x="126" y="4474"/>
                    <a:pt x="284" y="4569"/>
                  </a:cubicBezTo>
                  <a:cubicBezTo>
                    <a:pt x="1072" y="4821"/>
                    <a:pt x="1670" y="5640"/>
                    <a:pt x="1670" y="6491"/>
                  </a:cubicBezTo>
                  <a:cubicBezTo>
                    <a:pt x="1670" y="7404"/>
                    <a:pt x="1103" y="8129"/>
                    <a:pt x="284" y="8475"/>
                  </a:cubicBezTo>
                  <a:cubicBezTo>
                    <a:pt x="126" y="8507"/>
                    <a:pt x="0" y="8664"/>
                    <a:pt x="0" y="8853"/>
                  </a:cubicBezTo>
                  <a:lnTo>
                    <a:pt x="0" y="12319"/>
                  </a:lnTo>
                  <a:cubicBezTo>
                    <a:pt x="0" y="12571"/>
                    <a:pt x="221" y="12729"/>
                    <a:pt x="442" y="12729"/>
                  </a:cubicBezTo>
                  <a:lnTo>
                    <a:pt x="3308" y="12729"/>
                  </a:lnTo>
                  <a:lnTo>
                    <a:pt x="3308" y="4852"/>
                  </a:lnTo>
                  <a:cubicBezTo>
                    <a:pt x="3308" y="3687"/>
                    <a:pt x="4254" y="2805"/>
                    <a:pt x="5419" y="2741"/>
                  </a:cubicBezTo>
                  <a:lnTo>
                    <a:pt x="6238" y="2741"/>
                  </a:lnTo>
                  <a:cubicBezTo>
                    <a:pt x="7373" y="2741"/>
                    <a:pt x="8286" y="3687"/>
                    <a:pt x="8318" y="4852"/>
                  </a:cubicBezTo>
                  <a:lnTo>
                    <a:pt x="8318" y="12729"/>
                  </a:lnTo>
                  <a:lnTo>
                    <a:pt x="11216" y="12729"/>
                  </a:lnTo>
                  <a:cubicBezTo>
                    <a:pt x="11437" y="12729"/>
                    <a:pt x="11594" y="12508"/>
                    <a:pt x="11626" y="12319"/>
                  </a:cubicBezTo>
                  <a:lnTo>
                    <a:pt x="11626" y="8853"/>
                  </a:lnTo>
                  <a:cubicBezTo>
                    <a:pt x="11626" y="8696"/>
                    <a:pt x="11500" y="8538"/>
                    <a:pt x="11374" y="8475"/>
                  </a:cubicBezTo>
                  <a:cubicBezTo>
                    <a:pt x="10586" y="8192"/>
                    <a:pt x="9988" y="7404"/>
                    <a:pt x="9988" y="6491"/>
                  </a:cubicBezTo>
                  <a:cubicBezTo>
                    <a:pt x="9988" y="5577"/>
                    <a:pt x="10586" y="4852"/>
                    <a:pt x="11374" y="4569"/>
                  </a:cubicBezTo>
                  <a:cubicBezTo>
                    <a:pt x="11531" y="4537"/>
                    <a:pt x="11626" y="4380"/>
                    <a:pt x="11626" y="4159"/>
                  </a:cubicBezTo>
                  <a:lnTo>
                    <a:pt x="11626" y="442"/>
                  </a:lnTo>
                  <a:cubicBezTo>
                    <a:pt x="11626" y="190"/>
                    <a:pt x="11437" y="1"/>
                    <a:pt x="1121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34" name="Google Shape;7834;p69"/>
            <p:cNvSpPr/>
            <p:nvPr/>
          </p:nvSpPr>
          <p:spPr>
            <a:xfrm>
              <a:off x="-39521150" y="3328875"/>
              <a:ext cx="82725" cy="227650"/>
            </a:xfrm>
            <a:custGeom>
              <a:avLst/>
              <a:gdLst/>
              <a:ahLst/>
              <a:cxnLst/>
              <a:rect l="l" t="t" r="r" b="b"/>
              <a:pathLst>
                <a:path w="3309" h="9106" extrusionOk="0">
                  <a:moveTo>
                    <a:pt x="1607" y="3309"/>
                  </a:moveTo>
                  <a:cubicBezTo>
                    <a:pt x="2080" y="3309"/>
                    <a:pt x="2426" y="3655"/>
                    <a:pt x="2426" y="4128"/>
                  </a:cubicBezTo>
                  <a:cubicBezTo>
                    <a:pt x="2426" y="4600"/>
                    <a:pt x="2080" y="4947"/>
                    <a:pt x="1607" y="4947"/>
                  </a:cubicBezTo>
                  <a:cubicBezTo>
                    <a:pt x="1135" y="4947"/>
                    <a:pt x="788" y="4600"/>
                    <a:pt x="788" y="4128"/>
                  </a:cubicBezTo>
                  <a:cubicBezTo>
                    <a:pt x="788" y="3655"/>
                    <a:pt x="1135" y="3309"/>
                    <a:pt x="1607" y="3309"/>
                  </a:cubicBezTo>
                  <a:close/>
                  <a:moveTo>
                    <a:pt x="1229" y="1"/>
                  </a:moveTo>
                  <a:cubicBezTo>
                    <a:pt x="536" y="1"/>
                    <a:pt x="1" y="536"/>
                    <a:pt x="1" y="1261"/>
                  </a:cubicBezTo>
                  <a:lnTo>
                    <a:pt x="1" y="9106"/>
                  </a:lnTo>
                  <a:lnTo>
                    <a:pt x="3309" y="9106"/>
                  </a:lnTo>
                  <a:lnTo>
                    <a:pt x="3309" y="1229"/>
                  </a:lnTo>
                  <a:cubicBezTo>
                    <a:pt x="3309" y="536"/>
                    <a:pt x="2742" y="1"/>
                    <a:pt x="208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7835" name="Google Shape;7835;p69"/>
          <p:cNvSpPr/>
          <p:nvPr/>
        </p:nvSpPr>
        <p:spPr>
          <a:xfrm>
            <a:off x="1274724" y="4239798"/>
            <a:ext cx="420896" cy="493299"/>
          </a:xfrm>
          <a:custGeom>
            <a:avLst/>
            <a:gdLst/>
            <a:ahLst/>
            <a:cxnLst/>
            <a:rect l="l" t="t" r="r" b="b"/>
            <a:pathLst>
              <a:path w="10807" h="12666" extrusionOk="0">
                <a:moveTo>
                  <a:pt x="5419" y="851"/>
                </a:moveTo>
                <a:cubicBezTo>
                  <a:pt x="5640" y="851"/>
                  <a:pt x="5797" y="1040"/>
                  <a:pt x="5829" y="1261"/>
                </a:cubicBezTo>
                <a:cubicBezTo>
                  <a:pt x="5829" y="1513"/>
                  <a:pt x="6049" y="1670"/>
                  <a:pt x="6270" y="1670"/>
                </a:cubicBezTo>
                <a:lnTo>
                  <a:pt x="7940" y="1670"/>
                </a:lnTo>
                <a:cubicBezTo>
                  <a:pt x="8160" y="1670"/>
                  <a:pt x="8318" y="1859"/>
                  <a:pt x="8349" y="2048"/>
                </a:cubicBezTo>
                <a:lnTo>
                  <a:pt x="8349" y="2489"/>
                </a:lnTo>
                <a:lnTo>
                  <a:pt x="2615" y="2489"/>
                </a:lnTo>
                <a:lnTo>
                  <a:pt x="2615" y="2048"/>
                </a:lnTo>
                <a:lnTo>
                  <a:pt x="2521" y="2048"/>
                </a:lnTo>
                <a:cubicBezTo>
                  <a:pt x="2521" y="1828"/>
                  <a:pt x="2741" y="1670"/>
                  <a:pt x="2962" y="1670"/>
                </a:cubicBezTo>
                <a:lnTo>
                  <a:pt x="4569" y="1670"/>
                </a:lnTo>
                <a:cubicBezTo>
                  <a:pt x="4821" y="1670"/>
                  <a:pt x="5010" y="1481"/>
                  <a:pt x="5010" y="1261"/>
                </a:cubicBezTo>
                <a:cubicBezTo>
                  <a:pt x="5010" y="1040"/>
                  <a:pt x="5199" y="882"/>
                  <a:pt x="5419" y="851"/>
                </a:cubicBezTo>
                <a:close/>
                <a:moveTo>
                  <a:pt x="8203" y="5651"/>
                </a:moveTo>
                <a:cubicBezTo>
                  <a:pt x="8417" y="5651"/>
                  <a:pt x="8629" y="5730"/>
                  <a:pt x="8790" y="5892"/>
                </a:cubicBezTo>
                <a:lnTo>
                  <a:pt x="8885" y="5955"/>
                </a:lnTo>
                <a:cubicBezTo>
                  <a:pt x="9200" y="6270"/>
                  <a:pt x="9200" y="6805"/>
                  <a:pt x="8885" y="7152"/>
                </a:cubicBezTo>
                <a:lnTo>
                  <a:pt x="5577" y="10428"/>
                </a:lnTo>
                <a:cubicBezTo>
                  <a:pt x="5419" y="10586"/>
                  <a:pt x="5199" y="10665"/>
                  <a:pt x="4978" y="10665"/>
                </a:cubicBezTo>
                <a:cubicBezTo>
                  <a:pt x="4758" y="10665"/>
                  <a:pt x="4537" y="10586"/>
                  <a:pt x="4380" y="10428"/>
                </a:cubicBezTo>
                <a:lnTo>
                  <a:pt x="2773" y="8822"/>
                </a:lnTo>
                <a:cubicBezTo>
                  <a:pt x="2458" y="8507"/>
                  <a:pt x="2458" y="7971"/>
                  <a:pt x="2773" y="7656"/>
                </a:cubicBezTo>
                <a:lnTo>
                  <a:pt x="2836" y="7561"/>
                </a:lnTo>
                <a:cubicBezTo>
                  <a:pt x="2993" y="7404"/>
                  <a:pt x="3214" y="7325"/>
                  <a:pt x="3434" y="7325"/>
                </a:cubicBezTo>
                <a:cubicBezTo>
                  <a:pt x="3655" y="7325"/>
                  <a:pt x="3876" y="7404"/>
                  <a:pt x="4033" y="7561"/>
                </a:cubicBezTo>
                <a:lnTo>
                  <a:pt x="4978" y="8507"/>
                </a:lnTo>
                <a:lnTo>
                  <a:pt x="7625" y="5860"/>
                </a:lnTo>
                <a:cubicBezTo>
                  <a:pt x="7793" y="5722"/>
                  <a:pt x="7999" y="5651"/>
                  <a:pt x="8203" y="5651"/>
                </a:cubicBezTo>
                <a:close/>
                <a:moveTo>
                  <a:pt x="5419" y="0"/>
                </a:moveTo>
                <a:cubicBezTo>
                  <a:pt x="4852" y="0"/>
                  <a:pt x="4411" y="347"/>
                  <a:pt x="4222" y="851"/>
                </a:cubicBezTo>
                <a:lnTo>
                  <a:pt x="2930" y="851"/>
                </a:lnTo>
                <a:cubicBezTo>
                  <a:pt x="2363" y="851"/>
                  <a:pt x="1954" y="1198"/>
                  <a:pt x="1733" y="1670"/>
                </a:cubicBezTo>
                <a:lnTo>
                  <a:pt x="442" y="1670"/>
                </a:lnTo>
                <a:cubicBezTo>
                  <a:pt x="221" y="1670"/>
                  <a:pt x="0" y="1859"/>
                  <a:pt x="0" y="2048"/>
                </a:cubicBezTo>
                <a:lnTo>
                  <a:pt x="0" y="12256"/>
                </a:lnTo>
                <a:cubicBezTo>
                  <a:pt x="0" y="12508"/>
                  <a:pt x="221" y="12665"/>
                  <a:pt x="442" y="12665"/>
                </a:cubicBezTo>
                <a:lnTo>
                  <a:pt x="10366" y="12665"/>
                </a:lnTo>
                <a:cubicBezTo>
                  <a:pt x="10618" y="12665"/>
                  <a:pt x="10807" y="12445"/>
                  <a:pt x="10807" y="12256"/>
                </a:cubicBezTo>
                <a:lnTo>
                  <a:pt x="10807" y="2048"/>
                </a:lnTo>
                <a:cubicBezTo>
                  <a:pt x="10807" y="1828"/>
                  <a:pt x="10618" y="1670"/>
                  <a:pt x="10366" y="1670"/>
                </a:cubicBezTo>
                <a:lnTo>
                  <a:pt x="9074" y="1670"/>
                </a:lnTo>
                <a:cubicBezTo>
                  <a:pt x="8916" y="1198"/>
                  <a:pt x="8444" y="851"/>
                  <a:pt x="7877" y="851"/>
                </a:cubicBezTo>
                <a:lnTo>
                  <a:pt x="6585" y="851"/>
                </a:lnTo>
                <a:cubicBezTo>
                  <a:pt x="6427" y="378"/>
                  <a:pt x="5955" y="0"/>
                  <a:pt x="541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7836" name="Google Shape;7836;p69"/>
          <p:cNvGrpSpPr/>
          <p:nvPr/>
        </p:nvGrpSpPr>
        <p:grpSpPr>
          <a:xfrm>
            <a:off x="1237228" y="4849579"/>
            <a:ext cx="488391" cy="493921"/>
            <a:chOff x="-39647175" y="3972000"/>
            <a:chExt cx="313500" cy="317050"/>
          </a:xfrm>
        </p:grpSpPr>
        <p:sp>
          <p:nvSpPr>
            <p:cNvPr id="7837" name="Google Shape;7837;p69"/>
            <p:cNvSpPr/>
            <p:nvPr/>
          </p:nvSpPr>
          <p:spPr>
            <a:xfrm>
              <a:off x="-39647175" y="3972000"/>
              <a:ext cx="95325" cy="153975"/>
            </a:xfrm>
            <a:custGeom>
              <a:avLst/>
              <a:gdLst/>
              <a:ahLst/>
              <a:cxnLst/>
              <a:rect l="l" t="t" r="r" b="b"/>
              <a:pathLst>
                <a:path w="3813" h="6159" extrusionOk="0">
                  <a:moveTo>
                    <a:pt x="1698" y="1"/>
                  </a:moveTo>
                  <a:cubicBezTo>
                    <a:pt x="1520" y="1"/>
                    <a:pt x="1373" y="138"/>
                    <a:pt x="1293" y="299"/>
                  </a:cubicBezTo>
                  <a:lnTo>
                    <a:pt x="1" y="5119"/>
                  </a:lnTo>
                  <a:cubicBezTo>
                    <a:pt x="1" y="5308"/>
                    <a:pt x="127" y="5528"/>
                    <a:pt x="316" y="5623"/>
                  </a:cubicBezTo>
                  <a:lnTo>
                    <a:pt x="2332" y="6158"/>
                  </a:lnTo>
                  <a:cubicBezTo>
                    <a:pt x="3277" y="2630"/>
                    <a:pt x="2868" y="4111"/>
                    <a:pt x="3813" y="582"/>
                  </a:cubicBezTo>
                  <a:lnTo>
                    <a:pt x="1797" y="15"/>
                  </a:lnTo>
                  <a:cubicBezTo>
                    <a:pt x="1763" y="5"/>
                    <a:pt x="1730" y="1"/>
                    <a:pt x="169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38" name="Google Shape;7838;p69"/>
            <p:cNvSpPr/>
            <p:nvPr/>
          </p:nvSpPr>
          <p:spPr>
            <a:xfrm>
              <a:off x="-39588875" y="4011750"/>
              <a:ext cx="216600" cy="277300"/>
            </a:xfrm>
            <a:custGeom>
              <a:avLst/>
              <a:gdLst/>
              <a:ahLst/>
              <a:cxnLst/>
              <a:rect l="l" t="t" r="r" b="b"/>
              <a:pathLst>
                <a:path w="8664" h="11092" extrusionOk="0">
                  <a:moveTo>
                    <a:pt x="4348" y="3466"/>
                  </a:moveTo>
                  <a:cubicBezTo>
                    <a:pt x="4820" y="3466"/>
                    <a:pt x="5199" y="3844"/>
                    <a:pt x="5199" y="4316"/>
                  </a:cubicBezTo>
                  <a:cubicBezTo>
                    <a:pt x="5199" y="4789"/>
                    <a:pt x="4820" y="5136"/>
                    <a:pt x="4348" y="5136"/>
                  </a:cubicBezTo>
                  <a:cubicBezTo>
                    <a:pt x="3907" y="5136"/>
                    <a:pt x="3529" y="4789"/>
                    <a:pt x="3529" y="4316"/>
                  </a:cubicBezTo>
                  <a:cubicBezTo>
                    <a:pt x="3529" y="3875"/>
                    <a:pt x="3875" y="3466"/>
                    <a:pt x="4348" y="3466"/>
                  </a:cubicBezTo>
                  <a:close/>
                  <a:moveTo>
                    <a:pt x="5104" y="5766"/>
                  </a:moveTo>
                  <a:lnTo>
                    <a:pt x="6081" y="7624"/>
                  </a:lnTo>
                  <a:lnTo>
                    <a:pt x="2615" y="7624"/>
                  </a:lnTo>
                  <a:lnTo>
                    <a:pt x="3560" y="5766"/>
                  </a:lnTo>
                  <a:cubicBezTo>
                    <a:pt x="3812" y="5892"/>
                    <a:pt x="4096" y="5955"/>
                    <a:pt x="4348" y="5955"/>
                  </a:cubicBezTo>
                  <a:cubicBezTo>
                    <a:pt x="4631" y="5955"/>
                    <a:pt x="4883" y="5892"/>
                    <a:pt x="5104" y="5766"/>
                  </a:cubicBezTo>
                  <a:close/>
                  <a:moveTo>
                    <a:pt x="2048" y="0"/>
                  </a:moveTo>
                  <a:cubicBezTo>
                    <a:pt x="1386" y="2458"/>
                    <a:pt x="1638" y="1544"/>
                    <a:pt x="977" y="4001"/>
                  </a:cubicBezTo>
                  <a:lnTo>
                    <a:pt x="2678" y="4474"/>
                  </a:lnTo>
                  <a:cubicBezTo>
                    <a:pt x="2678" y="4726"/>
                    <a:pt x="2741" y="5010"/>
                    <a:pt x="2899" y="5199"/>
                  </a:cubicBezTo>
                  <a:lnTo>
                    <a:pt x="32" y="10523"/>
                  </a:lnTo>
                  <a:cubicBezTo>
                    <a:pt x="0" y="10680"/>
                    <a:pt x="63" y="10964"/>
                    <a:pt x="252" y="11027"/>
                  </a:cubicBezTo>
                  <a:cubicBezTo>
                    <a:pt x="328" y="11070"/>
                    <a:pt x="404" y="11091"/>
                    <a:pt x="475" y="11091"/>
                  </a:cubicBezTo>
                  <a:cubicBezTo>
                    <a:pt x="613" y="11091"/>
                    <a:pt x="737" y="11014"/>
                    <a:pt x="819" y="10869"/>
                  </a:cubicBezTo>
                  <a:lnTo>
                    <a:pt x="2143" y="8475"/>
                  </a:lnTo>
                  <a:lnTo>
                    <a:pt x="6490" y="8475"/>
                  </a:lnTo>
                  <a:lnTo>
                    <a:pt x="7845" y="10869"/>
                  </a:lnTo>
                  <a:cubicBezTo>
                    <a:pt x="7907" y="11014"/>
                    <a:pt x="8037" y="11091"/>
                    <a:pt x="8173" y="11091"/>
                  </a:cubicBezTo>
                  <a:cubicBezTo>
                    <a:pt x="8243" y="11091"/>
                    <a:pt x="8316" y="11070"/>
                    <a:pt x="8381" y="11027"/>
                  </a:cubicBezTo>
                  <a:cubicBezTo>
                    <a:pt x="8570" y="10932"/>
                    <a:pt x="8664" y="10680"/>
                    <a:pt x="8538" y="10491"/>
                  </a:cubicBezTo>
                  <a:lnTo>
                    <a:pt x="5734" y="5262"/>
                  </a:lnTo>
                  <a:lnTo>
                    <a:pt x="6585" y="5482"/>
                  </a:lnTo>
                  <a:cubicBezTo>
                    <a:pt x="7120" y="3434"/>
                    <a:pt x="6931" y="4222"/>
                    <a:pt x="7624" y="1513"/>
                  </a:cubicBezTo>
                  <a:lnTo>
                    <a:pt x="2048"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39" name="Google Shape;7839;p69"/>
            <p:cNvSpPr/>
            <p:nvPr/>
          </p:nvSpPr>
          <p:spPr>
            <a:xfrm>
              <a:off x="-39398275" y="4073975"/>
              <a:ext cx="64600" cy="71600"/>
            </a:xfrm>
            <a:custGeom>
              <a:avLst/>
              <a:gdLst/>
              <a:ahLst/>
              <a:cxnLst/>
              <a:rect l="l" t="t" r="r" b="b"/>
              <a:pathLst>
                <a:path w="2584" h="2864" extrusionOk="0">
                  <a:moveTo>
                    <a:pt x="630" y="0"/>
                  </a:moveTo>
                  <a:cubicBezTo>
                    <a:pt x="252" y="1449"/>
                    <a:pt x="410" y="945"/>
                    <a:pt x="0" y="2395"/>
                  </a:cubicBezTo>
                  <a:lnTo>
                    <a:pt x="1607" y="2836"/>
                  </a:lnTo>
                  <a:cubicBezTo>
                    <a:pt x="1658" y="2855"/>
                    <a:pt x="1707" y="2864"/>
                    <a:pt x="1753" y="2864"/>
                  </a:cubicBezTo>
                  <a:cubicBezTo>
                    <a:pt x="1932" y="2864"/>
                    <a:pt x="2067" y="2728"/>
                    <a:pt x="2143" y="2552"/>
                  </a:cubicBezTo>
                  <a:lnTo>
                    <a:pt x="2584" y="945"/>
                  </a:lnTo>
                  <a:cubicBezTo>
                    <a:pt x="2552" y="725"/>
                    <a:pt x="2458" y="473"/>
                    <a:pt x="2237" y="441"/>
                  </a:cubicBezTo>
                  <a:lnTo>
                    <a:pt x="63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840" name="Google Shape;7840;p69"/>
          <p:cNvGrpSpPr/>
          <p:nvPr/>
        </p:nvGrpSpPr>
        <p:grpSpPr>
          <a:xfrm>
            <a:off x="4129398" y="3601576"/>
            <a:ext cx="500660" cy="494505"/>
            <a:chOff x="-37808850" y="3221575"/>
            <a:chExt cx="321375" cy="317425"/>
          </a:xfrm>
        </p:grpSpPr>
        <p:sp>
          <p:nvSpPr>
            <p:cNvPr id="7841" name="Google Shape;7841;p69"/>
            <p:cNvSpPr/>
            <p:nvPr/>
          </p:nvSpPr>
          <p:spPr>
            <a:xfrm>
              <a:off x="-37808850" y="3294050"/>
              <a:ext cx="261500" cy="244950"/>
            </a:xfrm>
            <a:custGeom>
              <a:avLst/>
              <a:gdLst/>
              <a:ahLst/>
              <a:cxnLst/>
              <a:rect l="l" t="t" r="r" b="b"/>
              <a:pathLst>
                <a:path w="10460" h="9798" extrusionOk="0">
                  <a:moveTo>
                    <a:pt x="6091" y="980"/>
                  </a:moveTo>
                  <a:cubicBezTo>
                    <a:pt x="6596" y="980"/>
                    <a:pt x="7119" y="1154"/>
                    <a:pt x="7562" y="1520"/>
                  </a:cubicBezTo>
                  <a:cubicBezTo>
                    <a:pt x="7719" y="1677"/>
                    <a:pt x="7751" y="1898"/>
                    <a:pt x="7593" y="2087"/>
                  </a:cubicBezTo>
                  <a:cubicBezTo>
                    <a:pt x="7518" y="2181"/>
                    <a:pt x="7387" y="2241"/>
                    <a:pt x="7260" y="2241"/>
                  </a:cubicBezTo>
                  <a:cubicBezTo>
                    <a:pt x="7174" y="2241"/>
                    <a:pt x="7090" y="2213"/>
                    <a:pt x="7026" y="2150"/>
                  </a:cubicBezTo>
                  <a:cubicBezTo>
                    <a:pt x="6747" y="1918"/>
                    <a:pt x="6415" y="1807"/>
                    <a:pt x="6101" y="1807"/>
                  </a:cubicBezTo>
                  <a:cubicBezTo>
                    <a:pt x="5776" y="1807"/>
                    <a:pt x="5470" y="1925"/>
                    <a:pt x="5262" y="2150"/>
                  </a:cubicBezTo>
                  <a:cubicBezTo>
                    <a:pt x="5183" y="2229"/>
                    <a:pt x="5073" y="2268"/>
                    <a:pt x="4962" y="2268"/>
                  </a:cubicBezTo>
                  <a:cubicBezTo>
                    <a:pt x="4852" y="2268"/>
                    <a:pt x="4742" y="2229"/>
                    <a:pt x="4663" y="2150"/>
                  </a:cubicBezTo>
                  <a:cubicBezTo>
                    <a:pt x="4506" y="1992"/>
                    <a:pt x="4506" y="1709"/>
                    <a:pt x="4663" y="1551"/>
                  </a:cubicBezTo>
                  <a:cubicBezTo>
                    <a:pt x="5037" y="1177"/>
                    <a:pt x="5553" y="980"/>
                    <a:pt x="6091" y="980"/>
                  </a:cubicBezTo>
                  <a:close/>
                  <a:moveTo>
                    <a:pt x="3781" y="7852"/>
                  </a:moveTo>
                  <a:lnTo>
                    <a:pt x="4348" y="8451"/>
                  </a:lnTo>
                  <a:lnTo>
                    <a:pt x="4002" y="8797"/>
                  </a:lnTo>
                  <a:cubicBezTo>
                    <a:pt x="3923" y="8876"/>
                    <a:pt x="3812" y="8915"/>
                    <a:pt x="3702" y="8915"/>
                  </a:cubicBezTo>
                  <a:cubicBezTo>
                    <a:pt x="3592" y="8915"/>
                    <a:pt x="3482" y="8876"/>
                    <a:pt x="3403" y="8797"/>
                  </a:cubicBezTo>
                  <a:cubicBezTo>
                    <a:pt x="3214" y="8640"/>
                    <a:pt x="3214" y="8356"/>
                    <a:pt x="3403" y="8199"/>
                  </a:cubicBezTo>
                  <a:lnTo>
                    <a:pt x="3781" y="7852"/>
                  </a:lnTo>
                  <a:close/>
                  <a:moveTo>
                    <a:pt x="6201" y="1"/>
                  </a:moveTo>
                  <a:cubicBezTo>
                    <a:pt x="5236" y="1"/>
                    <a:pt x="4264" y="375"/>
                    <a:pt x="3529" y="1110"/>
                  </a:cubicBezTo>
                  <a:lnTo>
                    <a:pt x="2363" y="2307"/>
                  </a:lnTo>
                  <a:cubicBezTo>
                    <a:pt x="2269" y="2370"/>
                    <a:pt x="2206" y="2402"/>
                    <a:pt x="2048" y="2402"/>
                  </a:cubicBezTo>
                  <a:cubicBezTo>
                    <a:pt x="1450" y="2465"/>
                    <a:pt x="851" y="2622"/>
                    <a:pt x="378" y="3095"/>
                  </a:cubicBezTo>
                  <a:cubicBezTo>
                    <a:pt x="0" y="3441"/>
                    <a:pt x="0" y="4040"/>
                    <a:pt x="347" y="4418"/>
                  </a:cubicBezTo>
                  <a:lnTo>
                    <a:pt x="3182" y="7254"/>
                  </a:lnTo>
                  <a:lnTo>
                    <a:pt x="2773" y="7663"/>
                  </a:lnTo>
                  <a:cubicBezTo>
                    <a:pt x="2300" y="8136"/>
                    <a:pt x="2300" y="8923"/>
                    <a:pt x="2773" y="9427"/>
                  </a:cubicBezTo>
                  <a:cubicBezTo>
                    <a:pt x="3009" y="9664"/>
                    <a:pt x="3324" y="9782"/>
                    <a:pt x="3647" y="9782"/>
                  </a:cubicBezTo>
                  <a:cubicBezTo>
                    <a:pt x="3970" y="9782"/>
                    <a:pt x="4301" y="9664"/>
                    <a:pt x="4569" y="9427"/>
                  </a:cubicBezTo>
                  <a:lnTo>
                    <a:pt x="4947" y="9018"/>
                  </a:lnTo>
                  <a:lnTo>
                    <a:pt x="5419" y="9490"/>
                  </a:lnTo>
                  <a:cubicBezTo>
                    <a:pt x="5624" y="9695"/>
                    <a:pt x="5868" y="9798"/>
                    <a:pt x="6112" y="9798"/>
                  </a:cubicBezTo>
                  <a:cubicBezTo>
                    <a:pt x="6357" y="9798"/>
                    <a:pt x="6601" y="9695"/>
                    <a:pt x="6805" y="9490"/>
                  </a:cubicBezTo>
                  <a:cubicBezTo>
                    <a:pt x="7278" y="9018"/>
                    <a:pt x="7436" y="8388"/>
                    <a:pt x="7467" y="7852"/>
                  </a:cubicBezTo>
                  <a:cubicBezTo>
                    <a:pt x="7467" y="7726"/>
                    <a:pt x="7499" y="7663"/>
                    <a:pt x="7593" y="7569"/>
                  </a:cubicBezTo>
                  <a:lnTo>
                    <a:pt x="8696" y="6466"/>
                  </a:lnTo>
                  <a:cubicBezTo>
                    <a:pt x="10460" y="4702"/>
                    <a:pt x="10145" y="1740"/>
                    <a:pt x="8066" y="511"/>
                  </a:cubicBezTo>
                  <a:cubicBezTo>
                    <a:pt x="7496" y="170"/>
                    <a:pt x="6850" y="1"/>
                    <a:pt x="620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42" name="Google Shape;7842;p69"/>
            <p:cNvSpPr/>
            <p:nvPr/>
          </p:nvSpPr>
          <p:spPr>
            <a:xfrm>
              <a:off x="-37601700" y="3221575"/>
              <a:ext cx="114225" cy="111275"/>
            </a:xfrm>
            <a:custGeom>
              <a:avLst/>
              <a:gdLst/>
              <a:ahLst/>
              <a:cxnLst/>
              <a:rect l="l" t="t" r="r" b="b"/>
              <a:pathLst>
                <a:path w="4569" h="4451" extrusionOk="0">
                  <a:moveTo>
                    <a:pt x="3226" y="0"/>
                  </a:moveTo>
                  <a:cubicBezTo>
                    <a:pt x="2907" y="0"/>
                    <a:pt x="2584" y="118"/>
                    <a:pt x="2332" y="355"/>
                  </a:cubicBezTo>
                  <a:lnTo>
                    <a:pt x="0" y="2686"/>
                  </a:lnTo>
                  <a:cubicBezTo>
                    <a:pt x="788" y="3095"/>
                    <a:pt x="1355" y="3631"/>
                    <a:pt x="1796" y="4450"/>
                  </a:cubicBezTo>
                  <a:lnTo>
                    <a:pt x="4096" y="2119"/>
                  </a:lnTo>
                  <a:cubicBezTo>
                    <a:pt x="4568" y="1646"/>
                    <a:pt x="4568" y="859"/>
                    <a:pt x="4096" y="355"/>
                  </a:cubicBezTo>
                  <a:cubicBezTo>
                    <a:pt x="3860" y="118"/>
                    <a:pt x="3545" y="0"/>
                    <a:pt x="322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843" name="Google Shape;7843;p69"/>
          <p:cNvGrpSpPr/>
          <p:nvPr/>
        </p:nvGrpSpPr>
        <p:grpSpPr>
          <a:xfrm>
            <a:off x="4141096" y="4297616"/>
            <a:ext cx="496999" cy="321544"/>
            <a:chOff x="-37806500" y="3643030"/>
            <a:chExt cx="319025" cy="206400"/>
          </a:xfrm>
        </p:grpSpPr>
        <p:sp>
          <p:nvSpPr>
            <p:cNvPr id="7844" name="Google Shape;7844;p69"/>
            <p:cNvSpPr/>
            <p:nvPr/>
          </p:nvSpPr>
          <p:spPr>
            <a:xfrm>
              <a:off x="-37615100" y="3759700"/>
              <a:ext cx="62250" cy="62250"/>
            </a:xfrm>
            <a:custGeom>
              <a:avLst/>
              <a:gdLst/>
              <a:ahLst/>
              <a:cxnLst/>
              <a:rect l="l" t="t" r="r" b="b"/>
              <a:pathLst>
                <a:path w="2490" h="2490" extrusionOk="0">
                  <a:moveTo>
                    <a:pt x="1229" y="1"/>
                  </a:moveTo>
                  <a:cubicBezTo>
                    <a:pt x="568" y="1"/>
                    <a:pt x="1" y="568"/>
                    <a:pt x="1" y="1261"/>
                  </a:cubicBezTo>
                  <a:cubicBezTo>
                    <a:pt x="1" y="1923"/>
                    <a:pt x="568" y="2490"/>
                    <a:pt x="1229" y="2490"/>
                  </a:cubicBezTo>
                  <a:cubicBezTo>
                    <a:pt x="1891" y="2490"/>
                    <a:pt x="2426" y="1954"/>
                    <a:pt x="2490" y="1261"/>
                  </a:cubicBezTo>
                  <a:cubicBezTo>
                    <a:pt x="2490" y="599"/>
                    <a:pt x="1922" y="1"/>
                    <a:pt x="122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45" name="Google Shape;7845;p69"/>
            <p:cNvSpPr/>
            <p:nvPr/>
          </p:nvSpPr>
          <p:spPr>
            <a:xfrm>
              <a:off x="-37806500" y="3643030"/>
              <a:ext cx="319025" cy="206400"/>
            </a:xfrm>
            <a:custGeom>
              <a:avLst/>
              <a:gdLst/>
              <a:ahLst/>
              <a:cxnLst/>
              <a:rect l="l" t="t" r="r" b="b"/>
              <a:pathLst>
                <a:path w="12761" h="8256" extrusionOk="0">
                  <a:moveTo>
                    <a:pt x="5357" y="1702"/>
                  </a:moveTo>
                  <a:cubicBezTo>
                    <a:pt x="5609" y="1702"/>
                    <a:pt x="5798" y="1923"/>
                    <a:pt x="5798" y="2112"/>
                  </a:cubicBezTo>
                  <a:cubicBezTo>
                    <a:pt x="5766" y="2332"/>
                    <a:pt x="5609" y="2490"/>
                    <a:pt x="5357" y="2490"/>
                  </a:cubicBezTo>
                  <a:lnTo>
                    <a:pt x="2049" y="2490"/>
                  </a:lnTo>
                  <a:cubicBezTo>
                    <a:pt x="1828" y="2490"/>
                    <a:pt x="1639" y="2301"/>
                    <a:pt x="1639" y="2112"/>
                  </a:cubicBezTo>
                  <a:cubicBezTo>
                    <a:pt x="1639" y="1860"/>
                    <a:pt x="1828" y="1702"/>
                    <a:pt x="2049" y="1702"/>
                  </a:cubicBezTo>
                  <a:close/>
                  <a:moveTo>
                    <a:pt x="5357" y="3309"/>
                  </a:moveTo>
                  <a:cubicBezTo>
                    <a:pt x="5609" y="3309"/>
                    <a:pt x="5798" y="3529"/>
                    <a:pt x="5798" y="3750"/>
                  </a:cubicBezTo>
                  <a:cubicBezTo>
                    <a:pt x="5766" y="4002"/>
                    <a:pt x="5609" y="4160"/>
                    <a:pt x="5357" y="4160"/>
                  </a:cubicBezTo>
                  <a:lnTo>
                    <a:pt x="2049" y="4160"/>
                  </a:lnTo>
                  <a:cubicBezTo>
                    <a:pt x="1828" y="4160"/>
                    <a:pt x="1639" y="3939"/>
                    <a:pt x="1639" y="3750"/>
                  </a:cubicBezTo>
                  <a:cubicBezTo>
                    <a:pt x="1639" y="3529"/>
                    <a:pt x="1828" y="3309"/>
                    <a:pt x="2049" y="3309"/>
                  </a:cubicBezTo>
                  <a:close/>
                  <a:moveTo>
                    <a:pt x="5357" y="4979"/>
                  </a:moveTo>
                  <a:cubicBezTo>
                    <a:pt x="5609" y="4979"/>
                    <a:pt x="5798" y="5168"/>
                    <a:pt x="5798" y="5388"/>
                  </a:cubicBezTo>
                  <a:cubicBezTo>
                    <a:pt x="5766" y="5640"/>
                    <a:pt x="5609" y="5798"/>
                    <a:pt x="5357" y="5798"/>
                  </a:cubicBezTo>
                  <a:lnTo>
                    <a:pt x="2049" y="5798"/>
                  </a:lnTo>
                  <a:cubicBezTo>
                    <a:pt x="1828" y="5798"/>
                    <a:pt x="1639" y="5609"/>
                    <a:pt x="1639" y="5388"/>
                  </a:cubicBezTo>
                  <a:cubicBezTo>
                    <a:pt x="1639" y="5136"/>
                    <a:pt x="1828" y="4979"/>
                    <a:pt x="2049" y="4979"/>
                  </a:cubicBezTo>
                  <a:close/>
                  <a:moveTo>
                    <a:pt x="8948" y="1671"/>
                  </a:moveTo>
                  <a:cubicBezTo>
                    <a:pt x="10082" y="1671"/>
                    <a:pt x="10996" y="2584"/>
                    <a:pt x="11028" y="3750"/>
                  </a:cubicBezTo>
                  <a:cubicBezTo>
                    <a:pt x="10996" y="4916"/>
                    <a:pt x="10082" y="5798"/>
                    <a:pt x="8948" y="5798"/>
                  </a:cubicBezTo>
                  <a:cubicBezTo>
                    <a:pt x="7814" y="5798"/>
                    <a:pt x="6900" y="4853"/>
                    <a:pt x="6869" y="3750"/>
                  </a:cubicBezTo>
                  <a:cubicBezTo>
                    <a:pt x="6869" y="2616"/>
                    <a:pt x="7814" y="1702"/>
                    <a:pt x="8948" y="1671"/>
                  </a:cubicBezTo>
                  <a:close/>
                  <a:moveTo>
                    <a:pt x="1230" y="1"/>
                  </a:moveTo>
                  <a:cubicBezTo>
                    <a:pt x="568" y="1"/>
                    <a:pt x="1" y="568"/>
                    <a:pt x="1" y="1230"/>
                  </a:cubicBezTo>
                  <a:lnTo>
                    <a:pt x="1" y="6207"/>
                  </a:lnTo>
                  <a:cubicBezTo>
                    <a:pt x="1" y="6743"/>
                    <a:pt x="379" y="7184"/>
                    <a:pt x="852" y="7373"/>
                  </a:cubicBezTo>
                  <a:lnTo>
                    <a:pt x="852" y="7846"/>
                  </a:lnTo>
                  <a:cubicBezTo>
                    <a:pt x="852" y="8098"/>
                    <a:pt x="1041" y="8255"/>
                    <a:pt x="1261" y="8255"/>
                  </a:cubicBezTo>
                  <a:lnTo>
                    <a:pt x="2931" y="8255"/>
                  </a:lnTo>
                  <a:cubicBezTo>
                    <a:pt x="3151" y="8255"/>
                    <a:pt x="3372" y="8066"/>
                    <a:pt x="3372" y="7846"/>
                  </a:cubicBezTo>
                  <a:lnTo>
                    <a:pt x="3372" y="7436"/>
                  </a:lnTo>
                  <a:lnTo>
                    <a:pt x="9421" y="7436"/>
                  </a:lnTo>
                  <a:lnTo>
                    <a:pt x="9421" y="7846"/>
                  </a:lnTo>
                  <a:cubicBezTo>
                    <a:pt x="9421" y="8098"/>
                    <a:pt x="9610" y="8255"/>
                    <a:pt x="9862" y="8255"/>
                  </a:cubicBezTo>
                  <a:lnTo>
                    <a:pt x="11500" y="8255"/>
                  </a:lnTo>
                  <a:cubicBezTo>
                    <a:pt x="11752" y="8255"/>
                    <a:pt x="11941" y="8066"/>
                    <a:pt x="11941" y="7846"/>
                  </a:cubicBezTo>
                  <a:lnTo>
                    <a:pt x="11941" y="7373"/>
                  </a:lnTo>
                  <a:cubicBezTo>
                    <a:pt x="12414" y="7215"/>
                    <a:pt x="12760" y="6743"/>
                    <a:pt x="12760" y="6207"/>
                  </a:cubicBezTo>
                  <a:lnTo>
                    <a:pt x="12760" y="1230"/>
                  </a:lnTo>
                  <a:cubicBezTo>
                    <a:pt x="12666" y="599"/>
                    <a:pt x="12099" y="1"/>
                    <a:pt x="1143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7846" name="Google Shape;7846;p69"/>
          <p:cNvGrpSpPr/>
          <p:nvPr/>
        </p:nvGrpSpPr>
        <p:grpSpPr>
          <a:xfrm>
            <a:off x="4144172" y="4820679"/>
            <a:ext cx="490845" cy="495752"/>
            <a:chOff x="-37804925" y="3953450"/>
            <a:chExt cx="315075" cy="318225"/>
          </a:xfrm>
        </p:grpSpPr>
        <p:sp>
          <p:nvSpPr>
            <p:cNvPr id="7847" name="Google Shape;7847;p69"/>
            <p:cNvSpPr/>
            <p:nvPr/>
          </p:nvSpPr>
          <p:spPr>
            <a:xfrm>
              <a:off x="-37614300" y="3955025"/>
              <a:ext cx="124450" cy="186200"/>
            </a:xfrm>
            <a:custGeom>
              <a:avLst/>
              <a:gdLst/>
              <a:ahLst/>
              <a:cxnLst/>
              <a:rect l="l" t="t" r="r" b="b"/>
              <a:pathLst>
                <a:path w="4978" h="7448" extrusionOk="0">
                  <a:moveTo>
                    <a:pt x="2489" y="820"/>
                  </a:moveTo>
                  <a:cubicBezTo>
                    <a:pt x="3403" y="820"/>
                    <a:pt x="4127" y="1576"/>
                    <a:pt x="4127" y="2490"/>
                  </a:cubicBezTo>
                  <a:cubicBezTo>
                    <a:pt x="4127" y="3372"/>
                    <a:pt x="3403" y="4128"/>
                    <a:pt x="2489" y="4128"/>
                  </a:cubicBezTo>
                  <a:cubicBezTo>
                    <a:pt x="1575" y="4128"/>
                    <a:pt x="819" y="3372"/>
                    <a:pt x="819" y="2490"/>
                  </a:cubicBezTo>
                  <a:cubicBezTo>
                    <a:pt x="819" y="1576"/>
                    <a:pt x="1575" y="820"/>
                    <a:pt x="2489" y="820"/>
                  </a:cubicBezTo>
                  <a:close/>
                  <a:moveTo>
                    <a:pt x="2489" y="1"/>
                  </a:moveTo>
                  <a:cubicBezTo>
                    <a:pt x="1103" y="1"/>
                    <a:pt x="0" y="1104"/>
                    <a:pt x="0" y="2490"/>
                  </a:cubicBezTo>
                  <a:cubicBezTo>
                    <a:pt x="0" y="3214"/>
                    <a:pt x="315" y="3845"/>
                    <a:pt x="819" y="4317"/>
                  </a:cubicBezTo>
                  <a:lnTo>
                    <a:pt x="819" y="7058"/>
                  </a:lnTo>
                  <a:cubicBezTo>
                    <a:pt x="819" y="7287"/>
                    <a:pt x="1012" y="7448"/>
                    <a:pt x="1225" y="7448"/>
                  </a:cubicBezTo>
                  <a:cubicBezTo>
                    <a:pt x="1334" y="7448"/>
                    <a:pt x="1448" y="7406"/>
                    <a:pt x="1544" y="7310"/>
                  </a:cubicBezTo>
                  <a:lnTo>
                    <a:pt x="2489" y="6365"/>
                  </a:lnTo>
                  <a:lnTo>
                    <a:pt x="3434" y="7310"/>
                  </a:lnTo>
                  <a:cubicBezTo>
                    <a:pt x="3530" y="7406"/>
                    <a:pt x="3640" y="7448"/>
                    <a:pt x="3744" y="7448"/>
                  </a:cubicBezTo>
                  <a:cubicBezTo>
                    <a:pt x="3948" y="7448"/>
                    <a:pt x="4127" y="7287"/>
                    <a:pt x="4127" y="7058"/>
                  </a:cubicBezTo>
                  <a:lnTo>
                    <a:pt x="4127" y="4317"/>
                  </a:lnTo>
                  <a:cubicBezTo>
                    <a:pt x="4663" y="3845"/>
                    <a:pt x="4978" y="3214"/>
                    <a:pt x="4978" y="2490"/>
                  </a:cubicBezTo>
                  <a:cubicBezTo>
                    <a:pt x="4978" y="1104"/>
                    <a:pt x="3875" y="1"/>
                    <a:pt x="248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48" name="Google Shape;7848;p69"/>
            <p:cNvSpPr/>
            <p:nvPr/>
          </p:nvSpPr>
          <p:spPr>
            <a:xfrm>
              <a:off x="-37761600" y="4230700"/>
              <a:ext cx="270175" cy="40975"/>
            </a:xfrm>
            <a:custGeom>
              <a:avLst/>
              <a:gdLst/>
              <a:ahLst/>
              <a:cxnLst/>
              <a:rect l="l" t="t" r="r" b="b"/>
              <a:pathLst>
                <a:path w="10807" h="1639" extrusionOk="0">
                  <a:moveTo>
                    <a:pt x="1450" y="1"/>
                  </a:moveTo>
                  <a:cubicBezTo>
                    <a:pt x="1292" y="788"/>
                    <a:pt x="662" y="1387"/>
                    <a:pt x="1" y="1639"/>
                  </a:cubicBezTo>
                  <a:lnTo>
                    <a:pt x="8822" y="1639"/>
                  </a:lnTo>
                  <a:cubicBezTo>
                    <a:pt x="9799" y="1639"/>
                    <a:pt x="10649" y="946"/>
                    <a:pt x="1080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7849" name="Google Shape;7849;p69"/>
            <p:cNvSpPr/>
            <p:nvPr/>
          </p:nvSpPr>
          <p:spPr>
            <a:xfrm>
              <a:off x="-37804925" y="3953450"/>
              <a:ext cx="274125" cy="295675"/>
            </a:xfrm>
            <a:custGeom>
              <a:avLst/>
              <a:gdLst/>
              <a:ahLst/>
              <a:cxnLst/>
              <a:rect l="l" t="t" r="r" b="b"/>
              <a:pathLst>
                <a:path w="10965" h="11827" extrusionOk="0">
                  <a:moveTo>
                    <a:pt x="379" y="1"/>
                  </a:moveTo>
                  <a:cubicBezTo>
                    <a:pt x="158" y="1"/>
                    <a:pt x="1" y="221"/>
                    <a:pt x="1" y="411"/>
                  </a:cubicBezTo>
                  <a:lnTo>
                    <a:pt x="1" y="10618"/>
                  </a:lnTo>
                  <a:cubicBezTo>
                    <a:pt x="1" y="11280"/>
                    <a:pt x="537" y="11815"/>
                    <a:pt x="1198" y="11815"/>
                  </a:cubicBezTo>
                  <a:cubicBezTo>
                    <a:pt x="1247" y="11823"/>
                    <a:pt x="1295" y="11826"/>
                    <a:pt x="1342" y="11826"/>
                  </a:cubicBezTo>
                  <a:cubicBezTo>
                    <a:pt x="1912" y="11826"/>
                    <a:pt x="2395" y="11318"/>
                    <a:pt x="2395" y="10650"/>
                  </a:cubicBezTo>
                  <a:cubicBezTo>
                    <a:pt x="2395" y="10398"/>
                    <a:pt x="2584" y="10272"/>
                    <a:pt x="2836" y="10272"/>
                  </a:cubicBezTo>
                  <a:lnTo>
                    <a:pt x="10965" y="10272"/>
                  </a:lnTo>
                  <a:lnTo>
                    <a:pt x="10965" y="8255"/>
                  </a:lnTo>
                  <a:cubicBezTo>
                    <a:pt x="10807" y="8161"/>
                    <a:pt x="10650" y="8098"/>
                    <a:pt x="10492" y="7972"/>
                  </a:cubicBezTo>
                  <a:lnTo>
                    <a:pt x="10146" y="7625"/>
                  </a:lnTo>
                  <a:lnTo>
                    <a:pt x="9799" y="7972"/>
                  </a:lnTo>
                  <a:cubicBezTo>
                    <a:pt x="9547" y="8224"/>
                    <a:pt x="9232" y="8318"/>
                    <a:pt x="8917" y="8318"/>
                  </a:cubicBezTo>
                  <a:cubicBezTo>
                    <a:pt x="8255" y="8318"/>
                    <a:pt x="7720" y="7783"/>
                    <a:pt x="7720" y="7058"/>
                  </a:cubicBezTo>
                  <a:lnTo>
                    <a:pt x="7720" y="4664"/>
                  </a:lnTo>
                  <a:cubicBezTo>
                    <a:pt x="7184" y="4065"/>
                    <a:pt x="6869" y="3309"/>
                    <a:pt x="6869" y="2490"/>
                  </a:cubicBezTo>
                  <a:cubicBezTo>
                    <a:pt x="6869" y="1513"/>
                    <a:pt x="7310" y="600"/>
                    <a:pt x="803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7850" name="Google Shape;7850;p69"/>
          <p:cNvSpPr/>
          <p:nvPr/>
        </p:nvSpPr>
        <p:spPr>
          <a:xfrm>
            <a:off x="3142764" y="5440338"/>
            <a:ext cx="354648" cy="492052"/>
          </a:xfrm>
          <a:custGeom>
            <a:avLst/>
            <a:gdLst/>
            <a:ahLst/>
            <a:cxnLst/>
            <a:rect l="l" t="t" r="r" b="b"/>
            <a:pathLst>
              <a:path w="9106" h="12634" extrusionOk="0">
                <a:moveTo>
                  <a:pt x="7499" y="788"/>
                </a:moveTo>
                <a:lnTo>
                  <a:pt x="7499" y="1859"/>
                </a:lnTo>
                <a:cubicBezTo>
                  <a:pt x="7499" y="2426"/>
                  <a:pt x="7373" y="3025"/>
                  <a:pt x="7121" y="3529"/>
                </a:cubicBezTo>
                <a:cubicBezTo>
                  <a:pt x="6806" y="3466"/>
                  <a:pt x="6554" y="3434"/>
                  <a:pt x="6239" y="3434"/>
                </a:cubicBezTo>
                <a:cubicBezTo>
                  <a:pt x="5546" y="3434"/>
                  <a:pt x="4916" y="3592"/>
                  <a:pt x="4380" y="3844"/>
                </a:cubicBezTo>
                <a:cubicBezTo>
                  <a:pt x="3907" y="4096"/>
                  <a:pt x="3403" y="4222"/>
                  <a:pt x="2931" y="4222"/>
                </a:cubicBezTo>
                <a:cubicBezTo>
                  <a:pt x="2710" y="4222"/>
                  <a:pt x="2521" y="4159"/>
                  <a:pt x="2364" y="4127"/>
                </a:cubicBezTo>
                <a:cubicBezTo>
                  <a:pt x="2301" y="4001"/>
                  <a:pt x="2206" y="3938"/>
                  <a:pt x="2175" y="3812"/>
                </a:cubicBezTo>
                <a:cubicBezTo>
                  <a:pt x="1860" y="3277"/>
                  <a:pt x="1702" y="2552"/>
                  <a:pt x="1702" y="1859"/>
                </a:cubicBezTo>
                <a:lnTo>
                  <a:pt x="1702" y="788"/>
                </a:lnTo>
                <a:close/>
                <a:moveTo>
                  <a:pt x="5357" y="7278"/>
                </a:moveTo>
                <a:cubicBezTo>
                  <a:pt x="5451" y="7372"/>
                  <a:pt x="5546" y="7435"/>
                  <a:pt x="5672" y="7467"/>
                </a:cubicBezTo>
                <a:cubicBezTo>
                  <a:pt x="6869" y="8066"/>
                  <a:pt x="7436" y="9420"/>
                  <a:pt x="7436" y="10743"/>
                </a:cubicBezTo>
                <a:lnTo>
                  <a:pt x="7436" y="11279"/>
                </a:lnTo>
                <a:lnTo>
                  <a:pt x="4821" y="9294"/>
                </a:lnTo>
                <a:cubicBezTo>
                  <a:pt x="4742" y="9231"/>
                  <a:pt x="4648" y="9200"/>
                  <a:pt x="4553" y="9200"/>
                </a:cubicBezTo>
                <a:cubicBezTo>
                  <a:pt x="4459" y="9200"/>
                  <a:pt x="4364" y="9231"/>
                  <a:pt x="4285" y="9294"/>
                </a:cubicBezTo>
                <a:lnTo>
                  <a:pt x="1671" y="11279"/>
                </a:lnTo>
                <a:lnTo>
                  <a:pt x="1671" y="10743"/>
                </a:lnTo>
                <a:cubicBezTo>
                  <a:pt x="1671" y="9357"/>
                  <a:pt x="2238" y="8066"/>
                  <a:pt x="3435" y="7467"/>
                </a:cubicBezTo>
                <a:cubicBezTo>
                  <a:pt x="3561" y="7435"/>
                  <a:pt x="3624" y="7372"/>
                  <a:pt x="3750" y="7278"/>
                </a:cubicBezTo>
                <a:lnTo>
                  <a:pt x="4191" y="8160"/>
                </a:lnTo>
                <a:cubicBezTo>
                  <a:pt x="4270" y="8318"/>
                  <a:pt x="4411" y="8396"/>
                  <a:pt x="4557" y="8396"/>
                </a:cubicBezTo>
                <a:cubicBezTo>
                  <a:pt x="4703" y="8396"/>
                  <a:pt x="4853" y="8318"/>
                  <a:pt x="4947" y="8160"/>
                </a:cubicBezTo>
                <a:lnTo>
                  <a:pt x="5357" y="7278"/>
                </a:lnTo>
                <a:close/>
                <a:moveTo>
                  <a:pt x="410" y="0"/>
                </a:moveTo>
                <a:cubicBezTo>
                  <a:pt x="158" y="0"/>
                  <a:pt x="1" y="189"/>
                  <a:pt x="1" y="410"/>
                </a:cubicBezTo>
                <a:cubicBezTo>
                  <a:pt x="1" y="630"/>
                  <a:pt x="190" y="788"/>
                  <a:pt x="410" y="788"/>
                </a:cubicBezTo>
                <a:lnTo>
                  <a:pt x="820" y="788"/>
                </a:lnTo>
                <a:lnTo>
                  <a:pt x="820" y="1859"/>
                </a:lnTo>
                <a:cubicBezTo>
                  <a:pt x="820" y="3749"/>
                  <a:pt x="1734" y="5199"/>
                  <a:pt x="3088" y="5860"/>
                </a:cubicBezTo>
                <a:cubicBezTo>
                  <a:pt x="3403" y="6018"/>
                  <a:pt x="3403" y="6585"/>
                  <a:pt x="3088" y="6742"/>
                </a:cubicBezTo>
                <a:cubicBezTo>
                  <a:pt x="1576" y="7467"/>
                  <a:pt x="820" y="9042"/>
                  <a:pt x="820" y="10743"/>
                </a:cubicBezTo>
                <a:lnTo>
                  <a:pt x="820" y="11815"/>
                </a:lnTo>
                <a:lnTo>
                  <a:pt x="410" y="11815"/>
                </a:lnTo>
                <a:cubicBezTo>
                  <a:pt x="158" y="11815"/>
                  <a:pt x="1" y="12004"/>
                  <a:pt x="1" y="12256"/>
                </a:cubicBezTo>
                <a:cubicBezTo>
                  <a:pt x="1" y="12476"/>
                  <a:pt x="190" y="12634"/>
                  <a:pt x="410" y="12634"/>
                </a:cubicBezTo>
                <a:lnTo>
                  <a:pt x="8665" y="12634"/>
                </a:lnTo>
                <a:cubicBezTo>
                  <a:pt x="8917" y="12634"/>
                  <a:pt x="9106" y="12445"/>
                  <a:pt x="9106" y="12256"/>
                </a:cubicBezTo>
                <a:cubicBezTo>
                  <a:pt x="9106" y="12004"/>
                  <a:pt x="8917" y="11815"/>
                  <a:pt x="8665" y="11815"/>
                </a:cubicBezTo>
                <a:lnTo>
                  <a:pt x="8287" y="11815"/>
                </a:lnTo>
                <a:lnTo>
                  <a:pt x="8287" y="10743"/>
                </a:lnTo>
                <a:cubicBezTo>
                  <a:pt x="8287" y="9042"/>
                  <a:pt x="7530" y="7467"/>
                  <a:pt x="6018" y="6742"/>
                </a:cubicBezTo>
                <a:cubicBezTo>
                  <a:pt x="5703" y="6585"/>
                  <a:pt x="5672" y="6018"/>
                  <a:pt x="6018" y="5860"/>
                </a:cubicBezTo>
                <a:cubicBezTo>
                  <a:pt x="7530" y="5136"/>
                  <a:pt x="8287" y="3560"/>
                  <a:pt x="8287" y="1859"/>
                </a:cubicBezTo>
                <a:lnTo>
                  <a:pt x="8287" y="788"/>
                </a:lnTo>
                <a:lnTo>
                  <a:pt x="8665" y="788"/>
                </a:lnTo>
                <a:cubicBezTo>
                  <a:pt x="8917" y="788"/>
                  <a:pt x="9106" y="599"/>
                  <a:pt x="9106" y="410"/>
                </a:cubicBezTo>
                <a:cubicBezTo>
                  <a:pt x="9106" y="158"/>
                  <a:pt x="8917" y="0"/>
                  <a:pt x="866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59" name="Dikdörtgen 358"/>
          <p:cNvSpPr/>
          <p:nvPr/>
        </p:nvSpPr>
        <p:spPr>
          <a:xfrm>
            <a:off x="-27447" y="-9813"/>
            <a:ext cx="10911016" cy="1077218"/>
          </a:xfrm>
          <a:prstGeom prst="rect">
            <a:avLst/>
          </a:prstGeom>
        </p:spPr>
        <p:txBody>
          <a:bodyPr wrap="square">
            <a:spAutoFit/>
          </a:bodyPr>
          <a:lstStyle/>
          <a:p>
            <a:pPr fontAlgn="ctr">
              <a:defRPr/>
            </a:pPr>
            <a:r>
              <a:rPr lang="tr-TR" sz="3200" b="1" noProof="1">
                <a:cs typeface="Helvetica" panose="020B0604020202020204" pitchFamily="34" charset="0"/>
                <a:sym typeface="Flama Ziraat Medium" charset="0"/>
              </a:rPr>
              <a:t>Sunumlarda Kullanılabilecek Çeşitli Şekiller</a:t>
            </a:r>
          </a:p>
          <a:p>
            <a:pPr fontAlgn="ctr">
              <a:defRPr/>
            </a:pPr>
            <a:r>
              <a:rPr lang="tr-TR" sz="3200" b="1" i="1" noProof="1">
                <a:solidFill>
                  <a:srgbClr val="C00000"/>
                </a:solidFill>
                <a:cs typeface="Helvetica" panose="020B0604020202020204" pitchFamily="34" charset="0"/>
                <a:sym typeface="Flama Ziraat Medium" charset="0"/>
              </a:rPr>
              <a:t>Hepsi Farklı Renklerde Boyanabilir ya da Değiştirilebilirdir…</a:t>
            </a:r>
          </a:p>
        </p:txBody>
      </p:sp>
      <p:grpSp>
        <p:nvGrpSpPr>
          <p:cNvPr id="361" name="Google Shape;8558;p71"/>
          <p:cNvGrpSpPr/>
          <p:nvPr/>
        </p:nvGrpSpPr>
        <p:grpSpPr>
          <a:xfrm>
            <a:off x="6287703" y="1803893"/>
            <a:ext cx="392535" cy="471527"/>
            <a:chOff x="-35814600" y="3202075"/>
            <a:chExt cx="242625" cy="291450"/>
          </a:xfrm>
        </p:grpSpPr>
        <p:sp>
          <p:nvSpPr>
            <p:cNvPr id="362" name="Google Shape;8559;p71"/>
            <p:cNvSpPr/>
            <p:nvPr/>
          </p:nvSpPr>
          <p:spPr>
            <a:xfrm>
              <a:off x="-35814600" y="3202075"/>
              <a:ext cx="51225" cy="202450"/>
            </a:xfrm>
            <a:custGeom>
              <a:avLst/>
              <a:gdLst/>
              <a:ahLst/>
              <a:cxnLst/>
              <a:rect l="l" t="t" r="r" b="b"/>
              <a:pathLst>
                <a:path w="2049" h="8098" extrusionOk="0">
                  <a:moveTo>
                    <a:pt x="1702" y="0"/>
                  </a:moveTo>
                  <a:cubicBezTo>
                    <a:pt x="757" y="0"/>
                    <a:pt x="1" y="788"/>
                    <a:pt x="1" y="1733"/>
                  </a:cubicBezTo>
                  <a:lnTo>
                    <a:pt x="1" y="8097"/>
                  </a:lnTo>
                  <a:cubicBezTo>
                    <a:pt x="348" y="7782"/>
                    <a:pt x="820" y="7562"/>
                    <a:pt x="1387" y="7562"/>
                  </a:cubicBezTo>
                  <a:lnTo>
                    <a:pt x="2049" y="7562"/>
                  </a:lnTo>
                  <a:lnTo>
                    <a:pt x="204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63" name="Google Shape;8560;p71"/>
            <p:cNvSpPr/>
            <p:nvPr/>
          </p:nvSpPr>
          <p:spPr>
            <a:xfrm>
              <a:off x="-35814600" y="3407650"/>
              <a:ext cx="242625" cy="68550"/>
            </a:xfrm>
            <a:custGeom>
              <a:avLst/>
              <a:gdLst/>
              <a:ahLst/>
              <a:cxnLst/>
              <a:rect l="l" t="t" r="r" b="b"/>
              <a:pathLst>
                <a:path w="9705" h="2742" extrusionOk="0">
                  <a:moveTo>
                    <a:pt x="1387" y="0"/>
                  </a:moveTo>
                  <a:cubicBezTo>
                    <a:pt x="631" y="0"/>
                    <a:pt x="1" y="630"/>
                    <a:pt x="1" y="1386"/>
                  </a:cubicBezTo>
                  <a:cubicBezTo>
                    <a:pt x="1" y="2111"/>
                    <a:pt x="600" y="2741"/>
                    <a:pt x="1356" y="2741"/>
                  </a:cubicBezTo>
                  <a:lnTo>
                    <a:pt x="4758" y="2741"/>
                  </a:lnTo>
                  <a:lnTo>
                    <a:pt x="4758" y="1733"/>
                  </a:lnTo>
                  <a:lnTo>
                    <a:pt x="1702" y="1733"/>
                  </a:lnTo>
                  <a:cubicBezTo>
                    <a:pt x="1513" y="1733"/>
                    <a:pt x="1356" y="1575"/>
                    <a:pt x="1356" y="1355"/>
                  </a:cubicBezTo>
                  <a:cubicBezTo>
                    <a:pt x="1356" y="1166"/>
                    <a:pt x="1513" y="1008"/>
                    <a:pt x="1702" y="1008"/>
                  </a:cubicBezTo>
                  <a:lnTo>
                    <a:pt x="9232" y="1008"/>
                  </a:lnTo>
                  <a:cubicBezTo>
                    <a:pt x="9263" y="851"/>
                    <a:pt x="9326" y="662"/>
                    <a:pt x="9452" y="536"/>
                  </a:cubicBezTo>
                  <a:cubicBezTo>
                    <a:pt x="9704" y="221"/>
                    <a:pt x="9484" y="0"/>
                    <a:pt x="926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64" name="Google Shape;8561;p71"/>
            <p:cNvSpPr/>
            <p:nvPr/>
          </p:nvSpPr>
          <p:spPr>
            <a:xfrm>
              <a:off x="-35627125" y="3450950"/>
              <a:ext cx="55150" cy="25250"/>
            </a:xfrm>
            <a:custGeom>
              <a:avLst/>
              <a:gdLst/>
              <a:ahLst/>
              <a:cxnLst/>
              <a:rect l="l" t="t" r="r" b="b"/>
              <a:pathLst>
                <a:path w="2206" h="1010" extrusionOk="0">
                  <a:moveTo>
                    <a:pt x="0" y="1"/>
                  </a:moveTo>
                  <a:lnTo>
                    <a:pt x="0" y="1009"/>
                  </a:lnTo>
                  <a:lnTo>
                    <a:pt x="1670" y="1009"/>
                  </a:lnTo>
                  <a:cubicBezTo>
                    <a:pt x="1953" y="1009"/>
                    <a:pt x="2205" y="788"/>
                    <a:pt x="1953" y="505"/>
                  </a:cubicBezTo>
                  <a:cubicBezTo>
                    <a:pt x="1827" y="347"/>
                    <a:pt x="1764" y="190"/>
                    <a:pt x="167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65" name="Google Shape;8562;p71"/>
            <p:cNvSpPr/>
            <p:nvPr/>
          </p:nvSpPr>
          <p:spPr>
            <a:xfrm>
              <a:off x="-35703525" y="3305250"/>
              <a:ext cx="84300" cy="34675"/>
            </a:xfrm>
            <a:custGeom>
              <a:avLst/>
              <a:gdLst/>
              <a:ahLst/>
              <a:cxnLst/>
              <a:rect l="l" t="t" r="r" b="b"/>
              <a:pathLst>
                <a:path w="3372" h="1387" extrusionOk="0">
                  <a:moveTo>
                    <a:pt x="1701" y="0"/>
                  </a:moveTo>
                  <a:cubicBezTo>
                    <a:pt x="882" y="0"/>
                    <a:pt x="221" y="599"/>
                    <a:pt x="0" y="1387"/>
                  </a:cubicBezTo>
                  <a:lnTo>
                    <a:pt x="3371" y="1387"/>
                  </a:lnTo>
                  <a:cubicBezTo>
                    <a:pt x="3214" y="599"/>
                    <a:pt x="2521" y="0"/>
                    <a:pt x="170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66" name="Google Shape;8563;p71"/>
            <p:cNvSpPr/>
            <p:nvPr/>
          </p:nvSpPr>
          <p:spPr>
            <a:xfrm>
              <a:off x="-35677550" y="3254050"/>
              <a:ext cx="33100" cy="33100"/>
            </a:xfrm>
            <a:custGeom>
              <a:avLst/>
              <a:gdLst/>
              <a:ahLst/>
              <a:cxnLst/>
              <a:rect l="l" t="t" r="r" b="b"/>
              <a:pathLst>
                <a:path w="1324" h="1324" extrusionOk="0">
                  <a:moveTo>
                    <a:pt x="662" y="1"/>
                  </a:moveTo>
                  <a:cubicBezTo>
                    <a:pt x="316" y="1"/>
                    <a:pt x="1" y="284"/>
                    <a:pt x="1" y="662"/>
                  </a:cubicBezTo>
                  <a:cubicBezTo>
                    <a:pt x="1" y="1040"/>
                    <a:pt x="316" y="1324"/>
                    <a:pt x="662" y="1324"/>
                  </a:cubicBezTo>
                  <a:cubicBezTo>
                    <a:pt x="1040" y="1324"/>
                    <a:pt x="1324" y="1040"/>
                    <a:pt x="1324" y="662"/>
                  </a:cubicBezTo>
                  <a:cubicBezTo>
                    <a:pt x="1324" y="284"/>
                    <a:pt x="1040" y="1"/>
                    <a:pt x="66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67" name="Google Shape;8564;p71"/>
            <p:cNvSpPr/>
            <p:nvPr/>
          </p:nvSpPr>
          <p:spPr>
            <a:xfrm>
              <a:off x="-35746850" y="3202075"/>
              <a:ext cx="171725" cy="189050"/>
            </a:xfrm>
            <a:custGeom>
              <a:avLst/>
              <a:gdLst/>
              <a:ahLst/>
              <a:cxnLst/>
              <a:rect l="l" t="t" r="r" b="b"/>
              <a:pathLst>
                <a:path w="6869" h="7562" extrusionOk="0">
                  <a:moveTo>
                    <a:pt x="3434" y="1355"/>
                  </a:moveTo>
                  <a:cubicBezTo>
                    <a:pt x="4191" y="1355"/>
                    <a:pt x="4821" y="1985"/>
                    <a:pt x="4821" y="2741"/>
                  </a:cubicBezTo>
                  <a:cubicBezTo>
                    <a:pt x="4821" y="3088"/>
                    <a:pt x="4663" y="3403"/>
                    <a:pt x="4474" y="3655"/>
                  </a:cubicBezTo>
                  <a:cubicBezTo>
                    <a:pt x="5293" y="4033"/>
                    <a:pt x="5829" y="4852"/>
                    <a:pt x="5829" y="5829"/>
                  </a:cubicBezTo>
                  <a:cubicBezTo>
                    <a:pt x="5829" y="6018"/>
                    <a:pt x="5671" y="6175"/>
                    <a:pt x="5482" y="6175"/>
                  </a:cubicBezTo>
                  <a:lnTo>
                    <a:pt x="1387" y="6175"/>
                  </a:lnTo>
                  <a:cubicBezTo>
                    <a:pt x="1198" y="6175"/>
                    <a:pt x="1040" y="6018"/>
                    <a:pt x="1040" y="5829"/>
                  </a:cubicBezTo>
                  <a:cubicBezTo>
                    <a:pt x="1040" y="4852"/>
                    <a:pt x="1576" y="4033"/>
                    <a:pt x="2426" y="3655"/>
                  </a:cubicBezTo>
                  <a:cubicBezTo>
                    <a:pt x="2174" y="3403"/>
                    <a:pt x="2048" y="3088"/>
                    <a:pt x="2048" y="2741"/>
                  </a:cubicBezTo>
                  <a:cubicBezTo>
                    <a:pt x="2048" y="1985"/>
                    <a:pt x="2678" y="1355"/>
                    <a:pt x="3434" y="1355"/>
                  </a:cubicBezTo>
                  <a:close/>
                  <a:moveTo>
                    <a:pt x="0" y="0"/>
                  </a:moveTo>
                  <a:lnTo>
                    <a:pt x="0" y="7562"/>
                  </a:lnTo>
                  <a:lnTo>
                    <a:pt x="6868" y="7562"/>
                  </a:lnTo>
                  <a:lnTo>
                    <a:pt x="6868" y="1009"/>
                  </a:lnTo>
                  <a:cubicBezTo>
                    <a:pt x="6868" y="473"/>
                    <a:pt x="6396" y="0"/>
                    <a:pt x="582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68" name="Google Shape;8565;p71"/>
            <p:cNvSpPr/>
            <p:nvPr/>
          </p:nvSpPr>
          <p:spPr>
            <a:xfrm>
              <a:off x="-35677550" y="3450950"/>
              <a:ext cx="34675" cy="42575"/>
            </a:xfrm>
            <a:custGeom>
              <a:avLst/>
              <a:gdLst/>
              <a:ahLst/>
              <a:cxnLst/>
              <a:rect l="l" t="t" r="r" b="b"/>
              <a:pathLst>
                <a:path w="1387" h="1703" extrusionOk="0">
                  <a:moveTo>
                    <a:pt x="1" y="1"/>
                  </a:moveTo>
                  <a:lnTo>
                    <a:pt x="1" y="1702"/>
                  </a:lnTo>
                  <a:lnTo>
                    <a:pt x="505" y="1387"/>
                  </a:lnTo>
                  <a:cubicBezTo>
                    <a:pt x="536" y="1324"/>
                    <a:pt x="631" y="1324"/>
                    <a:pt x="694" y="1324"/>
                  </a:cubicBezTo>
                  <a:cubicBezTo>
                    <a:pt x="711" y="1316"/>
                    <a:pt x="725" y="1312"/>
                    <a:pt x="739" y="1312"/>
                  </a:cubicBezTo>
                  <a:cubicBezTo>
                    <a:pt x="776" y="1312"/>
                    <a:pt x="805" y="1341"/>
                    <a:pt x="851" y="1387"/>
                  </a:cubicBezTo>
                  <a:lnTo>
                    <a:pt x="1387" y="1702"/>
                  </a:lnTo>
                  <a:lnTo>
                    <a:pt x="138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369" name="Google Shape;8566;p71"/>
          <p:cNvGrpSpPr/>
          <p:nvPr/>
        </p:nvGrpSpPr>
        <p:grpSpPr>
          <a:xfrm>
            <a:off x="6248207" y="2391785"/>
            <a:ext cx="471527" cy="471851"/>
            <a:chOff x="-35839800" y="3561025"/>
            <a:chExt cx="291450" cy="291650"/>
          </a:xfrm>
        </p:grpSpPr>
        <p:sp>
          <p:nvSpPr>
            <p:cNvPr id="370" name="Google Shape;8567;p71"/>
            <p:cNvSpPr/>
            <p:nvPr/>
          </p:nvSpPr>
          <p:spPr>
            <a:xfrm>
              <a:off x="-35772850" y="3612425"/>
              <a:ext cx="155200" cy="142575"/>
            </a:xfrm>
            <a:custGeom>
              <a:avLst/>
              <a:gdLst/>
              <a:ahLst/>
              <a:cxnLst/>
              <a:rect l="l" t="t" r="r" b="b"/>
              <a:pathLst>
                <a:path w="6208" h="5703" extrusionOk="0">
                  <a:moveTo>
                    <a:pt x="3088" y="693"/>
                  </a:moveTo>
                  <a:cubicBezTo>
                    <a:pt x="3655" y="693"/>
                    <a:pt x="4128" y="1166"/>
                    <a:pt x="4128" y="1733"/>
                  </a:cubicBezTo>
                  <a:cubicBezTo>
                    <a:pt x="4128" y="2174"/>
                    <a:pt x="3844" y="2552"/>
                    <a:pt x="3466" y="2710"/>
                  </a:cubicBezTo>
                  <a:lnTo>
                    <a:pt x="3466" y="3119"/>
                  </a:lnTo>
                  <a:cubicBezTo>
                    <a:pt x="3466" y="3308"/>
                    <a:pt x="3309" y="3466"/>
                    <a:pt x="3088" y="3466"/>
                  </a:cubicBezTo>
                  <a:cubicBezTo>
                    <a:pt x="2899" y="3466"/>
                    <a:pt x="2742" y="3308"/>
                    <a:pt x="2742" y="3119"/>
                  </a:cubicBezTo>
                  <a:lnTo>
                    <a:pt x="2742" y="2710"/>
                  </a:lnTo>
                  <a:cubicBezTo>
                    <a:pt x="2742" y="2426"/>
                    <a:pt x="2931" y="2174"/>
                    <a:pt x="3214" y="2080"/>
                  </a:cubicBezTo>
                  <a:cubicBezTo>
                    <a:pt x="3340" y="2048"/>
                    <a:pt x="3466" y="1891"/>
                    <a:pt x="3466" y="1765"/>
                  </a:cubicBezTo>
                  <a:cubicBezTo>
                    <a:pt x="3466" y="1576"/>
                    <a:pt x="3309" y="1418"/>
                    <a:pt x="3088" y="1418"/>
                  </a:cubicBezTo>
                  <a:cubicBezTo>
                    <a:pt x="2899" y="1418"/>
                    <a:pt x="2742" y="1576"/>
                    <a:pt x="2742" y="1765"/>
                  </a:cubicBezTo>
                  <a:cubicBezTo>
                    <a:pt x="2742" y="1954"/>
                    <a:pt x="2584" y="2111"/>
                    <a:pt x="2395" y="2111"/>
                  </a:cubicBezTo>
                  <a:cubicBezTo>
                    <a:pt x="2206" y="2111"/>
                    <a:pt x="2049" y="1954"/>
                    <a:pt x="2049" y="1765"/>
                  </a:cubicBezTo>
                  <a:cubicBezTo>
                    <a:pt x="2080" y="1166"/>
                    <a:pt x="2553" y="693"/>
                    <a:pt x="3088" y="693"/>
                  </a:cubicBezTo>
                  <a:close/>
                  <a:moveTo>
                    <a:pt x="3088" y="3781"/>
                  </a:moveTo>
                  <a:cubicBezTo>
                    <a:pt x="3309" y="3781"/>
                    <a:pt x="3466" y="3938"/>
                    <a:pt x="3466" y="4127"/>
                  </a:cubicBezTo>
                  <a:cubicBezTo>
                    <a:pt x="3466" y="4317"/>
                    <a:pt x="3309" y="4474"/>
                    <a:pt x="3088" y="4474"/>
                  </a:cubicBezTo>
                  <a:cubicBezTo>
                    <a:pt x="2899" y="4474"/>
                    <a:pt x="2742" y="4317"/>
                    <a:pt x="2742" y="4127"/>
                  </a:cubicBezTo>
                  <a:cubicBezTo>
                    <a:pt x="2742" y="3938"/>
                    <a:pt x="2899" y="3781"/>
                    <a:pt x="3088" y="3781"/>
                  </a:cubicBezTo>
                  <a:close/>
                  <a:moveTo>
                    <a:pt x="347" y="0"/>
                  </a:moveTo>
                  <a:cubicBezTo>
                    <a:pt x="158" y="32"/>
                    <a:pt x="1" y="189"/>
                    <a:pt x="1" y="347"/>
                  </a:cubicBezTo>
                  <a:lnTo>
                    <a:pt x="1" y="5010"/>
                  </a:lnTo>
                  <a:lnTo>
                    <a:pt x="694" y="5703"/>
                  </a:lnTo>
                  <a:cubicBezTo>
                    <a:pt x="1371" y="5088"/>
                    <a:pt x="2238" y="4781"/>
                    <a:pt x="3104" y="4781"/>
                  </a:cubicBezTo>
                  <a:cubicBezTo>
                    <a:pt x="3970" y="4781"/>
                    <a:pt x="4837" y="5088"/>
                    <a:pt x="5514" y="5703"/>
                  </a:cubicBezTo>
                  <a:lnTo>
                    <a:pt x="6207" y="5010"/>
                  </a:lnTo>
                  <a:lnTo>
                    <a:pt x="6207" y="347"/>
                  </a:lnTo>
                  <a:cubicBezTo>
                    <a:pt x="6207" y="158"/>
                    <a:pt x="6050" y="0"/>
                    <a:pt x="586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71" name="Google Shape;8568;p71"/>
            <p:cNvSpPr/>
            <p:nvPr/>
          </p:nvSpPr>
          <p:spPr>
            <a:xfrm>
              <a:off x="-35621625" y="3694325"/>
              <a:ext cx="73275" cy="143375"/>
            </a:xfrm>
            <a:custGeom>
              <a:avLst/>
              <a:gdLst/>
              <a:ahLst/>
              <a:cxnLst/>
              <a:rect l="l" t="t" r="r" b="b"/>
              <a:pathLst>
                <a:path w="2931" h="5735" extrusionOk="0">
                  <a:moveTo>
                    <a:pt x="2931" y="1"/>
                  </a:moveTo>
                  <a:lnTo>
                    <a:pt x="1" y="2899"/>
                  </a:lnTo>
                  <a:lnTo>
                    <a:pt x="2805" y="5735"/>
                  </a:lnTo>
                  <a:cubicBezTo>
                    <a:pt x="2868" y="5609"/>
                    <a:pt x="2931" y="5451"/>
                    <a:pt x="2931" y="5294"/>
                  </a:cubicBezTo>
                  <a:lnTo>
                    <a:pt x="293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72" name="Google Shape;8569;p71"/>
            <p:cNvSpPr/>
            <p:nvPr/>
          </p:nvSpPr>
          <p:spPr>
            <a:xfrm>
              <a:off x="-35827200" y="3748675"/>
              <a:ext cx="263100" cy="104000"/>
            </a:xfrm>
            <a:custGeom>
              <a:avLst/>
              <a:gdLst/>
              <a:ahLst/>
              <a:cxnLst/>
              <a:rect l="l" t="t" r="r" b="b"/>
              <a:pathLst>
                <a:path w="10524" h="4160" extrusionOk="0">
                  <a:moveTo>
                    <a:pt x="5235" y="1"/>
                  </a:moveTo>
                  <a:cubicBezTo>
                    <a:pt x="4482" y="1"/>
                    <a:pt x="3734" y="284"/>
                    <a:pt x="3183" y="851"/>
                  </a:cubicBezTo>
                  <a:lnTo>
                    <a:pt x="1" y="4033"/>
                  </a:lnTo>
                  <a:cubicBezTo>
                    <a:pt x="158" y="4128"/>
                    <a:pt x="316" y="4159"/>
                    <a:pt x="473" y="4159"/>
                  </a:cubicBezTo>
                  <a:lnTo>
                    <a:pt x="10082" y="4159"/>
                  </a:lnTo>
                  <a:cubicBezTo>
                    <a:pt x="10240" y="4159"/>
                    <a:pt x="10398" y="4128"/>
                    <a:pt x="10524" y="4033"/>
                  </a:cubicBezTo>
                  <a:lnTo>
                    <a:pt x="7310" y="851"/>
                  </a:lnTo>
                  <a:cubicBezTo>
                    <a:pt x="6743" y="284"/>
                    <a:pt x="5987" y="1"/>
                    <a:pt x="523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73" name="Google Shape;8570;p71"/>
            <p:cNvSpPr/>
            <p:nvPr/>
          </p:nvSpPr>
          <p:spPr>
            <a:xfrm>
              <a:off x="-35831925" y="3635275"/>
              <a:ext cx="41775" cy="85075"/>
            </a:xfrm>
            <a:custGeom>
              <a:avLst/>
              <a:gdLst/>
              <a:ahLst/>
              <a:cxnLst/>
              <a:rect l="l" t="t" r="r" b="b"/>
              <a:pathLst>
                <a:path w="1671" h="3403" extrusionOk="0">
                  <a:moveTo>
                    <a:pt x="1671" y="0"/>
                  </a:moveTo>
                  <a:lnTo>
                    <a:pt x="1" y="1701"/>
                  </a:lnTo>
                  <a:lnTo>
                    <a:pt x="1671" y="3403"/>
                  </a:lnTo>
                  <a:lnTo>
                    <a:pt x="167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74" name="Google Shape;8571;p71"/>
            <p:cNvSpPr/>
            <p:nvPr/>
          </p:nvSpPr>
          <p:spPr>
            <a:xfrm>
              <a:off x="-35601150" y="3635275"/>
              <a:ext cx="43350" cy="85075"/>
            </a:xfrm>
            <a:custGeom>
              <a:avLst/>
              <a:gdLst/>
              <a:ahLst/>
              <a:cxnLst/>
              <a:rect l="l" t="t" r="r" b="b"/>
              <a:pathLst>
                <a:path w="1734" h="3403" extrusionOk="0">
                  <a:moveTo>
                    <a:pt x="1" y="0"/>
                  </a:moveTo>
                  <a:lnTo>
                    <a:pt x="1" y="3403"/>
                  </a:lnTo>
                  <a:lnTo>
                    <a:pt x="1734" y="1701"/>
                  </a:lnTo>
                  <a:lnTo>
                    <a:pt x="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75" name="Google Shape;8572;p71"/>
            <p:cNvSpPr/>
            <p:nvPr/>
          </p:nvSpPr>
          <p:spPr>
            <a:xfrm>
              <a:off x="-35750000" y="3561025"/>
              <a:ext cx="111075" cy="35675"/>
            </a:xfrm>
            <a:custGeom>
              <a:avLst/>
              <a:gdLst/>
              <a:ahLst/>
              <a:cxnLst/>
              <a:rect l="l" t="t" r="r" b="b"/>
              <a:pathLst>
                <a:path w="4443" h="1427" extrusionOk="0">
                  <a:moveTo>
                    <a:pt x="2182" y="1"/>
                  </a:moveTo>
                  <a:cubicBezTo>
                    <a:pt x="1686" y="1"/>
                    <a:pt x="1198" y="182"/>
                    <a:pt x="851" y="544"/>
                  </a:cubicBezTo>
                  <a:lnTo>
                    <a:pt x="0" y="1426"/>
                  </a:lnTo>
                  <a:lnTo>
                    <a:pt x="4443" y="1426"/>
                  </a:lnTo>
                  <a:lnTo>
                    <a:pt x="3560" y="544"/>
                  </a:lnTo>
                  <a:cubicBezTo>
                    <a:pt x="3182" y="182"/>
                    <a:pt x="2678" y="1"/>
                    <a:pt x="218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76" name="Google Shape;8573;p71"/>
            <p:cNvSpPr/>
            <p:nvPr/>
          </p:nvSpPr>
          <p:spPr>
            <a:xfrm>
              <a:off x="-35839800" y="3694325"/>
              <a:ext cx="72500" cy="143375"/>
            </a:xfrm>
            <a:custGeom>
              <a:avLst/>
              <a:gdLst/>
              <a:ahLst/>
              <a:cxnLst/>
              <a:rect l="l" t="t" r="r" b="b"/>
              <a:pathLst>
                <a:path w="2900" h="5735" extrusionOk="0">
                  <a:moveTo>
                    <a:pt x="1" y="1"/>
                  </a:moveTo>
                  <a:lnTo>
                    <a:pt x="1" y="5294"/>
                  </a:lnTo>
                  <a:cubicBezTo>
                    <a:pt x="1" y="5451"/>
                    <a:pt x="32" y="5609"/>
                    <a:pt x="95" y="5735"/>
                  </a:cubicBezTo>
                  <a:lnTo>
                    <a:pt x="2899" y="2899"/>
                  </a:lnTo>
                  <a:lnTo>
                    <a:pt x="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377" name="Google Shape;8574;p71"/>
          <p:cNvSpPr/>
          <p:nvPr/>
        </p:nvSpPr>
        <p:spPr>
          <a:xfrm>
            <a:off x="6246106" y="2972503"/>
            <a:ext cx="474076" cy="471527"/>
          </a:xfrm>
          <a:custGeom>
            <a:avLst/>
            <a:gdLst/>
            <a:ahLst/>
            <a:cxnLst/>
            <a:rect l="l" t="t" r="r" b="b"/>
            <a:pathLst>
              <a:path w="11721" h="11658" extrusionOk="0">
                <a:moveTo>
                  <a:pt x="6144" y="2773"/>
                </a:moveTo>
                <a:cubicBezTo>
                  <a:pt x="7467" y="2868"/>
                  <a:pt x="8570" y="3813"/>
                  <a:pt x="8885" y="5042"/>
                </a:cubicBezTo>
                <a:cubicBezTo>
                  <a:pt x="8917" y="5231"/>
                  <a:pt x="8791" y="5388"/>
                  <a:pt x="8633" y="5483"/>
                </a:cubicBezTo>
                <a:cubicBezTo>
                  <a:pt x="8613" y="5486"/>
                  <a:pt x="8594" y="5487"/>
                  <a:pt x="8575" y="5487"/>
                </a:cubicBezTo>
                <a:cubicBezTo>
                  <a:pt x="8412" y="5487"/>
                  <a:pt x="8277" y="5372"/>
                  <a:pt x="8192" y="5231"/>
                </a:cubicBezTo>
                <a:cubicBezTo>
                  <a:pt x="7972" y="4254"/>
                  <a:pt x="7089" y="3561"/>
                  <a:pt x="6113" y="3466"/>
                </a:cubicBezTo>
                <a:cubicBezTo>
                  <a:pt x="5924" y="3466"/>
                  <a:pt x="5798" y="3277"/>
                  <a:pt x="5798" y="3120"/>
                </a:cubicBezTo>
                <a:cubicBezTo>
                  <a:pt x="5798" y="2868"/>
                  <a:pt x="5955" y="2773"/>
                  <a:pt x="6144" y="2773"/>
                </a:cubicBezTo>
                <a:close/>
                <a:moveTo>
                  <a:pt x="6222" y="1414"/>
                </a:moveTo>
                <a:cubicBezTo>
                  <a:pt x="6238" y="1414"/>
                  <a:pt x="6254" y="1416"/>
                  <a:pt x="6270" y="1418"/>
                </a:cubicBezTo>
                <a:cubicBezTo>
                  <a:pt x="8161" y="1576"/>
                  <a:pt x="9862" y="2962"/>
                  <a:pt x="10240" y="5136"/>
                </a:cubicBezTo>
                <a:cubicBezTo>
                  <a:pt x="10303" y="5325"/>
                  <a:pt x="10177" y="5483"/>
                  <a:pt x="9988" y="5514"/>
                </a:cubicBezTo>
                <a:cubicBezTo>
                  <a:pt x="9960" y="5518"/>
                  <a:pt x="9934" y="5520"/>
                  <a:pt x="9908" y="5520"/>
                </a:cubicBezTo>
                <a:cubicBezTo>
                  <a:pt x="9730" y="5520"/>
                  <a:pt x="9606" y="5424"/>
                  <a:pt x="9578" y="5231"/>
                </a:cubicBezTo>
                <a:cubicBezTo>
                  <a:pt x="9263" y="3466"/>
                  <a:pt x="7846" y="2238"/>
                  <a:pt x="6239" y="2143"/>
                </a:cubicBezTo>
                <a:cubicBezTo>
                  <a:pt x="6050" y="2143"/>
                  <a:pt x="5924" y="1923"/>
                  <a:pt x="5924" y="1765"/>
                </a:cubicBezTo>
                <a:cubicBezTo>
                  <a:pt x="5924" y="1563"/>
                  <a:pt x="6055" y="1414"/>
                  <a:pt x="6222" y="1414"/>
                </a:cubicBezTo>
                <a:close/>
                <a:moveTo>
                  <a:pt x="5907" y="4124"/>
                </a:moveTo>
                <a:cubicBezTo>
                  <a:pt x="5923" y="4124"/>
                  <a:pt x="5939" y="4125"/>
                  <a:pt x="5955" y="4128"/>
                </a:cubicBezTo>
                <a:cubicBezTo>
                  <a:pt x="6680" y="4191"/>
                  <a:pt x="7247" y="4663"/>
                  <a:pt x="7499" y="5325"/>
                </a:cubicBezTo>
                <a:cubicBezTo>
                  <a:pt x="7530" y="5514"/>
                  <a:pt x="7467" y="5672"/>
                  <a:pt x="7247" y="5766"/>
                </a:cubicBezTo>
                <a:cubicBezTo>
                  <a:pt x="7223" y="5770"/>
                  <a:pt x="7199" y="5772"/>
                  <a:pt x="7177" y="5772"/>
                </a:cubicBezTo>
                <a:cubicBezTo>
                  <a:pt x="7019" y="5772"/>
                  <a:pt x="6892" y="5679"/>
                  <a:pt x="6837" y="5514"/>
                </a:cubicBezTo>
                <a:cubicBezTo>
                  <a:pt x="6711" y="5136"/>
                  <a:pt x="6365" y="4852"/>
                  <a:pt x="5924" y="4821"/>
                </a:cubicBezTo>
                <a:cubicBezTo>
                  <a:pt x="5735" y="4821"/>
                  <a:pt x="5609" y="4663"/>
                  <a:pt x="5609" y="4443"/>
                </a:cubicBezTo>
                <a:cubicBezTo>
                  <a:pt x="5609" y="4270"/>
                  <a:pt x="5740" y="4124"/>
                  <a:pt x="5907" y="4124"/>
                </a:cubicBezTo>
                <a:close/>
                <a:moveTo>
                  <a:pt x="3385" y="3199"/>
                </a:moveTo>
                <a:cubicBezTo>
                  <a:pt x="3455" y="3199"/>
                  <a:pt x="3527" y="3225"/>
                  <a:pt x="3592" y="3277"/>
                </a:cubicBezTo>
                <a:lnTo>
                  <a:pt x="4695" y="4096"/>
                </a:lnTo>
                <a:cubicBezTo>
                  <a:pt x="4853" y="4222"/>
                  <a:pt x="4884" y="4411"/>
                  <a:pt x="4790" y="4569"/>
                </a:cubicBezTo>
                <a:lnTo>
                  <a:pt x="4159" y="5388"/>
                </a:lnTo>
                <a:lnTo>
                  <a:pt x="6869" y="7436"/>
                </a:lnTo>
                <a:lnTo>
                  <a:pt x="7499" y="6617"/>
                </a:lnTo>
                <a:cubicBezTo>
                  <a:pt x="7572" y="6525"/>
                  <a:pt x="7667" y="6476"/>
                  <a:pt x="7765" y="6476"/>
                </a:cubicBezTo>
                <a:cubicBezTo>
                  <a:pt x="7835" y="6476"/>
                  <a:pt x="7906" y="6501"/>
                  <a:pt x="7972" y="6554"/>
                </a:cubicBezTo>
                <a:lnTo>
                  <a:pt x="9074" y="7373"/>
                </a:lnTo>
                <a:cubicBezTo>
                  <a:pt x="9232" y="7499"/>
                  <a:pt x="9263" y="7688"/>
                  <a:pt x="9137" y="7845"/>
                </a:cubicBezTo>
                <a:lnTo>
                  <a:pt x="8507" y="8665"/>
                </a:lnTo>
                <a:cubicBezTo>
                  <a:pt x="8225" y="9022"/>
                  <a:pt x="7819" y="9211"/>
                  <a:pt x="7403" y="9211"/>
                </a:cubicBezTo>
                <a:cubicBezTo>
                  <a:pt x="7123" y="9211"/>
                  <a:pt x="6839" y="9126"/>
                  <a:pt x="6585" y="8948"/>
                </a:cubicBezTo>
                <a:lnTo>
                  <a:pt x="2773" y="6081"/>
                </a:lnTo>
                <a:cubicBezTo>
                  <a:pt x="2143" y="5672"/>
                  <a:pt x="2017" y="4821"/>
                  <a:pt x="2490" y="4191"/>
                </a:cubicBezTo>
                <a:lnTo>
                  <a:pt x="3120" y="3340"/>
                </a:lnTo>
                <a:cubicBezTo>
                  <a:pt x="3193" y="3248"/>
                  <a:pt x="3288" y="3199"/>
                  <a:pt x="3385" y="3199"/>
                </a:cubicBezTo>
                <a:close/>
                <a:moveTo>
                  <a:pt x="5829" y="1"/>
                </a:moveTo>
                <a:cubicBezTo>
                  <a:pt x="2647" y="1"/>
                  <a:pt x="1" y="2647"/>
                  <a:pt x="1" y="5829"/>
                </a:cubicBezTo>
                <a:cubicBezTo>
                  <a:pt x="64" y="9011"/>
                  <a:pt x="2647" y="11658"/>
                  <a:pt x="5892" y="11658"/>
                </a:cubicBezTo>
                <a:cubicBezTo>
                  <a:pt x="6900" y="11658"/>
                  <a:pt x="7940" y="11374"/>
                  <a:pt x="8822" y="10838"/>
                </a:cubicBezTo>
                <a:lnTo>
                  <a:pt x="11248" y="11626"/>
                </a:lnTo>
                <a:cubicBezTo>
                  <a:pt x="11272" y="11634"/>
                  <a:pt x="11299" y="11638"/>
                  <a:pt x="11329" y="11638"/>
                </a:cubicBezTo>
                <a:cubicBezTo>
                  <a:pt x="11417" y="11638"/>
                  <a:pt x="11524" y="11602"/>
                  <a:pt x="11595" y="11531"/>
                </a:cubicBezTo>
                <a:cubicBezTo>
                  <a:pt x="11658" y="11468"/>
                  <a:pt x="11721" y="11311"/>
                  <a:pt x="11658" y="11185"/>
                </a:cubicBezTo>
                <a:lnTo>
                  <a:pt x="10838" y="8791"/>
                </a:lnTo>
                <a:cubicBezTo>
                  <a:pt x="11406" y="7877"/>
                  <a:pt x="11658" y="6869"/>
                  <a:pt x="11658" y="5829"/>
                </a:cubicBezTo>
                <a:cubicBezTo>
                  <a:pt x="11658" y="2647"/>
                  <a:pt x="9043" y="1"/>
                  <a:pt x="582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378" name="Google Shape;8575;p71"/>
          <p:cNvGrpSpPr/>
          <p:nvPr/>
        </p:nvGrpSpPr>
        <p:grpSpPr>
          <a:xfrm>
            <a:off x="9231600" y="1803893"/>
            <a:ext cx="471527" cy="471527"/>
            <a:chOff x="-34003850" y="3227275"/>
            <a:chExt cx="291450" cy="291450"/>
          </a:xfrm>
        </p:grpSpPr>
        <p:sp>
          <p:nvSpPr>
            <p:cNvPr id="379" name="Google Shape;8576;p71"/>
            <p:cNvSpPr/>
            <p:nvPr/>
          </p:nvSpPr>
          <p:spPr>
            <a:xfrm>
              <a:off x="-33852625" y="3313925"/>
              <a:ext cx="128425" cy="49625"/>
            </a:xfrm>
            <a:custGeom>
              <a:avLst/>
              <a:gdLst/>
              <a:ahLst/>
              <a:cxnLst/>
              <a:rect l="l" t="t" r="r" b="b"/>
              <a:pathLst>
                <a:path w="5137" h="1985" extrusionOk="0">
                  <a:moveTo>
                    <a:pt x="473" y="0"/>
                  </a:moveTo>
                  <a:cubicBezTo>
                    <a:pt x="316" y="0"/>
                    <a:pt x="158" y="32"/>
                    <a:pt x="1" y="126"/>
                  </a:cubicBezTo>
                  <a:lnTo>
                    <a:pt x="2521" y="1985"/>
                  </a:lnTo>
                  <a:lnTo>
                    <a:pt x="5136" y="158"/>
                  </a:lnTo>
                  <a:cubicBezTo>
                    <a:pt x="4979" y="32"/>
                    <a:pt x="4790" y="0"/>
                    <a:pt x="456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80" name="Google Shape;8577;p71"/>
            <p:cNvSpPr/>
            <p:nvPr/>
          </p:nvSpPr>
          <p:spPr>
            <a:xfrm>
              <a:off x="-33866000" y="3328875"/>
              <a:ext cx="153600" cy="103200"/>
            </a:xfrm>
            <a:custGeom>
              <a:avLst/>
              <a:gdLst/>
              <a:ahLst/>
              <a:cxnLst/>
              <a:rect l="l" t="t" r="r" b="b"/>
              <a:pathLst>
                <a:path w="6144" h="4128" extrusionOk="0">
                  <a:moveTo>
                    <a:pt x="63" y="1"/>
                  </a:moveTo>
                  <a:cubicBezTo>
                    <a:pt x="32" y="127"/>
                    <a:pt x="0" y="284"/>
                    <a:pt x="0" y="379"/>
                  </a:cubicBezTo>
                  <a:lnTo>
                    <a:pt x="0" y="3120"/>
                  </a:lnTo>
                  <a:cubicBezTo>
                    <a:pt x="0" y="3655"/>
                    <a:pt x="473" y="4128"/>
                    <a:pt x="1040" y="4128"/>
                  </a:cubicBezTo>
                  <a:lnTo>
                    <a:pt x="5136" y="4128"/>
                  </a:lnTo>
                  <a:cubicBezTo>
                    <a:pt x="5671" y="4128"/>
                    <a:pt x="6144" y="3655"/>
                    <a:pt x="6144" y="3120"/>
                  </a:cubicBezTo>
                  <a:lnTo>
                    <a:pt x="6144" y="379"/>
                  </a:lnTo>
                  <a:cubicBezTo>
                    <a:pt x="6144" y="284"/>
                    <a:pt x="6112" y="190"/>
                    <a:pt x="6112" y="64"/>
                  </a:cubicBezTo>
                  <a:lnTo>
                    <a:pt x="3277" y="2048"/>
                  </a:lnTo>
                  <a:cubicBezTo>
                    <a:pt x="3214" y="2080"/>
                    <a:pt x="3151" y="2080"/>
                    <a:pt x="3056" y="2080"/>
                  </a:cubicBezTo>
                  <a:cubicBezTo>
                    <a:pt x="2993" y="2080"/>
                    <a:pt x="2962" y="2080"/>
                    <a:pt x="2867" y="2048"/>
                  </a:cubicBezTo>
                  <a:lnTo>
                    <a:pt x="6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81" name="Google Shape;8578;p71"/>
            <p:cNvSpPr/>
            <p:nvPr/>
          </p:nvSpPr>
          <p:spPr>
            <a:xfrm>
              <a:off x="-34003850" y="3279250"/>
              <a:ext cx="189050" cy="188275"/>
            </a:xfrm>
            <a:custGeom>
              <a:avLst/>
              <a:gdLst/>
              <a:ahLst/>
              <a:cxnLst/>
              <a:rect l="l" t="t" r="r" b="b"/>
              <a:pathLst>
                <a:path w="7562" h="7531" extrusionOk="0">
                  <a:moveTo>
                    <a:pt x="3781" y="2017"/>
                  </a:moveTo>
                  <a:cubicBezTo>
                    <a:pt x="3970" y="2017"/>
                    <a:pt x="4128" y="2175"/>
                    <a:pt x="4128" y="2364"/>
                  </a:cubicBezTo>
                  <a:cubicBezTo>
                    <a:pt x="4128" y="2584"/>
                    <a:pt x="3970" y="2742"/>
                    <a:pt x="3781" y="2742"/>
                  </a:cubicBezTo>
                  <a:lnTo>
                    <a:pt x="1702" y="2742"/>
                  </a:lnTo>
                  <a:cubicBezTo>
                    <a:pt x="1482" y="2742"/>
                    <a:pt x="1324" y="2584"/>
                    <a:pt x="1324" y="2364"/>
                  </a:cubicBezTo>
                  <a:cubicBezTo>
                    <a:pt x="1324" y="2175"/>
                    <a:pt x="1482" y="2017"/>
                    <a:pt x="1702" y="2017"/>
                  </a:cubicBezTo>
                  <a:close/>
                  <a:moveTo>
                    <a:pt x="3057" y="3403"/>
                  </a:moveTo>
                  <a:cubicBezTo>
                    <a:pt x="3277" y="3403"/>
                    <a:pt x="3435" y="3561"/>
                    <a:pt x="3435" y="3750"/>
                  </a:cubicBezTo>
                  <a:cubicBezTo>
                    <a:pt x="3466" y="3939"/>
                    <a:pt x="3277" y="4096"/>
                    <a:pt x="3057" y="4096"/>
                  </a:cubicBezTo>
                  <a:lnTo>
                    <a:pt x="1702" y="4096"/>
                  </a:lnTo>
                  <a:cubicBezTo>
                    <a:pt x="1482" y="4096"/>
                    <a:pt x="1324" y="3939"/>
                    <a:pt x="1324" y="3750"/>
                  </a:cubicBezTo>
                  <a:cubicBezTo>
                    <a:pt x="1324" y="3561"/>
                    <a:pt x="1482" y="3403"/>
                    <a:pt x="1702" y="3403"/>
                  </a:cubicBezTo>
                  <a:close/>
                  <a:moveTo>
                    <a:pt x="2395" y="4790"/>
                  </a:moveTo>
                  <a:cubicBezTo>
                    <a:pt x="2584" y="4790"/>
                    <a:pt x="2742" y="4947"/>
                    <a:pt x="2742" y="5136"/>
                  </a:cubicBezTo>
                  <a:cubicBezTo>
                    <a:pt x="2742" y="5325"/>
                    <a:pt x="2584" y="5483"/>
                    <a:pt x="2395" y="5483"/>
                  </a:cubicBezTo>
                  <a:lnTo>
                    <a:pt x="1702" y="5483"/>
                  </a:lnTo>
                  <a:cubicBezTo>
                    <a:pt x="1482" y="5483"/>
                    <a:pt x="1324" y="5325"/>
                    <a:pt x="1324" y="5136"/>
                  </a:cubicBezTo>
                  <a:cubicBezTo>
                    <a:pt x="1324" y="4947"/>
                    <a:pt x="1482" y="4790"/>
                    <a:pt x="1702" y="4790"/>
                  </a:cubicBezTo>
                  <a:close/>
                  <a:moveTo>
                    <a:pt x="1" y="1"/>
                  </a:moveTo>
                  <a:lnTo>
                    <a:pt x="1" y="7530"/>
                  </a:lnTo>
                  <a:lnTo>
                    <a:pt x="7562" y="7530"/>
                  </a:lnTo>
                  <a:lnTo>
                    <a:pt x="7562" y="6837"/>
                  </a:lnTo>
                  <a:lnTo>
                    <a:pt x="6522" y="6837"/>
                  </a:lnTo>
                  <a:cubicBezTo>
                    <a:pt x="5577" y="6837"/>
                    <a:pt x="4853" y="6081"/>
                    <a:pt x="4853" y="5136"/>
                  </a:cubicBezTo>
                  <a:lnTo>
                    <a:pt x="4853" y="2395"/>
                  </a:lnTo>
                  <a:cubicBezTo>
                    <a:pt x="4853" y="1450"/>
                    <a:pt x="5577" y="725"/>
                    <a:pt x="6522" y="725"/>
                  </a:cubicBezTo>
                  <a:lnTo>
                    <a:pt x="7562" y="725"/>
                  </a:lnTo>
                  <a:lnTo>
                    <a:pt x="756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82" name="Google Shape;8579;p71"/>
            <p:cNvSpPr/>
            <p:nvPr/>
          </p:nvSpPr>
          <p:spPr>
            <a:xfrm>
              <a:off x="-34003850" y="3227275"/>
              <a:ext cx="189050" cy="34675"/>
            </a:xfrm>
            <a:custGeom>
              <a:avLst/>
              <a:gdLst/>
              <a:ahLst/>
              <a:cxnLst/>
              <a:rect l="l" t="t" r="r" b="b"/>
              <a:pathLst>
                <a:path w="7562" h="1387" extrusionOk="0">
                  <a:moveTo>
                    <a:pt x="1009" y="1"/>
                  </a:moveTo>
                  <a:cubicBezTo>
                    <a:pt x="473" y="1"/>
                    <a:pt x="1" y="473"/>
                    <a:pt x="1" y="1040"/>
                  </a:cubicBezTo>
                  <a:lnTo>
                    <a:pt x="1" y="1387"/>
                  </a:lnTo>
                  <a:lnTo>
                    <a:pt x="7562" y="1387"/>
                  </a:lnTo>
                  <a:lnTo>
                    <a:pt x="7562" y="1040"/>
                  </a:lnTo>
                  <a:cubicBezTo>
                    <a:pt x="7562" y="473"/>
                    <a:pt x="7089" y="1"/>
                    <a:pt x="652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83" name="Google Shape;8580;p71"/>
            <p:cNvSpPr/>
            <p:nvPr/>
          </p:nvSpPr>
          <p:spPr>
            <a:xfrm>
              <a:off x="-34003850" y="3484050"/>
              <a:ext cx="189050" cy="34675"/>
            </a:xfrm>
            <a:custGeom>
              <a:avLst/>
              <a:gdLst/>
              <a:ahLst/>
              <a:cxnLst/>
              <a:rect l="l" t="t" r="r" b="b"/>
              <a:pathLst>
                <a:path w="7562" h="1387" extrusionOk="0">
                  <a:moveTo>
                    <a:pt x="1" y="0"/>
                  </a:moveTo>
                  <a:lnTo>
                    <a:pt x="1" y="347"/>
                  </a:lnTo>
                  <a:cubicBezTo>
                    <a:pt x="1" y="945"/>
                    <a:pt x="442" y="1386"/>
                    <a:pt x="1009" y="1386"/>
                  </a:cubicBezTo>
                  <a:lnTo>
                    <a:pt x="6522" y="1386"/>
                  </a:lnTo>
                  <a:cubicBezTo>
                    <a:pt x="7089" y="1386"/>
                    <a:pt x="7562" y="914"/>
                    <a:pt x="7562" y="347"/>
                  </a:cubicBezTo>
                  <a:lnTo>
                    <a:pt x="756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384" name="Google Shape;8581;p71"/>
          <p:cNvGrpSpPr/>
          <p:nvPr/>
        </p:nvGrpSpPr>
        <p:grpSpPr>
          <a:xfrm>
            <a:off x="9230973" y="2391482"/>
            <a:ext cx="472781" cy="472457"/>
            <a:chOff x="-34004625" y="3585850"/>
            <a:chExt cx="292225" cy="292025"/>
          </a:xfrm>
        </p:grpSpPr>
        <p:sp>
          <p:nvSpPr>
            <p:cNvPr id="385" name="Google Shape;8582;p71"/>
            <p:cNvSpPr/>
            <p:nvPr/>
          </p:nvSpPr>
          <p:spPr>
            <a:xfrm>
              <a:off x="-33832150" y="3585850"/>
              <a:ext cx="103200" cy="154200"/>
            </a:xfrm>
            <a:custGeom>
              <a:avLst/>
              <a:gdLst/>
              <a:ahLst/>
              <a:cxnLst/>
              <a:rect l="l" t="t" r="r" b="b"/>
              <a:pathLst>
                <a:path w="4128" h="6168" extrusionOk="0">
                  <a:moveTo>
                    <a:pt x="2426" y="1"/>
                  </a:moveTo>
                  <a:cubicBezTo>
                    <a:pt x="2286" y="1"/>
                    <a:pt x="2136" y="77"/>
                    <a:pt x="2112" y="244"/>
                  </a:cubicBezTo>
                  <a:lnTo>
                    <a:pt x="64" y="5064"/>
                  </a:lnTo>
                  <a:cubicBezTo>
                    <a:pt x="1" y="5222"/>
                    <a:pt x="64" y="5474"/>
                    <a:pt x="253" y="5506"/>
                  </a:cubicBezTo>
                  <a:cubicBezTo>
                    <a:pt x="295" y="5531"/>
                    <a:pt x="342" y="5543"/>
                    <a:pt x="389" y="5543"/>
                  </a:cubicBezTo>
                  <a:cubicBezTo>
                    <a:pt x="517" y="5543"/>
                    <a:pt x="648" y="5455"/>
                    <a:pt x="694" y="5317"/>
                  </a:cubicBezTo>
                  <a:lnTo>
                    <a:pt x="1261" y="4025"/>
                  </a:lnTo>
                  <a:cubicBezTo>
                    <a:pt x="1419" y="4088"/>
                    <a:pt x="1576" y="4119"/>
                    <a:pt x="1765" y="4119"/>
                  </a:cubicBezTo>
                  <a:cubicBezTo>
                    <a:pt x="1891" y="4119"/>
                    <a:pt x="1986" y="4088"/>
                    <a:pt x="2112" y="4056"/>
                  </a:cubicBezTo>
                  <a:lnTo>
                    <a:pt x="2112" y="4844"/>
                  </a:lnTo>
                  <a:cubicBezTo>
                    <a:pt x="1450" y="4970"/>
                    <a:pt x="946" y="5506"/>
                    <a:pt x="789" y="6167"/>
                  </a:cubicBezTo>
                  <a:lnTo>
                    <a:pt x="4128" y="6167"/>
                  </a:lnTo>
                  <a:cubicBezTo>
                    <a:pt x="4002" y="5506"/>
                    <a:pt x="3466" y="5001"/>
                    <a:pt x="2773" y="4844"/>
                  </a:cubicBezTo>
                  <a:lnTo>
                    <a:pt x="2773" y="3143"/>
                  </a:lnTo>
                  <a:cubicBezTo>
                    <a:pt x="2773" y="2670"/>
                    <a:pt x="2458" y="2324"/>
                    <a:pt x="2080" y="2166"/>
                  </a:cubicBezTo>
                  <a:lnTo>
                    <a:pt x="2773" y="496"/>
                  </a:lnTo>
                  <a:cubicBezTo>
                    <a:pt x="2773" y="307"/>
                    <a:pt x="2710" y="118"/>
                    <a:pt x="2553" y="24"/>
                  </a:cubicBezTo>
                  <a:cubicBezTo>
                    <a:pt x="2515" y="8"/>
                    <a:pt x="2471" y="1"/>
                    <a:pt x="242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86" name="Google Shape;8583;p71"/>
            <p:cNvSpPr/>
            <p:nvPr/>
          </p:nvSpPr>
          <p:spPr>
            <a:xfrm>
              <a:off x="-34004625" y="3690400"/>
              <a:ext cx="155175" cy="187475"/>
            </a:xfrm>
            <a:custGeom>
              <a:avLst/>
              <a:gdLst/>
              <a:ahLst/>
              <a:cxnLst/>
              <a:rect l="l" t="t" r="r" b="b"/>
              <a:pathLst>
                <a:path w="6207" h="7499" extrusionOk="0">
                  <a:moveTo>
                    <a:pt x="693" y="0"/>
                  </a:moveTo>
                  <a:cubicBezTo>
                    <a:pt x="315" y="0"/>
                    <a:pt x="0" y="315"/>
                    <a:pt x="0" y="662"/>
                  </a:cubicBezTo>
                  <a:lnTo>
                    <a:pt x="0" y="6490"/>
                  </a:lnTo>
                  <a:cubicBezTo>
                    <a:pt x="32" y="7026"/>
                    <a:pt x="504" y="7498"/>
                    <a:pt x="1103" y="7498"/>
                  </a:cubicBezTo>
                  <a:lnTo>
                    <a:pt x="6207" y="7498"/>
                  </a:lnTo>
                  <a:lnTo>
                    <a:pt x="6207" y="5797"/>
                  </a:lnTo>
                  <a:cubicBezTo>
                    <a:pt x="6207" y="5608"/>
                    <a:pt x="6049" y="5451"/>
                    <a:pt x="5860" y="5451"/>
                  </a:cubicBezTo>
                  <a:lnTo>
                    <a:pt x="1765" y="5451"/>
                  </a:lnTo>
                  <a:cubicBezTo>
                    <a:pt x="1576" y="5451"/>
                    <a:pt x="1418" y="5293"/>
                    <a:pt x="1418" y="5104"/>
                  </a:cubicBezTo>
                  <a:lnTo>
                    <a:pt x="1418" y="662"/>
                  </a:lnTo>
                  <a:cubicBezTo>
                    <a:pt x="1418" y="252"/>
                    <a:pt x="1103" y="0"/>
                    <a:pt x="69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87" name="Google Shape;8584;p71"/>
            <p:cNvSpPr/>
            <p:nvPr/>
          </p:nvSpPr>
          <p:spPr>
            <a:xfrm>
              <a:off x="-33936100" y="3621075"/>
              <a:ext cx="51200" cy="51225"/>
            </a:xfrm>
            <a:custGeom>
              <a:avLst/>
              <a:gdLst/>
              <a:ahLst/>
              <a:cxnLst/>
              <a:rect l="l" t="t" r="r" b="b"/>
              <a:pathLst>
                <a:path w="2048" h="2049" extrusionOk="0">
                  <a:moveTo>
                    <a:pt x="1040" y="1"/>
                  </a:moveTo>
                  <a:cubicBezTo>
                    <a:pt x="473" y="1"/>
                    <a:pt x="0" y="473"/>
                    <a:pt x="0" y="1041"/>
                  </a:cubicBezTo>
                  <a:cubicBezTo>
                    <a:pt x="0" y="1576"/>
                    <a:pt x="473" y="2049"/>
                    <a:pt x="1040" y="2049"/>
                  </a:cubicBezTo>
                  <a:cubicBezTo>
                    <a:pt x="1576" y="2049"/>
                    <a:pt x="2048" y="1576"/>
                    <a:pt x="2048" y="1041"/>
                  </a:cubicBezTo>
                  <a:cubicBezTo>
                    <a:pt x="2048" y="473"/>
                    <a:pt x="1607" y="1"/>
                    <a:pt x="104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88" name="Google Shape;8585;p71"/>
            <p:cNvSpPr/>
            <p:nvPr/>
          </p:nvSpPr>
          <p:spPr>
            <a:xfrm>
              <a:off x="-33952650" y="3690125"/>
              <a:ext cx="155975" cy="186950"/>
            </a:xfrm>
            <a:custGeom>
              <a:avLst/>
              <a:gdLst/>
              <a:ahLst/>
              <a:cxnLst/>
              <a:rect l="l" t="t" r="r" b="b"/>
              <a:pathLst>
                <a:path w="6239" h="7478" extrusionOk="0">
                  <a:moveTo>
                    <a:pt x="1641" y="1"/>
                  </a:moveTo>
                  <a:cubicBezTo>
                    <a:pt x="1242" y="1"/>
                    <a:pt x="819" y="205"/>
                    <a:pt x="568" y="484"/>
                  </a:cubicBezTo>
                  <a:cubicBezTo>
                    <a:pt x="190" y="799"/>
                    <a:pt x="1" y="1209"/>
                    <a:pt x="1" y="1681"/>
                  </a:cubicBezTo>
                  <a:lnTo>
                    <a:pt x="1" y="4769"/>
                  </a:lnTo>
                  <a:lnTo>
                    <a:pt x="2679" y="4769"/>
                  </a:lnTo>
                  <a:cubicBezTo>
                    <a:pt x="2521" y="4359"/>
                    <a:pt x="2175" y="4107"/>
                    <a:pt x="1702" y="4107"/>
                  </a:cubicBezTo>
                  <a:lnTo>
                    <a:pt x="1040" y="4107"/>
                  </a:lnTo>
                  <a:cubicBezTo>
                    <a:pt x="820" y="4107"/>
                    <a:pt x="662" y="3949"/>
                    <a:pt x="662" y="3729"/>
                  </a:cubicBezTo>
                  <a:lnTo>
                    <a:pt x="662" y="2374"/>
                  </a:lnTo>
                  <a:cubicBezTo>
                    <a:pt x="662" y="2154"/>
                    <a:pt x="820" y="1996"/>
                    <a:pt x="1040" y="1996"/>
                  </a:cubicBezTo>
                  <a:cubicBezTo>
                    <a:pt x="1229" y="1996"/>
                    <a:pt x="1387" y="2154"/>
                    <a:pt x="1387" y="2374"/>
                  </a:cubicBezTo>
                  <a:lnTo>
                    <a:pt x="1387" y="3382"/>
                  </a:lnTo>
                  <a:lnTo>
                    <a:pt x="1733" y="3382"/>
                  </a:lnTo>
                  <a:cubicBezTo>
                    <a:pt x="2553" y="3382"/>
                    <a:pt x="3277" y="3981"/>
                    <a:pt x="3435" y="4769"/>
                  </a:cubicBezTo>
                  <a:lnTo>
                    <a:pt x="3813" y="4769"/>
                  </a:lnTo>
                  <a:cubicBezTo>
                    <a:pt x="4380" y="4769"/>
                    <a:pt x="4852" y="5241"/>
                    <a:pt x="4852" y="5777"/>
                  </a:cubicBezTo>
                  <a:lnTo>
                    <a:pt x="4852" y="7478"/>
                  </a:lnTo>
                  <a:lnTo>
                    <a:pt x="6239" y="7478"/>
                  </a:lnTo>
                  <a:lnTo>
                    <a:pt x="6239" y="5084"/>
                  </a:lnTo>
                  <a:cubicBezTo>
                    <a:pt x="6176" y="4580"/>
                    <a:pt x="5703" y="4107"/>
                    <a:pt x="5168" y="4107"/>
                  </a:cubicBezTo>
                  <a:lnTo>
                    <a:pt x="3781" y="4107"/>
                  </a:lnTo>
                  <a:cubicBezTo>
                    <a:pt x="3592" y="4107"/>
                    <a:pt x="3435" y="3949"/>
                    <a:pt x="3435" y="3729"/>
                  </a:cubicBezTo>
                  <a:lnTo>
                    <a:pt x="3435" y="1807"/>
                  </a:lnTo>
                  <a:cubicBezTo>
                    <a:pt x="3435" y="862"/>
                    <a:pt x="2710" y="43"/>
                    <a:pt x="1796" y="11"/>
                  </a:cubicBezTo>
                  <a:cubicBezTo>
                    <a:pt x="1745" y="4"/>
                    <a:pt x="1694" y="1"/>
                    <a:pt x="164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89" name="Google Shape;8586;p71"/>
            <p:cNvSpPr/>
            <p:nvPr/>
          </p:nvSpPr>
          <p:spPr>
            <a:xfrm>
              <a:off x="-33849475" y="3758125"/>
              <a:ext cx="137075" cy="33100"/>
            </a:xfrm>
            <a:custGeom>
              <a:avLst/>
              <a:gdLst/>
              <a:ahLst/>
              <a:cxnLst/>
              <a:rect l="l" t="t" r="r" b="b"/>
              <a:pathLst>
                <a:path w="5483" h="1324" extrusionOk="0">
                  <a:moveTo>
                    <a:pt x="1" y="1"/>
                  </a:moveTo>
                  <a:lnTo>
                    <a:pt x="1" y="662"/>
                  </a:lnTo>
                  <a:lnTo>
                    <a:pt x="1041" y="662"/>
                  </a:lnTo>
                  <a:cubicBezTo>
                    <a:pt x="1576" y="662"/>
                    <a:pt x="2080" y="946"/>
                    <a:pt x="2395" y="1324"/>
                  </a:cubicBezTo>
                  <a:lnTo>
                    <a:pt x="5136" y="1324"/>
                  </a:lnTo>
                  <a:cubicBezTo>
                    <a:pt x="5325" y="1324"/>
                    <a:pt x="5483" y="1166"/>
                    <a:pt x="5483" y="977"/>
                  </a:cubicBezTo>
                  <a:lnTo>
                    <a:pt x="5483" y="316"/>
                  </a:lnTo>
                  <a:cubicBezTo>
                    <a:pt x="5483" y="158"/>
                    <a:pt x="5325" y="1"/>
                    <a:pt x="513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390" name="Google Shape;8587;p71"/>
          <p:cNvGrpSpPr/>
          <p:nvPr/>
        </p:nvGrpSpPr>
        <p:grpSpPr>
          <a:xfrm>
            <a:off x="9230327" y="2971750"/>
            <a:ext cx="474076" cy="472821"/>
            <a:chOff x="-34005425" y="3945575"/>
            <a:chExt cx="293025" cy="292250"/>
          </a:xfrm>
        </p:grpSpPr>
        <p:sp>
          <p:nvSpPr>
            <p:cNvPr id="391" name="Google Shape;8588;p71"/>
            <p:cNvSpPr/>
            <p:nvPr/>
          </p:nvSpPr>
          <p:spPr>
            <a:xfrm>
              <a:off x="-33952650" y="3998350"/>
              <a:ext cx="186700" cy="186700"/>
            </a:xfrm>
            <a:custGeom>
              <a:avLst/>
              <a:gdLst/>
              <a:ahLst/>
              <a:cxnLst/>
              <a:rect l="l" t="t" r="r" b="b"/>
              <a:pathLst>
                <a:path w="7468" h="7468" extrusionOk="0">
                  <a:moveTo>
                    <a:pt x="5861" y="2017"/>
                  </a:moveTo>
                  <a:cubicBezTo>
                    <a:pt x="6050" y="2017"/>
                    <a:pt x="6207" y="2143"/>
                    <a:pt x="6207" y="2364"/>
                  </a:cubicBezTo>
                  <a:lnTo>
                    <a:pt x="6207" y="3750"/>
                  </a:lnTo>
                  <a:lnTo>
                    <a:pt x="6207" y="5104"/>
                  </a:lnTo>
                  <a:cubicBezTo>
                    <a:pt x="6207" y="5325"/>
                    <a:pt x="6050" y="5451"/>
                    <a:pt x="5861" y="5451"/>
                  </a:cubicBezTo>
                  <a:cubicBezTo>
                    <a:pt x="5672" y="5451"/>
                    <a:pt x="5514" y="5325"/>
                    <a:pt x="5514" y="5104"/>
                  </a:cubicBezTo>
                  <a:lnTo>
                    <a:pt x="5514" y="4096"/>
                  </a:lnTo>
                  <a:lnTo>
                    <a:pt x="4474" y="4096"/>
                  </a:lnTo>
                  <a:cubicBezTo>
                    <a:pt x="4285" y="4096"/>
                    <a:pt x="4128" y="3939"/>
                    <a:pt x="4128" y="3750"/>
                  </a:cubicBezTo>
                  <a:lnTo>
                    <a:pt x="4128" y="2364"/>
                  </a:lnTo>
                  <a:cubicBezTo>
                    <a:pt x="4128" y="2143"/>
                    <a:pt x="4285" y="2017"/>
                    <a:pt x="4474" y="2017"/>
                  </a:cubicBezTo>
                  <a:cubicBezTo>
                    <a:pt x="4695" y="2017"/>
                    <a:pt x="4852" y="2143"/>
                    <a:pt x="4852" y="2364"/>
                  </a:cubicBezTo>
                  <a:lnTo>
                    <a:pt x="4852" y="3372"/>
                  </a:lnTo>
                  <a:lnTo>
                    <a:pt x="5514" y="3372"/>
                  </a:lnTo>
                  <a:lnTo>
                    <a:pt x="5514" y="2364"/>
                  </a:lnTo>
                  <a:cubicBezTo>
                    <a:pt x="5514" y="2143"/>
                    <a:pt x="5672" y="2017"/>
                    <a:pt x="5861" y="2017"/>
                  </a:cubicBezTo>
                  <a:close/>
                  <a:moveTo>
                    <a:pt x="2332" y="2017"/>
                  </a:moveTo>
                  <a:cubicBezTo>
                    <a:pt x="2868" y="2017"/>
                    <a:pt x="3340" y="2490"/>
                    <a:pt x="3340" y="3025"/>
                  </a:cubicBezTo>
                  <a:lnTo>
                    <a:pt x="3340" y="3309"/>
                  </a:lnTo>
                  <a:lnTo>
                    <a:pt x="3435" y="3309"/>
                  </a:lnTo>
                  <a:cubicBezTo>
                    <a:pt x="3435" y="3687"/>
                    <a:pt x="3183" y="4065"/>
                    <a:pt x="2868" y="4222"/>
                  </a:cubicBezTo>
                  <a:lnTo>
                    <a:pt x="2238" y="4537"/>
                  </a:lnTo>
                  <a:cubicBezTo>
                    <a:pt x="2175" y="4569"/>
                    <a:pt x="2080" y="4632"/>
                    <a:pt x="2049" y="4758"/>
                  </a:cubicBezTo>
                  <a:lnTo>
                    <a:pt x="3057" y="4758"/>
                  </a:lnTo>
                  <a:cubicBezTo>
                    <a:pt x="3277" y="4758"/>
                    <a:pt x="3435" y="4915"/>
                    <a:pt x="3435" y="5104"/>
                  </a:cubicBezTo>
                  <a:cubicBezTo>
                    <a:pt x="3435" y="5325"/>
                    <a:pt x="3277" y="5483"/>
                    <a:pt x="3057" y="5483"/>
                  </a:cubicBezTo>
                  <a:lnTo>
                    <a:pt x="1702" y="5483"/>
                  </a:lnTo>
                  <a:cubicBezTo>
                    <a:pt x="1481" y="5483"/>
                    <a:pt x="1324" y="5325"/>
                    <a:pt x="1324" y="5104"/>
                  </a:cubicBezTo>
                  <a:lnTo>
                    <a:pt x="1324" y="4852"/>
                  </a:lnTo>
                  <a:cubicBezTo>
                    <a:pt x="1324" y="4443"/>
                    <a:pt x="1576" y="4096"/>
                    <a:pt x="1891" y="3939"/>
                  </a:cubicBezTo>
                  <a:lnTo>
                    <a:pt x="2521" y="3624"/>
                  </a:lnTo>
                  <a:cubicBezTo>
                    <a:pt x="2647" y="3592"/>
                    <a:pt x="2710" y="3466"/>
                    <a:pt x="2710" y="3309"/>
                  </a:cubicBezTo>
                  <a:lnTo>
                    <a:pt x="2710" y="3025"/>
                  </a:lnTo>
                  <a:cubicBezTo>
                    <a:pt x="2710" y="2836"/>
                    <a:pt x="2553" y="2679"/>
                    <a:pt x="2364" y="2679"/>
                  </a:cubicBezTo>
                  <a:cubicBezTo>
                    <a:pt x="2175" y="2679"/>
                    <a:pt x="2017" y="2836"/>
                    <a:pt x="2017" y="3025"/>
                  </a:cubicBezTo>
                  <a:cubicBezTo>
                    <a:pt x="2017" y="3214"/>
                    <a:pt x="1859" y="3372"/>
                    <a:pt x="1639" y="3372"/>
                  </a:cubicBezTo>
                  <a:cubicBezTo>
                    <a:pt x="1450" y="3372"/>
                    <a:pt x="1292" y="3214"/>
                    <a:pt x="1292" y="3025"/>
                  </a:cubicBezTo>
                  <a:cubicBezTo>
                    <a:pt x="1292" y="2490"/>
                    <a:pt x="1765" y="2017"/>
                    <a:pt x="2332" y="2017"/>
                  </a:cubicBezTo>
                  <a:close/>
                  <a:moveTo>
                    <a:pt x="3214" y="1"/>
                  </a:moveTo>
                  <a:cubicBezTo>
                    <a:pt x="3214" y="127"/>
                    <a:pt x="3183" y="284"/>
                    <a:pt x="3120" y="379"/>
                  </a:cubicBezTo>
                  <a:cubicBezTo>
                    <a:pt x="2962" y="662"/>
                    <a:pt x="2679" y="914"/>
                    <a:pt x="2364" y="946"/>
                  </a:cubicBezTo>
                  <a:lnTo>
                    <a:pt x="1009" y="1135"/>
                  </a:lnTo>
                  <a:cubicBezTo>
                    <a:pt x="473" y="1733"/>
                    <a:pt x="64" y="2521"/>
                    <a:pt x="1" y="3372"/>
                  </a:cubicBezTo>
                  <a:lnTo>
                    <a:pt x="316" y="3372"/>
                  </a:lnTo>
                  <a:cubicBezTo>
                    <a:pt x="505" y="3372"/>
                    <a:pt x="662" y="3529"/>
                    <a:pt x="662" y="3750"/>
                  </a:cubicBezTo>
                  <a:cubicBezTo>
                    <a:pt x="662" y="3939"/>
                    <a:pt x="505" y="4096"/>
                    <a:pt x="316" y="4096"/>
                  </a:cubicBezTo>
                  <a:lnTo>
                    <a:pt x="1" y="4096"/>
                  </a:lnTo>
                  <a:cubicBezTo>
                    <a:pt x="158" y="5892"/>
                    <a:pt x="1607" y="7310"/>
                    <a:pt x="3372" y="7467"/>
                  </a:cubicBezTo>
                  <a:lnTo>
                    <a:pt x="3372" y="7121"/>
                  </a:lnTo>
                  <a:cubicBezTo>
                    <a:pt x="3372" y="6932"/>
                    <a:pt x="3529" y="6774"/>
                    <a:pt x="3750" y="6774"/>
                  </a:cubicBezTo>
                  <a:cubicBezTo>
                    <a:pt x="3939" y="6774"/>
                    <a:pt x="4096" y="6932"/>
                    <a:pt x="4096" y="7121"/>
                  </a:cubicBezTo>
                  <a:lnTo>
                    <a:pt x="4096" y="7436"/>
                  </a:lnTo>
                  <a:lnTo>
                    <a:pt x="4254" y="7436"/>
                  </a:lnTo>
                  <a:cubicBezTo>
                    <a:pt x="4254" y="7373"/>
                    <a:pt x="4285" y="7278"/>
                    <a:pt x="4317" y="7215"/>
                  </a:cubicBezTo>
                  <a:cubicBezTo>
                    <a:pt x="4443" y="6900"/>
                    <a:pt x="4758" y="6648"/>
                    <a:pt x="5073" y="6617"/>
                  </a:cubicBezTo>
                  <a:lnTo>
                    <a:pt x="6491" y="6333"/>
                  </a:lnTo>
                  <a:cubicBezTo>
                    <a:pt x="7089" y="5703"/>
                    <a:pt x="7404" y="5010"/>
                    <a:pt x="7467" y="4096"/>
                  </a:cubicBezTo>
                  <a:lnTo>
                    <a:pt x="7152" y="4096"/>
                  </a:lnTo>
                  <a:cubicBezTo>
                    <a:pt x="6963" y="4096"/>
                    <a:pt x="6806" y="3939"/>
                    <a:pt x="6806" y="3750"/>
                  </a:cubicBezTo>
                  <a:cubicBezTo>
                    <a:pt x="6806" y="3529"/>
                    <a:pt x="6963" y="3372"/>
                    <a:pt x="7152" y="3372"/>
                  </a:cubicBezTo>
                  <a:lnTo>
                    <a:pt x="7467" y="3372"/>
                  </a:lnTo>
                  <a:cubicBezTo>
                    <a:pt x="7310" y="1576"/>
                    <a:pt x="5861" y="158"/>
                    <a:pt x="4096" y="1"/>
                  </a:cubicBezTo>
                  <a:lnTo>
                    <a:pt x="4096" y="316"/>
                  </a:lnTo>
                  <a:cubicBezTo>
                    <a:pt x="4096" y="505"/>
                    <a:pt x="3939" y="662"/>
                    <a:pt x="3750" y="662"/>
                  </a:cubicBezTo>
                  <a:cubicBezTo>
                    <a:pt x="3529" y="662"/>
                    <a:pt x="3372" y="505"/>
                    <a:pt x="3372" y="316"/>
                  </a:cubicBezTo>
                  <a:lnTo>
                    <a:pt x="337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92" name="Google Shape;8589;p71"/>
            <p:cNvSpPr/>
            <p:nvPr/>
          </p:nvSpPr>
          <p:spPr>
            <a:xfrm>
              <a:off x="-33944775" y="3945575"/>
              <a:ext cx="232375" cy="247350"/>
            </a:xfrm>
            <a:custGeom>
              <a:avLst/>
              <a:gdLst/>
              <a:ahLst/>
              <a:cxnLst/>
              <a:rect l="l" t="t" r="r" b="b"/>
              <a:pathLst>
                <a:path w="9295" h="9894" extrusionOk="0">
                  <a:moveTo>
                    <a:pt x="3466" y="1"/>
                  </a:moveTo>
                  <a:cubicBezTo>
                    <a:pt x="2490" y="1"/>
                    <a:pt x="1450" y="316"/>
                    <a:pt x="1103" y="536"/>
                  </a:cubicBezTo>
                  <a:lnTo>
                    <a:pt x="1040" y="410"/>
                  </a:lnTo>
                  <a:cubicBezTo>
                    <a:pt x="970" y="340"/>
                    <a:pt x="881" y="304"/>
                    <a:pt x="788" y="304"/>
                  </a:cubicBezTo>
                  <a:cubicBezTo>
                    <a:pt x="757" y="304"/>
                    <a:pt x="725" y="308"/>
                    <a:pt x="694" y="316"/>
                  </a:cubicBezTo>
                  <a:cubicBezTo>
                    <a:pt x="599" y="379"/>
                    <a:pt x="505" y="473"/>
                    <a:pt x="473" y="568"/>
                  </a:cubicBezTo>
                  <a:cubicBezTo>
                    <a:pt x="347" y="1041"/>
                    <a:pt x="442" y="726"/>
                    <a:pt x="32" y="2143"/>
                  </a:cubicBezTo>
                  <a:cubicBezTo>
                    <a:pt x="1" y="2269"/>
                    <a:pt x="32" y="2395"/>
                    <a:pt x="127" y="2458"/>
                  </a:cubicBezTo>
                  <a:cubicBezTo>
                    <a:pt x="253" y="2584"/>
                    <a:pt x="316" y="2584"/>
                    <a:pt x="473" y="2584"/>
                  </a:cubicBezTo>
                  <a:lnTo>
                    <a:pt x="2049" y="2332"/>
                  </a:lnTo>
                  <a:cubicBezTo>
                    <a:pt x="2238" y="2301"/>
                    <a:pt x="2395" y="2080"/>
                    <a:pt x="2332" y="1860"/>
                  </a:cubicBezTo>
                  <a:lnTo>
                    <a:pt x="2206" y="1545"/>
                  </a:lnTo>
                  <a:cubicBezTo>
                    <a:pt x="2647" y="1450"/>
                    <a:pt x="3057" y="1356"/>
                    <a:pt x="3529" y="1356"/>
                  </a:cubicBezTo>
                  <a:cubicBezTo>
                    <a:pt x="5987" y="1356"/>
                    <a:pt x="8003" y="3372"/>
                    <a:pt x="8003" y="5798"/>
                  </a:cubicBezTo>
                  <a:cubicBezTo>
                    <a:pt x="8003" y="6806"/>
                    <a:pt x="7688" y="7657"/>
                    <a:pt x="7152" y="8413"/>
                  </a:cubicBezTo>
                  <a:cubicBezTo>
                    <a:pt x="7278" y="8444"/>
                    <a:pt x="7404" y="8539"/>
                    <a:pt x="7530" y="8633"/>
                  </a:cubicBezTo>
                  <a:cubicBezTo>
                    <a:pt x="7751" y="8885"/>
                    <a:pt x="7845" y="9232"/>
                    <a:pt x="7751" y="9578"/>
                  </a:cubicBezTo>
                  <a:lnTo>
                    <a:pt x="7593" y="9893"/>
                  </a:lnTo>
                  <a:cubicBezTo>
                    <a:pt x="8633" y="8854"/>
                    <a:pt x="9295" y="7436"/>
                    <a:pt x="9295" y="5861"/>
                  </a:cubicBezTo>
                  <a:cubicBezTo>
                    <a:pt x="9295" y="2616"/>
                    <a:pt x="6648" y="1"/>
                    <a:pt x="346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93" name="Google Shape;8590;p71"/>
            <p:cNvSpPr/>
            <p:nvPr/>
          </p:nvSpPr>
          <p:spPr>
            <a:xfrm>
              <a:off x="-34005425" y="3987325"/>
              <a:ext cx="237100" cy="250500"/>
            </a:xfrm>
            <a:custGeom>
              <a:avLst/>
              <a:gdLst/>
              <a:ahLst/>
              <a:cxnLst/>
              <a:rect l="l" t="t" r="r" b="b"/>
              <a:pathLst>
                <a:path w="9484" h="10020" extrusionOk="0">
                  <a:moveTo>
                    <a:pt x="1797" y="1"/>
                  </a:moveTo>
                  <a:lnTo>
                    <a:pt x="1797" y="1"/>
                  </a:lnTo>
                  <a:cubicBezTo>
                    <a:pt x="694" y="1072"/>
                    <a:pt x="1" y="2521"/>
                    <a:pt x="1" y="4191"/>
                  </a:cubicBezTo>
                  <a:cubicBezTo>
                    <a:pt x="64" y="7373"/>
                    <a:pt x="2647" y="10019"/>
                    <a:pt x="5892" y="10019"/>
                  </a:cubicBezTo>
                  <a:cubicBezTo>
                    <a:pt x="6239" y="10019"/>
                    <a:pt x="7972" y="9736"/>
                    <a:pt x="8224" y="9547"/>
                  </a:cubicBezTo>
                  <a:cubicBezTo>
                    <a:pt x="8255" y="9547"/>
                    <a:pt x="8287" y="9484"/>
                    <a:pt x="8350" y="9484"/>
                  </a:cubicBezTo>
                  <a:lnTo>
                    <a:pt x="8507" y="9641"/>
                  </a:lnTo>
                  <a:cubicBezTo>
                    <a:pt x="8576" y="9710"/>
                    <a:pt x="8661" y="9741"/>
                    <a:pt x="8743" y="9741"/>
                  </a:cubicBezTo>
                  <a:cubicBezTo>
                    <a:pt x="8887" y="9741"/>
                    <a:pt x="9023" y="9644"/>
                    <a:pt x="9043" y="9484"/>
                  </a:cubicBezTo>
                  <a:lnTo>
                    <a:pt x="9169" y="9011"/>
                  </a:lnTo>
                  <a:lnTo>
                    <a:pt x="9452" y="7814"/>
                  </a:lnTo>
                  <a:cubicBezTo>
                    <a:pt x="9484" y="7688"/>
                    <a:pt x="9452" y="7562"/>
                    <a:pt x="9358" y="7467"/>
                  </a:cubicBezTo>
                  <a:cubicBezTo>
                    <a:pt x="9278" y="7407"/>
                    <a:pt x="9211" y="7385"/>
                    <a:pt x="9132" y="7385"/>
                  </a:cubicBezTo>
                  <a:cubicBezTo>
                    <a:pt x="9087" y="7385"/>
                    <a:pt x="9037" y="7393"/>
                    <a:pt x="8980" y="7404"/>
                  </a:cubicBezTo>
                  <a:lnTo>
                    <a:pt x="7310" y="7719"/>
                  </a:lnTo>
                  <a:cubicBezTo>
                    <a:pt x="7089" y="7751"/>
                    <a:pt x="6963" y="8034"/>
                    <a:pt x="7089" y="8223"/>
                  </a:cubicBezTo>
                  <a:lnTo>
                    <a:pt x="7184" y="8444"/>
                  </a:lnTo>
                  <a:cubicBezTo>
                    <a:pt x="6774" y="8538"/>
                    <a:pt x="6333" y="8633"/>
                    <a:pt x="5861" y="8633"/>
                  </a:cubicBezTo>
                  <a:cubicBezTo>
                    <a:pt x="3403" y="8633"/>
                    <a:pt x="1419" y="6648"/>
                    <a:pt x="1419" y="4191"/>
                  </a:cubicBezTo>
                  <a:cubicBezTo>
                    <a:pt x="1419" y="3183"/>
                    <a:pt x="1734" y="2269"/>
                    <a:pt x="2269" y="1544"/>
                  </a:cubicBezTo>
                  <a:cubicBezTo>
                    <a:pt x="2143" y="1481"/>
                    <a:pt x="2049" y="1418"/>
                    <a:pt x="1954" y="1292"/>
                  </a:cubicBezTo>
                  <a:cubicBezTo>
                    <a:pt x="1734" y="1009"/>
                    <a:pt x="1639" y="662"/>
                    <a:pt x="1734" y="316"/>
                  </a:cubicBezTo>
                  <a:lnTo>
                    <a:pt x="179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394" name="Google Shape;8591;p71"/>
          <p:cNvGrpSpPr/>
          <p:nvPr/>
        </p:nvGrpSpPr>
        <p:grpSpPr>
          <a:xfrm>
            <a:off x="7426459" y="3602651"/>
            <a:ext cx="477877" cy="474076"/>
            <a:chOff x="-32174975" y="3192625"/>
            <a:chExt cx="295375" cy="293025"/>
          </a:xfrm>
        </p:grpSpPr>
        <p:sp>
          <p:nvSpPr>
            <p:cNvPr id="395" name="Google Shape;8592;p71"/>
            <p:cNvSpPr/>
            <p:nvPr/>
          </p:nvSpPr>
          <p:spPr>
            <a:xfrm>
              <a:off x="-32171050" y="3279250"/>
              <a:ext cx="291450" cy="153625"/>
            </a:xfrm>
            <a:custGeom>
              <a:avLst/>
              <a:gdLst/>
              <a:ahLst/>
              <a:cxnLst/>
              <a:rect l="l" t="t" r="r" b="b"/>
              <a:pathLst>
                <a:path w="11658" h="6145" extrusionOk="0">
                  <a:moveTo>
                    <a:pt x="5829" y="694"/>
                  </a:moveTo>
                  <a:cubicBezTo>
                    <a:pt x="7184" y="694"/>
                    <a:pt x="8255" y="1734"/>
                    <a:pt x="8255" y="3088"/>
                  </a:cubicBezTo>
                  <a:cubicBezTo>
                    <a:pt x="8255" y="4412"/>
                    <a:pt x="7153" y="5483"/>
                    <a:pt x="5829" y="5483"/>
                  </a:cubicBezTo>
                  <a:cubicBezTo>
                    <a:pt x="4506" y="5483"/>
                    <a:pt x="3435" y="4412"/>
                    <a:pt x="3435" y="3088"/>
                  </a:cubicBezTo>
                  <a:cubicBezTo>
                    <a:pt x="3435" y="1734"/>
                    <a:pt x="4506" y="694"/>
                    <a:pt x="5829" y="694"/>
                  </a:cubicBezTo>
                  <a:close/>
                  <a:moveTo>
                    <a:pt x="1" y="1"/>
                  </a:moveTo>
                  <a:lnTo>
                    <a:pt x="1" y="6144"/>
                  </a:lnTo>
                  <a:lnTo>
                    <a:pt x="11658" y="6144"/>
                  </a:lnTo>
                  <a:lnTo>
                    <a:pt x="1165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96" name="Google Shape;8593;p71"/>
            <p:cNvSpPr/>
            <p:nvPr/>
          </p:nvSpPr>
          <p:spPr>
            <a:xfrm>
              <a:off x="-32067075" y="3313925"/>
              <a:ext cx="84300" cy="85075"/>
            </a:xfrm>
            <a:custGeom>
              <a:avLst/>
              <a:gdLst/>
              <a:ahLst/>
              <a:cxnLst/>
              <a:rect l="l" t="t" r="r" b="b"/>
              <a:pathLst>
                <a:path w="3372" h="3403" extrusionOk="0">
                  <a:moveTo>
                    <a:pt x="1670" y="662"/>
                  </a:moveTo>
                  <a:cubicBezTo>
                    <a:pt x="1891" y="662"/>
                    <a:pt x="2048" y="819"/>
                    <a:pt x="2048" y="1040"/>
                  </a:cubicBezTo>
                  <a:lnTo>
                    <a:pt x="2048" y="1386"/>
                  </a:lnTo>
                  <a:lnTo>
                    <a:pt x="2395" y="1386"/>
                  </a:lnTo>
                  <a:cubicBezTo>
                    <a:pt x="2584" y="1386"/>
                    <a:pt x="2741" y="1544"/>
                    <a:pt x="2741" y="1733"/>
                  </a:cubicBezTo>
                  <a:cubicBezTo>
                    <a:pt x="2710" y="1890"/>
                    <a:pt x="2552" y="2048"/>
                    <a:pt x="2363" y="2048"/>
                  </a:cubicBezTo>
                  <a:lnTo>
                    <a:pt x="1670" y="2048"/>
                  </a:lnTo>
                  <a:cubicBezTo>
                    <a:pt x="1481" y="2048"/>
                    <a:pt x="1324" y="1890"/>
                    <a:pt x="1324" y="1701"/>
                  </a:cubicBezTo>
                  <a:lnTo>
                    <a:pt x="1324" y="1040"/>
                  </a:lnTo>
                  <a:cubicBezTo>
                    <a:pt x="1324" y="819"/>
                    <a:pt x="1481" y="662"/>
                    <a:pt x="1670" y="662"/>
                  </a:cubicBezTo>
                  <a:close/>
                  <a:moveTo>
                    <a:pt x="1670" y="0"/>
                  </a:moveTo>
                  <a:cubicBezTo>
                    <a:pt x="725" y="0"/>
                    <a:pt x="1" y="756"/>
                    <a:pt x="1" y="1701"/>
                  </a:cubicBezTo>
                  <a:cubicBezTo>
                    <a:pt x="1" y="2646"/>
                    <a:pt x="725" y="3403"/>
                    <a:pt x="1670" y="3403"/>
                  </a:cubicBezTo>
                  <a:cubicBezTo>
                    <a:pt x="2615" y="3403"/>
                    <a:pt x="3372" y="2646"/>
                    <a:pt x="3372" y="1701"/>
                  </a:cubicBezTo>
                  <a:cubicBezTo>
                    <a:pt x="3372" y="756"/>
                    <a:pt x="2615" y="0"/>
                    <a:pt x="167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97" name="Google Shape;8594;p71"/>
            <p:cNvSpPr/>
            <p:nvPr/>
          </p:nvSpPr>
          <p:spPr>
            <a:xfrm>
              <a:off x="-32171050" y="3450950"/>
              <a:ext cx="291450" cy="34700"/>
            </a:xfrm>
            <a:custGeom>
              <a:avLst/>
              <a:gdLst/>
              <a:ahLst/>
              <a:cxnLst/>
              <a:rect l="l" t="t" r="r" b="b"/>
              <a:pathLst>
                <a:path w="11658" h="1388" extrusionOk="0">
                  <a:moveTo>
                    <a:pt x="1" y="1"/>
                  </a:moveTo>
                  <a:lnTo>
                    <a:pt x="1" y="347"/>
                  </a:lnTo>
                  <a:cubicBezTo>
                    <a:pt x="1" y="915"/>
                    <a:pt x="442" y="1387"/>
                    <a:pt x="1041" y="1387"/>
                  </a:cubicBezTo>
                  <a:lnTo>
                    <a:pt x="10650" y="1387"/>
                  </a:lnTo>
                  <a:cubicBezTo>
                    <a:pt x="11217" y="1387"/>
                    <a:pt x="11658" y="915"/>
                    <a:pt x="11658" y="347"/>
                  </a:cubicBezTo>
                  <a:lnTo>
                    <a:pt x="1165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398" name="Google Shape;8595;p71"/>
            <p:cNvSpPr/>
            <p:nvPr/>
          </p:nvSpPr>
          <p:spPr>
            <a:xfrm>
              <a:off x="-32174975" y="3192625"/>
              <a:ext cx="295375" cy="70125"/>
            </a:xfrm>
            <a:custGeom>
              <a:avLst/>
              <a:gdLst/>
              <a:ahLst/>
              <a:cxnLst/>
              <a:rect l="l" t="t" r="r" b="b"/>
              <a:pathLst>
                <a:path w="11815" h="2805" extrusionOk="0">
                  <a:moveTo>
                    <a:pt x="1733" y="0"/>
                  </a:moveTo>
                  <a:cubicBezTo>
                    <a:pt x="1544" y="0"/>
                    <a:pt x="1387" y="158"/>
                    <a:pt x="1387" y="378"/>
                  </a:cubicBezTo>
                  <a:lnTo>
                    <a:pt x="1387" y="725"/>
                  </a:lnTo>
                  <a:lnTo>
                    <a:pt x="1040" y="725"/>
                  </a:lnTo>
                  <a:cubicBezTo>
                    <a:pt x="473" y="725"/>
                    <a:pt x="0" y="1197"/>
                    <a:pt x="0" y="1733"/>
                  </a:cubicBezTo>
                  <a:lnTo>
                    <a:pt x="0" y="2804"/>
                  </a:lnTo>
                  <a:lnTo>
                    <a:pt x="11657" y="2804"/>
                  </a:lnTo>
                  <a:lnTo>
                    <a:pt x="11657" y="1733"/>
                  </a:lnTo>
                  <a:lnTo>
                    <a:pt x="11815" y="1733"/>
                  </a:lnTo>
                  <a:cubicBezTo>
                    <a:pt x="11815" y="1197"/>
                    <a:pt x="11374" y="725"/>
                    <a:pt x="10807" y="725"/>
                  </a:cubicBezTo>
                  <a:lnTo>
                    <a:pt x="10460" y="725"/>
                  </a:lnTo>
                  <a:lnTo>
                    <a:pt x="10460" y="378"/>
                  </a:lnTo>
                  <a:cubicBezTo>
                    <a:pt x="10460" y="158"/>
                    <a:pt x="10303" y="0"/>
                    <a:pt x="10082" y="0"/>
                  </a:cubicBezTo>
                  <a:cubicBezTo>
                    <a:pt x="9893" y="0"/>
                    <a:pt x="9735" y="158"/>
                    <a:pt x="9735" y="378"/>
                  </a:cubicBezTo>
                  <a:lnTo>
                    <a:pt x="9735" y="725"/>
                  </a:lnTo>
                  <a:lnTo>
                    <a:pt x="8349" y="725"/>
                  </a:lnTo>
                  <a:lnTo>
                    <a:pt x="8349" y="378"/>
                  </a:lnTo>
                  <a:cubicBezTo>
                    <a:pt x="8349" y="158"/>
                    <a:pt x="8192" y="0"/>
                    <a:pt x="8003" y="0"/>
                  </a:cubicBezTo>
                  <a:cubicBezTo>
                    <a:pt x="7814" y="0"/>
                    <a:pt x="7656" y="158"/>
                    <a:pt x="7656" y="378"/>
                  </a:cubicBezTo>
                  <a:lnTo>
                    <a:pt x="7656" y="725"/>
                  </a:lnTo>
                  <a:lnTo>
                    <a:pt x="6270" y="725"/>
                  </a:lnTo>
                  <a:lnTo>
                    <a:pt x="6270" y="378"/>
                  </a:lnTo>
                  <a:cubicBezTo>
                    <a:pt x="6270" y="158"/>
                    <a:pt x="6112" y="0"/>
                    <a:pt x="5923" y="0"/>
                  </a:cubicBezTo>
                  <a:cubicBezTo>
                    <a:pt x="5734" y="0"/>
                    <a:pt x="5577" y="158"/>
                    <a:pt x="5577" y="378"/>
                  </a:cubicBezTo>
                  <a:lnTo>
                    <a:pt x="5577" y="725"/>
                  </a:lnTo>
                  <a:lnTo>
                    <a:pt x="4191" y="725"/>
                  </a:lnTo>
                  <a:lnTo>
                    <a:pt x="4191" y="378"/>
                  </a:lnTo>
                  <a:cubicBezTo>
                    <a:pt x="4191" y="158"/>
                    <a:pt x="4033" y="0"/>
                    <a:pt x="3844" y="0"/>
                  </a:cubicBezTo>
                  <a:cubicBezTo>
                    <a:pt x="3623" y="0"/>
                    <a:pt x="3466" y="158"/>
                    <a:pt x="3466" y="378"/>
                  </a:cubicBezTo>
                  <a:lnTo>
                    <a:pt x="3466" y="725"/>
                  </a:lnTo>
                  <a:lnTo>
                    <a:pt x="2111" y="725"/>
                  </a:lnTo>
                  <a:lnTo>
                    <a:pt x="2111" y="378"/>
                  </a:lnTo>
                  <a:cubicBezTo>
                    <a:pt x="2111" y="158"/>
                    <a:pt x="1954" y="0"/>
                    <a:pt x="173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399" name="Google Shape;8596;p71"/>
          <p:cNvSpPr/>
          <p:nvPr/>
        </p:nvSpPr>
        <p:spPr>
          <a:xfrm>
            <a:off x="7422520" y="4230737"/>
            <a:ext cx="484268" cy="473145"/>
          </a:xfrm>
          <a:custGeom>
            <a:avLst/>
            <a:gdLst/>
            <a:ahLst/>
            <a:cxnLst/>
            <a:rect l="l" t="t" r="r" b="b"/>
            <a:pathLst>
              <a:path w="11973" h="11698" extrusionOk="0">
                <a:moveTo>
                  <a:pt x="8928" y="1750"/>
                </a:moveTo>
                <a:cubicBezTo>
                  <a:pt x="9192" y="1750"/>
                  <a:pt x="9452" y="1852"/>
                  <a:pt x="9641" y="2057"/>
                </a:cubicBezTo>
                <a:cubicBezTo>
                  <a:pt x="10050" y="2435"/>
                  <a:pt x="10050" y="3096"/>
                  <a:pt x="9641" y="3506"/>
                </a:cubicBezTo>
                <a:cubicBezTo>
                  <a:pt x="9452" y="3695"/>
                  <a:pt x="9192" y="3790"/>
                  <a:pt x="8928" y="3790"/>
                </a:cubicBezTo>
                <a:cubicBezTo>
                  <a:pt x="8664" y="3790"/>
                  <a:pt x="8396" y="3695"/>
                  <a:pt x="8192" y="3506"/>
                </a:cubicBezTo>
                <a:cubicBezTo>
                  <a:pt x="7814" y="3096"/>
                  <a:pt x="7814" y="2435"/>
                  <a:pt x="8192" y="2057"/>
                </a:cubicBezTo>
                <a:cubicBezTo>
                  <a:pt x="8396" y="1852"/>
                  <a:pt x="8664" y="1750"/>
                  <a:pt x="8928" y="1750"/>
                </a:cubicBezTo>
                <a:close/>
                <a:moveTo>
                  <a:pt x="7901" y="1"/>
                </a:moveTo>
                <a:cubicBezTo>
                  <a:pt x="6958" y="1"/>
                  <a:pt x="6010" y="363"/>
                  <a:pt x="5293" y="1080"/>
                </a:cubicBezTo>
                <a:cubicBezTo>
                  <a:pt x="4285" y="2088"/>
                  <a:pt x="3939" y="3569"/>
                  <a:pt x="4380" y="4924"/>
                </a:cubicBezTo>
                <a:lnTo>
                  <a:pt x="126" y="9177"/>
                </a:lnTo>
                <a:cubicBezTo>
                  <a:pt x="32" y="9240"/>
                  <a:pt x="0" y="9334"/>
                  <a:pt x="0" y="9397"/>
                </a:cubicBezTo>
                <a:lnTo>
                  <a:pt x="0" y="11319"/>
                </a:lnTo>
                <a:cubicBezTo>
                  <a:pt x="0" y="11540"/>
                  <a:pt x="158" y="11697"/>
                  <a:pt x="347" y="11697"/>
                </a:cubicBezTo>
                <a:lnTo>
                  <a:pt x="2300" y="11697"/>
                </a:lnTo>
                <a:cubicBezTo>
                  <a:pt x="2363" y="11697"/>
                  <a:pt x="2489" y="11634"/>
                  <a:pt x="2521" y="11571"/>
                </a:cubicBezTo>
                <a:lnTo>
                  <a:pt x="2993" y="11099"/>
                </a:lnTo>
                <a:cubicBezTo>
                  <a:pt x="3088" y="11004"/>
                  <a:pt x="3119" y="10910"/>
                  <a:pt x="3088" y="10815"/>
                </a:cubicBezTo>
                <a:lnTo>
                  <a:pt x="2993" y="10311"/>
                </a:lnTo>
                <a:lnTo>
                  <a:pt x="3718" y="10217"/>
                </a:lnTo>
                <a:cubicBezTo>
                  <a:pt x="3876" y="10217"/>
                  <a:pt x="3970" y="10091"/>
                  <a:pt x="4033" y="9902"/>
                </a:cubicBezTo>
                <a:lnTo>
                  <a:pt x="4096" y="9208"/>
                </a:lnTo>
                <a:lnTo>
                  <a:pt x="4600" y="9271"/>
                </a:lnTo>
                <a:cubicBezTo>
                  <a:pt x="4695" y="9271"/>
                  <a:pt x="4821" y="9271"/>
                  <a:pt x="4884" y="9208"/>
                </a:cubicBezTo>
                <a:cubicBezTo>
                  <a:pt x="4978" y="9114"/>
                  <a:pt x="5010" y="9051"/>
                  <a:pt x="5010" y="8956"/>
                </a:cubicBezTo>
                <a:lnTo>
                  <a:pt x="5010" y="8326"/>
                </a:lnTo>
                <a:lnTo>
                  <a:pt x="5640" y="8326"/>
                </a:lnTo>
                <a:cubicBezTo>
                  <a:pt x="5703" y="8326"/>
                  <a:pt x="5829" y="8295"/>
                  <a:pt x="5860" y="8232"/>
                </a:cubicBezTo>
                <a:lnTo>
                  <a:pt x="6742" y="7350"/>
                </a:lnTo>
                <a:cubicBezTo>
                  <a:pt x="7131" y="7479"/>
                  <a:pt x="7533" y="7543"/>
                  <a:pt x="7931" y="7543"/>
                </a:cubicBezTo>
                <a:cubicBezTo>
                  <a:pt x="8891" y="7543"/>
                  <a:pt x="9833" y="7171"/>
                  <a:pt x="10523" y="6436"/>
                </a:cubicBezTo>
                <a:cubicBezTo>
                  <a:pt x="11972" y="4987"/>
                  <a:pt x="11972" y="2592"/>
                  <a:pt x="10523" y="1143"/>
                </a:cubicBezTo>
                <a:cubicBezTo>
                  <a:pt x="9823" y="379"/>
                  <a:pt x="8865" y="1"/>
                  <a:pt x="790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00" name="Google Shape;8597;p71"/>
          <p:cNvSpPr/>
          <p:nvPr/>
        </p:nvSpPr>
        <p:spPr>
          <a:xfrm>
            <a:off x="7428891" y="4850850"/>
            <a:ext cx="471527" cy="472781"/>
          </a:xfrm>
          <a:custGeom>
            <a:avLst/>
            <a:gdLst/>
            <a:ahLst/>
            <a:cxnLst/>
            <a:rect l="l" t="t" r="r" b="b"/>
            <a:pathLst>
              <a:path w="11658" h="11689" extrusionOk="0">
                <a:moveTo>
                  <a:pt x="7877" y="1386"/>
                </a:moveTo>
                <a:cubicBezTo>
                  <a:pt x="9232" y="1386"/>
                  <a:pt x="10303" y="2458"/>
                  <a:pt x="10303" y="3781"/>
                </a:cubicBezTo>
                <a:lnTo>
                  <a:pt x="10303" y="4883"/>
                </a:lnTo>
                <a:cubicBezTo>
                  <a:pt x="10240" y="4883"/>
                  <a:pt x="10209" y="4946"/>
                  <a:pt x="10177" y="4946"/>
                </a:cubicBezTo>
                <a:cubicBezTo>
                  <a:pt x="10019" y="4190"/>
                  <a:pt x="9704" y="3529"/>
                  <a:pt x="9200" y="2962"/>
                </a:cubicBezTo>
                <a:lnTo>
                  <a:pt x="7720" y="4442"/>
                </a:lnTo>
                <a:cubicBezTo>
                  <a:pt x="8192" y="5072"/>
                  <a:pt x="8318" y="5860"/>
                  <a:pt x="8098" y="6648"/>
                </a:cubicBezTo>
                <a:cubicBezTo>
                  <a:pt x="8003" y="6868"/>
                  <a:pt x="7877" y="7057"/>
                  <a:pt x="7720" y="7278"/>
                </a:cubicBezTo>
                <a:lnTo>
                  <a:pt x="9200" y="8727"/>
                </a:lnTo>
                <a:cubicBezTo>
                  <a:pt x="9673" y="8160"/>
                  <a:pt x="10019" y="7498"/>
                  <a:pt x="10177" y="6742"/>
                </a:cubicBezTo>
                <a:cubicBezTo>
                  <a:pt x="10209" y="6742"/>
                  <a:pt x="10240" y="6805"/>
                  <a:pt x="10303" y="6805"/>
                </a:cubicBezTo>
                <a:lnTo>
                  <a:pt x="10303" y="7908"/>
                </a:lnTo>
                <a:cubicBezTo>
                  <a:pt x="10303" y="9231"/>
                  <a:pt x="9232" y="10302"/>
                  <a:pt x="7877" y="10302"/>
                </a:cubicBezTo>
                <a:lnTo>
                  <a:pt x="6774" y="10302"/>
                </a:lnTo>
                <a:cubicBezTo>
                  <a:pt x="6774" y="10271"/>
                  <a:pt x="6743" y="10208"/>
                  <a:pt x="6743" y="10176"/>
                </a:cubicBezTo>
                <a:cubicBezTo>
                  <a:pt x="7499" y="10019"/>
                  <a:pt x="8161" y="9704"/>
                  <a:pt x="8728" y="9200"/>
                </a:cubicBezTo>
                <a:lnTo>
                  <a:pt x="7279" y="7750"/>
                </a:lnTo>
                <a:cubicBezTo>
                  <a:pt x="7058" y="7908"/>
                  <a:pt x="6869" y="8002"/>
                  <a:pt x="6648" y="8097"/>
                </a:cubicBezTo>
                <a:cubicBezTo>
                  <a:pt x="6365" y="8160"/>
                  <a:pt x="6081" y="8223"/>
                  <a:pt x="5861" y="8223"/>
                </a:cubicBezTo>
                <a:cubicBezTo>
                  <a:pt x="5325" y="8223"/>
                  <a:pt x="4821" y="8065"/>
                  <a:pt x="4443" y="7750"/>
                </a:cubicBezTo>
                <a:lnTo>
                  <a:pt x="2962" y="9200"/>
                </a:lnTo>
                <a:cubicBezTo>
                  <a:pt x="3529" y="9672"/>
                  <a:pt x="4191" y="10019"/>
                  <a:pt x="4947" y="10176"/>
                </a:cubicBezTo>
                <a:cubicBezTo>
                  <a:pt x="4947" y="10208"/>
                  <a:pt x="4916" y="10271"/>
                  <a:pt x="4916" y="10302"/>
                </a:cubicBezTo>
                <a:lnTo>
                  <a:pt x="3813" y="10302"/>
                </a:lnTo>
                <a:cubicBezTo>
                  <a:pt x="2458" y="10302"/>
                  <a:pt x="1387" y="9231"/>
                  <a:pt x="1387" y="7908"/>
                </a:cubicBezTo>
                <a:lnTo>
                  <a:pt x="1387" y="6805"/>
                </a:lnTo>
                <a:cubicBezTo>
                  <a:pt x="1450" y="6805"/>
                  <a:pt x="1482" y="6742"/>
                  <a:pt x="1513" y="6742"/>
                </a:cubicBezTo>
                <a:cubicBezTo>
                  <a:pt x="1671" y="7498"/>
                  <a:pt x="1986" y="8160"/>
                  <a:pt x="2490" y="8727"/>
                </a:cubicBezTo>
                <a:lnTo>
                  <a:pt x="3971" y="7278"/>
                </a:lnTo>
                <a:cubicBezTo>
                  <a:pt x="3498" y="6648"/>
                  <a:pt x="3372" y="5860"/>
                  <a:pt x="3592" y="5072"/>
                </a:cubicBezTo>
                <a:cubicBezTo>
                  <a:pt x="3687" y="4820"/>
                  <a:pt x="3813" y="4631"/>
                  <a:pt x="3971" y="4442"/>
                </a:cubicBezTo>
                <a:lnTo>
                  <a:pt x="2490" y="2962"/>
                </a:lnTo>
                <a:cubicBezTo>
                  <a:pt x="2017" y="3529"/>
                  <a:pt x="1671" y="4190"/>
                  <a:pt x="1513" y="4946"/>
                </a:cubicBezTo>
                <a:cubicBezTo>
                  <a:pt x="1482" y="4946"/>
                  <a:pt x="1450" y="4883"/>
                  <a:pt x="1387" y="4883"/>
                </a:cubicBezTo>
                <a:lnTo>
                  <a:pt x="1387" y="3781"/>
                </a:lnTo>
                <a:cubicBezTo>
                  <a:pt x="1387" y="2458"/>
                  <a:pt x="2458" y="1386"/>
                  <a:pt x="3813" y="1386"/>
                </a:cubicBezTo>
                <a:lnTo>
                  <a:pt x="4916" y="1386"/>
                </a:lnTo>
                <a:cubicBezTo>
                  <a:pt x="4916" y="1418"/>
                  <a:pt x="4947" y="1481"/>
                  <a:pt x="4947" y="1512"/>
                </a:cubicBezTo>
                <a:cubicBezTo>
                  <a:pt x="4191" y="1670"/>
                  <a:pt x="3529" y="1985"/>
                  <a:pt x="2962" y="2489"/>
                </a:cubicBezTo>
                <a:lnTo>
                  <a:pt x="4443" y="3938"/>
                </a:lnTo>
                <a:cubicBezTo>
                  <a:pt x="4632" y="3781"/>
                  <a:pt x="4821" y="3686"/>
                  <a:pt x="5073" y="3592"/>
                </a:cubicBezTo>
                <a:cubicBezTo>
                  <a:pt x="5339" y="3496"/>
                  <a:pt x="5605" y="3451"/>
                  <a:pt x="5865" y="3451"/>
                </a:cubicBezTo>
                <a:cubicBezTo>
                  <a:pt x="6375" y="3451"/>
                  <a:pt x="6861" y="3625"/>
                  <a:pt x="7279" y="3938"/>
                </a:cubicBezTo>
                <a:lnTo>
                  <a:pt x="8728" y="2489"/>
                </a:lnTo>
                <a:cubicBezTo>
                  <a:pt x="8161" y="2016"/>
                  <a:pt x="7499" y="1670"/>
                  <a:pt x="6743" y="1512"/>
                </a:cubicBezTo>
                <a:cubicBezTo>
                  <a:pt x="6743" y="1481"/>
                  <a:pt x="6774" y="1418"/>
                  <a:pt x="6774" y="1386"/>
                </a:cubicBezTo>
                <a:close/>
                <a:moveTo>
                  <a:pt x="5829" y="0"/>
                </a:moveTo>
                <a:cubicBezTo>
                  <a:pt x="5420" y="0"/>
                  <a:pt x="5010" y="315"/>
                  <a:pt x="4884" y="725"/>
                </a:cubicBezTo>
                <a:lnTo>
                  <a:pt x="3782" y="725"/>
                </a:lnTo>
                <a:cubicBezTo>
                  <a:pt x="2112" y="725"/>
                  <a:pt x="726" y="2111"/>
                  <a:pt x="726" y="3781"/>
                </a:cubicBezTo>
                <a:lnTo>
                  <a:pt x="726" y="4883"/>
                </a:lnTo>
                <a:cubicBezTo>
                  <a:pt x="316" y="5041"/>
                  <a:pt x="1" y="5419"/>
                  <a:pt x="1" y="5829"/>
                </a:cubicBezTo>
                <a:cubicBezTo>
                  <a:pt x="1" y="6270"/>
                  <a:pt x="316" y="6679"/>
                  <a:pt x="726" y="6774"/>
                </a:cubicBezTo>
                <a:lnTo>
                  <a:pt x="726" y="7876"/>
                </a:lnTo>
                <a:cubicBezTo>
                  <a:pt x="726" y="9578"/>
                  <a:pt x="2112" y="10964"/>
                  <a:pt x="3782" y="10964"/>
                </a:cubicBezTo>
                <a:lnTo>
                  <a:pt x="4884" y="10964"/>
                </a:lnTo>
                <a:cubicBezTo>
                  <a:pt x="5042" y="11342"/>
                  <a:pt x="5420" y="11688"/>
                  <a:pt x="5829" y="11688"/>
                </a:cubicBezTo>
                <a:cubicBezTo>
                  <a:pt x="6270" y="11688"/>
                  <a:pt x="6680" y="11342"/>
                  <a:pt x="6774" y="10964"/>
                </a:cubicBezTo>
                <a:lnTo>
                  <a:pt x="7877" y="10964"/>
                </a:lnTo>
                <a:cubicBezTo>
                  <a:pt x="9578" y="10964"/>
                  <a:pt x="10965" y="9578"/>
                  <a:pt x="10965" y="7876"/>
                </a:cubicBezTo>
                <a:lnTo>
                  <a:pt x="10965" y="6774"/>
                </a:lnTo>
                <a:cubicBezTo>
                  <a:pt x="11343" y="6616"/>
                  <a:pt x="11658" y="6270"/>
                  <a:pt x="11658" y="5829"/>
                </a:cubicBezTo>
                <a:cubicBezTo>
                  <a:pt x="11658" y="5419"/>
                  <a:pt x="11343" y="5072"/>
                  <a:pt x="10965" y="4883"/>
                </a:cubicBezTo>
                <a:lnTo>
                  <a:pt x="10965" y="3781"/>
                </a:lnTo>
                <a:cubicBezTo>
                  <a:pt x="10965" y="2111"/>
                  <a:pt x="9578" y="725"/>
                  <a:pt x="7877" y="725"/>
                </a:cubicBezTo>
                <a:lnTo>
                  <a:pt x="6774" y="725"/>
                </a:lnTo>
                <a:cubicBezTo>
                  <a:pt x="6617" y="315"/>
                  <a:pt x="6270" y="0"/>
                  <a:pt x="582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401" name="Google Shape;8598;p71"/>
          <p:cNvGrpSpPr/>
          <p:nvPr/>
        </p:nvGrpSpPr>
        <p:grpSpPr>
          <a:xfrm>
            <a:off x="10411992" y="3603925"/>
            <a:ext cx="472781" cy="471527"/>
            <a:chOff x="-30345325" y="3184750"/>
            <a:chExt cx="292225" cy="291450"/>
          </a:xfrm>
        </p:grpSpPr>
        <p:sp>
          <p:nvSpPr>
            <p:cNvPr id="402" name="Google Shape;8599;p71"/>
            <p:cNvSpPr/>
            <p:nvPr/>
          </p:nvSpPr>
          <p:spPr>
            <a:xfrm>
              <a:off x="-30328000" y="3184750"/>
              <a:ext cx="258375" cy="120950"/>
            </a:xfrm>
            <a:custGeom>
              <a:avLst/>
              <a:gdLst/>
              <a:ahLst/>
              <a:cxnLst/>
              <a:rect l="l" t="t" r="r" b="b"/>
              <a:pathLst>
                <a:path w="10335" h="4838" extrusionOk="0">
                  <a:moveTo>
                    <a:pt x="1040" y="0"/>
                  </a:moveTo>
                  <a:cubicBezTo>
                    <a:pt x="473" y="0"/>
                    <a:pt x="1" y="473"/>
                    <a:pt x="1" y="1071"/>
                  </a:cubicBezTo>
                  <a:lnTo>
                    <a:pt x="1" y="2458"/>
                  </a:lnTo>
                  <a:cubicBezTo>
                    <a:pt x="1" y="2993"/>
                    <a:pt x="473" y="3466"/>
                    <a:pt x="1040" y="3466"/>
                  </a:cubicBezTo>
                  <a:lnTo>
                    <a:pt x="2048" y="3466"/>
                  </a:lnTo>
                  <a:lnTo>
                    <a:pt x="2048" y="4505"/>
                  </a:lnTo>
                  <a:cubicBezTo>
                    <a:pt x="2048" y="4663"/>
                    <a:pt x="2143" y="4757"/>
                    <a:pt x="2269" y="4820"/>
                  </a:cubicBezTo>
                  <a:cubicBezTo>
                    <a:pt x="2300" y="4831"/>
                    <a:pt x="2339" y="4838"/>
                    <a:pt x="2380" y="4838"/>
                  </a:cubicBezTo>
                  <a:cubicBezTo>
                    <a:pt x="2461" y="4838"/>
                    <a:pt x="2552" y="4810"/>
                    <a:pt x="2615" y="4726"/>
                  </a:cubicBezTo>
                  <a:lnTo>
                    <a:pt x="3876" y="3466"/>
                  </a:lnTo>
                  <a:lnTo>
                    <a:pt x="6365" y="3466"/>
                  </a:lnTo>
                  <a:lnTo>
                    <a:pt x="7625" y="4726"/>
                  </a:lnTo>
                  <a:cubicBezTo>
                    <a:pt x="7688" y="4810"/>
                    <a:pt x="7765" y="4838"/>
                    <a:pt x="7846" y="4838"/>
                  </a:cubicBezTo>
                  <a:cubicBezTo>
                    <a:pt x="7887" y="4838"/>
                    <a:pt x="7929" y="4831"/>
                    <a:pt x="7971" y="4820"/>
                  </a:cubicBezTo>
                  <a:cubicBezTo>
                    <a:pt x="8097" y="4789"/>
                    <a:pt x="8160" y="4631"/>
                    <a:pt x="8160" y="4505"/>
                  </a:cubicBezTo>
                  <a:lnTo>
                    <a:pt x="8160" y="3466"/>
                  </a:lnTo>
                  <a:lnTo>
                    <a:pt x="9231" y="3466"/>
                  </a:lnTo>
                  <a:cubicBezTo>
                    <a:pt x="9862" y="3466"/>
                    <a:pt x="10334" y="2993"/>
                    <a:pt x="10334" y="2458"/>
                  </a:cubicBezTo>
                  <a:lnTo>
                    <a:pt x="10334" y="1071"/>
                  </a:lnTo>
                  <a:cubicBezTo>
                    <a:pt x="10334" y="536"/>
                    <a:pt x="9862" y="0"/>
                    <a:pt x="929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03" name="Google Shape;8600;p71"/>
            <p:cNvSpPr/>
            <p:nvPr/>
          </p:nvSpPr>
          <p:spPr>
            <a:xfrm>
              <a:off x="-30310675" y="3322575"/>
              <a:ext cx="68550" cy="69350"/>
            </a:xfrm>
            <a:custGeom>
              <a:avLst/>
              <a:gdLst/>
              <a:ahLst/>
              <a:cxnLst/>
              <a:rect l="l" t="t" r="r" b="b"/>
              <a:pathLst>
                <a:path w="2742" h="2774" extrusionOk="0">
                  <a:moveTo>
                    <a:pt x="1387" y="1"/>
                  </a:moveTo>
                  <a:cubicBezTo>
                    <a:pt x="599" y="1"/>
                    <a:pt x="1" y="631"/>
                    <a:pt x="1" y="1387"/>
                  </a:cubicBezTo>
                  <a:cubicBezTo>
                    <a:pt x="1" y="2143"/>
                    <a:pt x="599" y="2773"/>
                    <a:pt x="1387" y="2773"/>
                  </a:cubicBezTo>
                  <a:cubicBezTo>
                    <a:pt x="2143" y="2773"/>
                    <a:pt x="2742" y="2143"/>
                    <a:pt x="2742" y="1387"/>
                  </a:cubicBezTo>
                  <a:cubicBezTo>
                    <a:pt x="2742" y="631"/>
                    <a:pt x="2143" y="1"/>
                    <a:pt x="138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04" name="Google Shape;8601;p71"/>
            <p:cNvSpPr/>
            <p:nvPr/>
          </p:nvSpPr>
          <p:spPr>
            <a:xfrm>
              <a:off x="-30345325" y="3408425"/>
              <a:ext cx="137075" cy="67775"/>
            </a:xfrm>
            <a:custGeom>
              <a:avLst/>
              <a:gdLst/>
              <a:ahLst/>
              <a:cxnLst/>
              <a:rect l="l" t="t" r="r" b="b"/>
              <a:pathLst>
                <a:path w="5483" h="2711" extrusionOk="0">
                  <a:moveTo>
                    <a:pt x="2741" y="1"/>
                  </a:moveTo>
                  <a:cubicBezTo>
                    <a:pt x="1387" y="1"/>
                    <a:pt x="221" y="1040"/>
                    <a:pt x="32" y="2332"/>
                  </a:cubicBezTo>
                  <a:cubicBezTo>
                    <a:pt x="0" y="2521"/>
                    <a:pt x="158" y="2710"/>
                    <a:pt x="378" y="2710"/>
                  </a:cubicBezTo>
                  <a:lnTo>
                    <a:pt x="5104" y="2710"/>
                  </a:lnTo>
                  <a:cubicBezTo>
                    <a:pt x="5325" y="2710"/>
                    <a:pt x="5482" y="2521"/>
                    <a:pt x="5482" y="2332"/>
                  </a:cubicBezTo>
                  <a:cubicBezTo>
                    <a:pt x="5262" y="977"/>
                    <a:pt x="4128" y="1"/>
                    <a:pt x="274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05" name="Google Shape;8602;p71"/>
            <p:cNvSpPr/>
            <p:nvPr/>
          </p:nvSpPr>
          <p:spPr>
            <a:xfrm>
              <a:off x="-30156300" y="3322575"/>
              <a:ext cx="68550" cy="69350"/>
            </a:xfrm>
            <a:custGeom>
              <a:avLst/>
              <a:gdLst/>
              <a:ahLst/>
              <a:cxnLst/>
              <a:rect l="l" t="t" r="r" b="b"/>
              <a:pathLst>
                <a:path w="2742" h="2774" extrusionOk="0">
                  <a:moveTo>
                    <a:pt x="1387" y="1"/>
                  </a:moveTo>
                  <a:cubicBezTo>
                    <a:pt x="631" y="1"/>
                    <a:pt x="1" y="631"/>
                    <a:pt x="1" y="1387"/>
                  </a:cubicBezTo>
                  <a:cubicBezTo>
                    <a:pt x="1" y="2143"/>
                    <a:pt x="631" y="2773"/>
                    <a:pt x="1387" y="2773"/>
                  </a:cubicBezTo>
                  <a:cubicBezTo>
                    <a:pt x="2111" y="2773"/>
                    <a:pt x="2742" y="2143"/>
                    <a:pt x="2742" y="1387"/>
                  </a:cubicBezTo>
                  <a:cubicBezTo>
                    <a:pt x="2742" y="631"/>
                    <a:pt x="2111" y="1"/>
                    <a:pt x="138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06" name="Google Shape;8603;p71"/>
            <p:cNvSpPr/>
            <p:nvPr/>
          </p:nvSpPr>
          <p:spPr>
            <a:xfrm>
              <a:off x="-30190950" y="3408425"/>
              <a:ext cx="137850" cy="67775"/>
            </a:xfrm>
            <a:custGeom>
              <a:avLst/>
              <a:gdLst/>
              <a:ahLst/>
              <a:cxnLst/>
              <a:rect l="l" t="t" r="r" b="b"/>
              <a:pathLst>
                <a:path w="5514" h="2711" extrusionOk="0">
                  <a:moveTo>
                    <a:pt x="2773" y="1"/>
                  </a:moveTo>
                  <a:cubicBezTo>
                    <a:pt x="1387" y="1"/>
                    <a:pt x="252" y="1040"/>
                    <a:pt x="32" y="2332"/>
                  </a:cubicBezTo>
                  <a:cubicBezTo>
                    <a:pt x="0" y="2521"/>
                    <a:pt x="158" y="2710"/>
                    <a:pt x="410" y="2710"/>
                  </a:cubicBezTo>
                  <a:lnTo>
                    <a:pt x="5167" y="2710"/>
                  </a:lnTo>
                  <a:cubicBezTo>
                    <a:pt x="5356" y="2710"/>
                    <a:pt x="5514" y="2521"/>
                    <a:pt x="5514" y="2332"/>
                  </a:cubicBezTo>
                  <a:cubicBezTo>
                    <a:pt x="5293" y="977"/>
                    <a:pt x="4128" y="1"/>
                    <a:pt x="277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407" name="Google Shape;8604;p71"/>
          <p:cNvGrpSpPr/>
          <p:nvPr/>
        </p:nvGrpSpPr>
        <p:grpSpPr>
          <a:xfrm>
            <a:off x="6844995" y="1803893"/>
            <a:ext cx="471527" cy="471527"/>
            <a:chOff x="-35481425" y="3202075"/>
            <a:chExt cx="291450" cy="291450"/>
          </a:xfrm>
        </p:grpSpPr>
        <p:sp>
          <p:nvSpPr>
            <p:cNvPr id="408" name="Google Shape;8605;p71"/>
            <p:cNvSpPr/>
            <p:nvPr/>
          </p:nvSpPr>
          <p:spPr>
            <a:xfrm>
              <a:off x="-35414475" y="3304600"/>
              <a:ext cx="154400" cy="85975"/>
            </a:xfrm>
            <a:custGeom>
              <a:avLst/>
              <a:gdLst/>
              <a:ahLst/>
              <a:cxnLst/>
              <a:rect l="l" t="t" r="r" b="b"/>
              <a:pathLst>
                <a:path w="6176" h="3439" extrusionOk="0">
                  <a:moveTo>
                    <a:pt x="4433" y="0"/>
                  </a:moveTo>
                  <a:cubicBezTo>
                    <a:pt x="4393" y="0"/>
                    <a:pt x="4354" y="8"/>
                    <a:pt x="4317" y="26"/>
                  </a:cubicBezTo>
                  <a:cubicBezTo>
                    <a:pt x="4191" y="58"/>
                    <a:pt x="4128" y="216"/>
                    <a:pt x="4128" y="342"/>
                  </a:cubicBezTo>
                  <a:lnTo>
                    <a:pt x="4128" y="1003"/>
                  </a:lnTo>
                  <a:lnTo>
                    <a:pt x="2048" y="1003"/>
                  </a:lnTo>
                  <a:lnTo>
                    <a:pt x="2048" y="342"/>
                  </a:lnTo>
                  <a:cubicBezTo>
                    <a:pt x="2048" y="184"/>
                    <a:pt x="1954" y="58"/>
                    <a:pt x="1828" y="26"/>
                  </a:cubicBezTo>
                  <a:cubicBezTo>
                    <a:pt x="1793" y="15"/>
                    <a:pt x="1750" y="8"/>
                    <a:pt x="1705" y="8"/>
                  </a:cubicBezTo>
                  <a:cubicBezTo>
                    <a:pt x="1626" y="8"/>
                    <a:pt x="1541" y="30"/>
                    <a:pt x="1481" y="89"/>
                  </a:cubicBezTo>
                  <a:lnTo>
                    <a:pt x="95" y="1476"/>
                  </a:lnTo>
                  <a:cubicBezTo>
                    <a:pt x="0" y="1602"/>
                    <a:pt x="0" y="1822"/>
                    <a:pt x="95" y="1948"/>
                  </a:cubicBezTo>
                  <a:lnTo>
                    <a:pt x="1481" y="3334"/>
                  </a:lnTo>
                  <a:cubicBezTo>
                    <a:pt x="1548" y="3379"/>
                    <a:pt x="1646" y="3424"/>
                    <a:pt x="1732" y="3424"/>
                  </a:cubicBezTo>
                  <a:cubicBezTo>
                    <a:pt x="1767" y="3424"/>
                    <a:pt x="1800" y="3416"/>
                    <a:pt x="1828" y="3398"/>
                  </a:cubicBezTo>
                  <a:cubicBezTo>
                    <a:pt x="1954" y="3366"/>
                    <a:pt x="2048" y="3208"/>
                    <a:pt x="2048" y="3082"/>
                  </a:cubicBezTo>
                  <a:lnTo>
                    <a:pt x="2048" y="2421"/>
                  </a:lnTo>
                  <a:lnTo>
                    <a:pt x="4128" y="2421"/>
                  </a:lnTo>
                  <a:lnTo>
                    <a:pt x="4128" y="3082"/>
                  </a:lnTo>
                  <a:cubicBezTo>
                    <a:pt x="4128" y="3240"/>
                    <a:pt x="4191" y="3366"/>
                    <a:pt x="4317" y="3398"/>
                  </a:cubicBezTo>
                  <a:cubicBezTo>
                    <a:pt x="4369" y="3424"/>
                    <a:pt x="4426" y="3439"/>
                    <a:pt x="4483" y="3439"/>
                  </a:cubicBezTo>
                  <a:cubicBezTo>
                    <a:pt x="4562" y="3439"/>
                    <a:pt x="4639" y="3408"/>
                    <a:pt x="4695" y="3334"/>
                  </a:cubicBezTo>
                  <a:lnTo>
                    <a:pt x="6049" y="1948"/>
                  </a:lnTo>
                  <a:cubicBezTo>
                    <a:pt x="6175" y="1822"/>
                    <a:pt x="6175" y="1602"/>
                    <a:pt x="6049" y="1476"/>
                  </a:cubicBezTo>
                  <a:lnTo>
                    <a:pt x="4695" y="89"/>
                  </a:lnTo>
                  <a:cubicBezTo>
                    <a:pt x="4628" y="45"/>
                    <a:pt x="4530" y="0"/>
                    <a:pt x="443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09" name="Google Shape;8606;p71"/>
            <p:cNvSpPr/>
            <p:nvPr/>
          </p:nvSpPr>
          <p:spPr>
            <a:xfrm>
              <a:off x="-35413700" y="3202075"/>
              <a:ext cx="34700" cy="103200"/>
            </a:xfrm>
            <a:custGeom>
              <a:avLst/>
              <a:gdLst/>
              <a:ahLst/>
              <a:cxnLst/>
              <a:rect l="l" t="t" r="r" b="b"/>
              <a:pathLst>
                <a:path w="1388" h="4128" extrusionOk="0">
                  <a:moveTo>
                    <a:pt x="1" y="0"/>
                  </a:moveTo>
                  <a:lnTo>
                    <a:pt x="1" y="4127"/>
                  </a:lnTo>
                  <a:lnTo>
                    <a:pt x="348" y="4127"/>
                  </a:lnTo>
                  <a:cubicBezTo>
                    <a:pt x="915" y="4127"/>
                    <a:pt x="1387" y="3655"/>
                    <a:pt x="1387" y="3088"/>
                  </a:cubicBezTo>
                  <a:lnTo>
                    <a:pt x="1387" y="1009"/>
                  </a:lnTo>
                  <a:cubicBezTo>
                    <a:pt x="1387" y="473"/>
                    <a:pt x="915" y="0"/>
                    <a:pt x="34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10" name="Google Shape;8607;p71"/>
            <p:cNvSpPr/>
            <p:nvPr/>
          </p:nvSpPr>
          <p:spPr>
            <a:xfrm>
              <a:off x="-35413700" y="3389525"/>
              <a:ext cx="34700" cy="103250"/>
            </a:xfrm>
            <a:custGeom>
              <a:avLst/>
              <a:gdLst/>
              <a:ahLst/>
              <a:cxnLst/>
              <a:rect l="l" t="t" r="r" b="b"/>
              <a:pathLst>
                <a:path w="1388" h="4130" extrusionOk="0">
                  <a:moveTo>
                    <a:pt x="1" y="1"/>
                  </a:moveTo>
                  <a:lnTo>
                    <a:pt x="1" y="4128"/>
                  </a:lnTo>
                  <a:lnTo>
                    <a:pt x="348" y="4128"/>
                  </a:lnTo>
                  <a:cubicBezTo>
                    <a:pt x="367" y="4129"/>
                    <a:pt x="386" y="4129"/>
                    <a:pt x="405" y="4129"/>
                  </a:cubicBezTo>
                  <a:cubicBezTo>
                    <a:pt x="946" y="4129"/>
                    <a:pt x="1387" y="3698"/>
                    <a:pt x="1387" y="3119"/>
                  </a:cubicBezTo>
                  <a:lnTo>
                    <a:pt x="1387" y="1040"/>
                  </a:lnTo>
                  <a:cubicBezTo>
                    <a:pt x="1387" y="473"/>
                    <a:pt x="915" y="1"/>
                    <a:pt x="34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11" name="Google Shape;8608;p71"/>
            <p:cNvSpPr/>
            <p:nvPr/>
          </p:nvSpPr>
          <p:spPr>
            <a:xfrm>
              <a:off x="-35292400" y="3202075"/>
              <a:ext cx="33900" cy="103200"/>
            </a:xfrm>
            <a:custGeom>
              <a:avLst/>
              <a:gdLst/>
              <a:ahLst/>
              <a:cxnLst/>
              <a:rect l="l" t="t" r="r" b="b"/>
              <a:pathLst>
                <a:path w="1356" h="4128" extrusionOk="0">
                  <a:moveTo>
                    <a:pt x="1009" y="0"/>
                  </a:moveTo>
                  <a:cubicBezTo>
                    <a:pt x="473" y="0"/>
                    <a:pt x="1" y="473"/>
                    <a:pt x="1" y="1009"/>
                  </a:cubicBezTo>
                  <a:lnTo>
                    <a:pt x="1" y="3088"/>
                  </a:lnTo>
                  <a:cubicBezTo>
                    <a:pt x="1" y="3655"/>
                    <a:pt x="410" y="4127"/>
                    <a:pt x="1009" y="4127"/>
                  </a:cubicBezTo>
                  <a:lnTo>
                    <a:pt x="1355" y="4127"/>
                  </a:lnTo>
                  <a:lnTo>
                    <a:pt x="135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12" name="Google Shape;8609;p71"/>
            <p:cNvSpPr/>
            <p:nvPr/>
          </p:nvSpPr>
          <p:spPr>
            <a:xfrm>
              <a:off x="-35241200" y="3202850"/>
              <a:ext cx="51225" cy="290675"/>
            </a:xfrm>
            <a:custGeom>
              <a:avLst/>
              <a:gdLst/>
              <a:ahLst/>
              <a:cxnLst/>
              <a:rect l="l" t="t" r="r" b="b"/>
              <a:pathLst>
                <a:path w="2049" h="11627" extrusionOk="0">
                  <a:moveTo>
                    <a:pt x="1" y="1"/>
                  </a:moveTo>
                  <a:lnTo>
                    <a:pt x="1" y="11626"/>
                  </a:lnTo>
                  <a:cubicBezTo>
                    <a:pt x="1135" y="11469"/>
                    <a:pt x="2048" y="10460"/>
                    <a:pt x="2048" y="9263"/>
                  </a:cubicBezTo>
                  <a:lnTo>
                    <a:pt x="2048" y="2395"/>
                  </a:lnTo>
                  <a:cubicBezTo>
                    <a:pt x="2048" y="1167"/>
                    <a:pt x="1135" y="158"/>
                    <a:pt x="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13" name="Google Shape;8610;p71"/>
            <p:cNvSpPr/>
            <p:nvPr/>
          </p:nvSpPr>
          <p:spPr>
            <a:xfrm>
              <a:off x="-35292400" y="3389525"/>
              <a:ext cx="33900" cy="104000"/>
            </a:xfrm>
            <a:custGeom>
              <a:avLst/>
              <a:gdLst/>
              <a:ahLst/>
              <a:cxnLst/>
              <a:rect l="l" t="t" r="r" b="b"/>
              <a:pathLst>
                <a:path w="1356" h="4160" extrusionOk="0">
                  <a:moveTo>
                    <a:pt x="1009" y="1"/>
                  </a:moveTo>
                  <a:cubicBezTo>
                    <a:pt x="473" y="1"/>
                    <a:pt x="1" y="473"/>
                    <a:pt x="1" y="1040"/>
                  </a:cubicBezTo>
                  <a:lnTo>
                    <a:pt x="1" y="3119"/>
                  </a:lnTo>
                  <a:cubicBezTo>
                    <a:pt x="1" y="3718"/>
                    <a:pt x="410" y="4159"/>
                    <a:pt x="1009" y="4159"/>
                  </a:cubicBezTo>
                  <a:lnTo>
                    <a:pt x="1355" y="4159"/>
                  </a:lnTo>
                  <a:lnTo>
                    <a:pt x="135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14" name="Google Shape;8611;p71"/>
            <p:cNvSpPr/>
            <p:nvPr/>
          </p:nvSpPr>
          <p:spPr>
            <a:xfrm>
              <a:off x="-35481425" y="3202075"/>
              <a:ext cx="51225" cy="289875"/>
            </a:xfrm>
            <a:custGeom>
              <a:avLst/>
              <a:gdLst/>
              <a:ahLst/>
              <a:cxnLst/>
              <a:rect l="l" t="t" r="r" b="b"/>
              <a:pathLst>
                <a:path w="2049" h="11595" extrusionOk="0">
                  <a:moveTo>
                    <a:pt x="2048" y="0"/>
                  </a:moveTo>
                  <a:cubicBezTo>
                    <a:pt x="883" y="158"/>
                    <a:pt x="1" y="1166"/>
                    <a:pt x="1" y="2363"/>
                  </a:cubicBezTo>
                  <a:lnTo>
                    <a:pt x="1" y="9200"/>
                  </a:lnTo>
                  <a:cubicBezTo>
                    <a:pt x="1" y="10460"/>
                    <a:pt x="851" y="11437"/>
                    <a:pt x="2048" y="11594"/>
                  </a:cubicBezTo>
                  <a:lnTo>
                    <a:pt x="2048"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415" name="Google Shape;8612;p71"/>
          <p:cNvGrpSpPr/>
          <p:nvPr/>
        </p:nvGrpSpPr>
        <p:grpSpPr>
          <a:xfrm>
            <a:off x="6844368" y="2392594"/>
            <a:ext cx="472781" cy="470233"/>
            <a:chOff x="-35482200" y="3561225"/>
            <a:chExt cx="292225" cy="290650"/>
          </a:xfrm>
        </p:grpSpPr>
        <p:sp>
          <p:nvSpPr>
            <p:cNvPr id="416" name="Google Shape;8613;p71"/>
            <p:cNvSpPr/>
            <p:nvPr/>
          </p:nvSpPr>
          <p:spPr>
            <a:xfrm>
              <a:off x="-35482200" y="3749475"/>
              <a:ext cx="292225" cy="102400"/>
            </a:xfrm>
            <a:custGeom>
              <a:avLst/>
              <a:gdLst/>
              <a:ahLst/>
              <a:cxnLst/>
              <a:rect l="l" t="t" r="r" b="b"/>
              <a:pathLst>
                <a:path w="11689" h="4096" extrusionOk="0">
                  <a:moveTo>
                    <a:pt x="1701" y="0"/>
                  </a:moveTo>
                  <a:cubicBezTo>
                    <a:pt x="1040" y="0"/>
                    <a:pt x="473" y="315"/>
                    <a:pt x="63" y="819"/>
                  </a:cubicBezTo>
                  <a:cubicBezTo>
                    <a:pt x="0" y="945"/>
                    <a:pt x="0" y="1040"/>
                    <a:pt x="32" y="1166"/>
                  </a:cubicBezTo>
                  <a:cubicBezTo>
                    <a:pt x="63" y="1292"/>
                    <a:pt x="189" y="1355"/>
                    <a:pt x="347" y="1355"/>
                  </a:cubicBezTo>
                  <a:lnTo>
                    <a:pt x="1008" y="1355"/>
                  </a:lnTo>
                  <a:cubicBezTo>
                    <a:pt x="1418" y="1355"/>
                    <a:pt x="1670" y="1670"/>
                    <a:pt x="1670" y="2048"/>
                  </a:cubicBezTo>
                  <a:cubicBezTo>
                    <a:pt x="1670" y="2426"/>
                    <a:pt x="1355" y="2710"/>
                    <a:pt x="1008" y="2710"/>
                  </a:cubicBezTo>
                  <a:lnTo>
                    <a:pt x="347" y="2710"/>
                  </a:lnTo>
                  <a:cubicBezTo>
                    <a:pt x="221" y="2710"/>
                    <a:pt x="95" y="2773"/>
                    <a:pt x="32" y="2899"/>
                  </a:cubicBezTo>
                  <a:cubicBezTo>
                    <a:pt x="0" y="3025"/>
                    <a:pt x="0" y="3151"/>
                    <a:pt x="63" y="3245"/>
                  </a:cubicBezTo>
                  <a:cubicBezTo>
                    <a:pt x="410" y="3781"/>
                    <a:pt x="1040" y="4096"/>
                    <a:pt x="1701" y="4096"/>
                  </a:cubicBezTo>
                  <a:cubicBezTo>
                    <a:pt x="2615" y="4096"/>
                    <a:pt x="3371" y="3497"/>
                    <a:pt x="3655" y="2710"/>
                  </a:cubicBezTo>
                  <a:lnTo>
                    <a:pt x="8065" y="2710"/>
                  </a:lnTo>
                  <a:cubicBezTo>
                    <a:pt x="8317" y="3497"/>
                    <a:pt x="9073" y="4096"/>
                    <a:pt x="9987" y="4096"/>
                  </a:cubicBezTo>
                  <a:cubicBezTo>
                    <a:pt x="10649" y="4096"/>
                    <a:pt x="11247" y="3781"/>
                    <a:pt x="11594" y="3245"/>
                  </a:cubicBezTo>
                  <a:cubicBezTo>
                    <a:pt x="11688" y="3119"/>
                    <a:pt x="11688" y="3025"/>
                    <a:pt x="11625" y="2899"/>
                  </a:cubicBezTo>
                  <a:cubicBezTo>
                    <a:pt x="11594" y="2773"/>
                    <a:pt x="11468" y="2710"/>
                    <a:pt x="11310" y="2710"/>
                  </a:cubicBezTo>
                  <a:lnTo>
                    <a:pt x="10649" y="2710"/>
                  </a:lnTo>
                  <a:cubicBezTo>
                    <a:pt x="10271" y="2710"/>
                    <a:pt x="9987" y="2395"/>
                    <a:pt x="9987" y="2048"/>
                  </a:cubicBezTo>
                  <a:cubicBezTo>
                    <a:pt x="9987" y="1670"/>
                    <a:pt x="10302" y="1355"/>
                    <a:pt x="10649" y="1355"/>
                  </a:cubicBezTo>
                  <a:lnTo>
                    <a:pt x="11310" y="1355"/>
                  </a:lnTo>
                  <a:cubicBezTo>
                    <a:pt x="11436" y="1355"/>
                    <a:pt x="11562" y="1292"/>
                    <a:pt x="11625" y="1166"/>
                  </a:cubicBezTo>
                  <a:cubicBezTo>
                    <a:pt x="11688" y="1040"/>
                    <a:pt x="11688" y="945"/>
                    <a:pt x="11594" y="819"/>
                  </a:cubicBezTo>
                  <a:cubicBezTo>
                    <a:pt x="11247" y="315"/>
                    <a:pt x="10649" y="0"/>
                    <a:pt x="9987" y="0"/>
                  </a:cubicBezTo>
                  <a:cubicBezTo>
                    <a:pt x="9073" y="0"/>
                    <a:pt x="8349" y="567"/>
                    <a:pt x="8065" y="1355"/>
                  </a:cubicBezTo>
                  <a:lnTo>
                    <a:pt x="3655" y="1355"/>
                  </a:lnTo>
                  <a:cubicBezTo>
                    <a:pt x="3371" y="567"/>
                    <a:pt x="2615" y="0"/>
                    <a:pt x="170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17" name="Google Shape;8614;p71"/>
            <p:cNvSpPr/>
            <p:nvPr/>
          </p:nvSpPr>
          <p:spPr>
            <a:xfrm>
              <a:off x="-35371150" y="3561225"/>
              <a:ext cx="68550" cy="68550"/>
            </a:xfrm>
            <a:custGeom>
              <a:avLst/>
              <a:gdLst/>
              <a:ahLst/>
              <a:cxnLst/>
              <a:rect l="l" t="t" r="r" b="b"/>
              <a:pathLst>
                <a:path w="2742" h="2742" extrusionOk="0">
                  <a:moveTo>
                    <a:pt x="1355" y="1"/>
                  </a:moveTo>
                  <a:cubicBezTo>
                    <a:pt x="630" y="1"/>
                    <a:pt x="0" y="631"/>
                    <a:pt x="0" y="1387"/>
                  </a:cubicBezTo>
                  <a:cubicBezTo>
                    <a:pt x="0" y="2111"/>
                    <a:pt x="630" y="2741"/>
                    <a:pt x="1355" y="2741"/>
                  </a:cubicBezTo>
                  <a:cubicBezTo>
                    <a:pt x="2111" y="2741"/>
                    <a:pt x="2741" y="2111"/>
                    <a:pt x="2741" y="1387"/>
                  </a:cubicBezTo>
                  <a:cubicBezTo>
                    <a:pt x="2741" y="631"/>
                    <a:pt x="2111" y="1"/>
                    <a:pt x="135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18" name="Google Shape;8615;p71"/>
            <p:cNvSpPr/>
            <p:nvPr/>
          </p:nvSpPr>
          <p:spPr>
            <a:xfrm>
              <a:off x="-35405025" y="3647075"/>
              <a:ext cx="136275" cy="119750"/>
            </a:xfrm>
            <a:custGeom>
              <a:avLst/>
              <a:gdLst/>
              <a:ahLst/>
              <a:cxnLst/>
              <a:rect l="l" t="t" r="r" b="b"/>
              <a:pathLst>
                <a:path w="5451" h="4790" extrusionOk="0">
                  <a:moveTo>
                    <a:pt x="2710" y="1"/>
                  </a:moveTo>
                  <a:cubicBezTo>
                    <a:pt x="1387" y="1"/>
                    <a:pt x="253" y="1009"/>
                    <a:pt x="32" y="2300"/>
                  </a:cubicBezTo>
                  <a:cubicBezTo>
                    <a:pt x="1" y="2521"/>
                    <a:pt x="158" y="2710"/>
                    <a:pt x="410" y="2710"/>
                  </a:cubicBezTo>
                  <a:lnTo>
                    <a:pt x="2395" y="2710"/>
                  </a:lnTo>
                  <a:lnTo>
                    <a:pt x="2395" y="4789"/>
                  </a:lnTo>
                  <a:lnTo>
                    <a:pt x="3088" y="4789"/>
                  </a:lnTo>
                  <a:lnTo>
                    <a:pt x="3088" y="2710"/>
                  </a:lnTo>
                  <a:lnTo>
                    <a:pt x="5073" y="2710"/>
                  </a:lnTo>
                  <a:cubicBezTo>
                    <a:pt x="5293" y="2710"/>
                    <a:pt x="5451" y="2521"/>
                    <a:pt x="5451" y="2300"/>
                  </a:cubicBezTo>
                  <a:cubicBezTo>
                    <a:pt x="5230" y="977"/>
                    <a:pt x="4096" y="1"/>
                    <a:pt x="271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419" name="Google Shape;8616;p71"/>
          <p:cNvGrpSpPr/>
          <p:nvPr/>
        </p:nvGrpSpPr>
        <p:grpSpPr>
          <a:xfrm>
            <a:off x="6844995" y="2972418"/>
            <a:ext cx="471527" cy="471487"/>
            <a:chOff x="-35481425" y="3919600"/>
            <a:chExt cx="291450" cy="291425"/>
          </a:xfrm>
        </p:grpSpPr>
        <p:sp>
          <p:nvSpPr>
            <p:cNvPr id="420" name="Google Shape;8617;p71"/>
            <p:cNvSpPr/>
            <p:nvPr/>
          </p:nvSpPr>
          <p:spPr>
            <a:xfrm>
              <a:off x="-35327050" y="4125150"/>
              <a:ext cx="84300" cy="85100"/>
            </a:xfrm>
            <a:custGeom>
              <a:avLst/>
              <a:gdLst/>
              <a:ahLst/>
              <a:cxnLst/>
              <a:rect l="l" t="t" r="r" b="b"/>
              <a:pathLst>
                <a:path w="3372" h="3404" extrusionOk="0">
                  <a:moveTo>
                    <a:pt x="3025" y="1"/>
                  </a:moveTo>
                  <a:cubicBezTo>
                    <a:pt x="2836" y="1"/>
                    <a:pt x="2678" y="159"/>
                    <a:pt x="2678" y="348"/>
                  </a:cubicBezTo>
                  <a:lnTo>
                    <a:pt x="2678" y="1041"/>
                  </a:lnTo>
                  <a:cubicBezTo>
                    <a:pt x="2678" y="1576"/>
                    <a:pt x="2206" y="2049"/>
                    <a:pt x="1639" y="2049"/>
                  </a:cubicBezTo>
                  <a:lnTo>
                    <a:pt x="1103" y="2049"/>
                  </a:lnTo>
                  <a:lnTo>
                    <a:pt x="1229" y="1923"/>
                  </a:lnTo>
                  <a:cubicBezTo>
                    <a:pt x="1387" y="1860"/>
                    <a:pt x="1387" y="1608"/>
                    <a:pt x="1261" y="1513"/>
                  </a:cubicBezTo>
                  <a:cubicBezTo>
                    <a:pt x="1198" y="1450"/>
                    <a:pt x="1111" y="1419"/>
                    <a:pt x="1024" y="1419"/>
                  </a:cubicBezTo>
                  <a:cubicBezTo>
                    <a:pt x="938" y="1419"/>
                    <a:pt x="851" y="1450"/>
                    <a:pt x="788" y="1513"/>
                  </a:cubicBezTo>
                  <a:lnTo>
                    <a:pt x="127" y="2175"/>
                  </a:lnTo>
                  <a:cubicBezTo>
                    <a:pt x="1" y="2301"/>
                    <a:pt x="1" y="2521"/>
                    <a:pt x="127" y="2647"/>
                  </a:cubicBezTo>
                  <a:lnTo>
                    <a:pt x="788" y="3309"/>
                  </a:lnTo>
                  <a:cubicBezTo>
                    <a:pt x="851" y="3372"/>
                    <a:pt x="938" y="3404"/>
                    <a:pt x="1024" y="3404"/>
                  </a:cubicBezTo>
                  <a:cubicBezTo>
                    <a:pt x="1111" y="3404"/>
                    <a:pt x="1198" y="3372"/>
                    <a:pt x="1261" y="3309"/>
                  </a:cubicBezTo>
                  <a:cubicBezTo>
                    <a:pt x="1387" y="3183"/>
                    <a:pt x="1387" y="2962"/>
                    <a:pt x="1261" y="2836"/>
                  </a:cubicBezTo>
                  <a:lnTo>
                    <a:pt x="1135" y="2710"/>
                  </a:lnTo>
                  <a:lnTo>
                    <a:pt x="1702" y="2710"/>
                  </a:lnTo>
                  <a:cubicBezTo>
                    <a:pt x="2647" y="2710"/>
                    <a:pt x="3372" y="1986"/>
                    <a:pt x="3372" y="1041"/>
                  </a:cubicBezTo>
                  <a:lnTo>
                    <a:pt x="3372" y="348"/>
                  </a:lnTo>
                  <a:cubicBezTo>
                    <a:pt x="3372" y="159"/>
                    <a:pt x="3214" y="1"/>
                    <a:pt x="302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21" name="Google Shape;8618;p71"/>
            <p:cNvSpPr/>
            <p:nvPr/>
          </p:nvSpPr>
          <p:spPr>
            <a:xfrm>
              <a:off x="-35429450" y="3921175"/>
              <a:ext cx="84300" cy="85075"/>
            </a:xfrm>
            <a:custGeom>
              <a:avLst/>
              <a:gdLst/>
              <a:ahLst/>
              <a:cxnLst/>
              <a:rect l="l" t="t" r="r" b="b"/>
              <a:pathLst>
                <a:path w="3372" h="3403" extrusionOk="0">
                  <a:moveTo>
                    <a:pt x="2360" y="0"/>
                  </a:moveTo>
                  <a:cubicBezTo>
                    <a:pt x="2269" y="0"/>
                    <a:pt x="2175" y="32"/>
                    <a:pt x="2112" y="95"/>
                  </a:cubicBezTo>
                  <a:cubicBezTo>
                    <a:pt x="2017" y="221"/>
                    <a:pt x="2017" y="441"/>
                    <a:pt x="2112" y="567"/>
                  </a:cubicBezTo>
                  <a:lnTo>
                    <a:pt x="2238" y="693"/>
                  </a:lnTo>
                  <a:lnTo>
                    <a:pt x="1702" y="693"/>
                  </a:lnTo>
                  <a:cubicBezTo>
                    <a:pt x="757" y="693"/>
                    <a:pt x="1" y="1418"/>
                    <a:pt x="1" y="2363"/>
                  </a:cubicBezTo>
                  <a:lnTo>
                    <a:pt x="1" y="3056"/>
                  </a:lnTo>
                  <a:cubicBezTo>
                    <a:pt x="1" y="3245"/>
                    <a:pt x="158" y="3403"/>
                    <a:pt x="347" y="3403"/>
                  </a:cubicBezTo>
                  <a:cubicBezTo>
                    <a:pt x="536" y="3403"/>
                    <a:pt x="694" y="3245"/>
                    <a:pt x="694" y="3056"/>
                  </a:cubicBezTo>
                  <a:lnTo>
                    <a:pt x="694" y="2332"/>
                  </a:lnTo>
                  <a:cubicBezTo>
                    <a:pt x="694" y="1796"/>
                    <a:pt x="1167" y="1292"/>
                    <a:pt x="1734" y="1292"/>
                  </a:cubicBezTo>
                  <a:lnTo>
                    <a:pt x="2269" y="1292"/>
                  </a:lnTo>
                  <a:lnTo>
                    <a:pt x="2175" y="1418"/>
                  </a:lnTo>
                  <a:cubicBezTo>
                    <a:pt x="2017" y="1544"/>
                    <a:pt x="2017" y="1733"/>
                    <a:pt x="2112" y="1891"/>
                  </a:cubicBezTo>
                  <a:cubicBezTo>
                    <a:pt x="2175" y="1954"/>
                    <a:pt x="2269" y="1985"/>
                    <a:pt x="2360" y="1985"/>
                  </a:cubicBezTo>
                  <a:cubicBezTo>
                    <a:pt x="2450" y="1985"/>
                    <a:pt x="2537" y="1954"/>
                    <a:pt x="2584" y="1891"/>
                  </a:cubicBezTo>
                  <a:lnTo>
                    <a:pt x="3277" y="1229"/>
                  </a:lnTo>
                  <a:cubicBezTo>
                    <a:pt x="3372" y="1103"/>
                    <a:pt x="3372" y="882"/>
                    <a:pt x="3277" y="756"/>
                  </a:cubicBezTo>
                  <a:lnTo>
                    <a:pt x="2584" y="95"/>
                  </a:lnTo>
                  <a:cubicBezTo>
                    <a:pt x="2537" y="32"/>
                    <a:pt x="2450" y="0"/>
                    <a:pt x="236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22" name="Google Shape;8619;p71"/>
            <p:cNvSpPr/>
            <p:nvPr/>
          </p:nvSpPr>
          <p:spPr>
            <a:xfrm>
              <a:off x="-35481425" y="4021975"/>
              <a:ext cx="137075" cy="35475"/>
            </a:xfrm>
            <a:custGeom>
              <a:avLst/>
              <a:gdLst/>
              <a:ahLst/>
              <a:cxnLst/>
              <a:rect l="l" t="t" r="r" b="b"/>
              <a:pathLst>
                <a:path w="5483" h="1419" extrusionOk="0">
                  <a:moveTo>
                    <a:pt x="1009" y="1"/>
                  </a:moveTo>
                  <a:cubicBezTo>
                    <a:pt x="473" y="1"/>
                    <a:pt x="1" y="473"/>
                    <a:pt x="1" y="1072"/>
                  </a:cubicBezTo>
                  <a:lnTo>
                    <a:pt x="1" y="1419"/>
                  </a:lnTo>
                  <a:lnTo>
                    <a:pt x="5482" y="1419"/>
                  </a:lnTo>
                  <a:lnTo>
                    <a:pt x="5482" y="1072"/>
                  </a:lnTo>
                  <a:lnTo>
                    <a:pt x="5451" y="1072"/>
                  </a:lnTo>
                  <a:cubicBezTo>
                    <a:pt x="5451" y="505"/>
                    <a:pt x="5010" y="1"/>
                    <a:pt x="444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23" name="Google Shape;8620;p71"/>
            <p:cNvSpPr/>
            <p:nvPr/>
          </p:nvSpPr>
          <p:spPr>
            <a:xfrm>
              <a:off x="-35481425" y="4073975"/>
              <a:ext cx="136275" cy="85875"/>
            </a:xfrm>
            <a:custGeom>
              <a:avLst/>
              <a:gdLst/>
              <a:ahLst/>
              <a:cxnLst/>
              <a:rect l="l" t="t" r="r" b="b"/>
              <a:pathLst>
                <a:path w="5451" h="3435" extrusionOk="0">
                  <a:moveTo>
                    <a:pt x="1" y="0"/>
                  </a:moveTo>
                  <a:lnTo>
                    <a:pt x="1" y="3434"/>
                  </a:lnTo>
                  <a:lnTo>
                    <a:pt x="5451" y="3434"/>
                  </a:lnTo>
                  <a:lnTo>
                    <a:pt x="545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24" name="Google Shape;8621;p71"/>
            <p:cNvSpPr/>
            <p:nvPr/>
          </p:nvSpPr>
          <p:spPr>
            <a:xfrm>
              <a:off x="-35481425" y="4176350"/>
              <a:ext cx="136275" cy="34675"/>
            </a:xfrm>
            <a:custGeom>
              <a:avLst/>
              <a:gdLst/>
              <a:ahLst/>
              <a:cxnLst/>
              <a:rect l="l" t="t" r="r" b="b"/>
              <a:pathLst>
                <a:path w="5451" h="1387" extrusionOk="0">
                  <a:moveTo>
                    <a:pt x="1" y="1"/>
                  </a:moveTo>
                  <a:lnTo>
                    <a:pt x="1" y="347"/>
                  </a:lnTo>
                  <a:cubicBezTo>
                    <a:pt x="1" y="946"/>
                    <a:pt x="410" y="1387"/>
                    <a:pt x="1009" y="1387"/>
                  </a:cubicBezTo>
                  <a:lnTo>
                    <a:pt x="4443" y="1387"/>
                  </a:lnTo>
                  <a:cubicBezTo>
                    <a:pt x="4978" y="1387"/>
                    <a:pt x="5451" y="914"/>
                    <a:pt x="5451" y="347"/>
                  </a:cubicBezTo>
                  <a:lnTo>
                    <a:pt x="545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25" name="Google Shape;8622;p71"/>
            <p:cNvSpPr/>
            <p:nvPr/>
          </p:nvSpPr>
          <p:spPr>
            <a:xfrm>
              <a:off x="-35327050" y="3919600"/>
              <a:ext cx="137075" cy="33875"/>
            </a:xfrm>
            <a:custGeom>
              <a:avLst/>
              <a:gdLst/>
              <a:ahLst/>
              <a:cxnLst/>
              <a:rect l="l" t="t" r="r" b="b"/>
              <a:pathLst>
                <a:path w="5483" h="1355" extrusionOk="0">
                  <a:moveTo>
                    <a:pt x="1009" y="0"/>
                  </a:moveTo>
                  <a:cubicBezTo>
                    <a:pt x="473" y="0"/>
                    <a:pt x="1" y="473"/>
                    <a:pt x="1" y="1008"/>
                  </a:cubicBezTo>
                  <a:lnTo>
                    <a:pt x="1" y="1355"/>
                  </a:lnTo>
                  <a:lnTo>
                    <a:pt x="5482" y="1355"/>
                  </a:lnTo>
                  <a:lnTo>
                    <a:pt x="5482" y="1008"/>
                  </a:lnTo>
                  <a:cubicBezTo>
                    <a:pt x="5482" y="473"/>
                    <a:pt x="5010" y="0"/>
                    <a:pt x="444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26" name="Google Shape;8623;p71"/>
            <p:cNvSpPr/>
            <p:nvPr/>
          </p:nvSpPr>
          <p:spPr>
            <a:xfrm>
              <a:off x="-35327825" y="3970800"/>
              <a:ext cx="136275" cy="85875"/>
            </a:xfrm>
            <a:custGeom>
              <a:avLst/>
              <a:gdLst/>
              <a:ahLst/>
              <a:cxnLst/>
              <a:rect l="l" t="t" r="r" b="b"/>
              <a:pathLst>
                <a:path w="5451" h="3435" extrusionOk="0">
                  <a:moveTo>
                    <a:pt x="0" y="0"/>
                  </a:moveTo>
                  <a:lnTo>
                    <a:pt x="0" y="3434"/>
                  </a:lnTo>
                  <a:lnTo>
                    <a:pt x="5450" y="3434"/>
                  </a:lnTo>
                  <a:lnTo>
                    <a:pt x="545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27" name="Google Shape;8624;p71"/>
            <p:cNvSpPr/>
            <p:nvPr/>
          </p:nvSpPr>
          <p:spPr>
            <a:xfrm>
              <a:off x="-35327825" y="4073975"/>
              <a:ext cx="136275" cy="35450"/>
            </a:xfrm>
            <a:custGeom>
              <a:avLst/>
              <a:gdLst/>
              <a:ahLst/>
              <a:cxnLst/>
              <a:rect l="l" t="t" r="r" b="b"/>
              <a:pathLst>
                <a:path w="5451" h="1418" extrusionOk="0">
                  <a:moveTo>
                    <a:pt x="0" y="0"/>
                  </a:moveTo>
                  <a:lnTo>
                    <a:pt x="0" y="347"/>
                  </a:lnTo>
                  <a:cubicBezTo>
                    <a:pt x="0" y="914"/>
                    <a:pt x="473" y="1418"/>
                    <a:pt x="1008" y="1418"/>
                  </a:cubicBezTo>
                  <a:lnTo>
                    <a:pt x="4442" y="1418"/>
                  </a:lnTo>
                  <a:cubicBezTo>
                    <a:pt x="4978" y="1418"/>
                    <a:pt x="5450" y="945"/>
                    <a:pt x="5450" y="347"/>
                  </a:cubicBezTo>
                  <a:lnTo>
                    <a:pt x="545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428" name="Google Shape;8625;p71"/>
          <p:cNvGrpSpPr/>
          <p:nvPr/>
        </p:nvGrpSpPr>
        <p:grpSpPr>
          <a:xfrm>
            <a:off x="9825841" y="1804540"/>
            <a:ext cx="476624" cy="470233"/>
            <a:chOff x="-33645475" y="3228075"/>
            <a:chExt cx="294600" cy="290650"/>
          </a:xfrm>
        </p:grpSpPr>
        <p:sp>
          <p:nvSpPr>
            <p:cNvPr id="429" name="Google Shape;8626;p71"/>
            <p:cNvSpPr/>
            <p:nvPr/>
          </p:nvSpPr>
          <p:spPr>
            <a:xfrm>
              <a:off x="-33456450" y="3261925"/>
              <a:ext cx="84300" cy="85100"/>
            </a:xfrm>
            <a:custGeom>
              <a:avLst/>
              <a:gdLst/>
              <a:ahLst/>
              <a:cxnLst/>
              <a:rect l="l" t="t" r="r" b="b"/>
              <a:pathLst>
                <a:path w="3372" h="3404" extrusionOk="0">
                  <a:moveTo>
                    <a:pt x="347" y="1"/>
                  </a:moveTo>
                  <a:cubicBezTo>
                    <a:pt x="158" y="1"/>
                    <a:pt x="1" y="158"/>
                    <a:pt x="1" y="347"/>
                  </a:cubicBezTo>
                  <a:cubicBezTo>
                    <a:pt x="1" y="536"/>
                    <a:pt x="158" y="694"/>
                    <a:pt x="347" y="694"/>
                  </a:cubicBezTo>
                  <a:lnTo>
                    <a:pt x="1009" y="694"/>
                  </a:lnTo>
                  <a:cubicBezTo>
                    <a:pt x="1576" y="694"/>
                    <a:pt x="2049" y="1166"/>
                    <a:pt x="2049" y="1733"/>
                  </a:cubicBezTo>
                  <a:lnTo>
                    <a:pt x="2049" y="2269"/>
                  </a:lnTo>
                  <a:lnTo>
                    <a:pt x="1923" y="2175"/>
                  </a:lnTo>
                  <a:cubicBezTo>
                    <a:pt x="1860" y="2112"/>
                    <a:pt x="1773" y="2080"/>
                    <a:pt x="1686" y="2080"/>
                  </a:cubicBezTo>
                  <a:cubicBezTo>
                    <a:pt x="1600" y="2080"/>
                    <a:pt x="1513" y="2112"/>
                    <a:pt x="1450" y="2175"/>
                  </a:cubicBezTo>
                  <a:cubicBezTo>
                    <a:pt x="1324" y="2269"/>
                    <a:pt x="1324" y="2521"/>
                    <a:pt x="1450" y="2647"/>
                  </a:cubicBezTo>
                  <a:lnTo>
                    <a:pt x="2112" y="3309"/>
                  </a:lnTo>
                  <a:cubicBezTo>
                    <a:pt x="2175" y="3372"/>
                    <a:pt x="2269" y="3403"/>
                    <a:pt x="2360" y="3403"/>
                  </a:cubicBezTo>
                  <a:cubicBezTo>
                    <a:pt x="2450" y="3403"/>
                    <a:pt x="2537" y="3372"/>
                    <a:pt x="2584" y="3309"/>
                  </a:cubicBezTo>
                  <a:lnTo>
                    <a:pt x="3277" y="2647"/>
                  </a:lnTo>
                  <a:cubicBezTo>
                    <a:pt x="3372" y="2521"/>
                    <a:pt x="3372" y="2269"/>
                    <a:pt x="3277" y="2175"/>
                  </a:cubicBezTo>
                  <a:cubicBezTo>
                    <a:pt x="3214" y="2112"/>
                    <a:pt x="3120" y="2080"/>
                    <a:pt x="3029" y="2080"/>
                  </a:cubicBezTo>
                  <a:cubicBezTo>
                    <a:pt x="2939" y="2080"/>
                    <a:pt x="2852" y="2112"/>
                    <a:pt x="2805" y="2175"/>
                  </a:cubicBezTo>
                  <a:lnTo>
                    <a:pt x="2679" y="2269"/>
                  </a:lnTo>
                  <a:lnTo>
                    <a:pt x="2679" y="1733"/>
                  </a:lnTo>
                  <a:cubicBezTo>
                    <a:pt x="2742" y="788"/>
                    <a:pt x="1954" y="1"/>
                    <a:pt x="100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30" name="Google Shape;8627;p71"/>
            <p:cNvSpPr/>
            <p:nvPr/>
          </p:nvSpPr>
          <p:spPr>
            <a:xfrm>
              <a:off x="-33575375" y="3433625"/>
              <a:ext cx="85075" cy="85100"/>
            </a:xfrm>
            <a:custGeom>
              <a:avLst/>
              <a:gdLst/>
              <a:ahLst/>
              <a:cxnLst/>
              <a:rect l="l" t="t" r="r" b="b"/>
              <a:pathLst>
                <a:path w="3403" h="3404" extrusionOk="0">
                  <a:moveTo>
                    <a:pt x="1013" y="1"/>
                  </a:moveTo>
                  <a:cubicBezTo>
                    <a:pt x="922" y="1"/>
                    <a:pt x="835" y="32"/>
                    <a:pt x="788" y="95"/>
                  </a:cubicBezTo>
                  <a:lnTo>
                    <a:pt x="127" y="757"/>
                  </a:lnTo>
                  <a:cubicBezTo>
                    <a:pt x="1" y="883"/>
                    <a:pt x="1" y="1135"/>
                    <a:pt x="127" y="1229"/>
                  </a:cubicBezTo>
                  <a:cubicBezTo>
                    <a:pt x="174" y="1292"/>
                    <a:pt x="260" y="1324"/>
                    <a:pt x="351" y="1324"/>
                  </a:cubicBezTo>
                  <a:cubicBezTo>
                    <a:pt x="442" y="1324"/>
                    <a:pt x="536" y="1292"/>
                    <a:pt x="599" y="1229"/>
                  </a:cubicBezTo>
                  <a:lnTo>
                    <a:pt x="694" y="1135"/>
                  </a:lnTo>
                  <a:lnTo>
                    <a:pt x="694" y="1671"/>
                  </a:lnTo>
                  <a:cubicBezTo>
                    <a:pt x="694" y="2616"/>
                    <a:pt x="1450" y="3372"/>
                    <a:pt x="2395" y="3372"/>
                  </a:cubicBezTo>
                  <a:lnTo>
                    <a:pt x="3057" y="3372"/>
                  </a:lnTo>
                  <a:lnTo>
                    <a:pt x="3057" y="3403"/>
                  </a:lnTo>
                  <a:cubicBezTo>
                    <a:pt x="3246" y="3403"/>
                    <a:pt x="3403" y="3246"/>
                    <a:pt x="3403" y="3057"/>
                  </a:cubicBezTo>
                  <a:cubicBezTo>
                    <a:pt x="3403" y="2868"/>
                    <a:pt x="3246" y="2710"/>
                    <a:pt x="3057" y="2710"/>
                  </a:cubicBezTo>
                  <a:lnTo>
                    <a:pt x="2363" y="2710"/>
                  </a:lnTo>
                  <a:cubicBezTo>
                    <a:pt x="1796" y="2710"/>
                    <a:pt x="1324" y="2238"/>
                    <a:pt x="1324" y="1671"/>
                  </a:cubicBezTo>
                  <a:lnTo>
                    <a:pt x="1324" y="1135"/>
                  </a:lnTo>
                  <a:lnTo>
                    <a:pt x="1450" y="1229"/>
                  </a:lnTo>
                  <a:cubicBezTo>
                    <a:pt x="1513" y="1292"/>
                    <a:pt x="1599" y="1324"/>
                    <a:pt x="1686" y="1324"/>
                  </a:cubicBezTo>
                  <a:cubicBezTo>
                    <a:pt x="1773" y="1324"/>
                    <a:pt x="1859" y="1292"/>
                    <a:pt x="1922" y="1229"/>
                  </a:cubicBezTo>
                  <a:cubicBezTo>
                    <a:pt x="2048" y="1135"/>
                    <a:pt x="2048" y="883"/>
                    <a:pt x="1922" y="757"/>
                  </a:cubicBezTo>
                  <a:lnTo>
                    <a:pt x="1261" y="95"/>
                  </a:lnTo>
                  <a:cubicBezTo>
                    <a:pt x="1198" y="32"/>
                    <a:pt x="1103" y="1"/>
                    <a:pt x="101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31" name="Google Shape;8628;p71"/>
            <p:cNvSpPr/>
            <p:nvPr/>
          </p:nvSpPr>
          <p:spPr>
            <a:xfrm>
              <a:off x="-33645475" y="3228075"/>
              <a:ext cx="206375" cy="153600"/>
            </a:xfrm>
            <a:custGeom>
              <a:avLst/>
              <a:gdLst/>
              <a:ahLst/>
              <a:cxnLst/>
              <a:rect l="l" t="t" r="r" b="b"/>
              <a:pathLst>
                <a:path w="8255" h="6144" extrusionOk="0">
                  <a:moveTo>
                    <a:pt x="4191" y="0"/>
                  </a:moveTo>
                  <a:cubicBezTo>
                    <a:pt x="2300" y="0"/>
                    <a:pt x="757" y="1544"/>
                    <a:pt x="757" y="3434"/>
                  </a:cubicBezTo>
                  <a:lnTo>
                    <a:pt x="757" y="3529"/>
                  </a:lnTo>
                  <a:cubicBezTo>
                    <a:pt x="347" y="3686"/>
                    <a:pt x="95" y="4033"/>
                    <a:pt x="95" y="4474"/>
                  </a:cubicBezTo>
                  <a:lnTo>
                    <a:pt x="95" y="5135"/>
                  </a:lnTo>
                  <a:cubicBezTo>
                    <a:pt x="1" y="5671"/>
                    <a:pt x="473" y="6143"/>
                    <a:pt x="1009" y="6143"/>
                  </a:cubicBezTo>
                  <a:cubicBezTo>
                    <a:pt x="1135" y="6143"/>
                    <a:pt x="1261" y="6112"/>
                    <a:pt x="1387" y="6080"/>
                  </a:cubicBezTo>
                  <a:lnTo>
                    <a:pt x="1387" y="3403"/>
                  </a:lnTo>
                  <a:cubicBezTo>
                    <a:pt x="1387" y="1890"/>
                    <a:pt x="2647" y="630"/>
                    <a:pt x="4128" y="630"/>
                  </a:cubicBezTo>
                  <a:cubicBezTo>
                    <a:pt x="5640" y="630"/>
                    <a:pt x="6900" y="1890"/>
                    <a:pt x="6900" y="3403"/>
                  </a:cubicBezTo>
                  <a:lnTo>
                    <a:pt x="6900" y="6080"/>
                  </a:lnTo>
                  <a:cubicBezTo>
                    <a:pt x="6995" y="6112"/>
                    <a:pt x="7121" y="6143"/>
                    <a:pt x="7247" y="6143"/>
                  </a:cubicBezTo>
                  <a:cubicBezTo>
                    <a:pt x="7782" y="6143"/>
                    <a:pt x="8255" y="5671"/>
                    <a:pt x="8255" y="5135"/>
                  </a:cubicBezTo>
                  <a:lnTo>
                    <a:pt x="8255" y="4474"/>
                  </a:lnTo>
                  <a:cubicBezTo>
                    <a:pt x="8255" y="4033"/>
                    <a:pt x="8003" y="3623"/>
                    <a:pt x="7593" y="3529"/>
                  </a:cubicBezTo>
                  <a:lnTo>
                    <a:pt x="7593" y="3434"/>
                  </a:lnTo>
                  <a:cubicBezTo>
                    <a:pt x="7593" y="1544"/>
                    <a:pt x="6050" y="0"/>
                    <a:pt x="419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32" name="Google Shape;8629;p71"/>
            <p:cNvSpPr/>
            <p:nvPr/>
          </p:nvSpPr>
          <p:spPr>
            <a:xfrm>
              <a:off x="-33593500" y="3279250"/>
              <a:ext cx="104775" cy="52275"/>
            </a:xfrm>
            <a:custGeom>
              <a:avLst/>
              <a:gdLst/>
              <a:ahLst/>
              <a:cxnLst/>
              <a:rect l="l" t="t" r="r" b="b"/>
              <a:pathLst>
                <a:path w="4191" h="2091" extrusionOk="0">
                  <a:moveTo>
                    <a:pt x="1734" y="1"/>
                  </a:moveTo>
                  <a:cubicBezTo>
                    <a:pt x="789" y="1"/>
                    <a:pt x="1" y="757"/>
                    <a:pt x="1" y="1702"/>
                  </a:cubicBezTo>
                  <a:lnTo>
                    <a:pt x="1" y="2049"/>
                  </a:lnTo>
                  <a:lnTo>
                    <a:pt x="1230" y="2049"/>
                  </a:lnTo>
                  <a:cubicBezTo>
                    <a:pt x="1545" y="2049"/>
                    <a:pt x="1891" y="2049"/>
                    <a:pt x="2017" y="1986"/>
                  </a:cubicBezTo>
                  <a:cubicBezTo>
                    <a:pt x="2049" y="1954"/>
                    <a:pt x="2080" y="1828"/>
                    <a:pt x="2080" y="1734"/>
                  </a:cubicBezTo>
                  <a:cubicBezTo>
                    <a:pt x="2080" y="1545"/>
                    <a:pt x="2238" y="1387"/>
                    <a:pt x="2458" y="1387"/>
                  </a:cubicBezTo>
                  <a:cubicBezTo>
                    <a:pt x="2647" y="1387"/>
                    <a:pt x="2805" y="1545"/>
                    <a:pt x="2805" y="1734"/>
                  </a:cubicBezTo>
                  <a:cubicBezTo>
                    <a:pt x="2805" y="1828"/>
                    <a:pt x="2805" y="1954"/>
                    <a:pt x="2868" y="1986"/>
                  </a:cubicBezTo>
                  <a:cubicBezTo>
                    <a:pt x="2942" y="2059"/>
                    <a:pt x="3091" y="2090"/>
                    <a:pt x="3266" y="2090"/>
                  </a:cubicBezTo>
                  <a:cubicBezTo>
                    <a:pt x="3389" y="2090"/>
                    <a:pt x="3525" y="2075"/>
                    <a:pt x="3656" y="2049"/>
                  </a:cubicBezTo>
                  <a:lnTo>
                    <a:pt x="4191" y="2049"/>
                  </a:lnTo>
                  <a:lnTo>
                    <a:pt x="4191" y="1702"/>
                  </a:lnTo>
                  <a:lnTo>
                    <a:pt x="4128" y="1702"/>
                  </a:lnTo>
                  <a:cubicBezTo>
                    <a:pt x="4128" y="757"/>
                    <a:pt x="3340" y="1"/>
                    <a:pt x="239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33" name="Google Shape;8630;p71"/>
            <p:cNvSpPr/>
            <p:nvPr/>
          </p:nvSpPr>
          <p:spPr>
            <a:xfrm>
              <a:off x="-33593500" y="3341475"/>
              <a:ext cx="104775" cy="74075"/>
            </a:xfrm>
            <a:custGeom>
              <a:avLst/>
              <a:gdLst/>
              <a:ahLst/>
              <a:cxnLst/>
              <a:rect l="l" t="t" r="r" b="b"/>
              <a:pathLst>
                <a:path w="4191" h="2963" extrusionOk="0">
                  <a:moveTo>
                    <a:pt x="2395" y="1"/>
                  </a:moveTo>
                  <a:cubicBezTo>
                    <a:pt x="2080" y="253"/>
                    <a:pt x="1671" y="253"/>
                    <a:pt x="1230" y="253"/>
                  </a:cubicBezTo>
                  <a:lnTo>
                    <a:pt x="1" y="253"/>
                  </a:lnTo>
                  <a:lnTo>
                    <a:pt x="1" y="914"/>
                  </a:lnTo>
                  <a:cubicBezTo>
                    <a:pt x="1" y="2049"/>
                    <a:pt x="946" y="2962"/>
                    <a:pt x="2112" y="2962"/>
                  </a:cubicBezTo>
                  <a:cubicBezTo>
                    <a:pt x="3246" y="2962"/>
                    <a:pt x="4191" y="2049"/>
                    <a:pt x="4191" y="914"/>
                  </a:cubicBezTo>
                  <a:lnTo>
                    <a:pt x="4191" y="253"/>
                  </a:lnTo>
                  <a:lnTo>
                    <a:pt x="3466" y="253"/>
                  </a:lnTo>
                  <a:cubicBezTo>
                    <a:pt x="3088" y="253"/>
                    <a:pt x="2679" y="190"/>
                    <a:pt x="239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34" name="Google Shape;8631;p71"/>
            <p:cNvSpPr/>
            <p:nvPr/>
          </p:nvSpPr>
          <p:spPr>
            <a:xfrm>
              <a:off x="-33455650" y="3381650"/>
              <a:ext cx="104775" cy="52250"/>
            </a:xfrm>
            <a:custGeom>
              <a:avLst/>
              <a:gdLst/>
              <a:ahLst/>
              <a:cxnLst/>
              <a:rect l="l" t="t" r="r" b="b"/>
              <a:pathLst>
                <a:path w="4191" h="2090" extrusionOk="0">
                  <a:moveTo>
                    <a:pt x="1702" y="0"/>
                  </a:moveTo>
                  <a:cubicBezTo>
                    <a:pt x="756" y="0"/>
                    <a:pt x="0" y="757"/>
                    <a:pt x="0" y="1702"/>
                  </a:cubicBezTo>
                  <a:lnTo>
                    <a:pt x="0" y="2048"/>
                  </a:lnTo>
                  <a:lnTo>
                    <a:pt x="1229" y="2048"/>
                  </a:lnTo>
                  <a:cubicBezTo>
                    <a:pt x="1544" y="2048"/>
                    <a:pt x="1891" y="2048"/>
                    <a:pt x="2017" y="1985"/>
                  </a:cubicBezTo>
                  <a:cubicBezTo>
                    <a:pt x="2048" y="1954"/>
                    <a:pt x="2080" y="1828"/>
                    <a:pt x="2080" y="1733"/>
                  </a:cubicBezTo>
                  <a:cubicBezTo>
                    <a:pt x="2080" y="1544"/>
                    <a:pt x="2237" y="1387"/>
                    <a:pt x="2458" y="1387"/>
                  </a:cubicBezTo>
                  <a:cubicBezTo>
                    <a:pt x="2647" y="1387"/>
                    <a:pt x="2804" y="1544"/>
                    <a:pt x="2804" y="1733"/>
                  </a:cubicBezTo>
                  <a:cubicBezTo>
                    <a:pt x="2804" y="1828"/>
                    <a:pt x="2804" y="1954"/>
                    <a:pt x="2867" y="1985"/>
                  </a:cubicBezTo>
                  <a:cubicBezTo>
                    <a:pt x="2941" y="2059"/>
                    <a:pt x="3091" y="2090"/>
                    <a:pt x="3265" y="2090"/>
                  </a:cubicBezTo>
                  <a:cubicBezTo>
                    <a:pt x="3388" y="2090"/>
                    <a:pt x="3524" y="2074"/>
                    <a:pt x="3655" y="2048"/>
                  </a:cubicBezTo>
                  <a:lnTo>
                    <a:pt x="4190" y="2048"/>
                  </a:lnTo>
                  <a:lnTo>
                    <a:pt x="4190" y="1702"/>
                  </a:lnTo>
                  <a:cubicBezTo>
                    <a:pt x="4096" y="757"/>
                    <a:pt x="3308" y="0"/>
                    <a:pt x="236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35" name="Google Shape;8632;p71"/>
            <p:cNvSpPr/>
            <p:nvPr/>
          </p:nvSpPr>
          <p:spPr>
            <a:xfrm>
              <a:off x="-33456450" y="3443875"/>
              <a:ext cx="102425" cy="74850"/>
            </a:xfrm>
            <a:custGeom>
              <a:avLst/>
              <a:gdLst/>
              <a:ahLst/>
              <a:cxnLst/>
              <a:rect l="l" t="t" r="r" b="b"/>
              <a:pathLst>
                <a:path w="4097" h="2994" extrusionOk="0">
                  <a:moveTo>
                    <a:pt x="2395" y="0"/>
                  </a:moveTo>
                  <a:cubicBezTo>
                    <a:pt x="2080" y="252"/>
                    <a:pt x="1639" y="252"/>
                    <a:pt x="1230" y="252"/>
                  </a:cubicBezTo>
                  <a:lnTo>
                    <a:pt x="1" y="252"/>
                  </a:lnTo>
                  <a:lnTo>
                    <a:pt x="1" y="914"/>
                  </a:lnTo>
                  <a:cubicBezTo>
                    <a:pt x="1" y="2048"/>
                    <a:pt x="914" y="2993"/>
                    <a:pt x="2049" y="2993"/>
                  </a:cubicBezTo>
                  <a:cubicBezTo>
                    <a:pt x="3183" y="2993"/>
                    <a:pt x="4096" y="2048"/>
                    <a:pt x="4096" y="914"/>
                  </a:cubicBezTo>
                  <a:lnTo>
                    <a:pt x="4096" y="252"/>
                  </a:lnTo>
                  <a:lnTo>
                    <a:pt x="3435" y="252"/>
                  </a:lnTo>
                  <a:cubicBezTo>
                    <a:pt x="3025" y="252"/>
                    <a:pt x="2679" y="189"/>
                    <a:pt x="239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436" name="Google Shape;8633;p71"/>
          <p:cNvGrpSpPr/>
          <p:nvPr/>
        </p:nvGrpSpPr>
        <p:grpSpPr>
          <a:xfrm>
            <a:off x="9827134" y="2391319"/>
            <a:ext cx="474035" cy="472781"/>
            <a:chOff x="-33646250" y="3586425"/>
            <a:chExt cx="293000" cy="292225"/>
          </a:xfrm>
        </p:grpSpPr>
        <p:sp>
          <p:nvSpPr>
            <p:cNvPr id="437" name="Google Shape;8634;p71"/>
            <p:cNvSpPr/>
            <p:nvPr/>
          </p:nvSpPr>
          <p:spPr>
            <a:xfrm>
              <a:off x="-33646250" y="3739225"/>
              <a:ext cx="141775" cy="139425"/>
            </a:xfrm>
            <a:custGeom>
              <a:avLst/>
              <a:gdLst/>
              <a:ahLst/>
              <a:cxnLst/>
              <a:rect l="l" t="t" r="r" b="b"/>
              <a:pathLst>
                <a:path w="5671" h="5577" extrusionOk="0">
                  <a:moveTo>
                    <a:pt x="4190" y="1"/>
                  </a:moveTo>
                  <a:cubicBezTo>
                    <a:pt x="4001" y="316"/>
                    <a:pt x="3970" y="725"/>
                    <a:pt x="4127" y="1040"/>
                  </a:cubicBezTo>
                  <a:lnTo>
                    <a:pt x="3497" y="1670"/>
                  </a:lnTo>
                  <a:cubicBezTo>
                    <a:pt x="3345" y="1589"/>
                    <a:pt x="3194" y="1550"/>
                    <a:pt x="3047" y="1550"/>
                  </a:cubicBezTo>
                  <a:cubicBezTo>
                    <a:pt x="2797" y="1550"/>
                    <a:pt x="2561" y="1661"/>
                    <a:pt x="2363" y="1859"/>
                  </a:cubicBezTo>
                  <a:lnTo>
                    <a:pt x="378" y="3813"/>
                  </a:lnTo>
                  <a:cubicBezTo>
                    <a:pt x="0" y="4222"/>
                    <a:pt x="0" y="4884"/>
                    <a:pt x="378" y="5293"/>
                  </a:cubicBezTo>
                  <a:cubicBezTo>
                    <a:pt x="583" y="5482"/>
                    <a:pt x="851" y="5577"/>
                    <a:pt x="1115" y="5577"/>
                  </a:cubicBezTo>
                  <a:cubicBezTo>
                    <a:pt x="1378" y="5577"/>
                    <a:pt x="1638" y="5482"/>
                    <a:pt x="1827" y="5293"/>
                  </a:cubicBezTo>
                  <a:lnTo>
                    <a:pt x="3812" y="3309"/>
                  </a:lnTo>
                  <a:cubicBezTo>
                    <a:pt x="4096" y="3025"/>
                    <a:pt x="4190" y="2553"/>
                    <a:pt x="4001" y="2143"/>
                  </a:cubicBezTo>
                  <a:lnTo>
                    <a:pt x="4631" y="1513"/>
                  </a:lnTo>
                  <a:cubicBezTo>
                    <a:pt x="4789" y="1576"/>
                    <a:pt x="4915" y="1607"/>
                    <a:pt x="5072" y="1607"/>
                  </a:cubicBezTo>
                  <a:cubicBezTo>
                    <a:pt x="5261" y="1607"/>
                    <a:pt x="5450" y="1544"/>
                    <a:pt x="5671" y="1418"/>
                  </a:cubicBezTo>
                  <a:cubicBezTo>
                    <a:pt x="5041" y="1040"/>
                    <a:pt x="4568" y="568"/>
                    <a:pt x="419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38" name="Google Shape;8635;p71"/>
            <p:cNvSpPr/>
            <p:nvPr/>
          </p:nvSpPr>
          <p:spPr>
            <a:xfrm>
              <a:off x="-33541500" y="3586425"/>
              <a:ext cx="188250" cy="187475"/>
            </a:xfrm>
            <a:custGeom>
              <a:avLst/>
              <a:gdLst/>
              <a:ahLst/>
              <a:cxnLst/>
              <a:rect l="l" t="t" r="r" b="b"/>
              <a:pathLst>
                <a:path w="7530" h="7499" extrusionOk="0">
                  <a:moveTo>
                    <a:pt x="3718" y="1387"/>
                  </a:moveTo>
                  <a:cubicBezTo>
                    <a:pt x="4253" y="1387"/>
                    <a:pt x="4726" y="1859"/>
                    <a:pt x="4726" y="2427"/>
                  </a:cubicBezTo>
                  <a:cubicBezTo>
                    <a:pt x="4789" y="2805"/>
                    <a:pt x="4505" y="3214"/>
                    <a:pt x="4096" y="3372"/>
                  </a:cubicBezTo>
                  <a:lnTo>
                    <a:pt x="4096" y="3750"/>
                  </a:lnTo>
                  <a:cubicBezTo>
                    <a:pt x="4096" y="3939"/>
                    <a:pt x="3938" y="4096"/>
                    <a:pt x="3749" y="4096"/>
                  </a:cubicBezTo>
                  <a:cubicBezTo>
                    <a:pt x="3560" y="4096"/>
                    <a:pt x="3403" y="3939"/>
                    <a:pt x="3403" y="3750"/>
                  </a:cubicBezTo>
                  <a:lnTo>
                    <a:pt x="3403" y="3372"/>
                  </a:lnTo>
                  <a:cubicBezTo>
                    <a:pt x="3403" y="3088"/>
                    <a:pt x="3592" y="2805"/>
                    <a:pt x="3875" y="2742"/>
                  </a:cubicBezTo>
                  <a:cubicBezTo>
                    <a:pt x="4001" y="2679"/>
                    <a:pt x="4096" y="2521"/>
                    <a:pt x="4096" y="2427"/>
                  </a:cubicBezTo>
                  <a:cubicBezTo>
                    <a:pt x="4096" y="2206"/>
                    <a:pt x="3938" y="2049"/>
                    <a:pt x="3749" y="2049"/>
                  </a:cubicBezTo>
                  <a:cubicBezTo>
                    <a:pt x="3560" y="2049"/>
                    <a:pt x="3403" y="2206"/>
                    <a:pt x="3403" y="2427"/>
                  </a:cubicBezTo>
                  <a:cubicBezTo>
                    <a:pt x="3403" y="2616"/>
                    <a:pt x="3245" y="2773"/>
                    <a:pt x="3056" y="2773"/>
                  </a:cubicBezTo>
                  <a:cubicBezTo>
                    <a:pt x="2836" y="2773"/>
                    <a:pt x="2678" y="2616"/>
                    <a:pt x="2678" y="2427"/>
                  </a:cubicBezTo>
                  <a:cubicBezTo>
                    <a:pt x="2678" y="1859"/>
                    <a:pt x="3151" y="1387"/>
                    <a:pt x="3718" y="1387"/>
                  </a:cubicBezTo>
                  <a:close/>
                  <a:moveTo>
                    <a:pt x="3749" y="4726"/>
                  </a:moveTo>
                  <a:cubicBezTo>
                    <a:pt x="3938" y="4726"/>
                    <a:pt x="4096" y="4884"/>
                    <a:pt x="4096" y="5104"/>
                  </a:cubicBezTo>
                  <a:cubicBezTo>
                    <a:pt x="4096" y="5294"/>
                    <a:pt x="3938" y="5451"/>
                    <a:pt x="3749" y="5451"/>
                  </a:cubicBezTo>
                  <a:cubicBezTo>
                    <a:pt x="3560" y="5451"/>
                    <a:pt x="3403" y="5294"/>
                    <a:pt x="3403" y="5104"/>
                  </a:cubicBezTo>
                  <a:cubicBezTo>
                    <a:pt x="3403" y="4884"/>
                    <a:pt x="3560" y="4726"/>
                    <a:pt x="3749" y="4726"/>
                  </a:cubicBezTo>
                  <a:close/>
                  <a:moveTo>
                    <a:pt x="3749" y="1"/>
                  </a:moveTo>
                  <a:cubicBezTo>
                    <a:pt x="1670" y="1"/>
                    <a:pt x="0" y="1702"/>
                    <a:pt x="0" y="3750"/>
                  </a:cubicBezTo>
                  <a:cubicBezTo>
                    <a:pt x="0" y="5829"/>
                    <a:pt x="1702" y="7499"/>
                    <a:pt x="3749" y="7499"/>
                  </a:cubicBezTo>
                  <a:cubicBezTo>
                    <a:pt x="5829" y="7499"/>
                    <a:pt x="7498" y="5798"/>
                    <a:pt x="7498" y="3750"/>
                  </a:cubicBezTo>
                  <a:cubicBezTo>
                    <a:pt x="7530" y="1670"/>
                    <a:pt x="5829" y="1"/>
                    <a:pt x="374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439" name="Google Shape;8636;p71"/>
          <p:cNvGrpSpPr/>
          <p:nvPr/>
        </p:nvGrpSpPr>
        <p:grpSpPr>
          <a:xfrm>
            <a:off x="9827761" y="2971123"/>
            <a:ext cx="472781" cy="474076"/>
            <a:chOff x="-33645475" y="3944800"/>
            <a:chExt cx="292225" cy="293025"/>
          </a:xfrm>
        </p:grpSpPr>
        <p:sp>
          <p:nvSpPr>
            <p:cNvPr id="440" name="Google Shape;8637;p71"/>
            <p:cNvSpPr/>
            <p:nvPr/>
          </p:nvSpPr>
          <p:spPr>
            <a:xfrm>
              <a:off x="-33549375" y="3944800"/>
              <a:ext cx="98475" cy="70900"/>
            </a:xfrm>
            <a:custGeom>
              <a:avLst/>
              <a:gdLst/>
              <a:ahLst/>
              <a:cxnLst/>
              <a:rect l="l" t="t" r="r" b="b"/>
              <a:pathLst>
                <a:path w="3939" h="2836" extrusionOk="0">
                  <a:moveTo>
                    <a:pt x="1985" y="0"/>
                  </a:moveTo>
                  <a:cubicBezTo>
                    <a:pt x="1260" y="0"/>
                    <a:pt x="473" y="946"/>
                    <a:pt x="0" y="2521"/>
                  </a:cubicBezTo>
                  <a:cubicBezTo>
                    <a:pt x="158" y="2615"/>
                    <a:pt x="284" y="2710"/>
                    <a:pt x="410" y="2836"/>
                  </a:cubicBezTo>
                  <a:cubicBezTo>
                    <a:pt x="914" y="2773"/>
                    <a:pt x="1481" y="2773"/>
                    <a:pt x="1985" y="2773"/>
                  </a:cubicBezTo>
                  <a:cubicBezTo>
                    <a:pt x="2489" y="2773"/>
                    <a:pt x="3056" y="2804"/>
                    <a:pt x="3560" y="2836"/>
                  </a:cubicBezTo>
                  <a:cubicBezTo>
                    <a:pt x="3623" y="2678"/>
                    <a:pt x="3781" y="2584"/>
                    <a:pt x="3938" y="2521"/>
                  </a:cubicBezTo>
                  <a:cubicBezTo>
                    <a:pt x="3529" y="946"/>
                    <a:pt x="2741" y="0"/>
                    <a:pt x="198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41" name="Google Shape;8638;p71"/>
            <p:cNvSpPr/>
            <p:nvPr/>
          </p:nvSpPr>
          <p:spPr>
            <a:xfrm>
              <a:off x="-33645475" y="4041675"/>
              <a:ext cx="70900" cy="98475"/>
            </a:xfrm>
            <a:custGeom>
              <a:avLst/>
              <a:gdLst/>
              <a:ahLst/>
              <a:cxnLst/>
              <a:rect l="l" t="t" r="r" b="b"/>
              <a:pathLst>
                <a:path w="2836" h="3939" extrusionOk="0">
                  <a:moveTo>
                    <a:pt x="2521" y="0"/>
                  </a:moveTo>
                  <a:cubicBezTo>
                    <a:pt x="946" y="473"/>
                    <a:pt x="32" y="1229"/>
                    <a:pt x="32" y="1954"/>
                  </a:cubicBezTo>
                  <a:cubicBezTo>
                    <a:pt x="1" y="2710"/>
                    <a:pt x="946" y="3466"/>
                    <a:pt x="2521" y="3939"/>
                  </a:cubicBezTo>
                  <a:cubicBezTo>
                    <a:pt x="2584" y="3781"/>
                    <a:pt x="2710" y="3655"/>
                    <a:pt x="2836" y="3529"/>
                  </a:cubicBezTo>
                  <a:cubicBezTo>
                    <a:pt x="2773" y="3025"/>
                    <a:pt x="2773" y="2521"/>
                    <a:pt x="2773" y="1954"/>
                  </a:cubicBezTo>
                  <a:cubicBezTo>
                    <a:pt x="2773" y="1418"/>
                    <a:pt x="2805" y="914"/>
                    <a:pt x="2836" y="379"/>
                  </a:cubicBezTo>
                  <a:cubicBezTo>
                    <a:pt x="2679" y="316"/>
                    <a:pt x="2553" y="158"/>
                    <a:pt x="252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42" name="Google Shape;8639;p71"/>
            <p:cNvSpPr/>
            <p:nvPr/>
          </p:nvSpPr>
          <p:spPr>
            <a:xfrm>
              <a:off x="-33424150" y="4042450"/>
              <a:ext cx="70900" cy="52025"/>
            </a:xfrm>
            <a:custGeom>
              <a:avLst/>
              <a:gdLst/>
              <a:ahLst/>
              <a:cxnLst/>
              <a:rect l="l" t="t" r="r" b="b"/>
              <a:pathLst>
                <a:path w="2836" h="2081" extrusionOk="0">
                  <a:moveTo>
                    <a:pt x="316" y="1"/>
                  </a:moveTo>
                  <a:cubicBezTo>
                    <a:pt x="253" y="159"/>
                    <a:pt x="127" y="285"/>
                    <a:pt x="1" y="379"/>
                  </a:cubicBezTo>
                  <a:cubicBezTo>
                    <a:pt x="32" y="600"/>
                    <a:pt x="32" y="789"/>
                    <a:pt x="32" y="978"/>
                  </a:cubicBezTo>
                  <a:cubicBezTo>
                    <a:pt x="158" y="978"/>
                    <a:pt x="284" y="946"/>
                    <a:pt x="442" y="946"/>
                  </a:cubicBezTo>
                  <a:cubicBezTo>
                    <a:pt x="1387" y="946"/>
                    <a:pt x="2237" y="1387"/>
                    <a:pt x="2804" y="2080"/>
                  </a:cubicBezTo>
                  <a:lnTo>
                    <a:pt x="2804" y="1954"/>
                  </a:lnTo>
                  <a:cubicBezTo>
                    <a:pt x="2836" y="1230"/>
                    <a:pt x="1891" y="474"/>
                    <a:pt x="31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43" name="Google Shape;8640;p71"/>
            <p:cNvSpPr/>
            <p:nvPr/>
          </p:nvSpPr>
          <p:spPr>
            <a:xfrm>
              <a:off x="-33549375" y="4165325"/>
              <a:ext cx="86650" cy="70925"/>
            </a:xfrm>
            <a:custGeom>
              <a:avLst/>
              <a:gdLst/>
              <a:ahLst/>
              <a:cxnLst/>
              <a:rect l="l" t="t" r="r" b="b"/>
              <a:pathLst>
                <a:path w="3466" h="2837" extrusionOk="0">
                  <a:moveTo>
                    <a:pt x="410" y="1"/>
                  </a:moveTo>
                  <a:cubicBezTo>
                    <a:pt x="315" y="158"/>
                    <a:pt x="158" y="284"/>
                    <a:pt x="0" y="316"/>
                  </a:cubicBezTo>
                  <a:cubicBezTo>
                    <a:pt x="473" y="1891"/>
                    <a:pt x="1260" y="2836"/>
                    <a:pt x="1985" y="2836"/>
                  </a:cubicBezTo>
                  <a:cubicBezTo>
                    <a:pt x="2489" y="2836"/>
                    <a:pt x="3056" y="2364"/>
                    <a:pt x="3466" y="1544"/>
                  </a:cubicBezTo>
                  <a:lnTo>
                    <a:pt x="3119" y="1072"/>
                  </a:lnTo>
                  <a:cubicBezTo>
                    <a:pt x="2836" y="851"/>
                    <a:pt x="2678" y="473"/>
                    <a:pt x="2521" y="95"/>
                  </a:cubicBezTo>
                  <a:lnTo>
                    <a:pt x="1985" y="95"/>
                  </a:lnTo>
                  <a:cubicBezTo>
                    <a:pt x="1418" y="95"/>
                    <a:pt x="882" y="64"/>
                    <a:pt x="41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44" name="Google Shape;8641;p71"/>
            <p:cNvSpPr/>
            <p:nvPr/>
          </p:nvSpPr>
          <p:spPr>
            <a:xfrm>
              <a:off x="-33558825" y="4030650"/>
              <a:ext cx="118950" cy="120525"/>
            </a:xfrm>
            <a:custGeom>
              <a:avLst/>
              <a:gdLst/>
              <a:ahLst/>
              <a:cxnLst/>
              <a:rect l="l" t="t" r="r" b="b"/>
              <a:pathLst>
                <a:path w="4758" h="4821" extrusionOk="0">
                  <a:moveTo>
                    <a:pt x="2395" y="0"/>
                  </a:moveTo>
                  <a:cubicBezTo>
                    <a:pt x="1922" y="0"/>
                    <a:pt x="1418" y="32"/>
                    <a:pt x="1008" y="95"/>
                  </a:cubicBezTo>
                  <a:cubicBezTo>
                    <a:pt x="977" y="599"/>
                    <a:pt x="599" y="977"/>
                    <a:pt x="63" y="1040"/>
                  </a:cubicBezTo>
                  <a:cubicBezTo>
                    <a:pt x="32" y="1450"/>
                    <a:pt x="0" y="1922"/>
                    <a:pt x="0" y="2395"/>
                  </a:cubicBezTo>
                  <a:cubicBezTo>
                    <a:pt x="0" y="2867"/>
                    <a:pt x="32" y="3340"/>
                    <a:pt x="63" y="3781"/>
                  </a:cubicBezTo>
                  <a:cubicBezTo>
                    <a:pt x="599" y="3812"/>
                    <a:pt x="977" y="4222"/>
                    <a:pt x="1008" y="4726"/>
                  </a:cubicBezTo>
                  <a:cubicBezTo>
                    <a:pt x="1449" y="4758"/>
                    <a:pt x="1922" y="4821"/>
                    <a:pt x="2395" y="4821"/>
                  </a:cubicBezTo>
                  <a:lnTo>
                    <a:pt x="2804" y="4821"/>
                  </a:lnTo>
                  <a:cubicBezTo>
                    <a:pt x="2804" y="4695"/>
                    <a:pt x="2741" y="4569"/>
                    <a:pt x="2741" y="4506"/>
                  </a:cubicBezTo>
                  <a:cubicBezTo>
                    <a:pt x="2741" y="3151"/>
                    <a:pt x="3592" y="2017"/>
                    <a:pt x="4757" y="1576"/>
                  </a:cubicBezTo>
                  <a:cubicBezTo>
                    <a:pt x="4757" y="1387"/>
                    <a:pt x="4726" y="1229"/>
                    <a:pt x="4726" y="1040"/>
                  </a:cubicBezTo>
                  <a:cubicBezTo>
                    <a:pt x="4222" y="977"/>
                    <a:pt x="3812" y="599"/>
                    <a:pt x="3781" y="95"/>
                  </a:cubicBezTo>
                  <a:cubicBezTo>
                    <a:pt x="3340" y="32"/>
                    <a:pt x="2867" y="0"/>
                    <a:pt x="239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45" name="Google Shape;8642;p71"/>
            <p:cNvSpPr/>
            <p:nvPr/>
          </p:nvSpPr>
          <p:spPr>
            <a:xfrm>
              <a:off x="-33639950" y="4129900"/>
              <a:ext cx="100825" cy="100825"/>
            </a:xfrm>
            <a:custGeom>
              <a:avLst/>
              <a:gdLst/>
              <a:ahLst/>
              <a:cxnLst/>
              <a:rect l="l" t="t" r="r" b="b"/>
              <a:pathLst>
                <a:path w="4033" h="4033" extrusionOk="0">
                  <a:moveTo>
                    <a:pt x="0" y="0"/>
                  </a:moveTo>
                  <a:lnTo>
                    <a:pt x="0" y="0"/>
                  </a:lnTo>
                  <a:cubicBezTo>
                    <a:pt x="567" y="1953"/>
                    <a:pt x="2111" y="3466"/>
                    <a:pt x="4033" y="4033"/>
                  </a:cubicBezTo>
                  <a:cubicBezTo>
                    <a:pt x="3592" y="3466"/>
                    <a:pt x="3245" y="2741"/>
                    <a:pt x="2962" y="1827"/>
                  </a:cubicBezTo>
                  <a:cubicBezTo>
                    <a:pt x="2584" y="1733"/>
                    <a:pt x="2300" y="1481"/>
                    <a:pt x="2206" y="1071"/>
                  </a:cubicBezTo>
                  <a:cubicBezTo>
                    <a:pt x="1323" y="851"/>
                    <a:pt x="567" y="441"/>
                    <a:pt x="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46" name="Google Shape;8643;p71"/>
            <p:cNvSpPr/>
            <p:nvPr/>
          </p:nvSpPr>
          <p:spPr>
            <a:xfrm>
              <a:off x="-33459600" y="3951875"/>
              <a:ext cx="100850" cy="100075"/>
            </a:xfrm>
            <a:custGeom>
              <a:avLst/>
              <a:gdLst/>
              <a:ahLst/>
              <a:cxnLst/>
              <a:rect l="l" t="t" r="r" b="b"/>
              <a:pathLst>
                <a:path w="4034" h="4003" extrusionOk="0">
                  <a:moveTo>
                    <a:pt x="1" y="1"/>
                  </a:moveTo>
                  <a:lnTo>
                    <a:pt x="1" y="1"/>
                  </a:lnTo>
                  <a:cubicBezTo>
                    <a:pt x="442" y="537"/>
                    <a:pt x="788" y="1293"/>
                    <a:pt x="1072" y="2206"/>
                  </a:cubicBezTo>
                  <a:cubicBezTo>
                    <a:pt x="1419" y="2238"/>
                    <a:pt x="1734" y="2553"/>
                    <a:pt x="1828" y="2962"/>
                  </a:cubicBezTo>
                  <a:cubicBezTo>
                    <a:pt x="2710" y="3183"/>
                    <a:pt x="3466" y="3592"/>
                    <a:pt x="4033" y="4002"/>
                  </a:cubicBezTo>
                  <a:cubicBezTo>
                    <a:pt x="3466" y="2080"/>
                    <a:pt x="1923" y="537"/>
                    <a:pt x="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47" name="Google Shape;8644;p71"/>
            <p:cNvSpPr/>
            <p:nvPr/>
          </p:nvSpPr>
          <p:spPr>
            <a:xfrm>
              <a:off x="-33639950" y="3951100"/>
              <a:ext cx="100825" cy="100050"/>
            </a:xfrm>
            <a:custGeom>
              <a:avLst/>
              <a:gdLst/>
              <a:ahLst/>
              <a:cxnLst/>
              <a:rect l="l" t="t" r="r" b="b"/>
              <a:pathLst>
                <a:path w="4033" h="4002" extrusionOk="0">
                  <a:moveTo>
                    <a:pt x="4033" y="0"/>
                  </a:moveTo>
                  <a:lnTo>
                    <a:pt x="4033" y="0"/>
                  </a:lnTo>
                  <a:cubicBezTo>
                    <a:pt x="2111" y="536"/>
                    <a:pt x="567" y="2080"/>
                    <a:pt x="0" y="4002"/>
                  </a:cubicBezTo>
                  <a:cubicBezTo>
                    <a:pt x="567" y="3592"/>
                    <a:pt x="1323" y="3214"/>
                    <a:pt x="2206" y="2962"/>
                  </a:cubicBezTo>
                  <a:cubicBezTo>
                    <a:pt x="2300" y="2552"/>
                    <a:pt x="2615" y="2269"/>
                    <a:pt x="2962" y="2206"/>
                  </a:cubicBezTo>
                  <a:cubicBezTo>
                    <a:pt x="3214" y="1292"/>
                    <a:pt x="3592" y="505"/>
                    <a:pt x="403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48" name="Google Shape;8645;p71"/>
            <p:cNvSpPr/>
            <p:nvPr/>
          </p:nvSpPr>
          <p:spPr>
            <a:xfrm>
              <a:off x="-33472975" y="4082625"/>
              <a:ext cx="119725" cy="155200"/>
            </a:xfrm>
            <a:custGeom>
              <a:avLst/>
              <a:gdLst/>
              <a:ahLst/>
              <a:cxnLst/>
              <a:rect l="l" t="t" r="r" b="b"/>
              <a:pathLst>
                <a:path w="4789" h="6208" extrusionOk="0">
                  <a:moveTo>
                    <a:pt x="2395" y="1355"/>
                  </a:moveTo>
                  <a:cubicBezTo>
                    <a:pt x="2930" y="1355"/>
                    <a:pt x="3403" y="1828"/>
                    <a:pt x="3403" y="2364"/>
                  </a:cubicBezTo>
                  <a:cubicBezTo>
                    <a:pt x="3403" y="2962"/>
                    <a:pt x="2930" y="3403"/>
                    <a:pt x="2395" y="3403"/>
                  </a:cubicBezTo>
                  <a:cubicBezTo>
                    <a:pt x="1827" y="3403"/>
                    <a:pt x="1355" y="2931"/>
                    <a:pt x="1355" y="2364"/>
                  </a:cubicBezTo>
                  <a:cubicBezTo>
                    <a:pt x="1355" y="1828"/>
                    <a:pt x="1827" y="1355"/>
                    <a:pt x="2395" y="1355"/>
                  </a:cubicBezTo>
                  <a:close/>
                  <a:moveTo>
                    <a:pt x="2395" y="1"/>
                  </a:moveTo>
                  <a:cubicBezTo>
                    <a:pt x="1040" y="1"/>
                    <a:pt x="0" y="1072"/>
                    <a:pt x="0" y="2427"/>
                  </a:cubicBezTo>
                  <a:cubicBezTo>
                    <a:pt x="0" y="2994"/>
                    <a:pt x="221" y="3592"/>
                    <a:pt x="630" y="4002"/>
                  </a:cubicBezTo>
                  <a:lnTo>
                    <a:pt x="2111" y="6050"/>
                  </a:lnTo>
                  <a:cubicBezTo>
                    <a:pt x="2206" y="6113"/>
                    <a:pt x="2269" y="6207"/>
                    <a:pt x="2395" y="6207"/>
                  </a:cubicBezTo>
                  <a:cubicBezTo>
                    <a:pt x="2521" y="6207"/>
                    <a:pt x="2584" y="6144"/>
                    <a:pt x="2678" y="6050"/>
                  </a:cubicBezTo>
                  <a:lnTo>
                    <a:pt x="4442" y="3592"/>
                  </a:lnTo>
                  <a:cubicBezTo>
                    <a:pt x="4663" y="3246"/>
                    <a:pt x="4757" y="2805"/>
                    <a:pt x="4757" y="2364"/>
                  </a:cubicBezTo>
                  <a:cubicBezTo>
                    <a:pt x="4789" y="1072"/>
                    <a:pt x="3686" y="1"/>
                    <a:pt x="239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49" name="Google Shape;8646;p71"/>
            <p:cNvSpPr/>
            <p:nvPr/>
          </p:nvSpPr>
          <p:spPr>
            <a:xfrm>
              <a:off x="-33421775" y="4133825"/>
              <a:ext cx="17350" cy="18150"/>
            </a:xfrm>
            <a:custGeom>
              <a:avLst/>
              <a:gdLst/>
              <a:ahLst/>
              <a:cxnLst/>
              <a:rect l="l" t="t" r="r" b="b"/>
              <a:pathLst>
                <a:path w="694" h="726" extrusionOk="0">
                  <a:moveTo>
                    <a:pt x="347" y="1"/>
                  </a:moveTo>
                  <a:cubicBezTo>
                    <a:pt x="158" y="1"/>
                    <a:pt x="0" y="158"/>
                    <a:pt x="0" y="379"/>
                  </a:cubicBezTo>
                  <a:cubicBezTo>
                    <a:pt x="0" y="568"/>
                    <a:pt x="158" y="725"/>
                    <a:pt x="347" y="725"/>
                  </a:cubicBezTo>
                  <a:cubicBezTo>
                    <a:pt x="536" y="725"/>
                    <a:pt x="693" y="568"/>
                    <a:pt x="693" y="379"/>
                  </a:cubicBezTo>
                  <a:cubicBezTo>
                    <a:pt x="693" y="158"/>
                    <a:pt x="536" y="1"/>
                    <a:pt x="3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450" name="Google Shape;8647;p71"/>
          <p:cNvGrpSpPr/>
          <p:nvPr/>
        </p:nvGrpSpPr>
        <p:grpSpPr>
          <a:xfrm>
            <a:off x="8032054" y="3602773"/>
            <a:ext cx="470233" cy="473833"/>
            <a:chOff x="-31809525" y="3192625"/>
            <a:chExt cx="290650" cy="292875"/>
          </a:xfrm>
        </p:grpSpPr>
        <p:sp>
          <p:nvSpPr>
            <p:cNvPr id="451" name="Google Shape;8648;p71"/>
            <p:cNvSpPr/>
            <p:nvPr/>
          </p:nvSpPr>
          <p:spPr>
            <a:xfrm>
              <a:off x="-31767775" y="3192625"/>
              <a:ext cx="204800" cy="153600"/>
            </a:xfrm>
            <a:custGeom>
              <a:avLst/>
              <a:gdLst/>
              <a:ahLst/>
              <a:cxnLst/>
              <a:rect l="l" t="t" r="r" b="b"/>
              <a:pathLst>
                <a:path w="8192" h="6144" extrusionOk="0">
                  <a:moveTo>
                    <a:pt x="4096" y="0"/>
                  </a:moveTo>
                  <a:cubicBezTo>
                    <a:pt x="2206" y="0"/>
                    <a:pt x="662" y="1544"/>
                    <a:pt x="662" y="3434"/>
                  </a:cubicBezTo>
                  <a:lnTo>
                    <a:pt x="662" y="3497"/>
                  </a:lnTo>
                  <a:cubicBezTo>
                    <a:pt x="252" y="3655"/>
                    <a:pt x="0" y="4033"/>
                    <a:pt x="0" y="4442"/>
                  </a:cubicBezTo>
                  <a:lnTo>
                    <a:pt x="0" y="5136"/>
                  </a:lnTo>
                  <a:cubicBezTo>
                    <a:pt x="0" y="5671"/>
                    <a:pt x="473" y="6144"/>
                    <a:pt x="1009" y="6144"/>
                  </a:cubicBezTo>
                  <a:cubicBezTo>
                    <a:pt x="1135" y="6144"/>
                    <a:pt x="1261" y="6112"/>
                    <a:pt x="1387" y="6081"/>
                  </a:cubicBezTo>
                  <a:lnTo>
                    <a:pt x="1387" y="3403"/>
                  </a:lnTo>
                  <a:cubicBezTo>
                    <a:pt x="1387" y="1891"/>
                    <a:pt x="2584" y="630"/>
                    <a:pt x="4096" y="630"/>
                  </a:cubicBezTo>
                  <a:cubicBezTo>
                    <a:pt x="5577" y="630"/>
                    <a:pt x="6806" y="1891"/>
                    <a:pt x="6806" y="3403"/>
                  </a:cubicBezTo>
                  <a:lnTo>
                    <a:pt x="6806" y="6081"/>
                  </a:lnTo>
                  <a:cubicBezTo>
                    <a:pt x="6932" y="6112"/>
                    <a:pt x="7058" y="6144"/>
                    <a:pt x="7152" y="6144"/>
                  </a:cubicBezTo>
                  <a:cubicBezTo>
                    <a:pt x="7719" y="6144"/>
                    <a:pt x="8192" y="5671"/>
                    <a:pt x="8192" y="5136"/>
                  </a:cubicBezTo>
                  <a:lnTo>
                    <a:pt x="8192" y="4442"/>
                  </a:lnTo>
                  <a:cubicBezTo>
                    <a:pt x="8192" y="4033"/>
                    <a:pt x="7908" y="3623"/>
                    <a:pt x="7530" y="3497"/>
                  </a:cubicBezTo>
                  <a:lnTo>
                    <a:pt x="7530" y="3434"/>
                  </a:lnTo>
                  <a:cubicBezTo>
                    <a:pt x="7467" y="1576"/>
                    <a:pt x="5986" y="0"/>
                    <a:pt x="409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52" name="Google Shape;8649;p71"/>
            <p:cNvSpPr/>
            <p:nvPr/>
          </p:nvSpPr>
          <p:spPr>
            <a:xfrm>
              <a:off x="-31715000" y="3244600"/>
              <a:ext cx="101625" cy="52450"/>
            </a:xfrm>
            <a:custGeom>
              <a:avLst/>
              <a:gdLst/>
              <a:ahLst/>
              <a:cxnLst/>
              <a:rect l="l" t="t" r="r" b="b"/>
              <a:pathLst>
                <a:path w="4065" h="2098" extrusionOk="0">
                  <a:moveTo>
                    <a:pt x="1702" y="1"/>
                  </a:moveTo>
                  <a:cubicBezTo>
                    <a:pt x="756" y="1"/>
                    <a:pt x="0" y="757"/>
                    <a:pt x="0" y="1702"/>
                  </a:cubicBezTo>
                  <a:lnTo>
                    <a:pt x="0" y="2080"/>
                  </a:lnTo>
                  <a:lnTo>
                    <a:pt x="1229" y="2080"/>
                  </a:lnTo>
                  <a:cubicBezTo>
                    <a:pt x="1418" y="2080"/>
                    <a:pt x="1765" y="2080"/>
                    <a:pt x="1891" y="1985"/>
                  </a:cubicBezTo>
                  <a:cubicBezTo>
                    <a:pt x="1922" y="1954"/>
                    <a:pt x="1985" y="1828"/>
                    <a:pt x="1985" y="1765"/>
                  </a:cubicBezTo>
                  <a:cubicBezTo>
                    <a:pt x="1985" y="1544"/>
                    <a:pt x="2143" y="1387"/>
                    <a:pt x="2332" y="1387"/>
                  </a:cubicBezTo>
                  <a:cubicBezTo>
                    <a:pt x="2521" y="1387"/>
                    <a:pt x="2678" y="1544"/>
                    <a:pt x="2678" y="1765"/>
                  </a:cubicBezTo>
                  <a:cubicBezTo>
                    <a:pt x="2678" y="1828"/>
                    <a:pt x="2678" y="1954"/>
                    <a:pt x="2773" y="1985"/>
                  </a:cubicBezTo>
                  <a:cubicBezTo>
                    <a:pt x="2836" y="2069"/>
                    <a:pt x="3025" y="2097"/>
                    <a:pt x="3237" y="2097"/>
                  </a:cubicBezTo>
                  <a:cubicBezTo>
                    <a:pt x="3343" y="2097"/>
                    <a:pt x="3455" y="2090"/>
                    <a:pt x="3560" y="2080"/>
                  </a:cubicBezTo>
                  <a:lnTo>
                    <a:pt x="4064" y="2080"/>
                  </a:lnTo>
                  <a:lnTo>
                    <a:pt x="4064" y="1702"/>
                  </a:lnTo>
                  <a:cubicBezTo>
                    <a:pt x="4064" y="757"/>
                    <a:pt x="3308" y="1"/>
                    <a:pt x="236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53" name="Google Shape;8650;p71"/>
            <p:cNvSpPr/>
            <p:nvPr/>
          </p:nvSpPr>
          <p:spPr>
            <a:xfrm>
              <a:off x="-31716575" y="3308400"/>
              <a:ext cx="102400" cy="73275"/>
            </a:xfrm>
            <a:custGeom>
              <a:avLst/>
              <a:gdLst/>
              <a:ahLst/>
              <a:cxnLst/>
              <a:rect l="l" t="t" r="r" b="b"/>
              <a:pathLst>
                <a:path w="4096" h="2931" extrusionOk="0">
                  <a:moveTo>
                    <a:pt x="2395" y="1"/>
                  </a:moveTo>
                  <a:cubicBezTo>
                    <a:pt x="2080" y="221"/>
                    <a:pt x="1639" y="221"/>
                    <a:pt x="1197" y="221"/>
                  </a:cubicBezTo>
                  <a:lnTo>
                    <a:pt x="0" y="221"/>
                  </a:lnTo>
                  <a:lnTo>
                    <a:pt x="0" y="883"/>
                  </a:lnTo>
                  <a:cubicBezTo>
                    <a:pt x="0" y="2048"/>
                    <a:pt x="914" y="2930"/>
                    <a:pt x="2048" y="2930"/>
                  </a:cubicBezTo>
                  <a:cubicBezTo>
                    <a:pt x="3182" y="2930"/>
                    <a:pt x="4096" y="2048"/>
                    <a:pt x="4096" y="883"/>
                  </a:cubicBezTo>
                  <a:lnTo>
                    <a:pt x="4096" y="221"/>
                  </a:lnTo>
                  <a:lnTo>
                    <a:pt x="3403" y="221"/>
                  </a:lnTo>
                  <a:cubicBezTo>
                    <a:pt x="3025" y="221"/>
                    <a:pt x="2678" y="190"/>
                    <a:pt x="239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54" name="Google Shape;8651;p71"/>
            <p:cNvSpPr/>
            <p:nvPr/>
          </p:nvSpPr>
          <p:spPr>
            <a:xfrm>
              <a:off x="-31809525" y="3386375"/>
              <a:ext cx="290650" cy="99125"/>
            </a:xfrm>
            <a:custGeom>
              <a:avLst/>
              <a:gdLst/>
              <a:ahLst/>
              <a:cxnLst/>
              <a:rect l="l" t="t" r="r" b="b"/>
              <a:pathLst>
                <a:path w="11626" h="3965" extrusionOk="0">
                  <a:moveTo>
                    <a:pt x="2092" y="0"/>
                  </a:moveTo>
                  <a:cubicBezTo>
                    <a:pt x="1962" y="0"/>
                    <a:pt x="1828" y="63"/>
                    <a:pt x="1765" y="190"/>
                  </a:cubicBezTo>
                  <a:lnTo>
                    <a:pt x="1355" y="1072"/>
                  </a:lnTo>
                  <a:lnTo>
                    <a:pt x="316" y="1229"/>
                  </a:lnTo>
                  <a:cubicBezTo>
                    <a:pt x="190" y="1229"/>
                    <a:pt x="95" y="1355"/>
                    <a:pt x="64" y="1481"/>
                  </a:cubicBezTo>
                  <a:cubicBezTo>
                    <a:pt x="1" y="1607"/>
                    <a:pt x="64" y="1765"/>
                    <a:pt x="127" y="1828"/>
                  </a:cubicBezTo>
                  <a:lnTo>
                    <a:pt x="883" y="2552"/>
                  </a:lnTo>
                  <a:lnTo>
                    <a:pt x="725" y="3561"/>
                  </a:lnTo>
                  <a:cubicBezTo>
                    <a:pt x="694" y="3687"/>
                    <a:pt x="757" y="3844"/>
                    <a:pt x="851" y="3876"/>
                  </a:cubicBezTo>
                  <a:cubicBezTo>
                    <a:pt x="903" y="3928"/>
                    <a:pt x="965" y="3951"/>
                    <a:pt x="1031" y="3951"/>
                  </a:cubicBezTo>
                  <a:cubicBezTo>
                    <a:pt x="1085" y="3951"/>
                    <a:pt x="1141" y="3935"/>
                    <a:pt x="1198" y="3907"/>
                  </a:cubicBezTo>
                  <a:lnTo>
                    <a:pt x="2112" y="3435"/>
                  </a:lnTo>
                  <a:lnTo>
                    <a:pt x="2994" y="3907"/>
                  </a:lnTo>
                  <a:cubicBezTo>
                    <a:pt x="3046" y="3947"/>
                    <a:pt x="3099" y="3964"/>
                    <a:pt x="3152" y="3964"/>
                  </a:cubicBezTo>
                  <a:cubicBezTo>
                    <a:pt x="3225" y="3964"/>
                    <a:pt x="3298" y="3930"/>
                    <a:pt x="3372" y="3876"/>
                  </a:cubicBezTo>
                  <a:cubicBezTo>
                    <a:pt x="3466" y="3813"/>
                    <a:pt x="3529" y="3687"/>
                    <a:pt x="3466" y="3561"/>
                  </a:cubicBezTo>
                  <a:lnTo>
                    <a:pt x="3309" y="2552"/>
                  </a:lnTo>
                  <a:lnTo>
                    <a:pt x="4002" y="1891"/>
                  </a:lnTo>
                  <a:lnTo>
                    <a:pt x="4663" y="2552"/>
                  </a:lnTo>
                  <a:lnTo>
                    <a:pt x="4506" y="3561"/>
                  </a:lnTo>
                  <a:cubicBezTo>
                    <a:pt x="4474" y="3687"/>
                    <a:pt x="4537" y="3844"/>
                    <a:pt x="4632" y="3876"/>
                  </a:cubicBezTo>
                  <a:cubicBezTo>
                    <a:pt x="4684" y="3928"/>
                    <a:pt x="4746" y="3951"/>
                    <a:pt x="4811" y="3951"/>
                  </a:cubicBezTo>
                  <a:cubicBezTo>
                    <a:pt x="4865" y="3951"/>
                    <a:pt x="4922" y="3935"/>
                    <a:pt x="4978" y="3907"/>
                  </a:cubicBezTo>
                  <a:lnTo>
                    <a:pt x="5892" y="3435"/>
                  </a:lnTo>
                  <a:lnTo>
                    <a:pt x="6774" y="3907"/>
                  </a:lnTo>
                  <a:cubicBezTo>
                    <a:pt x="6827" y="3947"/>
                    <a:pt x="6880" y="3964"/>
                    <a:pt x="6933" y="3964"/>
                  </a:cubicBezTo>
                  <a:cubicBezTo>
                    <a:pt x="7006" y="3964"/>
                    <a:pt x="7079" y="3930"/>
                    <a:pt x="7152" y="3876"/>
                  </a:cubicBezTo>
                  <a:cubicBezTo>
                    <a:pt x="7247" y="3813"/>
                    <a:pt x="7310" y="3687"/>
                    <a:pt x="7247" y="3561"/>
                  </a:cubicBezTo>
                  <a:lnTo>
                    <a:pt x="7089" y="2552"/>
                  </a:lnTo>
                  <a:lnTo>
                    <a:pt x="7782" y="1891"/>
                  </a:lnTo>
                  <a:lnTo>
                    <a:pt x="8444" y="2552"/>
                  </a:lnTo>
                  <a:lnTo>
                    <a:pt x="8286" y="3561"/>
                  </a:lnTo>
                  <a:cubicBezTo>
                    <a:pt x="8255" y="3687"/>
                    <a:pt x="8318" y="3844"/>
                    <a:pt x="8413" y="3876"/>
                  </a:cubicBezTo>
                  <a:cubicBezTo>
                    <a:pt x="8465" y="3928"/>
                    <a:pt x="8526" y="3951"/>
                    <a:pt x="8592" y="3951"/>
                  </a:cubicBezTo>
                  <a:cubicBezTo>
                    <a:pt x="8646" y="3951"/>
                    <a:pt x="8702" y="3935"/>
                    <a:pt x="8759" y="3907"/>
                  </a:cubicBezTo>
                  <a:lnTo>
                    <a:pt x="9673" y="3435"/>
                  </a:lnTo>
                  <a:lnTo>
                    <a:pt x="10555" y="3907"/>
                  </a:lnTo>
                  <a:cubicBezTo>
                    <a:pt x="10608" y="3947"/>
                    <a:pt x="10660" y="3964"/>
                    <a:pt x="10713" y="3964"/>
                  </a:cubicBezTo>
                  <a:cubicBezTo>
                    <a:pt x="10786" y="3964"/>
                    <a:pt x="10860" y="3930"/>
                    <a:pt x="10933" y="3876"/>
                  </a:cubicBezTo>
                  <a:cubicBezTo>
                    <a:pt x="11027" y="3813"/>
                    <a:pt x="11090" y="3687"/>
                    <a:pt x="11027" y="3561"/>
                  </a:cubicBezTo>
                  <a:lnTo>
                    <a:pt x="10870" y="2552"/>
                  </a:lnTo>
                  <a:lnTo>
                    <a:pt x="11626" y="1828"/>
                  </a:lnTo>
                  <a:cubicBezTo>
                    <a:pt x="11532" y="1702"/>
                    <a:pt x="11595" y="1607"/>
                    <a:pt x="11532" y="1481"/>
                  </a:cubicBezTo>
                  <a:cubicBezTo>
                    <a:pt x="11500" y="1355"/>
                    <a:pt x="11374" y="1292"/>
                    <a:pt x="11279" y="1229"/>
                  </a:cubicBezTo>
                  <a:lnTo>
                    <a:pt x="10240" y="1072"/>
                  </a:lnTo>
                  <a:lnTo>
                    <a:pt x="9799" y="190"/>
                  </a:lnTo>
                  <a:cubicBezTo>
                    <a:pt x="9751" y="63"/>
                    <a:pt x="9625" y="0"/>
                    <a:pt x="9495" y="0"/>
                  </a:cubicBezTo>
                  <a:cubicBezTo>
                    <a:pt x="9366" y="0"/>
                    <a:pt x="9232" y="63"/>
                    <a:pt x="9169" y="190"/>
                  </a:cubicBezTo>
                  <a:lnTo>
                    <a:pt x="8759" y="1072"/>
                  </a:lnTo>
                  <a:lnTo>
                    <a:pt x="7782" y="1229"/>
                  </a:lnTo>
                  <a:cubicBezTo>
                    <a:pt x="7719" y="1229"/>
                    <a:pt x="7688" y="1292"/>
                    <a:pt x="7656" y="1292"/>
                  </a:cubicBezTo>
                  <a:cubicBezTo>
                    <a:pt x="7593" y="1229"/>
                    <a:pt x="7562" y="1229"/>
                    <a:pt x="7530" y="1229"/>
                  </a:cubicBezTo>
                  <a:lnTo>
                    <a:pt x="6554" y="1072"/>
                  </a:lnTo>
                  <a:lnTo>
                    <a:pt x="6113" y="190"/>
                  </a:lnTo>
                  <a:cubicBezTo>
                    <a:pt x="6050" y="63"/>
                    <a:pt x="5924" y="0"/>
                    <a:pt x="5798" y="0"/>
                  </a:cubicBezTo>
                  <a:cubicBezTo>
                    <a:pt x="5672" y="0"/>
                    <a:pt x="5546" y="63"/>
                    <a:pt x="5483" y="190"/>
                  </a:cubicBezTo>
                  <a:lnTo>
                    <a:pt x="5041" y="1072"/>
                  </a:lnTo>
                  <a:lnTo>
                    <a:pt x="4065" y="1229"/>
                  </a:lnTo>
                  <a:cubicBezTo>
                    <a:pt x="4033" y="1229"/>
                    <a:pt x="4002" y="1292"/>
                    <a:pt x="3939" y="1292"/>
                  </a:cubicBezTo>
                  <a:cubicBezTo>
                    <a:pt x="3907" y="1229"/>
                    <a:pt x="3876" y="1229"/>
                    <a:pt x="3813" y="1229"/>
                  </a:cubicBezTo>
                  <a:lnTo>
                    <a:pt x="2836" y="1072"/>
                  </a:lnTo>
                  <a:lnTo>
                    <a:pt x="2395" y="190"/>
                  </a:lnTo>
                  <a:cubicBezTo>
                    <a:pt x="2348" y="63"/>
                    <a:pt x="2222" y="0"/>
                    <a:pt x="209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455" name="Google Shape;8652;p71"/>
          <p:cNvGrpSpPr/>
          <p:nvPr/>
        </p:nvGrpSpPr>
        <p:grpSpPr>
          <a:xfrm>
            <a:off x="8031407" y="4230175"/>
            <a:ext cx="471527" cy="474076"/>
            <a:chOff x="-31811100" y="3550975"/>
            <a:chExt cx="291450" cy="293025"/>
          </a:xfrm>
        </p:grpSpPr>
        <p:sp>
          <p:nvSpPr>
            <p:cNvPr id="456" name="Google Shape;8653;p71"/>
            <p:cNvSpPr/>
            <p:nvPr/>
          </p:nvSpPr>
          <p:spPr>
            <a:xfrm>
              <a:off x="-31554325" y="3595875"/>
              <a:ext cx="34675" cy="33900"/>
            </a:xfrm>
            <a:custGeom>
              <a:avLst/>
              <a:gdLst/>
              <a:ahLst/>
              <a:cxnLst/>
              <a:rect l="l" t="t" r="r" b="b"/>
              <a:pathLst>
                <a:path w="1387" h="1356" extrusionOk="0">
                  <a:moveTo>
                    <a:pt x="0" y="1"/>
                  </a:moveTo>
                  <a:lnTo>
                    <a:pt x="0" y="1355"/>
                  </a:lnTo>
                  <a:lnTo>
                    <a:pt x="662" y="1355"/>
                  </a:lnTo>
                  <a:cubicBezTo>
                    <a:pt x="1071" y="1355"/>
                    <a:pt x="1324" y="1040"/>
                    <a:pt x="1324" y="694"/>
                  </a:cubicBezTo>
                  <a:cubicBezTo>
                    <a:pt x="1387" y="316"/>
                    <a:pt x="1071" y="1"/>
                    <a:pt x="66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57" name="Google Shape;8654;p71"/>
            <p:cNvSpPr/>
            <p:nvPr/>
          </p:nvSpPr>
          <p:spPr>
            <a:xfrm>
              <a:off x="-31659075" y="3628650"/>
              <a:ext cx="139425" cy="71650"/>
            </a:xfrm>
            <a:custGeom>
              <a:avLst/>
              <a:gdLst/>
              <a:ahLst/>
              <a:cxnLst/>
              <a:rect l="l" t="t" r="r" b="b"/>
              <a:pathLst>
                <a:path w="5577" h="2866" extrusionOk="0">
                  <a:moveTo>
                    <a:pt x="1438" y="1"/>
                  </a:moveTo>
                  <a:cubicBezTo>
                    <a:pt x="1338" y="1"/>
                    <a:pt x="1235" y="30"/>
                    <a:pt x="1166" y="76"/>
                  </a:cubicBezTo>
                  <a:lnTo>
                    <a:pt x="126" y="1179"/>
                  </a:lnTo>
                  <a:cubicBezTo>
                    <a:pt x="0" y="1305"/>
                    <a:pt x="0" y="1525"/>
                    <a:pt x="126" y="1651"/>
                  </a:cubicBezTo>
                  <a:lnTo>
                    <a:pt x="1166" y="2754"/>
                  </a:lnTo>
                  <a:cubicBezTo>
                    <a:pt x="1208" y="2838"/>
                    <a:pt x="1292" y="2866"/>
                    <a:pt x="1390" y="2866"/>
                  </a:cubicBezTo>
                  <a:cubicBezTo>
                    <a:pt x="1439" y="2866"/>
                    <a:pt x="1491" y="2859"/>
                    <a:pt x="1544" y="2848"/>
                  </a:cubicBezTo>
                  <a:cubicBezTo>
                    <a:pt x="1670" y="2817"/>
                    <a:pt x="1796" y="2659"/>
                    <a:pt x="1796" y="2533"/>
                  </a:cubicBezTo>
                  <a:lnTo>
                    <a:pt x="1796" y="2124"/>
                  </a:lnTo>
                  <a:lnTo>
                    <a:pt x="4190" y="2124"/>
                  </a:lnTo>
                  <a:cubicBezTo>
                    <a:pt x="4946" y="2124"/>
                    <a:pt x="5577" y="1494"/>
                    <a:pt x="5577" y="769"/>
                  </a:cubicBezTo>
                  <a:lnTo>
                    <a:pt x="5577" y="549"/>
                  </a:lnTo>
                  <a:cubicBezTo>
                    <a:pt x="5356" y="675"/>
                    <a:pt x="5135" y="769"/>
                    <a:pt x="4883" y="769"/>
                  </a:cubicBezTo>
                  <a:cubicBezTo>
                    <a:pt x="3686" y="738"/>
                    <a:pt x="2930" y="738"/>
                    <a:pt x="1796" y="738"/>
                  </a:cubicBezTo>
                  <a:lnTo>
                    <a:pt x="1796" y="328"/>
                  </a:lnTo>
                  <a:cubicBezTo>
                    <a:pt x="1796" y="170"/>
                    <a:pt x="1701" y="44"/>
                    <a:pt x="1544" y="13"/>
                  </a:cubicBezTo>
                  <a:cubicBezTo>
                    <a:pt x="1510" y="5"/>
                    <a:pt x="1474" y="1"/>
                    <a:pt x="143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58" name="Google Shape;8655;p71"/>
            <p:cNvSpPr/>
            <p:nvPr/>
          </p:nvSpPr>
          <p:spPr>
            <a:xfrm>
              <a:off x="-31811100" y="3647075"/>
              <a:ext cx="33100" cy="33100"/>
            </a:xfrm>
            <a:custGeom>
              <a:avLst/>
              <a:gdLst/>
              <a:ahLst/>
              <a:cxnLst/>
              <a:rect l="l" t="t" r="r" b="b"/>
              <a:pathLst>
                <a:path w="1324" h="1324" extrusionOk="0">
                  <a:moveTo>
                    <a:pt x="662" y="1"/>
                  </a:moveTo>
                  <a:cubicBezTo>
                    <a:pt x="253" y="1"/>
                    <a:pt x="1" y="316"/>
                    <a:pt x="1" y="662"/>
                  </a:cubicBezTo>
                  <a:cubicBezTo>
                    <a:pt x="1" y="1040"/>
                    <a:pt x="316" y="1324"/>
                    <a:pt x="662" y="1324"/>
                  </a:cubicBezTo>
                  <a:lnTo>
                    <a:pt x="1324" y="1324"/>
                  </a:lnTo>
                  <a:lnTo>
                    <a:pt x="132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59" name="Google Shape;8656;p71"/>
            <p:cNvSpPr/>
            <p:nvPr/>
          </p:nvSpPr>
          <p:spPr>
            <a:xfrm>
              <a:off x="-31811100" y="3678325"/>
              <a:ext cx="138650" cy="72250"/>
            </a:xfrm>
            <a:custGeom>
              <a:avLst/>
              <a:gdLst/>
              <a:ahLst/>
              <a:cxnLst/>
              <a:rect l="l" t="t" r="r" b="b"/>
              <a:pathLst>
                <a:path w="5546" h="2890" extrusionOk="0">
                  <a:moveTo>
                    <a:pt x="4193" y="1"/>
                  </a:moveTo>
                  <a:cubicBezTo>
                    <a:pt x="4132" y="1"/>
                    <a:pt x="4067" y="16"/>
                    <a:pt x="4002" y="42"/>
                  </a:cubicBezTo>
                  <a:cubicBezTo>
                    <a:pt x="3876" y="74"/>
                    <a:pt x="3781" y="231"/>
                    <a:pt x="3781" y="357"/>
                  </a:cubicBezTo>
                  <a:lnTo>
                    <a:pt x="3781" y="735"/>
                  </a:lnTo>
                  <a:lnTo>
                    <a:pt x="662" y="735"/>
                  </a:lnTo>
                  <a:cubicBezTo>
                    <a:pt x="410" y="735"/>
                    <a:pt x="190" y="672"/>
                    <a:pt x="1" y="546"/>
                  </a:cubicBezTo>
                  <a:lnTo>
                    <a:pt x="1" y="767"/>
                  </a:lnTo>
                  <a:cubicBezTo>
                    <a:pt x="1" y="1523"/>
                    <a:pt x="631" y="2153"/>
                    <a:pt x="1355" y="2153"/>
                  </a:cubicBezTo>
                  <a:lnTo>
                    <a:pt x="3781" y="2153"/>
                  </a:lnTo>
                  <a:lnTo>
                    <a:pt x="3781" y="2563"/>
                  </a:lnTo>
                  <a:cubicBezTo>
                    <a:pt x="3781" y="2720"/>
                    <a:pt x="3844" y="2815"/>
                    <a:pt x="4002" y="2878"/>
                  </a:cubicBezTo>
                  <a:cubicBezTo>
                    <a:pt x="4033" y="2886"/>
                    <a:pt x="4067" y="2890"/>
                    <a:pt x="4101" y="2890"/>
                  </a:cubicBezTo>
                  <a:cubicBezTo>
                    <a:pt x="4205" y="2890"/>
                    <a:pt x="4317" y="2854"/>
                    <a:pt x="4411" y="2783"/>
                  </a:cubicBezTo>
                  <a:lnTo>
                    <a:pt x="5420" y="1681"/>
                  </a:lnTo>
                  <a:cubicBezTo>
                    <a:pt x="5546" y="1555"/>
                    <a:pt x="5546" y="1365"/>
                    <a:pt x="5420" y="1208"/>
                  </a:cubicBezTo>
                  <a:lnTo>
                    <a:pt x="4411" y="105"/>
                  </a:lnTo>
                  <a:cubicBezTo>
                    <a:pt x="4356" y="31"/>
                    <a:pt x="4279" y="1"/>
                    <a:pt x="419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60" name="Google Shape;8657;p71"/>
            <p:cNvSpPr/>
            <p:nvPr/>
          </p:nvSpPr>
          <p:spPr>
            <a:xfrm>
              <a:off x="-31759900" y="3791200"/>
              <a:ext cx="187475" cy="52800"/>
            </a:xfrm>
            <a:custGeom>
              <a:avLst/>
              <a:gdLst/>
              <a:ahLst/>
              <a:cxnLst/>
              <a:rect l="l" t="t" r="r" b="b"/>
              <a:pathLst>
                <a:path w="7499" h="2112" extrusionOk="0">
                  <a:moveTo>
                    <a:pt x="1" y="1"/>
                  </a:moveTo>
                  <a:lnTo>
                    <a:pt x="1" y="1072"/>
                  </a:lnTo>
                  <a:cubicBezTo>
                    <a:pt x="1" y="1639"/>
                    <a:pt x="473" y="2112"/>
                    <a:pt x="1009" y="2112"/>
                  </a:cubicBezTo>
                  <a:lnTo>
                    <a:pt x="6491" y="2112"/>
                  </a:lnTo>
                  <a:cubicBezTo>
                    <a:pt x="7026" y="2112"/>
                    <a:pt x="7499" y="1639"/>
                    <a:pt x="7499" y="1072"/>
                  </a:cubicBezTo>
                  <a:lnTo>
                    <a:pt x="749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61" name="Google Shape;8658;p71"/>
            <p:cNvSpPr/>
            <p:nvPr/>
          </p:nvSpPr>
          <p:spPr>
            <a:xfrm>
              <a:off x="-31759900" y="3550975"/>
              <a:ext cx="187475" cy="35475"/>
            </a:xfrm>
            <a:custGeom>
              <a:avLst/>
              <a:gdLst/>
              <a:ahLst/>
              <a:cxnLst/>
              <a:rect l="l" t="t" r="r" b="b"/>
              <a:pathLst>
                <a:path w="7499" h="1419" extrusionOk="0">
                  <a:moveTo>
                    <a:pt x="1009" y="1"/>
                  </a:moveTo>
                  <a:cubicBezTo>
                    <a:pt x="473" y="1"/>
                    <a:pt x="1" y="474"/>
                    <a:pt x="1" y="1072"/>
                  </a:cubicBezTo>
                  <a:lnTo>
                    <a:pt x="1" y="1419"/>
                  </a:lnTo>
                  <a:lnTo>
                    <a:pt x="7499" y="1419"/>
                  </a:lnTo>
                  <a:lnTo>
                    <a:pt x="7499" y="1072"/>
                  </a:lnTo>
                  <a:cubicBezTo>
                    <a:pt x="7499" y="537"/>
                    <a:pt x="7026" y="1"/>
                    <a:pt x="649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62" name="Google Shape;8659;p71"/>
            <p:cNvSpPr/>
            <p:nvPr/>
          </p:nvSpPr>
          <p:spPr>
            <a:xfrm>
              <a:off x="-31759100" y="3602975"/>
              <a:ext cx="188250" cy="172500"/>
            </a:xfrm>
            <a:custGeom>
              <a:avLst/>
              <a:gdLst/>
              <a:ahLst/>
              <a:cxnLst/>
              <a:rect l="l" t="t" r="r" b="b"/>
              <a:pathLst>
                <a:path w="7530" h="6900" extrusionOk="0">
                  <a:moveTo>
                    <a:pt x="0" y="0"/>
                  </a:moveTo>
                  <a:lnTo>
                    <a:pt x="0" y="3088"/>
                  </a:lnTo>
                  <a:lnTo>
                    <a:pt x="1071" y="3088"/>
                  </a:lnTo>
                  <a:cubicBezTo>
                    <a:pt x="1134" y="2773"/>
                    <a:pt x="1386" y="2552"/>
                    <a:pt x="1701" y="2426"/>
                  </a:cubicBezTo>
                  <a:cubicBezTo>
                    <a:pt x="1822" y="2376"/>
                    <a:pt x="1952" y="2351"/>
                    <a:pt x="2083" y="2351"/>
                  </a:cubicBezTo>
                  <a:cubicBezTo>
                    <a:pt x="2361" y="2351"/>
                    <a:pt x="2642" y="2464"/>
                    <a:pt x="2835" y="2678"/>
                  </a:cubicBezTo>
                  <a:lnTo>
                    <a:pt x="3844" y="3781"/>
                  </a:lnTo>
                  <a:cubicBezTo>
                    <a:pt x="4222" y="4190"/>
                    <a:pt x="4222" y="4789"/>
                    <a:pt x="3844" y="5167"/>
                  </a:cubicBezTo>
                  <a:lnTo>
                    <a:pt x="2835" y="6270"/>
                  </a:lnTo>
                  <a:cubicBezTo>
                    <a:pt x="2635" y="6493"/>
                    <a:pt x="2339" y="6621"/>
                    <a:pt x="2050" y="6621"/>
                  </a:cubicBezTo>
                  <a:cubicBezTo>
                    <a:pt x="1930" y="6621"/>
                    <a:pt x="1812" y="6599"/>
                    <a:pt x="1701" y="6553"/>
                  </a:cubicBezTo>
                  <a:cubicBezTo>
                    <a:pt x="1386" y="6427"/>
                    <a:pt x="1134" y="6144"/>
                    <a:pt x="1071" y="5892"/>
                  </a:cubicBezTo>
                  <a:lnTo>
                    <a:pt x="0" y="5892"/>
                  </a:lnTo>
                  <a:lnTo>
                    <a:pt x="0" y="6900"/>
                  </a:lnTo>
                  <a:lnTo>
                    <a:pt x="7530" y="6900"/>
                  </a:lnTo>
                  <a:lnTo>
                    <a:pt x="7530" y="3844"/>
                  </a:lnTo>
                  <a:lnTo>
                    <a:pt x="6459" y="3844"/>
                  </a:lnTo>
                  <a:cubicBezTo>
                    <a:pt x="6364" y="4159"/>
                    <a:pt x="6143" y="4379"/>
                    <a:pt x="5828" y="4505"/>
                  </a:cubicBezTo>
                  <a:cubicBezTo>
                    <a:pt x="5709" y="4551"/>
                    <a:pt x="5589" y="4573"/>
                    <a:pt x="5472" y="4573"/>
                  </a:cubicBezTo>
                  <a:cubicBezTo>
                    <a:pt x="5188" y="4573"/>
                    <a:pt x="4917" y="4445"/>
                    <a:pt x="4694" y="4222"/>
                  </a:cubicBezTo>
                  <a:lnTo>
                    <a:pt x="3655" y="3119"/>
                  </a:lnTo>
                  <a:cubicBezTo>
                    <a:pt x="3308" y="2741"/>
                    <a:pt x="3308" y="2143"/>
                    <a:pt x="3655" y="1765"/>
                  </a:cubicBezTo>
                  <a:lnTo>
                    <a:pt x="4694" y="630"/>
                  </a:lnTo>
                  <a:cubicBezTo>
                    <a:pt x="4866" y="416"/>
                    <a:pt x="5140" y="304"/>
                    <a:pt x="5427" y="304"/>
                  </a:cubicBezTo>
                  <a:cubicBezTo>
                    <a:pt x="5561" y="304"/>
                    <a:pt x="5698" y="328"/>
                    <a:pt x="5828" y="378"/>
                  </a:cubicBezTo>
                  <a:cubicBezTo>
                    <a:pt x="6143" y="504"/>
                    <a:pt x="6364" y="756"/>
                    <a:pt x="6459" y="1040"/>
                  </a:cubicBezTo>
                  <a:lnTo>
                    <a:pt x="7530" y="1040"/>
                  </a:lnTo>
                  <a:lnTo>
                    <a:pt x="753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463" name="Google Shape;8660;p71"/>
          <p:cNvGrpSpPr/>
          <p:nvPr/>
        </p:nvGrpSpPr>
        <p:grpSpPr>
          <a:xfrm>
            <a:off x="8023135" y="4849247"/>
            <a:ext cx="488069" cy="475775"/>
            <a:chOff x="-31817400" y="3910025"/>
            <a:chExt cx="301675" cy="294075"/>
          </a:xfrm>
        </p:grpSpPr>
        <p:sp>
          <p:nvSpPr>
            <p:cNvPr id="464" name="Google Shape;8661;p71"/>
            <p:cNvSpPr/>
            <p:nvPr/>
          </p:nvSpPr>
          <p:spPr>
            <a:xfrm>
              <a:off x="-31817400" y="3911550"/>
              <a:ext cx="301675" cy="292550"/>
            </a:xfrm>
            <a:custGeom>
              <a:avLst/>
              <a:gdLst/>
              <a:ahLst/>
              <a:cxnLst/>
              <a:rect l="l" t="t" r="r" b="b"/>
              <a:pathLst>
                <a:path w="12067" h="11702" extrusionOk="0">
                  <a:moveTo>
                    <a:pt x="2558" y="0"/>
                  </a:moveTo>
                  <a:cubicBezTo>
                    <a:pt x="2357" y="0"/>
                    <a:pt x="2155" y="24"/>
                    <a:pt x="1954" y="70"/>
                  </a:cubicBezTo>
                  <a:cubicBezTo>
                    <a:pt x="1828" y="102"/>
                    <a:pt x="1733" y="196"/>
                    <a:pt x="1702" y="322"/>
                  </a:cubicBezTo>
                  <a:cubicBezTo>
                    <a:pt x="1670" y="448"/>
                    <a:pt x="1702" y="543"/>
                    <a:pt x="1796" y="637"/>
                  </a:cubicBezTo>
                  <a:lnTo>
                    <a:pt x="2679" y="1551"/>
                  </a:lnTo>
                  <a:cubicBezTo>
                    <a:pt x="2962" y="1803"/>
                    <a:pt x="2962" y="2244"/>
                    <a:pt x="2679" y="2528"/>
                  </a:cubicBezTo>
                  <a:cubicBezTo>
                    <a:pt x="2553" y="2669"/>
                    <a:pt x="2379" y="2740"/>
                    <a:pt x="2202" y="2740"/>
                  </a:cubicBezTo>
                  <a:cubicBezTo>
                    <a:pt x="2025" y="2740"/>
                    <a:pt x="1844" y="2669"/>
                    <a:pt x="1702" y="2528"/>
                  </a:cubicBezTo>
                  <a:lnTo>
                    <a:pt x="788" y="1614"/>
                  </a:lnTo>
                  <a:cubicBezTo>
                    <a:pt x="744" y="1569"/>
                    <a:pt x="668" y="1525"/>
                    <a:pt x="582" y="1525"/>
                  </a:cubicBezTo>
                  <a:cubicBezTo>
                    <a:pt x="547" y="1525"/>
                    <a:pt x="510" y="1532"/>
                    <a:pt x="473" y="1551"/>
                  </a:cubicBezTo>
                  <a:cubicBezTo>
                    <a:pt x="347" y="1582"/>
                    <a:pt x="284" y="1645"/>
                    <a:pt x="253" y="1771"/>
                  </a:cubicBezTo>
                  <a:cubicBezTo>
                    <a:pt x="1" y="2591"/>
                    <a:pt x="253" y="3473"/>
                    <a:pt x="883" y="4103"/>
                  </a:cubicBezTo>
                  <a:cubicBezTo>
                    <a:pt x="1366" y="4494"/>
                    <a:pt x="1932" y="4750"/>
                    <a:pt x="2619" y="4750"/>
                  </a:cubicBezTo>
                  <a:cubicBezTo>
                    <a:pt x="2874" y="4750"/>
                    <a:pt x="3145" y="4715"/>
                    <a:pt x="3435" y="4638"/>
                  </a:cubicBezTo>
                  <a:lnTo>
                    <a:pt x="7247" y="8482"/>
                  </a:lnTo>
                  <a:cubicBezTo>
                    <a:pt x="6963" y="9522"/>
                    <a:pt x="7215" y="10372"/>
                    <a:pt x="7814" y="10971"/>
                  </a:cubicBezTo>
                  <a:cubicBezTo>
                    <a:pt x="8291" y="11472"/>
                    <a:pt x="8895" y="11702"/>
                    <a:pt x="9516" y="11702"/>
                  </a:cubicBezTo>
                  <a:cubicBezTo>
                    <a:pt x="9714" y="11702"/>
                    <a:pt x="9915" y="11678"/>
                    <a:pt x="10114" y="11632"/>
                  </a:cubicBezTo>
                  <a:cubicBezTo>
                    <a:pt x="10240" y="11569"/>
                    <a:pt x="10334" y="11506"/>
                    <a:pt x="10366" y="11380"/>
                  </a:cubicBezTo>
                  <a:cubicBezTo>
                    <a:pt x="10397" y="11254"/>
                    <a:pt x="10366" y="11128"/>
                    <a:pt x="10271" y="11065"/>
                  </a:cubicBezTo>
                  <a:lnTo>
                    <a:pt x="9389" y="10152"/>
                  </a:lnTo>
                  <a:cubicBezTo>
                    <a:pt x="9106" y="9868"/>
                    <a:pt x="9106" y="9459"/>
                    <a:pt x="9389" y="9175"/>
                  </a:cubicBezTo>
                  <a:cubicBezTo>
                    <a:pt x="9515" y="9033"/>
                    <a:pt x="9688" y="8962"/>
                    <a:pt x="9866" y="8962"/>
                  </a:cubicBezTo>
                  <a:cubicBezTo>
                    <a:pt x="10043" y="8962"/>
                    <a:pt x="10224" y="9033"/>
                    <a:pt x="10366" y="9175"/>
                  </a:cubicBezTo>
                  <a:lnTo>
                    <a:pt x="11279" y="10089"/>
                  </a:lnTo>
                  <a:cubicBezTo>
                    <a:pt x="11326" y="10135"/>
                    <a:pt x="11405" y="10164"/>
                    <a:pt x="11494" y="10164"/>
                  </a:cubicBezTo>
                  <a:cubicBezTo>
                    <a:pt x="11527" y="10164"/>
                    <a:pt x="11561" y="10160"/>
                    <a:pt x="11594" y="10152"/>
                  </a:cubicBezTo>
                  <a:cubicBezTo>
                    <a:pt x="11720" y="10120"/>
                    <a:pt x="11783" y="10026"/>
                    <a:pt x="11815" y="9931"/>
                  </a:cubicBezTo>
                  <a:cubicBezTo>
                    <a:pt x="12067" y="9081"/>
                    <a:pt x="11815" y="8230"/>
                    <a:pt x="11185" y="7600"/>
                  </a:cubicBezTo>
                  <a:cubicBezTo>
                    <a:pt x="10778" y="7170"/>
                    <a:pt x="10224" y="6903"/>
                    <a:pt x="9537" y="6903"/>
                  </a:cubicBezTo>
                  <a:cubicBezTo>
                    <a:pt x="9266" y="6903"/>
                    <a:pt x="8975" y="6944"/>
                    <a:pt x="8665" y="7033"/>
                  </a:cubicBezTo>
                  <a:lnTo>
                    <a:pt x="4852" y="3221"/>
                  </a:lnTo>
                  <a:lnTo>
                    <a:pt x="4884" y="3032"/>
                  </a:lnTo>
                  <a:cubicBezTo>
                    <a:pt x="5136" y="2213"/>
                    <a:pt x="4884" y="1330"/>
                    <a:pt x="4254" y="700"/>
                  </a:cubicBezTo>
                  <a:cubicBezTo>
                    <a:pt x="3778" y="225"/>
                    <a:pt x="3177" y="0"/>
                    <a:pt x="255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65" name="Google Shape;8662;p71"/>
            <p:cNvSpPr/>
            <p:nvPr/>
          </p:nvSpPr>
          <p:spPr>
            <a:xfrm>
              <a:off x="-31816600" y="4062950"/>
              <a:ext cx="144150" cy="140600"/>
            </a:xfrm>
            <a:custGeom>
              <a:avLst/>
              <a:gdLst/>
              <a:ahLst/>
              <a:cxnLst/>
              <a:rect l="l" t="t" r="r" b="b"/>
              <a:pathLst>
                <a:path w="5766" h="5624" extrusionOk="0">
                  <a:moveTo>
                    <a:pt x="4080" y="1504"/>
                  </a:moveTo>
                  <a:cubicBezTo>
                    <a:pt x="4167" y="1504"/>
                    <a:pt x="4253" y="1528"/>
                    <a:pt x="4316" y="1575"/>
                  </a:cubicBezTo>
                  <a:cubicBezTo>
                    <a:pt x="4442" y="1701"/>
                    <a:pt x="4442" y="1953"/>
                    <a:pt x="4316" y="2048"/>
                  </a:cubicBezTo>
                  <a:lnTo>
                    <a:pt x="2205" y="4159"/>
                  </a:lnTo>
                  <a:cubicBezTo>
                    <a:pt x="2158" y="4206"/>
                    <a:pt x="2072" y="4230"/>
                    <a:pt x="1985" y="4230"/>
                  </a:cubicBezTo>
                  <a:cubicBezTo>
                    <a:pt x="1898" y="4230"/>
                    <a:pt x="1812" y="4206"/>
                    <a:pt x="1764" y="4159"/>
                  </a:cubicBezTo>
                  <a:cubicBezTo>
                    <a:pt x="1638" y="4033"/>
                    <a:pt x="1638" y="3781"/>
                    <a:pt x="1764" y="3686"/>
                  </a:cubicBezTo>
                  <a:lnTo>
                    <a:pt x="3844" y="1575"/>
                  </a:lnTo>
                  <a:cubicBezTo>
                    <a:pt x="3907" y="1528"/>
                    <a:pt x="3993" y="1504"/>
                    <a:pt x="4080" y="1504"/>
                  </a:cubicBezTo>
                  <a:close/>
                  <a:moveTo>
                    <a:pt x="3844" y="0"/>
                  </a:moveTo>
                  <a:lnTo>
                    <a:pt x="567" y="3277"/>
                  </a:lnTo>
                  <a:cubicBezTo>
                    <a:pt x="0" y="3844"/>
                    <a:pt x="0" y="4694"/>
                    <a:pt x="567" y="5198"/>
                  </a:cubicBezTo>
                  <a:cubicBezTo>
                    <a:pt x="835" y="5482"/>
                    <a:pt x="1189" y="5624"/>
                    <a:pt x="1540" y="5624"/>
                  </a:cubicBezTo>
                  <a:cubicBezTo>
                    <a:pt x="1890" y="5624"/>
                    <a:pt x="2237" y="5482"/>
                    <a:pt x="2489" y="5198"/>
                  </a:cubicBezTo>
                  <a:lnTo>
                    <a:pt x="5766" y="1953"/>
                  </a:lnTo>
                  <a:lnTo>
                    <a:pt x="384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66" name="Google Shape;8663;p71"/>
            <p:cNvSpPr/>
            <p:nvPr/>
          </p:nvSpPr>
          <p:spPr>
            <a:xfrm>
              <a:off x="-31648050" y="3910025"/>
              <a:ext cx="129175" cy="127725"/>
            </a:xfrm>
            <a:custGeom>
              <a:avLst/>
              <a:gdLst/>
              <a:ahLst/>
              <a:cxnLst/>
              <a:rect l="l" t="t" r="r" b="b"/>
              <a:pathLst>
                <a:path w="5167" h="5109" extrusionOk="0">
                  <a:moveTo>
                    <a:pt x="4249" y="1"/>
                  </a:moveTo>
                  <a:cubicBezTo>
                    <a:pt x="4179" y="1"/>
                    <a:pt x="4106" y="24"/>
                    <a:pt x="4033" y="68"/>
                  </a:cubicBezTo>
                  <a:lnTo>
                    <a:pt x="2206" y="1171"/>
                  </a:lnTo>
                  <a:cubicBezTo>
                    <a:pt x="2017" y="1265"/>
                    <a:pt x="1985" y="1549"/>
                    <a:pt x="2143" y="1706"/>
                  </a:cubicBezTo>
                  <a:lnTo>
                    <a:pt x="2300" y="1864"/>
                  </a:lnTo>
                  <a:lnTo>
                    <a:pt x="0" y="4164"/>
                  </a:lnTo>
                  <a:lnTo>
                    <a:pt x="945" y="5109"/>
                  </a:lnTo>
                  <a:lnTo>
                    <a:pt x="3245" y="2809"/>
                  </a:lnTo>
                  <a:lnTo>
                    <a:pt x="3434" y="2998"/>
                  </a:lnTo>
                  <a:cubicBezTo>
                    <a:pt x="3502" y="3066"/>
                    <a:pt x="3594" y="3099"/>
                    <a:pt x="3684" y="3099"/>
                  </a:cubicBezTo>
                  <a:cubicBezTo>
                    <a:pt x="3802" y="3099"/>
                    <a:pt x="3916" y="3042"/>
                    <a:pt x="3970" y="2935"/>
                  </a:cubicBezTo>
                  <a:lnTo>
                    <a:pt x="5073" y="1108"/>
                  </a:lnTo>
                  <a:cubicBezTo>
                    <a:pt x="5167" y="1013"/>
                    <a:pt x="5167" y="793"/>
                    <a:pt x="5041" y="698"/>
                  </a:cubicBezTo>
                  <a:lnTo>
                    <a:pt x="4474" y="100"/>
                  </a:lnTo>
                  <a:cubicBezTo>
                    <a:pt x="4406" y="32"/>
                    <a:pt x="4330" y="1"/>
                    <a:pt x="424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467" name="Google Shape;8664;p71"/>
          <p:cNvGrpSpPr/>
          <p:nvPr/>
        </p:nvGrpSpPr>
        <p:grpSpPr>
          <a:xfrm>
            <a:off x="10411972" y="4230822"/>
            <a:ext cx="472821" cy="472781"/>
            <a:chOff x="-30354000" y="3569100"/>
            <a:chExt cx="292250" cy="292225"/>
          </a:xfrm>
        </p:grpSpPr>
        <p:sp>
          <p:nvSpPr>
            <p:cNvPr id="468" name="Google Shape;8665;p71"/>
            <p:cNvSpPr/>
            <p:nvPr/>
          </p:nvSpPr>
          <p:spPr>
            <a:xfrm>
              <a:off x="-30354000" y="3604550"/>
              <a:ext cx="137875" cy="256000"/>
            </a:xfrm>
            <a:custGeom>
              <a:avLst/>
              <a:gdLst/>
              <a:ahLst/>
              <a:cxnLst/>
              <a:rect l="l" t="t" r="r" b="b"/>
              <a:pathLst>
                <a:path w="5515" h="10240" extrusionOk="0">
                  <a:moveTo>
                    <a:pt x="662" y="0"/>
                  </a:moveTo>
                  <a:cubicBezTo>
                    <a:pt x="284" y="0"/>
                    <a:pt x="1" y="315"/>
                    <a:pt x="1" y="662"/>
                  </a:cubicBezTo>
                  <a:lnTo>
                    <a:pt x="1" y="4411"/>
                  </a:lnTo>
                  <a:cubicBezTo>
                    <a:pt x="1" y="4632"/>
                    <a:pt x="64" y="4884"/>
                    <a:pt x="190" y="5073"/>
                  </a:cubicBezTo>
                  <a:lnTo>
                    <a:pt x="1639" y="7467"/>
                  </a:lnTo>
                  <a:cubicBezTo>
                    <a:pt x="1891" y="7877"/>
                    <a:pt x="2049" y="8097"/>
                    <a:pt x="2049" y="8538"/>
                  </a:cubicBezTo>
                  <a:lnTo>
                    <a:pt x="2049" y="9861"/>
                  </a:lnTo>
                  <a:cubicBezTo>
                    <a:pt x="2049" y="10082"/>
                    <a:pt x="2206" y="10239"/>
                    <a:pt x="2395" y="10239"/>
                  </a:cubicBezTo>
                  <a:lnTo>
                    <a:pt x="5514" y="10239"/>
                  </a:lnTo>
                  <a:lnTo>
                    <a:pt x="5514" y="6364"/>
                  </a:lnTo>
                  <a:cubicBezTo>
                    <a:pt x="5514" y="5986"/>
                    <a:pt x="5357" y="5671"/>
                    <a:pt x="5168" y="5419"/>
                  </a:cubicBezTo>
                  <a:cubicBezTo>
                    <a:pt x="5167" y="5420"/>
                    <a:pt x="5165" y="5421"/>
                    <a:pt x="5163" y="5421"/>
                  </a:cubicBezTo>
                  <a:cubicBezTo>
                    <a:pt x="5042" y="5421"/>
                    <a:pt x="3214" y="3623"/>
                    <a:pt x="3183" y="3592"/>
                  </a:cubicBezTo>
                  <a:cubicBezTo>
                    <a:pt x="3041" y="3432"/>
                    <a:pt x="2828" y="3332"/>
                    <a:pt x="2613" y="3332"/>
                  </a:cubicBezTo>
                  <a:cubicBezTo>
                    <a:pt x="2448" y="3332"/>
                    <a:pt x="2280" y="3392"/>
                    <a:pt x="2143" y="3529"/>
                  </a:cubicBezTo>
                  <a:cubicBezTo>
                    <a:pt x="1891" y="3812"/>
                    <a:pt x="1923" y="4285"/>
                    <a:pt x="2112" y="4442"/>
                  </a:cubicBezTo>
                  <a:lnTo>
                    <a:pt x="3970" y="6301"/>
                  </a:lnTo>
                  <a:cubicBezTo>
                    <a:pt x="4097" y="6427"/>
                    <a:pt x="4097" y="6648"/>
                    <a:pt x="3970" y="6774"/>
                  </a:cubicBezTo>
                  <a:cubicBezTo>
                    <a:pt x="3907" y="6821"/>
                    <a:pt x="3821" y="6845"/>
                    <a:pt x="3734" y="6845"/>
                  </a:cubicBezTo>
                  <a:cubicBezTo>
                    <a:pt x="3648" y="6845"/>
                    <a:pt x="3561" y="6821"/>
                    <a:pt x="3498" y="6774"/>
                  </a:cubicBezTo>
                  <a:lnTo>
                    <a:pt x="1639" y="4915"/>
                  </a:lnTo>
                  <a:cubicBezTo>
                    <a:pt x="1450" y="4726"/>
                    <a:pt x="1324" y="4442"/>
                    <a:pt x="1324" y="4190"/>
                  </a:cubicBezTo>
                  <a:lnTo>
                    <a:pt x="1324" y="662"/>
                  </a:lnTo>
                  <a:cubicBezTo>
                    <a:pt x="1324" y="252"/>
                    <a:pt x="1009" y="0"/>
                    <a:pt x="66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69" name="Google Shape;8666;p71"/>
            <p:cNvSpPr/>
            <p:nvPr/>
          </p:nvSpPr>
          <p:spPr>
            <a:xfrm>
              <a:off x="-30198825" y="3604550"/>
              <a:ext cx="137075" cy="256775"/>
            </a:xfrm>
            <a:custGeom>
              <a:avLst/>
              <a:gdLst/>
              <a:ahLst/>
              <a:cxnLst/>
              <a:rect l="l" t="t" r="r" b="b"/>
              <a:pathLst>
                <a:path w="5483" h="10271" extrusionOk="0">
                  <a:moveTo>
                    <a:pt x="4758" y="0"/>
                  </a:moveTo>
                  <a:cubicBezTo>
                    <a:pt x="4380" y="0"/>
                    <a:pt x="4096" y="315"/>
                    <a:pt x="4096" y="662"/>
                  </a:cubicBezTo>
                  <a:lnTo>
                    <a:pt x="4096" y="4190"/>
                  </a:lnTo>
                  <a:cubicBezTo>
                    <a:pt x="4096" y="4474"/>
                    <a:pt x="3970" y="4758"/>
                    <a:pt x="3781" y="4915"/>
                  </a:cubicBezTo>
                  <a:lnTo>
                    <a:pt x="1922" y="6774"/>
                  </a:lnTo>
                  <a:cubicBezTo>
                    <a:pt x="1875" y="6821"/>
                    <a:pt x="1788" y="6845"/>
                    <a:pt x="1698" y="6845"/>
                  </a:cubicBezTo>
                  <a:cubicBezTo>
                    <a:pt x="1607" y="6845"/>
                    <a:pt x="1513" y="6821"/>
                    <a:pt x="1450" y="6774"/>
                  </a:cubicBezTo>
                  <a:cubicBezTo>
                    <a:pt x="1355" y="6648"/>
                    <a:pt x="1355" y="6427"/>
                    <a:pt x="1450" y="6301"/>
                  </a:cubicBezTo>
                  <a:lnTo>
                    <a:pt x="3308" y="4442"/>
                  </a:lnTo>
                  <a:cubicBezTo>
                    <a:pt x="3497" y="4285"/>
                    <a:pt x="3560" y="3812"/>
                    <a:pt x="3277" y="3529"/>
                  </a:cubicBezTo>
                  <a:cubicBezTo>
                    <a:pt x="3140" y="3392"/>
                    <a:pt x="2972" y="3332"/>
                    <a:pt x="2807" y="3332"/>
                  </a:cubicBezTo>
                  <a:cubicBezTo>
                    <a:pt x="2592" y="3332"/>
                    <a:pt x="2379" y="3432"/>
                    <a:pt x="2237" y="3592"/>
                  </a:cubicBezTo>
                  <a:cubicBezTo>
                    <a:pt x="2237" y="3592"/>
                    <a:pt x="347" y="5419"/>
                    <a:pt x="347" y="5482"/>
                  </a:cubicBezTo>
                  <a:cubicBezTo>
                    <a:pt x="158" y="5671"/>
                    <a:pt x="0" y="6018"/>
                    <a:pt x="0" y="6427"/>
                  </a:cubicBezTo>
                  <a:lnTo>
                    <a:pt x="0" y="8129"/>
                  </a:lnTo>
                  <a:lnTo>
                    <a:pt x="0" y="8412"/>
                  </a:lnTo>
                  <a:lnTo>
                    <a:pt x="0" y="10271"/>
                  </a:lnTo>
                  <a:lnTo>
                    <a:pt x="3088" y="10271"/>
                  </a:lnTo>
                  <a:cubicBezTo>
                    <a:pt x="3277" y="10271"/>
                    <a:pt x="3434" y="10113"/>
                    <a:pt x="3434" y="9924"/>
                  </a:cubicBezTo>
                  <a:lnTo>
                    <a:pt x="3434" y="8570"/>
                  </a:lnTo>
                  <a:cubicBezTo>
                    <a:pt x="3434" y="8129"/>
                    <a:pt x="3623" y="7908"/>
                    <a:pt x="3812" y="7530"/>
                  </a:cubicBezTo>
                  <a:lnTo>
                    <a:pt x="5293" y="5104"/>
                  </a:lnTo>
                  <a:cubicBezTo>
                    <a:pt x="5388" y="4915"/>
                    <a:pt x="5482" y="4663"/>
                    <a:pt x="5482" y="4411"/>
                  </a:cubicBezTo>
                  <a:lnTo>
                    <a:pt x="5482" y="662"/>
                  </a:lnTo>
                  <a:cubicBezTo>
                    <a:pt x="5451" y="284"/>
                    <a:pt x="5136" y="0"/>
                    <a:pt x="475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70" name="Google Shape;8667;p71"/>
            <p:cNvSpPr/>
            <p:nvPr/>
          </p:nvSpPr>
          <p:spPr>
            <a:xfrm>
              <a:off x="-30139750" y="3636850"/>
              <a:ext cx="26000" cy="37825"/>
            </a:xfrm>
            <a:custGeom>
              <a:avLst/>
              <a:gdLst/>
              <a:ahLst/>
              <a:cxnLst/>
              <a:rect l="l" t="t" r="r" b="b"/>
              <a:pathLst>
                <a:path w="1040" h="1513" extrusionOk="0">
                  <a:moveTo>
                    <a:pt x="504" y="0"/>
                  </a:moveTo>
                  <a:cubicBezTo>
                    <a:pt x="252" y="32"/>
                    <a:pt x="0" y="284"/>
                    <a:pt x="0" y="567"/>
                  </a:cubicBezTo>
                  <a:lnTo>
                    <a:pt x="0" y="1418"/>
                  </a:lnTo>
                  <a:cubicBezTo>
                    <a:pt x="126" y="1386"/>
                    <a:pt x="252" y="1355"/>
                    <a:pt x="410" y="1355"/>
                  </a:cubicBezTo>
                  <a:cubicBezTo>
                    <a:pt x="630" y="1355"/>
                    <a:pt x="819" y="1386"/>
                    <a:pt x="1040" y="1512"/>
                  </a:cubicBezTo>
                  <a:lnTo>
                    <a:pt x="1040" y="504"/>
                  </a:lnTo>
                  <a:cubicBezTo>
                    <a:pt x="1040" y="252"/>
                    <a:pt x="788" y="0"/>
                    <a:pt x="50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71" name="Google Shape;8668;p71"/>
            <p:cNvSpPr/>
            <p:nvPr/>
          </p:nvSpPr>
          <p:spPr>
            <a:xfrm>
              <a:off x="-30302800" y="3638950"/>
              <a:ext cx="25225" cy="36500"/>
            </a:xfrm>
            <a:custGeom>
              <a:avLst/>
              <a:gdLst/>
              <a:ahLst/>
              <a:cxnLst/>
              <a:rect l="l" t="t" r="r" b="b"/>
              <a:pathLst>
                <a:path w="1009" h="1460" extrusionOk="0">
                  <a:moveTo>
                    <a:pt x="418" y="1"/>
                  </a:moveTo>
                  <a:cubicBezTo>
                    <a:pt x="177" y="1"/>
                    <a:pt x="1" y="229"/>
                    <a:pt x="1" y="483"/>
                  </a:cubicBezTo>
                  <a:lnTo>
                    <a:pt x="1" y="1460"/>
                  </a:lnTo>
                  <a:cubicBezTo>
                    <a:pt x="190" y="1334"/>
                    <a:pt x="379" y="1302"/>
                    <a:pt x="631" y="1302"/>
                  </a:cubicBezTo>
                  <a:cubicBezTo>
                    <a:pt x="725" y="1302"/>
                    <a:pt x="883" y="1334"/>
                    <a:pt x="1009" y="1365"/>
                  </a:cubicBezTo>
                  <a:lnTo>
                    <a:pt x="1009" y="515"/>
                  </a:lnTo>
                  <a:cubicBezTo>
                    <a:pt x="1009" y="231"/>
                    <a:pt x="788" y="11"/>
                    <a:pt x="505" y="11"/>
                  </a:cubicBezTo>
                  <a:cubicBezTo>
                    <a:pt x="475" y="4"/>
                    <a:pt x="446" y="1"/>
                    <a:pt x="41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72" name="Google Shape;8669;p71"/>
            <p:cNvSpPr/>
            <p:nvPr/>
          </p:nvSpPr>
          <p:spPr>
            <a:xfrm>
              <a:off x="-30242925" y="3569100"/>
              <a:ext cx="68525" cy="68550"/>
            </a:xfrm>
            <a:custGeom>
              <a:avLst/>
              <a:gdLst/>
              <a:ahLst/>
              <a:cxnLst/>
              <a:rect l="l" t="t" r="r" b="b"/>
              <a:pathLst>
                <a:path w="2741" h="2742" extrusionOk="0">
                  <a:moveTo>
                    <a:pt x="1386" y="1"/>
                  </a:moveTo>
                  <a:cubicBezTo>
                    <a:pt x="630" y="1"/>
                    <a:pt x="0" y="631"/>
                    <a:pt x="0" y="1387"/>
                  </a:cubicBezTo>
                  <a:cubicBezTo>
                    <a:pt x="0" y="2174"/>
                    <a:pt x="630" y="2742"/>
                    <a:pt x="1386" y="2742"/>
                  </a:cubicBezTo>
                  <a:cubicBezTo>
                    <a:pt x="2111" y="2742"/>
                    <a:pt x="2741" y="2111"/>
                    <a:pt x="2741" y="1387"/>
                  </a:cubicBezTo>
                  <a:cubicBezTo>
                    <a:pt x="2741" y="631"/>
                    <a:pt x="2111" y="1"/>
                    <a:pt x="138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73" name="Google Shape;8670;p71"/>
            <p:cNvSpPr/>
            <p:nvPr/>
          </p:nvSpPr>
          <p:spPr>
            <a:xfrm>
              <a:off x="-30262625" y="3654950"/>
              <a:ext cx="107925" cy="68550"/>
            </a:xfrm>
            <a:custGeom>
              <a:avLst/>
              <a:gdLst/>
              <a:ahLst/>
              <a:cxnLst/>
              <a:rect l="l" t="t" r="r" b="b"/>
              <a:pathLst>
                <a:path w="4317" h="2742" extrusionOk="0">
                  <a:moveTo>
                    <a:pt x="2174" y="1"/>
                  </a:moveTo>
                  <a:cubicBezTo>
                    <a:pt x="1292" y="1"/>
                    <a:pt x="505" y="379"/>
                    <a:pt x="0" y="1040"/>
                  </a:cubicBezTo>
                  <a:lnTo>
                    <a:pt x="32" y="1103"/>
                  </a:lnTo>
                  <a:cubicBezTo>
                    <a:pt x="946" y="1985"/>
                    <a:pt x="1450" y="2458"/>
                    <a:pt x="1702" y="2742"/>
                  </a:cubicBezTo>
                  <a:lnTo>
                    <a:pt x="2647" y="2742"/>
                  </a:lnTo>
                  <a:lnTo>
                    <a:pt x="4254" y="1135"/>
                  </a:lnTo>
                  <a:lnTo>
                    <a:pt x="4317" y="1040"/>
                  </a:lnTo>
                  <a:cubicBezTo>
                    <a:pt x="3813" y="410"/>
                    <a:pt x="3025" y="1"/>
                    <a:pt x="217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474" name="Google Shape;8671;p71"/>
          <p:cNvGrpSpPr/>
          <p:nvPr/>
        </p:nvGrpSpPr>
        <p:grpSpPr>
          <a:xfrm>
            <a:off x="7450076" y="1803893"/>
            <a:ext cx="456197" cy="471527"/>
            <a:chOff x="-35118325" y="3202075"/>
            <a:chExt cx="281975" cy="291450"/>
          </a:xfrm>
        </p:grpSpPr>
        <p:sp>
          <p:nvSpPr>
            <p:cNvPr id="475" name="Google Shape;8672;p71"/>
            <p:cNvSpPr/>
            <p:nvPr/>
          </p:nvSpPr>
          <p:spPr>
            <a:xfrm>
              <a:off x="-35008050" y="3202075"/>
              <a:ext cx="171700" cy="171250"/>
            </a:xfrm>
            <a:custGeom>
              <a:avLst/>
              <a:gdLst/>
              <a:ahLst/>
              <a:cxnLst/>
              <a:rect l="l" t="t" r="r" b="b"/>
              <a:pathLst>
                <a:path w="6868" h="6850" extrusionOk="0">
                  <a:moveTo>
                    <a:pt x="3466" y="1355"/>
                  </a:moveTo>
                  <a:cubicBezTo>
                    <a:pt x="4222" y="1355"/>
                    <a:pt x="4852" y="1985"/>
                    <a:pt x="4852" y="2741"/>
                  </a:cubicBezTo>
                  <a:lnTo>
                    <a:pt x="4852" y="4127"/>
                  </a:lnTo>
                  <a:cubicBezTo>
                    <a:pt x="4852" y="4348"/>
                    <a:pt x="4757" y="4600"/>
                    <a:pt x="4631" y="4821"/>
                  </a:cubicBezTo>
                  <a:lnTo>
                    <a:pt x="4726" y="4915"/>
                  </a:lnTo>
                  <a:cubicBezTo>
                    <a:pt x="4852" y="5041"/>
                    <a:pt x="4852" y="5262"/>
                    <a:pt x="4726" y="5388"/>
                  </a:cubicBezTo>
                  <a:cubicBezTo>
                    <a:pt x="4663" y="5451"/>
                    <a:pt x="4576" y="5482"/>
                    <a:pt x="4489" y="5482"/>
                  </a:cubicBezTo>
                  <a:cubicBezTo>
                    <a:pt x="4403" y="5482"/>
                    <a:pt x="4316" y="5451"/>
                    <a:pt x="4253" y="5388"/>
                  </a:cubicBezTo>
                  <a:lnTo>
                    <a:pt x="4190" y="5293"/>
                  </a:lnTo>
                  <a:cubicBezTo>
                    <a:pt x="3970" y="5419"/>
                    <a:pt x="3749" y="5514"/>
                    <a:pt x="3466" y="5514"/>
                  </a:cubicBezTo>
                  <a:cubicBezTo>
                    <a:pt x="2709" y="5514"/>
                    <a:pt x="2079" y="4884"/>
                    <a:pt x="2079" y="4127"/>
                  </a:cubicBezTo>
                  <a:lnTo>
                    <a:pt x="2079" y="2741"/>
                  </a:lnTo>
                  <a:cubicBezTo>
                    <a:pt x="2079" y="1985"/>
                    <a:pt x="2709" y="1355"/>
                    <a:pt x="3466" y="1355"/>
                  </a:cubicBezTo>
                  <a:close/>
                  <a:moveTo>
                    <a:pt x="3466" y="0"/>
                  </a:moveTo>
                  <a:cubicBezTo>
                    <a:pt x="1575" y="0"/>
                    <a:pt x="32" y="1576"/>
                    <a:pt x="32" y="3403"/>
                  </a:cubicBezTo>
                  <a:cubicBezTo>
                    <a:pt x="32" y="4001"/>
                    <a:pt x="189" y="4569"/>
                    <a:pt x="473" y="5104"/>
                  </a:cubicBezTo>
                  <a:lnTo>
                    <a:pt x="32" y="6396"/>
                  </a:lnTo>
                  <a:cubicBezTo>
                    <a:pt x="0" y="6522"/>
                    <a:pt x="32" y="6679"/>
                    <a:pt x="126" y="6774"/>
                  </a:cubicBezTo>
                  <a:cubicBezTo>
                    <a:pt x="172" y="6820"/>
                    <a:pt x="269" y="6849"/>
                    <a:pt x="367" y="6849"/>
                  </a:cubicBezTo>
                  <a:cubicBezTo>
                    <a:pt x="403" y="6849"/>
                    <a:pt x="439" y="6845"/>
                    <a:pt x="473" y="6837"/>
                  </a:cubicBezTo>
                  <a:lnTo>
                    <a:pt x="1764" y="6396"/>
                  </a:lnTo>
                  <a:cubicBezTo>
                    <a:pt x="2300" y="6679"/>
                    <a:pt x="2867" y="6837"/>
                    <a:pt x="3466" y="6837"/>
                  </a:cubicBezTo>
                  <a:cubicBezTo>
                    <a:pt x="5356" y="6837"/>
                    <a:pt x="6868" y="5293"/>
                    <a:pt x="6868" y="3403"/>
                  </a:cubicBezTo>
                  <a:cubicBezTo>
                    <a:pt x="6868" y="1513"/>
                    <a:pt x="5356" y="0"/>
                    <a:pt x="346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76" name="Google Shape;8673;p71"/>
            <p:cNvSpPr/>
            <p:nvPr/>
          </p:nvSpPr>
          <p:spPr>
            <a:xfrm>
              <a:off x="-34937975" y="3254050"/>
              <a:ext cx="33125" cy="67775"/>
            </a:xfrm>
            <a:custGeom>
              <a:avLst/>
              <a:gdLst/>
              <a:ahLst/>
              <a:cxnLst/>
              <a:rect l="l" t="t" r="r" b="b"/>
              <a:pathLst>
                <a:path w="1325" h="2711" extrusionOk="0">
                  <a:moveTo>
                    <a:pt x="663" y="1"/>
                  </a:moveTo>
                  <a:cubicBezTo>
                    <a:pt x="253" y="1"/>
                    <a:pt x="1" y="316"/>
                    <a:pt x="1" y="662"/>
                  </a:cubicBezTo>
                  <a:lnTo>
                    <a:pt x="1" y="2048"/>
                  </a:lnTo>
                  <a:cubicBezTo>
                    <a:pt x="1" y="2427"/>
                    <a:pt x="316" y="2710"/>
                    <a:pt x="663" y="2710"/>
                  </a:cubicBezTo>
                  <a:cubicBezTo>
                    <a:pt x="694" y="2710"/>
                    <a:pt x="789" y="2710"/>
                    <a:pt x="820" y="2679"/>
                  </a:cubicBezTo>
                  <a:lnTo>
                    <a:pt x="757" y="2584"/>
                  </a:lnTo>
                  <a:cubicBezTo>
                    <a:pt x="631" y="2490"/>
                    <a:pt x="631" y="2238"/>
                    <a:pt x="757" y="2111"/>
                  </a:cubicBezTo>
                  <a:cubicBezTo>
                    <a:pt x="804" y="2064"/>
                    <a:pt x="891" y="2041"/>
                    <a:pt x="978" y="2041"/>
                  </a:cubicBezTo>
                  <a:cubicBezTo>
                    <a:pt x="1064" y="2041"/>
                    <a:pt x="1151" y="2064"/>
                    <a:pt x="1198" y="2111"/>
                  </a:cubicBezTo>
                  <a:lnTo>
                    <a:pt x="1293" y="2206"/>
                  </a:lnTo>
                  <a:cubicBezTo>
                    <a:pt x="1293" y="2175"/>
                    <a:pt x="1324" y="2080"/>
                    <a:pt x="1324" y="2048"/>
                  </a:cubicBezTo>
                  <a:lnTo>
                    <a:pt x="1324" y="662"/>
                  </a:lnTo>
                  <a:cubicBezTo>
                    <a:pt x="1324" y="284"/>
                    <a:pt x="1041" y="1"/>
                    <a:pt x="66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77" name="Google Shape;8674;p71"/>
            <p:cNvSpPr/>
            <p:nvPr/>
          </p:nvSpPr>
          <p:spPr>
            <a:xfrm>
              <a:off x="-35085250" y="3338325"/>
              <a:ext cx="69325" cy="69350"/>
            </a:xfrm>
            <a:custGeom>
              <a:avLst/>
              <a:gdLst/>
              <a:ahLst/>
              <a:cxnLst/>
              <a:rect l="l" t="t" r="r" b="b"/>
              <a:pathLst>
                <a:path w="2773" h="2774" extrusionOk="0">
                  <a:moveTo>
                    <a:pt x="1387" y="1"/>
                  </a:moveTo>
                  <a:cubicBezTo>
                    <a:pt x="631" y="1"/>
                    <a:pt x="1" y="631"/>
                    <a:pt x="1" y="1387"/>
                  </a:cubicBezTo>
                  <a:cubicBezTo>
                    <a:pt x="64" y="2143"/>
                    <a:pt x="631" y="2773"/>
                    <a:pt x="1387" y="2773"/>
                  </a:cubicBezTo>
                  <a:cubicBezTo>
                    <a:pt x="2143" y="2773"/>
                    <a:pt x="2773" y="2143"/>
                    <a:pt x="2773" y="1387"/>
                  </a:cubicBezTo>
                  <a:cubicBezTo>
                    <a:pt x="2773" y="631"/>
                    <a:pt x="2143" y="1"/>
                    <a:pt x="138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78" name="Google Shape;8675;p71"/>
            <p:cNvSpPr/>
            <p:nvPr/>
          </p:nvSpPr>
          <p:spPr>
            <a:xfrm>
              <a:off x="-35118325" y="3424175"/>
              <a:ext cx="137075" cy="69350"/>
            </a:xfrm>
            <a:custGeom>
              <a:avLst/>
              <a:gdLst/>
              <a:ahLst/>
              <a:cxnLst/>
              <a:rect l="l" t="t" r="r" b="b"/>
              <a:pathLst>
                <a:path w="5483" h="2774" extrusionOk="0">
                  <a:moveTo>
                    <a:pt x="2741" y="1"/>
                  </a:moveTo>
                  <a:cubicBezTo>
                    <a:pt x="1387" y="1"/>
                    <a:pt x="221" y="1040"/>
                    <a:pt x="32" y="2364"/>
                  </a:cubicBezTo>
                  <a:cubicBezTo>
                    <a:pt x="0" y="2553"/>
                    <a:pt x="158" y="2773"/>
                    <a:pt x="347" y="2773"/>
                  </a:cubicBezTo>
                  <a:lnTo>
                    <a:pt x="5104" y="2773"/>
                  </a:lnTo>
                  <a:cubicBezTo>
                    <a:pt x="5325" y="2773"/>
                    <a:pt x="5482" y="2553"/>
                    <a:pt x="5482" y="2364"/>
                  </a:cubicBezTo>
                  <a:cubicBezTo>
                    <a:pt x="5262" y="1040"/>
                    <a:pt x="4127" y="1"/>
                    <a:pt x="274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479" name="Google Shape;8676;p71"/>
          <p:cNvGrpSpPr/>
          <p:nvPr/>
        </p:nvGrpSpPr>
        <p:grpSpPr>
          <a:xfrm>
            <a:off x="7441784" y="2392230"/>
            <a:ext cx="472781" cy="470961"/>
            <a:chOff x="-35123050" y="3561225"/>
            <a:chExt cx="292225" cy="291100"/>
          </a:xfrm>
        </p:grpSpPr>
        <p:sp>
          <p:nvSpPr>
            <p:cNvPr id="480" name="Google Shape;8677;p71"/>
            <p:cNvSpPr/>
            <p:nvPr/>
          </p:nvSpPr>
          <p:spPr>
            <a:xfrm>
              <a:off x="-35123050" y="3629750"/>
              <a:ext cx="205575" cy="222575"/>
            </a:xfrm>
            <a:custGeom>
              <a:avLst/>
              <a:gdLst/>
              <a:ahLst/>
              <a:cxnLst/>
              <a:rect l="l" t="t" r="r" b="b"/>
              <a:pathLst>
                <a:path w="8223" h="8903" extrusionOk="0">
                  <a:moveTo>
                    <a:pt x="2080" y="2710"/>
                  </a:moveTo>
                  <a:cubicBezTo>
                    <a:pt x="2458" y="2710"/>
                    <a:pt x="2741" y="3056"/>
                    <a:pt x="2741" y="3403"/>
                  </a:cubicBezTo>
                  <a:cubicBezTo>
                    <a:pt x="2741" y="3781"/>
                    <a:pt x="2426" y="4065"/>
                    <a:pt x="2080" y="4065"/>
                  </a:cubicBezTo>
                  <a:cubicBezTo>
                    <a:pt x="1733" y="4065"/>
                    <a:pt x="1418" y="3750"/>
                    <a:pt x="1418" y="3403"/>
                  </a:cubicBezTo>
                  <a:cubicBezTo>
                    <a:pt x="1418" y="3056"/>
                    <a:pt x="1670" y="2710"/>
                    <a:pt x="2080" y="2710"/>
                  </a:cubicBezTo>
                  <a:close/>
                  <a:moveTo>
                    <a:pt x="4127" y="2710"/>
                  </a:moveTo>
                  <a:cubicBezTo>
                    <a:pt x="4506" y="2710"/>
                    <a:pt x="4789" y="3056"/>
                    <a:pt x="4789" y="3403"/>
                  </a:cubicBezTo>
                  <a:cubicBezTo>
                    <a:pt x="4789" y="3781"/>
                    <a:pt x="4474" y="4065"/>
                    <a:pt x="4127" y="4065"/>
                  </a:cubicBezTo>
                  <a:cubicBezTo>
                    <a:pt x="3718" y="4065"/>
                    <a:pt x="3466" y="3750"/>
                    <a:pt x="3466" y="3403"/>
                  </a:cubicBezTo>
                  <a:cubicBezTo>
                    <a:pt x="3466" y="3056"/>
                    <a:pt x="3718" y="2710"/>
                    <a:pt x="4127" y="2710"/>
                  </a:cubicBezTo>
                  <a:close/>
                  <a:moveTo>
                    <a:pt x="6207" y="2710"/>
                  </a:moveTo>
                  <a:cubicBezTo>
                    <a:pt x="6616" y="2710"/>
                    <a:pt x="6868" y="3056"/>
                    <a:pt x="6868" y="3403"/>
                  </a:cubicBezTo>
                  <a:cubicBezTo>
                    <a:pt x="6868" y="3781"/>
                    <a:pt x="6553" y="4065"/>
                    <a:pt x="6207" y="4065"/>
                  </a:cubicBezTo>
                  <a:cubicBezTo>
                    <a:pt x="5829" y="4065"/>
                    <a:pt x="5545" y="3750"/>
                    <a:pt x="5545" y="3403"/>
                  </a:cubicBezTo>
                  <a:cubicBezTo>
                    <a:pt x="5514" y="3056"/>
                    <a:pt x="5829" y="2710"/>
                    <a:pt x="6207" y="2710"/>
                  </a:cubicBezTo>
                  <a:close/>
                  <a:moveTo>
                    <a:pt x="1733" y="0"/>
                  </a:moveTo>
                  <a:cubicBezTo>
                    <a:pt x="788" y="0"/>
                    <a:pt x="0" y="757"/>
                    <a:pt x="0" y="1702"/>
                  </a:cubicBezTo>
                  <a:lnTo>
                    <a:pt x="0" y="5136"/>
                  </a:lnTo>
                  <a:cubicBezTo>
                    <a:pt x="0" y="5955"/>
                    <a:pt x="630" y="6616"/>
                    <a:pt x="1418" y="6774"/>
                  </a:cubicBezTo>
                  <a:lnTo>
                    <a:pt x="1418" y="8570"/>
                  </a:lnTo>
                  <a:cubicBezTo>
                    <a:pt x="1418" y="8696"/>
                    <a:pt x="1481" y="8822"/>
                    <a:pt x="1607" y="8885"/>
                  </a:cubicBezTo>
                  <a:cubicBezTo>
                    <a:pt x="1649" y="8895"/>
                    <a:pt x="1695" y="8902"/>
                    <a:pt x="1739" y="8902"/>
                  </a:cubicBezTo>
                  <a:cubicBezTo>
                    <a:pt x="1828" y="8902"/>
                    <a:pt x="1912" y="8874"/>
                    <a:pt x="1954" y="8790"/>
                  </a:cubicBezTo>
                  <a:lnTo>
                    <a:pt x="3938" y="6837"/>
                  </a:lnTo>
                  <a:lnTo>
                    <a:pt x="6522" y="6837"/>
                  </a:lnTo>
                  <a:cubicBezTo>
                    <a:pt x="7467" y="6837"/>
                    <a:pt x="8223" y="6081"/>
                    <a:pt x="8223" y="5136"/>
                  </a:cubicBezTo>
                  <a:lnTo>
                    <a:pt x="8223" y="1702"/>
                  </a:lnTo>
                  <a:cubicBezTo>
                    <a:pt x="8223" y="757"/>
                    <a:pt x="7467" y="0"/>
                    <a:pt x="652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81" name="Google Shape;8678;p71"/>
            <p:cNvSpPr/>
            <p:nvPr/>
          </p:nvSpPr>
          <p:spPr>
            <a:xfrm>
              <a:off x="-35053750" y="3561225"/>
              <a:ext cx="222925" cy="221825"/>
            </a:xfrm>
            <a:custGeom>
              <a:avLst/>
              <a:gdLst/>
              <a:ahLst/>
              <a:cxnLst/>
              <a:rect l="l" t="t" r="r" b="b"/>
              <a:pathLst>
                <a:path w="8917" h="8873" extrusionOk="0">
                  <a:moveTo>
                    <a:pt x="1702" y="1"/>
                  </a:moveTo>
                  <a:cubicBezTo>
                    <a:pt x="757" y="1"/>
                    <a:pt x="1" y="725"/>
                    <a:pt x="1" y="1702"/>
                  </a:cubicBezTo>
                  <a:lnTo>
                    <a:pt x="1" y="2048"/>
                  </a:lnTo>
                  <a:lnTo>
                    <a:pt x="3781" y="2048"/>
                  </a:lnTo>
                  <a:cubicBezTo>
                    <a:pt x="5136" y="2048"/>
                    <a:pt x="6207" y="3088"/>
                    <a:pt x="6207" y="4443"/>
                  </a:cubicBezTo>
                  <a:lnTo>
                    <a:pt x="6207" y="7877"/>
                  </a:lnTo>
                  <a:lnTo>
                    <a:pt x="6207" y="8003"/>
                  </a:lnTo>
                  <a:lnTo>
                    <a:pt x="6995" y="8790"/>
                  </a:lnTo>
                  <a:cubicBezTo>
                    <a:pt x="7055" y="8850"/>
                    <a:pt x="7127" y="8872"/>
                    <a:pt x="7205" y="8872"/>
                  </a:cubicBezTo>
                  <a:cubicBezTo>
                    <a:pt x="7249" y="8872"/>
                    <a:pt x="7295" y="8865"/>
                    <a:pt x="7341" y="8853"/>
                  </a:cubicBezTo>
                  <a:cubicBezTo>
                    <a:pt x="7467" y="8822"/>
                    <a:pt x="7530" y="8664"/>
                    <a:pt x="7530" y="8538"/>
                  </a:cubicBezTo>
                  <a:lnTo>
                    <a:pt x="7530" y="6806"/>
                  </a:lnTo>
                  <a:cubicBezTo>
                    <a:pt x="8318" y="6648"/>
                    <a:pt x="8917" y="5955"/>
                    <a:pt x="8917" y="5104"/>
                  </a:cubicBezTo>
                  <a:lnTo>
                    <a:pt x="8917" y="1702"/>
                  </a:lnTo>
                  <a:cubicBezTo>
                    <a:pt x="8917" y="725"/>
                    <a:pt x="8129" y="1"/>
                    <a:pt x="718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482" name="Google Shape;8679;p71"/>
          <p:cNvGrpSpPr/>
          <p:nvPr/>
        </p:nvGrpSpPr>
        <p:grpSpPr>
          <a:xfrm>
            <a:off x="7497863" y="2972418"/>
            <a:ext cx="360623" cy="471487"/>
            <a:chOff x="-35089175" y="3919600"/>
            <a:chExt cx="222900" cy="291425"/>
          </a:xfrm>
        </p:grpSpPr>
        <p:sp>
          <p:nvSpPr>
            <p:cNvPr id="483" name="Google Shape;8680;p71"/>
            <p:cNvSpPr/>
            <p:nvPr/>
          </p:nvSpPr>
          <p:spPr>
            <a:xfrm>
              <a:off x="-35089175" y="3919600"/>
              <a:ext cx="222900" cy="291425"/>
            </a:xfrm>
            <a:custGeom>
              <a:avLst/>
              <a:gdLst/>
              <a:ahLst/>
              <a:cxnLst/>
              <a:rect l="l" t="t" r="r" b="b"/>
              <a:pathLst>
                <a:path w="8916" h="11657" extrusionOk="0">
                  <a:moveTo>
                    <a:pt x="4474" y="1418"/>
                  </a:moveTo>
                  <a:cubicBezTo>
                    <a:pt x="6143" y="1418"/>
                    <a:pt x="7530" y="2804"/>
                    <a:pt x="7530" y="4474"/>
                  </a:cubicBezTo>
                  <a:cubicBezTo>
                    <a:pt x="7561" y="6175"/>
                    <a:pt x="6143" y="7561"/>
                    <a:pt x="4474" y="7561"/>
                  </a:cubicBezTo>
                  <a:cubicBezTo>
                    <a:pt x="2772" y="7561"/>
                    <a:pt x="1386" y="6175"/>
                    <a:pt x="1386" y="4474"/>
                  </a:cubicBezTo>
                  <a:cubicBezTo>
                    <a:pt x="1386" y="2804"/>
                    <a:pt x="2772" y="1418"/>
                    <a:pt x="4474" y="1418"/>
                  </a:cubicBezTo>
                  <a:close/>
                  <a:moveTo>
                    <a:pt x="4474" y="0"/>
                  </a:moveTo>
                  <a:cubicBezTo>
                    <a:pt x="2016" y="0"/>
                    <a:pt x="0" y="2017"/>
                    <a:pt x="0" y="4442"/>
                  </a:cubicBezTo>
                  <a:cubicBezTo>
                    <a:pt x="0" y="5419"/>
                    <a:pt x="315" y="6333"/>
                    <a:pt x="914" y="7120"/>
                  </a:cubicBezTo>
                  <a:lnTo>
                    <a:pt x="4190" y="11531"/>
                  </a:lnTo>
                  <a:cubicBezTo>
                    <a:pt x="4253" y="11626"/>
                    <a:pt x="4348" y="11657"/>
                    <a:pt x="4474" y="11657"/>
                  </a:cubicBezTo>
                  <a:cubicBezTo>
                    <a:pt x="4568" y="11657"/>
                    <a:pt x="4663" y="11626"/>
                    <a:pt x="4726" y="11531"/>
                  </a:cubicBezTo>
                  <a:lnTo>
                    <a:pt x="8002" y="7120"/>
                  </a:lnTo>
                  <a:cubicBezTo>
                    <a:pt x="8601" y="6333"/>
                    <a:pt x="8916" y="5419"/>
                    <a:pt x="8916" y="4442"/>
                  </a:cubicBezTo>
                  <a:cubicBezTo>
                    <a:pt x="8916" y="2017"/>
                    <a:pt x="6931" y="0"/>
                    <a:pt x="447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84" name="Google Shape;8681;p71"/>
            <p:cNvSpPr/>
            <p:nvPr/>
          </p:nvSpPr>
          <p:spPr>
            <a:xfrm>
              <a:off x="-35038000" y="3971575"/>
              <a:ext cx="120525" cy="120525"/>
            </a:xfrm>
            <a:custGeom>
              <a:avLst/>
              <a:gdLst/>
              <a:ahLst/>
              <a:cxnLst/>
              <a:rect l="l" t="t" r="r" b="b"/>
              <a:pathLst>
                <a:path w="4821" h="4821" extrusionOk="0">
                  <a:moveTo>
                    <a:pt x="2427" y="662"/>
                  </a:moveTo>
                  <a:cubicBezTo>
                    <a:pt x="2616" y="662"/>
                    <a:pt x="2773" y="820"/>
                    <a:pt x="2773" y="1040"/>
                  </a:cubicBezTo>
                  <a:cubicBezTo>
                    <a:pt x="2773" y="1229"/>
                    <a:pt x="2616" y="1387"/>
                    <a:pt x="2427" y="1387"/>
                  </a:cubicBezTo>
                  <a:cubicBezTo>
                    <a:pt x="2206" y="1387"/>
                    <a:pt x="2049" y="1229"/>
                    <a:pt x="2049" y="1040"/>
                  </a:cubicBezTo>
                  <a:cubicBezTo>
                    <a:pt x="2049" y="820"/>
                    <a:pt x="2206" y="662"/>
                    <a:pt x="2427" y="662"/>
                  </a:cubicBezTo>
                  <a:close/>
                  <a:moveTo>
                    <a:pt x="2427" y="2017"/>
                  </a:moveTo>
                  <a:cubicBezTo>
                    <a:pt x="2616" y="2017"/>
                    <a:pt x="2773" y="2174"/>
                    <a:pt x="2773" y="2363"/>
                  </a:cubicBezTo>
                  <a:lnTo>
                    <a:pt x="2773" y="3750"/>
                  </a:lnTo>
                  <a:cubicBezTo>
                    <a:pt x="2773" y="3939"/>
                    <a:pt x="2616" y="4096"/>
                    <a:pt x="2427" y="4096"/>
                  </a:cubicBezTo>
                  <a:cubicBezTo>
                    <a:pt x="2206" y="4096"/>
                    <a:pt x="2049" y="3939"/>
                    <a:pt x="2049" y="3750"/>
                  </a:cubicBezTo>
                  <a:lnTo>
                    <a:pt x="2049" y="2363"/>
                  </a:lnTo>
                  <a:cubicBezTo>
                    <a:pt x="2049" y="2174"/>
                    <a:pt x="2206" y="2017"/>
                    <a:pt x="2427" y="2017"/>
                  </a:cubicBezTo>
                  <a:close/>
                  <a:moveTo>
                    <a:pt x="2427" y="1"/>
                  </a:moveTo>
                  <a:cubicBezTo>
                    <a:pt x="1072" y="1"/>
                    <a:pt x="1" y="1072"/>
                    <a:pt x="1" y="2395"/>
                  </a:cubicBezTo>
                  <a:cubicBezTo>
                    <a:pt x="1" y="3750"/>
                    <a:pt x="1072" y="4821"/>
                    <a:pt x="2427" y="4821"/>
                  </a:cubicBezTo>
                  <a:cubicBezTo>
                    <a:pt x="3750" y="4821"/>
                    <a:pt x="4821" y="3750"/>
                    <a:pt x="4821" y="2395"/>
                  </a:cubicBezTo>
                  <a:cubicBezTo>
                    <a:pt x="4821" y="1072"/>
                    <a:pt x="3750" y="1"/>
                    <a:pt x="242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485" name="Google Shape;8682;p71"/>
          <p:cNvGrpSpPr/>
          <p:nvPr/>
        </p:nvGrpSpPr>
        <p:grpSpPr>
          <a:xfrm>
            <a:off x="10427191" y="1803569"/>
            <a:ext cx="448593" cy="472175"/>
            <a:chOff x="-33277650" y="3226875"/>
            <a:chExt cx="277275" cy="291850"/>
          </a:xfrm>
        </p:grpSpPr>
        <p:sp>
          <p:nvSpPr>
            <p:cNvPr id="486" name="Google Shape;8683;p71"/>
            <p:cNvSpPr/>
            <p:nvPr/>
          </p:nvSpPr>
          <p:spPr>
            <a:xfrm>
              <a:off x="-33071300" y="3440725"/>
              <a:ext cx="33100" cy="33900"/>
            </a:xfrm>
            <a:custGeom>
              <a:avLst/>
              <a:gdLst/>
              <a:ahLst/>
              <a:cxnLst/>
              <a:rect l="l" t="t" r="r" b="b"/>
              <a:pathLst>
                <a:path w="1324" h="1356" extrusionOk="0">
                  <a:moveTo>
                    <a:pt x="662" y="0"/>
                  </a:moveTo>
                  <a:cubicBezTo>
                    <a:pt x="284" y="0"/>
                    <a:pt x="1" y="315"/>
                    <a:pt x="1" y="693"/>
                  </a:cubicBezTo>
                  <a:cubicBezTo>
                    <a:pt x="1" y="1040"/>
                    <a:pt x="284" y="1355"/>
                    <a:pt x="662" y="1355"/>
                  </a:cubicBezTo>
                  <a:cubicBezTo>
                    <a:pt x="1040" y="1355"/>
                    <a:pt x="1324" y="1040"/>
                    <a:pt x="1324" y="693"/>
                  </a:cubicBezTo>
                  <a:cubicBezTo>
                    <a:pt x="1324" y="315"/>
                    <a:pt x="1040" y="0"/>
                    <a:pt x="66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87" name="Google Shape;8684;p71"/>
            <p:cNvSpPr/>
            <p:nvPr/>
          </p:nvSpPr>
          <p:spPr>
            <a:xfrm>
              <a:off x="-33157925" y="3227275"/>
              <a:ext cx="17350" cy="103200"/>
            </a:xfrm>
            <a:custGeom>
              <a:avLst/>
              <a:gdLst/>
              <a:ahLst/>
              <a:cxnLst/>
              <a:rect l="l" t="t" r="r" b="b"/>
              <a:pathLst>
                <a:path w="694" h="4128" extrusionOk="0">
                  <a:moveTo>
                    <a:pt x="347" y="1"/>
                  </a:moveTo>
                  <a:cubicBezTo>
                    <a:pt x="158" y="1"/>
                    <a:pt x="0" y="158"/>
                    <a:pt x="0" y="347"/>
                  </a:cubicBezTo>
                  <a:lnTo>
                    <a:pt x="0" y="4128"/>
                  </a:lnTo>
                  <a:cubicBezTo>
                    <a:pt x="95" y="4096"/>
                    <a:pt x="221" y="4096"/>
                    <a:pt x="347" y="4096"/>
                  </a:cubicBezTo>
                  <a:cubicBezTo>
                    <a:pt x="473" y="4096"/>
                    <a:pt x="567" y="4096"/>
                    <a:pt x="693" y="4128"/>
                  </a:cubicBezTo>
                  <a:lnTo>
                    <a:pt x="693" y="347"/>
                  </a:lnTo>
                  <a:cubicBezTo>
                    <a:pt x="693" y="158"/>
                    <a:pt x="536" y="1"/>
                    <a:pt x="3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88" name="Google Shape;8685;p71"/>
            <p:cNvSpPr/>
            <p:nvPr/>
          </p:nvSpPr>
          <p:spPr>
            <a:xfrm>
              <a:off x="-33175250" y="3347650"/>
              <a:ext cx="51200" cy="51350"/>
            </a:xfrm>
            <a:custGeom>
              <a:avLst/>
              <a:gdLst/>
              <a:ahLst/>
              <a:cxnLst/>
              <a:rect l="l" t="t" r="r" b="b"/>
              <a:pathLst>
                <a:path w="2048" h="2054" extrusionOk="0">
                  <a:moveTo>
                    <a:pt x="938" y="0"/>
                  </a:moveTo>
                  <a:cubicBezTo>
                    <a:pt x="417" y="0"/>
                    <a:pt x="0" y="451"/>
                    <a:pt x="0" y="1014"/>
                  </a:cubicBezTo>
                  <a:cubicBezTo>
                    <a:pt x="0" y="1549"/>
                    <a:pt x="473" y="2054"/>
                    <a:pt x="1040" y="2054"/>
                  </a:cubicBezTo>
                  <a:cubicBezTo>
                    <a:pt x="1575" y="2054"/>
                    <a:pt x="2048" y="1581"/>
                    <a:pt x="2048" y="1014"/>
                  </a:cubicBezTo>
                  <a:cubicBezTo>
                    <a:pt x="2048" y="447"/>
                    <a:pt x="1575" y="6"/>
                    <a:pt x="1040" y="6"/>
                  </a:cubicBezTo>
                  <a:cubicBezTo>
                    <a:pt x="1006" y="2"/>
                    <a:pt x="972" y="0"/>
                    <a:pt x="93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89" name="Google Shape;8686;p71"/>
            <p:cNvSpPr/>
            <p:nvPr/>
          </p:nvSpPr>
          <p:spPr>
            <a:xfrm>
              <a:off x="-33224875" y="3404500"/>
              <a:ext cx="159900" cy="114225"/>
            </a:xfrm>
            <a:custGeom>
              <a:avLst/>
              <a:gdLst/>
              <a:ahLst/>
              <a:cxnLst/>
              <a:rect l="l" t="t" r="r" b="b"/>
              <a:pathLst>
                <a:path w="6396" h="4569" extrusionOk="0">
                  <a:moveTo>
                    <a:pt x="1954" y="0"/>
                  </a:moveTo>
                  <a:lnTo>
                    <a:pt x="0" y="2520"/>
                  </a:lnTo>
                  <a:lnTo>
                    <a:pt x="0" y="4222"/>
                  </a:lnTo>
                  <a:cubicBezTo>
                    <a:pt x="0" y="4411"/>
                    <a:pt x="158" y="4568"/>
                    <a:pt x="347" y="4568"/>
                  </a:cubicBezTo>
                  <a:lnTo>
                    <a:pt x="3781" y="4568"/>
                  </a:lnTo>
                  <a:cubicBezTo>
                    <a:pt x="3970" y="4568"/>
                    <a:pt x="4127" y="4411"/>
                    <a:pt x="4127" y="4222"/>
                  </a:cubicBezTo>
                  <a:lnTo>
                    <a:pt x="4127" y="3875"/>
                  </a:lnTo>
                  <a:lnTo>
                    <a:pt x="5136" y="3875"/>
                  </a:lnTo>
                  <a:cubicBezTo>
                    <a:pt x="5577" y="3844"/>
                    <a:pt x="6018" y="3718"/>
                    <a:pt x="6396" y="3434"/>
                  </a:cubicBezTo>
                  <a:cubicBezTo>
                    <a:pt x="5986" y="3277"/>
                    <a:pt x="5608" y="2930"/>
                    <a:pt x="5514" y="2489"/>
                  </a:cubicBezTo>
                  <a:lnTo>
                    <a:pt x="4442" y="2489"/>
                  </a:lnTo>
                  <a:cubicBezTo>
                    <a:pt x="3497" y="2489"/>
                    <a:pt x="2741" y="1733"/>
                    <a:pt x="2741" y="788"/>
                  </a:cubicBezTo>
                  <a:lnTo>
                    <a:pt x="2741" y="410"/>
                  </a:lnTo>
                  <a:cubicBezTo>
                    <a:pt x="2426" y="315"/>
                    <a:pt x="2206" y="189"/>
                    <a:pt x="195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90" name="Google Shape;8687;p71"/>
            <p:cNvSpPr/>
            <p:nvPr/>
          </p:nvSpPr>
          <p:spPr>
            <a:xfrm>
              <a:off x="-33141400" y="3312350"/>
              <a:ext cx="127625" cy="138625"/>
            </a:xfrm>
            <a:custGeom>
              <a:avLst/>
              <a:gdLst/>
              <a:ahLst/>
              <a:cxnLst/>
              <a:rect l="l" t="t" r="r" b="b"/>
              <a:pathLst>
                <a:path w="5105" h="5545" extrusionOk="0">
                  <a:moveTo>
                    <a:pt x="4128" y="0"/>
                  </a:moveTo>
                  <a:lnTo>
                    <a:pt x="694" y="662"/>
                  </a:lnTo>
                  <a:lnTo>
                    <a:pt x="694" y="1040"/>
                  </a:lnTo>
                  <a:cubicBezTo>
                    <a:pt x="1103" y="1355"/>
                    <a:pt x="1387" y="1827"/>
                    <a:pt x="1387" y="2426"/>
                  </a:cubicBezTo>
                  <a:cubicBezTo>
                    <a:pt x="1387" y="3245"/>
                    <a:pt x="788" y="3938"/>
                    <a:pt x="1" y="4127"/>
                  </a:cubicBezTo>
                  <a:lnTo>
                    <a:pt x="1" y="4505"/>
                  </a:lnTo>
                  <a:cubicBezTo>
                    <a:pt x="1" y="5072"/>
                    <a:pt x="473" y="5545"/>
                    <a:pt x="1009" y="5545"/>
                  </a:cubicBezTo>
                  <a:lnTo>
                    <a:pt x="2080" y="5545"/>
                  </a:lnTo>
                  <a:cubicBezTo>
                    <a:pt x="2238" y="4946"/>
                    <a:pt x="2742" y="4505"/>
                    <a:pt x="3372" y="4505"/>
                  </a:cubicBezTo>
                  <a:cubicBezTo>
                    <a:pt x="3624" y="4505"/>
                    <a:pt x="3844" y="4600"/>
                    <a:pt x="4065" y="4726"/>
                  </a:cubicBezTo>
                  <a:lnTo>
                    <a:pt x="4065" y="4127"/>
                  </a:lnTo>
                  <a:lnTo>
                    <a:pt x="4128" y="4127"/>
                  </a:lnTo>
                  <a:cubicBezTo>
                    <a:pt x="4443" y="4064"/>
                    <a:pt x="4758" y="3938"/>
                    <a:pt x="4916" y="3655"/>
                  </a:cubicBezTo>
                  <a:cubicBezTo>
                    <a:pt x="5105" y="3340"/>
                    <a:pt x="5105" y="2993"/>
                    <a:pt x="4947" y="2678"/>
                  </a:cubicBezTo>
                  <a:lnTo>
                    <a:pt x="4128" y="1008"/>
                  </a:lnTo>
                  <a:lnTo>
                    <a:pt x="4128"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91" name="Google Shape;8688;p71"/>
            <p:cNvSpPr/>
            <p:nvPr/>
          </p:nvSpPr>
          <p:spPr>
            <a:xfrm>
              <a:off x="-33122500" y="3226875"/>
              <a:ext cx="122125" cy="83925"/>
            </a:xfrm>
            <a:custGeom>
              <a:avLst/>
              <a:gdLst/>
              <a:ahLst/>
              <a:cxnLst/>
              <a:rect l="l" t="t" r="r" b="b"/>
              <a:pathLst>
                <a:path w="4885" h="3357" extrusionOk="0">
                  <a:moveTo>
                    <a:pt x="3376" y="1"/>
                  </a:moveTo>
                  <a:cubicBezTo>
                    <a:pt x="3025" y="1"/>
                    <a:pt x="2679" y="143"/>
                    <a:pt x="2427" y="426"/>
                  </a:cubicBezTo>
                  <a:lnTo>
                    <a:pt x="2143" y="678"/>
                  </a:lnTo>
                  <a:lnTo>
                    <a:pt x="1" y="678"/>
                  </a:lnTo>
                  <a:lnTo>
                    <a:pt x="1" y="3356"/>
                  </a:lnTo>
                  <a:lnTo>
                    <a:pt x="4191" y="2537"/>
                  </a:lnTo>
                  <a:lnTo>
                    <a:pt x="4349" y="2379"/>
                  </a:lnTo>
                  <a:cubicBezTo>
                    <a:pt x="4884" y="1844"/>
                    <a:pt x="4884" y="962"/>
                    <a:pt x="4349" y="426"/>
                  </a:cubicBezTo>
                  <a:cubicBezTo>
                    <a:pt x="4081" y="143"/>
                    <a:pt x="3726" y="1"/>
                    <a:pt x="337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92" name="Google Shape;8689;p71"/>
            <p:cNvSpPr/>
            <p:nvPr/>
          </p:nvSpPr>
          <p:spPr>
            <a:xfrm>
              <a:off x="-33277650" y="3245400"/>
              <a:ext cx="102400" cy="198500"/>
            </a:xfrm>
            <a:custGeom>
              <a:avLst/>
              <a:gdLst/>
              <a:ahLst/>
              <a:cxnLst/>
              <a:rect l="l" t="t" r="r" b="b"/>
              <a:pathLst>
                <a:path w="4096" h="7940" extrusionOk="0">
                  <a:moveTo>
                    <a:pt x="4096" y="0"/>
                  </a:moveTo>
                  <a:cubicBezTo>
                    <a:pt x="1828" y="95"/>
                    <a:pt x="0" y="1985"/>
                    <a:pt x="0" y="4316"/>
                  </a:cubicBezTo>
                  <a:cubicBezTo>
                    <a:pt x="0" y="5766"/>
                    <a:pt x="757" y="7120"/>
                    <a:pt x="1954" y="7939"/>
                  </a:cubicBezTo>
                  <a:lnTo>
                    <a:pt x="3592" y="5829"/>
                  </a:lnTo>
                  <a:cubicBezTo>
                    <a:pt x="3466" y="5576"/>
                    <a:pt x="3434" y="5356"/>
                    <a:pt x="3434" y="5104"/>
                  </a:cubicBezTo>
                  <a:cubicBezTo>
                    <a:pt x="3434" y="4568"/>
                    <a:pt x="3718" y="4033"/>
                    <a:pt x="4096" y="3718"/>
                  </a:cubicBezTo>
                  <a:lnTo>
                    <a:pt x="409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493" name="Google Shape;8690;p71"/>
          <p:cNvGrpSpPr/>
          <p:nvPr/>
        </p:nvGrpSpPr>
        <p:grpSpPr>
          <a:xfrm>
            <a:off x="10415724" y="2391947"/>
            <a:ext cx="471527" cy="471527"/>
            <a:chOff x="-33286325" y="3586425"/>
            <a:chExt cx="291450" cy="291450"/>
          </a:xfrm>
        </p:grpSpPr>
        <p:sp>
          <p:nvSpPr>
            <p:cNvPr id="494" name="Google Shape;8691;p71"/>
            <p:cNvSpPr/>
            <p:nvPr/>
          </p:nvSpPr>
          <p:spPr>
            <a:xfrm>
              <a:off x="-33114625" y="3586425"/>
              <a:ext cx="119750" cy="120525"/>
            </a:xfrm>
            <a:custGeom>
              <a:avLst/>
              <a:gdLst/>
              <a:ahLst/>
              <a:cxnLst/>
              <a:rect l="l" t="t" r="r" b="b"/>
              <a:pathLst>
                <a:path w="4790" h="4821" extrusionOk="0">
                  <a:moveTo>
                    <a:pt x="2395" y="631"/>
                  </a:moveTo>
                  <a:cubicBezTo>
                    <a:pt x="2584" y="631"/>
                    <a:pt x="2742" y="788"/>
                    <a:pt x="2742" y="1009"/>
                  </a:cubicBezTo>
                  <a:lnTo>
                    <a:pt x="2742" y="2017"/>
                  </a:lnTo>
                  <a:lnTo>
                    <a:pt x="3782" y="2017"/>
                  </a:lnTo>
                  <a:cubicBezTo>
                    <a:pt x="3971" y="2017"/>
                    <a:pt x="4128" y="2175"/>
                    <a:pt x="4128" y="2364"/>
                  </a:cubicBezTo>
                  <a:cubicBezTo>
                    <a:pt x="4128" y="2584"/>
                    <a:pt x="3971" y="2742"/>
                    <a:pt x="3782" y="2742"/>
                  </a:cubicBezTo>
                  <a:lnTo>
                    <a:pt x="2395" y="2742"/>
                  </a:lnTo>
                  <a:cubicBezTo>
                    <a:pt x="2206" y="2742"/>
                    <a:pt x="2049" y="2584"/>
                    <a:pt x="2049" y="2364"/>
                  </a:cubicBezTo>
                  <a:lnTo>
                    <a:pt x="2049" y="1009"/>
                  </a:lnTo>
                  <a:cubicBezTo>
                    <a:pt x="2049" y="788"/>
                    <a:pt x="2206" y="631"/>
                    <a:pt x="2395" y="631"/>
                  </a:cubicBezTo>
                  <a:close/>
                  <a:moveTo>
                    <a:pt x="2395" y="1"/>
                  </a:moveTo>
                  <a:cubicBezTo>
                    <a:pt x="1041" y="1"/>
                    <a:pt x="1" y="1072"/>
                    <a:pt x="1" y="2427"/>
                  </a:cubicBezTo>
                  <a:cubicBezTo>
                    <a:pt x="1" y="3750"/>
                    <a:pt x="1041" y="4821"/>
                    <a:pt x="2395" y="4821"/>
                  </a:cubicBezTo>
                  <a:cubicBezTo>
                    <a:pt x="3719" y="4821"/>
                    <a:pt x="4790" y="3750"/>
                    <a:pt x="4790" y="2427"/>
                  </a:cubicBezTo>
                  <a:cubicBezTo>
                    <a:pt x="4790" y="1072"/>
                    <a:pt x="3719" y="1"/>
                    <a:pt x="239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95" name="Google Shape;8692;p71"/>
            <p:cNvSpPr/>
            <p:nvPr/>
          </p:nvSpPr>
          <p:spPr>
            <a:xfrm>
              <a:off x="-33286325" y="3825875"/>
              <a:ext cx="241050" cy="52000"/>
            </a:xfrm>
            <a:custGeom>
              <a:avLst/>
              <a:gdLst/>
              <a:ahLst/>
              <a:cxnLst/>
              <a:rect l="l" t="t" r="r" b="b"/>
              <a:pathLst>
                <a:path w="9642" h="2080" extrusionOk="0">
                  <a:moveTo>
                    <a:pt x="32" y="0"/>
                  </a:moveTo>
                  <a:lnTo>
                    <a:pt x="32" y="1764"/>
                  </a:lnTo>
                  <a:cubicBezTo>
                    <a:pt x="1" y="1922"/>
                    <a:pt x="158" y="2079"/>
                    <a:pt x="347" y="2079"/>
                  </a:cubicBezTo>
                  <a:lnTo>
                    <a:pt x="9295" y="2079"/>
                  </a:lnTo>
                  <a:cubicBezTo>
                    <a:pt x="9484" y="2079"/>
                    <a:pt x="9641" y="1922"/>
                    <a:pt x="9641" y="1733"/>
                  </a:cubicBezTo>
                  <a:lnTo>
                    <a:pt x="9641" y="1040"/>
                  </a:lnTo>
                  <a:cubicBezTo>
                    <a:pt x="9641" y="473"/>
                    <a:pt x="9169" y="0"/>
                    <a:pt x="863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96" name="Google Shape;8693;p71"/>
            <p:cNvSpPr/>
            <p:nvPr/>
          </p:nvSpPr>
          <p:spPr>
            <a:xfrm>
              <a:off x="-33183925" y="3756550"/>
              <a:ext cx="103200" cy="52025"/>
            </a:xfrm>
            <a:custGeom>
              <a:avLst/>
              <a:gdLst/>
              <a:ahLst/>
              <a:cxnLst/>
              <a:rect l="l" t="t" r="r" b="b"/>
              <a:pathLst>
                <a:path w="4128" h="2081" extrusionOk="0">
                  <a:moveTo>
                    <a:pt x="1040" y="1"/>
                  </a:moveTo>
                  <a:cubicBezTo>
                    <a:pt x="473" y="1"/>
                    <a:pt x="1" y="505"/>
                    <a:pt x="1" y="1040"/>
                  </a:cubicBezTo>
                  <a:lnTo>
                    <a:pt x="1" y="2080"/>
                  </a:lnTo>
                  <a:lnTo>
                    <a:pt x="4128" y="2080"/>
                  </a:lnTo>
                  <a:lnTo>
                    <a:pt x="4128" y="1040"/>
                  </a:lnTo>
                  <a:cubicBezTo>
                    <a:pt x="4128" y="505"/>
                    <a:pt x="3687" y="1"/>
                    <a:pt x="312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97" name="Google Shape;8694;p71"/>
            <p:cNvSpPr/>
            <p:nvPr/>
          </p:nvSpPr>
          <p:spPr>
            <a:xfrm>
              <a:off x="-33252450" y="3636850"/>
              <a:ext cx="68550" cy="69325"/>
            </a:xfrm>
            <a:custGeom>
              <a:avLst/>
              <a:gdLst/>
              <a:ahLst/>
              <a:cxnLst/>
              <a:rect l="l" t="t" r="r" b="b"/>
              <a:pathLst>
                <a:path w="2742" h="2773" extrusionOk="0">
                  <a:moveTo>
                    <a:pt x="1387" y="0"/>
                  </a:moveTo>
                  <a:cubicBezTo>
                    <a:pt x="599" y="0"/>
                    <a:pt x="1" y="630"/>
                    <a:pt x="1" y="1386"/>
                  </a:cubicBezTo>
                  <a:cubicBezTo>
                    <a:pt x="1" y="2142"/>
                    <a:pt x="599" y="2772"/>
                    <a:pt x="1387" y="2772"/>
                  </a:cubicBezTo>
                  <a:cubicBezTo>
                    <a:pt x="2143" y="2772"/>
                    <a:pt x="2742" y="2142"/>
                    <a:pt x="2742" y="1386"/>
                  </a:cubicBezTo>
                  <a:cubicBezTo>
                    <a:pt x="2742" y="630"/>
                    <a:pt x="2143" y="0"/>
                    <a:pt x="138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498" name="Google Shape;8695;p71"/>
            <p:cNvSpPr/>
            <p:nvPr/>
          </p:nvSpPr>
          <p:spPr>
            <a:xfrm>
              <a:off x="-33286325" y="3723050"/>
              <a:ext cx="116600" cy="85525"/>
            </a:xfrm>
            <a:custGeom>
              <a:avLst/>
              <a:gdLst/>
              <a:ahLst/>
              <a:cxnLst/>
              <a:rect l="l" t="t" r="r" b="b"/>
              <a:pathLst>
                <a:path w="4664" h="3421" extrusionOk="0">
                  <a:moveTo>
                    <a:pt x="2788" y="1"/>
                  </a:moveTo>
                  <a:cubicBezTo>
                    <a:pt x="2690" y="1"/>
                    <a:pt x="2591" y="6"/>
                    <a:pt x="2490" y="18"/>
                  </a:cubicBezTo>
                  <a:cubicBezTo>
                    <a:pt x="1072" y="144"/>
                    <a:pt x="1" y="1435"/>
                    <a:pt x="1" y="2853"/>
                  </a:cubicBezTo>
                  <a:lnTo>
                    <a:pt x="1" y="3105"/>
                  </a:lnTo>
                  <a:cubicBezTo>
                    <a:pt x="1" y="3263"/>
                    <a:pt x="158" y="3420"/>
                    <a:pt x="347" y="3420"/>
                  </a:cubicBezTo>
                  <a:lnTo>
                    <a:pt x="3435" y="3420"/>
                  </a:lnTo>
                  <a:lnTo>
                    <a:pt x="3435" y="2380"/>
                  </a:lnTo>
                  <a:cubicBezTo>
                    <a:pt x="3435" y="1624"/>
                    <a:pt x="3939" y="963"/>
                    <a:pt x="4664" y="774"/>
                  </a:cubicBezTo>
                  <a:cubicBezTo>
                    <a:pt x="4164" y="302"/>
                    <a:pt x="3517" y="1"/>
                    <a:pt x="278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499" name="Google Shape;8696;p71"/>
          <p:cNvGrpSpPr/>
          <p:nvPr/>
        </p:nvGrpSpPr>
        <p:grpSpPr>
          <a:xfrm>
            <a:off x="10415724" y="2971123"/>
            <a:ext cx="471527" cy="474076"/>
            <a:chOff x="-33286325" y="3944800"/>
            <a:chExt cx="291450" cy="293025"/>
          </a:xfrm>
        </p:grpSpPr>
        <p:sp>
          <p:nvSpPr>
            <p:cNvPr id="500" name="Google Shape;8697;p71"/>
            <p:cNvSpPr/>
            <p:nvPr/>
          </p:nvSpPr>
          <p:spPr>
            <a:xfrm>
              <a:off x="-33194950" y="3996000"/>
              <a:ext cx="200075" cy="241825"/>
            </a:xfrm>
            <a:custGeom>
              <a:avLst/>
              <a:gdLst/>
              <a:ahLst/>
              <a:cxnLst/>
              <a:rect l="l" t="t" r="r" b="b"/>
              <a:pathLst>
                <a:path w="8003" h="9673" extrusionOk="0">
                  <a:moveTo>
                    <a:pt x="2300" y="0"/>
                  </a:moveTo>
                  <a:cubicBezTo>
                    <a:pt x="2017" y="0"/>
                    <a:pt x="1796" y="252"/>
                    <a:pt x="1796" y="536"/>
                  </a:cubicBezTo>
                  <a:lnTo>
                    <a:pt x="1796" y="2962"/>
                  </a:lnTo>
                  <a:lnTo>
                    <a:pt x="694" y="4064"/>
                  </a:lnTo>
                  <a:cubicBezTo>
                    <a:pt x="95" y="4663"/>
                    <a:pt x="0" y="5640"/>
                    <a:pt x="536" y="6301"/>
                  </a:cubicBezTo>
                  <a:lnTo>
                    <a:pt x="1576" y="7719"/>
                  </a:lnTo>
                  <a:cubicBezTo>
                    <a:pt x="1702" y="7876"/>
                    <a:pt x="1796" y="8128"/>
                    <a:pt x="1796" y="8349"/>
                  </a:cubicBezTo>
                  <a:lnTo>
                    <a:pt x="1796" y="9294"/>
                  </a:lnTo>
                  <a:cubicBezTo>
                    <a:pt x="1796" y="9515"/>
                    <a:pt x="1954" y="9672"/>
                    <a:pt x="2143" y="9672"/>
                  </a:cubicBezTo>
                  <a:lnTo>
                    <a:pt x="6932" y="9672"/>
                  </a:lnTo>
                  <a:cubicBezTo>
                    <a:pt x="7152" y="9672"/>
                    <a:pt x="7310" y="9515"/>
                    <a:pt x="7310" y="9294"/>
                  </a:cubicBezTo>
                  <a:lnTo>
                    <a:pt x="7310" y="8349"/>
                  </a:lnTo>
                  <a:cubicBezTo>
                    <a:pt x="7310" y="8128"/>
                    <a:pt x="7373" y="7939"/>
                    <a:pt x="7530" y="7782"/>
                  </a:cubicBezTo>
                  <a:cubicBezTo>
                    <a:pt x="7814" y="7498"/>
                    <a:pt x="7971" y="7089"/>
                    <a:pt x="7971" y="6711"/>
                  </a:cubicBezTo>
                  <a:lnTo>
                    <a:pt x="7971" y="3938"/>
                  </a:lnTo>
                  <a:cubicBezTo>
                    <a:pt x="8003" y="3686"/>
                    <a:pt x="7782" y="3434"/>
                    <a:pt x="7499" y="3434"/>
                  </a:cubicBezTo>
                  <a:cubicBezTo>
                    <a:pt x="7215" y="3434"/>
                    <a:pt x="6995" y="3686"/>
                    <a:pt x="6995" y="3938"/>
                  </a:cubicBezTo>
                  <a:lnTo>
                    <a:pt x="6995" y="4474"/>
                  </a:lnTo>
                  <a:cubicBezTo>
                    <a:pt x="6995" y="4663"/>
                    <a:pt x="6837" y="4820"/>
                    <a:pt x="6617" y="4820"/>
                  </a:cubicBezTo>
                  <a:cubicBezTo>
                    <a:pt x="6427" y="4820"/>
                    <a:pt x="6270" y="4663"/>
                    <a:pt x="6270" y="4474"/>
                  </a:cubicBezTo>
                  <a:lnTo>
                    <a:pt x="6270" y="3277"/>
                  </a:lnTo>
                  <a:cubicBezTo>
                    <a:pt x="6270" y="2993"/>
                    <a:pt x="6049" y="2773"/>
                    <a:pt x="5766" y="2773"/>
                  </a:cubicBezTo>
                  <a:cubicBezTo>
                    <a:pt x="5482" y="2773"/>
                    <a:pt x="5262" y="2993"/>
                    <a:pt x="5262" y="3277"/>
                  </a:cubicBezTo>
                  <a:lnTo>
                    <a:pt x="5262" y="4474"/>
                  </a:lnTo>
                  <a:cubicBezTo>
                    <a:pt x="5262" y="4663"/>
                    <a:pt x="5104" y="4820"/>
                    <a:pt x="4884" y="4820"/>
                  </a:cubicBezTo>
                  <a:cubicBezTo>
                    <a:pt x="4695" y="4820"/>
                    <a:pt x="4537" y="4663"/>
                    <a:pt x="4537" y="4474"/>
                  </a:cubicBezTo>
                  <a:lnTo>
                    <a:pt x="4537" y="1890"/>
                  </a:lnTo>
                  <a:cubicBezTo>
                    <a:pt x="4537" y="1638"/>
                    <a:pt x="4317" y="1386"/>
                    <a:pt x="4033" y="1386"/>
                  </a:cubicBezTo>
                  <a:cubicBezTo>
                    <a:pt x="3750" y="1386"/>
                    <a:pt x="3529" y="1638"/>
                    <a:pt x="3529" y="1890"/>
                  </a:cubicBezTo>
                  <a:lnTo>
                    <a:pt x="3529" y="4474"/>
                  </a:lnTo>
                  <a:cubicBezTo>
                    <a:pt x="3529" y="4663"/>
                    <a:pt x="3371" y="4820"/>
                    <a:pt x="3151" y="4820"/>
                  </a:cubicBezTo>
                  <a:cubicBezTo>
                    <a:pt x="2962" y="4820"/>
                    <a:pt x="2804" y="4663"/>
                    <a:pt x="2804" y="4474"/>
                  </a:cubicBezTo>
                  <a:lnTo>
                    <a:pt x="2804" y="4159"/>
                  </a:lnTo>
                  <a:lnTo>
                    <a:pt x="2804" y="536"/>
                  </a:lnTo>
                  <a:cubicBezTo>
                    <a:pt x="2804" y="252"/>
                    <a:pt x="2584" y="0"/>
                    <a:pt x="230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01" name="Google Shape;8698;p71"/>
            <p:cNvSpPr/>
            <p:nvPr/>
          </p:nvSpPr>
          <p:spPr>
            <a:xfrm>
              <a:off x="-33027975" y="3962900"/>
              <a:ext cx="33100" cy="105575"/>
            </a:xfrm>
            <a:custGeom>
              <a:avLst/>
              <a:gdLst/>
              <a:ahLst/>
              <a:cxnLst/>
              <a:rect l="l" t="t" r="r" b="b"/>
              <a:pathLst>
                <a:path w="1324" h="4223" extrusionOk="0">
                  <a:moveTo>
                    <a:pt x="1" y="1"/>
                  </a:moveTo>
                  <a:lnTo>
                    <a:pt x="1" y="3782"/>
                  </a:lnTo>
                  <a:cubicBezTo>
                    <a:pt x="95" y="3908"/>
                    <a:pt x="221" y="4065"/>
                    <a:pt x="253" y="4223"/>
                  </a:cubicBezTo>
                  <a:cubicBezTo>
                    <a:pt x="410" y="4128"/>
                    <a:pt x="631" y="4065"/>
                    <a:pt x="820" y="4065"/>
                  </a:cubicBezTo>
                  <a:cubicBezTo>
                    <a:pt x="1009" y="4065"/>
                    <a:pt x="1166" y="4097"/>
                    <a:pt x="1324" y="4160"/>
                  </a:cubicBezTo>
                  <a:lnTo>
                    <a:pt x="1324" y="285"/>
                  </a:lnTo>
                  <a:cubicBezTo>
                    <a:pt x="1324" y="127"/>
                    <a:pt x="1166" y="1"/>
                    <a:pt x="100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02" name="Google Shape;8699;p71"/>
            <p:cNvSpPr/>
            <p:nvPr/>
          </p:nvSpPr>
          <p:spPr>
            <a:xfrm>
              <a:off x="-33286325" y="3962125"/>
              <a:ext cx="96125" cy="205600"/>
            </a:xfrm>
            <a:custGeom>
              <a:avLst/>
              <a:gdLst/>
              <a:ahLst/>
              <a:cxnLst/>
              <a:rect l="l" t="t" r="r" b="b"/>
              <a:pathLst>
                <a:path w="3845" h="8224" extrusionOk="0">
                  <a:moveTo>
                    <a:pt x="379" y="0"/>
                  </a:moveTo>
                  <a:cubicBezTo>
                    <a:pt x="158" y="0"/>
                    <a:pt x="1" y="127"/>
                    <a:pt x="1" y="347"/>
                  </a:cubicBezTo>
                  <a:lnTo>
                    <a:pt x="1" y="7877"/>
                  </a:lnTo>
                  <a:cubicBezTo>
                    <a:pt x="1" y="8066"/>
                    <a:pt x="158" y="8223"/>
                    <a:pt x="347" y="8223"/>
                  </a:cubicBezTo>
                  <a:lnTo>
                    <a:pt x="3844" y="8223"/>
                  </a:lnTo>
                  <a:lnTo>
                    <a:pt x="3718" y="8066"/>
                  </a:lnTo>
                  <a:cubicBezTo>
                    <a:pt x="3435" y="7719"/>
                    <a:pt x="3277" y="7278"/>
                    <a:pt x="3246" y="6837"/>
                  </a:cubicBezTo>
                  <a:lnTo>
                    <a:pt x="2458" y="6837"/>
                  </a:lnTo>
                  <a:cubicBezTo>
                    <a:pt x="1891" y="6837"/>
                    <a:pt x="1419" y="6364"/>
                    <a:pt x="1419" y="5829"/>
                  </a:cubicBezTo>
                  <a:lnTo>
                    <a:pt x="141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03" name="Google Shape;8700;p71"/>
            <p:cNvSpPr/>
            <p:nvPr/>
          </p:nvSpPr>
          <p:spPr>
            <a:xfrm>
              <a:off x="-33235125" y="3944800"/>
              <a:ext cx="189050" cy="171725"/>
            </a:xfrm>
            <a:custGeom>
              <a:avLst/>
              <a:gdLst/>
              <a:ahLst/>
              <a:cxnLst/>
              <a:rect l="l" t="t" r="r" b="b"/>
              <a:pathLst>
                <a:path w="7562" h="6869" extrusionOk="0">
                  <a:moveTo>
                    <a:pt x="379" y="0"/>
                  </a:moveTo>
                  <a:cubicBezTo>
                    <a:pt x="158" y="0"/>
                    <a:pt x="1" y="158"/>
                    <a:pt x="1" y="347"/>
                  </a:cubicBezTo>
                  <a:lnTo>
                    <a:pt x="1" y="6522"/>
                  </a:lnTo>
                  <a:cubicBezTo>
                    <a:pt x="1" y="6711"/>
                    <a:pt x="158" y="6868"/>
                    <a:pt x="379" y="6868"/>
                  </a:cubicBezTo>
                  <a:lnTo>
                    <a:pt x="1198" y="6868"/>
                  </a:lnTo>
                  <a:cubicBezTo>
                    <a:pt x="1261" y="6427"/>
                    <a:pt x="1513" y="5986"/>
                    <a:pt x="1828" y="5640"/>
                  </a:cubicBezTo>
                  <a:lnTo>
                    <a:pt x="2742" y="4726"/>
                  </a:lnTo>
                  <a:lnTo>
                    <a:pt x="2742" y="2584"/>
                  </a:lnTo>
                  <a:cubicBezTo>
                    <a:pt x="2742" y="1891"/>
                    <a:pt x="3277" y="1387"/>
                    <a:pt x="3907" y="1387"/>
                  </a:cubicBezTo>
                  <a:cubicBezTo>
                    <a:pt x="4537" y="1387"/>
                    <a:pt x="5105" y="1922"/>
                    <a:pt x="5105" y="2584"/>
                  </a:cubicBezTo>
                  <a:lnTo>
                    <a:pt x="5105" y="2836"/>
                  </a:lnTo>
                  <a:cubicBezTo>
                    <a:pt x="5262" y="2773"/>
                    <a:pt x="5420" y="2710"/>
                    <a:pt x="5609" y="2710"/>
                  </a:cubicBezTo>
                  <a:cubicBezTo>
                    <a:pt x="6270" y="2710"/>
                    <a:pt x="6774" y="3277"/>
                    <a:pt x="6774" y="3907"/>
                  </a:cubicBezTo>
                  <a:lnTo>
                    <a:pt x="6774" y="4191"/>
                  </a:lnTo>
                  <a:cubicBezTo>
                    <a:pt x="7058" y="4159"/>
                    <a:pt x="7215" y="4096"/>
                    <a:pt x="7404" y="4096"/>
                  </a:cubicBezTo>
                  <a:cubicBezTo>
                    <a:pt x="7499" y="4096"/>
                    <a:pt x="7530" y="4096"/>
                    <a:pt x="7562" y="4159"/>
                  </a:cubicBezTo>
                  <a:lnTo>
                    <a:pt x="7562" y="347"/>
                  </a:lnTo>
                  <a:cubicBezTo>
                    <a:pt x="7562" y="158"/>
                    <a:pt x="7404" y="0"/>
                    <a:pt x="7215" y="0"/>
                  </a:cubicBezTo>
                  <a:lnTo>
                    <a:pt x="5168" y="0"/>
                  </a:lnTo>
                  <a:cubicBezTo>
                    <a:pt x="4600" y="0"/>
                    <a:pt x="4096" y="284"/>
                    <a:pt x="3781" y="725"/>
                  </a:cubicBezTo>
                  <a:cubicBezTo>
                    <a:pt x="3466" y="284"/>
                    <a:pt x="2994" y="0"/>
                    <a:pt x="239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504" name="Google Shape;8701;p71"/>
          <p:cNvGrpSpPr/>
          <p:nvPr/>
        </p:nvGrpSpPr>
        <p:grpSpPr>
          <a:xfrm>
            <a:off x="8626920" y="3602004"/>
            <a:ext cx="471527" cy="475369"/>
            <a:chOff x="-31452725" y="3191825"/>
            <a:chExt cx="291450" cy="293825"/>
          </a:xfrm>
        </p:grpSpPr>
        <p:sp>
          <p:nvSpPr>
            <p:cNvPr id="505" name="Google Shape;8702;p71"/>
            <p:cNvSpPr/>
            <p:nvPr/>
          </p:nvSpPr>
          <p:spPr>
            <a:xfrm>
              <a:off x="-31314900" y="3278475"/>
              <a:ext cx="103200" cy="18125"/>
            </a:xfrm>
            <a:custGeom>
              <a:avLst/>
              <a:gdLst/>
              <a:ahLst/>
              <a:cxnLst/>
              <a:rect l="l" t="t" r="r" b="b"/>
              <a:pathLst>
                <a:path w="4128" h="725" extrusionOk="0">
                  <a:moveTo>
                    <a:pt x="1" y="0"/>
                  </a:moveTo>
                  <a:lnTo>
                    <a:pt x="1" y="725"/>
                  </a:lnTo>
                  <a:lnTo>
                    <a:pt x="4128" y="725"/>
                  </a:lnTo>
                  <a:lnTo>
                    <a:pt x="4128"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06" name="Google Shape;8703;p71"/>
            <p:cNvSpPr/>
            <p:nvPr/>
          </p:nvSpPr>
          <p:spPr>
            <a:xfrm>
              <a:off x="-31367675" y="3227275"/>
              <a:ext cx="206400" cy="221350"/>
            </a:xfrm>
            <a:custGeom>
              <a:avLst/>
              <a:gdLst/>
              <a:ahLst/>
              <a:cxnLst/>
              <a:rect l="l" t="t" r="r" b="b"/>
              <a:pathLst>
                <a:path w="8256" h="8854" extrusionOk="0">
                  <a:moveTo>
                    <a:pt x="6554" y="1387"/>
                  </a:moveTo>
                  <a:cubicBezTo>
                    <a:pt x="6743" y="1387"/>
                    <a:pt x="6901" y="1544"/>
                    <a:pt x="6901" y="1733"/>
                  </a:cubicBezTo>
                  <a:lnTo>
                    <a:pt x="6901" y="3119"/>
                  </a:lnTo>
                  <a:cubicBezTo>
                    <a:pt x="6901" y="3309"/>
                    <a:pt x="6743" y="3466"/>
                    <a:pt x="6554" y="3466"/>
                  </a:cubicBezTo>
                  <a:lnTo>
                    <a:pt x="1734" y="3466"/>
                  </a:lnTo>
                  <a:cubicBezTo>
                    <a:pt x="1545" y="3466"/>
                    <a:pt x="1387" y="3309"/>
                    <a:pt x="1387" y="3119"/>
                  </a:cubicBezTo>
                  <a:lnTo>
                    <a:pt x="1387" y="1733"/>
                  </a:lnTo>
                  <a:cubicBezTo>
                    <a:pt x="1387" y="1544"/>
                    <a:pt x="1545" y="1387"/>
                    <a:pt x="1734" y="1387"/>
                  </a:cubicBezTo>
                  <a:close/>
                  <a:moveTo>
                    <a:pt x="2427" y="4096"/>
                  </a:moveTo>
                  <a:cubicBezTo>
                    <a:pt x="2616" y="4096"/>
                    <a:pt x="2773" y="4254"/>
                    <a:pt x="2773" y="4443"/>
                  </a:cubicBezTo>
                  <a:cubicBezTo>
                    <a:pt x="2773" y="4663"/>
                    <a:pt x="2616" y="4821"/>
                    <a:pt x="2427" y="4821"/>
                  </a:cubicBezTo>
                  <a:lnTo>
                    <a:pt x="1734" y="4821"/>
                  </a:lnTo>
                  <a:cubicBezTo>
                    <a:pt x="1545" y="4821"/>
                    <a:pt x="1387" y="4663"/>
                    <a:pt x="1387" y="4443"/>
                  </a:cubicBezTo>
                  <a:cubicBezTo>
                    <a:pt x="1387" y="4254"/>
                    <a:pt x="1545" y="4096"/>
                    <a:pt x="1734" y="4096"/>
                  </a:cubicBezTo>
                  <a:close/>
                  <a:moveTo>
                    <a:pt x="4475" y="4096"/>
                  </a:moveTo>
                  <a:cubicBezTo>
                    <a:pt x="4664" y="4096"/>
                    <a:pt x="4821" y="4254"/>
                    <a:pt x="4821" y="4443"/>
                  </a:cubicBezTo>
                  <a:cubicBezTo>
                    <a:pt x="4821" y="4663"/>
                    <a:pt x="4664" y="4821"/>
                    <a:pt x="4475" y="4821"/>
                  </a:cubicBezTo>
                  <a:lnTo>
                    <a:pt x="3782" y="4821"/>
                  </a:lnTo>
                  <a:cubicBezTo>
                    <a:pt x="3593" y="4821"/>
                    <a:pt x="3435" y="4663"/>
                    <a:pt x="3435" y="4443"/>
                  </a:cubicBezTo>
                  <a:cubicBezTo>
                    <a:pt x="3435" y="4254"/>
                    <a:pt x="3593" y="4096"/>
                    <a:pt x="3782" y="4096"/>
                  </a:cubicBezTo>
                  <a:close/>
                  <a:moveTo>
                    <a:pt x="6554" y="4096"/>
                  </a:moveTo>
                  <a:cubicBezTo>
                    <a:pt x="6743" y="4096"/>
                    <a:pt x="6901" y="4254"/>
                    <a:pt x="6901" y="4443"/>
                  </a:cubicBezTo>
                  <a:cubicBezTo>
                    <a:pt x="6901" y="4663"/>
                    <a:pt x="6743" y="4821"/>
                    <a:pt x="6554" y="4821"/>
                  </a:cubicBezTo>
                  <a:lnTo>
                    <a:pt x="5892" y="4821"/>
                  </a:lnTo>
                  <a:cubicBezTo>
                    <a:pt x="5672" y="4821"/>
                    <a:pt x="5514" y="4663"/>
                    <a:pt x="5514" y="4443"/>
                  </a:cubicBezTo>
                  <a:cubicBezTo>
                    <a:pt x="5514" y="4254"/>
                    <a:pt x="5672" y="4096"/>
                    <a:pt x="5892" y="4096"/>
                  </a:cubicBezTo>
                  <a:close/>
                  <a:moveTo>
                    <a:pt x="2427" y="5482"/>
                  </a:moveTo>
                  <a:cubicBezTo>
                    <a:pt x="2616" y="5482"/>
                    <a:pt x="2773" y="5640"/>
                    <a:pt x="2773" y="5829"/>
                  </a:cubicBezTo>
                  <a:cubicBezTo>
                    <a:pt x="2773" y="6018"/>
                    <a:pt x="2616" y="6175"/>
                    <a:pt x="2427" y="6175"/>
                  </a:cubicBezTo>
                  <a:lnTo>
                    <a:pt x="1734" y="6175"/>
                  </a:lnTo>
                  <a:cubicBezTo>
                    <a:pt x="1545" y="6175"/>
                    <a:pt x="1387" y="6018"/>
                    <a:pt x="1387" y="5829"/>
                  </a:cubicBezTo>
                  <a:cubicBezTo>
                    <a:pt x="1387" y="5640"/>
                    <a:pt x="1545" y="5482"/>
                    <a:pt x="1734" y="5482"/>
                  </a:cubicBezTo>
                  <a:close/>
                  <a:moveTo>
                    <a:pt x="4475" y="5482"/>
                  </a:moveTo>
                  <a:cubicBezTo>
                    <a:pt x="4664" y="5482"/>
                    <a:pt x="4821" y="5640"/>
                    <a:pt x="4821" y="5829"/>
                  </a:cubicBezTo>
                  <a:cubicBezTo>
                    <a:pt x="4821" y="6018"/>
                    <a:pt x="4664" y="6175"/>
                    <a:pt x="4475" y="6175"/>
                  </a:cubicBezTo>
                  <a:lnTo>
                    <a:pt x="3782" y="6175"/>
                  </a:lnTo>
                  <a:cubicBezTo>
                    <a:pt x="3593" y="6175"/>
                    <a:pt x="3435" y="6018"/>
                    <a:pt x="3435" y="5829"/>
                  </a:cubicBezTo>
                  <a:cubicBezTo>
                    <a:pt x="3435" y="5640"/>
                    <a:pt x="3593" y="5482"/>
                    <a:pt x="3782" y="5482"/>
                  </a:cubicBezTo>
                  <a:close/>
                  <a:moveTo>
                    <a:pt x="6554" y="5482"/>
                  </a:moveTo>
                  <a:cubicBezTo>
                    <a:pt x="6743" y="5482"/>
                    <a:pt x="6901" y="5640"/>
                    <a:pt x="6901" y="5829"/>
                  </a:cubicBezTo>
                  <a:cubicBezTo>
                    <a:pt x="6901" y="6018"/>
                    <a:pt x="6743" y="6175"/>
                    <a:pt x="6554" y="6175"/>
                  </a:cubicBezTo>
                  <a:lnTo>
                    <a:pt x="5892" y="6175"/>
                  </a:lnTo>
                  <a:cubicBezTo>
                    <a:pt x="5672" y="6175"/>
                    <a:pt x="5514" y="6018"/>
                    <a:pt x="5514" y="5829"/>
                  </a:cubicBezTo>
                  <a:cubicBezTo>
                    <a:pt x="5514" y="5640"/>
                    <a:pt x="5672" y="5482"/>
                    <a:pt x="5892" y="5482"/>
                  </a:cubicBezTo>
                  <a:close/>
                  <a:moveTo>
                    <a:pt x="2427" y="6869"/>
                  </a:moveTo>
                  <a:cubicBezTo>
                    <a:pt x="2616" y="6869"/>
                    <a:pt x="2773" y="7026"/>
                    <a:pt x="2773" y="7215"/>
                  </a:cubicBezTo>
                  <a:cubicBezTo>
                    <a:pt x="2773" y="7404"/>
                    <a:pt x="2616" y="7562"/>
                    <a:pt x="2427" y="7562"/>
                  </a:cubicBezTo>
                  <a:lnTo>
                    <a:pt x="1734" y="7562"/>
                  </a:lnTo>
                  <a:cubicBezTo>
                    <a:pt x="1545" y="7562"/>
                    <a:pt x="1387" y="7404"/>
                    <a:pt x="1387" y="7215"/>
                  </a:cubicBezTo>
                  <a:cubicBezTo>
                    <a:pt x="1387" y="7026"/>
                    <a:pt x="1545" y="6869"/>
                    <a:pt x="1734" y="6869"/>
                  </a:cubicBezTo>
                  <a:close/>
                  <a:moveTo>
                    <a:pt x="4475" y="6869"/>
                  </a:moveTo>
                  <a:cubicBezTo>
                    <a:pt x="4664" y="6869"/>
                    <a:pt x="4821" y="7026"/>
                    <a:pt x="4821" y="7215"/>
                  </a:cubicBezTo>
                  <a:cubicBezTo>
                    <a:pt x="4821" y="7404"/>
                    <a:pt x="4664" y="7562"/>
                    <a:pt x="4475" y="7562"/>
                  </a:cubicBezTo>
                  <a:lnTo>
                    <a:pt x="3782" y="7562"/>
                  </a:lnTo>
                  <a:cubicBezTo>
                    <a:pt x="3593" y="7562"/>
                    <a:pt x="3435" y="7404"/>
                    <a:pt x="3435" y="7215"/>
                  </a:cubicBezTo>
                  <a:cubicBezTo>
                    <a:pt x="3435" y="7026"/>
                    <a:pt x="3593" y="6869"/>
                    <a:pt x="3782" y="6869"/>
                  </a:cubicBezTo>
                  <a:close/>
                  <a:moveTo>
                    <a:pt x="6554" y="6869"/>
                  </a:moveTo>
                  <a:cubicBezTo>
                    <a:pt x="6743" y="6869"/>
                    <a:pt x="6901" y="7026"/>
                    <a:pt x="6901" y="7215"/>
                  </a:cubicBezTo>
                  <a:cubicBezTo>
                    <a:pt x="6901" y="7404"/>
                    <a:pt x="6743" y="7562"/>
                    <a:pt x="6554" y="7562"/>
                  </a:cubicBezTo>
                  <a:lnTo>
                    <a:pt x="5892" y="7562"/>
                  </a:lnTo>
                  <a:cubicBezTo>
                    <a:pt x="5672" y="7562"/>
                    <a:pt x="5514" y="7404"/>
                    <a:pt x="5514" y="7215"/>
                  </a:cubicBezTo>
                  <a:cubicBezTo>
                    <a:pt x="5514" y="7026"/>
                    <a:pt x="5672" y="6869"/>
                    <a:pt x="5892" y="6869"/>
                  </a:cubicBezTo>
                  <a:close/>
                  <a:moveTo>
                    <a:pt x="694" y="1"/>
                  </a:moveTo>
                  <a:lnTo>
                    <a:pt x="694" y="95"/>
                  </a:lnTo>
                  <a:cubicBezTo>
                    <a:pt x="694" y="631"/>
                    <a:pt x="442" y="1198"/>
                    <a:pt x="64" y="1576"/>
                  </a:cubicBezTo>
                  <a:lnTo>
                    <a:pt x="1" y="1607"/>
                  </a:lnTo>
                  <a:lnTo>
                    <a:pt x="1" y="5860"/>
                  </a:lnTo>
                  <a:lnTo>
                    <a:pt x="64" y="5923"/>
                  </a:lnTo>
                  <a:cubicBezTo>
                    <a:pt x="442" y="6301"/>
                    <a:pt x="694" y="6869"/>
                    <a:pt x="694" y="7404"/>
                  </a:cubicBezTo>
                  <a:cubicBezTo>
                    <a:pt x="694" y="7971"/>
                    <a:pt x="442" y="8475"/>
                    <a:pt x="95" y="8853"/>
                  </a:cubicBezTo>
                  <a:lnTo>
                    <a:pt x="7184" y="8853"/>
                  </a:lnTo>
                  <a:cubicBezTo>
                    <a:pt x="7720" y="8853"/>
                    <a:pt x="8192" y="8381"/>
                    <a:pt x="8192" y="7845"/>
                  </a:cubicBezTo>
                  <a:lnTo>
                    <a:pt x="8192" y="946"/>
                  </a:lnTo>
                  <a:cubicBezTo>
                    <a:pt x="8255" y="473"/>
                    <a:pt x="7814" y="1"/>
                    <a:pt x="721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07" name="Google Shape;8704;p71"/>
            <p:cNvSpPr/>
            <p:nvPr/>
          </p:nvSpPr>
          <p:spPr>
            <a:xfrm>
              <a:off x="-31452725" y="3191825"/>
              <a:ext cx="86650" cy="259150"/>
            </a:xfrm>
            <a:custGeom>
              <a:avLst/>
              <a:gdLst/>
              <a:ahLst/>
              <a:cxnLst/>
              <a:rect l="l" t="t" r="r" b="b"/>
              <a:pathLst>
                <a:path w="3466" h="10366" extrusionOk="0">
                  <a:moveTo>
                    <a:pt x="1450" y="1"/>
                  </a:moveTo>
                  <a:cubicBezTo>
                    <a:pt x="662" y="1"/>
                    <a:pt x="0" y="662"/>
                    <a:pt x="0" y="1450"/>
                  </a:cubicBezTo>
                  <a:cubicBezTo>
                    <a:pt x="0" y="1860"/>
                    <a:pt x="158" y="2206"/>
                    <a:pt x="410" y="2490"/>
                  </a:cubicBezTo>
                  <a:lnTo>
                    <a:pt x="694" y="2773"/>
                  </a:lnTo>
                  <a:lnTo>
                    <a:pt x="694" y="7593"/>
                  </a:lnTo>
                  <a:lnTo>
                    <a:pt x="410" y="7877"/>
                  </a:lnTo>
                  <a:cubicBezTo>
                    <a:pt x="158" y="8161"/>
                    <a:pt x="0" y="8507"/>
                    <a:pt x="0" y="8917"/>
                  </a:cubicBezTo>
                  <a:cubicBezTo>
                    <a:pt x="0" y="9704"/>
                    <a:pt x="662" y="10366"/>
                    <a:pt x="1450" y="10366"/>
                  </a:cubicBezTo>
                  <a:lnTo>
                    <a:pt x="1985" y="10366"/>
                  </a:lnTo>
                  <a:cubicBezTo>
                    <a:pt x="2773" y="10366"/>
                    <a:pt x="3466" y="9704"/>
                    <a:pt x="3466" y="8917"/>
                  </a:cubicBezTo>
                  <a:cubicBezTo>
                    <a:pt x="3466" y="8507"/>
                    <a:pt x="3308" y="8161"/>
                    <a:pt x="3025" y="7877"/>
                  </a:cubicBezTo>
                  <a:lnTo>
                    <a:pt x="2741" y="7593"/>
                  </a:lnTo>
                  <a:lnTo>
                    <a:pt x="2741" y="2773"/>
                  </a:lnTo>
                  <a:lnTo>
                    <a:pt x="3025" y="2490"/>
                  </a:lnTo>
                  <a:cubicBezTo>
                    <a:pt x="3308" y="2206"/>
                    <a:pt x="3466" y="1860"/>
                    <a:pt x="3466" y="1450"/>
                  </a:cubicBezTo>
                  <a:cubicBezTo>
                    <a:pt x="3466" y="662"/>
                    <a:pt x="2773" y="1"/>
                    <a:pt x="198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08" name="Google Shape;8705;p71"/>
            <p:cNvSpPr/>
            <p:nvPr/>
          </p:nvSpPr>
          <p:spPr>
            <a:xfrm>
              <a:off x="-31409400" y="3468275"/>
              <a:ext cx="92950" cy="17375"/>
            </a:xfrm>
            <a:custGeom>
              <a:avLst/>
              <a:gdLst/>
              <a:ahLst/>
              <a:cxnLst/>
              <a:rect l="l" t="t" r="r" b="b"/>
              <a:pathLst>
                <a:path w="3718" h="695" extrusionOk="0">
                  <a:moveTo>
                    <a:pt x="0" y="1"/>
                  </a:moveTo>
                  <a:cubicBezTo>
                    <a:pt x="0" y="379"/>
                    <a:pt x="315" y="694"/>
                    <a:pt x="662" y="694"/>
                  </a:cubicBezTo>
                  <a:lnTo>
                    <a:pt x="3056" y="694"/>
                  </a:lnTo>
                  <a:cubicBezTo>
                    <a:pt x="3466" y="694"/>
                    <a:pt x="3718" y="379"/>
                    <a:pt x="371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509" name="Google Shape;8706;p71"/>
          <p:cNvGrpSpPr/>
          <p:nvPr/>
        </p:nvGrpSpPr>
        <p:grpSpPr>
          <a:xfrm>
            <a:off x="8626293" y="4230823"/>
            <a:ext cx="472781" cy="472781"/>
            <a:chOff x="-31452725" y="3551775"/>
            <a:chExt cx="292225" cy="292225"/>
          </a:xfrm>
        </p:grpSpPr>
        <p:sp>
          <p:nvSpPr>
            <p:cNvPr id="510" name="Google Shape;8707;p71"/>
            <p:cNvSpPr/>
            <p:nvPr/>
          </p:nvSpPr>
          <p:spPr>
            <a:xfrm>
              <a:off x="-31452725" y="3756550"/>
              <a:ext cx="155175" cy="34675"/>
            </a:xfrm>
            <a:custGeom>
              <a:avLst/>
              <a:gdLst/>
              <a:ahLst/>
              <a:cxnLst/>
              <a:rect l="l" t="t" r="r" b="b"/>
              <a:pathLst>
                <a:path w="6207" h="1387" extrusionOk="0">
                  <a:moveTo>
                    <a:pt x="32" y="1"/>
                  </a:moveTo>
                  <a:lnTo>
                    <a:pt x="32" y="1040"/>
                  </a:lnTo>
                  <a:cubicBezTo>
                    <a:pt x="0" y="1292"/>
                    <a:pt x="158" y="1387"/>
                    <a:pt x="347" y="1387"/>
                  </a:cubicBezTo>
                  <a:lnTo>
                    <a:pt x="6207" y="1387"/>
                  </a:lnTo>
                  <a:lnTo>
                    <a:pt x="620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11" name="Google Shape;8708;p71"/>
            <p:cNvSpPr/>
            <p:nvPr/>
          </p:nvSpPr>
          <p:spPr>
            <a:xfrm>
              <a:off x="-31452725" y="3551775"/>
              <a:ext cx="183525" cy="188275"/>
            </a:xfrm>
            <a:custGeom>
              <a:avLst/>
              <a:gdLst/>
              <a:ahLst/>
              <a:cxnLst/>
              <a:rect l="l" t="t" r="r" b="b"/>
              <a:pathLst>
                <a:path w="7341" h="7531" extrusionOk="0">
                  <a:moveTo>
                    <a:pt x="4474" y="0"/>
                  </a:moveTo>
                  <a:cubicBezTo>
                    <a:pt x="3939" y="0"/>
                    <a:pt x="3466" y="473"/>
                    <a:pt x="3466" y="1040"/>
                  </a:cubicBezTo>
                  <a:cubicBezTo>
                    <a:pt x="3466" y="1576"/>
                    <a:pt x="3939" y="2080"/>
                    <a:pt x="4474" y="2080"/>
                  </a:cubicBezTo>
                  <a:cubicBezTo>
                    <a:pt x="4600" y="2080"/>
                    <a:pt x="4726" y="2017"/>
                    <a:pt x="4852" y="1985"/>
                  </a:cubicBezTo>
                  <a:lnTo>
                    <a:pt x="4852" y="2773"/>
                  </a:lnTo>
                  <a:lnTo>
                    <a:pt x="2741" y="2773"/>
                  </a:lnTo>
                  <a:cubicBezTo>
                    <a:pt x="1261" y="2773"/>
                    <a:pt x="0" y="4002"/>
                    <a:pt x="0" y="5482"/>
                  </a:cubicBezTo>
                  <a:lnTo>
                    <a:pt x="0" y="7530"/>
                  </a:lnTo>
                  <a:lnTo>
                    <a:pt x="6175" y="7530"/>
                  </a:lnTo>
                  <a:lnTo>
                    <a:pt x="6175" y="5167"/>
                  </a:lnTo>
                  <a:cubicBezTo>
                    <a:pt x="6175" y="4191"/>
                    <a:pt x="6648" y="3372"/>
                    <a:pt x="7341" y="2773"/>
                  </a:cubicBezTo>
                  <a:lnTo>
                    <a:pt x="5514" y="2773"/>
                  </a:lnTo>
                  <a:lnTo>
                    <a:pt x="5514" y="1040"/>
                  </a:lnTo>
                  <a:cubicBezTo>
                    <a:pt x="5514" y="505"/>
                    <a:pt x="5041" y="0"/>
                    <a:pt x="447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12" name="Google Shape;8709;p71"/>
            <p:cNvSpPr/>
            <p:nvPr/>
          </p:nvSpPr>
          <p:spPr>
            <a:xfrm>
              <a:off x="-31366100" y="3808550"/>
              <a:ext cx="52025" cy="35450"/>
            </a:xfrm>
            <a:custGeom>
              <a:avLst/>
              <a:gdLst/>
              <a:ahLst/>
              <a:cxnLst/>
              <a:rect l="l" t="t" r="r" b="b"/>
              <a:pathLst>
                <a:path w="2081" h="1418" extrusionOk="0">
                  <a:moveTo>
                    <a:pt x="32" y="0"/>
                  </a:moveTo>
                  <a:lnTo>
                    <a:pt x="32" y="1040"/>
                  </a:lnTo>
                  <a:lnTo>
                    <a:pt x="1" y="1040"/>
                  </a:lnTo>
                  <a:cubicBezTo>
                    <a:pt x="1" y="1260"/>
                    <a:pt x="159" y="1418"/>
                    <a:pt x="348" y="1418"/>
                  </a:cubicBezTo>
                  <a:lnTo>
                    <a:pt x="1734" y="1418"/>
                  </a:lnTo>
                  <a:cubicBezTo>
                    <a:pt x="1923" y="1418"/>
                    <a:pt x="2080" y="1260"/>
                    <a:pt x="2080" y="1040"/>
                  </a:cubicBezTo>
                  <a:lnTo>
                    <a:pt x="208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13" name="Google Shape;8710;p71"/>
            <p:cNvSpPr/>
            <p:nvPr/>
          </p:nvSpPr>
          <p:spPr>
            <a:xfrm>
              <a:off x="-31281025" y="3621075"/>
              <a:ext cx="120525" cy="171725"/>
            </a:xfrm>
            <a:custGeom>
              <a:avLst/>
              <a:gdLst/>
              <a:ahLst/>
              <a:cxnLst/>
              <a:rect l="l" t="t" r="r" b="b"/>
              <a:pathLst>
                <a:path w="4821" h="6869" extrusionOk="0">
                  <a:moveTo>
                    <a:pt x="3435" y="2017"/>
                  </a:moveTo>
                  <a:cubicBezTo>
                    <a:pt x="3624" y="2017"/>
                    <a:pt x="3781" y="2175"/>
                    <a:pt x="3781" y="2364"/>
                  </a:cubicBezTo>
                  <a:cubicBezTo>
                    <a:pt x="3750" y="2553"/>
                    <a:pt x="3592" y="2710"/>
                    <a:pt x="3435" y="2710"/>
                  </a:cubicBezTo>
                  <a:lnTo>
                    <a:pt x="1387" y="2710"/>
                  </a:lnTo>
                  <a:cubicBezTo>
                    <a:pt x="1198" y="2710"/>
                    <a:pt x="1040" y="2553"/>
                    <a:pt x="1040" y="2364"/>
                  </a:cubicBezTo>
                  <a:cubicBezTo>
                    <a:pt x="1040" y="2175"/>
                    <a:pt x="1198" y="2017"/>
                    <a:pt x="1387" y="2017"/>
                  </a:cubicBezTo>
                  <a:close/>
                  <a:moveTo>
                    <a:pt x="3088" y="4128"/>
                  </a:moveTo>
                  <a:cubicBezTo>
                    <a:pt x="3466" y="4128"/>
                    <a:pt x="3750" y="4443"/>
                    <a:pt x="3750" y="4821"/>
                  </a:cubicBezTo>
                  <a:cubicBezTo>
                    <a:pt x="3750" y="5168"/>
                    <a:pt x="3466" y="5483"/>
                    <a:pt x="3088" y="5483"/>
                  </a:cubicBezTo>
                  <a:lnTo>
                    <a:pt x="1702" y="5483"/>
                  </a:lnTo>
                  <a:cubicBezTo>
                    <a:pt x="1324" y="5483"/>
                    <a:pt x="1040" y="5168"/>
                    <a:pt x="1040" y="4821"/>
                  </a:cubicBezTo>
                  <a:cubicBezTo>
                    <a:pt x="1040" y="4412"/>
                    <a:pt x="1355" y="4128"/>
                    <a:pt x="1702" y="4128"/>
                  </a:cubicBezTo>
                  <a:close/>
                  <a:moveTo>
                    <a:pt x="2426" y="1"/>
                  </a:moveTo>
                  <a:cubicBezTo>
                    <a:pt x="1072" y="1"/>
                    <a:pt x="1" y="1072"/>
                    <a:pt x="1" y="2395"/>
                  </a:cubicBezTo>
                  <a:lnTo>
                    <a:pt x="1" y="6869"/>
                  </a:lnTo>
                  <a:lnTo>
                    <a:pt x="4474" y="6869"/>
                  </a:lnTo>
                  <a:cubicBezTo>
                    <a:pt x="4663" y="6869"/>
                    <a:pt x="4821" y="6711"/>
                    <a:pt x="4821" y="6491"/>
                  </a:cubicBezTo>
                  <a:lnTo>
                    <a:pt x="4821" y="2395"/>
                  </a:lnTo>
                  <a:cubicBezTo>
                    <a:pt x="4789" y="1072"/>
                    <a:pt x="3718" y="1"/>
                    <a:pt x="242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514" name="Google Shape;8711;p71"/>
          <p:cNvGrpSpPr/>
          <p:nvPr/>
        </p:nvGrpSpPr>
        <p:grpSpPr>
          <a:xfrm>
            <a:off x="8624372" y="4849470"/>
            <a:ext cx="476624" cy="475329"/>
            <a:chOff x="-31455100" y="3909350"/>
            <a:chExt cx="294600" cy="293800"/>
          </a:xfrm>
        </p:grpSpPr>
        <p:sp>
          <p:nvSpPr>
            <p:cNvPr id="515" name="Google Shape;8712;p71"/>
            <p:cNvSpPr/>
            <p:nvPr/>
          </p:nvSpPr>
          <p:spPr>
            <a:xfrm>
              <a:off x="-31455100" y="3909350"/>
              <a:ext cx="294600" cy="293800"/>
            </a:xfrm>
            <a:custGeom>
              <a:avLst/>
              <a:gdLst/>
              <a:ahLst/>
              <a:cxnLst/>
              <a:rect l="l" t="t" r="r" b="b"/>
              <a:pathLst>
                <a:path w="11784" h="11752" extrusionOk="0">
                  <a:moveTo>
                    <a:pt x="5199" y="1"/>
                  </a:moveTo>
                  <a:cubicBezTo>
                    <a:pt x="5042" y="1"/>
                    <a:pt x="4916" y="127"/>
                    <a:pt x="4884" y="284"/>
                  </a:cubicBezTo>
                  <a:lnTo>
                    <a:pt x="4727" y="883"/>
                  </a:lnTo>
                  <a:cubicBezTo>
                    <a:pt x="4191" y="977"/>
                    <a:pt x="3655" y="1229"/>
                    <a:pt x="3151" y="1513"/>
                  </a:cubicBezTo>
                  <a:lnTo>
                    <a:pt x="2647" y="1229"/>
                  </a:lnTo>
                  <a:cubicBezTo>
                    <a:pt x="2599" y="1205"/>
                    <a:pt x="2542" y="1195"/>
                    <a:pt x="2482" y="1195"/>
                  </a:cubicBezTo>
                  <a:cubicBezTo>
                    <a:pt x="2386" y="1195"/>
                    <a:pt x="2284" y="1222"/>
                    <a:pt x="2206" y="1261"/>
                  </a:cubicBezTo>
                  <a:lnTo>
                    <a:pt x="1261" y="2206"/>
                  </a:lnTo>
                  <a:cubicBezTo>
                    <a:pt x="1135" y="2332"/>
                    <a:pt x="1135" y="2490"/>
                    <a:pt x="1230" y="2647"/>
                  </a:cubicBezTo>
                  <a:lnTo>
                    <a:pt x="1513" y="3151"/>
                  </a:lnTo>
                  <a:cubicBezTo>
                    <a:pt x="1198" y="3624"/>
                    <a:pt x="978" y="4191"/>
                    <a:pt x="883" y="4726"/>
                  </a:cubicBezTo>
                  <a:lnTo>
                    <a:pt x="284" y="4884"/>
                  </a:lnTo>
                  <a:cubicBezTo>
                    <a:pt x="127" y="4947"/>
                    <a:pt x="1" y="5041"/>
                    <a:pt x="1" y="5199"/>
                  </a:cubicBezTo>
                  <a:lnTo>
                    <a:pt x="1" y="6585"/>
                  </a:lnTo>
                  <a:cubicBezTo>
                    <a:pt x="1" y="6743"/>
                    <a:pt x="127" y="6869"/>
                    <a:pt x="284" y="6900"/>
                  </a:cubicBezTo>
                  <a:lnTo>
                    <a:pt x="883" y="7058"/>
                  </a:lnTo>
                  <a:cubicBezTo>
                    <a:pt x="946" y="7404"/>
                    <a:pt x="1072" y="7782"/>
                    <a:pt x="1230" y="8129"/>
                  </a:cubicBezTo>
                  <a:cubicBezTo>
                    <a:pt x="1504" y="7854"/>
                    <a:pt x="2843" y="6486"/>
                    <a:pt x="2841" y="6486"/>
                  </a:cubicBezTo>
                  <a:lnTo>
                    <a:pt x="2841" y="6486"/>
                  </a:lnTo>
                  <a:cubicBezTo>
                    <a:pt x="2841" y="6486"/>
                    <a:pt x="2839" y="6488"/>
                    <a:pt x="2836" y="6491"/>
                  </a:cubicBezTo>
                  <a:cubicBezTo>
                    <a:pt x="2836" y="6459"/>
                    <a:pt x="2805" y="6050"/>
                    <a:pt x="2805" y="5955"/>
                  </a:cubicBezTo>
                  <a:cubicBezTo>
                    <a:pt x="2773" y="4222"/>
                    <a:pt x="4191" y="2836"/>
                    <a:pt x="5861" y="2836"/>
                  </a:cubicBezTo>
                  <a:cubicBezTo>
                    <a:pt x="7562" y="2836"/>
                    <a:pt x="8948" y="4222"/>
                    <a:pt x="8948" y="5924"/>
                  </a:cubicBezTo>
                  <a:cubicBezTo>
                    <a:pt x="8948" y="7499"/>
                    <a:pt x="7751" y="8822"/>
                    <a:pt x="6113" y="8948"/>
                  </a:cubicBezTo>
                  <a:cubicBezTo>
                    <a:pt x="6066" y="8948"/>
                    <a:pt x="5963" y="8956"/>
                    <a:pt x="5821" y="8956"/>
                  </a:cubicBezTo>
                  <a:cubicBezTo>
                    <a:pt x="5680" y="8956"/>
                    <a:pt x="5499" y="8948"/>
                    <a:pt x="5294" y="8917"/>
                  </a:cubicBezTo>
                  <a:lnTo>
                    <a:pt x="3655" y="10523"/>
                  </a:lnTo>
                  <a:cubicBezTo>
                    <a:pt x="4034" y="10681"/>
                    <a:pt x="4349" y="10807"/>
                    <a:pt x="4727" y="10870"/>
                  </a:cubicBezTo>
                  <a:lnTo>
                    <a:pt x="4884" y="11468"/>
                  </a:lnTo>
                  <a:cubicBezTo>
                    <a:pt x="4916" y="11626"/>
                    <a:pt x="5042" y="11752"/>
                    <a:pt x="5199" y="11752"/>
                  </a:cubicBezTo>
                  <a:lnTo>
                    <a:pt x="6585" y="11752"/>
                  </a:lnTo>
                  <a:cubicBezTo>
                    <a:pt x="6743" y="11752"/>
                    <a:pt x="6869" y="11626"/>
                    <a:pt x="6901" y="11468"/>
                  </a:cubicBezTo>
                  <a:lnTo>
                    <a:pt x="7058" y="10870"/>
                  </a:lnTo>
                  <a:cubicBezTo>
                    <a:pt x="7594" y="10775"/>
                    <a:pt x="8129" y="10523"/>
                    <a:pt x="8633" y="10240"/>
                  </a:cubicBezTo>
                  <a:lnTo>
                    <a:pt x="9137" y="10523"/>
                  </a:lnTo>
                  <a:cubicBezTo>
                    <a:pt x="9185" y="10547"/>
                    <a:pt x="9243" y="10558"/>
                    <a:pt x="9302" y="10558"/>
                  </a:cubicBezTo>
                  <a:cubicBezTo>
                    <a:pt x="9399" y="10558"/>
                    <a:pt x="9501" y="10531"/>
                    <a:pt x="9578" y="10492"/>
                  </a:cubicBezTo>
                  <a:lnTo>
                    <a:pt x="10524" y="9547"/>
                  </a:lnTo>
                  <a:cubicBezTo>
                    <a:pt x="10650" y="9421"/>
                    <a:pt x="10650" y="9263"/>
                    <a:pt x="10555" y="9106"/>
                  </a:cubicBezTo>
                  <a:lnTo>
                    <a:pt x="10303" y="8601"/>
                  </a:lnTo>
                  <a:cubicBezTo>
                    <a:pt x="10618" y="8129"/>
                    <a:pt x="10807" y="7562"/>
                    <a:pt x="10933" y="7026"/>
                  </a:cubicBezTo>
                  <a:lnTo>
                    <a:pt x="11500" y="6869"/>
                  </a:lnTo>
                  <a:cubicBezTo>
                    <a:pt x="11658" y="6806"/>
                    <a:pt x="11784" y="6711"/>
                    <a:pt x="11784" y="6554"/>
                  </a:cubicBezTo>
                  <a:lnTo>
                    <a:pt x="11784" y="5167"/>
                  </a:lnTo>
                  <a:cubicBezTo>
                    <a:pt x="11752" y="5041"/>
                    <a:pt x="11658" y="4915"/>
                    <a:pt x="11500" y="4884"/>
                  </a:cubicBezTo>
                  <a:lnTo>
                    <a:pt x="10902" y="4726"/>
                  </a:lnTo>
                  <a:cubicBezTo>
                    <a:pt x="10807" y="4191"/>
                    <a:pt x="10555" y="3687"/>
                    <a:pt x="10272" y="3151"/>
                  </a:cubicBezTo>
                  <a:lnTo>
                    <a:pt x="10555" y="2647"/>
                  </a:lnTo>
                  <a:cubicBezTo>
                    <a:pt x="10650" y="2521"/>
                    <a:pt x="10587" y="2332"/>
                    <a:pt x="10524" y="2206"/>
                  </a:cubicBezTo>
                  <a:lnTo>
                    <a:pt x="9578" y="1261"/>
                  </a:lnTo>
                  <a:cubicBezTo>
                    <a:pt x="9509" y="1209"/>
                    <a:pt x="9430" y="1185"/>
                    <a:pt x="9347" y="1185"/>
                  </a:cubicBezTo>
                  <a:cubicBezTo>
                    <a:pt x="9279" y="1185"/>
                    <a:pt x="9208" y="1201"/>
                    <a:pt x="9137" y="1229"/>
                  </a:cubicBezTo>
                  <a:lnTo>
                    <a:pt x="8633" y="1513"/>
                  </a:lnTo>
                  <a:cubicBezTo>
                    <a:pt x="8161" y="1198"/>
                    <a:pt x="7594" y="977"/>
                    <a:pt x="7058" y="883"/>
                  </a:cubicBezTo>
                  <a:lnTo>
                    <a:pt x="6901" y="284"/>
                  </a:lnTo>
                  <a:cubicBezTo>
                    <a:pt x="6869" y="127"/>
                    <a:pt x="6743" y="1"/>
                    <a:pt x="658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16" name="Google Shape;8713;p71"/>
            <p:cNvSpPr/>
            <p:nvPr/>
          </p:nvSpPr>
          <p:spPr>
            <a:xfrm>
              <a:off x="-31455100" y="3997350"/>
              <a:ext cx="215050" cy="205025"/>
            </a:xfrm>
            <a:custGeom>
              <a:avLst/>
              <a:gdLst/>
              <a:ahLst/>
              <a:cxnLst/>
              <a:rect l="l" t="t" r="r" b="b"/>
              <a:pathLst>
                <a:path w="8602" h="8201" extrusionOk="0">
                  <a:moveTo>
                    <a:pt x="5939" y="0"/>
                  </a:moveTo>
                  <a:cubicBezTo>
                    <a:pt x="4729" y="0"/>
                    <a:pt x="3750" y="854"/>
                    <a:pt x="3561" y="1963"/>
                  </a:cubicBezTo>
                  <a:cubicBezTo>
                    <a:pt x="3466" y="2404"/>
                    <a:pt x="3498" y="2813"/>
                    <a:pt x="3624" y="3223"/>
                  </a:cubicBezTo>
                  <a:lnTo>
                    <a:pt x="410" y="6468"/>
                  </a:lnTo>
                  <a:cubicBezTo>
                    <a:pt x="1" y="6846"/>
                    <a:pt x="1" y="7507"/>
                    <a:pt x="410" y="7917"/>
                  </a:cubicBezTo>
                  <a:cubicBezTo>
                    <a:pt x="600" y="8106"/>
                    <a:pt x="852" y="8200"/>
                    <a:pt x="1111" y="8200"/>
                  </a:cubicBezTo>
                  <a:cubicBezTo>
                    <a:pt x="1371" y="8200"/>
                    <a:pt x="1639" y="8106"/>
                    <a:pt x="1860" y="7917"/>
                  </a:cubicBezTo>
                  <a:lnTo>
                    <a:pt x="5136" y="4640"/>
                  </a:lnTo>
                  <a:cubicBezTo>
                    <a:pt x="5388" y="4735"/>
                    <a:pt x="5664" y="4782"/>
                    <a:pt x="5947" y="4782"/>
                  </a:cubicBezTo>
                  <a:cubicBezTo>
                    <a:pt x="6231" y="4782"/>
                    <a:pt x="6522" y="4735"/>
                    <a:pt x="6806" y="4640"/>
                  </a:cubicBezTo>
                  <a:cubicBezTo>
                    <a:pt x="7846" y="4294"/>
                    <a:pt x="8602" y="3065"/>
                    <a:pt x="8224" y="1773"/>
                  </a:cubicBezTo>
                  <a:cubicBezTo>
                    <a:pt x="8192" y="1647"/>
                    <a:pt x="8129" y="1553"/>
                    <a:pt x="8003" y="1521"/>
                  </a:cubicBezTo>
                  <a:cubicBezTo>
                    <a:pt x="7972" y="1514"/>
                    <a:pt x="7942" y="1510"/>
                    <a:pt x="7914" y="1510"/>
                  </a:cubicBezTo>
                  <a:cubicBezTo>
                    <a:pt x="7830" y="1510"/>
                    <a:pt x="7759" y="1545"/>
                    <a:pt x="7688" y="1616"/>
                  </a:cubicBezTo>
                  <a:lnTo>
                    <a:pt x="6901" y="2404"/>
                  </a:lnTo>
                  <a:cubicBezTo>
                    <a:pt x="6759" y="2530"/>
                    <a:pt x="6578" y="2593"/>
                    <a:pt x="6400" y="2593"/>
                  </a:cubicBezTo>
                  <a:cubicBezTo>
                    <a:pt x="6223" y="2593"/>
                    <a:pt x="6050" y="2530"/>
                    <a:pt x="5924" y="2404"/>
                  </a:cubicBezTo>
                  <a:cubicBezTo>
                    <a:pt x="5640" y="2120"/>
                    <a:pt x="5640" y="1679"/>
                    <a:pt x="5924" y="1395"/>
                  </a:cubicBezTo>
                  <a:lnTo>
                    <a:pt x="6711" y="608"/>
                  </a:lnTo>
                  <a:cubicBezTo>
                    <a:pt x="6774" y="545"/>
                    <a:pt x="6806" y="419"/>
                    <a:pt x="6774" y="293"/>
                  </a:cubicBezTo>
                  <a:cubicBezTo>
                    <a:pt x="6743" y="198"/>
                    <a:pt x="6648" y="104"/>
                    <a:pt x="6554" y="72"/>
                  </a:cubicBezTo>
                  <a:cubicBezTo>
                    <a:pt x="6344" y="23"/>
                    <a:pt x="6139" y="0"/>
                    <a:pt x="593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517" name="Google Shape;8714;p71"/>
          <p:cNvGrpSpPr/>
          <p:nvPr/>
        </p:nvGrpSpPr>
        <p:grpSpPr>
          <a:xfrm>
            <a:off x="10412619" y="4850743"/>
            <a:ext cx="471527" cy="472781"/>
            <a:chOff x="-30345325" y="3918800"/>
            <a:chExt cx="291450" cy="292225"/>
          </a:xfrm>
        </p:grpSpPr>
        <p:sp>
          <p:nvSpPr>
            <p:cNvPr id="518" name="Google Shape;8715;p71"/>
            <p:cNvSpPr/>
            <p:nvPr/>
          </p:nvSpPr>
          <p:spPr>
            <a:xfrm>
              <a:off x="-30174425" y="3988125"/>
              <a:ext cx="120550" cy="120175"/>
            </a:xfrm>
            <a:custGeom>
              <a:avLst/>
              <a:gdLst/>
              <a:ahLst/>
              <a:cxnLst/>
              <a:rect l="l" t="t" r="r" b="b"/>
              <a:pathLst>
                <a:path w="4822" h="4807" extrusionOk="0">
                  <a:moveTo>
                    <a:pt x="1041" y="0"/>
                  </a:moveTo>
                  <a:cubicBezTo>
                    <a:pt x="474" y="0"/>
                    <a:pt x="1" y="473"/>
                    <a:pt x="1" y="1040"/>
                  </a:cubicBezTo>
                  <a:lnTo>
                    <a:pt x="1" y="2426"/>
                  </a:lnTo>
                  <a:cubicBezTo>
                    <a:pt x="1" y="2962"/>
                    <a:pt x="474" y="3434"/>
                    <a:pt x="1041" y="3434"/>
                  </a:cubicBezTo>
                  <a:lnTo>
                    <a:pt x="1387" y="3434"/>
                  </a:lnTo>
                  <a:lnTo>
                    <a:pt x="1387" y="4474"/>
                  </a:lnTo>
                  <a:cubicBezTo>
                    <a:pt x="1387" y="4631"/>
                    <a:pt x="1482" y="4726"/>
                    <a:pt x="1576" y="4789"/>
                  </a:cubicBezTo>
                  <a:cubicBezTo>
                    <a:pt x="1618" y="4799"/>
                    <a:pt x="1664" y="4806"/>
                    <a:pt x="1709" y="4806"/>
                  </a:cubicBezTo>
                  <a:cubicBezTo>
                    <a:pt x="1800" y="4806"/>
                    <a:pt x="1891" y="4778"/>
                    <a:pt x="1954" y="4694"/>
                  </a:cubicBezTo>
                  <a:lnTo>
                    <a:pt x="3214" y="3434"/>
                  </a:lnTo>
                  <a:lnTo>
                    <a:pt x="3750" y="3434"/>
                  </a:lnTo>
                  <a:cubicBezTo>
                    <a:pt x="4317" y="3434"/>
                    <a:pt x="4790" y="2962"/>
                    <a:pt x="4790" y="2426"/>
                  </a:cubicBezTo>
                  <a:lnTo>
                    <a:pt x="4790" y="1040"/>
                  </a:lnTo>
                  <a:cubicBezTo>
                    <a:pt x="4821" y="473"/>
                    <a:pt x="4380" y="0"/>
                    <a:pt x="378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19" name="Google Shape;8716;p71"/>
            <p:cNvSpPr/>
            <p:nvPr/>
          </p:nvSpPr>
          <p:spPr>
            <a:xfrm>
              <a:off x="-30345325" y="3988125"/>
              <a:ext cx="119750" cy="120175"/>
            </a:xfrm>
            <a:custGeom>
              <a:avLst/>
              <a:gdLst/>
              <a:ahLst/>
              <a:cxnLst/>
              <a:rect l="l" t="t" r="r" b="b"/>
              <a:pathLst>
                <a:path w="4790" h="4807" extrusionOk="0">
                  <a:moveTo>
                    <a:pt x="1009" y="0"/>
                  </a:moveTo>
                  <a:cubicBezTo>
                    <a:pt x="473" y="0"/>
                    <a:pt x="0" y="473"/>
                    <a:pt x="0" y="1040"/>
                  </a:cubicBezTo>
                  <a:lnTo>
                    <a:pt x="0" y="2395"/>
                  </a:lnTo>
                  <a:cubicBezTo>
                    <a:pt x="0" y="2962"/>
                    <a:pt x="473" y="3434"/>
                    <a:pt x="1009" y="3434"/>
                  </a:cubicBezTo>
                  <a:lnTo>
                    <a:pt x="1576" y="3434"/>
                  </a:lnTo>
                  <a:lnTo>
                    <a:pt x="2836" y="4694"/>
                  </a:lnTo>
                  <a:cubicBezTo>
                    <a:pt x="2920" y="4778"/>
                    <a:pt x="3018" y="4806"/>
                    <a:pt x="3102" y="4806"/>
                  </a:cubicBezTo>
                  <a:cubicBezTo>
                    <a:pt x="3144" y="4806"/>
                    <a:pt x="3182" y="4799"/>
                    <a:pt x="3214" y="4789"/>
                  </a:cubicBezTo>
                  <a:cubicBezTo>
                    <a:pt x="3340" y="4726"/>
                    <a:pt x="3434" y="4568"/>
                    <a:pt x="3434" y="4474"/>
                  </a:cubicBezTo>
                  <a:lnTo>
                    <a:pt x="3434" y="3434"/>
                  </a:lnTo>
                  <a:lnTo>
                    <a:pt x="3781" y="3434"/>
                  </a:lnTo>
                  <a:cubicBezTo>
                    <a:pt x="4348" y="3434"/>
                    <a:pt x="4789" y="2962"/>
                    <a:pt x="4789" y="2395"/>
                  </a:cubicBezTo>
                  <a:lnTo>
                    <a:pt x="4789" y="1040"/>
                  </a:lnTo>
                  <a:cubicBezTo>
                    <a:pt x="4789" y="473"/>
                    <a:pt x="4348" y="0"/>
                    <a:pt x="378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20" name="Google Shape;8717;p71"/>
            <p:cNvSpPr/>
            <p:nvPr/>
          </p:nvSpPr>
          <p:spPr>
            <a:xfrm>
              <a:off x="-30293350" y="4159025"/>
              <a:ext cx="188275" cy="52000"/>
            </a:xfrm>
            <a:custGeom>
              <a:avLst/>
              <a:gdLst/>
              <a:ahLst/>
              <a:cxnLst/>
              <a:rect l="l" t="t" r="r" b="b"/>
              <a:pathLst>
                <a:path w="7531" h="2080" extrusionOk="0">
                  <a:moveTo>
                    <a:pt x="1" y="1"/>
                  </a:moveTo>
                  <a:lnTo>
                    <a:pt x="1" y="1040"/>
                  </a:lnTo>
                  <a:cubicBezTo>
                    <a:pt x="1" y="1607"/>
                    <a:pt x="473" y="2080"/>
                    <a:pt x="1040" y="2080"/>
                  </a:cubicBezTo>
                  <a:lnTo>
                    <a:pt x="6491" y="2080"/>
                  </a:lnTo>
                  <a:cubicBezTo>
                    <a:pt x="7058" y="2080"/>
                    <a:pt x="7530" y="1607"/>
                    <a:pt x="7530" y="1040"/>
                  </a:cubicBezTo>
                  <a:lnTo>
                    <a:pt x="753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21" name="Google Shape;8718;p71"/>
            <p:cNvSpPr/>
            <p:nvPr/>
          </p:nvSpPr>
          <p:spPr>
            <a:xfrm>
              <a:off x="-30293350" y="3918800"/>
              <a:ext cx="188275" cy="34675"/>
            </a:xfrm>
            <a:custGeom>
              <a:avLst/>
              <a:gdLst/>
              <a:ahLst/>
              <a:cxnLst/>
              <a:rect l="l" t="t" r="r" b="b"/>
              <a:pathLst>
                <a:path w="7531" h="1387" extrusionOk="0">
                  <a:moveTo>
                    <a:pt x="1040" y="1"/>
                  </a:moveTo>
                  <a:cubicBezTo>
                    <a:pt x="473" y="1"/>
                    <a:pt x="1" y="473"/>
                    <a:pt x="1" y="1040"/>
                  </a:cubicBezTo>
                  <a:lnTo>
                    <a:pt x="1" y="1387"/>
                  </a:lnTo>
                  <a:lnTo>
                    <a:pt x="7530" y="1387"/>
                  </a:lnTo>
                  <a:lnTo>
                    <a:pt x="7530" y="1040"/>
                  </a:lnTo>
                  <a:cubicBezTo>
                    <a:pt x="7530" y="505"/>
                    <a:pt x="7058" y="1"/>
                    <a:pt x="649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22" name="Google Shape;8719;p71"/>
            <p:cNvSpPr/>
            <p:nvPr/>
          </p:nvSpPr>
          <p:spPr>
            <a:xfrm>
              <a:off x="-30294125" y="3970800"/>
              <a:ext cx="188250" cy="170925"/>
            </a:xfrm>
            <a:custGeom>
              <a:avLst/>
              <a:gdLst/>
              <a:ahLst/>
              <a:cxnLst/>
              <a:rect l="l" t="t" r="r" b="b"/>
              <a:pathLst>
                <a:path w="7530" h="6837" extrusionOk="0">
                  <a:moveTo>
                    <a:pt x="1733" y="0"/>
                  </a:moveTo>
                  <a:cubicBezTo>
                    <a:pt x="2678" y="0"/>
                    <a:pt x="3434" y="756"/>
                    <a:pt x="3434" y="1701"/>
                  </a:cubicBezTo>
                  <a:lnTo>
                    <a:pt x="3434" y="3056"/>
                  </a:lnTo>
                  <a:cubicBezTo>
                    <a:pt x="3434" y="3907"/>
                    <a:pt x="2836" y="4568"/>
                    <a:pt x="2048" y="4757"/>
                  </a:cubicBezTo>
                  <a:lnTo>
                    <a:pt x="2048" y="5167"/>
                  </a:lnTo>
                  <a:cubicBezTo>
                    <a:pt x="2048" y="5576"/>
                    <a:pt x="1828" y="5954"/>
                    <a:pt x="1418" y="6112"/>
                  </a:cubicBezTo>
                  <a:cubicBezTo>
                    <a:pt x="1307" y="6162"/>
                    <a:pt x="1184" y="6187"/>
                    <a:pt x="1058" y="6187"/>
                  </a:cubicBezTo>
                  <a:cubicBezTo>
                    <a:pt x="789" y="6187"/>
                    <a:pt x="508" y="6075"/>
                    <a:pt x="315" y="5860"/>
                  </a:cubicBezTo>
                  <a:lnTo>
                    <a:pt x="0" y="5545"/>
                  </a:lnTo>
                  <a:lnTo>
                    <a:pt x="0" y="6837"/>
                  </a:lnTo>
                  <a:lnTo>
                    <a:pt x="7530" y="6837"/>
                  </a:lnTo>
                  <a:lnTo>
                    <a:pt x="7530" y="5545"/>
                  </a:lnTo>
                  <a:lnTo>
                    <a:pt x="7215" y="5860"/>
                  </a:lnTo>
                  <a:cubicBezTo>
                    <a:pt x="7022" y="6075"/>
                    <a:pt x="6756" y="6187"/>
                    <a:pt x="6496" y="6187"/>
                  </a:cubicBezTo>
                  <a:cubicBezTo>
                    <a:pt x="6374" y="6187"/>
                    <a:pt x="6254" y="6162"/>
                    <a:pt x="6144" y="6112"/>
                  </a:cubicBezTo>
                  <a:cubicBezTo>
                    <a:pt x="5734" y="5954"/>
                    <a:pt x="5514" y="5576"/>
                    <a:pt x="5514" y="5167"/>
                  </a:cubicBezTo>
                  <a:lnTo>
                    <a:pt x="5514" y="4757"/>
                  </a:lnTo>
                  <a:cubicBezTo>
                    <a:pt x="4726" y="4600"/>
                    <a:pt x="4127" y="3907"/>
                    <a:pt x="4127" y="3056"/>
                  </a:cubicBezTo>
                  <a:lnTo>
                    <a:pt x="4127" y="1701"/>
                  </a:lnTo>
                  <a:cubicBezTo>
                    <a:pt x="4127" y="756"/>
                    <a:pt x="4884" y="0"/>
                    <a:pt x="582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523" name="Google Shape;8720;p71"/>
          <p:cNvGrpSpPr/>
          <p:nvPr/>
        </p:nvGrpSpPr>
        <p:grpSpPr>
          <a:xfrm>
            <a:off x="8052609" y="1803893"/>
            <a:ext cx="443457" cy="471527"/>
            <a:chOff x="-34755225" y="3202075"/>
            <a:chExt cx="274100" cy="291450"/>
          </a:xfrm>
        </p:grpSpPr>
        <p:sp>
          <p:nvSpPr>
            <p:cNvPr id="524" name="Google Shape;8721;p71"/>
            <p:cNvSpPr/>
            <p:nvPr/>
          </p:nvSpPr>
          <p:spPr>
            <a:xfrm>
              <a:off x="-34703250" y="3389525"/>
              <a:ext cx="84300" cy="34675"/>
            </a:xfrm>
            <a:custGeom>
              <a:avLst/>
              <a:gdLst/>
              <a:ahLst/>
              <a:cxnLst/>
              <a:rect l="l" t="t" r="r" b="b"/>
              <a:pathLst>
                <a:path w="3372" h="1387" extrusionOk="0">
                  <a:moveTo>
                    <a:pt x="1670" y="1"/>
                  </a:moveTo>
                  <a:cubicBezTo>
                    <a:pt x="883" y="1"/>
                    <a:pt x="158" y="599"/>
                    <a:pt x="0" y="1387"/>
                  </a:cubicBezTo>
                  <a:lnTo>
                    <a:pt x="3371" y="1387"/>
                  </a:lnTo>
                  <a:cubicBezTo>
                    <a:pt x="3214" y="599"/>
                    <a:pt x="2489" y="1"/>
                    <a:pt x="167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25" name="Google Shape;8722;p71"/>
            <p:cNvSpPr/>
            <p:nvPr/>
          </p:nvSpPr>
          <p:spPr>
            <a:xfrm>
              <a:off x="-34636300" y="3348575"/>
              <a:ext cx="69325" cy="75625"/>
            </a:xfrm>
            <a:custGeom>
              <a:avLst/>
              <a:gdLst/>
              <a:ahLst/>
              <a:cxnLst/>
              <a:rect l="l" t="t" r="r" b="b"/>
              <a:pathLst>
                <a:path w="2773" h="3025" extrusionOk="0">
                  <a:moveTo>
                    <a:pt x="2111" y="0"/>
                  </a:moveTo>
                  <a:lnTo>
                    <a:pt x="1387" y="221"/>
                  </a:lnTo>
                  <a:cubicBezTo>
                    <a:pt x="1298" y="265"/>
                    <a:pt x="1179" y="290"/>
                    <a:pt x="1049" y="290"/>
                  </a:cubicBezTo>
                  <a:cubicBezTo>
                    <a:pt x="808" y="290"/>
                    <a:pt x="531" y="205"/>
                    <a:pt x="347" y="0"/>
                  </a:cubicBezTo>
                  <a:lnTo>
                    <a:pt x="347" y="0"/>
                  </a:lnTo>
                  <a:cubicBezTo>
                    <a:pt x="378" y="63"/>
                    <a:pt x="378" y="189"/>
                    <a:pt x="378" y="315"/>
                  </a:cubicBezTo>
                  <a:cubicBezTo>
                    <a:pt x="378" y="662"/>
                    <a:pt x="221" y="977"/>
                    <a:pt x="0" y="1229"/>
                  </a:cubicBezTo>
                  <a:cubicBezTo>
                    <a:pt x="725" y="1575"/>
                    <a:pt x="1229" y="2237"/>
                    <a:pt x="1355" y="3025"/>
                  </a:cubicBezTo>
                  <a:lnTo>
                    <a:pt x="2773" y="3025"/>
                  </a:lnTo>
                  <a:lnTo>
                    <a:pt x="2773" y="221"/>
                  </a:lnTo>
                  <a:cubicBezTo>
                    <a:pt x="2521" y="189"/>
                    <a:pt x="2300" y="126"/>
                    <a:pt x="211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26" name="Google Shape;8723;p71"/>
            <p:cNvSpPr/>
            <p:nvPr/>
          </p:nvSpPr>
          <p:spPr>
            <a:xfrm>
              <a:off x="-34752875" y="3253275"/>
              <a:ext cx="126050" cy="170925"/>
            </a:xfrm>
            <a:custGeom>
              <a:avLst/>
              <a:gdLst/>
              <a:ahLst/>
              <a:cxnLst/>
              <a:rect l="l" t="t" r="r" b="b"/>
              <a:pathLst>
                <a:path w="5042" h="6837" extrusionOk="0">
                  <a:moveTo>
                    <a:pt x="1" y="0"/>
                  </a:moveTo>
                  <a:lnTo>
                    <a:pt x="1" y="6837"/>
                  </a:lnTo>
                  <a:lnTo>
                    <a:pt x="1418" y="6837"/>
                  </a:lnTo>
                  <a:cubicBezTo>
                    <a:pt x="1450" y="6018"/>
                    <a:pt x="1954" y="5356"/>
                    <a:pt x="2679" y="4978"/>
                  </a:cubicBezTo>
                  <a:cubicBezTo>
                    <a:pt x="2427" y="4757"/>
                    <a:pt x="2301" y="4442"/>
                    <a:pt x="2301" y="4064"/>
                  </a:cubicBezTo>
                  <a:cubicBezTo>
                    <a:pt x="2301" y="3340"/>
                    <a:pt x="2931" y="2710"/>
                    <a:pt x="3687" y="2710"/>
                  </a:cubicBezTo>
                  <a:cubicBezTo>
                    <a:pt x="4128" y="2710"/>
                    <a:pt x="4474" y="2899"/>
                    <a:pt x="4758" y="3214"/>
                  </a:cubicBezTo>
                  <a:cubicBezTo>
                    <a:pt x="4726" y="3056"/>
                    <a:pt x="4758" y="2899"/>
                    <a:pt x="4789" y="2741"/>
                  </a:cubicBezTo>
                  <a:lnTo>
                    <a:pt x="5041" y="2016"/>
                  </a:lnTo>
                  <a:cubicBezTo>
                    <a:pt x="4821" y="1607"/>
                    <a:pt x="4758" y="1134"/>
                    <a:pt x="4758" y="662"/>
                  </a:cubicBezTo>
                  <a:cubicBezTo>
                    <a:pt x="4758" y="410"/>
                    <a:pt x="4789" y="189"/>
                    <a:pt x="482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27" name="Google Shape;8724;p71"/>
            <p:cNvSpPr/>
            <p:nvPr/>
          </p:nvSpPr>
          <p:spPr>
            <a:xfrm>
              <a:off x="-34677250" y="3338325"/>
              <a:ext cx="33875" cy="33900"/>
            </a:xfrm>
            <a:custGeom>
              <a:avLst/>
              <a:gdLst/>
              <a:ahLst/>
              <a:cxnLst/>
              <a:rect l="l" t="t" r="r" b="b"/>
              <a:pathLst>
                <a:path w="1355" h="1356" extrusionOk="0">
                  <a:moveTo>
                    <a:pt x="662" y="1"/>
                  </a:moveTo>
                  <a:cubicBezTo>
                    <a:pt x="315" y="1"/>
                    <a:pt x="0" y="316"/>
                    <a:pt x="0" y="694"/>
                  </a:cubicBezTo>
                  <a:cubicBezTo>
                    <a:pt x="0" y="1040"/>
                    <a:pt x="315" y="1355"/>
                    <a:pt x="662" y="1355"/>
                  </a:cubicBezTo>
                  <a:cubicBezTo>
                    <a:pt x="1040" y="1355"/>
                    <a:pt x="1355" y="1040"/>
                    <a:pt x="1355" y="694"/>
                  </a:cubicBezTo>
                  <a:cubicBezTo>
                    <a:pt x="1355" y="316"/>
                    <a:pt x="1040" y="1"/>
                    <a:pt x="66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28" name="Google Shape;8725;p71"/>
            <p:cNvSpPr/>
            <p:nvPr/>
          </p:nvSpPr>
          <p:spPr>
            <a:xfrm>
              <a:off x="-34618200" y="3202500"/>
              <a:ext cx="137075" cy="135850"/>
            </a:xfrm>
            <a:custGeom>
              <a:avLst/>
              <a:gdLst/>
              <a:ahLst/>
              <a:cxnLst/>
              <a:rect l="l" t="t" r="r" b="b"/>
              <a:pathLst>
                <a:path w="5483" h="5434" extrusionOk="0">
                  <a:moveTo>
                    <a:pt x="2710" y="992"/>
                  </a:moveTo>
                  <a:cubicBezTo>
                    <a:pt x="2899" y="992"/>
                    <a:pt x="3057" y="1149"/>
                    <a:pt x="3057" y="1338"/>
                  </a:cubicBezTo>
                  <a:cubicBezTo>
                    <a:pt x="3057" y="1559"/>
                    <a:pt x="2899" y="1716"/>
                    <a:pt x="2710" y="1716"/>
                  </a:cubicBezTo>
                  <a:cubicBezTo>
                    <a:pt x="2521" y="1716"/>
                    <a:pt x="2364" y="1559"/>
                    <a:pt x="2364" y="1338"/>
                  </a:cubicBezTo>
                  <a:cubicBezTo>
                    <a:pt x="2395" y="1149"/>
                    <a:pt x="2553" y="992"/>
                    <a:pt x="2710" y="992"/>
                  </a:cubicBezTo>
                  <a:close/>
                  <a:moveTo>
                    <a:pt x="2742" y="2346"/>
                  </a:moveTo>
                  <a:cubicBezTo>
                    <a:pt x="2962" y="2346"/>
                    <a:pt x="3120" y="2504"/>
                    <a:pt x="3120" y="2693"/>
                  </a:cubicBezTo>
                  <a:lnTo>
                    <a:pt x="3120" y="4079"/>
                  </a:lnTo>
                  <a:cubicBezTo>
                    <a:pt x="3120" y="4268"/>
                    <a:pt x="2962" y="4426"/>
                    <a:pt x="2742" y="4426"/>
                  </a:cubicBezTo>
                  <a:cubicBezTo>
                    <a:pt x="2553" y="4426"/>
                    <a:pt x="2395" y="4268"/>
                    <a:pt x="2395" y="4079"/>
                  </a:cubicBezTo>
                  <a:lnTo>
                    <a:pt x="2395" y="2693"/>
                  </a:lnTo>
                  <a:cubicBezTo>
                    <a:pt x="2395" y="2504"/>
                    <a:pt x="2553" y="2346"/>
                    <a:pt x="2742" y="2346"/>
                  </a:cubicBezTo>
                  <a:close/>
                  <a:moveTo>
                    <a:pt x="2646" y="0"/>
                  </a:moveTo>
                  <a:cubicBezTo>
                    <a:pt x="1359" y="0"/>
                    <a:pt x="1" y="1099"/>
                    <a:pt x="1" y="2724"/>
                  </a:cubicBezTo>
                  <a:cubicBezTo>
                    <a:pt x="1" y="3197"/>
                    <a:pt x="127" y="3638"/>
                    <a:pt x="348" y="4016"/>
                  </a:cubicBezTo>
                  <a:lnTo>
                    <a:pt x="33" y="4961"/>
                  </a:lnTo>
                  <a:cubicBezTo>
                    <a:pt x="1" y="5087"/>
                    <a:pt x="33" y="5245"/>
                    <a:pt x="127" y="5339"/>
                  </a:cubicBezTo>
                  <a:cubicBezTo>
                    <a:pt x="167" y="5399"/>
                    <a:pt x="245" y="5421"/>
                    <a:pt x="329" y="5421"/>
                  </a:cubicBezTo>
                  <a:cubicBezTo>
                    <a:pt x="377" y="5421"/>
                    <a:pt x="427" y="5414"/>
                    <a:pt x="474" y="5402"/>
                  </a:cubicBezTo>
                  <a:lnTo>
                    <a:pt x="1419" y="5087"/>
                  </a:lnTo>
                  <a:cubicBezTo>
                    <a:pt x="1797" y="5339"/>
                    <a:pt x="2238" y="5434"/>
                    <a:pt x="2742" y="5434"/>
                  </a:cubicBezTo>
                  <a:cubicBezTo>
                    <a:pt x="4254" y="5434"/>
                    <a:pt x="5483" y="4237"/>
                    <a:pt x="5483" y="2724"/>
                  </a:cubicBezTo>
                  <a:cubicBezTo>
                    <a:pt x="5483" y="1275"/>
                    <a:pt x="4317" y="78"/>
                    <a:pt x="2899" y="15"/>
                  </a:cubicBezTo>
                  <a:cubicBezTo>
                    <a:pt x="2815" y="5"/>
                    <a:pt x="2731" y="0"/>
                    <a:pt x="264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29" name="Google Shape;8726;p71"/>
            <p:cNvSpPr/>
            <p:nvPr/>
          </p:nvSpPr>
          <p:spPr>
            <a:xfrm>
              <a:off x="-34755225" y="3440725"/>
              <a:ext cx="188250" cy="52800"/>
            </a:xfrm>
            <a:custGeom>
              <a:avLst/>
              <a:gdLst/>
              <a:ahLst/>
              <a:cxnLst/>
              <a:rect l="l" t="t" r="r" b="b"/>
              <a:pathLst>
                <a:path w="7530" h="2112" extrusionOk="0">
                  <a:moveTo>
                    <a:pt x="0" y="0"/>
                  </a:moveTo>
                  <a:lnTo>
                    <a:pt x="0" y="1071"/>
                  </a:lnTo>
                  <a:cubicBezTo>
                    <a:pt x="0" y="1670"/>
                    <a:pt x="473" y="2111"/>
                    <a:pt x="1040" y="2111"/>
                  </a:cubicBezTo>
                  <a:lnTo>
                    <a:pt x="6490" y="2111"/>
                  </a:lnTo>
                  <a:cubicBezTo>
                    <a:pt x="7057" y="2111"/>
                    <a:pt x="7530" y="1639"/>
                    <a:pt x="7530" y="1071"/>
                  </a:cubicBezTo>
                  <a:lnTo>
                    <a:pt x="753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30" name="Google Shape;8727;p71"/>
            <p:cNvSpPr/>
            <p:nvPr/>
          </p:nvSpPr>
          <p:spPr>
            <a:xfrm>
              <a:off x="-34754450" y="3202075"/>
              <a:ext cx="153600" cy="33900"/>
            </a:xfrm>
            <a:custGeom>
              <a:avLst/>
              <a:gdLst/>
              <a:ahLst/>
              <a:cxnLst/>
              <a:rect l="l" t="t" r="r" b="b"/>
              <a:pathLst>
                <a:path w="6144" h="1356" extrusionOk="0">
                  <a:moveTo>
                    <a:pt x="1040" y="0"/>
                  </a:moveTo>
                  <a:cubicBezTo>
                    <a:pt x="473" y="0"/>
                    <a:pt x="1" y="473"/>
                    <a:pt x="1" y="1009"/>
                  </a:cubicBezTo>
                  <a:lnTo>
                    <a:pt x="1" y="1355"/>
                  </a:lnTo>
                  <a:lnTo>
                    <a:pt x="5104" y="1355"/>
                  </a:lnTo>
                  <a:cubicBezTo>
                    <a:pt x="5293" y="819"/>
                    <a:pt x="5672" y="347"/>
                    <a:pt x="614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531" name="Google Shape;8728;p71"/>
          <p:cNvGrpSpPr/>
          <p:nvPr/>
        </p:nvGrpSpPr>
        <p:grpSpPr>
          <a:xfrm>
            <a:off x="8038572" y="2391947"/>
            <a:ext cx="471527" cy="471527"/>
            <a:chOff x="-34763900" y="3561225"/>
            <a:chExt cx="291450" cy="291450"/>
          </a:xfrm>
        </p:grpSpPr>
        <p:sp>
          <p:nvSpPr>
            <p:cNvPr id="532" name="Google Shape;8729;p71"/>
            <p:cNvSpPr/>
            <p:nvPr/>
          </p:nvSpPr>
          <p:spPr>
            <a:xfrm>
              <a:off x="-34693800" y="3629750"/>
              <a:ext cx="152025" cy="152825"/>
            </a:xfrm>
            <a:custGeom>
              <a:avLst/>
              <a:gdLst/>
              <a:ahLst/>
              <a:cxnLst/>
              <a:rect l="l" t="t" r="r" b="b"/>
              <a:pathLst>
                <a:path w="6081" h="6113" extrusionOk="0">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33" name="Google Shape;8730;p71"/>
            <p:cNvSpPr/>
            <p:nvPr/>
          </p:nvSpPr>
          <p:spPr>
            <a:xfrm>
              <a:off x="-34763900" y="3561225"/>
              <a:ext cx="291450" cy="291450"/>
            </a:xfrm>
            <a:custGeom>
              <a:avLst/>
              <a:gdLst/>
              <a:ahLst/>
              <a:cxnLst/>
              <a:rect l="l" t="t" r="r" b="b"/>
              <a:pathLst>
                <a:path w="11658" h="11658" extrusionOk="0">
                  <a:moveTo>
                    <a:pt x="6522" y="2048"/>
                  </a:moveTo>
                  <a:cubicBezTo>
                    <a:pt x="6743" y="2048"/>
                    <a:pt x="6900" y="2206"/>
                    <a:pt x="6900" y="2395"/>
                  </a:cubicBezTo>
                  <a:lnTo>
                    <a:pt x="6900" y="2899"/>
                  </a:lnTo>
                  <a:cubicBezTo>
                    <a:pt x="6995" y="2962"/>
                    <a:pt x="7089" y="2994"/>
                    <a:pt x="7152" y="3025"/>
                  </a:cubicBezTo>
                  <a:lnTo>
                    <a:pt x="7530" y="2678"/>
                  </a:lnTo>
                  <a:cubicBezTo>
                    <a:pt x="7578" y="2615"/>
                    <a:pt x="7664" y="2584"/>
                    <a:pt x="7755" y="2584"/>
                  </a:cubicBezTo>
                  <a:cubicBezTo>
                    <a:pt x="7845" y="2584"/>
                    <a:pt x="7940" y="2615"/>
                    <a:pt x="8003" y="2678"/>
                  </a:cubicBezTo>
                  <a:lnTo>
                    <a:pt x="8979" y="3655"/>
                  </a:lnTo>
                  <a:cubicBezTo>
                    <a:pt x="9106" y="3781"/>
                    <a:pt x="9106" y="4002"/>
                    <a:pt x="8979" y="4128"/>
                  </a:cubicBezTo>
                  <a:lnTo>
                    <a:pt x="8633" y="4474"/>
                  </a:lnTo>
                  <a:cubicBezTo>
                    <a:pt x="8664" y="4569"/>
                    <a:pt x="8696" y="4695"/>
                    <a:pt x="8727" y="4758"/>
                  </a:cubicBezTo>
                  <a:lnTo>
                    <a:pt x="9263" y="4758"/>
                  </a:lnTo>
                  <a:cubicBezTo>
                    <a:pt x="9452" y="4758"/>
                    <a:pt x="9610" y="4915"/>
                    <a:pt x="9610" y="5104"/>
                  </a:cubicBezTo>
                  <a:lnTo>
                    <a:pt x="9610" y="6491"/>
                  </a:lnTo>
                  <a:cubicBezTo>
                    <a:pt x="9610" y="6680"/>
                    <a:pt x="9452" y="6837"/>
                    <a:pt x="9263" y="6837"/>
                  </a:cubicBezTo>
                  <a:lnTo>
                    <a:pt x="8727" y="6837"/>
                  </a:lnTo>
                  <a:cubicBezTo>
                    <a:pt x="8696" y="6963"/>
                    <a:pt x="8664" y="7026"/>
                    <a:pt x="8633" y="7121"/>
                  </a:cubicBezTo>
                  <a:lnTo>
                    <a:pt x="8979" y="7467"/>
                  </a:lnTo>
                  <a:cubicBezTo>
                    <a:pt x="9106" y="7593"/>
                    <a:pt x="9106" y="7814"/>
                    <a:pt x="8979" y="7940"/>
                  </a:cubicBezTo>
                  <a:lnTo>
                    <a:pt x="8003" y="8916"/>
                  </a:lnTo>
                  <a:cubicBezTo>
                    <a:pt x="7940" y="8979"/>
                    <a:pt x="7845" y="9011"/>
                    <a:pt x="7755" y="9011"/>
                  </a:cubicBezTo>
                  <a:cubicBezTo>
                    <a:pt x="7664" y="9011"/>
                    <a:pt x="7578" y="8979"/>
                    <a:pt x="7530" y="8916"/>
                  </a:cubicBezTo>
                  <a:lnTo>
                    <a:pt x="7152" y="8570"/>
                  </a:lnTo>
                  <a:cubicBezTo>
                    <a:pt x="7089" y="8601"/>
                    <a:pt x="6963" y="8664"/>
                    <a:pt x="6900" y="8696"/>
                  </a:cubicBezTo>
                  <a:lnTo>
                    <a:pt x="6900" y="9200"/>
                  </a:lnTo>
                  <a:cubicBezTo>
                    <a:pt x="6900" y="9389"/>
                    <a:pt x="6743" y="9547"/>
                    <a:pt x="6522" y="9547"/>
                  </a:cubicBezTo>
                  <a:lnTo>
                    <a:pt x="5167" y="9547"/>
                  </a:lnTo>
                  <a:cubicBezTo>
                    <a:pt x="4947" y="9547"/>
                    <a:pt x="4789" y="9389"/>
                    <a:pt x="4789" y="9200"/>
                  </a:cubicBezTo>
                  <a:lnTo>
                    <a:pt x="4789" y="8696"/>
                  </a:lnTo>
                  <a:cubicBezTo>
                    <a:pt x="4695" y="8664"/>
                    <a:pt x="4600" y="8601"/>
                    <a:pt x="4537" y="8570"/>
                  </a:cubicBezTo>
                  <a:lnTo>
                    <a:pt x="4159" y="8916"/>
                  </a:lnTo>
                  <a:cubicBezTo>
                    <a:pt x="4112" y="8979"/>
                    <a:pt x="4025" y="9011"/>
                    <a:pt x="3935" y="9011"/>
                  </a:cubicBezTo>
                  <a:cubicBezTo>
                    <a:pt x="3844" y="9011"/>
                    <a:pt x="3750" y="8979"/>
                    <a:pt x="3687" y="8916"/>
                  </a:cubicBezTo>
                  <a:lnTo>
                    <a:pt x="2710" y="7940"/>
                  </a:lnTo>
                  <a:cubicBezTo>
                    <a:pt x="2584" y="7814"/>
                    <a:pt x="2584" y="7593"/>
                    <a:pt x="2710" y="7467"/>
                  </a:cubicBezTo>
                  <a:lnTo>
                    <a:pt x="3057" y="7121"/>
                  </a:lnTo>
                  <a:cubicBezTo>
                    <a:pt x="3025" y="7026"/>
                    <a:pt x="2994" y="6932"/>
                    <a:pt x="2962" y="6837"/>
                  </a:cubicBezTo>
                  <a:lnTo>
                    <a:pt x="2426" y="6837"/>
                  </a:lnTo>
                  <a:cubicBezTo>
                    <a:pt x="2237" y="6837"/>
                    <a:pt x="2080" y="6680"/>
                    <a:pt x="2080" y="6491"/>
                  </a:cubicBezTo>
                  <a:lnTo>
                    <a:pt x="2080" y="5104"/>
                  </a:lnTo>
                  <a:cubicBezTo>
                    <a:pt x="2080" y="4915"/>
                    <a:pt x="2237" y="4758"/>
                    <a:pt x="2426" y="4758"/>
                  </a:cubicBezTo>
                  <a:lnTo>
                    <a:pt x="2962" y="4758"/>
                  </a:lnTo>
                  <a:cubicBezTo>
                    <a:pt x="2994" y="4632"/>
                    <a:pt x="3025" y="4569"/>
                    <a:pt x="3057" y="4474"/>
                  </a:cubicBezTo>
                  <a:lnTo>
                    <a:pt x="2710" y="4128"/>
                  </a:lnTo>
                  <a:cubicBezTo>
                    <a:pt x="2584" y="4002"/>
                    <a:pt x="2584" y="3781"/>
                    <a:pt x="2710" y="3655"/>
                  </a:cubicBezTo>
                  <a:lnTo>
                    <a:pt x="3687" y="2678"/>
                  </a:lnTo>
                  <a:cubicBezTo>
                    <a:pt x="3750" y="2615"/>
                    <a:pt x="3844" y="2584"/>
                    <a:pt x="3935" y="2584"/>
                  </a:cubicBezTo>
                  <a:cubicBezTo>
                    <a:pt x="4025" y="2584"/>
                    <a:pt x="4112" y="2615"/>
                    <a:pt x="4159" y="2678"/>
                  </a:cubicBezTo>
                  <a:lnTo>
                    <a:pt x="4537" y="3025"/>
                  </a:lnTo>
                  <a:cubicBezTo>
                    <a:pt x="4600" y="2994"/>
                    <a:pt x="4726" y="2962"/>
                    <a:pt x="4789" y="2899"/>
                  </a:cubicBezTo>
                  <a:lnTo>
                    <a:pt x="4789" y="2395"/>
                  </a:lnTo>
                  <a:cubicBezTo>
                    <a:pt x="4789" y="2206"/>
                    <a:pt x="4947" y="2048"/>
                    <a:pt x="5167" y="2048"/>
                  </a:cubicBezTo>
                  <a:close/>
                  <a:moveTo>
                    <a:pt x="5829" y="1"/>
                  </a:moveTo>
                  <a:cubicBezTo>
                    <a:pt x="2647" y="1"/>
                    <a:pt x="1" y="2647"/>
                    <a:pt x="1" y="5829"/>
                  </a:cubicBezTo>
                  <a:cubicBezTo>
                    <a:pt x="1" y="6837"/>
                    <a:pt x="284" y="7877"/>
                    <a:pt x="820" y="8790"/>
                  </a:cubicBezTo>
                  <a:lnTo>
                    <a:pt x="32" y="11185"/>
                  </a:lnTo>
                  <a:cubicBezTo>
                    <a:pt x="1" y="11311"/>
                    <a:pt x="32" y="11468"/>
                    <a:pt x="127" y="11531"/>
                  </a:cubicBezTo>
                  <a:cubicBezTo>
                    <a:pt x="174" y="11602"/>
                    <a:pt x="274" y="11638"/>
                    <a:pt x="375" y="11638"/>
                  </a:cubicBezTo>
                  <a:cubicBezTo>
                    <a:pt x="408" y="11638"/>
                    <a:pt x="442" y="11634"/>
                    <a:pt x="473" y="11626"/>
                  </a:cubicBezTo>
                  <a:lnTo>
                    <a:pt x="2868" y="10838"/>
                  </a:lnTo>
                  <a:cubicBezTo>
                    <a:pt x="3781" y="11374"/>
                    <a:pt x="4789" y="11657"/>
                    <a:pt x="5829" y="11657"/>
                  </a:cubicBezTo>
                  <a:cubicBezTo>
                    <a:pt x="9011" y="11657"/>
                    <a:pt x="11657" y="9011"/>
                    <a:pt x="11657" y="5829"/>
                  </a:cubicBezTo>
                  <a:cubicBezTo>
                    <a:pt x="11657" y="2584"/>
                    <a:pt x="9011" y="1"/>
                    <a:pt x="582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34" name="Google Shape;8731;p71"/>
            <p:cNvSpPr/>
            <p:nvPr/>
          </p:nvSpPr>
          <p:spPr>
            <a:xfrm>
              <a:off x="-34644175" y="3680950"/>
              <a:ext cx="51225" cy="51225"/>
            </a:xfrm>
            <a:custGeom>
              <a:avLst/>
              <a:gdLst/>
              <a:ahLst/>
              <a:cxnLst/>
              <a:rect l="l" t="t" r="r" b="b"/>
              <a:pathLst>
                <a:path w="2049" h="2049" extrusionOk="0">
                  <a:moveTo>
                    <a:pt x="1040" y="0"/>
                  </a:moveTo>
                  <a:cubicBezTo>
                    <a:pt x="473" y="0"/>
                    <a:pt x="0" y="473"/>
                    <a:pt x="0" y="1040"/>
                  </a:cubicBezTo>
                  <a:cubicBezTo>
                    <a:pt x="0" y="1576"/>
                    <a:pt x="473" y="2048"/>
                    <a:pt x="1040" y="2048"/>
                  </a:cubicBezTo>
                  <a:cubicBezTo>
                    <a:pt x="1576" y="2048"/>
                    <a:pt x="2048" y="1576"/>
                    <a:pt x="2048" y="1040"/>
                  </a:cubicBezTo>
                  <a:cubicBezTo>
                    <a:pt x="2048" y="441"/>
                    <a:pt x="1576" y="0"/>
                    <a:pt x="104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535" name="Google Shape;8732;p71"/>
          <p:cNvSpPr/>
          <p:nvPr/>
        </p:nvSpPr>
        <p:spPr>
          <a:xfrm>
            <a:off x="8037771" y="2972523"/>
            <a:ext cx="471527" cy="471487"/>
          </a:xfrm>
          <a:custGeom>
            <a:avLst/>
            <a:gdLst/>
            <a:ahLst/>
            <a:cxnLst/>
            <a:rect l="l" t="t" r="r" b="b"/>
            <a:pathLst>
              <a:path w="11658" h="11657" extrusionOk="0">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536" name="Google Shape;8733;p71"/>
          <p:cNvGrpSpPr/>
          <p:nvPr/>
        </p:nvGrpSpPr>
        <p:grpSpPr>
          <a:xfrm>
            <a:off x="6245101" y="3603296"/>
            <a:ext cx="472781" cy="472781"/>
            <a:chOff x="-32927950" y="3227275"/>
            <a:chExt cx="292225" cy="292225"/>
          </a:xfrm>
        </p:grpSpPr>
        <p:sp>
          <p:nvSpPr>
            <p:cNvPr id="537" name="Google Shape;8734;p71"/>
            <p:cNvSpPr/>
            <p:nvPr/>
          </p:nvSpPr>
          <p:spPr>
            <a:xfrm>
              <a:off x="-32927950" y="3228075"/>
              <a:ext cx="69325" cy="291425"/>
            </a:xfrm>
            <a:custGeom>
              <a:avLst/>
              <a:gdLst/>
              <a:ahLst/>
              <a:cxnLst/>
              <a:rect l="l" t="t" r="r" b="b"/>
              <a:pathLst>
                <a:path w="2773" h="11657" extrusionOk="0">
                  <a:moveTo>
                    <a:pt x="1733" y="0"/>
                  </a:moveTo>
                  <a:cubicBezTo>
                    <a:pt x="1198" y="0"/>
                    <a:pt x="725" y="473"/>
                    <a:pt x="725" y="1040"/>
                  </a:cubicBezTo>
                  <a:lnTo>
                    <a:pt x="725" y="1386"/>
                  </a:lnTo>
                  <a:lnTo>
                    <a:pt x="347" y="1386"/>
                  </a:lnTo>
                  <a:cubicBezTo>
                    <a:pt x="158" y="1386"/>
                    <a:pt x="1" y="1544"/>
                    <a:pt x="1" y="1733"/>
                  </a:cubicBezTo>
                  <a:cubicBezTo>
                    <a:pt x="1" y="1922"/>
                    <a:pt x="158" y="2079"/>
                    <a:pt x="347" y="2079"/>
                  </a:cubicBezTo>
                  <a:lnTo>
                    <a:pt x="725" y="2079"/>
                  </a:lnTo>
                  <a:lnTo>
                    <a:pt x="725" y="3466"/>
                  </a:lnTo>
                  <a:lnTo>
                    <a:pt x="347" y="3466"/>
                  </a:lnTo>
                  <a:cubicBezTo>
                    <a:pt x="158" y="3466"/>
                    <a:pt x="1" y="3623"/>
                    <a:pt x="1" y="3812"/>
                  </a:cubicBezTo>
                  <a:cubicBezTo>
                    <a:pt x="1" y="4033"/>
                    <a:pt x="158" y="4190"/>
                    <a:pt x="347" y="4190"/>
                  </a:cubicBezTo>
                  <a:lnTo>
                    <a:pt x="725" y="4190"/>
                  </a:lnTo>
                  <a:lnTo>
                    <a:pt x="725" y="5608"/>
                  </a:lnTo>
                  <a:lnTo>
                    <a:pt x="347" y="5608"/>
                  </a:lnTo>
                  <a:cubicBezTo>
                    <a:pt x="158" y="5608"/>
                    <a:pt x="1" y="5765"/>
                    <a:pt x="1" y="5954"/>
                  </a:cubicBezTo>
                  <a:cubicBezTo>
                    <a:pt x="1" y="6143"/>
                    <a:pt x="158" y="6301"/>
                    <a:pt x="347" y="6301"/>
                  </a:cubicBezTo>
                  <a:lnTo>
                    <a:pt x="725" y="6301"/>
                  </a:lnTo>
                  <a:lnTo>
                    <a:pt x="725" y="7687"/>
                  </a:lnTo>
                  <a:lnTo>
                    <a:pt x="347" y="7687"/>
                  </a:lnTo>
                  <a:cubicBezTo>
                    <a:pt x="158" y="7687"/>
                    <a:pt x="1" y="7845"/>
                    <a:pt x="1" y="8034"/>
                  </a:cubicBezTo>
                  <a:cubicBezTo>
                    <a:pt x="1" y="8223"/>
                    <a:pt x="158" y="8380"/>
                    <a:pt x="347" y="8380"/>
                  </a:cubicBezTo>
                  <a:lnTo>
                    <a:pt x="725" y="8380"/>
                  </a:lnTo>
                  <a:lnTo>
                    <a:pt x="725" y="9767"/>
                  </a:lnTo>
                  <a:lnTo>
                    <a:pt x="347" y="9767"/>
                  </a:lnTo>
                  <a:lnTo>
                    <a:pt x="347" y="9577"/>
                  </a:lnTo>
                  <a:cubicBezTo>
                    <a:pt x="158" y="9577"/>
                    <a:pt x="1" y="9735"/>
                    <a:pt x="1" y="9924"/>
                  </a:cubicBezTo>
                  <a:cubicBezTo>
                    <a:pt x="1" y="10113"/>
                    <a:pt x="158" y="10271"/>
                    <a:pt x="347" y="10271"/>
                  </a:cubicBezTo>
                  <a:lnTo>
                    <a:pt x="725" y="10271"/>
                  </a:lnTo>
                  <a:lnTo>
                    <a:pt x="725" y="10649"/>
                  </a:lnTo>
                  <a:cubicBezTo>
                    <a:pt x="725" y="11184"/>
                    <a:pt x="1198" y="11657"/>
                    <a:pt x="1733" y="11657"/>
                  </a:cubicBezTo>
                  <a:lnTo>
                    <a:pt x="2773" y="11657"/>
                  </a:lnTo>
                  <a:lnTo>
                    <a:pt x="277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38" name="Google Shape;8735;p71"/>
            <p:cNvSpPr/>
            <p:nvPr/>
          </p:nvSpPr>
          <p:spPr>
            <a:xfrm>
              <a:off x="-32841300" y="3227275"/>
              <a:ext cx="154400" cy="291450"/>
            </a:xfrm>
            <a:custGeom>
              <a:avLst/>
              <a:gdLst/>
              <a:ahLst/>
              <a:cxnLst/>
              <a:rect l="l" t="t" r="r" b="b"/>
              <a:pathLst>
                <a:path w="6176" h="11658" extrusionOk="0">
                  <a:moveTo>
                    <a:pt x="4096" y="2048"/>
                  </a:moveTo>
                  <a:cubicBezTo>
                    <a:pt x="4285" y="2048"/>
                    <a:pt x="4442" y="2206"/>
                    <a:pt x="4442" y="2395"/>
                  </a:cubicBezTo>
                  <a:lnTo>
                    <a:pt x="4442" y="3750"/>
                  </a:lnTo>
                  <a:cubicBezTo>
                    <a:pt x="4442" y="3939"/>
                    <a:pt x="4285" y="4096"/>
                    <a:pt x="4096" y="4096"/>
                  </a:cubicBezTo>
                  <a:lnTo>
                    <a:pt x="3088" y="4096"/>
                  </a:lnTo>
                  <a:lnTo>
                    <a:pt x="3088" y="7562"/>
                  </a:lnTo>
                  <a:lnTo>
                    <a:pt x="4096" y="7562"/>
                  </a:lnTo>
                  <a:cubicBezTo>
                    <a:pt x="4285" y="7562"/>
                    <a:pt x="4442" y="7719"/>
                    <a:pt x="4442" y="7908"/>
                  </a:cubicBezTo>
                  <a:lnTo>
                    <a:pt x="4442" y="9294"/>
                  </a:lnTo>
                  <a:cubicBezTo>
                    <a:pt x="4442" y="9483"/>
                    <a:pt x="4285" y="9641"/>
                    <a:pt x="4096" y="9641"/>
                  </a:cubicBezTo>
                  <a:lnTo>
                    <a:pt x="3088" y="9641"/>
                  </a:lnTo>
                  <a:cubicBezTo>
                    <a:pt x="2332" y="9641"/>
                    <a:pt x="1701" y="9011"/>
                    <a:pt x="1701" y="8255"/>
                  </a:cubicBezTo>
                  <a:lnTo>
                    <a:pt x="1701" y="3435"/>
                  </a:lnTo>
                  <a:cubicBezTo>
                    <a:pt x="1701" y="2678"/>
                    <a:pt x="2332" y="2048"/>
                    <a:pt x="3088" y="2048"/>
                  </a:cubicBezTo>
                  <a:close/>
                  <a:moveTo>
                    <a:pt x="0" y="1"/>
                  </a:moveTo>
                  <a:lnTo>
                    <a:pt x="0" y="11657"/>
                  </a:lnTo>
                  <a:lnTo>
                    <a:pt x="5167" y="11657"/>
                  </a:lnTo>
                  <a:cubicBezTo>
                    <a:pt x="5703" y="11657"/>
                    <a:pt x="6175" y="11185"/>
                    <a:pt x="6175" y="10618"/>
                  </a:cubicBezTo>
                  <a:lnTo>
                    <a:pt x="6175" y="1009"/>
                  </a:lnTo>
                  <a:cubicBezTo>
                    <a:pt x="6175" y="473"/>
                    <a:pt x="5703" y="1"/>
                    <a:pt x="516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39" name="Google Shape;8736;p71"/>
            <p:cNvSpPr/>
            <p:nvPr/>
          </p:nvSpPr>
          <p:spPr>
            <a:xfrm>
              <a:off x="-32669600" y="3261925"/>
              <a:ext cx="33875" cy="51225"/>
            </a:xfrm>
            <a:custGeom>
              <a:avLst/>
              <a:gdLst/>
              <a:ahLst/>
              <a:cxnLst/>
              <a:rect l="l" t="t" r="r" b="b"/>
              <a:pathLst>
                <a:path w="1355" h="2049" extrusionOk="0">
                  <a:moveTo>
                    <a:pt x="0" y="1"/>
                  </a:moveTo>
                  <a:lnTo>
                    <a:pt x="0" y="2049"/>
                  </a:lnTo>
                  <a:lnTo>
                    <a:pt x="1355" y="2049"/>
                  </a:lnTo>
                  <a:lnTo>
                    <a:pt x="1355" y="347"/>
                  </a:lnTo>
                  <a:cubicBezTo>
                    <a:pt x="1355" y="158"/>
                    <a:pt x="1197" y="1"/>
                    <a:pt x="100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40" name="Google Shape;8737;p71"/>
            <p:cNvSpPr/>
            <p:nvPr/>
          </p:nvSpPr>
          <p:spPr>
            <a:xfrm>
              <a:off x="-32669600" y="3329675"/>
              <a:ext cx="33875" cy="35450"/>
            </a:xfrm>
            <a:custGeom>
              <a:avLst/>
              <a:gdLst/>
              <a:ahLst/>
              <a:cxnLst/>
              <a:rect l="l" t="t" r="r" b="b"/>
              <a:pathLst>
                <a:path w="1355" h="1418" extrusionOk="0">
                  <a:moveTo>
                    <a:pt x="0" y="0"/>
                  </a:moveTo>
                  <a:lnTo>
                    <a:pt x="0" y="1418"/>
                  </a:lnTo>
                  <a:lnTo>
                    <a:pt x="1355" y="1418"/>
                  </a:lnTo>
                  <a:lnTo>
                    <a:pt x="135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41" name="Google Shape;8738;p71"/>
            <p:cNvSpPr/>
            <p:nvPr/>
          </p:nvSpPr>
          <p:spPr>
            <a:xfrm>
              <a:off x="-32669600" y="3381650"/>
              <a:ext cx="33875" cy="51225"/>
            </a:xfrm>
            <a:custGeom>
              <a:avLst/>
              <a:gdLst/>
              <a:ahLst/>
              <a:cxnLst/>
              <a:rect l="l" t="t" r="r" b="b"/>
              <a:pathLst>
                <a:path w="1355" h="2049" extrusionOk="0">
                  <a:moveTo>
                    <a:pt x="0" y="0"/>
                  </a:moveTo>
                  <a:lnTo>
                    <a:pt x="0" y="2048"/>
                  </a:lnTo>
                  <a:lnTo>
                    <a:pt x="1008" y="2048"/>
                  </a:lnTo>
                  <a:cubicBezTo>
                    <a:pt x="1197" y="2048"/>
                    <a:pt x="1355" y="1891"/>
                    <a:pt x="1355" y="1702"/>
                  </a:cubicBezTo>
                  <a:lnTo>
                    <a:pt x="135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542" name="Google Shape;8739;p71"/>
          <p:cNvGrpSpPr/>
          <p:nvPr/>
        </p:nvGrpSpPr>
        <p:grpSpPr>
          <a:xfrm>
            <a:off x="6244455" y="4231449"/>
            <a:ext cx="474076" cy="471527"/>
            <a:chOff x="-32927950" y="3586425"/>
            <a:chExt cx="293025" cy="291450"/>
          </a:xfrm>
        </p:grpSpPr>
        <p:sp>
          <p:nvSpPr>
            <p:cNvPr id="543" name="Google Shape;8740;p71"/>
            <p:cNvSpPr/>
            <p:nvPr/>
          </p:nvSpPr>
          <p:spPr>
            <a:xfrm>
              <a:off x="-32927950" y="3843975"/>
              <a:ext cx="293025" cy="33900"/>
            </a:xfrm>
            <a:custGeom>
              <a:avLst/>
              <a:gdLst/>
              <a:ahLst/>
              <a:cxnLst/>
              <a:rect l="l" t="t" r="r" b="b"/>
              <a:pathLst>
                <a:path w="11721" h="1356" extrusionOk="0">
                  <a:moveTo>
                    <a:pt x="662" y="1"/>
                  </a:moveTo>
                  <a:cubicBezTo>
                    <a:pt x="284" y="1"/>
                    <a:pt x="1" y="316"/>
                    <a:pt x="1" y="662"/>
                  </a:cubicBezTo>
                  <a:lnTo>
                    <a:pt x="1" y="1009"/>
                  </a:lnTo>
                  <a:cubicBezTo>
                    <a:pt x="1" y="1198"/>
                    <a:pt x="158" y="1355"/>
                    <a:pt x="347" y="1355"/>
                  </a:cubicBezTo>
                  <a:lnTo>
                    <a:pt x="11342" y="1355"/>
                  </a:lnTo>
                  <a:cubicBezTo>
                    <a:pt x="11563" y="1355"/>
                    <a:pt x="11720" y="1198"/>
                    <a:pt x="11720" y="1009"/>
                  </a:cubicBezTo>
                  <a:lnTo>
                    <a:pt x="11720" y="694"/>
                  </a:lnTo>
                  <a:cubicBezTo>
                    <a:pt x="11689" y="316"/>
                    <a:pt x="11374" y="1"/>
                    <a:pt x="1099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44" name="Google Shape;8741;p71"/>
            <p:cNvSpPr/>
            <p:nvPr/>
          </p:nvSpPr>
          <p:spPr>
            <a:xfrm>
              <a:off x="-32872025" y="3723475"/>
              <a:ext cx="180400" cy="52000"/>
            </a:xfrm>
            <a:custGeom>
              <a:avLst/>
              <a:gdLst/>
              <a:ahLst/>
              <a:cxnLst/>
              <a:rect l="l" t="t" r="r" b="b"/>
              <a:pathLst>
                <a:path w="7216" h="2080" extrusionOk="0">
                  <a:moveTo>
                    <a:pt x="757" y="1"/>
                  </a:moveTo>
                  <a:lnTo>
                    <a:pt x="0" y="2080"/>
                  </a:lnTo>
                  <a:lnTo>
                    <a:pt x="7215" y="2080"/>
                  </a:lnTo>
                  <a:lnTo>
                    <a:pt x="652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45" name="Google Shape;8742;p71"/>
            <p:cNvSpPr/>
            <p:nvPr/>
          </p:nvSpPr>
          <p:spPr>
            <a:xfrm>
              <a:off x="-32890150" y="3792775"/>
              <a:ext cx="217425" cy="33900"/>
            </a:xfrm>
            <a:custGeom>
              <a:avLst/>
              <a:gdLst/>
              <a:ahLst/>
              <a:cxnLst/>
              <a:rect l="l" t="t" r="r" b="b"/>
              <a:pathLst>
                <a:path w="8697" h="1356" extrusionOk="0">
                  <a:moveTo>
                    <a:pt x="505" y="1"/>
                  </a:moveTo>
                  <a:lnTo>
                    <a:pt x="1" y="1356"/>
                  </a:lnTo>
                  <a:lnTo>
                    <a:pt x="8696" y="1356"/>
                  </a:lnTo>
                  <a:lnTo>
                    <a:pt x="822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46" name="Google Shape;8743;p71"/>
            <p:cNvSpPr/>
            <p:nvPr/>
          </p:nvSpPr>
          <p:spPr>
            <a:xfrm>
              <a:off x="-32822400" y="3586425"/>
              <a:ext cx="82725" cy="52800"/>
            </a:xfrm>
            <a:custGeom>
              <a:avLst/>
              <a:gdLst/>
              <a:ahLst/>
              <a:cxnLst/>
              <a:rect l="l" t="t" r="r" b="b"/>
              <a:pathLst>
                <a:path w="3309" h="2112" extrusionOk="0">
                  <a:moveTo>
                    <a:pt x="1639" y="1"/>
                  </a:moveTo>
                  <a:cubicBezTo>
                    <a:pt x="1103" y="1"/>
                    <a:pt x="599" y="379"/>
                    <a:pt x="441" y="883"/>
                  </a:cubicBezTo>
                  <a:lnTo>
                    <a:pt x="0" y="2112"/>
                  </a:lnTo>
                  <a:lnTo>
                    <a:pt x="3308" y="2112"/>
                  </a:lnTo>
                  <a:lnTo>
                    <a:pt x="2867" y="883"/>
                  </a:lnTo>
                  <a:cubicBezTo>
                    <a:pt x="2678" y="316"/>
                    <a:pt x="2206" y="1"/>
                    <a:pt x="163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47" name="Google Shape;8744;p71"/>
            <p:cNvSpPr/>
            <p:nvPr/>
          </p:nvSpPr>
          <p:spPr>
            <a:xfrm>
              <a:off x="-32846825" y="3655750"/>
              <a:ext cx="131550" cy="51200"/>
            </a:xfrm>
            <a:custGeom>
              <a:avLst/>
              <a:gdLst/>
              <a:ahLst/>
              <a:cxnLst/>
              <a:rect l="l" t="t" r="r" b="b"/>
              <a:pathLst>
                <a:path w="5262" h="2048" extrusionOk="0">
                  <a:moveTo>
                    <a:pt x="694" y="0"/>
                  </a:moveTo>
                  <a:lnTo>
                    <a:pt x="1" y="2048"/>
                  </a:lnTo>
                  <a:lnTo>
                    <a:pt x="5262" y="2048"/>
                  </a:lnTo>
                  <a:lnTo>
                    <a:pt x="450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548" name="Google Shape;8745;p71"/>
          <p:cNvGrpSpPr/>
          <p:nvPr/>
        </p:nvGrpSpPr>
        <p:grpSpPr>
          <a:xfrm>
            <a:off x="6245101" y="4850095"/>
            <a:ext cx="472781" cy="474076"/>
            <a:chOff x="-32927950" y="3944800"/>
            <a:chExt cx="292225" cy="293025"/>
          </a:xfrm>
        </p:grpSpPr>
        <p:sp>
          <p:nvSpPr>
            <p:cNvPr id="549" name="Google Shape;8746;p71"/>
            <p:cNvSpPr/>
            <p:nvPr/>
          </p:nvSpPr>
          <p:spPr>
            <a:xfrm>
              <a:off x="-32927950" y="3944800"/>
              <a:ext cx="69325" cy="292225"/>
            </a:xfrm>
            <a:custGeom>
              <a:avLst/>
              <a:gdLst/>
              <a:ahLst/>
              <a:cxnLst/>
              <a:rect l="l" t="t" r="r" b="b"/>
              <a:pathLst>
                <a:path w="2773" h="11689" extrusionOk="0">
                  <a:moveTo>
                    <a:pt x="1418" y="0"/>
                  </a:moveTo>
                  <a:cubicBezTo>
                    <a:pt x="1072" y="0"/>
                    <a:pt x="757" y="315"/>
                    <a:pt x="757" y="662"/>
                  </a:cubicBezTo>
                  <a:lnTo>
                    <a:pt x="757" y="9578"/>
                  </a:lnTo>
                  <a:cubicBezTo>
                    <a:pt x="757" y="9830"/>
                    <a:pt x="914" y="10050"/>
                    <a:pt x="1103" y="10176"/>
                  </a:cubicBezTo>
                  <a:lnTo>
                    <a:pt x="1103" y="10996"/>
                  </a:lnTo>
                  <a:lnTo>
                    <a:pt x="347" y="10996"/>
                  </a:lnTo>
                  <a:cubicBezTo>
                    <a:pt x="158" y="10996"/>
                    <a:pt x="1" y="11153"/>
                    <a:pt x="1" y="11342"/>
                  </a:cubicBezTo>
                  <a:cubicBezTo>
                    <a:pt x="1" y="11531"/>
                    <a:pt x="158" y="11689"/>
                    <a:pt x="347" y="11689"/>
                  </a:cubicBezTo>
                  <a:lnTo>
                    <a:pt x="2395" y="11689"/>
                  </a:lnTo>
                  <a:cubicBezTo>
                    <a:pt x="2616" y="11689"/>
                    <a:pt x="2773" y="11531"/>
                    <a:pt x="2773" y="11342"/>
                  </a:cubicBezTo>
                  <a:cubicBezTo>
                    <a:pt x="2773" y="11153"/>
                    <a:pt x="2616" y="10996"/>
                    <a:pt x="2395" y="10996"/>
                  </a:cubicBezTo>
                  <a:lnTo>
                    <a:pt x="1733" y="10996"/>
                  </a:lnTo>
                  <a:lnTo>
                    <a:pt x="1733" y="10176"/>
                  </a:lnTo>
                  <a:cubicBezTo>
                    <a:pt x="1922" y="10050"/>
                    <a:pt x="2080" y="9861"/>
                    <a:pt x="2080" y="9578"/>
                  </a:cubicBezTo>
                  <a:lnTo>
                    <a:pt x="2080" y="662"/>
                  </a:lnTo>
                  <a:cubicBezTo>
                    <a:pt x="2080" y="284"/>
                    <a:pt x="1765" y="0"/>
                    <a:pt x="141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50" name="Google Shape;8747;p71"/>
            <p:cNvSpPr/>
            <p:nvPr/>
          </p:nvSpPr>
          <p:spPr>
            <a:xfrm>
              <a:off x="-32720800" y="4057425"/>
              <a:ext cx="85075" cy="25225"/>
            </a:xfrm>
            <a:custGeom>
              <a:avLst/>
              <a:gdLst/>
              <a:ahLst/>
              <a:cxnLst/>
              <a:rect l="l" t="t" r="r" b="b"/>
              <a:pathLst>
                <a:path w="3403" h="1009" extrusionOk="0">
                  <a:moveTo>
                    <a:pt x="505" y="1"/>
                  </a:moveTo>
                  <a:cubicBezTo>
                    <a:pt x="221" y="1"/>
                    <a:pt x="0" y="221"/>
                    <a:pt x="0" y="505"/>
                  </a:cubicBezTo>
                  <a:cubicBezTo>
                    <a:pt x="0" y="788"/>
                    <a:pt x="221" y="1009"/>
                    <a:pt x="505" y="1009"/>
                  </a:cubicBezTo>
                  <a:lnTo>
                    <a:pt x="2899" y="1009"/>
                  </a:lnTo>
                  <a:cubicBezTo>
                    <a:pt x="3182" y="1009"/>
                    <a:pt x="3403" y="788"/>
                    <a:pt x="3403" y="505"/>
                  </a:cubicBezTo>
                  <a:cubicBezTo>
                    <a:pt x="3403" y="190"/>
                    <a:pt x="3182" y="1"/>
                    <a:pt x="289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51" name="Google Shape;8748;p71"/>
            <p:cNvSpPr/>
            <p:nvPr/>
          </p:nvSpPr>
          <p:spPr>
            <a:xfrm>
              <a:off x="-32720800" y="4099950"/>
              <a:ext cx="85075" cy="25225"/>
            </a:xfrm>
            <a:custGeom>
              <a:avLst/>
              <a:gdLst/>
              <a:ahLst/>
              <a:cxnLst/>
              <a:rect l="l" t="t" r="r" b="b"/>
              <a:pathLst>
                <a:path w="3403" h="1009" extrusionOk="0">
                  <a:moveTo>
                    <a:pt x="505" y="1"/>
                  </a:moveTo>
                  <a:cubicBezTo>
                    <a:pt x="221" y="1"/>
                    <a:pt x="0" y="221"/>
                    <a:pt x="0" y="505"/>
                  </a:cubicBezTo>
                  <a:cubicBezTo>
                    <a:pt x="0" y="788"/>
                    <a:pt x="221" y="1009"/>
                    <a:pt x="505" y="1009"/>
                  </a:cubicBezTo>
                  <a:lnTo>
                    <a:pt x="2899" y="1009"/>
                  </a:lnTo>
                  <a:cubicBezTo>
                    <a:pt x="3182" y="1009"/>
                    <a:pt x="3403" y="788"/>
                    <a:pt x="3403" y="505"/>
                  </a:cubicBezTo>
                  <a:cubicBezTo>
                    <a:pt x="3403" y="221"/>
                    <a:pt x="3182" y="1"/>
                    <a:pt x="289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52" name="Google Shape;8749;p71"/>
            <p:cNvSpPr/>
            <p:nvPr/>
          </p:nvSpPr>
          <p:spPr>
            <a:xfrm>
              <a:off x="-32720800" y="4141700"/>
              <a:ext cx="67750" cy="26025"/>
            </a:xfrm>
            <a:custGeom>
              <a:avLst/>
              <a:gdLst/>
              <a:ahLst/>
              <a:cxnLst/>
              <a:rect l="l" t="t" r="r" b="b"/>
              <a:pathLst>
                <a:path w="2710" h="1041" extrusionOk="0">
                  <a:moveTo>
                    <a:pt x="505" y="1"/>
                  </a:moveTo>
                  <a:cubicBezTo>
                    <a:pt x="221" y="1"/>
                    <a:pt x="0" y="253"/>
                    <a:pt x="0" y="536"/>
                  </a:cubicBezTo>
                  <a:cubicBezTo>
                    <a:pt x="0" y="788"/>
                    <a:pt x="221" y="1040"/>
                    <a:pt x="505" y="1040"/>
                  </a:cubicBezTo>
                  <a:lnTo>
                    <a:pt x="2206" y="1040"/>
                  </a:lnTo>
                  <a:cubicBezTo>
                    <a:pt x="2458" y="1040"/>
                    <a:pt x="2710" y="788"/>
                    <a:pt x="2710" y="536"/>
                  </a:cubicBezTo>
                  <a:cubicBezTo>
                    <a:pt x="2710" y="253"/>
                    <a:pt x="2521" y="1"/>
                    <a:pt x="220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53" name="Google Shape;8750;p71"/>
            <p:cNvSpPr/>
            <p:nvPr/>
          </p:nvSpPr>
          <p:spPr>
            <a:xfrm>
              <a:off x="-32754675" y="3944800"/>
              <a:ext cx="51225" cy="52000"/>
            </a:xfrm>
            <a:custGeom>
              <a:avLst/>
              <a:gdLst/>
              <a:ahLst/>
              <a:cxnLst/>
              <a:rect l="l" t="t" r="r" b="b"/>
              <a:pathLst>
                <a:path w="2049" h="2080" extrusionOk="0">
                  <a:moveTo>
                    <a:pt x="1702" y="0"/>
                  </a:moveTo>
                  <a:cubicBezTo>
                    <a:pt x="757" y="0"/>
                    <a:pt x="1" y="788"/>
                    <a:pt x="1" y="1733"/>
                  </a:cubicBezTo>
                  <a:lnTo>
                    <a:pt x="1" y="2080"/>
                  </a:lnTo>
                  <a:lnTo>
                    <a:pt x="2049" y="2080"/>
                  </a:lnTo>
                  <a:lnTo>
                    <a:pt x="204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54" name="Google Shape;8751;p71"/>
            <p:cNvSpPr/>
            <p:nvPr/>
          </p:nvSpPr>
          <p:spPr>
            <a:xfrm>
              <a:off x="-32687725" y="3944800"/>
              <a:ext cx="34675" cy="55150"/>
            </a:xfrm>
            <a:custGeom>
              <a:avLst/>
              <a:gdLst/>
              <a:ahLst/>
              <a:cxnLst/>
              <a:rect l="l" t="t" r="r" b="b"/>
              <a:pathLst>
                <a:path w="1387" h="2206" extrusionOk="0">
                  <a:moveTo>
                    <a:pt x="1" y="0"/>
                  </a:moveTo>
                  <a:lnTo>
                    <a:pt x="1" y="2111"/>
                  </a:lnTo>
                  <a:lnTo>
                    <a:pt x="883" y="2111"/>
                  </a:lnTo>
                  <a:cubicBezTo>
                    <a:pt x="1072" y="2111"/>
                    <a:pt x="1261" y="2143"/>
                    <a:pt x="1387" y="2206"/>
                  </a:cubicBezTo>
                  <a:lnTo>
                    <a:pt x="1387" y="1040"/>
                  </a:lnTo>
                  <a:cubicBezTo>
                    <a:pt x="1387" y="473"/>
                    <a:pt x="914" y="0"/>
                    <a:pt x="3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55" name="Google Shape;8752;p71"/>
            <p:cNvSpPr/>
            <p:nvPr/>
          </p:nvSpPr>
          <p:spPr>
            <a:xfrm>
              <a:off x="-32860200" y="4014100"/>
              <a:ext cx="207150" cy="153625"/>
            </a:xfrm>
            <a:custGeom>
              <a:avLst/>
              <a:gdLst/>
              <a:ahLst/>
              <a:cxnLst/>
              <a:rect l="l" t="t" r="r" b="b"/>
              <a:pathLst>
                <a:path w="8286" h="6145" extrusionOk="0">
                  <a:moveTo>
                    <a:pt x="0" y="1"/>
                  </a:moveTo>
                  <a:lnTo>
                    <a:pt x="0" y="6144"/>
                  </a:lnTo>
                  <a:lnTo>
                    <a:pt x="378" y="6144"/>
                  </a:lnTo>
                  <a:cubicBezTo>
                    <a:pt x="756" y="6144"/>
                    <a:pt x="1071" y="5892"/>
                    <a:pt x="1260" y="5577"/>
                  </a:cubicBezTo>
                  <a:lnTo>
                    <a:pt x="2016" y="5955"/>
                  </a:lnTo>
                  <a:cubicBezTo>
                    <a:pt x="2268" y="6050"/>
                    <a:pt x="2552" y="6144"/>
                    <a:pt x="2773" y="6144"/>
                  </a:cubicBezTo>
                  <a:lnTo>
                    <a:pt x="3497" y="6144"/>
                  </a:lnTo>
                  <a:lnTo>
                    <a:pt x="3497" y="3057"/>
                  </a:lnTo>
                  <a:cubicBezTo>
                    <a:pt x="3214" y="3309"/>
                    <a:pt x="2867" y="3435"/>
                    <a:pt x="2457" y="3435"/>
                  </a:cubicBezTo>
                  <a:cubicBezTo>
                    <a:pt x="2268" y="3435"/>
                    <a:pt x="2111" y="3277"/>
                    <a:pt x="2111" y="3057"/>
                  </a:cubicBezTo>
                  <a:cubicBezTo>
                    <a:pt x="2111" y="2868"/>
                    <a:pt x="2268" y="2710"/>
                    <a:pt x="2457" y="2710"/>
                  </a:cubicBezTo>
                  <a:cubicBezTo>
                    <a:pt x="3025" y="2710"/>
                    <a:pt x="3497" y="2238"/>
                    <a:pt x="3497" y="1702"/>
                  </a:cubicBezTo>
                  <a:lnTo>
                    <a:pt x="3497" y="1009"/>
                  </a:lnTo>
                  <a:lnTo>
                    <a:pt x="7782" y="1009"/>
                  </a:lnTo>
                  <a:cubicBezTo>
                    <a:pt x="8065" y="1009"/>
                    <a:pt x="8286" y="788"/>
                    <a:pt x="8286" y="505"/>
                  </a:cubicBezTo>
                  <a:cubicBezTo>
                    <a:pt x="8286" y="221"/>
                    <a:pt x="8065" y="1"/>
                    <a:pt x="7782" y="1"/>
                  </a:cubicBezTo>
                  <a:lnTo>
                    <a:pt x="3560" y="1"/>
                  </a:lnTo>
                  <a:cubicBezTo>
                    <a:pt x="3308" y="1"/>
                    <a:pt x="2899" y="158"/>
                    <a:pt x="2583" y="442"/>
                  </a:cubicBezTo>
                  <a:cubicBezTo>
                    <a:pt x="2426" y="599"/>
                    <a:pt x="2205" y="662"/>
                    <a:pt x="1985" y="662"/>
                  </a:cubicBezTo>
                  <a:lnTo>
                    <a:pt x="1323" y="662"/>
                  </a:lnTo>
                  <a:cubicBezTo>
                    <a:pt x="1166" y="284"/>
                    <a:pt x="788" y="1"/>
                    <a:pt x="37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56" name="Google Shape;8753;p71"/>
            <p:cNvSpPr/>
            <p:nvPr/>
          </p:nvSpPr>
          <p:spPr>
            <a:xfrm>
              <a:off x="-32755450" y="4055850"/>
              <a:ext cx="51200" cy="181175"/>
            </a:xfrm>
            <a:custGeom>
              <a:avLst/>
              <a:gdLst/>
              <a:ahLst/>
              <a:cxnLst/>
              <a:rect l="l" t="t" r="r" b="b"/>
              <a:pathLst>
                <a:path w="2048" h="7247" extrusionOk="0">
                  <a:moveTo>
                    <a:pt x="0" y="1"/>
                  </a:moveTo>
                  <a:lnTo>
                    <a:pt x="0" y="64"/>
                  </a:lnTo>
                  <a:lnTo>
                    <a:pt x="0" y="5514"/>
                  </a:lnTo>
                  <a:cubicBezTo>
                    <a:pt x="0" y="6459"/>
                    <a:pt x="756" y="7247"/>
                    <a:pt x="1701" y="7247"/>
                  </a:cubicBezTo>
                  <a:lnTo>
                    <a:pt x="2048" y="7247"/>
                  </a:lnTo>
                  <a:lnTo>
                    <a:pt x="2048" y="5167"/>
                  </a:lnTo>
                  <a:lnTo>
                    <a:pt x="1891" y="5167"/>
                  </a:lnTo>
                  <a:cubicBezTo>
                    <a:pt x="1229" y="5167"/>
                    <a:pt x="725" y="4632"/>
                    <a:pt x="725" y="4002"/>
                  </a:cubicBezTo>
                  <a:cubicBezTo>
                    <a:pt x="725" y="3624"/>
                    <a:pt x="882" y="3372"/>
                    <a:pt x="1071" y="3120"/>
                  </a:cubicBezTo>
                  <a:cubicBezTo>
                    <a:pt x="819" y="2899"/>
                    <a:pt x="725" y="2615"/>
                    <a:pt x="725" y="2269"/>
                  </a:cubicBezTo>
                  <a:cubicBezTo>
                    <a:pt x="725" y="1922"/>
                    <a:pt x="882" y="1639"/>
                    <a:pt x="1071" y="1387"/>
                  </a:cubicBezTo>
                  <a:cubicBezTo>
                    <a:pt x="819" y="1166"/>
                    <a:pt x="725" y="883"/>
                    <a:pt x="725" y="536"/>
                  </a:cubicBezTo>
                  <a:cubicBezTo>
                    <a:pt x="725" y="316"/>
                    <a:pt x="756" y="190"/>
                    <a:pt x="81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57" name="Google Shape;8754;p71"/>
            <p:cNvSpPr/>
            <p:nvPr/>
          </p:nvSpPr>
          <p:spPr>
            <a:xfrm>
              <a:off x="-32686925" y="4182650"/>
              <a:ext cx="34675" cy="55175"/>
            </a:xfrm>
            <a:custGeom>
              <a:avLst/>
              <a:gdLst/>
              <a:ahLst/>
              <a:cxnLst/>
              <a:rect l="l" t="t" r="r" b="b"/>
              <a:pathLst>
                <a:path w="1387" h="2207" extrusionOk="0">
                  <a:moveTo>
                    <a:pt x="1386" y="1"/>
                  </a:moveTo>
                  <a:cubicBezTo>
                    <a:pt x="1229" y="64"/>
                    <a:pt x="1071" y="95"/>
                    <a:pt x="882" y="95"/>
                  </a:cubicBezTo>
                  <a:lnTo>
                    <a:pt x="0" y="95"/>
                  </a:lnTo>
                  <a:lnTo>
                    <a:pt x="0" y="2206"/>
                  </a:lnTo>
                  <a:lnTo>
                    <a:pt x="378" y="2206"/>
                  </a:lnTo>
                  <a:cubicBezTo>
                    <a:pt x="914" y="2206"/>
                    <a:pt x="1386" y="1734"/>
                    <a:pt x="1386" y="1167"/>
                  </a:cubicBezTo>
                  <a:lnTo>
                    <a:pt x="138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558" name="Google Shape;8755;p71"/>
          <p:cNvGrpSpPr/>
          <p:nvPr/>
        </p:nvGrpSpPr>
        <p:grpSpPr>
          <a:xfrm>
            <a:off x="9216824" y="3603763"/>
            <a:ext cx="472781" cy="471851"/>
            <a:chOff x="-31094350" y="3194000"/>
            <a:chExt cx="292225" cy="291650"/>
          </a:xfrm>
        </p:grpSpPr>
        <p:sp>
          <p:nvSpPr>
            <p:cNvPr id="559" name="Google Shape;8756;p71"/>
            <p:cNvSpPr/>
            <p:nvPr/>
          </p:nvSpPr>
          <p:spPr>
            <a:xfrm>
              <a:off x="-31033700" y="3194000"/>
              <a:ext cx="103200" cy="34100"/>
            </a:xfrm>
            <a:custGeom>
              <a:avLst/>
              <a:gdLst/>
              <a:ahLst/>
              <a:cxnLst/>
              <a:rect l="l" t="t" r="r" b="b"/>
              <a:pathLst>
                <a:path w="4128" h="1364" extrusionOk="0">
                  <a:moveTo>
                    <a:pt x="645" y="0"/>
                  </a:moveTo>
                  <a:cubicBezTo>
                    <a:pt x="263" y="0"/>
                    <a:pt x="0" y="296"/>
                    <a:pt x="0" y="670"/>
                  </a:cubicBezTo>
                  <a:lnTo>
                    <a:pt x="0" y="1016"/>
                  </a:lnTo>
                  <a:cubicBezTo>
                    <a:pt x="0" y="1205"/>
                    <a:pt x="158" y="1363"/>
                    <a:pt x="347" y="1363"/>
                  </a:cubicBezTo>
                  <a:lnTo>
                    <a:pt x="3781" y="1363"/>
                  </a:lnTo>
                  <a:cubicBezTo>
                    <a:pt x="3970" y="1363"/>
                    <a:pt x="4127" y="1205"/>
                    <a:pt x="4127" y="1016"/>
                  </a:cubicBezTo>
                  <a:lnTo>
                    <a:pt x="4127" y="670"/>
                  </a:lnTo>
                  <a:cubicBezTo>
                    <a:pt x="4127" y="260"/>
                    <a:pt x="3812" y="8"/>
                    <a:pt x="3466" y="8"/>
                  </a:cubicBezTo>
                  <a:lnTo>
                    <a:pt x="756" y="8"/>
                  </a:lnTo>
                  <a:cubicBezTo>
                    <a:pt x="718" y="3"/>
                    <a:pt x="681" y="0"/>
                    <a:pt x="64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60" name="Google Shape;8757;p71"/>
            <p:cNvSpPr/>
            <p:nvPr/>
          </p:nvSpPr>
          <p:spPr>
            <a:xfrm>
              <a:off x="-31042375" y="3346200"/>
              <a:ext cx="16550" cy="18150"/>
            </a:xfrm>
            <a:custGeom>
              <a:avLst/>
              <a:gdLst/>
              <a:ahLst/>
              <a:cxnLst/>
              <a:rect l="l" t="t" r="r" b="b"/>
              <a:pathLst>
                <a:path w="662" h="726" extrusionOk="0">
                  <a:moveTo>
                    <a:pt x="1" y="1"/>
                  </a:moveTo>
                  <a:lnTo>
                    <a:pt x="1" y="725"/>
                  </a:lnTo>
                  <a:lnTo>
                    <a:pt x="662" y="725"/>
                  </a:lnTo>
                  <a:lnTo>
                    <a:pt x="66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61" name="Google Shape;8758;p71"/>
            <p:cNvSpPr/>
            <p:nvPr/>
          </p:nvSpPr>
          <p:spPr>
            <a:xfrm>
              <a:off x="-31042375" y="3278475"/>
              <a:ext cx="16550" cy="16550"/>
            </a:xfrm>
            <a:custGeom>
              <a:avLst/>
              <a:gdLst/>
              <a:ahLst/>
              <a:cxnLst/>
              <a:rect l="l" t="t" r="r" b="b"/>
              <a:pathLst>
                <a:path w="662" h="662" extrusionOk="0">
                  <a:moveTo>
                    <a:pt x="1" y="0"/>
                  </a:moveTo>
                  <a:lnTo>
                    <a:pt x="1" y="662"/>
                  </a:lnTo>
                  <a:lnTo>
                    <a:pt x="662" y="662"/>
                  </a:lnTo>
                  <a:lnTo>
                    <a:pt x="66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62" name="Google Shape;8759;p71"/>
            <p:cNvSpPr/>
            <p:nvPr/>
          </p:nvSpPr>
          <p:spPr>
            <a:xfrm>
              <a:off x="-31042375" y="3416300"/>
              <a:ext cx="16550" cy="16575"/>
            </a:xfrm>
            <a:custGeom>
              <a:avLst/>
              <a:gdLst/>
              <a:ahLst/>
              <a:cxnLst/>
              <a:rect l="l" t="t" r="r" b="b"/>
              <a:pathLst>
                <a:path w="662" h="663" extrusionOk="0">
                  <a:moveTo>
                    <a:pt x="1" y="1"/>
                  </a:moveTo>
                  <a:lnTo>
                    <a:pt x="1" y="662"/>
                  </a:lnTo>
                  <a:lnTo>
                    <a:pt x="662" y="662"/>
                  </a:lnTo>
                  <a:lnTo>
                    <a:pt x="66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63" name="Google Shape;8760;p71"/>
            <p:cNvSpPr/>
            <p:nvPr/>
          </p:nvSpPr>
          <p:spPr>
            <a:xfrm>
              <a:off x="-31094350" y="3210725"/>
              <a:ext cx="222900" cy="274925"/>
            </a:xfrm>
            <a:custGeom>
              <a:avLst/>
              <a:gdLst/>
              <a:ahLst/>
              <a:cxnLst/>
              <a:rect l="l" t="t" r="r" b="b"/>
              <a:pathLst>
                <a:path w="8916" h="10997" extrusionOk="0">
                  <a:moveTo>
                    <a:pt x="7183" y="2049"/>
                  </a:moveTo>
                  <a:cubicBezTo>
                    <a:pt x="7404" y="2049"/>
                    <a:pt x="7561" y="2206"/>
                    <a:pt x="7561" y="2395"/>
                  </a:cubicBezTo>
                  <a:cubicBezTo>
                    <a:pt x="7561" y="2584"/>
                    <a:pt x="7404" y="2742"/>
                    <a:pt x="7183" y="2742"/>
                  </a:cubicBezTo>
                  <a:lnTo>
                    <a:pt x="4474" y="2742"/>
                  </a:lnTo>
                  <a:cubicBezTo>
                    <a:pt x="4285" y="2742"/>
                    <a:pt x="4127" y="2584"/>
                    <a:pt x="4127" y="2395"/>
                  </a:cubicBezTo>
                  <a:cubicBezTo>
                    <a:pt x="4127" y="2206"/>
                    <a:pt x="4285" y="2049"/>
                    <a:pt x="4474" y="2049"/>
                  </a:cubicBezTo>
                  <a:close/>
                  <a:moveTo>
                    <a:pt x="3151" y="2017"/>
                  </a:moveTo>
                  <a:cubicBezTo>
                    <a:pt x="3340" y="2017"/>
                    <a:pt x="3497" y="2175"/>
                    <a:pt x="3497" y="2364"/>
                  </a:cubicBezTo>
                  <a:lnTo>
                    <a:pt x="3497" y="3750"/>
                  </a:lnTo>
                  <a:cubicBezTo>
                    <a:pt x="3497" y="3939"/>
                    <a:pt x="3340" y="4097"/>
                    <a:pt x="3151" y="4097"/>
                  </a:cubicBezTo>
                  <a:lnTo>
                    <a:pt x="1764" y="4097"/>
                  </a:lnTo>
                  <a:cubicBezTo>
                    <a:pt x="1575" y="4097"/>
                    <a:pt x="1418" y="3939"/>
                    <a:pt x="1418" y="3750"/>
                  </a:cubicBezTo>
                  <a:lnTo>
                    <a:pt x="1418" y="2364"/>
                  </a:lnTo>
                  <a:cubicBezTo>
                    <a:pt x="1418" y="2175"/>
                    <a:pt x="1575" y="2017"/>
                    <a:pt x="1764" y="2017"/>
                  </a:cubicBezTo>
                  <a:close/>
                  <a:moveTo>
                    <a:pt x="5860" y="3372"/>
                  </a:moveTo>
                  <a:cubicBezTo>
                    <a:pt x="6049" y="3372"/>
                    <a:pt x="6207" y="3529"/>
                    <a:pt x="6207" y="3750"/>
                  </a:cubicBezTo>
                  <a:cubicBezTo>
                    <a:pt x="6207" y="3939"/>
                    <a:pt x="6049" y="4097"/>
                    <a:pt x="5860" y="4097"/>
                  </a:cubicBezTo>
                  <a:lnTo>
                    <a:pt x="4474" y="4097"/>
                  </a:lnTo>
                  <a:cubicBezTo>
                    <a:pt x="4285" y="4097"/>
                    <a:pt x="4127" y="3939"/>
                    <a:pt x="4127" y="3750"/>
                  </a:cubicBezTo>
                  <a:cubicBezTo>
                    <a:pt x="4127" y="3529"/>
                    <a:pt x="4285" y="3372"/>
                    <a:pt x="4474" y="3372"/>
                  </a:cubicBezTo>
                  <a:close/>
                  <a:moveTo>
                    <a:pt x="7183" y="4758"/>
                  </a:moveTo>
                  <a:cubicBezTo>
                    <a:pt x="7404" y="4758"/>
                    <a:pt x="7561" y="4916"/>
                    <a:pt x="7561" y="5105"/>
                  </a:cubicBezTo>
                  <a:cubicBezTo>
                    <a:pt x="7561" y="5325"/>
                    <a:pt x="7404" y="5483"/>
                    <a:pt x="7183" y="5483"/>
                  </a:cubicBezTo>
                  <a:lnTo>
                    <a:pt x="4474" y="5483"/>
                  </a:lnTo>
                  <a:cubicBezTo>
                    <a:pt x="4285" y="5483"/>
                    <a:pt x="4127" y="5325"/>
                    <a:pt x="4127" y="5105"/>
                  </a:cubicBezTo>
                  <a:cubicBezTo>
                    <a:pt x="4127" y="4916"/>
                    <a:pt x="4285" y="4758"/>
                    <a:pt x="4474" y="4758"/>
                  </a:cubicBezTo>
                  <a:close/>
                  <a:moveTo>
                    <a:pt x="3151" y="4758"/>
                  </a:moveTo>
                  <a:cubicBezTo>
                    <a:pt x="3340" y="4758"/>
                    <a:pt x="3497" y="4916"/>
                    <a:pt x="3497" y="5105"/>
                  </a:cubicBezTo>
                  <a:lnTo>
                    <a:pt x="3497" y="6491"/>
                  </a:lnTo>
                  <a:cubicBezTo>
                    <a:pt x="3497" y="6680"/>
                    <a:pt x="3340" y="6837"/>
                    <a:pt x="3151" y="6837"/>
                  </a:cubicBezTo>
                  <a:lnTo>
                    <a:pt x="1764" y="6837"/>
                  </a:lnTo>
                  <a:cubicBezTo>
                    <a:pt x="1575" y="6837"/>
                    <a:pt x="1418" y="6680"/>
                    <a:pt x="1418" y="6491"/>
                  </a:cubicBezTo>
                  <a:lnTo>
                    <a:pt x="1418" y="5105"/>
                  </a:lnTo>
                  <a:cubicBezTo>
                    <a:pt x="1418" y="4916"/>
                    <a:pt x="1575" y="4758"/>
                    <a:pt x="1764" y="4758"/>
                  </a:cubicBezTo>
                  <a:close/>
                  <a:moveTo>
                    <a:pt x="5860" y="6144"/>
                  </a:moveTo>
                  <a:cubicBezTo>
                    <a:pt x="6049" y="6144"/>
                    <a:pt x="6207" y="6302"/>
                    <a:pt x="6207" y="6491"/>
                  </a:cubicBezTo>
                  <a:cubicBezTo>
                    <a:pt x="6207" y="6680"/>
                    <a:pt x="6049" y="6837"/>
                    <a:pt x="5860" y="6837"/>
                  </a:cubicBezTo>
                  <a:lnTo>
                    <a:pt x="4474" y="6837"/>
                  </a:lnTo>
                  <a:cubicBezTo>
                    <a:pt x="4285" y="6837"/>
                    <a:pt x="4127" y="6680"/>
                    <a:pt x="4127" y="6491"/>
                  </a:cubicBezTo>
                  <a:cubicBezTo>
                    <a:pt x="4127" y="6302"/>
                    <a:pt x="4285" y="6144"/>
                    <a:pt x="4474" y="6144"/>
                  </a:cubicBezTo>
                  <a:close/>
                  <a:moveTo>
                    <a:pt x="7183" y="7562"/>
                  </a:moveTo>
                  <a:cubicBezTo>
                    <a:pt x="7404" y="7562"/>
                    <a:pt x="7561" y="7720"/>
                    <a:pt x="7561" y="7909"/>
                  </a:cubicBezTo>
                  <a:cubicBezTo>
                    <a:pt x="7561" y="8098"/>
                    <a:pt x="7404" y="8255"/>
                    <a:pt x="7183" y="8255"/>
                  </a:cubicBezTo>
                  <a:lnTo>
                    <a:pt x="4474" y="8255"/>
                  </a:lnTo>
                  <a:cubicBezTo>
                    <a:pt x="4285" y="8255"/>
                    <a:pt x="4127" y="8098"/>
                    <a:pt x="4127" y="7909"/>
                  </a:cubicBezTo>
                  <a:cubicBezTo>
                    <a:pt x="4127" y="7720"/>
                    <a:pt x="4285" y="7562"/>
                    <a:pt x="4474" y="7562"/>
                  </a:cubicBezTo>
                  <a:close/>
                  <a:moveTo>
                    <a:pt x="3151" y="7531"/>
                  </a:moveTo>
                  <a:cubicBezTo>
                    <a:pt x="3340" y="7531"/>
                    <a:pt x="3497" y="7657"/>
                    <a:pt x="3497" y="7877"/>
                  </a:cubicBezTo>
                  <a:lnTo>
                    <a:pt x="3497" y="9232"/>
                  </a:lnTo>
                  <a:cubicBezTo>
                    <a:pt x="3497" y="9452"/>
                    <a:pt x="3340" y="9610"/>
                    <a:pt x="3151" y="9610"/>
                  </a:cubicBezTo>
                  <a:lnTo>
                    <a:pt x="1764" y="9610"/>
                  </a:lnTo>
                  <a:cubicBezTo>
                    <a:pt x="1575" y="9610"/>
                    <a:pt x="1418" y="9452"/>
                    <a:pt x="1418" y="9232"/>
                  </a:cubicBezTo>
                  <a:lnTo>
                    <a:pt x="1418" y="7877"/>
                  </a:lnTo>
                  <a:cubicBezTo>
                    <a:pt x="1418" y="7657"/>
                    <a:pt x="1575" y="7531"/>
                    <a:pt x="1764" y="7531"/>
                  </a:cubicBezTo>
                  <a:close/>
                  <a:moveTo>
                    <a:pt x="5860" y="8885"/>
                  </a:moveTo>
                  <a:cubicBezTo>
                    <a:pt x="6049" y="8885"/>
                    <a:pt x="6207" y="9043"/>
                    <a:pt x="6207" y="9232"/>
                  </a:cubicBezTo>
                  <a:cubicBezTo>
                    <a:pt x="6207" y="9452"/>
                    <a:pt x="6049" y="9610"/>
                    <a:pt x="5860" y="9610"/>
                  </a:cubicBezTo>
                  <a:lnTo>
                    <a:pt x="4474" y="9610"/>
                  </a:lnTo>
                  <a:cubicBezTo>
                    <a:pt x="4285" y="9610"/>
                    <a:pt x="4127" y="9452"/>
                    <a:pt x="4127" y="9232"/>
                  </a:cubicBezTo>
                  <a:cubicBezTo>
                    <a:pt x="4127" y="9043"/>
                    <a:pt x="4285" y="8885"/>
                    <a:pt x="4474" y="8885"/>
                  </a:cubicBezTo>
                  <a:close/>
                  <a:moveTo>
                    <a:pt x="1040" y="1"/>
                  </a:moveTo>
                  <a:cubicBezTo>
                    <a:pt x="504" y="1"/>
                    <a:pt x="0" y="473"/>
                    <a:pt x="0" y="1009"/>
                  </a:cubicBezTo>
                  <a:lnTo>
                    <a:pt x="0" y="9956"/>
                  </a:lnTo>
                  <a:cubicBezTo>
                    <a:pt x="32" y="10524"/>
                    <a:pt x="504" y="10996"/>
                    <a:pt x="1040" y="10996"/>
                  </a:cubicBezTo>
                  <a:lnTo>
                    <a:pt x="7908" y="10996"/>
                  </a:lnTo>
                  <a:cubicBezTo>
                    <a:pt x="8444" y="10996"/>
                    <a:pt x="8916" y="10524"/>
                    <a:pt x="8916" y="9956"/>
                  </a:cubicBezTo>
                  <a:lnTo>
                    <a:pt x="8916" y="1009"/>
                  </a:lnTo>
                  <a:cubicBezTo>
                    <a:pt x="8916" y="473"/>
                    <a:pt x="8444" y="1"/>
                    <a:pt x="7908" y="1"/>
                  </a:cubicBezTo>
                  <a:lnTo>
                    <a:pt x="7183" y="1"/>
                  </a:lnTo>
                  <a:lnTo>
                    <a:pt x="7183" y="347"/>
                  </a:lnTo>
                  <a:cubicBezTo>
                    <a:pt x="7183" y="915"/>
                    <a:pt x="6711" y="1387"/>
                    <a:pt x="6175" y="1387"/>
                  </a:cubicBezTo>
                  <a:lnTo>
                    <a:pt x="2741" y="1387"/>
                  </a:lnTo>
                  <a:cubicBezTo>
                    <a:pt x="2206" y="1387"/>
                    <a:pt x="1733" y="915"/>
                    <a:pt x="1733" y="347"/>
                  </a:cubicBezTo>
                  <a:lnTo>
                    <a:pt x="173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64" name="Google Shape;8761;p71"/>
            <p:cNvSpPr/>
            <p:nvPr/>
          </p:nvSpPr>
          <p:spPr>
            <a:xfrm>
              <a:off x="-30853350" y="3295000"/>
              <a:ext cx="51225" cy="104000"/>
            </a:xfrm>
            <a:custGeom>
              <a:avLst/>
              <a:gdLst/>
              <a:ahLst/>
              <a:cxnLst/>
              <a:rect l="l" t="t" r="r" b="b"/>
              <a:pathLst>
                <a:path w="2049" h="4160" extrusionOk="0">
                  <a:moveTo>
                    <a:pt x="1" y="1"/>
                  </a:moveTo>
                  <a:lnTo>
                    <a:pt x="1" y="4160"/>
                  </a:lnTo>
                  <a:lnTo>
                    <a:pt x="2049" y="4160"/>
                  </a:lnTo>
                  <a:lnTo>
                    <a:pt x="204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65" name="Google Shape;8762;p71"/>
            <p:cNvSpPr/>
            <p:nvPr/>
          </p:nvSpPr>
          <p:spPr>
            <a:xfrm>
              <a:off x="-30853350" y="3227275"/>
              <a:ext cx="51225" cy="51225"/>
            </a:xfrm>
            <a:custGeom>
              <a:avLst/>
              <a:gdLst/>
              <a:ahLst/>
              <a:cxnLst/>
              <a:rect l="l" t="t" r="r" b="b"/>
              <a:pathLst>
                <a:path w="2049" h="2049" extrusionOk="0">
                  <a:moveTo>
                    <a:pt x="1009" y="1"/>
                  </a:moveTo>
                  <a:cubicBezTo>
                    <a:pt x="473" y="1"/>
                    <a:pt x="1" y="473"/>
                    <a:pt x="1" y="1040"/>
                  </a:cubicBezTo>
                  <a:lnTo>
                    <a:pt x="1" y="2048"/>
                  </a:lnTo>
                  <a:lnTo>
                    <a:pt x="2049" y="2048"/>
                  </a:lnTo>
                  <a:lnTo>
                    <a:pt x="2049" y="1040"/>
                  </a:lnTo>
                  <a:cubicBezTo>
                    <a:pt x="2049" y="473"/>
                    <a:pt x="1576" y="1"/>
                    <a:pt x="100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66" name="Google Shape;8763;p71"/>
            <p:cNvSpPr/>
            <p:nvPr/>
          </p:nvSpPr>
          <p:spPr>
            <a:xfrm>
              <a:off x="-30851775" y="3416300"/>
              <a:ext cx="46500" cy="51225"/>
            </a:xfrm>
            <a:custGeom>
              <a:avLst/>
              <a:gdLst/>
              <a:ahLst/>
              <a:cxnLst/>
              <a:rect l="l" t="t" r="r" b="b"/>
              <a:pathLst>
                <a:path w="1860" h="2049" extrusionOk="0">
                  <a:moveTo>
                    <a:pt x="1" y="1"/>
                  </a:moveTo>
                  <a:lnTo>
                    <a:pt x="599" y="1796"/>
                  </a:lnTo>
                  <a:cubicBezTo>
                    <a:pt x="694" y="1985"/>
                    <a:pt x="788" y="2048"/>
                    <a:pt x="946" y="2048"/>
                  </a:cubicBezTo>
                  <a:cubicBezTo>
                    <a:pt x="1103" y="2048"/>
                    <a:pt x="1229" y="1985"/>
                    <a:pt x="1261" y="1796"/>
                  </a:cubicBezTo>
                  <a:lnTo>
                    <a:pt x="186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567" name="Google Shape;8764;p71"/>
          <p:cNvGrpSpPr/>
          <p:nvPr/>
        </p:nvGrpSpPr>
        <p:grpSpPr>
          <a:xfrm>
            <a:off x="9217451" y="4231086"/>
            <a:ext cx="471527" cy="472255"/>
            <a:chOff x="-31093575" y="3552550"/>
            <a:chExt cx="291450" cy="291900"/>
          </a:xfrm>
        </p:grpSpPr>
        <p:sp>
          <p:nvSpPr>
            <p:cNvPr id="568" name="Google Shape;8765;p71"/>
            <p:cNvSpPr/>
            <p:nvPr/>
          </p:nvSpPr>
          <p:spPr>
            <a:xfrm>
              <a:off x="-31011650" y="3745525"/>
              <a:ext cx="7900" cy="12625"/>
            </a:xfrm>
            <a:custGeom>
              <a:avLst/>
              <a:gdLst/>
              <a:ahLst/>
              <a:cxnLst/>
              <a:rect l="l" t="t" r="r" b="b"/>
              <a:pathLst>
                <a:path w="316" h="505" extrusionOk="0">
                  <a:moveTo>
                    <a:pt x="158" y="1"/>
                  </a:moveTo>
                  <a:lnTo>
                    <a:pt x="0" y="505"/>
                  </a:lnTo>
                  <a:lnTo>
                    <a:pt x="315" y="505"/>
                  </a:lnTo>
                  <a:lnTo>
                    <a:pt x="15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69" name="Google Shape;8766;p71"/>
            <p:cNvSpPr/>
            <p:nvPr/>
          </p:nvSpPr>
          <p:spPr>
            <a:xfrm>
              <a:off x="-31093575" y="3671500"/>
              <a:ext cx="171725" cy="172950"/>
            </a:xfrm>
            <a:custGeom>
              <a:avLst/>
              <a:gdLst/>
              <a:ahLst/>
              <a:cxnLst/>
              <a:rect l="l" t="t" r="r" b="b"/>
              <a:pathLst>
                <a:path w="6869" h="6918" extrusionOk="0">
                  <a:moveTo>
                    <a:pt x="3427" y="1449"/>
                  </a:moveTo>
                  <a:cubicBezTo>
                    <a:pt x="3569" y="1449"/>
                    <a:pt x="3718" y="1512"/>
                    <a:pt x="3781" y="1638"/>
                  </a:cubicBezTo>
                  <a:lnTo>
                    <a:pt x="4317" y="3466"/>
                  </a:lnTo>
                  <a:lnTo>
                    <a:pt x="4474" y="3466"/>
                  </a:lnTo>
                  <a:cubicBezTo>
                    <a:pt x="4695" y="3466"/>
                    <a:pt x="4852" y="3623"/>
                    <a:pt x="4852" y="3812"/>
                  </a:cubicBezTo>
                  <a:cubicBezTo>
                    <a:pt x="4852" y="3970"/>
                    <a:pt x="4726" y="4127"/>
                    <a:pt x="4537" y="4127"/>
                  </a:cubicBezTo>
                  <a:lnTo>
                    <a:pt x="4789" y="5072"/>
                  </a:lnTo>
                  <a:cubicBezTo>
                    <a:pt x="4852" y="5262"/>
                    <a:pt x="4758" y="5419"/>
                    <a:pt x="4569" y="5514"/>
                  </a:cubicBezTo>
                  <a:cubicBezTo>
                    <a:pt x="4545" y="5518"/>
                    <a:pt x="4521" y="5520"/>
                    <a:pt x="4498" y="5520"/>
                  </a:cubicBezTo>
                  <a:cubicBezTo>
                    <a:pt x="4341" y="5520"/>
                    <a:pt x="4210" y="5427"/>
                    <a:pt x="4128" y="5262"/>
                  </a:cubicBezTo>
                  <a:lnTo>
                    <a:pt x="3781" y="4127"/>
                  </a:lnTo>
                  <a:lnTo>
                    <a:pt x="3057" y="4127"/>
                  </a:lnTo>
                  <a:lnTo>
                    <a:pt x="2710" y="5262"/>
                  </a:lnTo>
                  <a:cubicBezTo>
                    <a:pt x="2683" y="5427"/>
                    <a:pt x="2535" y="5520"/>
                    <a:pt x="2351" y="5520"/>
                  </a:cubicBezTo>
                  <a:cubicBezTo>
                    <a:pt x="2325" y="5520"/>
                    <a:pt x="2297" y="5518"/>
                    <a:pt x="2269" y="5514"/>
                  </a:cubicBezTo>
                  <a:cubicBezTo>
                    <a:pt x="2080" y="5451"/>
                    <a:pt x="2017" y="5262"/>
                    <a:pt x="2049" y="5072"/>
                  </a:cubicBezTo>
                  <a:lnTo>
                    <a:pt x="2332" y="4127"/>
                  </a:lnTo>
                  <a:cubicBezTo>
                    <a:pt x="2175" y="4096"/>
                    <a:pt x="2017" y="3970"/>
                    <a:pt x="2017" y="3812"/>
                  </a:cubicBezTo>
                  <a:cubicBezTo>
                    <a:pt x="2049" y="3623"/>
                    <a:pt x="2206" y="3466"/>
                    <a:pt x="2395" y="3466"/>
                  </a:cubicBezTo>
                  <a:lnTo>
                    <a:pt x="2553" y="3466"/>
                  </a:lnTo>
                  <a:lnTo>
                    <a:pt x="3120" y="1638"/>
                  </a:lnTo>
                  <a:cubicBezTo>
                    <a:pt x="3151" y="1512"/>
                    <a:pt x="3285" y="1449"/>
                    <a:pt x="3427" y="1449"/>
                  </a:cubicBezTo>
                  <a:close/>
                  <a:moveTo>
                    <a:pt x="3435" y="0"/>
                  </a:moveTo>
                  <a:cubicBezTo>
                    <a:pt x="1544" y="0"/>
                    <a:pt x="1" y="1544"/>
                    <a:pt x="1" y="3434"/>
                  </a:cubicBezTo>
                  <a:cubicBezTo>
                    <a:pt x="1" y="5356"/>
                    <a:pt x="1544" y="6900"/>
                    <a:pt x="3435" y="6900"/>
                  </a:cubicBezTo>
                  <a:cubicBezTo>
                    <a:pt x="4065" y="6900"/>
                    <a:pt x="4632" y="6742"/>
                    <a:pt x="5168" y="6427"/>
                  </a:cubicBezTo>
                  <a:lnTo>
                    <a:pt x="6365" y="6900"/>
                  </a:lnTo>
                  <a:cubicBezTo>
                    <a:pt x="6407" y="6910"/>
                    <a:pt x="6449" y="6917"/>
                    <a:pt x="6491" y="6917"/>
                  </a:cubicBezTo>
                  <a:cubicBezTo>
                    <a:pt x="6575" y="6917"/>
                    <a:pt x="6659" y="6889"/>
                    <a:pt x="6743" y="6805"/>
                  </a:cubicBezTo>
                  <a:cubicBezTo>
                    <a:pt x="6806" y="6742"/>
                    <a:pt x="6869" y="6616"/>
                    <a:pt x="6869" y="6459"/>
                  </a:cubicBezTo>
                  <a:lnTo>
                    <a:pt x="6491" y="5009"/>
                  </a:lnTo>
                  <a:cubicBezTo>
                    <a:pt x="6743" y="4537"/>
                    <a:pt x="6869" y="4001"/>
                    <a:pt x="6869" y="3466"/>
                  </a:cubicBezTo>
                  <a:cubicBezTo>
                    <a:pt x="6869" y="3119"/>
                    <a:pt x="6774" y="2804"/>
                    <a:pt x="6711" y="2489"/>
                  </a:cubicBezTo>
                  <a:cubicBezTo>
                    <a:pt x="6617" y="2426"/>
                    <a:pt x="6491" y="2395"/>
                    <a:pt x="6428" y="2363"/>
                  </a:cubicBezTo>
                  <a:lnTo>
                    <a:pt x="5514" y="2710"/>
                  </a:lnTo>
                  <a:cubicBezTo>
                    <a:pt x="5389" y="2755"/>
                    <a:pt x="5256" y="2780"/>
                    <a:pt x="5125" y="2780"/>
                  </a:cubicBezTo>
                  <a:cubicBezTo>
                    <a:pt x="4892" y="2780"/>
                    <a:pt x="4667" y="2702"/>
                    <a:pt x="4506" y="2521"/>
                  </a:cubicBezTo>
                  <a:cubicBezTo>
                    <a:pt x="4222" y="2269"/>
                    <a:pt x="4096" y="1891"/>
                    <a:pt x="4159" y="1481"/>
                  </a:cubicBezTo>
                  <a:lnTo>
                    <a:pt x="4443" y="221"/>
                  </a:lnTo>
                  <a:cubicBezTo>
                    <a:pt x="4443" y="189"/>
                    <a:pt x="4443" y="189"/>
                    <a:pt x="4411" y="158"/>
                  </a:cubicBezTo>
                  <a:cubicBezTo>
                    <a:pt x="4096" y="63"/>
                    <a:pt x="3781" y="0"/>
                    <a:pt x="343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70" name="Google Shape;8767;p71"/>
            <p:cNvSpPr/>
            <p:nvPr/>
          </p:nvSpPr>
          <p:spPr>
            <a:xfrm>
              <a:off x="-30895875" y="3621075"/>
              <a:ext cx="15775" cy="26025"/>
            </a:xfrm>
            <a:custGeom>
              <a:avLst/>
              <a:gdLst/>
              <a:ahLst/>
              <a:cxnLst/>
              <a:rect l="l" t="t" r="r" b="b"/>
              <a:pathLst>
                <a:path w="631" h="1041" extrusionOk="0">
                  <a:moveTo>
                    <a:pt x="0" y="1"/>
                  </a:moveTo>
                  <a:cubicBezTo>
                    <a:pt x="32" y="410"/>
                    <a:pt x="126" y="694"/>
                    <a:pt x="315" y="1041"/>
                  </a:cubicBezTo>
                  <a:cubicBezTo>
                    <a:pt x="473" y="694"/>
                    <a:pt x="599" y="347"/>
                    <a:pt x="63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71" name="Google Shape;8768;p71"/>
            <p:cNvSpPr/>
            <p:nvPr/>
          </p:nvSpPr>
          <p:spPr>
            <a:xfrm>
              <a:off x="-30974650" y="3552550"/>
              <a:ext cx="172525" cy="172400"/>
            </a:xfrm>
            <a:custGeom>
              <a:avLst/>
              <a:gdLst/>
              <a:ahLst/>
              <a:cxnLst/>
              <a:rect l="l" t="t" r="r" b="b"/>
              <a:pathLst>
                <a:path w="6901" h="6896" extrusionOk="0">
                  <a:moveTo>
                    <a:pt x="3435" y="1356"/>
                  </a:moveTo>
                  <a:cubicBezTo>
                    <a:pt x="3624" y="1356"/>
                    <a:pt x="3782" y="1513"/>
                    <a:pt x="3782" y="1734"/>
                  </a:cubicBezTo>
                  <a:lnTo>
                    <a:pt x="3782" y="2080"/>
                  </a:lnTo>
                  <a:lnTo>
                    <a:pt x="4821" y="2080"/>
                  </a:lnTo>
                  <a:cubicBezTo>
                    <a:pt x="5010" y="2080"/>
                    <a:pt x="5168" y="2238"/>
                    <a:pt x="5168" y="2427"/>
                  </a:cubicBezTo>
                  <a:cubicBezTo>
                    <a:pt x="5168" y="2616"/>
                    <a:pt x="5010" y="2742"/>
                    <a:pt x="4821" y="2742"/>
                  </a:cubicBezTo>
                  <a:lnTo>
                    <a:pt x="4412" y="2742"/>
                  </a:lnTo>
                  <a:cubicBezTo>
                    <a:pt x="4380" y="3341"/>
                    <a:pt x="4191" y="3876"/>
                    <a:pt x="3876" y="4412"/>
                  </a:cubicBezTo>
                  <a:cubicBezTo>
                    <a:pt x="3908" y="4443"/>
                    <a:pt x="3908" y="4475"/>
                    <a:pt x="3939" y="4506"/>
                  </a:cubicBezTo>
                  <a:lnTo>
                    <a:pt x="4349" y="4916"/>
                  </a:lnTo>
                  <a:cubicBezTo>
                    <a:pt x="4443" y="5042"/>
                    <a:pt x="4443" y="5262"/>
                    <a:pt x="4349" y="5388"/>
                  </a:cubicBezTo>
                  <a:cubicBezTo>
                    <a:pt x="4286" y="5451"/>
                    <a:pt x="4191" y="5483"/>
                    <a:pt x="4101" y="5483"/>
                  </a:cubicBezTo>
                  <a:cubicBezTo>
                    <a:pt x="4010" y="5483"/>
                    <a:pt x="3923" y="5451"/>
                    <a:pt x="3876" y="5388"/>
                  </a:cubicBezTo>
                  <a:lnTo>
                    <a:pt x="3466" y="4979"/>
                  </a:lnTo>
                  <a:lnTo>
                    <a:pt x="3435" y="4947"/>
                  </a:lnTo>
                  <a:lnTo>
                    <a:pt x="3403" y="4979"/>
                  </a:lnTo>
                  <a:lnTo>
                    <a:pt x="2994" y="5388"/>
                  </a:lnTo>
                  <a:cubicBezTo>
                    <a:pt x="2931" y="5451"/>
                    <a:pt x="2844" y="5483"/>
                    <a:pt x="2758" y="5483"/>
                  </a:cubicBezTo>
                  <a:cubicBezTo>
                    <a:pt x="2671" y="5483"/>
                    <a:pt x="2584" y="5451"/>
                    <a:pt x="2521" y="5388"/>
                  </a:cubicBezTo>
                  <a:cubicBezTo>
                    <a:pt x="2395" y="5262"/>
                    <a:pt x="2395" y="5042"/>
                    <a:pt x="2521" y="4916"/>
                  </a:cubicBezTo>
                  <a:lnTo>
                    <a:pt x="2931" y="4506"/>
                  </a:lnTo>
                  <a:cubicBezTo>
                    <a:pt x="2962" y="4475"/>
                    <a:pt x="2962" y="4443"/>
                    <a:pt x="2994" y="4412"/>
                  </a:cubicBezTo>
                  <a:cubicBezTo>
                    <a:pt x="2679" y="3939"/>
                    <a:pt x="2490" y="3341"/>
                    <a:pt x="2458" y="2742"/>
                  </a:cubicBezTo>
                  <a:lnTo>
                    <a:pt x="2049" y="2742"/>
                  </a:lnTo>
                  <a:cubicBezTo>
                    <a:pt x="1860" y="2742"/>
                    <a:pt x="1702" y="2584"/>
                    <a:pt x="1702" y="2395"/>
                  </a:cubicBezTo>
                  <a:cubicBezTo>
                    <a:pt x="1702" y="2206"/>
                    <a:pt x="1860" y="2049"/>
                    <a:pt x="2049" y="2049"/>
                  </a:cubicBezTo>
                  <a:lnTo>
                    <a:pt x="3088" y="2049"/>
                  </a:lnTo>
                  <a:lnTo>
                    <a:pt x="3088" y="1734"/>
                  </a:lnTo>
                  <a:cubicBezTo>
                    <a:pt x="3088" y="1513"/>
                    <a:pt x="3246" y="1356"/>
                    <a:pt x="3435" y="1356"/>
                  </a:cubicBezTo>
                  <a:close/>
                  <a:moveTo>
                    <a:pt x="3466" y="1"/>
                  </a:moveTo>
                  <a:cubicBezTo>
                    <a:pt x="1576" y="1"/>
                    <a:pt x="32" y="1576"/>
                    <a:pt x="32" y="3467"/>
                  </a:cubicBezTo>
                  <a:cubicBezTo>
                    <a:pt x="32" y="3971"/>
                    <a:pt x="158" y="4506"/>
                    <a:pt x="411" y="4979"/>
                  </a:cubicBezTo>
                  <a:lnTo>
                    <a:pt x="32" y="6459"/>
                  </a:lnTo>
                  <a:cubicBezTo>
                    <a:pt x="1" y="6554"/>
                    <a:pt x="32" y="6680"/>
                    <a:pt x="158" y="6806"/>
                  </a:cubicBezTo>
                  <a:cubicBezTo>
                    <a:pt x="225" y="6851"/>
                    <a:pt x="324" y="6895"/>
                    <a:pt x="420" y="6895"/>
                  </a:cubicBezTo>
                  <a:cubicBezTo>
                    <a:pt x="460" y="6895"/>
                    <a:pt x="500" y="6887"/>
                    <a:pt x="537" y="6869"/>
                  </a:cubicBezTo>
                  <a:lnTo>
                    <a:pt x="1734" y="6396"/>
                  </a:lnTo>
                  <a:cubicBezTo>
                    <a:pt x="2269" y="6712"/>
                    <a:pt x="2899" y="6869"/>
                    <a:pt x="3466" y="6869"/>
                  </a:cubicBezTo>
                  <a:cubicBezTo>
                    <a:pt x="5357" y="6869"/>
                    <a:pt x="6901" y="5357"/>
                    <a:pt x="6901" y="3435"/>
                  </a:cubicBezTo>
                  <a:cubicBezTo>
                    <a:pt x="6901" y="1576"/>
                    <a:pt x="5325" y="1"/>
                    <a:pt x="346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572" name="Google Shape;8769;p71"/>
          <p:cNvGrpSpPr/>
          <p:nvPr/>
        </p:nvGrpSpPr>
        <p:grpSpPr>
          <a:xfrm>
            <a:off x="9217451" y="4851390"/>
            <a:ext cx="471527" cy="471487"/>
            <a:chOff x="-31093575" y="3911725"/>
            <a:chExt cx="291450" cy="291425"/>
          </a:xfrm>
        </p:grpSpPr>
        <p:sp>
          <p:nvSpPr>
            <p:cNvPr id="573" name="Google Shape;8770;p71"/>
            <p:cNvSpPr/>
            <p:nvPr/>
          </p:nvSpPr>
          <p:spPr>
            <a:xfrm>
              <a:off x="-31093575" y="3911725"/>
              <a:ext cx="291450" cy="291425"/>
            </a:xfrm>
            <a:custGeom>
              <a:avLst/>
              <a:gdLst/>
              <a:ahLst/>
              <a:cxnLst/>
              <a:rect l="l" t="t" r="r" b="b"/>
              <a:pathLst>
                <a:path w="11658" h="11657" extrusionOk="0">
                  <a:moveTo>
                    <a:pt x="5829" y="0"/>
                  </a:moveTo>
                  <a:cubicBezTo>
                    <a:pt x="3372" y="0"/>
                    <a:pt x="1261" y="1796"/>
                    <a:pt x="788" y="4159"/>
                  </a:cubicBezTo>
                  <a:cubicBezTo>
                    <a:pt x="347" y="4285"/>
                    <a:pt x="1" y="4694"/>
                    <a:pt x="1" y="5167"/>
                  </a:cubicBezTo>
                  <a:lnTo>
                    <a:pt x="1" y="7876"/>
                  </a:lnTo>
                  <a:cubicBezTo>
                    <a:pt x="1" y="8412"/>
                    <a:pt x="473" y="8885"/>
                    <a:pt x="1009" y="8885"/>
                  </a:cubicBezTo>
                  <a:lnTo>
                    <a:pt x="1702" y="8885"/>
                  </a:lnTo>
                  <a:cubicBezTo>
                    <a:pt x="1891" y="8885"/>
                    <a:pt x="2049" y="8727"/>
                    <a:pt x="2049" y="8538"/>
                  </a:cubicBezTo>
                  <a:lnTo>
                    <a:pt x="2049" y="4442"/>
                  </a:lnTo>
                  <a:cubicBezTo>
                    <a:pt x="2049" y="4253"/>
                    <a:pt x="1891" y="4096"/>
                    <a:pt x="1702" y="4096"/>
                  </a:cubicBezTo>
                  <a:lnTo>
                    <a:pt x="1481" y="4096"/>
                  </a:lnTo>
                  <a:cubicBezTo>
                    <a:pt x="1954" y="2111"/>
                    <a:pt x="3781" y="630"/>
                    <a:pt x="5829" y="630"/>
                  </a:cubicBezTo>
                  <a:cubicBezTo>
                    <a:pt x="7877" y="630"/>
                    <a:pt x="9673" y="2111"/>
                    <a:pt x="10145" y="4096"/>
                  </a:cubicBezTo>
                  <a:lnTo>
                    <a:pt x="9956" y="4096"/>
                  </a:lnTo>
                  <a:cubicBezTo>
                    <a:pt x="9767" y="4096"/>
                    <a:pt x="9610" y="4253"/>
                    <a:pt x="9610" y="4442"/>
                  </a:cubicBezTo>
                  <a:lnTo>
                    <a:pt x="9610" y="8538"/>
                  </a:lnTo>
                  <a:cubicBezTo>
                    <a:pt x="9610" y="8727"/>
                    <a:pt x="9767" y="8885"/>
                    <a:pt x="9956" y="8885"/>
                  </a:cubicBezTo>
                  <a:lnTo>
                    <a:pt x="10271" y="8885"/>
                  </a:lnTo>
                  <a:cubicBezTo>
                    <a:pt x="10114" y="9672"/>
                    <a:pt x="9421" y="10271"/>
                    <a:pt x="8570" y="10271"/>
                  </a:cubicBezTo>
                  <a:lnTo>
                    <a:pt x="6774" y="10271"/>
                  </a:lnTo>
                  <a:cubicBezTo>
                    <a:pt x="6617" y="9893"/>
                    <a:pt x="6270" y="9609"/>
                    <a:pt x="5829" y="9609"/>
                  </a:cubicBezTo>
                  <a:cubicBezTo>
                    <a:pt x="5262" y="9609"/>
                    <a:pt x="4789" y="10082"/>
                    <a:pt x="4789" y="10617"/>
                  </a:cubicBezTo>
                  <a:cubicBezTo>
                    <a:pt x="4789" y="11184"/>
                    <a:pt x="5262" y="11657"/>
                    <a:pt x="5829" y="11657"/>
                  </a:cubicBezTo>
                  <a:cubicBezTo>
                    <a:pt x="6270" y="11657"/>
                    <a:pt x="6648" y="11373"/>
                    <a:pt x="6774" y="10995"/>
                  </a:cubicBezTo>
                  <a:lnTo>
                    <a:pt x="8570" y="10995"/>
                  </a:lnTo>
                  <a:cubicBezTo>
                    <a:pt x="9799" y="10995"/>
                    <a:pt x="10775" y="10082"/>
                    <a:pt x="10933" y="8885"/>
                  </a:cubicBezTo>
                  <a:cubicBezTo>
                    <a:pt x="11342" y="8790"/>
                    <a:pt x="11658" y="8380"/>
                    <a:pt x="11658" y="7908"/>
                  </a:cubicBezTo>
                  <a:lnTo>
                    <a:pt x="11658" y="5198"/>
                  </a:lnTo>
                  <a:cubicBezTo>
                    <a:pt x="11658" y="4694"/>
                    <a:pt x="11311" y="4253"/>
                    <a:pt x="10870" y="4159"/>
                  </a:cubicBezTo>
                  <a:cubicBezTo>
                    <a:pt x="10397" y="1796"/>
                    <a:pt x="8255" y="0"/>
                    <a:pt x="582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74" name="Google Shape;8771;p71"/>
            <p:cNvSpPr/>
            <p:nvPr/>
          </p:nvSpPr>
          <p:spPr>
            <a:xfrm>
              <a:off x="-31025825" y="3980250"/>
              <a:ext cx="156750" cy="154250"/>
            </a:xfrm>
            <a:custGeom>
              <a:avLst/>
              <a:gdLst/>
              <a:ahLst/>
              <a:cxnLst/>
              <a:rect l="l" t="t" r="r" b="b"/>
              <a:pathLst>
                <a:path w="6270" h="6170" extrusionOk="0">
                  <a:moveTo>
                    <a:pt x="3119" y="1386"/>
                  </a:moveTo>
                  <a:cubicBezTo>
                    <a:pt x="3308" y="1386"/>
                    <a:pt x="3466" y="1544"/>
                    <a:pt x="3466" y="1733"/>
                  </a:cubicBezTo>
                  <a:cubicBezTo>
                    <a:pt x="3466" y="1953"/>
                    <a:pt x="3308" y="2079"/>
                    <a:pt x="3119" y="2079"/>
                  </a:cubicBezTo>
                  <a:cubicBezTo>
                    <a:pt x="2930" y="2079"/>
                    <a:pt x="2773" y="1953"/>
                    <a:pt x="2773" y="1733"/>
                  </a:cubicBezTo>
                  <a:cubicBezTo>
                    <a:pt x="2773" y="1544"/>
                    <a:pt x="2930" y="1386"/>
                    <a:pt x="3119" y="1386"/>
                  </a:cubicBezTo>
                  <a:close/>
                  <a:moveTo>
                    <a:pt x="3119" y="2741"/>
                  </a:moveTo>
                  <a:cubicBezTo>
                    <a:pt x="3308" y="2741"/>
                    <a:pt x="3466" y="2867"/>
                    <a:pt x="3466" y="3088"/>
                  </a:cubicBezTo>
                  <a:lnTo>
                    <a:pt x="3466" y="4474"/>
                  </a:lnTo>
                  <a:cubicBezTo>
                    <a:pt x="3466" y="4663"/>
                    <a:pt x="3308" y="4820"/>
                    <a:pt x="3119" y="4820"/>
                  </a:cubicBezTo>
                  <a:cubicBezTo>
                    <a:pt x="2930" y="4820"/>
                    <a:pt x="2773" y="4663"/>
                    <a:pt x="2773" y="4474"/>
                  </a:cubicBezTo>
                  <a:lnTo>
                    <a:pt x="2773" y="3088"/>
                  </a:lnTo>
                  <a:cubicBezTo>
                    <a:pt x="2773" y="2867"/>
                    <a:pt x="2930" y="2741"/>
                    <a:pt x="3119" y="2741"/>
                  </a:cubicBezTo>
                  <a:close/>
                  <a:moveTo>
                    <a:pt x="3151" y="0"/>
                  </a:moveTo>
                  <a:cubicBezTo>
                    <a:pt x="1449" y="0"/>
                    <a:pt x="63" y="1386"/>
                    <a:pt x="63" y="3088"/>
                  </a:cubicBezTo>
                  <a:cubicBezTo>
                    <a:pt x="63" y="3592"/>
                    <a:pt x="158" y="4096"/>
                    <a:pt x="441" y="4568"/>
                  </a:cubicBezTo>
                  <a:lnTo>
                    <a:pt x="63" y="5734"/>
                  </a:lnTo>
                  <a:cubicBezTo>
                    <a:pt x="0" y="5828"/>
                    <a:pt x="0" y="5955"/>
                    <a:pt x="126" y="6081"/>
                  </a:cubicBezTo>
                  <a:cubicBezTo>
                    <a:pt x="171" y="6125"/>
                    <a:pt x="263" y="6170"/>
                    <a:pt x="357" y="6170"/>
                  </a:cubicBezTo>
                  <a:cubicBezTo>
                    <a:pt x="396" y="6170"/>
                    <a:pt x="436" y="6162"/>
                    <a:pt x="473" y="6144"/>
                  </a:cubicBezTo>
                  <a:lnTo>
                    <a:pt x="1638" y="5765"/>
                  </a:lnTo>
                  <a:cubicBezTo>
                    <a:pt x="2079" y="6049"/>
                    <a:pt x="2615" y="6144"/>
                    <a:pt x="3151" y="6144"/>
                  </a:cubicBezTo>
                  <a:cubicBezTo>
                    <a:pt x="4852" y="6144"/>
                    <a:pt x="6270" y="4789"/>
                    <a:pt x="6270" y="3088"/>
                  </a:cubicBezTo>
                  <a:cubicBezTo>
                    <a:pt x="6270" y="1386"/>
                    <a:pt x="4852" y="0"/>
                    <a:pt x="315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575" name="Google Shape;8772;p71"/>
          <p:cNvGrpSpPr/>
          <p:nvPr/>
        </p:nvGrpSpPr>
        <p:grpSpPr>
          <a:xfrm>
            <a:off x="8030025" y="5460679"/>
            <a:ext cx="475329" cy="472781"/>
            <a:chOff x="-29946000" y="3183175"/>
            <a:chExt cx="293800" cy="292225"/>
          </a:xfrm>
        </p:grpSpPr>
        <p:sp>
          <p:nvSpPr>
            <p:cNvPr id="576" name="Google Shape;8773;p71"/>
            <p:cNvSpPr/>
            <p:nvPr/>
          </p:nvSpPr>
          <p:spPr>
            <a:xfrm>
              <a:off x="-29839675" y="3355650"/>
              <a:ext cx="186700" cy="33900"/>
            </a:xfrm>
            <a:custGeom>
              <a:avLst/>
              <a:gdLst/>
              <a:ahLst/>
              <a:cxnLst/>
              <a:rect l="l" t="t" r="r" b="b"/>
              <a:pathLst>
                <a:path w="7468" h="1356" extrusionOk="0">
                  <a:moveTo>
                    <a:pt x="568" y="1"/>
                  </a:moveTo>
                  <a:cubicBezTo>
                    <a:pt x="568" y="505"/>
                    <a:pt x="379" y="977"/>
                    <a:pt x="1" y="1356"/>
                  </a:cubicBezTo>
                  <a:lnTo>
                    <a:pt x="7467" y="1356"/>
                  </a:lnTo>
                  <a:lnTo>
                    <a:pt x="746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77" name="Google Shape;8774;p71"/>
            <p:cNvSpPr/>
            <p:nvPr/>
          </p:nvSpPr>
          <p:spPr>
            <a:xfrm>
              <a:off x="-29824700" y="3406850"/>
              <a:ext cx="172500" cy="68550"/>
            </a:xfrm>
            <a:custGeom>
              <a:avLst/>
              <a:gdLst/>
              <a:ahLst/>
              <a:cxnLst/>
              <a:rect l="l" t="t" r="r" b="b"/>
              <a:pathLst>
                <a:path w="6900" h="2742" extrusionOk="0">
                  <a:moveTo>
                    <a:pt x="0" y="1"/>
                  </a:moveTo>
                  <a:cubicBezTo>
                    <a:pt x="662" y="505"/>
                    <a:pt x="1134" y="1292"/>
                    <a:pt x="1292" y="2237"/>
                  </a:cubicBezTo>
                  <a:cubicBezTo>
                    <a:pt x="1355" y="2395"/>
                    <a:pt x="1292" y="2584"/>
                    <a:pt x="1260" y="2742"/>
                  </a:cubicBezTo>
                  <a:lnTo>
                    <a:pt x="6553" y="2742"/>
                  </a:lnTo>
                  <a:cubicBezTo>
                    <a:pt x="6742" y="2742"/>
                    <a:pt x="6900" y="2584"/>
                    <a:pt x="6900" y="2395"/>
                  </a:cubicBezTo>
                  <a:lnTo>
                    <a:pt x="690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78" name="Google Shape;8775;p71"/>
            <p:cNvSpPr/>
            <p:nvPr/>
          </p:nvSpPr>
          <p:spPr>
            <a:xfrm>
              <a:off x="-29756975" y="3183175"/>
              <a:ext cx="69325" cy="68550"/>
            </a:xfrm>
            <a:custGeom>
              <a:avLst/>
              <a:gdLst/>
              <a:ahLst/>
              <a:cxnLst/>
              <a:rect l="l" t="t" r="r" b="b"/>
              <a:pathLst>
                <a:path w="2773" h="2742" extrusionOk="0">
                  <a:moveTo>
                    <a:pt x="1387" y="0"/>
                  </a:moveTo>
                  <a:cubicBezTo>
                    <a:pt x="631" y="0"/>
                    <a:pt x="1" y="630"/>
                    <a:pt x="1" y="1386"/>
                  </a:cubicBezTo>
                  <a:cubicBezTo>
                    <a:pt x="1" y="2111"/>
                    <a:pt x="631" y="2741"/>
                    <a:pt x="1387" y="2741"/>
                  </a:cubicBezTo>
                  <a:cubicBezTo>
                    <a:pt x="2143" y="2741"/>
                    <a:pt x="2773" y="2174"/>
                    <a:pt x="2773" y="1386"/>
                  </a:cubicBezTo>
                  <a:cubicBezTo>
                    <a:pt x="2773" y="630"/>
                    <a:pt x="2143" y="0"/>
                    <a:pt x="138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79" name="Google Shape;8776;p71"/>
            <p:cNvSpPr/>
            <p:nvPr/>
          </p:nvSpPr>
          <p:spPr>
            <a:xfrm>
              <a:off x="-29790850" y="3269025"/>
              <a:ext cx="137875" cy="68550"/>
            </a:xfrm>
            <a:custGeom>
              <a:avLst/>
              <a:gdLst/>
              <a:ahLst/>
              <a:cxnLst/>
              <a:rect l="l" t="t" r="r" b="b"/>
              <a:pathLst>
                <a:path w="5515" h="2742" extrusionOk="0">
                  <a:moveTo>
                    <a:pt x="2773" y="0"/>
                  </a:moveTo>
                  <a:cubicBezTo>
                    <a:pt x="1419" y="0"/>
                    <a:pt x="221" y="1040"/>
                    <a:pt x="32" y="2363"/>
                  </a:cubicBezTo>
                  <a:cubicBezTo>
                    <a:pt x="1" y="2552"/>
                    <a:pt x="158" y="2741"/>
                    <a:pt x="379" y="2741"/>
                  </a:cubicBezTo>
                  <a:lnTo>
                    <a:pt x="5136" y="2741"/>
                  </a:lnTo>
                  <a:cubicBezTo>
                    <a:pt x="5357" y="2741"/>
                    <a:pt x="5514" y="2552"/>
                    <a:pt x="5514" y="2363"/>
                  </a:cubicBezTo>
                  <a:cubicBezTo>
                    <a:pt x="5294" y="1008"/>
                    <a:pt x="4160" y="0"/>
                    <a:pt x="277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80" name="Google Shape;8777;p71"/>
            <p:cNvSpPr/>
            <p:nvPr/>
          </p:nvSpPr>
          <p:spPr>
            <a:xfrm>
              <a:off x="-29911350" y="3321000"/>
              <a:ext cx="69325" cy="68550"/>
            </a:xfrm>
            <a:custGeom>
              <a:avLst/>
              <a:gdLst/>
              <a:ahLst/>
              <a:cxnLst/>
              <a:rect l="l" t="t" r="r" b="b"/>
              <a:pathLst>
                <a:path w="2773" h="2742" extrusionOk="0">
                  <a:moveTo>
                    <a:pt x="1387" y="1"/>
                  </a:moveTo>
                  <a:cubicBezTo>
                    <a:pt x="631" y="1"/>
                    <a:pt x="1" y="599"/>
                    <a:pt x="1" y="1387"/>
                  </a:cubicBezTo>
                  <a:cubicBezTo>
                    <a:pt x="1" y="2143"/>
                    <a:pt x="631" y="2742"/>
                    <a:pt x="1387" y="2742"/>
                  </a:cubicBezTo>
                  <a:cubicBezTo>
                    <a:pt x="2143" y="2742"/>
                    <a:pt x="2773" y="2143"/>
                    <a:pt x="2773" y="1387"/>
                  </a:cubicBezTo>
                  <a:cubicBezTo>
                    <a:pt x="2773" y="599"/>
                    <a:pt x="2143" y="1"/>
                    <a:pt x="138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81" name="Google Shape;8778;p71"/>
            <p:cNvSpPr/>
            <p:nvPr/>
          </p:nvSpPr>
          <p:spPr>
            <a:xfrm>
              <a:off x="-29946000" y="3406850"/>
              <a:ext cx="137075" cy="67775"/>
            </a:xfrm>
            <a:custGeom>
              <a:avLst/>
              <a:gdLst/>
              <a:ahLst/>
              <a:cxnLst/>
              <a:rect l="l" t="t" r="r" b="b"/>
              <a:pathLst>
                <a:path w="5483" h="2711" extrusionOk="0">
                  <a:moveTo>
                    <a:pt x="2773" y="1"/>
                  </a:moveTo>
                  <a:cubicBezTo>
                    <a:pt x="1387" y="1"/>
                    <a:pt x="252" y="1009"/>
                    <a:pt x="63" y="2300"/>
                  </a:cubicBezTo>
                  <a:cubicBezTo>
                    <a:pt x="0" y="2521"/>
                    <a:pt x="158" y="2710"/>
                    <a:pt x="410" y="2710"/>
                  </a:cubicBezTo>
                  <a:lnTo>
                    <a:pt x="5136" y="2710"/>
                  </a:lnTo>
                  <a:cubicBezTo>
                    <a:pt x="5325" y="2710"/>
                    <a:pt x="5482" y="2521"/>
                    <a:pt x="5482" y="2300"/>
                  </a:cubicBezTo>
                  <a:cubicBezTo>
                    <a:pt x="5293" y="1009"/>
                    <a:pt x="4159" y="1"/>
                    <a:pt x="277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582" name="Google Shape;8779;p71"/>
          <p:cNvGrpSpPr/>
          <p:nvPr/>
        </p:nvGrpSpPr>
        <p:grpSpPr>
          <a:xfrm>
            <a:off x="8622733" y="1803550"/>
            <a:ext cx="477877" cy="472215"/>
            <a:chOff x="-34408675" y="3202075"/>
            <a:chExt cx="295375" cy="291875"/>
          </a:xfrm>
        </p:grpSpPr>
        <p:sp>
          <p:nvSpPr>
            <p:cNvPr id="583" name="Google Shape;8780;p71"/>
            <p:cNvSpPr/>
            <p:nvPr/>
          </p:nvSpPr>
          <p:spPr>
            <a:xfrm>
              <a:off x="-34274775" y="3202075"/>
              <a:ext cx="161475" cy="161475"/>
            </a:xfrm>
            <a:custGeom>
              <a:avLst/>
              <a:gdLst/>
              <a:ahLst/>
              <a:cxnLst/>
              <a:rect l="l" t="t" r="r" b="b"/>
              <a:pathLst>
                <a:path w="6459" h="6459" extrusionOk="0">
                  <a:moveTo>
                    <a:pt x="3718" y="0"/>
                  </a:moveTo>
                  <a:cubicBezTo>
                    <a:pt x="3560" y="0"/>
                    <a:pt x="3434" y="63"/>
                    <a:pt x="3403" y="189"/>
                  </a:cubicBezTo>
                  <a:cubicBezTo>
                    <a:pt x="3340" y="315"/>
                    <a:pt x="3340" y="473"/>
                    <a:pt x="3466" y="536"/>
                  </a:cubicBezTo>
                  <a:lnTo>
                    <a:pt x="4190" y="1261"/>
                  </a:lnTo>
                  <a:lnTo>
                    <a:pt x="1260" y="4159"/>
                  </a:lnTo>
                  <a:lnTo>
                    <a:pt x="567" y="3466"/>
                  </a:lnTo>
                  <a:cubicBezTo>
                    <a:pt x="496" y="3395"/>
                    <a:pt x="390" y="3360"/>
                    <a:pt x="288" y="3360"/>
                  </a:cubicBezTo>
                  <a:cubicBezTo>
                    <a:pt x="254" y="3360"/>
                    <a:pt x="221" y="3363"/>
                    <a:pt x="189" y="3371"/>
                  </a:cubicBezTo>
                  <a:cubicBezTo>
                    <a:pt x="95" y="3403"/>
                    <a:pt x="0" y="3560"/>
                    <a:pt x="0" y="3686"/>
                  </a:cubicBezTo>
                  <a:lnTo>
                    <a:pt x="0" y="6081"/>
                  </a:lnTo>
                  <a:cubicBezTo>
                    <a:pt x="0" y="6301"/>
                    <a:pt x="158" y="6459"/>
                    <a:pt x="347" y="6459"/>
                  </a:cubicBezTo>
                  <a:lnTo>
                    <a:pt x="2773" y="6459"/>
                  </a:lnTo>
                  <a:cubicBezTo>
                    <a:pt x="2930" y="6459"/>
                    <a:pt x="3025" y="6364"/>
                    <a:pt x="3088" y="6238"/>
                  </a:cubicBezTo>
                  <a:cubicBezTo>
                    <a:pt x="3119" y="6144"/>
                    <a:pt x="3119" y="5986"/>
                    <a:pt x="2993" y="5892"/>
                  </a:cubicBezTo>
                  <a:lnTo>
                    <a:pt x="2300" y="5199"/>
                  </a:lnTo>
                  <a:lnTo>
                    <a:pt x="5198" y="2269"/>
                  </a:lnTo>
                  <a:lnTo>
                    <a:pt x="5923" y="2993"/>
                  </a:lnTo>
                  <a:cubicBezTo>
                    <a:pt x="5969" y="3039"/>
                    <a:pt x="6066" y="3069"/>
                    <a:pt x="6164" y="3069"/>
                  </a:cubicBezTo>
                  <a:cubicBezTo>
                    <a:pt x="6200" y="3069"/>
                    <a:pt x="6236" y="3065"/>
                    <a:pt x="6270" y="3056"/>
                  </a:cubicBezTo>
                  <a:cubicBezTo>
                    <a:pt x="6396" y="3025"/>
                    <a:pt x="6459" y="2867"/>
                    <a:pt x="6459" y="2741"/>
                  </a:cubicBezTo>
                  <a:lnTo>
                    <a:pt x="6459" y="347"/>
                  </a:lnTo>
                  <a:cubicBezTo>
                    <a:pt x="6459" y="158"/>
                    <a:pt x="6301" y="0"/>
                    <a:pt x="611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84" name="Google Shape;8781;p71"/>
            <p:cNvSpPr/>
            <p:nvPr/>
          </p:nvSpPr>
          <p:spPr>
            <a:xfrm>
              <a:off x="-34378750" y="3263175"/>
              <a:ext cx="76425" cy="73600"/>
            </a:xfrm>
            <a:custGeom>
              <a:avLst/>
              <a:gdLst/>
              <a:ahLst/>
              <a:cxnLst/>
              <a:rect l="l" t="t" r="r" b="b"/>
              <a:pathLst>
                <a:path w="3057" h="2944" extrusionOk="0">
                  <a:moveTo>
                    <a:pt x="970" y="1"/>
                  </a:moveTo>
                  <a:cubicBezTo>
                    <a:pt x="685" y="1"/>
                    <a:pt x="405" y="114"/>
                    <a:pt x="221" y="297"/>
                  </a:cubicBezTo>
                  <a:lnTo>
                    <a:pt x="1" y="549"/>
                  </a:lnTo>
                  <a:lnTo>
                    <a:pt x="2395" y="2944"/>
                  </a:lnTo>
                  <a:lnTo>
                    <a:pt x="2678" y="2755"/>
                  </a:lnTo>
                  <a:cubicBezTo>
                    <a:pt x="3056" y="2345"/>
                    <a:pt x="3056" y="1683"/>
                    <a:pt x="2678" y="1274"/>
                  </a:cubicBezTo>
                  <a:lnTo>
                    <a:pt x="1670" y="297"/>
                  </a:lnTo>
                  <a:cubicBezTo>
                    <a:pt x="1478" y="90"/>
                    <a:pt x="1222" y="1"/>
                    <a:pt x="97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85" name="Google Shape;8782;p71"/>
            <p:cNvSpPr/>
            <p:nvPr/>
          </p:nvSpPr>
          <p:spPr>
            <a:xfrm>
              <a:off x="-34250375" y="3392300"/>
              <a:ext cx="77225" cy="74425"/>
            </a:xfrm>
            <a:custGeom>
              <a:avLst/>
              <a:gdLst/>
              <a:ahLst/>
              <a:cxnLst/>
              <a:rect l="l" t="t" r="r" b="b"/>
              <a:pathLst>
                <a:path w="3089" h="2977" extrusionOk="0">
                  <a:moveTo>
                    <a:pt x="999" y="0"/>
                  </a:moveTo>
                  <a:cubicBezTo>
                    <a:pt x="787" y="0"/>
                    <a:pt x="577" y="66"/>
                    <a:pt x="410" y="205"/>
                  </a:cubicBezTo>
                  <a:cubicBezTo>
                    <a:pt x="379" y="205"/>
                    <a:pt x="316" y="268"/>
                    <a:pt x="284" y="299"/>
                  </a:cubicBezTo>
                  <a:lnTo>
                    <a:pt x="1" y="583"/>
                  </a:lnTo>
                  <a:lnTo>
                    <a:pt x="2427" y="2977"/>
                  </a:lnTo>
                  <a:lnTo>
                    <a:pt x="2679" y="2693"/>
                  </a:lnTo>
                  <a:cubicBezTo>
                    <a:pt x="3088" y="2315"/>
                    <a:pt x="3088" y="1622"/>
                    <a:pt x="2679" y="1244"/>
                  </a:cubicBezTo>
                  <a:lnTo>
                    <a:pt x="1734" y="299"/>
                  </a:lnTo>
                  <a:cubicBezTo>
                    <a:pt x="1540" y="105"/>
                    <a:pt x="1267" y="0"/>
                    <a:pt x="99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86" name="Google Shape;8783;p71"/>
            <p:cNvSpPr/>
            <p:nvPr/>
          </p:nvSpPr>
          <p:spPr>
            <a:xfrm>
              <a:off x="-34408675" y="3290275"/>
              <a:ext cx="207150" cy="203675"/>
            </a:xfrm>
            <a:custGeom>
              <a:avLst/>
              <a:gdLst/>
              <a:ahLst/>
              <a:cxnLst/>
              <a:rect l="l" t="t" r="r" b="b"/>
              <a:pathLst>
                <a:path w="8286" h="8147" extrusionOk="0">
                  <a:moveTo>
                    <a:pt x="725" y="1"/>
                  </a:moveTo>
                  <a:cubicBezTo>
                    <a:pt x="95" y="631"/>
                    <a:pt x="0" y="1387"/>
                    <a:pt x="284" y="2017"/>
                  </a:cubicBezTo>
                  <a:cubicBezTo>
                    <a:pt x="1387" y="4223"/>
                    <a:pt x="3938" y="6774"/>
                    <a:pt x="6270" y="7972"/>
                  </a:cubicBezTo>
                  <a:cubicBezTo>
                    <a:pt x="6499" y="8086"/>
                    <a:pt x="6745" y="8147"/>
                    <a:pt x="6996" y="8147"/>
                  </a:cubicBezTo>
                  <a:cubicBezTo>
                    <a:pt x="7434" y="8147"/>
                    <a:pt x="7886" y="7963"/>
                    <a:pt x="8286" y="7562"/>
                  </a:cubicBezTo>
                  <a:lnTo>
                    <a:pt x="72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587" name="Google Shape;8784;p71"/>
          <p:cNvGrpSpPr/>
          <p:nvPr/>
        </p:nvGrpSpPr>
        <p:grpSpPr>
          <a:xfrm>
            <a:off x="8625281" y="2390208"/>
            <a:ext cx="472781" cy="475005"/>
            <a:chOff x="-34405525" y="3558075"/>
            <a:chExt cx="292225" cy="293600"/>
          </a:xfrm>
        </p:grpSpPr>
        <p:sp>
          <p:nvSpPr>
            <p:cNvPr id="588" name="Google Shape;8785;p71"/>
            <p:cNvSpPr/>
            <p:nvPr/>
          </p:nvSpPr>
          <p:spPr>
            <a:xfrm>
              <a:off x="-34303150" y="3663825"/>
              <a:ext cx="189850" cy="187850"/>
            </a:xfrm>
            <a:custGeom>
              <a:avLst/>
              <a:gdLst/>
              <a:ahLst/>
              <a:cxnLst/>
              <a:rect l="l" t="t" r="r" b="b"/>
              <a:pathLst>
                <a:path w="7594" h="7514" extrusionOk="0">
                  <a:moveTo>
                    <a:pt x="5487" y="0"/>
                  </a:moveTo>
                  <a:cubicBezTo>
                    <a:pt x="5380" y="0"/>
                    <a:pt x="5278" y="8"/>
                    <a:pt x="5168" y="24"/>
                  </a:cubicBezTo>
                  <a:cubicBezTo>
                    <a:pt x="4349" y="181"/>
                    <a:pt x="3656" y="843"/>
                    <a:pt x="3561" y="1630"/>
                  </a:cubicBezTo>
                  <a:cubicBezTo>
                    <a:pt x="3467" y="2198"/>
                    <a:pt x="3561" y="2513"/>
                    <a:pt x="3719" y="2891"/>
                  </a:cubicBezTo>
                  <a:lnTo>
                    <a:pt x="285" y="6325"/>
                  </a:lnTo>
                  <a:cubicBezTo>
                    <a:pt x="1" y="6608"/>
                    <a:pt x="1" y="7049"/>
                    <a:pt x="285" y="7301"/>
                  </a:cubicBezTo>
                  <a:cubicBezTo>
                    <a:pt x="426" y="7443"/>
                    <a:pt x="600" y="7514"/>
                    <a:pt x="773" y="7514"/>
                  </a:cubicBezTo>
                  <a:cubicBezTo>
                    <a:pt x="946" y="7514"/>
                    <a:pt x="1119" y="7443"/>
                    <a:pt x="1261" y="7301"/>
                  </a:cubicBezTo>
                  <a:lnTo>
                    <a:pt x="4695" y="3899"/>
                  </a:lnTo>
                  <a:cubicBezTo>
                    <a:pt x="5022" y="4016"/>
                    <a:pt x="5280" y="4080"/>
                    <a:pt x="5597" y="4080"/>
                  </a:cubicBezTo>
                  <a:cubicBezTo>
                    <a:pt x="5708" y="4080"/>
                    <a:pt x="5825" y="4073"/>
                    <a:pt x="5955" y="4056"/>
                  </a:cubicBezTo>
                  <a:cubicBezTo>
                    <a:pt x="6775" y="3899"/>
                    <a:pt x="7436" y="3206"/>
                    <a:pt x="7562" y="2418"/>
                  </a:cubicBezTo>
                  <a:cubicBezTo>
                    <a:pt x="7594" y="2198"/>
                    <a:pt x="7594" y="1945"/>
                    <a:pt x="7562" y="1756"/>
                  </a:cubicBezTo>
                  <a:cubicBezTo>
                    <a:pt x="7562" y="1630"/>
                    <a:pt x="7436" y="1504"/>
                    <a:pt x="7310" y="1473"/>
                  </a:cubicBezTo>
                  <a:cubicBezTo>
                    <a:pt x="7287" y="1465"/>
                    <a:pt x="7259" y="1461"/>
                    <a:pt x="7229" y="1461"/>
                  </a:cubicBezTo>
                  <a:cubicBezTo>
                    <a:pt x="7141" y="1461"/>
                    <a:pt x="7034" y="1497"/>
                    <a:pt x="6964" y="1567"/>
                  </a:cubicBezTo>
                  <a:lnTo>
                    <a:pt x="6491" y="2040"/>
                  </a:lnTo>
                  <a:cubicBezTo>
                    <a:pt x="6365" y="2166"/>
                    <a:pt x="6192" y="2229"/>
                    <a:pt x="6014" y="2229"/>
                  </a:cubicBezTo>
                  <a:cubicBezTo>
                    <a:pt x="5837" y="2229"/>
                    <a:pt x="5656" y="2166"/>
                    <a:pt x="5514" y="2040"/>
                  </a:cubicBezTo>
                  <a:cubicBezTo>
                    <a:pt x="5231" y="1756"/>
                    <a:pt x="5231" y="1315"/>
                    <a:pt x="5514" y="1032"/>
                  </a:cubicBezTo>
                  <a:lnTo>
                    <a:pt x="6018" y="622"/>
                  </a:lnTo>
                  <a:cubicBezTo>
                    <a:pt x="6113" y="528"/>
                    <a:pt x="6144" y="370"/>
                    <a:pt x="6113" y="276"/>
                  </a:cubicBezTo>
                  <a:cubicBezTo>
                    <a:pt x="6050" y="150"/>
                    <a:pt x="5955" y="55"/>
                    <a:pt x="5829" y="24"/>
                  </a:cubicBezTo>
                  <a:cubicBezTo>
                    <a:pt x="5703" y="8"/>
                    <a:pt x="5593" y="0"/>
                    <a:pt x="548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89" name="Google Shape;8786;p71"/>
            <p:cNvSpPr/>
            <p:nvPr/>
          </p:nvSpPr>
          <p:spPr>
            <a:xfrm>
              <a:off x="-34250375" y="3565950"/>
              <a:ext cx="46500" cy="46500"/>
            </a:xfrm>
            <a:custGeom>
              <a:avLst/>
              <a:gdLst/>
              <a:ahLst/>
              <a:cxnLst/>
              <a:rect l="l" t="t" r="r" b="b"/>
              <a:pathLst>
                <a:path w="1860" h="1860" extrusionOk="0">
                  <a:moveTo>
                    <a:pt x="1" y="1"/>
                  </a:moveTo>
                  <a:lnTo>
                    <a:pt x="1" y="1859"/>
                  </a:lnTo>
                  <a:lnTo>
                    <a:pt x="1860" y="1859"/>
                  </a:lnTo>
                  <a:lnTo>
                    <a:pt x="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90" name="Google Shape;8787;p71"/>
            <p:cNvSpPr/>
            <p:nvPr/>
          </p:nvSpPr>
          <p:spPr>
            <a:xfrm>
              <a:off x="-34405525" y="3558075"/>
              <a:ext cx="206375" cy="276475"/>
            </a:xfrm>
            <a:custGeom>
              <a:avLst/>
              <a:gdLst/>
              <a:ahLst/>
              <a:cxnLst/>
              <a:rect l="l" t="t" r="r" b="b"/>
              <a:pathLst>
                <a:path w="8255" h="11059" extrusionOk="0">
                  <a:moveTo>
                    <a:pt x="3812" y="1450"/>
                  </a:moveTo>
                  <a:cubicBezTo>
                    <a:pt x="4001" y="1450"/>
                    <a:pt x="4159" y="1607"/>
                    <a:pt x="4159" y="1796"/>
                  </a:cubicBezTo>
                  <a:cubicBezTo>
                    <a:pt x="4159" y="2017"/>
                    <a:pt x="4001" y="2174"/>
                    <a:pt x="3812" y="2174"/>
                  </a:cubicBezTo>
                  <a:cubicBezTo>
                    <a:pt x="3623" y="2174"/>
                    <a:pt x="3466" y="2017"/>
                    <a:pt x="3466" y="1796"/>
                  </a:cubicBezTo>
                  <a:cubicBezTo>
                    <a:pt x="3466" y="1607"/>
                    <a:pt x="3623" y="1450"/>
                    <a:pt x="3812" y="1450"/>
                  </a:cubicBezTo>
                  <a:close/>
                  <a:moveTo>
                    <a:pt x="3812" y="2836"/>
                  </a:moveTo>
                  <a:cubicBezTo>
                    <a:pt x="4001" y="2836"/>
                    <a:pt x="4159" y="2993"/>
                    <a:pt x="4159" y="3183"/>
                  </a:cubicBezTo>
                  <a:lnTo>
                    <a:pt x="4159" y="5293"/>
                  </a:lnTo>
                  <a:cubicBezTo>
                    <a:pt x="4159" y="5482"/>
                    <a:pt x="4001" y="5640"/>
                    <a:pt x="3812" y="5640"/>
                  </a:cubicBezTo>
                  <a:cubicBezTo>
                    <a:pt x="3623" y="5640"/>
                    <a:pt x="3466" y="5482"/>
                    <a:pt x="3466" y="5293"/>
                  </a:cubicBezTo>
                  <a:lnTo>
                    <a:pt x="3466" y="3183"/>
                  </a:lnTo>
                  <a:cubicBezTo>
                    <a:pt x="3466" y="2993"/>
                    <a:pt x="3623" y="2836"/>
                    <a:pt x="3812" y="2836"/>
                  </a:cubicBezTo>
                  <a:close/>
                  <a:moveTo>
                    <a:pt x="5860" y="6301"/>
                  </a:moveTo>
                  <a:cubicBezTo>
                    <a:pt x="6049" y="6301"/>
                    <a:pt x="6207" y="6459"/>
                    <a:pt x="6207" y="6648"/>
                  </a:cubicBezTo>
                  <a:cubicBezTo>
                    <a:pt x="6207" y="6837"/>
                    <a:pt x="6049" y="6995"/>
                    <a:pt x="5860" y="6995"/>
                  </a:cubicBezTo>
                  <a:lnTo>
                    <a:pt x="1733" y="6995"/>
                  </a:lnTo>
                  <a:cubicBezTo>
                    <a:pt x="1544" y="6995"/>
                    <a:pt x="1387" y="6837"/>
                    <a:pt x="1387" y="6648"/>
                  </a:cubicBezTo>
                  <a:cubicBezTo>
                    <a:pt x="1387" y="6459"/>
                    <a:pt x="1544" y="6301"/>
                    <a:pt x="1733" y="6301"/>
                  </a:cubicBezTo>
                  <a:close/>
                  <a:moveTo>
                    <a:pt x="4537" y="7688"/>
                  </a:moveTo>
                  <a:cubicBezTo>
                    <a:pt x="4726" y="7688"/>
                    <a:pt x="4884" y="7845"/>
                    <a:pt x="4884" y="8034"/>
                  </a:cubicBezTo>
                  <a:cubicBezTo>
                    <a:pt x="4884" y="8223"/>
                    <a:pt x="4726" y="8381"/>
                    <a:pt x="4537" y="8381"/>
                  </a:cubicBezTo>
                  <a:lnTo>
                    <a:pt x="1733" y="8381"/>
                  </a:lnTo>
                  <a:cubicBezTo>
                    <a:pt x="1544" y="8381"/>
                    <a:pt x="1387" y="8223"/>
                    <a:pt x="1387" y="8034"/>
                  </a:cubicBezTo>
                  <a:cubicBezTo>
                    <a:pt x="1387" y="7845"/>
                    <a:pt x="1544" y="7688"/>
                    <a:pt x="1733" y="7688"/>
                  </a:cubicBezTo>
                  <a:close/>
                  <a:moveTo>
                    <a:pt x="347" y="1"/>
                  </a:moveTo>
                  <a:cubicBezTo>
                    <a:pt x="158" y="1"/>
                    <a:pt x="0" y="158"/>
                    <a:pt x="0" y="347"/>
                  </a:cubicBezTo>
                  <a:lnTo>
                    <a:pt x="0" y="10681"/>
                  </a:lnTo>
                  <a:cubicBezTo>
                    <a:pt x="0" y="10964"/>
                    <a:pt x="158" y="11059"/>
                    <a:pt x="347" y="11059"/>
                  </a:cubicBezTo>
                  <a:lnTo>
                    <a:pt x="3466" y="11059"/>
                  </a:lnTo>
                  <a:cubicBezTo>
                    <a:pt x="3466" y="10712"/>
                    <a:pt x="3592" y="10366"/>
                    <a:pt x="3844" y="10082"/>
                  </a:cubicBezTo>
                  <a:lnTo>
                    <a:pt x="4254" y="9704"/>
                  </a:lnTo>
                  <a:lnTo>
                    <a:pt x="1702" y="9704"/>
                  </a:lnTo>
                  <a:cubicBezTo>
                    <a:pt x="1481" y="9704"/>
                    <a:pt x="1324" y="9546"/>
                    <a:pt x="1324" y="9326"/>
                  </a:cubicBezTo>
                  <a:cubicBezTo>
                    <a:pt x="1324" y="9137"/>
                    <a:pt x="1481" y="8979"/>
                    <a:pt x="1702" y="8979"/>
                  </a:cubicBezTo>
                  <a:lnTo>
                    <a:pt x="4915" y="8979"/>
                  </a:lnTo>
                  <a:lnTo>
                    <a:pt x="6963" y="6932"/>
                  </a:lnTo>
                  <a:cubicBezTo>
                    <a:pt x="6900" y="6585"/>
                    <a:pt x="6805" y="6238"/>
                    <a:pt x="6931" y="5703"/>
                  </a:cubicBezTo>
                  <a:cubicBezTo>
                    <a:pt x="7089" y="4915"/>
                    <a:pt x="7562" y="4254"/>
                    <a:pt x="8255" y="3876"/>
                  </a:cubicBezTo>
                  <a:lnTo>
                    <a:pt x="8255" y="2773"/>
                  </a:lnTo>
                  <a:lnTo>
                    <a:pt x="5860" y="2773"/>
                  </a:lnTo>
                  <a:cubicBezTo>
                    <a:pt x="5671" y="2773"/>
                    <a:pt x="5514" y="2615"/>
                    <a:pt x="5514" y="2395"/>
                  </a:cubicBezTo>
                  <a:lnTo>
                    <a:pt x="551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591" name="Google Shape;8788;p71"/>
          <p:cNvGrpSpPr/>
          <p:nvPr/>
        </p:nvGrpSpPr>
        <p:grpSpPr>
          <a:xfrm>
            <a:off x="8624634" y="2972418"/>
            <a:ext cx="474076" cy="471487"/>
            <a:chOff x="-34406325" y="3919600"/>
            <a:chExt cx="293025" cy="291425"/>
          </a:xfrm>
        </p:grpSpPr>
        <p:sp>
          <p:nvSpPr>
            <p:cNvPr id="592" name="Google Shape;8789;p71"/>
            <p:cNvSpPr/>
            <p:nvPr/>
          </p:nvSpPr>
          <p:spPr>
            <a:xfrm>
              <a:off x="-34167675" y="3932000"/>
              <a:ext cx="42550" cy="40575"/>
            </a:xfrm>
            <a:custGeom>
              <a:avLst/>
              <a:gdLst/>
              <a:ahLst/>
              <a:cxnLst/>
              <a:rect l="l" t="t" r="r" b="b"/>
              <a:pathLst>
                <a:path w="1702" h="1623" extrusionOk="0">
                  <a:moveTo>
                    <a:pt x="1352" y="0"/>
                  </a:moveTo>
                  <a:cubicBezTo>
                    <a:pt x="1261" y="0"/>
                    <a:pt x="1167" y="24"/>
                    <a:pt x="1104" y="71"/>
                  </a:cubicBezTo>
                  <a:lnTo>
                    <a:pt x="127" y="1079"/>
                  </a:lnTo>
                  <a:cubicBezTo>
                    <a:pt x="1" y="1205"/>
                    <a:pt x="1" y="1426"/>
                    <a:pt x="127" y="1552"/>
                  </a:cubicBezTo>
                  <a:cubicBezTo>
                    <a:pt x="190" y="1599"/>
                    <a:pt x="284" y="1623"/>
                    <a:pt x="375" y="1623"/>
                  </a:cubicBezTo>
                  <a:cubicBezTo>
                    <a:pt x="466" y="1623"/>
                    <a:pt x="552" y="1599"/>
                    <a:pt x="599" y="1552"/>
                  </a:cubicBezTo>
                  <a:lnTo>
                    <a:pt x="1576" y="544"/>
                  </a:lnTo>
                  <a:cubicBezTo>
                    <a:pt x="1702" y="449"/>
                    <a:pt x="1702" y="260"/>
                    <a:pt x="1576" y="71"/>
                  </a:cubicBezTo>
                  <a:cubicBezTo>
                    <a:pt x="1529" y="24"/>
                    <a:pt x="1442" y="0"/>
                    <a:pt x="135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93" name="Google Shape;8790;p71"/>
            <p:cNvSpPr/>
            <p:nvPr/>
          </p:nvSpPr>
          <p:spPr>
            <a:xfrm>
              <a:off x="-34286600" y="3922950"/>
              <a:ext cx="171725" cy="167575"/>
            </a:xfrm>
            <a:custGeom>
              <a:avLst/>
              <a:gdLst/>
              <a:ahLst/>
              <a:cxnLst/>
              <a:rect l="l" t="t" r="r" b="b"/>
              <a:pathLst>
                <a:path w="6869" h="6703" extrusionOk="0">
                  <a:moveTo>
                    <a:pt x="772" y="0"/>
                  </a:moveTo>
                  <a:cubicBezTo>
                    <a:pt x="599" y="0"/>
                    <a:pt x="426" y="71"/>
                    <a:pt x="284" y="213"/>
                  </a:cubicBezTo>
                  <a:cubicBezTo>
                    <a:pt x="1" y="496"/>
                    <a:pt x="1" y="937"/>
                    <a:pt x="284" y="1189"/>
                  </a:cubicBezTo>
                  <a:lnTo>
                    <a:pt x="5608" y="6514"/>
                  </a:lnTo>
                  <a:cubicBezTo>
                    <a:pt x="5734" y="6640"/>
                    <a:pt x="5908" y="6703"/>
                    <a:pt x="6085" y="6703"/>
                  </a:cubicBezTo>
                  <a:cubicBezTo>
                    <a:pt x="6262" y="6703"/>
                    <a:pt x="6443" y="6640"/>
                    <a:pt x="6585" y="6514"/>
                  </a:cubicBezTo>
                  <a:cubicBezTo>
                    <a:pt x="6869" y="6230"/>
                    <a:pt x="6869" y="5821"/>
                    <a:pt x="6585" y="5537"/>
                  </a:cubicBezTo>
                  <a:lnTo>
                    <a:pt x="1261" y="213"/>
                  </a:lnTo>
                  <a:cubicBezTo>
                    <a:pt x="1119" y="71"/>
                    <a:pt x="946" y="0"/>
                    <a:pt x="77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94" name="Google Shape;8791;p71"/>
            <p:cNvSpPr/>
            <p:nvPr/>
          </p:nvSpPr>
          <p:spPr>
            <a:xfrm>
              <a:off x="-34406325" y="4115900"/>
              <a:ext cx="98475" cy="95125"/>
            </a:xfrm>
            <a:custGeom>
              <a:avLst/>
              <a:gdLst/>
              <a:ahLst/>
              <a:cxnLst/>
              <a:rect l="l" t="t" r="r" b="b"/>
              <a:pathLst>
                <a:path w="3939" h="3805" extrusionOk="0">
                  <a:moveTo>
                    <a:pt x="757" y="1"/>
                  </a:moveTo>
                  <a:cubicBezTo>
                    <a:pt x="576" y="1"/>
                    <a:pt x="395" y="72"/>
                    <a:pt x="253" y="213"/>
                  </a:cubicBezTo>
                  <a:cubicBezTo>
                    <a:pt x="1" y="497"/>
                    <a:pt x="1" y="938"/>
                    <a:pt x="253" y="1190"/>
                  </a:cubicBezTo>
                  <a:lnTo>
                    <a:pt x="2679" y="3616"/>
                  </a:lnTo>
                  <a:cubicBezTo>
                    <a:pt x="2805" y="3742"/>
                    <a:pt x="2978" y="3805"/>
                    <a:pt x="3155" y="3805"/>
                  </a:cubicBezTo>
                  <a:cubicBezTo>
                    <a:pt x="3332" y="3805"/>
                    <a:pt x="3514" y="3742"/>
                    <a:pt x="3655" y="3616"/>
                  </a:cubicBezTo>
                  <a:cubicBezTo>
                    <a:pt x="3939" y="3332"/>
                    <a:pt x="3939" y="2891"/>
                    <a:pt x="3655" y="2608"/>
                  </a:cubicBezTo>
                  <a:lnTo>
                    <a:pt x="1261" y="213"/>
                  </a:lnTo>
                  <a:cubicBezTo>
                    <a:pt x="1119" y="72"/>
                    <a:pt x="938" y="1"/>
                    <a:pt x="75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95" name="Google Shape;8792;p71"/>
            <p:cNvSpPr/>
            <p:nvPr/>
          </p:nvSpPr>
          <p:spPr>
            <a:xfrm>
              <a:off x="-34364575" y="3966850"/>
              <a:ext cx="204025" cy="204025"/>
            </a:xfrm>
            <a:custGeom>
              <a:avLst/>
              <a:gdLst/>
              <a:ahLst/>
              <a:cxnLst/>
              <a:rect l="l" t="t" r="r" b="b"/>
              <a:pathLst>
                <a:path w="8161" h="8161" extrusionOk="0">
                  <a:moveTo>
                    <a:pt x="2994" y="1"/>
                  </a:moveTo>
                  <a:lnTo>
                    <a:pt x="2489" y="1576"/>
                  </a:lnTo>
                  <a:cubicBezTo>
                    <a:pt x="1985" y="3088"/>
                    <a:pt x="1166" y="4474"/>
                    <a:pt x="1" y="5703"/>
                  </a:cubicBezTo>
                  <a:lnTo>
                    <a:pt x="2458" y="8160"/>
                  </a:lnTo>
                  <a:cubicBezTo>
                    <a:pt x="3687" y="6995"/>
                    <a:pt x="5104" y="6175"/>
                    <a:pt x="6585" y="5671"/>
                  </a:cubicBezTo>
                  <a:lnTo>
                    <a:pt x="8160" y="5136"/>
                  </a:lnTo>
                  <a:lnTo>
                    <a:pt x="299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96" name="Google Shape;8793;p71"/>
            <p:cNvSpPr/>
            <p:nvPr/>
          </p:nvSpPr>
          <p:spPr>
            <a:xfrm>
              <a:off x="-34200750" y="3919600"/>
              <a:ext cx="17350" cy="33875"/>
            </a:xfrm>
            <a:custGeom>
              <a:avLst/>
              <a:gdLst/>
              <a:ahLst/>
              <a:cxnLst/>
              <a:rect l="l" t="t" r="r" b="b"/>
              <a:pathLst>
                <a:path w="694" h="1355" extrusionOk="0">
                  <a:moveTo>
                    <a:pt x="347" y="0"/>
                  </a:moveTo>
                  <a:cubicBezTo>
                    <a:pt x="158" y="0"/>
                    <a:pt x="1" y="158"/>
                    <a:pt x="1" y="347"/>
                  </a:cubicBezTo>
                  <a:lnTo>
                    <a:pt x="1" y="1008"/>
                  </a:lnTo>
                  <a:cubicBezTo>
                    <a:pt x="1" y="1229"/>
                    <a:pt x="158" y="1355"/>
                    <a:pt x="347" y="1355"/>
                  </a:cubicBezTo>
                  <a:cubicBezTo>
                    <a:pt x="536" y="1355"/>
                    <a:pt x="694" y="1229"/>
                    <a:pt x="694" y="1008"/>
                  </a:cubicBezTo>
                  <a:lnTo>
                    <a:pt x="694" y="347"/>
                  </a:lnTo>
                  <a:cubicBezTo>
                    <a:pt x="694" y="158"/>
                    <a:pt x="536" y="0"/>
                    <a:pt x="3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97" name="Google Shape;8794;p71"/>
            <p:cNvSpPr/>
            <p:nvPr/>
          </p:nvSpPr>
          <p:spPr>
            <a:xfrm>
              <a:off x="-34147975" y="3989700"/>
              <a:ext cx="34675" cy="17350"/>
            </a:xfrm>
            <a:custGeom>
              <a:avLst/>
              <a:gdLst/>
              <a:ahLst/>
              <a:cxnLst/>
              <a:rect l="l" t="t" r="r" b="b"/>
              <a:pathLst>
                <a:path w="1387" h="694" extrusionOk="0">
                  <a:moveTo>
                    <a:pt x="379" y="0"/>
                  </a:moveTo>
                  <a:cubicBezTo>
                    <a:pt x="158" y="0"/>
                    <a:pt x="0" y="126"/>
                    <a:pt x="0" y="347"/>
                  </a:cubicBezTo>
                  <a:cubicBezTo>
                    <a:pt x="0" y="536"/>
                    <a:pt x="158" y="693"/>
                    <a:pt x="379" y="693"/>
                  </a:cubicBezTo>
                  <a:lnTo>
                    <a:pt x="1040" y="693"/>
                  </a:lnTo>
                  <a:cubicBezTo>
                    <a:pt x="1229" y="693"/>
                    <a:pt x="1387" y="536"/>
                    <a:pt x="1387" y="347"/>
                  </a:cubicBezTo>
                  <a:cubicBezTo>
                    <a:pt x="1387" y="126"/>
                    <a:pt x="1229" y="0"/>
                    <a:pt x="104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598" name="Google Shape;8795;p71"/>
            <p:cNvSpPr/>
            <p:nvPr/>
          </p:nvSpPr>
          <p:spPr>
            <a:xfrm>
              <a:off x="-34278725" y="4116500"/>
              <a:ext cx="116600" cy="68600"/>
            </a:xfrm>
            <a:custGeom>
              <a:avLst/>
              <a:gdLst/>
              <a:ahLst/>
              <a:cxnLst/>
              <a:rect l="l" t="t" r="r" b="b"/>
              <a:pathLst>
                <a:path w="4664" h="2744" extrusionOk="0">
                  <a:moveTo>
                    <a:pt x="4411" y="0"/>
                  </a:moveTo>
                  <a:lnTo>
                    <a:pt x="3750" y="221"/>
                  </a:lnTo>
                  <a:cubicBezTo>
                    <a:pt x="3907" y="378"/>
                    <a:pt x="3813" y="631"/>
                    <a:pt x="3624" y="694"/>
                  </a:cubicBezTo>
                  <a:lnTo>
                    <a:pt x="1072" y="2017"/>
                  </a:lnTo>
                  <a:cubicBezTo>
                    <a:pt x="1030" y="2038"/>
                    <a:pt x="984" y="2048"/>
                    <a:pt x="938" y="2048"/>
                  </a:cubicBezTo>
                  <a:cubicBezTo>
                    <a:pt x="844" y="2048"/>
                    <a:pt x="746" y="2006"/>
                    <a:pt x="662" y="1922"/>
                  </a:cubicBezTo>
                  <a:lnTo>
                    <a:pt x="568" y="1796"/>
                  </a:lnTo>
                  <a:cubicBezTo>
                    <a:pt x="347" y="1922"/>
                    <a:pt x="190" y="2080"/>
                    <a:pt x="1" y="2237"/>
                  </a:cubicBezTo>
                  <a:lnTo>
                    <a:pt x="190" y="2426"/>
                  </a:lnTo>
                  <a:cubicBezTo>
                    <a:pt x="395" y="2632"/>
                    <a:pt x="669" y="2744"/>
                    <a:pt x="947" y="2744"/>
                  </a:cubicBezTo>
                  <a:cubicBezTo>
                    <a:pt x="1095" y="2744"/>
                    <a:pt x="1245" y="2712"/>
                    <a:pt x="1387" y="2647"/>
                  </a:cubicBezTo>
                  <a:lnTo>
                    <a:pt x="3939" y="1324"/>
                  </a:lnTo>
                  <a:cubicBezTo>
                    <a:pt x="4411" y="1103"/>
                    <a:pt x="4663" y="505"/>
                    <a:pt x="441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599" name="Google Shape;8796;p71"/>
          <p:cNvGrpSpPr/>
          <p:nvPr/>
        </p:nvGrpSpPr>
        <p:grpSpPr>
          <a:xfrm>
            <a:off x="6843164" y="3611569"/>
            <a:ext cx="471527" cy="456239"/>
            <a:chOff x="-32568800" y="3232000"/>
            <a:chExt cx="291450" cy="282000"/>
          </a:xfrm>
        </p:grpSpPr>
        <p:sp>
          <p:nvSpPr>
            <p:cNvPr id="600" name="Google Shape;8797;p71"/>
            <p:cNvSpPr/>
            <p:nvPr/>
          </p:nvSpPr>
          <p:spPr>
            <a:xfrm>
              <a:off x="-32545150" y="3232000"/>
              <a:ext cx="244175" cy="246550"/>
            </a:xfrm>
            <a:custGeom>
              <a:avLst/>
              <a:gdLst/>
              <a:ahLst/>
              <a:cxnLst/>
              <a:rect l="l" t="t" r="r" b="b"/>
              <a:pathLst>
                <a:path w="9767" h="9862" extrusionOk="0">
                  <a:moveTo>
                    <a:pt x="4883" y="1"/>
                  </a:moveTo>
                  <a:cubicBezTo>
                    <a:pt x="4505" y="1"/>
                    <a:pt x="4222" y="316"/>
                    <a:pt x="4222" y="662"/>
                  </a:cubicBezTo>
                  <a:lnTo>
                    <a:pt x="4222" y="4128"/>
                  </a:lnTo>
                  <a:cubicBezTo>
                    <a:pt x="4159" y="4033"/>
                    <a:pt x="2899" y="1859"/>
                    <a:pt x="2772" y="1702"/>
                  </a:cubicBezTo>
                  <a:cubicBezTo>
                    <a:pt x="2639" y="1479"/>
                    <a:pt x="2394" y="1350"/>
                    <a:pt x="2151" y="1350"/>
                  </a:cubicBezTo>
                  <a:cubicBezTo>
                    <a:pt x="2051" y="1350"/>
                    <a:pt x="1951" y="1372"/>
                    <a:pt x="1859" y="1418"/>
                  </a:cubicBezTo>
                  <a:cubicBezTo>
                    <a:pt x="1512" y="1576"/>
                    <a:pt x="1386" y="2017"/>
                    <a:pt x="1544" y="2332"/>
                  </a:cubicBezTo>
                  <a:cubicBezTo>
                    <a:pt x="1544" y="2363"/>
                    <a:pt x="2804" y="4947"/>
                    <a:pt x="2836" y="4947"/>
                  </a:cubicBezTo>
                  <a:cubicBezTo>
                    <a:pt x="3434" y="4947"/>
                    <a:pt x="5261" y="4947"/>
                    <a:pt x="5261" y="6617"/>
                  </a:cubicBezTo>
                  <a:cubicBezTo>
                    <a:pt x="5261" y="6806"/>
                    <a:pt x="5104" y="6963"/>
                    <a:pt x="4883" y="6963"/>
                  </a:cubicBezTo>
                  <a:cubicBezTo>
                    <a:pt x="4694" y="6963"/>
                    <a:pt x="4537" y="6806"/>
                    <a:pt x="4537" y="6617"/>
                  </a:cubicBezTo>
                  <a:cubicBezTo>
                    <a:pt x="4537" y="6018"/>
                    <a:pt x="4253" y="5640"/>
                    <a:pt x="3056" y="5608"/>
                  </a:cubicBezTo>
                  <a:cubicBezTo>
                    <a:pt x="3056" y="5608"/>
                    <a:pt x="1260" y="4254"/>
                    <a:pt x="1197" y="4191"/>
                  </a:cubicBezTo>
                  <a:cubicBezTo>
                    <a:pt x="1060" y="4084"/>
                    <a:pt x="901" y="4029"/>
                    <a:pt x="745" y="4029"/>
                  </a:cubicBezTo>
                  <a:cubicBezTo>
                    <a:pt x="578" y="4029"/>
                    <a:pt x="414" y="4092"/>
                    <a:pt x="284" y="4222"/>
                  </a:cubicBezTo>
                  <a:cubicBezTo>
                    <a:pt x="0" y="4506"/>
                    <a:pt x="0" y="4915"/>
                    <a:pt x="284" y="5199"/>
                  </a:cubicBezTo>
                  <a:lnTo>
                    <a:pt x="1859" y="6774"/>
                  </a:lnTo>
                  <a:cubicBezTo>
                    <a:pt x="2048" y="6963"/>
                    <a:pt x="2142" y="7215"/>
                    <a:pt x="2142" y="7436"/>
                  </a:cubicBezTo>
                  <a:cubicBezTo>
                    <a:pt x="2142" y="8034"/>
                    <a:pt x="2520" y="8538"/>
                    <a:pt x="3088" y="8759"/>
                  </a:cubicBezTo>
                  <a:cubicBezTo>
                    <a:pt x="3245" y="8790"/>
                    <a:pt x="3371" y="8948"/>
                    <a:pt x="3434" y="9074"/>
                  </a:cubicBezTo>
                  <a:cubicBezTo>
                    <a:pt x="2426" y="8979"/>
                    <a:pt x="1260" y="8790"/>
                    <a:pt x="1103" y="8475"/>
                  </a:cubicBezTo>
                  <a:cubicBezTo>
                    <a:pt x="1103" y="8475"/>
                    <a:pt x="1197" y="8349"/>
                    <a:pt x="1638" y="8192"/>
                  </a:cubicBezTo>
                  <a:cubicBezTo>
                    <a:pt x="1544" y="8003"/>
                    <a:pt x="1481" y="7751"/>
                    <a:pt x="1481" y="7530"/>
                  </a:cubicBezTo>
                  <a:cubicBezTo>
                    <a:pt x="756" y="7782"/>
                    <a:pt x="441" y="8066"/>
                    <a:pt x="441" y="8475"/>
                  </a:cubicBezTo>
                  <a:cubicBezTo>
                    <a:pt x="441" y="9641"/>
                    <a:pt x="3718" y="9862"/>
                    <a:pt x="4883" y="9862"/>
                  </a:cubicBezTo>
                  <a:cubicBezTo>
                    <a:pt x="6081" y="9862"/>
                    <a:pt x="9357" y="9641"/>
                    <a:pt x="9357" y="8475"/>
                  </a:cubicBezTo>
                  <a:cubicBezTo>
                    <a:pt x="9357" y="8066"/>
                    <a:pt x="8979" y="7751"/>
                    <a:pt x="8317" y="7530"/>
                  </a:cubicBezTo>
                  <a:cubicBezTo>
                    <a:pt x="8317" y="7782"/>
                    <a:pt x="8286" y="8003"/>
                    <a:pt x="8160" y="8192"/>
                  </a:cubicBezTo>
                  <a:cubicBezTo>
                    <a:pt x="8286" y="8255"/>
                    <a:pt x="8349" y="8286"/>
                    <a:pt x="8443" y="8318"/>
                  </a:cubicBezTo>
                  <a:lnTo>
                    <a:pt x="8664" y="8444"/>
                  </a:lnTo>
                  <a:cubicBezTo>
                    <a:pt x="8475" y="8790"/>
                    <a:pt x="7372" y="8948"/>
                    <a:pt x="6364" y="9074"/>
                  </a:cubicBezTo>
                  <a:cubicBezTo>
                    <a:pt x="6427" y="8979"/>
                    <a:pt x="6553" y="8885"/>
                    <a:pt x="6711" y="8822"/>
                  </a:cubicBezTo>
                  <a:cubicBezTo>
                    <a:pt x="7246" y="8633"/>
                    <a:pt x="7656" y="8129"/>
                    <a:pt x="7656" y="7530"/>
                  </a:cubicBezTo>
                  <a:lnTo>
                    <a:pt x="7656" y="6428"/>
                  </a:lnTo>
                  <a:lnTo>
                    <a:pt x="9515" y="4569"/>
                  </a:lnTo>
                  <a:cubicBezTo>
                    <a:pt x="9767" y="4317"/>
                    <a:pt x="9767" y="3876"/>
                    <a:pt x="9515" y="3592"/>
                  </a:cubicBezTo>
                  <a:cubicBezTo>
                    <a:pt x="9373" y="3450"/>
                    <a:pt x="9192" y="3379"/>
                    <a:pt x="9010" y="3379"/>
                  </a:cubicBezTo>
                  <a:cubicBezTo>
                    <a:pt x="8829" y="3379"/>
                    <a:pt x="8648" y="3450"/>
                    <a:pt x="8506" y="3592"/>
                  </a:cubicBezTo>
                  <a:cubicBezTo>
                    <a:pt x="8191" y="3876"/>
                    <a:pt x="7498" y="4411"/>
                    <a:pt x="7026" y="4789"/>
                  </a:cubicBezTo>
                  <a:cubicBezTo>
                    <a:pt x="7089" y="4663"/>
                    <a:pt x="8191" y="2426"/>
                    <a:pt x="8254" y="2332"/>
                  </a:cubicBezTo>
                  <a:cubicBezTo>
                    <a:pt x="8412" y="1985"/>
                    <a:pt x="8286" y="1576"/>
                    <a:pt x="7939" y="1418"/>
                  </a:cubicBezTo>
                  <a:cubicBezTo>
                    <a:pt x="7847" y="1372"/>
                    <a:pt x="7747" y="1350"/>
                    <a:pt x="7647" y="1350"/>
                  </a:cubicBezTo>
                  <a:cubicBezTo>
                    <a:pt x="7404" y="1350"/>
                    <a:pt x="7159" y="1479"/>
                    <a:pt x="7026" y="1702"/>
                  </a:cubicBezTo>
                  <a:cubicBezTo>
                    <a:pt x="6900" y="1859"/>
                    <a:pt x="5639" y="4033"/>
                    <a:pt x="5576" y="4128"/>
                  </a:cubicBezTo>
                  <a:lnTo>
                    <a:pt x="5576" y="662"/>
                  </a:lnTo>
                  <a:cubicBezTo>
                    <a:pt x="5576" y="284"/>
                    <a:pt x="5261" y="1"/>
                    <a:pt x="488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601" name="Google Shape;8798;p71"/>
            <p:cNvSpPr/>
            <p:nvPr/>
          </p:nvSpPr>
          <p:spPr>
            <a:xfrm>
              <a:off x="-32568800" y="3392675"/>
              <a:ext cx="291450" cy="121325"/>
            </a:xfrm>
            <a:custGeom>
              <a:avLst/>
              <a:gdLst/>
              <a:ahLst/>
              <a:cxnLst/>
              <a:rect l="l" t="t" r="r" b="b"/>
              <a:pathLst>
                <a:path w="11658" h="4853" extrusionOk="0">
                  <a:moveTo>
                    <a:pt x="9578" y="1"/>
                  </a:moveTo>
                  <a:lnTo>
                    <a:pt x="9263" y="316"/>
                  </a:lnTo>
                  <a:lnTo>
                    <a:pt x="9263" y="631"/>
                  </a:lnTo>
                  <a:cubicBezTo>
                    <a:pt x="10335" y="1040"/>
                    <a:pt x="10965" y="1576"/>
                    <a:pt x="10965" y="2143"/>
                  </a:cubicBezTo>
                  <a:cubicBezTo>
                    <a:pt x="10965" y="3119"/>
                    <a:pt x="8885" y="4191"/>
                    <a:pt x="5829" y="4191"/>
                  </a:cubicBezTo>
                  <a:cubicBezTo>
                    <a:pt x="2805" y="4191"/>
                    <a:pt x="726" y="3119"/>
                    <a:pt x="726" y="2143"/>
                  </a:cubicBezTo>
                  <a:cubicBezTo>
                    <a:pt x="726" y="1607"/>
                    <a:pt x="1261" y="1103"/>
                    <a:pt x="2175" y="725"/>
                  </a:cubicBezTo>
                  <a:lnTo>
                    <a:pt x="1671" y="190"/>
                  </a:lnTo>
                  <a:cubicBezTo>
                    <a:pt x="631" y="725"/>
                    <a:pt x="1" y="1387"/>
                    <a:pt x="1" y="2111"/>
                  </a:cubicBezTo>
                  <a:cubicBezTo>
                    <a:pt x="1" y="3655"/>
                    <a:pt x="2584" y="4852"/>
                    <a:pt x="5829" y="4852"/>
                  </a:cubicBezTo>
                  <a:cubicBezTo>
                    <a:pt x="9106" y="4852"/>
                    <a:pt x="11658" y="3624"/>
                    <a:pt x="11658" y="2111"/>
                  </a:cubicBezTo>
                  <a:cubicBezTo>
                    <a:pt x="11658" y="1261"/>
                    <a:pt x="10870" y="505"/>
                    <a:pt x="957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602" name="Google Shape;8799;p71"/>
          <p:cNvGrpSpPr/>
          <p:nvPr/>
        </p:nvGrpSpPr>
        <p:grpSpPr>
          <a:xfrm>
            <a:off x="6842537" y="4231449"/>
            <a:ext cx="472781" cy="471527"/>
            <a:chOff x="-32569575" y="3586425"/>
            <a:chExt cx="292225" cy="291450"/>
          </a:xfrm>
        </p:grpSpPr>
        <p:sp>
          <p:nvSpPr>
            <p:cNvPr id="603" name="Google Shape;8800;p71"/>
            <p:cNvSpPr/>
            <p:nvPr/>
          </p:nvSpPr>
          <p:spPr>
            <a:xfrm>
              <a:off x="-32569575" y="3672275"/>
              <a:ext cx="292225" cy="205600"/>
            </a:xfrm>
            <a:custGeom>
              <a:avLst/>
              <a:gdLst/>
              <a:ahLst/>
              <a:cxnLst/>
              <a:rect l="l" t="t" r="r" b="b"/>
              <a:pathLst>
                <a:path w="11689" h="8224" extrusionOk="0">
                  <a:moveTo>
                    <a:pt x="5860" y="1"/>
                  </a:moveTo>
                  <a:cubicBezTo>
                    <a:pt x="4506" y="1"/>
                    <a:pt x="3340" y="1040"/>
                    <a:pt x="3151" y="2332"/>
                  </a:cubicBezTo>
                  <a:cubicBezTo>
                    <a:pt x="3119" y="2521"/>
                    <a:pt x="3277" y="2710"/>
                    <a:pt x="3497" y="2710"/>
                  </a:cubicBezTo>
                  <a:lnTo>
                    <a:pt x="5514" y="2710"/>
                  </a:lnTo>
                  <a:lnTo>
                    <a:pt x="5514" y="3435"/>
                  </a:lnTo>
                  <a:lnTo>
                    <a:pt x="2395" y="3435"/>
                  </a:lnTo>
                  <a:cubicBezTo>
                    <a:pt x="1859" y="3435"/>
                    <a:pt x="1387" y="3907"/>
                    <a:pt x="1387" y="4443"/>
                  </a:cubicBezTo>
                  <a:lnTo>
                    <a:pt x="1387" y="4852"/>
                  </a:lnTo>
                  <a:cubicBezTo>
                    <a:pt x="599" y="5010"/>
                    <a:pt x="0" y="5703"/>
                    <a:pt x="0" y="6554"/>
                  </a:cubicBezTo>
                  <a:cubicBezTo>
                    <a:pt x="0" y="7499"/>
                    <a:pt x="757" y="8223"/>
                    <a:pt x="1702" y="8223"/>
                  </a:cubicBezTo>
                  <a:cubicBezTo>
                    <a:pt x="2647" y="8223"/>
                    <a:pt x="3403" y="7499"/>
                    <a:pt x="3403" y="6554"/>
                  </a:cubicBezTo>
                  <a:cubicBezTo>
                    <a:pt x="3403" y="5703"/>
                    <a:pt x="2804" y="5041"/>
                    <a:pt x="2017" y="4852"/>
                  </a:cubicBezTo>
                  <a:lnTo>
                    <a:pt x="2017" y="4443"/>
                  </a:lnTo>
                  <a:cubicBezTo>
                    <a:pt x="2017" y="4254"/>
                    <a:pt x="2174" y="4096"/>
                    <a:pt x="2363" y="4096"/>
                  </a:cubicBezTo>
                  <a:lnTo>
                    <a:pt x="5482" y="4096"/>
                  </a:lnTo>
                  <a:lnTo>
                    <a:pt x="5482" y="4821"/>
                  </a:lnTo>
                  <a:cubicBezTo>
                    <a:pt x="4695" y="4978"/>
                    <a:pt x="4096" y="5672"/>
                    <a:pt x="4096" y="6491"/>
                  </a:cubicBezTo>
                  <a:cubicBezTo>
                    <a:pt x="4096" y="7436"/>
                    <a:pt x="4852" y="8192"/>
                    <a:pt x="5797" y="8192"/>
                  </a:cubicBezTo>
                  <a:cubicBezTo>
                    <a:pt x="6742" y="8192"/>
                    <a:pt x="7499" y="7436"/>
                    <a:pt x="7499" y="6491"/>
                  </a:cubicBezTo>
                  <a:cubicBezTo>
                    <a:pt x="7499" y="5672"/>
                    <a:pt x="6900" y="5010"/>
                    <a:pt x="6112" y="4821"/>
                  </a:cubicBezTo>
                  <a:lnTo>
                    <a:pt x="6112" y="4096"/>
                  </a:lnTo>
                  <a:lnTo>
                    <a:pt x="9231" y="4096"/>
                  </a:lnTo>
                  <a:cubicBezTo>
                    <a:pt x="9420" y="4096"/>
                    <a:pt x="9578" y="4254"/>
                    <a:pt x="9578" y="4443"/>
                  </a:cubicBezTo>
                  <a:lnTo>
                    <a:pt x="9578" y="4852"/>
                  </a:lnTo>
                  <a:cubicBezTo>
                    <a:pt x="8790" y="5010"/>
                    <a:pt x="8192" y="5703"/>
                    <a:pt x="8192" y="6554"/>
                  </a:cubicBezTo>
                  <a:cubicBezTo>
                    <a:pt x="8192" y="7499"/>
                    <a:pt x="8948" y="8223"/>
                    <a:pt x="9893" y="8223"/>
                  </a:cubicBezTo>
                  <a:cubicBezTo>
                    <a:pt x="10838" y="8223"/>
                    <a:pt x="11594" y="7499"/>
                    <a:pt x="11594" y="6554"/>
                  </a:cubicBezTo>
                  <a:cubicBezTo>
                    <a:pt x="11689" y="5703"/>
                    <a:pt x="11153" y="5010"/>
                    <a:pt x="10366" y="4852"/>
                  </a:cubicBezTo>
                  <a:lnTo>
                    <a:pt x="10366" y="4443"/>
                  </a:lnTo>
                  <a:cubicBezTo>
                    <a:pt x="10366" y="3907"/>
                    <a:pt x="9893" y="3435"/>
                    <a:pt x="9326" y="3435"/>
                  </a:cubicBezTo>
                  <a:lnTo>
                    <a:pt x="6238" y="3435"/>
                  </a:lnTo>
                  <a:lnTo>
                    <a:pt x="6238" y="2710"/>
                  </a:lnTo>
                  <a:lnTo>
                    <a:pt x="8223" y="2710"/>
                  </a:lnTo>
                  <a:cubicBezTo>
                    <a:pt x="8444" y="2710"/>
                    <a:pt x="8601" y="2521"/>
                    <a:pt x="8601" y="2332"/>
                  </a:cubicBezTo>
                  <a:cubicBezTo>
                    <a:pt x="8381" y="977"/>
                    <a:pt x="7247" y="1"/>
                    <a:pt x="586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604" name="Google Shape;8801;p71"/>
            <p:cNvSpPr/>
            <p:nvPr/>
          </p:nvSpPr>
          <p:spPr>
            <a:xfrm>
              <a:off x="-32456950" y="3586425"/>
              <a:ext cx="68550" cy="69350"/>
            </a:xfrm>
            <a:custGeom>
              <a:avLst/>
              <a:gdLst/>
              <a:ahLst/>
              <a:cxnLst/>
              <a:rect l="l" t="t" r="r" b="b"/>
              <a:pathLst>
                <a:path w="2742" h="2774" extrusionOk="0">
                  <a:moveTo>
                    <a:pt x="1355" y="1"/>
                  </a:moveTo>
                  <a:cubicBezTo>
                    <a:pt x="631" y="1"/>
                    <a:pt x="1" y="631"/>
                    <a:pt x="1" y="1387"/>
                  </a:cubicBezTo>
                  <a:cubicBezTo>
                    <a:pt x="1" y="2143"/>
                    <a:pt x="631" y="2773"/>
                    <a:pt x="1355" y="2773"/>
                  </a:cubicBezTo>
                  <a:cubicBezTo>
                    <a:pt x="2111" y="2773"/>
                    <a:pt x="2742" y="2143"/>
                    <a:pt x="2742" y="1387"/>
                  </a:cubicBezTo>
                  <a:cubicBezTo>
                    <a:pt x="2742" y="631"/>
                    <a:pt x="2111" y="1"/>
                    <a:pt x="135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605" name="Google Shape;8802;p71"/>
          <p:cNvGrpSpPr/>
          <p:nvPr/>
        </p:nvGrpSpPr>
        <p:grpSpPr>
          <a:xfrm>
            <a:off x="6830424" y="4850905"/>
            <a:ext cx="497008" cy="472457"/>
            <a:chOff x="-32576675" y="3944600"/>
            <a:chExt cx="307200" cy="292025"/>
          </a:xfrm>
        </p:grpSpPr>
        <p:sp>
          <p:nvSpPr>
            <p:cNvPr id="606" name="Google Shape;8803;p71"/>
            <p:cNvSpPr/>
            <p:nvPr/>
          </p:nvSpPr>
          <p:spPr>
            <a:xfrm>
              <a:off x="-32482950" y="3944600"/>
              <a:ext cx="213475" cy="214650"/>
            </a:xfrm>
            <a:custGeom>
              <a:avLst/>
              <a:gdLst/>
              <a:ahLst/>
              <a:cxnLst/>
              <a:rect l="l" t="t" r="r" b="b"/>
              <a:pathLst>
                <a:path w="8539" h="8586" extrusionOk="0">
                  <a:moveTo>
                    <a:pt x="5156" y="1"/>
                  </a:moveTo>
                  <a:cubicBezTo>
                    <a:pt x="4372" y="1"/>
                    <a:pt x="3593" y="308"/>
                    <a:pt x="2994" y="922"/>
                  </a:cubicBezTo>
                  <a:lnTo>
                    <a:pt x="1450" y="2466"/>
                  </a:lnTo>
                  <a:cubicBezTo>
                    <a:pt x="1681" y="2417"/>
                    <a:pt x="1916" y="2392"/>
                    <a:pt x="2152" y="2392"/>
                  </a:cubicBezTo>
                  <a:cubicBezTo>
                    <a:pt x="2529" y="2392"/>
                    <a:pt x="2909" y="2456"/>
                    <a:pt x="3277" y="2592"/>
                  </a:cubicBezTo>
                  <a:lnTo>
                    <a:pt x="3939" y="1899"/>
                  </a:lnTo>
                  <a:cubicBezTo>
                    <a:pt x="4270" y="1568"/>
                    <a:pt x="4703" y="1402"/>
                    <a:pt x="5136" y="1402"/>
                  </a:cubicBezTo>
                  <a:cubicBezTo>
                    <a:pt x="5569" y="1402"/>
                    <a:pt x="6003" y="1568"/>
                    <a:pt x="6333" y="1899"/>
                  </a:cubicBezTo>
                  <a:cubicBezTo>
                    <a:pt x="7027" y="2592"/>
                    <a:pt x="7027" y="3631"/>
                    <a:pt x="6333" y="4325"/>
                  </a:cubicBezTo>
                  <a:lnTo>
                    <a:pt x="3939" y="6719"/>
                  </a:lnTo>
                  <a:cubicBezTo>
                    <a:pt x="3608" y="7050"/>
                    <a:pt x="3175" y="7215"/>
                    <a:pt x="2742" y="7215"/>
                  </a:cubicBezTo>
                  <a:cubicBezTo>
                    <a:pt x="2309" y="7215"/>
                    <a:pt x="1875" y="7050"/>
                    <a:pt x="1545" y="6719"/>
                  </a:cubicBezTo>
                  <a:cubicBezTo>
                    <a:pt x="1261" y="6435"/>
                    <a:pt x="1104" y="6089"/>
                    <a:pt x="1072" y="5742"/>
                  </a:cubicBezTo>
                  <a:lnTo>
                    <a:pt x="1" y="6782"/>
                  </a:lnTo>
                  <a:cubicBezTo>
                    <a:pt x="158" y="7097"/>
                    <a:pt x="348" y="7381"/>
                    <a:pt x="600" y="7664"/>
                  </a:cubicBezTo>
                  <a:cubicBezTo>
                    <a:pt x="1214" y="8278"/>
                    <a:pt x="2002" y="8586"/>
                    <a:pt x="2781" y="8586"/>
                  </a:cubicBezTo>
                  <a:cubicBezTo>
                    <a:pt x="3561" y="8586"/>
                    <a:pt x="4333" y="8278"/>
                    <a:pt x="4916" y="7664"/>
                  </a:cubicBezTo>
                  <a:lnTo>
                    <a:pt x="7342" y="5270"/>
                  </a:lnTo>
                  <a:cubicBezTo>
                    <a:pt x="8539" y="4073"/>
                    <a:pt x="8539" y="2151"/>
                    <a:pt x="7342" y="922"/>
                  </a:cubicBezTo>
                  <a:cubicBezTo>
                    <a:pt x="6727" y="308"/>
                    <a:pt x="5940" y="1"/>
                    <a:pt x="515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607" name="Google Shape;8804;p71"/>
            <p:cNvSpPr/>
            <p:nvPr/>
          </p:nvSpPr>
          <p:spPr>
            <a:xfrm>
              <a:off x="-32576675" y="4020200"/>
              <a:ext cx="215850" cy="216425"/>
            </a:xfrm>
            <a:custGeom>
              <a:avLst/>
              <a:gdLst/>
              <a:ahLst/>
              <a:cxnLst/>
              <a:rect l="l" t="t" r="r" b="b"/>
              <a:pathLst>
                <a:path w="8634" h="8657" extrusionOk="0">
                  <a:moveTo>
                    <a:pt x="5865" y="1"/>
                  </a:moveTo>
                  <a:cubicBezTo>
                    <a:pt x="5081" y="1"/>
                    <a:pt x="4301" y="308"/>
                    <a:pt x="3718" y="922"/>
                  </a:cubicBezTo>
                  <a:lnTo>
                    <a:pt x="1230" y="3411"/>
                  </a:lnTo>
                  <a:cubicBezTo>
                    <a:pt x="1" y="4640"/>
                    <a:pt x="1" y="6562"/>
                    <a:pt x="1230" y="7759"/>
                  </a:cubicBezTo>
                  <a:cubicBezTo>
                    <a:pt x="1844" y="8358"/>
                    <a:pt x="2632" y="8657"/>
                    <a:pt x="3415" y="8657"/>
                  </a:cubicBezTo>
                  <a:cubicBezTo>
                    <a:pt x="4199" y="8657"/>
                    <a:pt x="4979" y="8358"/>
                    <a:pt x="5577" y="7759"/>
                  </a:cubicBezTo>
                  <a:lnTo>
                    <a:pt x="7152" y="6184"/>
                  </a:lnTo>
                  <a:lnTo>
                    <a:pt x="7152" y="6184"/>
                  </a:lnTo>
                  <a:cubicBezTo>
                    <a:pt x="6938" y="6218"/>
                    <a:pt x="6719" y="6235"/>
                    <a:pt x="6499" y="6235"/>
                  </a:cubicBezTo>
                  <a:cubicBezTo>
                    <a:pt x="6106" y="6235"/>
                    <a:pt x="5709" y="6179"/>
                    <a:pt x="5325" y="6058"/>
                  </a:cubicBezTo>
                  <a:lnTo>
                    <a:pt x="4569" y="6814"/>
                  </a:lnTo>
                  <a:cubicBezTo>
                    <a:pt x="4238" y="7145"/>
                    <a:pt x="3805" y="7310"/>
                    <a:pt x="3372" y="7310"/>
                  </a:cubicBezTo>
                  <a:cubicBezTo>
                    <a:pt x="2939" y="7310"/>
                    <a:pt x="2505" y="7145"/>
                    <a:pt x="2175" y="6814"/>
                  </a:cubicBezTo>
                  <a:cubicBezTo>
                    <a:pt x="1513" y="6121"/>
                    <a:pt x="1513" y="5081"/>
                    <a:pt x="2175" y="4388"/>
                  </a:cubicBezTo>
                  <a:lnTo>
                    <a:pt x="4664" y="1899"/>
                  </a:lnTo>
                  <a:cubicBezTo>
                    <a:pt x="4994" y="1568"/>
                    <a:pt x="5428" y="1403"/>
                    <a:pt x="5861" y="1403"/>
                  </a:cubicBezTo>
                  <a:cubicBezTo>
                    <a:pt x="6294" y="1403"/>
                    <a:pt x="6727" y="1568"/>
                    <a:pt x="7058" y="1899"/>
                  </a:cubicBezTo>
                  <a:cubicBezTo>
                    <a:pt x="7342" y="2183"/>
                    <a:pt x="7499" y="2561"/>
                    <a:pt x="7531" y="2907"/>
                  </a:cubicBezTo>
                  <a:lnTo>
                    <a:pt x="8287" y="2151"/>
                  </a:lnTo>
                  <a:lnTo>
                    <a:pt x="8633" y="1805"/>
                  </a:lnTo>
                  <a:cubicBezTo>
                    <a:pt x="8476" y="1490"/>
                    <a:pt x="8287" y="1206"/>
                    <a:pt x="8035" y="922"/>
                  </a:cubicBezTo>
                  <a:cubicBezTo>
                    <a:pt x="7436" y="308"/>
                    <a:pt x="6648" y="1"/>
                    <a:pt x="586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608" name="Google Shape;8805;p71"/>
          <p:cNvGrpSpPr/>
          <p:nvPr/>
        </p:nvGrpSpPr>
        <p:grpSpPr>
          <a:xfrm>
            <a:off x="9823713" y="3603298"/>
            <a:ext cx="472781" cy="472781"/>
            <a:chOff x="-30735200" y="3192625"/>
            <a:chExt cx="292225" cy="292225"/>
          </a:xfrm>
        </p:grpSpPr>
        <p:sp>
          <p:nvSpPr>
            <p:cNvPr id="609" name="Google Shape;8806;p71"/>
            <p:cNvSpPr/>
            <p:nvPr/>
          </p:nvSpPr>
          <p:spPr>
            <a:xfrm>
              <a:off x="-30665100" y="3192625"/>
              <a:ext cx="175650" cy="223700"/>
            </a:xfrm>
            <a:custGeom>
              <a:avLst/>
              <a:gdLst/>
              <a:ahLst/>
              <a:cxnLst/>
              <a:rect l="l" t="t" r="r" b="b"/>
              <a:pathLst>
                <a:path w="7026" h="8948" extrusionOk="0">
                  <a:moveTo>
                    <a:pt x="2363" y="0"/>
                  </a:moveTo>
                  <a:cubicBezTo>
                    <a:pt x="2143" y="0"/>
                    <a:pt x="1985" y="158"/>
                    <a:pt x="1985" y="378"/>
                  </a:cubicBezTo>
                  <a:cubicBezTo>
                    <a:pt x="1985" y="567"/>
                    <a:pt x="2143" y="725"/>
                    <a:pt x="2363" y="725"/>
                  </a:cubicBezTo>
                  <a:lnTo>
                    <a:pt x="2710" y="725"/>
                  </a:lnTo>
                  <a:lnTo>
                    <a:pt x="2710" y="1576"/>
                  </a:lnTo>
                  <a:cubicBezTo>
                    <a:pt x="1135" y="2017"/>
                    <a:pt x="0" y="3466"/>
                    <a:pt x="0" y="5199"/>
                  </a:cubicBezTo>
                  <a:cubicBezTo>
                    <a:pt x="0" y="7278"/>
                    <a:pt x="1670" y="8948"/>
                    <a:pt x="3718" y="8948"/>
                  </a:cubicBezTo>
                  <a:cubicBezTo>
                    <a:pt x="3970" y="8948"/>
                    <a:pt x="4159" y="8916"/>
                    <a:pt x="4348" y="8853"/>
                  </a:cubicBezTo>
                  <a:cubicBezTo>
                    <a:pt x="4159" y="8664"/>
                    <a:pt x="4033" y="8381"/>
                    <a:pt x="4033" y="8066"/>
                  </a:cubicBezTo>
                  <a:cubicBezTo>
                    <a:pt x="4033" y="7877"/>
                    <a:pt x="4096" y="7687"/>
                    <a:pt x="4191" y="7530"/>
                  </a:cubicBezTo>
                  <a:lnTo>
                    <a:pt x="4191" y="7530"/>
                  </a:lnTo>
                  <a:cubicBezTo>
                    <a:pt x="4033" y="7561"/>
                    <a:pt x="3876" y="7561"/>
                    <a:pt x="3686" y="7561"/>
                  </a:cubicBezTo>
                  <a:cubicBezTo>
                    <a:pt x="2363" y="7561"/>
                    <a:pt x="1292" y="6522"/>
                    <a:pt x="1292" y="5167"/>
                  </a:cubicBezTo>
                  <a:cubicBezTo>
                    <a:pt x="1292" y="3844"/>
                    <a:pt x="2363" y="2773"/>
                    <a:pt x="3686" y="2773"/>
                  </a:cubicBezTo>
                  <a:cubicBezTo>
                    <a:pt x="4348" y="2773"/>
                    <a:pt x="4978" y="3088"/>
                    <a:pt x="5451" y="3560"/>
                  </a:cubicBezTo>
                  <a:cubicBezTo>
                    <a:pt x="5608" y="3466"/>
                    <a:pt x="5766" y="3466"/>
                    <a:pt x="5923" y="3466"/>
                  </a:cubicBezTo>
                  <a:lnTo>
                    <a:pt x="7026" y="3466"/>
                  </a:lnTo>
                  <a:cubicBezTo>
                    <a:pt x="6553" y="2584"/>
                    <a:pt x="5734" y="1859"/>
                    <a:pt x="4726" y="1576"/>
                  </a:cubicBezTo>
                  <a:lnTo>
                    <a:pt x="4726" y="725"/>
                  </a:lnTo>
                  <a:lnTo>
                    <a:pt x="5073" y="725"/>
                  </a:lnTo>
                  <a:cubicBezTo>
                    <a:pt x="5262" y="725"/>
                    <a:pt x="5419" y="567"/>
                    <a:pt x="5419" y="378"/>
                  </a:cubicBezTo>
                  <a:cubicBezTo>
                    <a:pt x="5419" y="158"/>
                    <a:pt x="5262" y="0"/>
                    <a:pt x="507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610" name="Google Shape;8807;p71"/>
            <p:cNvSpPr/>
            <p:nvPr/>
          </p:nvSpPr>
          <p:spPr>
            <a:xfrm>
              <a:off x="-30615475" y="3278475"/>
              <a:ext cx="52775" cy="52000"/>
            </a:xfrm>
            <a:custGeom>
              <a:avLst/>
              <a:gdLst/>
              <a:ahLst/>
              <a:cxnLst/>
              <a:rect l="l" t="t" r="r" b="b"/>
              <a:pathLst>
                <a:path w="2111" h="2080" extrusionOk="0">
                  <a:moveTo>
                    <a:pt x="1733" y="0"/>
                  </a:moveTo>
                  <a:cubicBezTo>
                    <a:pt x="1544" y="32"/>
                    <a:pt x="1386" y="158"/>
                    <a:pt x="1386" y="347"/>
                  </a:cubicBezTo>
                  <a:lnTo>
                    <a:pt x="1386" y="1387"/>
                  </a:lnTo>
                  <a:lnTo>
                    <a:pt x="378" y="1387"/>
                  </a:lnTo>
                  <a:cubicBezTo>
                    <a:pt x="158" y="1387"/>
                    <a:pt x="0" y="1544"/>
                    <a:pt x="0" y="1733"/>
                  </a:cubicBezTo>
                  <a:cubicBezTo>
                    <a:pt x="0" y="1922"/>
                    <a:pt x="158" y="2080"/>
                    <a:pt x="378" y="2080"/>
                  </a:cubicBezTo>
                  <a:lnTo>
                    <a:pt x="1733" y="2080"/>
                  </a:lnTo>
                  <a:cubicBezTo>
                    <a:pt x="1954" y="2080"/>
                    <a:pt x="2111" y="1922"/>
                    <a:pt x="2111" y="1733"/>
                  </a:cubicBezTo>
                  <a:lnTo>
                    <a:pt x="2111" y="347"/>
                  </a:lnTo>
                  <a:cubicBezTo>
                    <a:pt x="2111" y="158"/>
                    <a:pt x="1954" y="0"/>
                    <a:pt x="173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611" name="Google Shape;8808;p71"/>
            <p:cNvSpPr/>
            <p:nvPr/>
          </p:nvSpPr>
          <p:spPr>
            <a:xfrm>
              <a:off x="-30528850" y="3296575"/>
              <a:ext cx="85875" cy="25250"/>
            </a:xfrm>
            <a:custGeom>
              <a:avLst/>
              <a:gdLst/>
              <a:ahLst/>
              <a:cxnLst/>
              <a:rect l="l" t="t" r="r" b="b"/>
              <a:pathLst>
                <a:path w="3435" h="1010" extrusionOk="0">
                  <a:moveTo>
                    <a:pt x="536" y="1"/>
                  </a:moveTo>
                  <a:cubicBezTo>
                    <a:pt x="253" y="1"/>
                    <a:pt x="1" y="221"/>
                    <a:pt x="1" y="505"/>
                  </a:cubicBezTo>
                  <a:cubicBezTo>
                    <a:pt x="1" y="789"/>
                    <a:pt x="253" y="1009"/>
                    <a:pt x="536" y="1009"/>
                  </a:cubicBezTo>
                  <a:lnTo>
                    <a:pt x="2931" y="1009"/>
                  </a:lnTo>
                  <a:cubicBezTo>
                    <a:pt x="3214" y="1009"/>
                    <a:pt x="3435" y="789"/>
                    <a:pt x="3435" y="505"/>
                  </a:cubicBezTo>
                  <a:cubicBezTo>
                    <a:pt x="3435" y="221"/>
                    <a:pt x="3214" y="1"/>
                    <a:pt x="293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612" name="Google Shape;8809;p71"/>
            <p:cNvSpPr/>
            <p:nvPr/>
          </p:nvSpPr>
          <p:spPr>
            <a:xfrm>
              <a:off x="-30546175" y="3338325"/>
              <a:ext cx="85875" cy="26025"/>
            </a:xfrm>
            <a:custGeom>
              <a:avLst/>
              <a:gdLst/>
              <a:ahLst/>
              <a:cxnLst/>
              <a:rect l="l" t="t" r="r" b="b"/>
              <a:pathLst>
                <a:path w="3435" h="1041" extrusionOk="0">
                  <a:moveTo>
                    <a:pt x="505" y="1"/>
                  </a:moveTo>
                  <a:cubicBezTo>
                    <a:pt x="221" y="1"/>
                    <a:pt x="1" y="253"/>
                    <a:pt x="1" y="536"/>
                  </a:cubicBezTo>
                  <a:cubicBezTo>
                    <a:pt x="1" y="788"/>
                    <a:pt x="221" y="1040"/>
                    <a:pt x="505" y="1040"/>
                  </a:cubicBezTo>
                  <a:lnTo>
                    <a:pt x="2899" y="1040"/>
                  </a:lnTo>
                  <a:cubicBezTo>
                    <a:pt x="3183" y="1040"/>
                    <a:pt x="3435" y="851"/>
                    <a:pt x="3435" y="536"/>
                  </a:cubicBezTo>
                  <a:cubicBezTo>
                    <a:pt x="3435" y="253"/>
                    <a:pt x="3183" y="1"/>
                    <a:pt x="289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613" name="Google Shape;8810;p71"/>
            <p:cNvSpPr/>
            <p:nvPr/>
          </p:nvSpPr>
          <p:spPr>
            <a:xfrm>
              <a:off x="-30546175" y="3381650"/>
              <a:ext cx="67750" cy="26025"/>
            </a:xfrm>
            <a:custGeom>
              <a:avLst/>
              <a:gdLst/>
              <a:ahLst/>
              <a:cxnLst/>
              <a:rect l="l" t="t" r="r" b="b"/>
              <a:pathLst>
                <a:path w="2710" h="1041" extrusionOk="0">
                  <a:moveTo>
                    <a:pt x="505" y="0"/>
                  </a:moveTo>
                  <a:cubicBezTo>
                    <a:pt x="221" y="0"/>
                    <a:pt x="1" y="252"/>
                    <a:pt x="1" y="536"/>
                  </a:cubicBezTo>
                  <a:cubicBezTo>
                    <a:pt x="1" y="788"/>
                    <a:pt x="221" y="1040"/>
                    <a:pt x="505" y="1040"/>
                  </a:cubicBezTo>
                  <a:lnTo>
                    <a:pt x="2206" y="1040"/>
                  </a:lnTo>
                  <a:cubicBezTo>
                    <a:pt x="2490" y="1040"/>
                    <a:pt x="2710" y="788"/>
                    <a:pt x="2710" y="536"/>
                  </a:cubicBezTo>
                  <a:cubicBezTo>
                    <a:pt x="2710" y="252"/>
                    <a:pt x="2490" y="0"/>
                    <a:pt x="220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614" name="Google Shape;8811;p71"/>
            <p:cNvSpPr/>
            <p:nvPr/>
          </p:nvSpPr>
          <p:spPr>
            <a:xfrm>
              <a:off x="-30546175" y="3424175"/>
              <a:ext cx="51225" cy="26025"/>
            </a:xfrm>
            <a:custGeom>
              <a:avLst/>
              <a:gdLst/>
              <a:ahLst/>
              <a:cxnLst/>
              <a:rect l="l" t="t" r="r" b="b"/>
              <a:pathLst>
                <a:path w="2049" h="1041" extrusionOk="0">
                  <a:moveTo>
                    <a:pt x="505" y="1"/>
                  </a:moveTo>
                  <a:cubicBezTo>
                    <a:pt x="221" y="1"/>
                    <a:pt x="1" y="253"/>
                    <a:pt x="1" y="505"/>
                  </a:cubicBezTo>
                  <a:cubicBezTo>
                    <a:pt x="1" y="788"/>
                    <a:pt x="221" y="1040"/>
                    <a:pt x="505" y="1040"/>
                  </a:cubicBezTo>
                  <a:lnTo>
                    <a:pt x="1544" y="1040"/>
                  </a:lnTo>
                  <a:cubicBezTo>
                    <a:pt x="1796" y="1040"/>
                    <a:pt x="2048" y="788"/>
                    <a:pt x="2048" y="505"/>
                  </a:cubicBezTo>
                  <a:cubicBezTo>
                    <a:pt x="2048" y="253"/>
                    <a:pt x="1796" y="1"/>
                    <a:pt x="154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615" name="Google Shape;8812;p71"/>
            <p:cNvSpPr/>
            <p:nvPr/>
          </p:nvSpPr>
          <p:spPr>
            <a:xfrm>
              <a:off x="-30735200" y="3209325"/>
              <a:ext cx="174075" cy="275525"/>
            </a:xfrm>
            <a:custGeom>
              <a:avLst/>
              <a:gdLst/>
              <a:ahLst/>
              <a:cxnLst/>
              <a:rect l="l" t="t" r="r" b="b"/>
              <a:pathLst>
                <a:path w="6963" h="11021" extrusionOk="0">
                  <a:moveTo>
                    <a:pt x="3803" y="0"/>
                  </a:moveTo>
                  <a:cubicBezTo>
                    <a:pt x="3716" y="0"/>
                    <a:pt x="3637" y="52"/>
                    <a:pt x="3592" y="120"/>
                  </a:cubicBezTo>
                  <a:lnTo>
                    <a:pt x="1702" y="2231"/>
                  </a:lnTo>
                  <a:cubicBezTo>
                    <a:pt x="1544" y="2420"/>
                    <a:pt x="1418" y="2640"/>
                    <a:pt x="1418" y="2892"/>
                  </a:cubicBezTo>
                  <a:lnTo>
                    <a:pt x="1418" y="5917"/>
                  </a:lnTo>
                  <a:cubicBezTo>
                    <a:pt x="1418" y="6200"/>
                    <a:pt x="1292" y="6421"/>
                    <a:pt x="1103" y="6641"/>
                  </a:cubicBezTo>
                  <a:lnTo>
                    <a:pt x="126" y="7618"/>
                  </a:lnTo>
                  <a:cubicBezTo>
                    <a:pt x="0" y="7744"/>
                    <a:pt x="0" y="7965"/>
                    <a:pt x="126" y="8091"/>
                  </a:cubicBezTo>
                  <a:lnTo>
                    <a:pt x="2867" y="10926"/>
                  </a:lnTo>
                  <a:cubicBezTo>
                    <a:pt x="2930" y="10989"/>
                    <a:pt x="3017" y="11021"/>
                    <a:pt x="3104" y="11021"/>
                  </a:cubicBezTo>
                  <a:cubicBezTo>
                    <a:pt x="3190" y="11021"/>
                    <a:pt x="3277" y="10989"/>
                    <a:pt x="3340" y="10926"/>
                  </a:cubicBezTo>
                  <a:lnTo>
                    <a:pt x="4317" y="9949"/>
                  </a:lnTo>
                  <a:cubicBezTo>
                    <a:pt x="4537" y="9729"/>
                    <a:pt x="4758" y="9634"/>
                    <a:pt x="5041" y="9634"/>
                  </a:cubicBezTo>
                  <a:lnTo>
                    <a:pt x="6963" y="9634"/>
                  </a:lnTo>
                  <a:cubicBezTo>
                    <a:pt x="6900" y="9477"/>
                    <a:pt x="6837" y="9288"/>
                    <a:pt x="6837" y="9099"/>
                  </a:cubicBezTo>
                  <a:cubicBezTo>
                    <a:pt x="6837" y="9036"/>
                    <a:pt x="6837" y="8973"/>
                    <a:pt x="6900" y="8910"/>
                  </a:cubicBezTo>
                  <a:cubicBezTo>
                    <a:pt x="6774" y="8910"/>
                    <a:pt x="6648" y="8941"/>
                    <a:pt x="6522" y="8941"/>
                  </a:cubicBezTo>
                  <a:cubicBezTo>
                    <a:pt x="4096" y="8941"/>
                    <a:pt x="2080" y="6925"/>
                    <a:pt x="2080" y="4499"/>
                  </a:cubicBezTo>
                  <a:cubicBezTo>
                    <a:pt x="2080" y="2892"/>
                    <a:pt x="2962" y="1475"/>
                    <a:pt x="4254" y="687"/>
                  </a:cubicBezTo>
                  <a:cubicBezTo>
                    <a:pt x="4254" y="592"/>
                    <a:pt x="4222" y="529"/>
                    <a:pt x="4222" y="498"/>
                  </a:cubicBezTo>
                  <a:lnTo>
                    <a:pt x="4128" y="246"/>
                  </a:lnTo>
                  <a:cubicBezTo>
                    <a:pt x="4096" y="120"/>
                    <a:pt x="4002" y="57"/>
                    <a:pt x="3907" y="25"/>
                  </a:cubicBezTo>
                  <a:cubicBezTo>
                    <a:pt x="3872" y="8"/>
                    <a:pt x="3837" y="0"/>
                    <a:pt x="380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616" name="Google Shape;8813;p71"/>
          <p:cNvGrpSpPr/>
          <p:nvPr/>
        </p:nvGrpSpPr>
        <p:grpSpPr>
          <a:xfrm>
            <a:off x="9823713" y="4231874"/>
            <a:ext cx="472781" cy="470677"/>
            <a:chOff x="-30735200" y="3552550"/>
            <a:chExt cx="292225" cy="290925"/>
          </a:xfrm>
        </p:grpSpPr>
        <p:sp>
          <p:nvSpPr>
            <p:cNvPr id="617" name="Google Shape;8814;p71"/>
            <p:cNvSpPr/>
            <p:nvPr/>
          </p:nvSpPr>
          <p:spPr>
            <a:xfrm>
              <a:off x="-30613900" y="3655750"/>
              <a:ext cx="170925" cy="187725"/>
            </a:xfrm>
            <a:custGeom>
              <a:avLst/>
              <a:gdLst/>
              <a:ahLst/>
              <a:cxnLst/>
              <a:rect l="l" t="t" r="r" b="b"/>
              <a:pathLst>
                <a:path w="6837" h="7509" extrusionOk="0">
                  <a:moveTo>
                    <a:pt x="5120" y="2079"/>
                  </a:moveTo>
                  <a:cubicBezTo>
                    <a:pt x="5206" y="2079"/>
                    <a:pt x="5293" y="2111"/>
                    <a:pt x="5356" y="2174"/>
                  </a:cubicBezTo>
                  <a:cubicBezTo>
                    <a:pt x="5451" y="2268"/>
                    <a:pt x="5451" y="2458"/>
                    <a:pt x="5356" y="2647"/>
                  </a:cubicBezTo>
                  <a:lnTo>
                    <a:pt x="3308" y="4694"/>
                  </a:lnTo>
                  <a:cubicBezTo>
                    <a:pt x="3214" y="4757"/>
                    <a:pt x="3151" y="4789"/>
                    <a:pt x="3056" y="4789"/>
                  </a:cubicBezTo>
                  <a:cubicBezTo>
                    <a:pt x="2993" y="4789"/>
                    <a:pt x="2899" y="4757"/>
                    <a:pt x="2836" y="4694"/>
                  </a:cubicBezTo>
                  <a:lnTo>
                    <a:pt x="2174" y="4001"/>
                  </a:lnTo>
                  <a:cubicBezTo>
                    <a:pt x="2048" y="3907"/>
                    <a:pt x="2048" y="3655"/>
                    <a:pt x="2174" y="3529"/>
                  </a:cubicBezTo>
                  <a:cubicBezTo>
                    <a:pt x="2221" y="3481"/>
                    <a:pt x="2308" y="3458"/>
                    <a:pt x="2399" y="3458"/>
                  </a:cubicBezTo>
                  <a:cubicBezTo>
                    <a:pt x="2489" y="3458"/>
                    <a:pt x="2584" y="3481"/>
                    <a:pt x="2647" y="3529"/>
                  </a:cubicBezTo>
                  <a:lnTo>
                    <a:pt x="3056" y="3970"/>
                  </a:lnTo>
                  <a:lnTo>
                    <a:pt x="4883" y="2174"/>
                  </a:lnTo>
                  <a:cubicBezTo>
                    <a:pt x="4946" y="2111"/>
                    <a:pt x="5033" y="2079"/>
                    <a:pt x="5120" y="2079"/>
                  </a:cubicBezTo>
                  <a:close/>
                  <a:moveTo>
                    <a:pt x="1701" y="0"/>
                  </a:moveTo>
                  <a:cubicBezTo>
                    <a:pt x="725" y="0"/>
                    <a:pt x="0" y="756"/>
                    <a:pt x="0" y="1701"/>
                  </a:cubicBezTo>
                  <a:lnTo>
                    <a:pt x="0" y="4411"/>
                  </a:lnTo>
                  <a:cubicBezTo>
                    <a:pt x="0" y="5356"/>
                    <a:pt x="725" y="6112"/>
                    <a:pt x="1701" y="6112"/>
                  </a:cubicBezTo>
                  <a:lnTo>
                    <a:pt x="2048" y="6112"/>
                  </a:lnTo>
                  <a:lnTo>
                    <a:pt x="2048" y="7152"/>
                  </a:lnTo>
                  <a:cubicBezTo>
                    <a:pt x="2048" y="7309"/>
                    <a:pt x="2111" y="7435"/>
                    <a:pt x="2237" y="7467"/>
                  </a:cubicBezTo>
                  <a:cubicBezTo>
                    <a:pt x="2289" y="7493"/>
                    <a:pt x="2347" y="7508"/>
                    <a:pt x="2401" y="7508"/>
                  </a:cubicBezTo>
                  <a:cubicBezTo>
                    <a:pt x="2477" y="7508"/>
                    <a:pt x="2547" y="7478"/>
                    <a:pt x="2584" y="7404"/>
                  </a:cubicBezTo>
                  <a:lnTo>
                    <a:pt x="3844" y="6112"/>
                  </a:lnTo>
                  <a:lnTo>
                    <a:pt x="5073" y="6112"/>
                  </a:lnTo>
                  <a:cubicBezTo>
                    <a:pt x="6018" y="6112"/>
                    <a:pt x="6805" y="5356"/>
                    <a:pt x="6805" y="4411"/>
                  </a:cubicBezTo>
                  <a:lnTo>
                    <a:pt x="6805" y="1701"/>
                  </a:lnTo>
                  <a:cubicBezTo>
                    <a:pt x="6837" y="756"/>
                    <a:pt x="6049" y="0"/>
                    <a:pt x="510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618" name="Google Shape;8815;p71"/>
            <p:cNvSpPr/>
            <p:nvPr/>
          </p:nvSpPr>
          <p:spPr>
            <a:xfrm>
              <a:off x="-30735200" y="3552550"/>
              <a:ext cx="188275" cy="205075"/>
            </a:xfrm>
            <a:custGeom>
              <a:avLst/>
              <a:gdLst/>
              <a:ahLst/>
              <a:cxnLst/>
              <a:rect l="l" t="t" r="r" b="b"/>
              <a:pathLst>
                <a:path w="7531" h="8203" extrusionOk="0">
                  <a:moveTo>
                    <a:pt x="3781" y="1356"/>
                  </a:moveTo>
                  <a:cubicBezTo>
                    <a:pt x="4317" y="1356"/>
                    <a:pt x="4789" y="1828"/>
                    <a:pt x="4789" y="2395"/>
                  </a:cubicBezTo>
                  <a:cubicBezTo>
                    <a:pt x="4789" y="2710"/>
                    <a:pt x="4632" y="3025"/>
                    <a:pt x="4411" y="3214"/>
                  </a:cubicBezTo>
                  <a:cubicBezTo>
                    <a:pt x="4254" y="3341"/>
                    <a:pt x="4128" y="3530"/>
                    <a:pt x="4128" y="3782"/>
                  </a:cubicBezTo>
                  <a:cubicBezTo>
                    <a:pt x="4128" y="3971"/>
                    <a:pt x="3970" y="4128"/>
                    <a:pt x="3781" y="4128"/>
                  </a:cubicBezTo>
                  <a:cubicBezTo>
                    <a:pt x="3592" y="4128"/>
                    <a:pt x="3434" y="3971"/>
                    <a:pt x="3434" y="3782"/>
                  </a:cubicBezTo>
                  <a:cubicBezTo>
                    <a:pt x="3434" y="3341"/>
                    <a:pt x="3624" y="2931"/>
                    <a:pt x="3970" y="2679"/>
                  </a:cubicBezTo>
                  <a:cubicBezTo>
                    <a:pt x="4065" y="2584"/>
                    <a:pt x="4096" y="2521"/>
                    <a:pt x="4096" y="2395"/>
                  </a:cubicBezTo>
                  <a:cubicBezTo>
                    <a:pt x="4096" y="2206"/>
                    <a:pt x="3939" y="2049"/>
                    <a:pt x="3750" y="2049"/>
                  </a:cubicBezTo>
                  <a:cubicBezTo>
                    <a:pt x="3529" y="2049"/>
                    <a:pt x="3371" y="2206"/>
                    <a:pt x="3371" y="2395"/>
                  </a:cubicBezTo>
                  <a:cubicBezTo>
                    <a:pt x="3371" y="2584"/>
                    <a:pt x="3214" y="2742"/>
                    <a:pt x="3025" y="2742"/>
                  </a:cubicBezTo>
                  <a:cubicBezTo>
                    <a:pt x="2836" y="2742"/>
                    <a:pt x="2678" y="2584"/>
                    <a:pt x="2678" y="2395"/>
                  </a:cubicBezTo>
                  <a:cubicBezTo>
                    <a:pt x="2741" y="1828"/>
                    <a:pt x="3214" y="1356"/>
                    <a:pt x="3781" y="1356"/>
                  </a:cubicBezTo>
                  <a:close/>
                  <a:moveTo>
                    <a:pt x="3781" y="4758"/>
                  </a:moveTo>
                  <a:cubicBezTo>
                    <a:pt x="3970" y="4758"/>
                    <a:pt x="4128" y="4916"/>
                    <a:pt x="4128" y="5105"/>
                  </a:cubicBezTo>
                  <a:cubicBezTo>
                    <a:pt x="4128" y="5294"/>
                    <a:pt x="3970" y="5451"/>
                    <a:pt x="3781" y="5451"/>
                  </a:cubicBezTo>
                  <a:cubicBezTo>
                    <a:pt x="3592" y="5451"/>
                    <a:pt x="3434" y="5294"/>
                    <a:pt x="3434" y="5105"/>
                  </a:cubicBezTo>
                  <a:cubicBezTo>
                    <a:pt x="3434" y="4916"/>
                    <a:pt x="3592" y="4758"/>
                    <a:pt x="3781" y="4758"/>
                  </a:cubicBezTo>
                  <a:close/>
                  <a:moveTo>
                    <a:pt x="1733" y="1"/>
                  </a:moveTo>
                  <a:cubicBezTo>
                    <a:pt x="788" y="1"/>
                    <a:pt x="0" y="789"/>
                    <a:pt x="0" y="1734"/>
                  </a:cubicBezTo>
                  <a:lnTo>
                    <a:pt x="0" y="5136"/>
                  </a:lnTo>
                  <a:cubicBezTo>
                    <a:pt x="0" y="5987"/>
                    <a:pt x="631" y="6649"/>
                    <a:pt x="1418" y="6806"/>
                  </a:cubicBezTo>
                  <a:lnTo>
                    <a:pt x="1418" y="7846"/>
                  </a:lnTo>
                  <a:cubicBezTo>
                    <a:pt x="1418" y="8003"/>
                    <a:pt x="1481" y="8129"/>
                    <a:pt x="1607" y="8161"/>
                  </a:cubicBezTo>
                  <a:cubicBezTo>
                    <a:pt x="1659" y="8187"/>
                    <a:pt x="1717" y="8202"/>
                    <a:pt x="1771" y="8202"/>
                  </a:cubicBezTo>
                  <a:cubicBezTo>
                    <a:pt x="1848" y="8202"/>
                    <a:pt x="1917" y="8172"/>
                    <a:pt x="1954" y="8098"/>
                  </a:cubicBezTo>
                  <a:lnTo>
                    <a:pt x="3214" y="6838"/>
                  </a:lnTo>
                  <a:lnTo>
                    <a:pt x="4096" y="6838"/>
                  </a:lnTo>
                  <a:lnTo>
                    <a:pt x="4096" y="5798"/>
                  </a:lnTo>
                  <a:cubicBezTo>
                    <a:pt x="4096" y="4475"/>
                    <a:pt x="5167" y="3404"/>
                    <a:pt x="6490" y="3404"/>
                  </a:cubicBezTo>
                  <a:lnTo>
                    <a:pt x="7530" y="3404"/>
                  </a:lnTo>
                  <a:lnTo>
                    <a:pt x="7530" y="1734"/>
                  </a:lnTo>
                  <a:cubicBezTo>
                    <a:pt x="7530" y="789"/>
                    <a:pt x="6774" y="1"/>
                    <a:pt x="582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619" name="Google Shape;8816;p71"/>
          <p:cNvGrpSpPr/>
          <p:nvPr/>
        </p:nvGrpSpPr>
        <p:grpSpPr>
          <a:xfrm>
            <a:off x="9823713" y="4851370"/>
            <a:ext cx="472781" cy="471527"/>
            <a:chOff x="-30735200" y="3910925"/>
            <a:chExt cx="292225" cy="291450"/>
          </a:xfrm>
        </p:grpSpPr>
        <p:sp>
          <p:nvSpPr>
            <p:cNvPr id="620" name="Google Shape;8817;p71"/>
            <p:cNvSpPr/>
            <p:nvPr/>
          </p:nvSpPr>
          <p:spPr>
            <a:xfrm>
              <a:off x="-30683225" y="3962900"/>
              <a:ext cx="188275" cy="186700"/>
            </a:xfrm>
            <a:custGeom>
              <a:avLst/>
              <a:gdLst/>
              <a:ahLst/>
              <a:cxnLst/>
              <a:rect l="l" t="t" r="r" b="b"/>
              <a:pathLst>
                <a:path w="7531" h="7468" extrusionOk="0">
                  <a:moveTo>
                    <a:pt x="3750" y="663"/>
                  </a:moveTo>
                  <a:cubicBezTo>
                    <a:pt x="3939" y="663"/>
                    <a:pt x="4096" y="820"/>
                    <a:pt x="4096" y="1009"/>
                  </a:cubicBezTo>
                  <a:lnTo>
                    <a:pt x="4096" y="3624"/>
                  </a:lnTo>
                  <a:lnTo>
                    <a:pt x="5357" y="4884"/>
                  </a:lnTo>
                  <a:cubicBezTo>
                    <a:pt x="5514" y="5042"/>
                    <a:pt x="5514" y="5231"/>
                    <a:pt x="5357" y="5357"/>
                  </a:cubicBezTo>
                  <a:cubicBezTo>
                    <a:pt x="5294" y="5420"/>
                    <a:pt x="5207" y="5451"/>
                    <a:pt x="5120" y="5451"/>
                  </a:cubicBezTo>
                  <a:cubicBezTo>
                    <a:pt x="5034" y="5451"/>
                    <a:pt x="4947" y="5420"/>
                    <a:pt x="4884" y="5357"/>
                  </a:cubicBezTo>
                  <a:lnTo>
                    <a:pt x="3498" y="3971"/>
                  </a:lnTo>
                  <a:cubicBezTo>
                    <a:pt x="3435" y="3908"/>
                    <a:pt x="3403" y="3813"/>
                    <a:pt x="3403" y="3719"/>
                  </a:cubicBezTo>
                  <a:lnTo>
                    <a:pt x="3403" y="1009"/>
                  </a:lnTo>
                  <a:cubicBezTo>
                    <a:pt x="3403" y="820"/>
                    <a:pt x="3561" y="663"/>
                    <a:pt x="3750" y="663"/>
                  </a:cubicBezTo>
                  <a:close/>
                  <a:moveTo>
                    <a:pt x="3750" y="1"/>
                  </a:moveTo>
                  <a:cubicBezTo>
                    <a:pt x="1671" y="1"/>
                    <a:pt x="1" y="1702"/>
                    <a:pt x="1" y="3750"/>
                  </a:cubicBezTo>
                  <a:cubicBezTo>
                    <a:pt x="1" y="5829"/>
                    <a:pt x="1702" y="7468"/>
                    <a:pt x="3750" y="7468"/>
                  </a:cubicBezTo>
                  <a:cubicBezTo>
                    <a:pt x="5798" y="7468"/>
                    <a:pt x="7499" y="5798"/>
                    <a:pt x="7499" y="3750"/>
                  </a:cubicBezTo>
                  <a:cubicBezTo>
                    <a:pt x="7530" y="1702"/>
                    <a:pt x="5829" y="1"/>
                    <a:pt x="375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621" name="Google Shape;8818;p71"/>
            <p:cNvSpPr/>
            <p:nvPr/>
          </p:nvSpPr>
          <p:spPr>
            <a:xfrm>
              <a:off x="-30735200" y="3910925"/>
              <a:ext cx="292225" cy="291450"/>
            </a:xfrm>
            <a:custGeom>
              <a:avLst/>
              <a:gdLst/>
              <a:ahLst/>
              <a:cxnLst/>
              <a:rect l="l" t="t" r="r" b="b"/>
              <a:pathLst>
                <a:path w="11689" h="11658" extrusionOk="0">
                  <a:moveTo>
                    <a:pt x="5829" y="1355"/>
                  </a:moveTo>
                  <a:cubicBezTo>
                    <a:pt x="8286" y="1355"/>
                    <a:pt x="10271" y="3372"/>
                    <a:pt x="10271" y="5829"/>
                  </a:cubicBezTo>
                  <a:cubicBezTo>
                    <a:pt x="10271" y="8286"/>
                    <a:pt x="8318" y="10271"/>
                    <a:pt x="5829" y="10271"/>
                  </a:cubicBezTo>
                  <a:cubicBezTo>
                    <a:pt x="3403" y="10271"/>
                    <a:pt x="1387" y="8255"/>
                    <a:pt x="1387" y="5829"/>
                  </a:cubicBezTo>
                  <a:cubicBezTo>
                    <a:pt x="1387" y="3372"/>
                    <a:pt x="3371" y="1355"/>
                    <a:pt x="5829" y="1355"/>
                  </a:cubicBezTo>
                  <a:close/>
                  <a:moveTo>
                    <a:pt x="5829" y="1"/>
                  </a:moveTo>
                  <a:cubicBezTo>
                    <a:pt x="2647" y="1"/>
                    <a:pt x="0" y="2616"/>
                    <a:pt x="0" y="5829"/>
                  </a:cubicBezTo>
                  <a:cubicBezTo>
                    <a:pt x="0" y="9011"/>
                    <a:pt x="2647" y="11657"/>
                    <a:pt x="5829" y="11657"/>
                  </a:cubicBezTo>
                  <a:cubicBezTo>
                    <a:pt x="9011" y="11657"/>
                    <a:pt x="11657" y="9011"/>
                    <a:pt x="11657" y="5829"/>
                  </a:cubicBezTo>
                  <a:cubicBezTo>
                    <a:pt x="11689" y="2616"/>
                    <a:pt x="9042" y="1"/>
                    <a:pt x="582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622" name="Google Shape;8819;p71"/>
          <p:cNvSpPr/>
          <p:nvPr/>
        </p:nvSpPr>
        <p:spPr>
          <a:xfrm>
            <a:off x="8627867" y="5460821"/>
            <a:ext cx="472781" cy="471527"/>
          </a:xfrm>
          <a:custGeom>
            <a:avLst/>
            <a:gdLst/>
            <a:ahLst/>
            <a:cxnLst/>
            <a:rect l="l" t="t" r="r" b="b"/>
            <a:pathLst>
              <a:path w="11689" h="11658" extrusionOk="0">
                <a:moveTo>
                  <a:pt x="5829" y="2458"/>
                </a:moveTo>
                <a:cubicBezTo>
                  <a:pt x="6207" y="2458"/>
                  <a:pt x="6491" y="2773"/>
                  <a:pt x="6491" y="3120"/>
                </a:cubicBezTo>
                <a:cubicBezTo>
                  <a:pt x="6522" y="3466"/>
                  <a:pt x="6207" y="3781"/>
                  <a:pt x="5829" y="3781"/>
                </a:cubicBezTo>
                <a:cubicBezTo>
                  <a:pt x="5419" y="3781"/>
                  <a:pt x="5136" y="3466"/>
                  <a:pt x="5136" y="3120"/>
                </a:cubicBezTo>
                <a:cubicBezTo>
                  <a:pt x="5136" y="2742"/>
                  <a:pt x="5482" y="2458"/>
                  <a:pt x="5829" y="2458"/>
                </a:cubicBezTo>
                <a:close/>
                <a:moveTo>
                  <a:pt x="5860" y="4474"/>
                </a:moveTo>
                <a:cubicBezTo>
                  <a:pt x="6238" y="4474"/>
                  <a:pt x="6522" y="4789"/>
                  <a:pt x="6522" y="5136"/>
                </a:cubicBezTo>
                <a:lnTo>
                  <a:pt x="6522" y="8570"/>
                </a:lnTo>
                <a:cubicBezTo>
                  <a:pt x="6522" y="8948"/>
                  <a:pt x="6207" y="9232"/>
                  <a:pt x="5860" y="9232"/>
                </a:cubicBezTo>
                <a:cubicBezTo>
                  <a:pt x="5451" y="9232"/>
                  <a:pt x="5199" y="8917"/>
                  <a:pt x="5199" y="8570"/>
                </a:cubicBezTo>
                <a:lnTo>
                  <a:pt x="5199" y="5136"/>
                </a:lnTo>
                <a:cubicBezTo>
                  <a:pt x="5199" y="4726"/>
                  <a:pt x="5514" y="4474"/>
                  <a:pt x="5860" y="4474"/>
                </a:cubicBezTo>
                <a:close/>
                <a:moveTo>
                  <a:pt x="5829" y="1"/>
                </a:moveTo>
                <a:cubicBezTo>
                  <a:pt x="2615" y="1"/>
                  <a:pt x="0" y="2647"/>
                  <a:pt x="0" y="5829"/>
                </a:cubicBezTo>
                <a:cubicBezTo>
                  <a:pt x="0" y="9043"/>
                  <a:pt x="2615" y="11657"/>
                  <a:pt x="5829" y="11657"/>
                </a:cubicBezTo>
                <a:cubicBezTo>
                  <a:pt x="9011" y="11657"/>
                  <a:pt x="11657" y="9043"/>
                  <a:pt x="11657" y="5829"/>
                </a:cubicBezTo>
                <a:cubicBezTo>
                  <a:pt x="11689" y="2647"/>
                  <a:pt x="9042" y="1"/>
                  <a:pt x="582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Tree>
    <p:extLst>
      <p:ext uri="{BB962C8B-B14F-4D97-AF65-F5344CB8AC3E}">
        <p14:creationId xmlns:p14="http://schemas.microsoft.com/office/powerpoint/2010/main" val="1960031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045"/>
        <p:cNvGrpSpPr/>
        <p:nvPr/>
      </p:nvGrpSpPr>
      <p:grpSpPr>
        <a:xfrm>
          <a:off x="0" y="0"/>
          <a:ext cx="0" cy="0"/>
          <a:chOff x="0" y="0"/>
          <a:chExt cx="0" cy="0"/>
        </a:xfrm>
      </p:grpSpPr>
      <p:graphicFrame>
        <p:nvGraphicFramePr>
          <p:cNvPr id="2" name="Nesne 1" hidden="1"/>
          <p:cNvGraphicFramePr>
            <a:graphicFrameLocks noChangeAspect="1"/>
          </p:cNvGraphicFramePr>
          <p:nvPr>
            <p:custDataLst>
              <p:tags r:id="rId1"/>
            </p:custDataLst>
            <p:extLst>
              <p:ext uri="{D42A27DB-BD31-4B8C-83A1-F6EECF244321}">
                <p14:modId xmlns:p14="http://schemas.microsoft.com/office/powerpoint/2010/main" val="22215263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048" name="Google Shape;8048;p70"/>
          <p:cNvSpPr/>
          <p:nvPr/>
        </p:nvSpPr>
        <p:spPr>
          <a:xfrm>
            <a:off x="1133173" y="2043799"/>
            <a:ext cx="489681" cy="488485"/>
          </a:xfrm>
          <a:custGeom>
            <a:avLst/>
            <a:gdLst/>
            <a:ahLst/>
            <a:cxnLst/>
            <a:rect l="l" t="t" r="r" b="b"/>
            <a:pathLst>
              <a:path w="12697" h="12666" extrusionOk="0">
                <a:moveTo>
                  <a:pt x="6301" y="1356"/>
                </a:moveTo>
                <a:cubicBezTo>
                  <a:pt x="6522" y="1356"/>
                  <a:pt x="6711" y="1576"/>
                  <a:pt x="6711" y="1797"/>
                </a:cubicBezTo>
                <a:lnTo>
                  <a:pt x="6711" y="2269"/>
                </a:lnTo>
                <a:cubicBezTo>
                  <a:pt x="7656" y="2458"/>
                  <a:pt x="8349" y="3309"/>
                  <a:pt x="8349" y="4285"/>
                </a:cubicBezTo>
                <a:cubicBezTo>
                  <a:pt x="8349" y="4538"/>
                  <a:pt x="8160" y="4727"/>
                  <a:pt x="7971" y="4727"/>
                </a:cubicBezTo>
                <a:cubicBezTo>
                  <a:pt x="7719" y="4727"/>
                  <a:pt x="7530" y="4538"/>
                  <a:pt x="7530" y="4285"/>
                </a:cubicBezTo>
                <a:cubicBezTo>
                  <a:pt x="7530" y="3624"/>
                  <a:pt x="6994" y="3057"/>
                  <a:pt x="6301" y="3057"/>
                </a:cubicBezTo>
                <a:cubicBezTo>
                  <a:pt x="5640" y="3057"/>
                  <a:pt x="5073" y="3624"/>
                  <a:pt x="5073" y="4285"/>
                </a:cubicBezTo>
                <a:cubicBezTo>
                  <a:pt x="5073" y="4947"/>
                  <a:pt x="5829" y="5483"/>
                  <a:pt x="6585" y="6018"/>
                </a:cubicBezTo>
                <a:cubicBezTo>
                  <a:pt x="7435" y="6648"/>
                  <a:pt x="8412" y="7310"/>
                  <a:pt x="8412" y="8413"/>
                </a:cubicBezTo>
                <a:cubicBezTo>
                  <a:pt x="8412" y="9421"/>
                  <a:pt x="7687" y="10271"/>
                  <a:pt x="6742" y="10429"/>
                </a:cubicBezTo>
                <a:lnTo>
                  <a:pt x="6742" y="10901"/>
                </a:lnTo>
                <a:cubicBezTo>
                  <a:pt x="6742" y="11154"/>
                  <a:pt x="6553" y="11311"/>
                  <a:pt x="6364" y="11311"/>
                </a:cubicBezTo>
                <a:cubicBezTo>
                  <a:pt x="6144" y="11311"/>
                  <a:pt x="5955" y="11091"/>
                  <a:pt x="5955" y="10901"/>
                </a:cubicBezTo>
                <a:lnTo>
                  <a:pt x="5955" y="10429"/>
                </a:lnTo>
                <a:cubicBezTo>
                  <a:pt x="5010" y="10240"/>
                  <a:pt x="4316" y="9421"/>
                  <a:pt x="4316" y="8413"/>
                </a:cubicBezTo>
                <a:cubicBezTo>
                  <a:pt x="4316" y="8192"/>
                  <a:pt x="4505" y="8035"/>
                  <a:pt x="4694" y="8035"/>
                </a:cubicBezTo>
                <a:cubicBezTo>
                  <a:pt x="4884" y="8035"/>
                  <a:pt x="5136" y="8224"/>
                  <a:pt x="5136" y="8413"/>
                </a:cubicBezTo>
                <a:cubicBezTo>
                  <a:pt x="5136" y="9106"/>
                  <a:pt x="5671" y="9641"/>
                  <a:pt x="6364" y="9641"/>
                </a:cubicBezTo>
                <a:cubicBezTo>
                  <a:pt x="7026" y="9641"/>
                  <a:pt x="7561" y="9106"/>
                  <a:pt x="7561" y="8413"/>
                </a:cubicBezTo>
                <a:cubicBezTo>
                  <a:pt x="7561" y="7751"/>
                  <a:pt x="6868" y="7247"/>
                  <a:pt x="6081" y="6680"/>
                </a:cubicBezTo>
                <a:cubicBezTo>
                  <a:pt x="5199" y="6050"/>
                  <a:pt x="4253" y="5388"/>
                  <a:pt x="4253" y="4285"/>
                </a:cubicBezTo>
                <a:cubicBezTo>
                  <a:pt x="4253" y="3309"/>
                  <a:pt x="4978" y="2427"/>
                  <a:pt x="5923" y="2269"/>
                </a:cubicBezTo>
                <a:lnTo>
                  <a:pt x="5923" y="1797"/>
                </a:lnTo>
                <a:cubicBezTo>
                  <a:pt x="5923" y="1576"/>
                  <a:pt x="6112" y="1356"/>
                  <a:pt x="6301" y="1356"/>
                </a:cubicBezTo>
                <a:close/>
                <a:moveTo>
                  <a:pt x="6333" y="1"/>
                </a:moveTo>
                <a:cubicBezTo>
                  <a:pt x="2836" y="1"/>
                  <a:pt x="0" y="2836"/>
                  <a:pt x="0" y="6333"/>
                </a:cubicBezTo>
                <a:cubicBezTo>
                  <a:pt x="0" y="9830"/>
                  <a:pt x="2836" y="12666"/>
                  <a:pt x="6333" y="12666"/>
                </a:cubicBezTo>
                <a:cubicBezTo>
                  <a:pt x="9861" y="12666"/>
                  <a:pt x="12697" y="9830"/>
                  <a:pt x="12697" y="6333"/>
                </a:cubicBezTo>
                <a:cubicBezTo>
                  <a:pt x="12697" y="2836"/>
                  <a:pt x="9861" y="1"/>
                  <a:pt x="633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8049" name="Google Shape;8049;p70"/>
          <p:cNvGrpSpPr/>
          <p:nvPr/>
        </p:nvGrpSpPr>
        <p:grpSpPr>
          <a:xfrm>
            <a:off x="1133340" y="2633892"/>
            <a:ext cx="489681" cy="489681"/>
            <a:chOff x="-65145700" y="3727425"/>
            <a:chExt cx="317425" cy="317425"/>
          </a:xfrm>
        </p:grpSpPr>
        <p:sp>
          <p:nvSpPr>
            <p:cNvPr id="8050" name="Google Shape;8050;p70"/>
            <p:cNvSpPr/>
            <p:nvPr/>
          </p:nvSpPr>
          <p:spPr>
            <a:xfrm>
              <a:off x="-65145700" y="3769150"/>
              <a:ext cx="275675" cy="275700"/>
            </a:xfrm>
            <a:custGeom>
              <a:avLst/>
              <a:gdLst/>
              <a:ahLst/>
              <a:cxnLst/>
              <a:rect l="l" t="t" r="r" b="b"/>
              <a:pathLst>
                <a:path w="11027" h="11028" extrusionOk="0">
                  <a:moveTo>
                    <a:pt x="5514" y="1"/>
                  </a:moveTo>
                  <a:cubicBezTo>
                    <a:pt x="2489" y="1"/>
                    <a:pt x="0" y="2458"/>
                    <a:pt x="0" y="5514"/>
                  </a:cubicBezTo>
                  <a:cubicBezTo>
                    <a:pt x="0" y="8539"/>
                    <a:pt x="2489" y="11027"/>
                    <a:pt x="5514" y="11027"/>
                  </a:cubicBezTo>
                  <a:cubicBezTo>
                    <a:pt x="8538" y="11027"/>
                    <a:pt x="11027" y="8539"/>
                    <a:pt x="11027" y="5514"/>
                  </a:cubicBezTo>
                  <a:cubicBezTo>
                    <a:pt x="11027" y="5294"/>
                    <a:pt x="10869" y="5105"/>
                    <a:pt x="10649" y="5105"/>
                  </a:cubicBezTo>
                  <a:lnTo>
                    <a:pt x="5955" y="5105"/>
                  </a:lnTo>
                  <a:lnTo>
                    <a:pt x="5955" y="410"/>
                  </a:lnTo>
                  <a:cubicBezTo>
                    <a:pt x="5955" y="190"/>
                    <a:pt x="5766" y="1"/>
                    <a:pt x="551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51" name="Google Shape;8051;p70"/>
            <p:cNvSpPr/>
            <p:nvPr/>
          </p:nvSpPr>
          <p:spPr>
            <a:xfrm>
              <a:off x="-64977150" y="3727425"/>
              <a:ext cx="148875" cy="147300"/>
            </a:xfrm>
            <a:custGeom>
              <a:avLst/>
              <a:gdLst/>
              <a:ahLst/>
              <a:cxnLst/>
              <a:rect l="l" t="t" r="r" b="b"/>
              <a:pathLst>
                <a:path w="5955" h="5892" extrusionOk="0">
                  <a:moveTo>
                    <a:pt x="441" y="0"/>
                  </a:moveTo>
                  <a:cubicBezTo>
                    <a:pt x="189" y="0"/>
                    <a:pt x="0" y="158"/>
                    <a:pt x="0" y="378"/>
                  </a:cubicBezTo>
                  <a:lnTo>
                    <a:pt x="0" y="5513"/>
                  </a:lnTo>
                  <a:cubicBezTo>
                    <a:pt x="0" y="5702"/>
                    <a:pt x="189" y="5891"/>
                    <a:pt x="441" y="5891"/>
                  </a:cubicBezTo>
                  <a:lnTo>
                    <a:pt x="5514" y="5891"/>
                  </a:lnTo>
                  <a:cubicBezTo>
                    <a:pt x="5734" y="5891"/>
                    <a:pt x="5955" y="5702"/>
                    <a:pt x="5955" y="5513"/>
                  </a:cubicBezTo>
                  <a:cubicBezTo>
                    <a:pt x="5955" y="2489"/>
                    <a:pt x="3466" y="0"/>
                    <a:pt x="44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052" name="Google Shape;8052;p70"/>
          <p:cNvGrpSpPr/>
          <p:nvPr/>
        </p:nvGrpSpPr>
        <p:grpSpPr>
          <a:xfrm>
            <a:off x="1137602" y="3205778"/>
            <a:ext cx="481157" cy="489681"/>
            <a:chOff x="-65144125" y="4094450"/>
            <a:chExt cx="311900" cy="317425"/>
          </a:xfrm>
        </p:grpSpPr>
        <p:sp>
          <p:nvSpPr>
            <p:cNvPr id="8053" name="Google Shape;8053;p70"/>
            <p:cNvSpPr/>
            <p:nvPr/>
          </p:nvSpPr>
          <p:spPr>
            <a:xfrm>
              <a:off x="-65079550" y="4183450"/>
              <a:ext cx="185900" cy="185900"/>
            </a:xfrm>
            <a:custGeom>
              <a:avLst/>
              <a:gdLst/>
              <a:ahLst/>
              <a:cxnLst/>
              <a:rect l="l" t="t" r="r" b="b"/>
              <a:pathLst>
                <a:path w="7436" h="7436" extrusionOk="0">
                  <a:moveTo>
                    <a:pt x="3687" y="0"/>
                  </a:moveTo>
                  <a:cubicBezTo>
                    <a:pt x="1639" y="0"/>
                    <a:pt x="1" y="1639"/>
                    <a:pt x="1" y="3686"/>
                  </a:cubicBezTo>
                  <a:cubicBezTo>
                    <a:pt x="1" y="5734"/>
                    <a:pt x="1639" y="7435"/>
                    <a:pt x="3687" y="7435"/>
                  </a:cubicBezTo>
                  <a:cubicBezTo>
                    <a:pt x="5735" y="7435"/>
                    <a:pt x="7436" y="5797"/>
                    <a:pt x="7436" y="3686"/>
                  </a:cubicBezTo>
                  <a:cubicBezTo>
                    <a:pt x="7436" y="3466"/>
                    <a:pt x="7247" y="3308"/>
                    <a:pt x="7058" y="3308"/>
                  </a:cubicBezTo>
                  <a:lnTo>
                    <a:pt x="4096" y="3308"/>
                  </a:lnTo>
                  <a:lnTo>
                    <a:pt x="4096" y="378"/>
                  </a:lnTo>
                  <a:cubicBezTo>
                    <a:pt x="4096" y="158"/>
                    <a:pt x="3907" y="0"/>
                    <a:pt x="368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54" name="Google Shape;8054;p70"/>
            <p:cNvSpPr/>
            <p:nvPr/>
          </p:nvSpPr>
          <p:spPr>
            <a:xfrm>
              <a:off x="-65039375" y="4094450"/>
              <a:ext cx="104775" cy="19700"/>
            </a:xfrm>
            <a:custGeom>
              <a:avLst/>
              <a:gdLst/>
              <a:ahLst/>
              <a:cxnLst/>
              <a:rect l="l" t="t" r="r" b="b"/>
              <a:pathLst>
                <a:path w="4191" h="788" extrusionOk="0">
                  <a:moveTo>
                    <a:pt x="473" y="0"/>
                  </a:moveTo>
                  <a:cubicBezTo>
                    <a:pt x="252" y="0"/>
                    <a:pt x="32" y="221"/>
                    <a:pt x="32" y="410"/>
                  </a:cubicBezTo>
                  <a:cubicBezTo>
                    <a:pt x="0" y="599"/>
                    <a:pt x="158" y="756"/>
                    <a:pt x="347" y="788"/>
                  </a:cubicBezTo>
                  <a:lnTo>
                    <a:pt x="3813" y="788"/>
                  </a:lnTo>
                  <a:cubicBezTo>
                    <a:pt x="4033" y="756"/>
                    <a:pt x="4191" y="599"/>
                    <a:pt x="4191" y="410"/>
                  </a:cubicBezTo>
                  <a:cubicBezTo>
                    <a:pt x="4191" y="158"/>
                    <a:pt x="3970" y="0"/>
                    <a:pt x="378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55" name="Google Shape;8055;p70"/>
            <p:cNvSpPr/>
            <p:nvPr/>
          </p:nvSpPr>
          <p:spPr>
            <a:xfrm>
              <a:off x="-65144125" y="4121025"/>
              <a:ext cx="311900" cy="290850"/>
            </a:xfrm>
            <a:custGeom>
              <a:avLst/>
              <a:gdLst/>
              <a:ahLst/>
              <a:cxnLst/>
              <a:rect l="l" t="t" r="r" b="b"/>
              <a:pathLst>
                <a:path w="12476" h="11634" extrusionOk="0">
                  <a:moveTo>
                    <a:pt x="6321" y="1678"/>
                  </a:moveTo>
                  <a:cubicBezTo>
                    <a:pt x="7437" y="1678"/>
                    <a:pt x="8570" y="2088"/>
                    <a:pt x="9483" y="3001"/>
                  </a:cubicBezTo>
                  <a:cubicBezTo>
                    <a:pt x="10334" y="3884"/>
                    <a:pt x="10806" y="5018"/>
                    <a:pt x="10806" y="6246"/>
                  </a:cubicBezTo>
                  <a:cubicBezTo>
                    <a:pt x="10806" y="8767"/>
                    <a:pt x="8759" y="10815"/>
                    <a:pt x="6238" y="10815"/>
                  </a:cubicBezTo>
                  <a:cubicBezTo>
                    <a:pt x="3718" y="10815"/>
                    <a:pt x="1702" y="8767"/>
                    <a:pt x="1702" y="6246"/>
                  </a:cubicBezTo>
                  <a:cubicBezTo>
                    <a:pt x="1702" y="3492"/>
                    <a:pt x="3974" y="1678"/>
                    <a:pt x="6321" y="1678"/>
                  </a:cubicBezTo>
                  <a:close/>
                  <a:moveTo>
                    <a:pt x="1367" y="1"/>
                  </a:moveTo>
                  <a:cubicBezTo>
                    <a:pt x="1048" y="1"/>
                    <a:pt x="725" y="119"/>
                    <a:pt x="473" y="355"/>
                  </a:cubicBezTo>
                  <a:cubicBezTo>
                    <a:pt x="0" y="828"/>
                    <a:pt x="0" y="1615"/>
                    <a:pt x="473" y="2119"/>
                  </a:cubicBezTo>
                  <a:cubicBezTo>
                    <a:pt x="696" y="2363"/>
                    <a:pt x="997" y="2488"/>
                    <a:pt x="1327" y="2488"/>
                  </a:cubicBezTo>
                  <a:cubicBezTo>
                    <a:pt x="1509" y="2488"/>
                    <a:pt x="1700" y="2450"/>
                    <a:pt x="1891" y="2371"/>
                  </a:cubicBezTo>
                  <a:lnTo>
                    <a:pt x="2237" y="2718"/>
                  </a:lnTo>
                  <a:cubicBezTo>
                    <a:pt x="1386" y="3695"/>
                    <a:pt x="914" y="4923"/>
                    <a:pt x="914" y="6215"/>
                  </a:cubicBezTo>
                  <a:cubicBezTo>
                    <a:pt x="914" y="9176"/>
                    <a:pt x="3340" y="11634"/>
                    <a:pt x="6301" y="11634"/>
                  </a:cubicBezTo>
                  <a:cubicBezTo>
                    <a:pt x="9231" y="11634"/>
                    <a:pt x="11689" y="9208"/>
                    <a:pt x="11689" y="6215"/>
                  </a:cubicBezTo>
                  <a:cubicBezTo>
                    <a:pt x="11689" y="4923"/>
                    <a:pt x="11216" y="3695"/>
                    <a:pt x="10365" y="2718"/>
                  </a:cubicBezTo>
                  <a:lnTo>
                    <a:pt x="10743" y="2371"/>
                  </a:lnTo>
                  <a:cubicBezTo>
                    <a:pt x="10901" y="2466"/>
                    <a:pt x="11059" y="2497"/>
                    <a:pt x="11248" y="2497"/>
                  </a:cubicBezTo>
                  <a:cubicBezTo>
                    <a:pt x="11909" y="2497"/>
                    <a:pt x="12476" y="1930"/>
                    <a:pt x="12476" y="1269"/>
                  </a:cubicBezTo>
                  <a:cubicBezTo>
                    <a:pt x="12476" y="607"/>
                    <a:pt x="11909" y="8"/>
                    <a:pt x="11248" y="8"/>
                  </a:cubicBezTo>
                  <a:cubicBezTo>
                    <a:pt x="10586" y="8"/>
                    <a:pt x="10019" y="544"/>
                    <a:pt x="10019" y="1269"/>
                  </a:cubicBezTo>
                  <a:cubicBezTo>
                    <a:pt x="10019" y="1458"/>
                    <a:pt x="10050" y="1615"/>
                    <a:pt x="10145" y="1773"/>
                  </a:cubicBezTo>
                  <a:lnTo>
                    <a:pt x="9798" y="2119"/>
                  </a:lnTo>
                  <a:cubicBezTo>
                    <a:pt x="9137" y="1584"/>
                    <a:pt x="8381" y="1206"/>
                    <a:pt x="7561" y="985"/>
                  </a:cubicBezTo>
                  <a:lnTo>
                    <a:pt x="7561" y="544"/>
                  </a:lnTo>
                  <a:lnTo>
                    <a:pt x="5073" y="544"/>
                  </a:lnTo>
                  <a:lnTo>
                    <a:pt x="5073" y="985"/>
                  </a:lnTo>
                  <a:cubicBezTo>
                    <a:pt x="4222" y="1206"/>
                    <a:pt x="3434" y="1584"/>
                    <a:pt x="2836" y="2119"/>
                  </a:cubicBezTo>
                  <a:lnTo>
                    <a:pt x="2458" y="1773"/>
                  </a:lnTo>
                  <a:cubicBezTo>
                    <a:pt x="2710" y="1269"/>
                    <a:pt x="2584" y="733"/>
                    <a:pt x="2237" y="355"/>
                  </a:cubicBezTo>
                  <a:cubicBezTo>
                    <a:pt x="2001" y="119"/>
                    <a:pt x="1686" y="1"/>
                    <a:pt x="136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8056" name="Google Shape;8056;p70"/>
          <p:cNvSpPr/>
          <p:nvPr/>
        </p:nvSpPr>
        <p:spPr>
          <a:xfrm>
            <a:off x="4076573" y="2041968"/>
            <a:ext cx="492111" cy="492149"/>
          </a:xfrm>
          <a:custGeom>
            <a:avLst/>
            <a:gdLst/>
            <a:ahLst/>
            <a:cxnLst/>
            <a:rect l="l" t="t" r="r" b="b"/>
            <a:pathLst>
              <a:path w="12760" h="12761" extrusionOk="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8057" name="Google Shape;8057;p70"/>
          <p:cNvGrpSpPr/>
          <p:nvPr/>
        </p:nvGrpSpPr>
        <p:grpSpPr>
          <a:xfrm>
            <a:off x="4075694" y="2633371"/>
            <a:ext cx="494193" cy="490723"/>
            <a:chOff x="-63250675" y="3744075"/>
            <a:chExt cx="320350" cy="318100"/>
          </a:xfrm>
        </p:grpSpPr>
        <p:sp>
          <p:nvSpPr>
            <p:cNvPr id="8058" name="Google Shape;8058;p70"/>
            <p:cNvSpPr/>
            <p:nvPr/>
          </p:nvSpPr>
          <p:spPr>
            <a:xfrm>
              <a:off x="-63126250" y="3744075"/>
              <a:ext cx="195925" cy="192875"/>
            </a:xfrm>
            <a:custGeom>
              <a:avLst/>
              <a:gdLst/>
              <a:ahLst/>
              <a:cxnLst/>
              <a:rect l="l" t="t" r="r" b="b"/>
              <a:pathLst>
                <a:path w="7837" h="7715" extrusionOk="0">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59" name="Google Shape;8059;p70"/>
            <p:cNvSpPr/>
            <p:nvPr/>
          </p:nvSpPr>
          <p:spPr>
            <a:xfrm>
              <a:off x="-63190025" y="3814050"/>
              <a:ext cx="186675" cy="185900"/>
            </a:xfrm>
            <a:custGeom>
              <a:avLst/>
              <a:gdLst/>
              <a:ahLst/>
              <a:cxnLst/>
              <a:rect l="l" t="t" r="r" b="b"/>
              <a:pathLst>
                <a:path w="7467" h="7436" extrusionOk="0">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60" name="Google Shape;8060;p70"/>
            <p:cNvSpPr/>
            <p:nvPr/>
          </p:nvSpPr>
          <p:spPr>
            <a:xfrm>
              <a:off x="-63250675" y="3751050"/>
              <a:ext cx="311125" cy="311125"/>
            </a:xfrm>
            <a:custGeom>
              <a:avLst/>
              <a:gdLst/>
              <a:ahLst/>
              <a:cxnLst/>
              <a:rect l="l" t="t" r="r" b="b"/>
              <a:pathLst>
                <a:path w="12445" h="12445" extrusionOk="0">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061" name="Google Shape;8061;p70"/>
          <p:cNvGrpSpPr/>
          <p:nvPr/>
        </p:nvGrpSpPr>
        <p:grpSpPr>
          <a:xfrm>
            <a:off x="4077950" y="3205778"/>
            <a:ext cx="489681" cy="489681"/>
            <a:chOff x="-63250675" y="4110200"/>
            <a:chExt cx="317425" cy="317425"/>
          </a:xfrm>
        </p:grpSpPr>
        <p:sp>
          <p:nvSpPr>
            <p:cNvPr id="8062" name="Google Shape;8062;p70"/>
            <p:cNvSpPr/>
            <p:nvPr/>
          </p:nvSpPr>
          <p:spPr>
            <a:xfrm>
              <a:off x="-63007300" y="4153725"/>
              <a:ext cx="30725" cy="29750"/>
            </a:xfrm>
            <a:custGeom>
              <a:avLst/>
              <a:gdLst/>
              <a:ahLst/>
              <a:cxnLst/>
              <a:rect l="l" t="t" r="r" b="b"/>
              <a:pathLst>
                <a:path w="1229" h="1190" extrusionOk="0">
                  <a:moveTo>
                    <a:pt x="772" y="0"/>
                  </a:moveTo>
                  <a:cubicBezTo>
                    <a:pt x="662" y="0"/>
                    <a:pt x="552" y="39"/>
                    <a:pt x="473" y="118"/>
                  </a:cubicBezTo>
                  <a:lnTo>
                    <a:pt x="0" y="591"/>
                  </a:lnTo>
                  <a:cubicBezTo>
                    <a:pt x="252" y="780"/>
                    <a:pt x="441" y="1000"/>
                    <a:pt x="599" y="1189"/>
                  </a:cubicBezTo>
                  <a:lnTo>
                    <a:pt x="1071" y="717"/>
                  </a:lnTo>
                  <a:cubicBezTo>
                    <a:pt x="1229" y="559"/>
                    <a:pt x="1229" y="276"/>
                    <a:pt x="1071" y="118"/>
                  </a:cubicBezTo>
                  <a:cubicBezTo>
                    <a:pt x="993" y="39"/>
                    <a:pt x="882" y="0"/>
                    <a:pt x="77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63" name="Google Shape;8063;p70"/>
            <p:cNvSpPr/>
            <p:nvPr/>
          </p:nvSpPr>
          <p:spPr>
            <a:xfrm>
              <a:off x="-63203425" y="4159025"/>
              <a:ext cx="222925" cy="222150"/>
            </a:xfrm>
            <a:custGeom>
              <a:avLst/>
              <a:gdLst/>
              <a:ahLst/>
              <a:cxnLst/>
              <a:rect l="l" t="t" r="r" b="b"/>
              <a:pathLst>
                <a:path w="8917" h="8886" extrusionOk="0">
                  <a:moveTo>
                    <a:pt x="4033" y="1418"/>
                  </a:moveTo>
                  <a:lnTo>
                    <a:pt x="4033" y="3088"/>
                  </a:lnTo>
                  <a:cubicBezTo>
                    <a:pt x="3939" y="3151"/>
                    <a:pt x="3876" y="3151"/>
                    <a:pt x="3781" y="3183"/>
                  </a:cubicBezTo>
                  <a:lnTo>
                    <a:pt x="2615" y="1985"/>
                  </a:lnTo>
                  <a:cubicBezTo>
                    <a:pt x="2993" y="1670"/>
                    <a:pt x="3529" y="1481"/>
                    <a:pt x="4033" y="1418"/>
                  </a:cubicBezTo>
                  <a:close/>
                  <a:moveTo>
                    <a:pt x="4852" y="1418"/>
                  </a:moveTo>
                  <a:cubicBezTo>
                    <a:pt x="5356" y="1481"/>
                    <a:pt x="5892" y="1670"/>
                    <a:pt x="6270" y="1985"/>
                  </a:cubicBezTo>
                  <a:lnTo>
                    <a:pt x="5104" y="3183"/>
                  </a:lnTo>
                  <a:cubicBezTo>
                    <a:pt x="5010" y="3151"/>
                    <a:pt x="4947" y="3088"/>
                    <a:pt x="4852" y="3088"/>
                  </a:cubicBezTo>
                  <a:lnTo>
                    <a:pt x="4852" y="1418"/>
                  </a:lnTo>
                  <a:close/>
                  <a:moveTo>
                    <a:pt x="2017" y="2553"/>
                  </a:moveTo>
                  <a:lnTo>
                    <a:pt x="3214" y="3718"/>
                  </a:lnTo>
                  <a:cubicBezTo>
                    <a:pt x="3151" y="3813"/>
                    <a:pt x="3119" y="3876"/>
                    <a:pt x="3119" y="3970"/>
                  </a:cubicBezTo>
                  <a:lnTo>
                    <a:pt x="1418" y="3970"/>
                  </a:lnTo>
                  <a:cubicBezTo>
                    <a:pt x="1513" y="3466"/>
                    <a:pt x="1733" y="2994"/>
                    <a:pt x="2017" y="2553"/>
                  </a:cubicBezTo>
                  <a:close/>
                  <a:moveTo>
                    <a:pt x="6869" y="2553"/>
                  </a:moveTo>
                  <a:cubicBezTo>
                    <a:pt x="7184" y="2994"/>
                    <a:pt x="7373" y="3466"/>
                    <a:pt x="7467" y="3970"/>
                  </a:cubicBezTo>
                  <a:lnTo>
                    <a:pt x="5766" y="3970"/>
                  </a:lnTo>
                  <a:cubicBezTo>
                    <a:pt x="5734" y="3876"/>
                    <a:pt x="5734" y="3813"/>
                    <a:pt x="5671" y="3718"/>
                  </a:cubicBezTo>
                  <a:lnTo>
                    <a:pt x="6869" y="2553"/>
                  </a:lnTo>
                  <a:close/>
                  <a:moveTo>
                    <a:pt x="3119" y="4789"/>
                  </a:moveTo>
                  <a:cubicBezTo>
                    <a:pt x="3182" y="4884"/>
                    <a:pt x="3182" y="4947"/>
                    <a:pt x="3214" y="5041"/>
                  </a:cubicBezTo>
                  <a:lnTo>
                    <a:pt x="2017" y="6207"/>
                  </a:lnTo>
                  <a:cubicBezTo>
                    <a:pt x="1733" y="5829"/>
                    <a:pt x="1513" y="5357"/>
                    <a:pt x="1418" y="4789"/>
                  </a:cubicBezTo>
                  <a:close/>
                  <a:moveTo>
                    <a:pt x="7467" y="4789"/>
                  </a:moveTo>
                  <a:cubicBezTo>
                    <a:pt x="7373" y="5357"/>
                    <a:pt x="7184" y="5829"/>
                    <a:pt x="6869" y="6207"/>
                  </a:cubicBezTo>
                  <a:lnTo>
                    <a:pt x="5671" y="5041"/>
                  </a:lnTo>
                  <a:cubicBezTo>
                    <a:pt x="5734" y="4947"/>
                    <a:pt x="5766" y="4884"/>
                    <a:pt x="5766" y="4789"/>
                  </a:cubicBezTo>
                  <a:close/>
                  <a:moveTo>
                    <a:pt x="3781" y="5609"/>
                  </a:moveTo>
                  <a:cubicBezTo>
                    <a:pt x="3876" y="5672"/>
                    <a:pt x="3939" y="5703"/>
                    <a:pt x="4033" y="5703"/>
                  </a:cubicBezTo>
                  <a:lnTo>
                    <a:pt x="4033" y="7404"/>
                  </a:lnTo>
                  <a:cubicBezTo>
                    <a:pt x="3529" y="7310"/>
                    <a:pt x="2993" y="7121"/>
                    <a:pt x="2615" y="6806"/>
                  </a:cubicBezTo>
                  <a:lnTo>
                    <a:pt x="3781" y="5609"/>
                  </a:lnTo>
                  <a:close/>
                  <a:moveTo>
                    <a:pt x="5104" y="5609"/>
                  </a:moveTo>
                  <a:lnTo>
                    <a:pt x="6270" y="6806"/>
                  </a:lnTo>
                  <a:cubicBezTo>
                    <a:pt x="5892" y="7121"/>
                    <a:pt x="5419" y="7310"/>
                    <a:pt x="4852" y="7404"/>
                  </a:cubicBezTo>
                  <a:lnTo>
                    <a:pt x="4852" y="5703"/>
                  </a:lnTo>
                  <a:cubicBezTo>
                    <a:pt x="4947" y="5672"/>
                    <a:pt x="5010" y="5672"/>
                    <a:pt x="5104" y="5609"/>
                  </a:cubicBezTo>
                  <a:close/>
                  <a:moveTo>
                    <a:pt x="4474" y="1"/>
                  </a:moveTo>
                  <a:cubicBezTo>
                    <a:pt x="2017" y="1"/>
                    <a:pt x="0" y="1985"/>
                    <a:pt x="0" y="4443"/>
                  </a:cubicBezTo>
                  <a:cubicBezTo>
                    <a:pt x="0" y="6869"/>
                    <a:pt x="2017" y="8885"/>
                    <a:pt x="4474" y="8885"/>
                  </a:cubicBezTo>
                  <a:cubicBezTo>
                    <a:pt x="6900" y="8885"/>
                    <a:pt x="8916" y="6869"/>
                    <a:pt x="8916" y="4443"/>
                  </a:cubicBezTo>
                  <a:cubicBezTo>
                    <a:pt x="8916" y="1954"/>
                    <a:pt x="6900" y="1"/>
                    <a:pt x="447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64" name="Google Shape;8064;p70"/>
            <p:cNvSpPr/>
            <p:nvPr/>
          </p:nvSpPr>
          <p:spPr>
            <a:xfrm>
              <a:off x="-63102600" y="4401625"/>
              <a:ext cx="20500" cy="26000"/>
            </a:xfrm>
            <a:custGeom>
              <a:avLst/>
              <a:gdLst/>
              <a:ahLst/>
              <a:cxnLst/>
              <a:rect l="l" t="t" r="r" b="b"/>
              <a:pathLst>
                <a:path w="820" h="1040" extrusionOk="0">
                  <a:moveTo>
                    <a:pt x="0" y="0"/>
                  </a:moveTo>
                  <a:lnTo>
                    <a:pt x="0" y="630"/>
                  </a:lnTo>
                  <a:cubicBezTo>
                    <a:pt x="0" y="882"/>
                    <a:pt x="189" y="1040"/>
                    <a:pt x="441" y="1040"/>
                  </a:cubicBezTo>
                  <a:cubicBezTo>
                    <a:pt x="662" y="1040"/>
                    <a:pt x="819" y="851"/>
                    <a:pt x="819" y="630"/>
                  </a:cubicBezTo>
                  <a:lnTo>
                    <a:pt x="81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65" name="Google Shape;8065;p70"/>
            <p:cNvSpPr/>
            <p:nvPr/>
          </p:nvSpPr>
          <p:spPr>
            <a:xfrm>
              <a:off x="-63006525" y="4354350"/>
              <a:ext cx="29950" cy="29975"/>
            </a:xfrm>
            <a:custGeom>
              <a:avLst/>
              <a:gdLst/>
              <a:ahLst/>
              <a:cxnLst/>
              <a:rect l="l" t="t" r="r" b="b"/>
              <a:pathLst>
                <a:path w="1198" h="1199" extrusionOk="0">
                  <a:moveTo>
                    <a:pt x="599" y="1"/>
                  </a:moveTo>
                  <a:cubicBezTo>
                    <a:pt x="410" y="221"/>
                    <a:pt x="253" y="410"/>
                    <a:pt x="1" y="599"/>
                  </a:cubicBezTo>
                  <a:lnTo>
                    <a:pt x="473" y="1072"/>
                  </a:lnTo>
                  <a:cubicBezTo>
                    <a:pt x="568" y="1167"/>
                    <a:pt x="694" y="1198"/>
                    <a:pt x="757" y="1198"/>
                  </a:cubicBezTo>
                  <a:cubicBezTo>
                    <a:pt x="851" y="1198"/>
                    <a:pt x="946" y="1167"/>
                    <a:pt x="1040" y="1072"/>
                  </a:cubicBezTo>
                  <a:cubicBezTo>
                    <a:pt x="1198" y="915"/>
                    <a:pt x="1198" y="631"/>
                    <a:pt x="1040" y="473"/>
                  </a:cubicBezTo>
                  <a:lnTo>
                    <a:pt x="59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66" name="Google Shape;8066;p70"/>
            <p:cNvSpPr/>
            <p:nvPr/>
          </p:nvSpPr>
          <p:spPr>
            <a:xfrm>
              <a:off x="-62960825" y="4258275"/>
              <a:ext cx="27575" cy="20500"/>
            </a:xfrm>
            <a:custGeom>
              <a:avLst/>
              <a:gdLst/>
              <a:ahLst/>
              <a:cxnLst/>
              <a:rect l="l" t="t" r="r" b="b"/>
              <a:pathLst>
                <a:path w="1103" h="820" extrusionOk="0">
                  <a:moveTo>
                    <a:pt x="0" y="0"/>
                  </a:moveTo>
                  <a:lnTo>
                    <a:pt x="0" y="441"/>
                  </a:lnTo>
                  <a:lnTo>
                    <a:pt x="0" y="819"/>
                  </a:lnTo>
                  <a:lnTo>
                    <a:pt x="662" y="819"/>
                  </a:lnTo>
                  <a:cubicBezTo>
                    <a:pt x="914" y="819"/>
                    <a:pt x="1071" y="630"/>
                    <a:pt x="1071" y="378"/>
                  </a:cubicBezTo>
                  <a:cubicBezTo>
                    <a:pt x="1103" y="189"/>
                    <a:pt x="914" y="0"/>
                    <a:pt x="66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67" name="Google Shape;8067;p70"/>
            <p:cNvSpPr/>
            <p:nvPr/>
          </p:nvSpPr>
          <p:spPr>
            <a:xfrm>
              <a:off x="-63250675" y="4259050"/>
              <a:ext cx="26800" cy="20500"/>
            </a:xfrm>
            <a:custGeom>
              <a:avLst/>
              <a:gdLst/>
              <a:ahLst/>
              <a:cxnLst/>
              <a:rect l="l" t="t" r="r" b="b"/>
              <a:pathLst>
                <a:path w="1072" h="820" extrusionOk="0">
                  <a:moveTo>
                    <a:pt x="410" y="1"/>
                  </a:moveTo>
                  <a:cubicBezTo>
                    <a:pt x="158" y="1"/>
                    <a:pt x="0" y="190"/>
                    <a:pt x="0" y="410"/>
                  </a:cubicBezTo>
                  <a:cubicBezTo>
                    <a:pt x="0" y="631"/>
                    <a:pt x="221" y="820"/>
                    <a:pt x="410" y="820"/>
                  </a:cubicBezTo>
                  <a:lnTo>
                    <a:pt x="1071" y="820"/>
                  </a:lnTo>
                  <a:lnTo>
                    <a:pt x="1071" y="442"/>
                  </a:lnTo>
                  <a:lnTo>
                    <a:pt x="107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68" name="Google Shape;8068;p70"/>
            <p:cNvSpPr/>
            <p:nvPr/>
          </p:nvSpPr>
          <p:spPr>
            <a:xfrm>
              <a:off x="-63208950" y="4354350"/>
              <a:ext cx="29175" cy="29975"/>
            </a:xfrm>
            <a:custGeom>
              <a:avLst/>
              <a:gdLst/>
              <a:ahLst/>
              <a:cxnLst/>
              <a:rect l="l" t="t" r="r" b="b"/>
              <a:pathLst>
                <a:path w="1167" h="1199" extrusionOk="0">
                  <a:moveTo>
                    <a:pt x="631" y="1"/>
                  </a:moveTo>
                  <a:lnTo>
                    <a:pt x="158" y="473"/>
                  </a:lnTo>
                  <a:cubicBezTo>
                    <a:pt x="1" y="631"/>
                    <a:pt x="1" y="915"/>
                    <a:pt x="158" y="1072"/>
                  </a:cubicBezTo>
                  <a:cubicBezTo>
                    <a:pt x="221" y="1167"/>
                    <a:pt x="348" y="1198"/>
                    <a:pt x="442" y="1198"/>
                  </a:cubicBezTo>
                  <a:cubicBezTo>
                    <a:pt x="505" y="1198"/>
                    <a:pt x="631" y="1167"/>
                    <a:pt x="694" y="1072"/>
                  </a:cubicBezTo>
                  <a:lnTo>
                    <a:pt x="1167" y="599"/>
                  </a:lnTo>
                  <a:cubicBezTo>
                    <a:pt x="1009" y="442"/>
                    <a:pt x="820" y="253"/>
                    <a:pt x="63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69" name="Google Shape;8069;p70"/>
            <p:cNvSpPr/>
            <p:nvPr/>
          </p:nvSpPr>
          <p:spPr>
            <a:xfrm>
              <a:off x="-63208150" y="4153725"/>
              <a:ext cx="30725" cy="29750"/>
            </a:xfrm>
            <a:custGeom>
              <a:avLst/>
              <a:gdLst/>
              <a:ahLst/>
              <a:cxnLst/>
              <a:rect l="l" t="t" r="r" b="b"/>
              <a:pathLst>
                <a:path w="1229" h="1190" extrusionOk="0">
                  <a:moveTo>
                    <a:pt x="457" y="0"/>
                  </a:moveTo>
                  <a:cubicBezTo>
                    <a:pt x="347" y="0"/>
                    <a:pt x="237" y="39"/>
                    <a:pt x="158" y="118"/>
                  </a:cubicBezTo>
                  <a:cubicBezTo>
                    <a:pt x="0" y="276"/>
                    <a:pt x="0" y="559"/>
                    <a:pt x="158" y="717"/>
                  </a:cubicBezTo>
                  <a:lnTo>
                    <a:pt x="631" y="1189"/>
                  </a:lnTo>
                  <a:lnTo>
                    <a:pt x="1229" y="591"/>
                  </a:lnTo>
                  <a:lnTo>
                    <a:pt x="757" y="118"/>
                  </a:lnTo>
                  <a:cubicBezTo>
                    <a:pt x="678" y="39"/>
                    <a:pt x="568" y="0"/>
                    <a:pt x="45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70" name="Google Shape;8070;p70"/>
            <p:cNvSpPr/>
            <p:nvPr/>
          </p:nvSpPr>
          <p:spPr>
            <a:xfrm>
              <a:off x="-63102600" y="4110200"/>
              <a:ext cx="20500" cy="27600"/>
            </a:xfrm>
            <a:custGeom>
              <a:avLst/>
              <a:gdLst/>
              <a:ahLst/>
              <a:cxnLst/>
              <a:rect l="l" t="t" r="r" b="b"/>
              <a:pathLst>
                <a:path w="820" h="1104" extrusionOk="0">
                  <a:moveTo>
                    <a:pt x="441" y="0"/>
                  </a:moveTo>
                  <a:cubicBezTo>
                    <a:pt x="221" y="0"/>
                    <a:pt x="0" y="221"/>
                    <a:pt x="0" y="410"/>
                  </a:cubicBezTo>
                  <a:lnTo>
                    <a:pt x="0" y="1103"/>
                  </a:lnTo>
                  <a:lnTo>
                    <a:pt x="819" y="1103"/>
                  </a:lnTo>
                  <a:lnTo>
                    <a:pt x="819" y="410"/>
                  </a:lnTo>
                  <a:cubicBezTo>
                    <a:pt x="819" y="158"/>
                    <a:pt x="630" y="0"/>
                    <a:pt x="44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071" name="Google Shape;8071;p70"/>
          <p:cNvGrpSpPr/>
          <p:nvPr/>
        </p:nvGrpSpPr>
        <p:grpSpPr>
          <a:xfrm>
            <a:off x="2316679" y="3868571"/>
            <a:ext cx="478767" cy="478459"/>
            <a:chOff x="-61351725" y="3372400"/>
            <a:chExt cx="310350" cy="310150"/>
          </a:xfrm>
        </p:grpSpPr>
        <p:sp>
          <p:nvSpPr>
            <p:cNvPr id="8072" name="Google Shape;8072;p70"/>
            <p:cNvSpPr/>
            <p:nvPr/>
          </p:nvSpPr>
          <p:spPr>
            <a:xfrm>
              <a:off x="-61165050" y="3558875"/>
              <a:ext cx="19700" cy="19700"/>
            </a:xfrm>
            <a:custGeom>
              <a:avLst/>
              <a:gdLst/>
              <a:ahLst/>
              <a:cxnLst/>
              <a:rect l="l" t="t" r="r" b="b"/>
              <a:pathLst>
                <a:path w="788" h="788" extrusionOk="0">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73" name="Google Shape;8073;p70"/>
            <p:cNvSpPr/>
            <p:nvPr/>
          </p:nvSpPr>
          <p:spPr>
            <a:xfrm>
              <a:off x="-61247750" y="3476175"/>
              <a:ext cx="19700" cy="19700"/>
            </a:xfrm>
            <a:custGeom>
              <a:avLst/>
              <a:gdLst/>
              <a:ahLst/>
              <a:cxnLst/>
              <a:rect l="l" t="t" r="r" b="b"/>
              <a:pathLst>
                <a:path w="788" h="788" extrusionOk="0">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74" name="Google Shape;8074;p70"/>
            <p:cNvSpPr/>
            <p:nvPr/>
          </p:nvSpPr>
          <p:spPr>
            <a:xfrm>
              <a:off x="-61351725" y="3372400"/>
              <a:ext cx="310350" cy="310150"/>
            </a:xfrm>
            <a:custGeom>
              <a:avLst/>
              <a:gdLst/>
              <a:ahLst/>
              <a:cxnLst/>
              <a:rect l="l" t="t" r="r" b="b"/>
              <a:pathLst>
                <a:path w="12414" h="12406" extrusionOk="0">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075" name="Google Shape;8075;p70"/>
          <p:cNvGrpSpPr/>
          <p:nvPr/>
        </p:nvGrpSpPr>
        <p:grpSpPr>
          <a:xfrm>
            <a:off x="2311819" y="4485979"/>
            <a:ext cx="488485" cy="444712"/>
            <a:chOff x="-61354875" y="3751050"/>
            <a:chExt cx="316650" cy="288275"/>
          </a:xfrm>
        </p:grpSpPr>
        <p:sp>
          <p:nvSpPr>
            <p:cNvPr id="8076" name="Google Shape;8076;p70"/>
            <p:cNvSpPr/>
            <p:nvPr/>
          </p:nvSpPr>
          <p:spPr>
            <a:xfrm>
              <a:off x="-61200500" y="3875475"/>
              <a:ext cx="41775" cy="41000"/>
            </a:xfrm>
            <a:custGeom>
              <a:avLst/>
              <a:gdLst/>
              <a:ahLst/>
              <a:cxnLst/>
              <a:rect l="l" t="t" r="r" b="b"/>
              <a:pathLst>
                <a:path w="1671" h="1640" extrusionOk="0">
                  <a:moveTo>
                    <a:pt x="820" y="1"/>
                  </a:moveTo>
                  <a:cubicBezTo>
                    <a:pt x="379" y="1"/>
                    <a:pt x="1" y="348"/>
                    <a:pt x="1" y="820"/>
                  </a:cubicBezTo>
                  <a:cubicBezTo>
                    <a:pt x="1" y="1261"/>
                    <a:pt x="379" y="1639"/>
                    <a:pt x="820" y="1639"/>
                  </a:cubicBezTo>
                  <a:cubicBezTo>
                    <a:pt x="1292" y="1639"/>
                    <a:pt x="1670" y="1261"/>
                    <a:pt x="1670" y="820"/>
                  </a:cubicBezTo>
                  <a:cubicBezTo>
                    <a:pt x="1670" y="348"/>
                    <a:pt x="1292" y="1"/>
                    <a:pt x="82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77" name="Google Shape;8077;p70"/>
            <p:cNvSpPr/>
            <p:nvPr/>
          </p:nvSpPr>
          <p:spPr>
            <a:xfrm>
              <a:off x="-61293425" y="3813275"/>
              <a:ext cx="192975" cy="165425"/>
            </a:xfrm>
            <a:custGeom>
              <a:avLst/>
              <a:gdLst/>
              <a:ahLst/>
              <a:cxnLst/>
              <a:rect l="l" t="t" r="r" b="b"/>
              <a:pathLst>
                <a:path w="7719" h="6617" extrusionOk="0">
                  <a:moveTo>
                    <a:pt x="6191" y="1260"/>
                  </a:moveTo>
                  <a:cubicBezTo>
                    <a:pt x="6301" y="1260"/>
                    <a:pt x="6411" y="1292"/>
                    <a:pt x="6490" y="1355"/>
                  </a:cubicBezTo>
                  <a:cubicBezTo>
                    <a:pt x="6648" y="1512"/>
                    <a:pt x="6648" y="1796"/>
                    <a:pt x="6490" y="1953"/>
                  </a:cubicBezTo>
                  <a:lnTo>
                    <a:pt x="5954" y="2457"/>
                  </a:lnTo>
                  <a:cubicBezTo>
                    <a:pt x="6112" y="2709"/>
                    <a:pt x="6207" y="3025"/>
                    <a:pt x="6207" y="3308"/>
                  </a:cubicBezTo>
                  <a:cubicBezTo>
                    <a:pt x="6207" y="3592"/>
                    <a:pt x="6112" y="3907"/>
                    <a:pt x="5954" y="4127"/>
                  </a:cubicBezTo>
                  <a:lnTo>
                    <a:pt x="6490" y="4631"/>
                  </a:lnTo>
                  <a:cubicBezTo>
                    <a:pt x="6648" y="4789"/>
                    <a:pt x="6648" y="5072"/>
                    <a:pt x="6490" y="5230"/>
                  </a:cubicBezTo>
                  <a:cubicBezTo>
                    <a:pt x="6396" y="5324"/>
                    <a:pt x="6270" y="5356"/>
                    <a:pt x="6207" y="5356"/>
                  </a:cubicBezTo>
                  <a:cubicBezTo>
                    <a:pt x="6080" y="5356"/>
                    <a:pt x="6017" y="5324"/>
                    <a:pt x="5923" y="5230"/>
                  </a:cubicBezTo>
                  <a:lnTo>
                    <a:pt x="5419" y="4726"/>
                  </a:lnTo>
                  <a:cubicBezTo>
                    <a:pt x="5167" y="4883"/>
                    <a:pt x="4852" y="4946"/>
                    <a:pt x="4600" y="4946"/>
                  </a:cubicBezTo>
                  <a:cubicBezTo>
                    <a:pt x="4316" y="4946"/>
                    <a:pt x="4001" y="4883"/>
                    <a:pt x="3749" y="4726"/>
                  </a:cubicBezTo>
                  <a:lnTo>
                    <a:pt x="3245" y="5230"/>
                  </a:lnTo>
                  <a:cubicBezTo>
                    <a:pt x="3182" y="5324"/>
                    <a:pt x="3056" y="5356"/>
                    <a:pt x="2961" y="5356"/>
                  </a:cubicBezTo>
                  <a:cubicBezTo>
                    <a:pt x="2835" y="5356"/>
                    <a:pt x="2772" y="5324"/>
                    <a:pt x="2709" y="5230"/>
                  </a:cubicBezTo>
                  <a:cubicBezTo>
                    <a:pt x="2552" y="5072"/>
                    <a:pt x="2552" y="4789"/>
                    <a:pt x="2709" y="4631"/>
                  </a:cubicBezTo>
                  <a:lnTo>
                    <a:pt x="3214" y="4127"/>
                  </a:lnTo>
                  <a:cubicBezTo>
                    <a:pt x="2961" y="3907"/>
                    <a:pt x="2898" y="3623"/>
                    <a:pt x="2898" y="3308"/>
                  </a:cubicBezTo>
                  <a:cubicBezTo>
                    <a:pt x="2898" y="2993"/>
                    <a:pt x="2961" y="2709"/>
                    <a:pt x="3119" y="2457"/>
                  </a:cubicBezTo>
                  <a:lnTo>
                    <a:pt x="2615" y="1953"/>
                  </a:lnTo>
                  <a:cubicBezTo>
                    <a:pt x="2457" y="1796"/>
                    <a:pt x="2457" y="1512"/>
                    <a:pt x="2615" y="1355"/>
                  </a:cubicBezTo>
                  <a:cubicBezTo>
                    <a:pt x="2694" y="1292"/>
                    <a:pt x="2804" y="1260"/>
                    <a:pt x="2914" y="1260"/>
                  </a:cubicBezTo>
                  <a:cubicBezTo>
                    <a:pt x="3025" y="1260"/>
                    <a:pt x="3135" y="1292"/>
                    <a:pt x="3214" y="1355"/>
                  </a:cubicBezTo>
                  <a:lnTo>
                    <a:pt x="3718" y="1890"/>
                  </a:lnTo>
                  <a:cubicBezTo>
                    <a:pt x="3970" y="1733"/>
                    <a:pt x="4253" y="1638"/>
                    <a:pt x="4537" y="1638"/>
                  </a:cubicBezTo>
                  <a:cubicBezTo>
                    <a:pt x="4820" y="1638"/>
                    <a:pt x="5135" y="1733"/>
                    <a:pt x="5387" y="1890"/>
                  </a:cubicBezTo>
                  <a:lnTo>
                    <a:pt x="5891" y="1355"/>
                  </a:lnTo>
                  <a:cubicBezTo>
                    <a:pt x="5970" y="1292"/>
                    <a:pt x="6080" y="1260"/>
                    <a:pt x="6191" y="1260"/>
                  </a:cubicBezTo>
                  <a:close/>
                  <a:moveTo>
                    <a:pt x="0" y="0"/>
                  </a:moveTo>
                  <a:lnTo>
                    <a:pt x="0" y="1260"/>
                  </a:lnTo>
                  <a:lnTo>
                    <a:pt x="851" y="1260"/>
                  </a:lnTo>
                  <a:cubicBezTo>
                    <a:pt x="1071" y="1260"/>
                    <a:pt x="1260" y="1449"/>
                    <a:pt x="1260" y="1638"/>
                  </a:cubicBezTo>
                  <a:cubicBezTo>
                    <a:pt x="1260" y="1859"/>
                    <a:pt x="1071" y="2079"/>
                    <a:pt x="851" y="2079"/>
                  </a:cubicBezTo>
                  <a:lnTo>
                    <a:pt x="0" y="2079"/>
                  </a:lnTo>
                  <a:lnTo>
                    <a:pt x="0" y="4568"/>
                  </a:lnTo>
                  <a:lnTo>
                    <a:pt x="851" y="4568"/>
                  </a:lnTo>
                  <a:cubicBezTo>
                    <a:pt x="1071" y="4568"/>
                    <a:pt x="1260" y="4757"/>
                    <a:pt x="1260" y="4946"/>
                  </a:cubicBezTo>
                  <a:cubicBezTo>
                    <a:pt x="1260" y="5198"/>
                    <a:pt x="1071" y="5387"/>
                    <a:pt x="851" y="5387"/>
                  </a:cubicBezTo>
                  <a:lnTo>
                    <a:pt x="0" y="5387"/>
                  </a:lnTo>
                  <a:lnTo>
                    <a:pt x="0" y="6616"/>
                  </a:lnTo>
                  <a:lnTo>
                    <a:pt x="7719" y="6616"/>
                  </a:lnTo>
                  <a:lnTo>
                    <a:pt x="771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78" name="Google Shape;8078;p70"/>
            <p:cNvSpPr/>
            <p:nvPr/>
          </p:nvSpPr>
          <p:spPr>
            <a:xfrm>
              <a:off x="-61354875" y="3751050"/>
              <a:ext cx="316650" cy="288275"/>
            </a:xfrm>
            <a:custGeom>
              <a:avLst/>
              <a:gdLst/>
              <a:ahLst/>
              <a:cxnLst/>
              <a:rect l="l" t="t" r="r" b="b"/>
              <a:pathLst>
                <a:path w="12666" h="11531" extrusionOk="0">
                  <a:moveTo>
                    <a:pt x="10618" y="1701"/>
                  </a:moveTo>
                  <a:cubicBezTo>
                    <a:pt x="10870" y="1701"/>
                    <a:pt x="11027" y="1890"/>
                    <a:pt x="11027" y="2080"/>
                  </a:cubicBezTo>
                  <a:lnTo>
                    <a:pt x="11027" y="9546"/>
                  </a:lnTo>
                  <a:cubicBezTo>
                    <a:pt x="11027" y="9767"/>
                    <a:pt x="10807" y="9956"/>
                    <a:pt x="10618" y="9956"/>
                  </a:cubicBezTo>
                  <a:lnTo>
                    <a:pt x="2080" y="9956"/>
                  </a:lnTo>
                  <a:cubicBezTo>
                    <a:pt x="1828" y="9956"/>
                    <a:pt x="1670" y="9767"/>
                    <a:pt x="1670" y="9546"/>
                  </a:cubicBezTo>
                  <a:lnTo>
                    <a:pt x="1670" y="2080"/>
                  </a:lnTo>
                  <a:cubicBezTo>
                    <a:pt x="1670" y="1859"/>
                    <a:pt x="1891" y="1701"/>
                    <a:pt x="2080" y="1701"/>
                  </a:cubicBezTo>
                  <a:close/>
                  <a:moveTo>
                    <a:pt x="1198" y="0"/>
                  </a:moveTo>
                  <a:cubicBezTo>
                    <a:pt x="536" y="0"/>
                    <a:pt x="1" y="567"/>
                    <a:pt x="1" y="1229"/>
                  </a:cubicBezTo>
                  <a:lnTo>
                    <a:pt x="1" y="10334"/>
                  </a:lnTo>
                  <a:cubicBezTo>
                    <a:pt x="1" y="10995"/>
                    <a:pt x="536" y="11531"/>
                    <a:pt x="1198" y="11531"/>
                  </a:cubicBezTo>
                  <a:lnTo>
                    <a:pt x="11405" y="11531"/>
                  </a:lnTo>
                  <a:cubicBezTo>
                    <a:pt x="12067" y="11531"/>
                    <a:pt x="12666" y="10995"/>
                    <a:pt x="12666" y="10334"/>
                  </a:cubicBezTo>
                  <a:lnTo>
                    <a:pt x="12666" y="1260"/>
                  </a:lnTo>
                  <a:cubicBezTo>
                    <a:pt x="12666" y="567"/>
                    <a:pt x="12130" y="0"/>
                    <a:pt x="1140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079" name="Google Shape;8079;p70"/>
          <p:cNvGrpSpPr/>
          <p:nvPr/>
        </p:nvGrpSpPr>
        <p:grpSpPr>
          <a:xfrm>
            <a:off x="2311819" y="5074832"/>
            <a:ext cx="488485" cy="489720"/>
            <a:chOff x="-61354875" y="4101525"/>
            <a:chExt cx="316650" cy="317450"/>
          </a:xfrm>
        </p:grpSpPr>
        <p:sp>
          <p:nvSpPr>
            <p:cNvPr id="8080" name="Google Shape;8080;p70"/>
            <p:cNvSpPr/>
            <p:nvPr/>
          </p:nvSpPr>
          <p:spPr>
            <a:xfrm>
              <a:off x="-61172925" y="4240150"/>
              <a:ext cx="62225" cy="145750"/>
            </a:xfrm>
            <a:custGeom>
              <a:avLst/>
              <a:gdLst/>
              <a:ahLst/>
              <a:cxnLst/>
              <a:rect l="l" t="t" r="r" b="b"/>
              <a:pathLst>
                <a:path w="2489" h="5830" extrusionOk="0">
                  <a:moveTo>
                    <a:pt x="1260" y="1"/>
                  </a:moveTo>
                  <a:cubicBezTo>
                    <a:pt x="1071" y="1"/>
                    <a:pt x="819" y="221"/>
                    <a:pt x="819" y="442"/>
                  </a:cubicBezTo>
                  <a:lnTo>
                    <a:pt x="819" y="725"/>
                  </a:lnTo>
                  <a:cubicBezTo>
                    <a:pt x="347" y="883"/>
                    <a:pt x="0" y="1355"/>
                    <a:pt x="0" y="1891"/>
                  </a:cubicBezTo>
                  <a:cubicBezTo>
                    <a:pt x="0" y="2584"/>
                    <a:pt x="536" y="2962"/>
                    <a:pt x="977" y="3277"/>
                  </a:cubicBezTo>
                  <a:cubicBezTo>
                    <a:pt x="1292" y="3529"/>
                    <a:pt x="1639" y="3750"/>
                    <a:pt x="1639" y="4002"/>
                  </a:cubicBezTo>
                  <a:cubicBezTo>
                    <a:pt x="1639" y="4222"/>
                    <a:pt x="1450" y="4411"/>
                    <a:pt x="1260" y="4411"/>
                  </a:cubicBezTo>
                  <a:cubicBezTo>
                    <a:pt x="1008" y="4411"/>
                    <a:pt x="819" y="4222"/>
                    <a:pt x="819" y="4002"/>
                  </a:cubicBezTo>
                  <a:cubicBezTo>
                    <a:pt x="819" y="3750"/>
                    <a:pt x="630" y="3592"/>
                    <a:pt x="441" y="3592"/>
                  </a:cubicBezTo>
                  <a:cubicBezTo>
                    <a:pt x="221" y="3592"/>
                    <a:pt x="0" y="3781"/>
                    <a:pt x="0" y="4002"/>
                  </a:cubicBezTo>
                  <a:cubicBezTo>
                    <a:pt x="0" y="4537"/>
                    <a:pt x="347" y="4978"/>
                    <a:pt x="819" y="5167"/>
                  </a:cubicBezTo>
                  <a:lnTo>
                    <a:pt x="819" y="5451"/>
                  </a:lnTo>
                  <a:cubicBezTo>
                    <a:pt x="819" y="5672"/>
                    <a:pt x="1008" y="5829"/>
                    <a:pt x="1260" y="5829"/>
                  </a:cubicBezTo>
                  <a:cubicBezTo>
                    <a:pt x="1481" y="5829"/>
                    <a:pt x="1639" y="5640"/>
                    <a:pt x="1639" y="5451"/>
                  </a:cubicBezTo>
                  <a:lnTo>
                    <a:pt x="1639" y="5167"/>
                  </a:lnTo>
                  <a:cubicBezTo>
                    <a:pt x="2111" y="5010"/>
                    <a:pt x="2489" y="4537"/>
                    <a:pt x="2489" y="4002"/>
                  </a:cubicBezTo>
                  <a:cubicBezTo>
                    <a:pt x="2489" y="3309"/>
                    <a:pt x="1922" y="2931"/>
                    <a:pt x="1481" y="2616"/>
                  </a:cubicBezTo>
                  <a:cubicBezTo>
                    <a:pt x="1166" y="2364"/>
                    <a:pt x="819" y="2143"/>
                    <a:pt x="819" y="1891"/>
                  </a:cubicBezTo>
                  <a:cubicBezTo>
                    <a:pt x="819" y="1702"/>
                    <a:pt x="1008" y="1513"/>
                    <a:pt x="1260" y="1513"/>
                  </a:cubicBezTo>
                  <a:cubicBezTo>
                    <a:pt x="1513" y="1513"/>
                    <a:pt x="1639" y="1702"/>
                    <a:pt x="1639" y="1891"/>
                  </a:cubicBezTo>
                  <a:cubicBezTo>
                    <a:pt x="1639" y="2143"/>
                    <a:pt x="1859" y="2332"/>
                    <a:pt x="2048" y="2332"/>
                  </a:cubicBezTo>
                  <a:cubicBezTo>
                    <a:pt x="2300" y="2332"/>
                    <a:pt x="2489" y="2143"/>
                    <a:pt x="2489" y="1891"/>
                  </a:cubicBezTo>
                  <a:cubicBezTo>
                    <a:pt x="2489" y="1355"/>
                    <a:pt x="2143" y="914"/>
                    <a:pt x="1639" y="725"/>
                  </a:cubicBezTo>
                  <a:lnTo>
                    <a:pt x="1639" y="442"/>
                  </a:lnTo>
                  <a:cubicBezTo>
                    <a:pt x="1639" y="221"/>
                    <a:pt x="1450" y="1"/>
                    <a:pt x="126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81" name="Google Shape;8081;p70"/>
            <p:cNvSpPr/>
            <p:nvPr/>
          </p:nvSpPr>
          <p:spPr>
            <a:xfrm>
              <a:off x="-61354875" y="4101525"/>
              <a:ext cx="316650" cy="317450"/>
            </a:xfrm>
            <a:custGeom>
              <a:avLst/>
              <a:gdLst/>
              <a:ahLst/>
              <a:cxnLst/>
              <a:rect l="l" t="t" r="r" b="b"/>
              <a:pathLst>
                <a:path w="12666" h="12698" extrusionOk="0">
                  <a:moveTo>
                    <a:pt x="11405" y="1608"/>
                  </a:moveTo>
                  <a:cubicBezTo>
                    <a:pt x="11657" y="1608"/>
                    <a:pt x="11847" y="1797"/>
                    <a:pt x="11847" y="2049"/>
                  </a:cubicBezTo>
                  <a:lnTo>
                    <a:pt x="11847" y="3277"/>
                  </a:lnTo>
                  <a:lnTo>
                    <a:pt x="820" y="3277"/>
                  </a:lnTo>
                  <a:lnTo>
                    <a:pt x="820" y="2049"/>
                  </a:lnTo>
                  <a:cubicBezTo>
                    <a:pt x="820" y="1797"/>
                    <a:pt x="1009" y="1608"/>
                    <a:pt x="1198" y="1608"/>
                  </a:cubicBezTo>
                  <a:lnTo>
                    <a:pt x="1639" y="1608"/>
                  </a:lnTo>
                  <a:lnTo>
                    <a:pt x="1639" y="2049"/>
                  </a:lnTo>
                  <a:cubicBezTo>
                    <a:pt x="1639" y="2301"/>
                    <a:pt x="1828" y="2458"/>
                    <a:pt x="2048" y="2458"/>
                  </a:cubicBezTo>
                  <a:cubicBezTo>
                    <a:pt x="2237" y="2458"/>
                    <a:pt x="2427" y="2238"/>
                    <a:pt x="2427" y="2049"/>
                  </a:cubicBezTo>
                  <a:lnTo>
                    <a:pt x="2427" y="1608"/>
                  </a:lnTo>
                  <a:lnTo>
                    <a:pt x="5892" y="1608"/>
                  </a:lnTo>
                  <a:lnTo>
                    <a:pt x="5892" y="2049"/>
                  </a:lnTo>
                  <a:cubicBezTo>
                    <a:pt x="5892" y="2301"/>
                    <a:pt x="6081" y="2458"/>
                    <a:pt x="6333" y="2458"/>
                  </a:cubicBezTo>
                  <a:cubicBezTo>
                    <a:pt x="6585" y="2458"/>
                    <a:pt x="6743" y="2238"/>
                    <a:pt x="6743" y="2049"/>
                  </a:cubicBezTo>
                  <a:lnTo>
                    <a:pt x="6743" y="1608"/>
                  </a:lnTo>
                  <a:lnTo>
                    <a:pt x="10208" y="1608"/>
                  </a:lnTo>
                  <a:lnTo>
                    <a:pt x="10208" y="2049"/>
                  </a:lnTo>
                  <a:cubicBezTo>
                    <a:pt x="10208" y="2301"/>
                    <a:pt x="10397" y="2458"/>
                    <a:pt x="10618" y="2458"/>
                  </a:cubicBezTo>
                  <a:cubicBezTo>
                    <a:pt x="10870" y="2458"/>
                    <a:pt x="11027" y="2238"/>
                    <a:pt x="11027" y="2049"/>
                  </a:cubicBezTo>
                  <a:lnTo>
                    <a:pt x="11027" y="1608"/>
                  </a:lnTo>
                  <a:close/>
                  <a:moveTo>
                    <a:pt x="2868" y="4916"/>
                  </a:moveTo>
                  <a:cubicBezTo>
                    <a:pt x="3088" y="4916"/>
                    <a:pt x="3246" y="5136"/>
                    <a:pt x="3246" y="5357"/>
                  </a:cubicBezTo>
                  <a:cubicBezTo>
                    <a:pt x="3309" y="5546"/>
                    <a:pt x="3088" y="5766"/>
                    <a:pt x="2868" y="5766"/>
                  </a:cubicBezTo>
                  <a:lnTo>
                    <a:pt x="2048" y="5766"/>
                  </a:lnTo>
                  <a:cubicBezTo>
                    <a:pt x="1796" y="5766"/>
                    <a:pt x="1639" y="5546"/>
                    <a:pt x="1639" y="5357"/>
                  </a:cubicBezTo>
                  <a:cubicBezTo>
                    <a:pt x="1639" y="5136"/>
                    <a:pt x="1828" y="4916"/>
                    <a:pt x="2048" y="4916"/>
                  </a:cubicBezTo>
                  <a:close/>
                  <a:moveTo>
                    <a:pt x="2868" y="6585"/>
                  </a:moveTo>
                  <a:cubicBezTo>
                    <a:pt x="3088" y="6585"/>
                    <a:pt x="3246" y="6774"/>
                    <a:pt x="3246" y="6963"/>
                  </a:cubicBezTo>
                  <a:cubicBezTo>
                    <a:pt x="3309" y="7215"/>
                    <a:pt x="3088" y="7404"/>
                    <a:pt x="2868" y="7404"/>
                  </a:cubicBezTo>
                  <a:lnTo>
                    <a:pt x="2048" y="7404"/>
                  </a:lnTo>
                  <a:cubicBezTo>
                    <a:pt x="1796" y="7404"/>
                    <a:pt x="1639" y="7215"/>
                    <a:pt x="1639" y="6963"/>
                  </a:cubicBezTo>
                  <a:cubicBezTo>
                    <a:pt x="1639" y="6743"/>
                    <a:pt x="1828" y="6585"/>
                    <a:pt x="2048" y="6585"/>
                  </a:cubicBezTo>
                  <a:close/>
                  <a:moveTo>
                    <a:pt x="2868" y="8287"/>
                  </a:moveTo>
                  <a:cubicBezTo>
                    <a:pt x="3088" y="8287"/>
                    <a:pt x="3246" y="8476"/>
                    <a:pt x="3246" y="8665"/>
                  </a:cubicBezTo>
                  <a:cubicBezTo>
                    <a:pt x="3309" y="8854"/>
                    <a:pt x="3088" y="9074"/>
                    <a:pt x="2868" y="9074"/>
                  </a:cubicBezTo>
                  <a:lnTo>
                    <a:pt x="2048" y="9074"/>
                  </a:lnTo>
                  <a:cubicBezTo>
                    <a:pt x="1796" y="9074"/>
                    <a:pt x="1639" y="8854"/>
                    <a:pt x="1639" y="8665"/>
                  </a:cubicBezTo>
                  <a:cubicBezTo>
                    <a:pt x="1639" y="8413"/>
                    <a:pt x="1828" y="8287"/>
                    <a:pt x="2048" y="8287"/>
                  </a:cubicBezTo>
                  <a:close/>
                  <a:moveTo>
                    <a:pt x="8538" y="5199"/>
                  </a:moveTo>
                  <a:cubicBezTo>
                    <a:pt x="10366" y="5199"/>
                    <a:pt x="11847" y="6711"/>
                    <a:pt x="11847" y="8507"/>
                  </a:cubicBezTo>
                  <a:cubicBezTo>
                    <a:pt x="11847" y="10334"/>
                    <a:pt x="10334" y="11815"/>
                    <a:pt x="8538" y="11815"/>
                  </a:cubicBezTo>
                  <a:cubicBezTo>
                    <a:pt x="6711" y="11815"/>
                    <a:pt x="5230" y="10334"/>
                    <a:pt x="5230" y="8507"/>
                  </a:cubicBezTo>
                  <a:cubicBezTo>
                    <a:pt x="5230" y="6711"/>
                    <a:pt x="6743" y="5199"/>
                    <a:pt x="8538" y="5199"/>
                  </a:cubicBezTo>
                  <a:close/>
                  <a:moveTo>
                    <a:pt x="2048" y="1"/>
                  </a:moveTo>
                  <a:cubicBezTo>
                    <a:pt x="1828" y="1"/>
                    <a:pt x="1639" y="190"/>
                    <a:pt x="1639" y="410"/>
                  </a:cubicBezTo>
                  <a:lnTo>
                    <a:pt x="1639" y="788"/>
                  </a:lnTo>
                  <a:lnTo>
                    <a:pt x="1198" y="788"/>
                  </a:lnTo>
                  <a:cubicBezTo>
                    <a:pt x="536" y="788"/>
                    <a:pt x="1" y="1324"/>
                    <a:pt x="1" y="2049"/>
                  </a:cubicBezTo>
                  <a:lnTo>
                    <a:pt x="1" y="9767"/>
                  </a:lnTo>
                  <a:cubicBezTo>
                    <a:pt x="1" y="10429"/>
                    <a:pt x="536" y="11028"/>
                    <a:pt x="1198" y="11028"/>
                  </a:cubicBezTo>
                  <a:lnTo>
                    <a:pt x="5230" y="11028"/>
                  </a:lnTo>
                  <a:cubicBezTo>
                    <a:pt x="5987" y="12004"/>
                    <a:pt x="7184" y="12697"/>
                    <a:pt x="8538" y="12697"/>
                  </a:cubicBezTo>
                  <a:cubicBezTo>
                    <a:pt x="10807" y="12697"/>
                    <a:pt x="12666" y="10838"/>
                    <a:pt x="12666" y="8539"/>
                  </a:cubicBezTo>
                  <a:lnTo>
                    <a:pt x="12666" y="2080"/>
                  </a:lnTo>
                  <a:cubicBezTo>
                    <a:pt x="12666" y="1356"/>
                    <a:pt x="12130" y="788"/>
                    <a:pt x="11405" y="788"/>
                  </a:cubicBezTo>
                  <a:lnTo>
                    <a:pt x="11027" y="788"/>
                  </a:lnTo>
                  <a:lnTo>
                    <a:pt x="11027" y="410"/>
                  </a:lnTo>
                  <a:cubicBezTo>
                    <a:pt x="11027" y="158"/>
                    <a:pt x="10807" y="1"/>
                    <a:pt x="10618" y="1"/>
                  </a:cubicBezTo>
                  <a:cubicBezTo>
                    <a:pt x="10429" y="1"/>
                    <a:pt x="10177" y="190"/>
                    <a:pt x="10177" y="410"/>
                  </a:cubicBezTo>
                  <a:lnTo>
                    <a:pt x="10177" y="788"/>
                  </a:lnTo>
                  <a:lnTo>
                    <a:pt x="6711" y="788"/>
                  </a:lnTo>
                  <a:lnTo>
                    <a:pt x="6711" y="410"/>
                  </a:lnTo>
                  <a:cubicBezTo>
                    <a:pt x="6711" y="158"/>
                    <a:pt x="6522" y="1"/>
                    <a:pt x="6333" y="1"/>
                  </a:cubicBezTo>
                  <a:cubicBezTo>
                    <a:pt x="6144" y="1"/>
                    <a:pt x="5892" y="190"/>
                    <a:pt x="5892" y="410"/>
                  </a:cubicBezTo>
                  <a:lnTo>
                    <a:pt x="5892" y="788"/>
                  </a:lnTo>
                  <a:lnTo>
                    <a:pt x="2427" y="788"/>
                  </a:lnTo>
                  <a:lnTo>
                    <a:pt x="2427" y="410"/>
                  </a:lnTo>
                  <a:cubicBezTo>
                    <a:pt x="2427" y="158"/>
                    <a:pt x="2237" y="1"/>
                    <a:pt x="204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082" name="Google Shape;8082;p70"/>
          <p:cNvGrpSpPr/>
          <p:nvPr/>
        </p:nvGrpSpPr>
        <p:grpSpPr>
          <a:xfrm>
            <a:off x="5267066" y="3864001"/>
            <a:ext cx="490876" cy="487599"/>
            <a:chOff x="-59470075" y="3308975"/>
            <a:chExt cx="318200" cy="316075"/>
          </a:xfrm>
        </p:grpSpPr>
        <p:sp>
          <p:nvSpPr>
            <p:cNvPr id="8083" name="Google Shape;8083;p70"/>
            <p:cNvSpPr/>
            <p:nvPr/>
          </p:nvSpPr>
          <p:spPr>
            <a:xfrm>
              <a:off x="-59403925" y="3522625"/>
              <a:ext cx="21275" cy="20500"/>
            </a:xfrm>
            <a:custGeom>
              <a:avLst/>
              <a:gdLst/>
              <a:ahLst/>
              <a:cxnLst/>
              <a:rect l="l" t="t" r="r" b="b"/>
              <a:pathLst>
                <a:path w="851" h="820" extrusionOk="0">
                  <a:moveTo>
                    <a:pt x="0" y="1"/>
                  </a:moveTo>
                  <a:lnTo>
                    <a:pt x="0" y="820"/>
                  </a:lnTo>
                  <a:lnTo>
                    <a:pt x="851" y="820"/>
                  </a:lnTo>
                  <a:lnTo>
                    <a:pt x="85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84" name="Google Shape;8084;p70"/>
            <p:cNvSpPr/>
            <p:nvPr/>
          </p:nvSpPr>
          <p:spPr>
            <a:xfrm>
              <a:off x="-59362175" y="3522625"/>
              <a:ext cx="20500" cy="20500"/>
            </a:xfrm>
            <a:custGeom>
              <a:avLst/>
              <a:gdLst/>
              <a:ahLst/>
              <a:cxnLst/>
              <a:rect l="l" t="t" r="r" b="b"/>
              <a:pathLst>
                <a:path w="820" h="820" extrusionOk="0">
                  <a:moveTo>
                    <a:pt x="0" y="1"/>
                  </a:moveTo>
                  <a:lnTo>
                    <a:pt x="0" y="820"/>
                  </a:lnTo>
                  <a:lnTo>
                    <a:pt x="819" y="820"/>
                  </a:lnTo>
                  <a:lnTo>
                    <a:pt x="81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85" name="Google Shape;8085;p70"/>
            <p:cNvSpPr/>
            <p:nvPr/>
          </p:nvSpPr>
          <p:spPr>
            <a:xfrm>
              <a:off x="-59321225" y="3522625"/>
              <a:ext cx="20500" cy="20500"/>
            </a:xfrm>
            <a:custGeom>
              <a:avLst/>
              <a:gdLst/>
              <a:ahLst/>
              <a:cxnLst/>
              <a:rect l="l" t="t" r="r" b="b"/>
              <a:pathLst>
                <a:path w="820" h="820" extrusionOk="0">
                  <a:moveTo>
                    <a:pt x="0" y="1"/>
                  </a:moveTo>
                  <a:lnTo>
                    <a:pt x="0" y="820"/>
                  </a:lnTo>
                  <a:lnTo>
                    <a:pt x="820" y="820"/>
                  </a:lnTo>
                  <a:lnTo>
                    <a:pt x="82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86" name="Google Shape;8086;p70"/>
            <p:cNvSpPr/>
            <p:nvPr/>
          </p:nvSpPr>
          <p:spPr>
            <a:xfrm>
              <a:off x="-59279475" y="3522625"/>
              <a:ext cx="20500" cy="20500"/>
            </a:xfrm>
            <a:custGeom>
              <a:avLst/>
              <a:gdLst/>
              <a:ahLst/>
              <a:cxnLst/>
              <a:rect l="l" t="t" r="r" b="b"/>
              <a:pathLst>
                <a:path w="820" h="820" extrusionOk="0">
                  <a:moveTo>
                    <a:pt x="0" y="1"/>
                  </a:moveTo>
                  <a:lnTo>
                    <a:pt x="0" y="820"/>
                  </a:lnTo>
                  <a:lnTo>
                    <a:pt x="819" y="820"/>
                  </a:lnTo>
                  <a:lnTo>
                    <a:pt x="81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87" name="Google Shape;8087;p70"/>
            <p:cNvSpPr/>
            <p:nvPr/>
          </p:nvSpPr>
          <p:spPr>
            <a:xfrm>
              <a:off x="-59470075" y="3418825"/>
              <a:ext cx="317425" cy="206225"/>
            </a:xfrm>
            <a:custGeom>
              <a:avLst/>
              <a:gdLst/>
              <a:ahLst/>
              <a:cxnLst/>
              <a:rect l="l" t="t" r="r" b="b"/>
              <a:pathLst>
                <a:path w="12697" h="8249" extrusionOk="0">
                  <a:moveTo>
                    <a:pt x="10523" y="3334"/>
                  </a:moveTo>
                  <a:cubicBezTo>
                    <a:pt x="10775" y="3334"/>
                    <a:pt x="10932" y="3523"/>
                    <a:pt x="10932" y="3775"/>
                  </a:cubicBezTo>
                  <a:lnTo>
                    <a:pt x="10932" y="5413"/>
                  </a:lnTo>
                  <a:cubicBezTo>
                    <a:pt x="10932" y="5665"/>
                    <a:pt x="10712" y="5854"/>
                    <a:pt x="10523" y="5854"/>
                  </a:cubicBezTo>
                  <a:lnTo>
                    <a:pt x="2268" y="5854"/>
                  </a:lnTo>
                  <a:cubicBezTo>
                    <a:pt x="2016" y="5854"/>
                    <a:pt x="1827" y="5665"/>
                    <a:pt x="1827" y="5413"/>
                  </a:cubicBezTo>
                  <a:lnTo>
                    <a:pt x="1827" y="3775"/>
                  </a:lnTo>
                  <a:cubicBezTo>
                    <a:pt x="1827" y="3523"/>
                    <a:pt x="2016" y="3334"/>
                    <a:pt x="2268" y="3334"/>
                  </a:cubicBezTo>
                  <a:close/>
                  <a:moveTo>
                    <a:pt x="2893" y="1"/>
                  </a:moveTo>
                  <a:cubicBezTo>
                    <a:pt x="2822" y="1"/>
                    <a:pt x="2748" y="18"/>
                    <a:pt x="2678" y="57"/>
                  </a:cubicBezTo>
                  <a:lnTo>
                    <a:pt x="221" y="1727"/>
                  </a:lnTo>
                  <a:cubicBezTo>
                    <a:pt x="95" y="1790"/>
                    <a:pt x="0" y="1916"/>
                    <a:pt x="0" y="2073"/>
                  </a:cubicBezTo>
                  <a:lnTo>
                    <a:pt x="0" y="7870"/>
                  </a:lnTo>
                  <a:cubicBezTo>
                    <a:pt x="0" y="8091"/>
                    <a:pt x="221" y="8248"/>
                    <a:pt x="410" y="8248"/>
                  </a:cubicBezTo>
                  <a:lnTo>
                    <a:pt x="12255" y="8248"/>
                  </a:lnTo>
                  <a:cubicBezTo>
                    <a:pt x="12507" y="8248"/>
                    <a:pt x="12665" y="8059"/>
                    <a:pt x="12665" y="7870"/>
                  </a:cubicBezTo>
                  <a:lnTo>
                    <a:pt x="12665" y="2073"/>
                  </a:lnTo>
                  <a:cubicBezTo>
                    <a:pt x="12697" y="1884"/>
                    <a:pt x="12507" y="1664"/>
                    <a:pt x="12287" y="1664"/>
                  </a:cubicBezTo>
                  <a:lnTo>
                    <a:pt x="5797" y="1664"/>
                  </a:lnTo>
                  <a:lnTo>
                    <a:pt x="5797" y="404"/>
                  </a:lnTo>
                  <a:cubicBezTo>
                    <a:pt x="5797" y="166"/>
                    <a:pt x="5600" y="1"/>
                    <a:pt x="5382" y="1"/>
                  </a:cubicBezTo>
                  <a:cubicBezTo>
                    <a:pt x="5311" y="1"/>
                    <a:pt x="5237" y="18"/>
                    <a:pt x="5167" y="57"/>
                  </a:cubicBezTo>
                  <a:lnTo>
                    <a:pt x="3308" y="1286"/>
                  </a:lnTo>
                  <a:lnTo>
                    <a:pt x="3308" y="404"/>
                  </a:lnTo>
                  <a:cubicBezTo>
                    <a:pt x="3308" y="166"/>
                    <a:pt x="3111" y="1"/>
                    <a:pt x="289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88" name="Google Shape;8088;p70"/>
            <p:cNvSpPr/>
            <p:nvPr/>
          </p:nvSpPr>
          <p:spPr>
            <a:xfrm>
              <a:off x="-59238525" y="3522625"/>
              <a:ext cx="20500" cy="20500"/>
            </a:xfrm>
            <a:custGeom>
              <a:avLst/>
              <a:gdLst/>
              <a:ahLst/>
              <a:cxnLst/>
              <a:rect l="l" t="t" r="r" b="b"/>
              <a:pathLst>
                <a:path w="820" h="820" extrusionOk="0">
                  <a:moveTo>
                    <a:pt x="0" y="1"/>
                  </a:moveTo>
                  <a:lnTo>
                    <a:pt x="0" y="820"/>
                  </a:lnTo>
                  <a:lnTo>
                    <a:pt x="820" y="820"/>
                  </a:lnTo>
                  <a:lnTo>
                    <a:pt x="82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89" name="Google Shape;8089;p70"/>
            <p:cNvSpPr/>
            <p:nvPr/>
          </p:nvSpPr>
          <p:spPr>
            <a:xfrm>
              <a:off x="-59292875" y="3308975"/>
              <a:ext cx="106350" cy="41400"/>
            </a:xfrm>
            <a:custGeom>
              <a:avLst/>
              <a:gdLst/>
              <a:ahLst/>
              <a:cxnLst/>
              <a:rect l="l" t="t" r="r" b="b"/>
              <a:pathLst>
                <a:path w="4254" h="1656" extrusionOk="0">
                  <a:moveTo>
                    <a:pt x="1305" y="1"/>
                  </a:moveTo>
                  <a:cubicBezTo>
                    <a:pt x="904" y="1"/>
                    <a:pt x="497" y="175"/>
                    <a:pt x="158" y="545"/>
                  </a:cubicBezTo>
                  <a:cubicBezTo>
                    <a:pt x="1" y="702"/>
                    <a:pt x="64" y="986"/>
                    <a:pt x="221" y="1143"/>
                  </a:cubicBezTo>
                  <a:cubicBezTo>
                    <a:pt x="311" y="1218"/>
                    <a:pt x="409" y="1258"/>
                    <a:pt x="503" y="1258"/>
                  </a:cubicBezTo>
                  <a:cubicBezTo>
                    <a:pt x="606" y="1258"/>
                    <a:pt x="706" y="1210"/>
                    <a:pt x="788" y="1112"/>
                  </a:cubicBezTo>
                  <a:cubicBezTo>
                    <a:pt x="946" y="938"/>
                    <a:pt x="1127" y="852"/>
                    <a:pt x="1308" y="852"/>
                  </a:cubicBezTo>
                  <a:cubicBezTo>
                    <a:pt x="1489" y="852"/>
                    <a:pt x="1670" y="938"/>
                    <a:pt x="1828" y="1112"/>
                  </a:cubicBezTo>
                  <a:cubicBezTo>
                    <a:pt x="2150" y="1466"/>
                    <a:pt x="2562" y="1655"/>
                    <a:pt x="2977" y="1655"/>
                  </a:cubicBezTo>
                  <a:cubicBezTo>
                    <a:pt x="3374" y="1655"/>
                    <a:pt x="3773" y="1482"/>
                    <a:pt x="4096" y="1112"/>
                  </a:cubicBezTo>
                  <a:cubicBezTo>
                    <a:pt x="4254" y="954"/>
                    <a:pt x="4222" y="671"/>
                    <a:pt x="4065" y="513"/>
                  </a:cubicBezTo>
                  <a:cubicBezTo>
                    <a:pt x="3990" y="438"/>
                    <a:pt x="3886" y="399"/>
                    <a:pt x="3781" y="399"/>
                  </a:cubicBezTo>
                  <a:cubicBezTo>
                    <a:pt x="3665" y="399"/>
                    <a:pt x="3549" y="446"/>
                    <a:pt x="3466" y="545"/>
                  </a:cubicBezTo>
                  <a:cubicBezTo>
                    <a:pt x="3309" y="734"/>
                    <a:pt x="3135" y="828"/>
                    <a:pt x="2962" y="828"/>
                  </a:cubicBezTo>
                  <a:cubicBezTo>
                    <a:pt x="2789" y="828"/>
                    <a:pt x="2616" y="734"/>
                    <a:pt x="2458" y="545"/>
                  </a:cubicBezTo>
                  <a:cubicBezTo>
                    <a:pt x="2136" y="191"/>
                    <a:pt x="1724" y="1"/>
                    <a:pt x="130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90" name="Google Shape;8090;p70"/>
            <p:cNvSpPr/>
            <p:nvPr/>
          </p:nvSpPr>
          <p:spPr>
            <a:xfrm>
              <a:off x="-59214100" y="3371400"/>
              <a:ext cx="62225" cy="68550"/>
            </a:xfrm>
            <a:custGeom>
              <a:avLst/>
              <a:gdLst/>
              <a:ahLst/>
              <a:cxnLst/>
              <a:rect l="l" t="t" r="r" b="b"/>
              <a:pathLst>
                <a:path w="2489" h="2742" extrusionOk="0">
                  <a:moveTo>
                    <a:pt x="410" y="1"/>
                  </a:moveTo>
                  <a:cubicBezTo>
                    <a:pt x="158" y="1"/>
                    <a:pt x="0" y="190"/>
                    <a:pt x="0" y="379"/>
                  </a:cubicBezTo>
                  <a:lnTo>
                    <a:pt x="0" y="2742"/>
                  </a:lnTo>
                  <a:lnTo>
                    <a:pt x="2489" y="2742"/>
                  </a:lnTo>
                  <a:lnTo>
                    <a:pt x="2489" y="379"/>
                  </a:lnTo>
                  <a:cubicBezTo>
                    <a:pt x="2458" y="190"/>
                    <a:pt x="2268" y="1"/>
                    <a:pt x="204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91" name="Google Shape;8091;p70"/>
            <p:cNvSpPr/>
            <p:nvPr/>
          </p:nvSpPr>
          <p:spPr>
            <a:xfrm>
              <a:off x="-59297600" y="3392600"/>
              <a:ext cx="62250" cy="48150"/>
            </a:xfrm>
            <a:custGeom>
              <a:avLst/>
              <a:gdLst/>
              <a:ahLst/>
              <a:cxnLst/>
              <a:rect l="l" t="t" r="r" b="b"/>
              <a:pathLst>
                <a:path w="2490" h="1926" extrusionOk="0">
                  <a:moveTo>
                    <a:pt x="387" y="0"/>
                  </a:moveTo>
                  <a:cubicBezTo>
                    <a:pt x="163" y="0"/>
                    <a:pt x="1" y="177"/>
                    <a:pt x="1" y="382"/>
                  </a:cubicBezTo>
                  <a:lnTo>
                    <a:pt x="1" y="1925"/>
                  </a:lnTo>
                  <a:lnTo>
                    <a:pt x="2489" y="1925"/>
                  </a:lnTo>
                  <a:lnTo>
                    <a:pt x="2489" y="382"/>
                  </a:lnTo>
                  <a:cubicBezTo>
                    <a:pt x="2489" y="161"/>
                    <a:pt x="2300" y="4"/>
                    <a:pt x="2080" y="4"/>
                  </a:cubicBezTo>
                  <a:lnTo>
                    <a:pt x="442" y="4"/>
                  </a:lnTo>
                  <a:cubicBezTo>
                    <a:pt x="423" y="1"/>
                    <a:pt x="405" y="0"/>
                    <a:pt x="38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092" name="Google Shape;8092;p70"/>
          <p:cNvGrpSpPr/>
          <p:nvPr/>
        </p:nvGrpSpPr>
        <p:grpSpPr>
          <a:xfrm>
            <a:off x="1727640" y="2044940"/>
            <a:ext cx="489681" cy="486248"/>
            <a:chOff x="-64781025" y="3361050"/>
            <a:chExt cx="317425" cy="315200"/>
          </a:xfrm>
        </p:grpSpPr>
        <p:sp>
          <p:nvSpPr>
            <p:cNvPr id="8093" name="Google Shape;8093;p70"/>
            <p:cNvSpPr/>
            <p:nvPr/>
          </p:nvSpPr>
          <p:spPr>
            <a:xfrm>
              <a:off x="-64764500" y="3388725"/>
              <a:ext cx="272550" cy="272550"/>
            </a:xfrm>
            <a:custGeom>
              <a:avLst/>
              <a:gdLst/>
              <a:ahLst/>
              <a:cxnLst/>
              <a:rect l="l" t="t" r="r" b="b"/>
              <a:pathLst>
                <a:path w="10902" h="10902" extrusionOk="0">
                  <a:moveTo>
                    <a:pt x="6554" y="2647"/>
                  </a:moveTo>
                  <a:cubicBezTo>
                    <a:pt x="6979" y="2647"/>
                    <a:pt x="7404" y="2805"/>
                    <a:pt x="7719" y="3120"/>
                  </a:cubicBezTo>
                  <a:cubicBezTo>
                    <a:pt x="8381" y="3782"/>
                    <a:pt x="8381" y="4821"/>
                    <a:pt x="7751" y="5483"/>
                  </a:cubicBezTo>
                  <a:cubicBezTo>
                    <a:pt x="7436" y="5798"/>
                    <a:pt x="7058" y="5955"/>
                    <a:pt x="6585" y="5955"/>
                  </a:cubicBezTo>
                  <a:cubicBezTo>
                    <a:pt x="6144" y="5955"/>
                    <a:pt x="5703" y="5798"/>
                    <a:pt x="5388" y="5483"/>
                  </a:cubicBezTo>
                  <a:cubicBezTo>
                    <a:pt x="5073" y="5168"/>
                    <a:pt x="4915" y="4758"/>
                    <a:pt x="4915" y="4286"/>
                  </a:cubicBezTo>
                  <a:cubicBezTo>
                    <a:pt x="4915" y="3813"/>
                    <a:pt x="5073" y="3435"/>
                    <a:pt x="5388" y="3120"/>
                  </a:cubicBezTo>
                  <a:cubicBezTo>
                    <a:pt x="5703" y="2805"/>
                    <a:pt x="6128" y="2647"/>
                    <a:pt x="6554" y="2647"/>
                  </a:cubicBezTo>
                  <a:close/>
                  <a:moveTo>
                    <a:pt x="2175" y="6901"/>
                  </a:moveTo>
                  <a:lnTo>
                    <a:pt x="4065" y="8791"/>
                  </a:lnTo>
                  <a:lnTo>
                    <a:pt x="3592" y="9484"/>
                  </a:lnTo>
                  <a:lnTo>
                    <a:pt x="1418" y="7342"/>
                  </a:lnTo>
                  <a:lnTo>
                    <a:pt x="2175" y="6901"/>
                  </a:lnTo>
                  <a:close/>
                  <a:moveTo>
                    <a:pt x="6907" y="1"/>
                  </a:moveTo>
                  <a:cubicBezTo>
                    <a:pt x="6851" y="1"/>
                    <a:pt x="6795" y="11"/>
                    <a:pt x="6743" y="33"/>
                  </a:cubicBezTo>
                  <a:cubicBezTo>
                    <a:pt x="5546" y="663"/>
                    <a:pt x="4474" y="1576"/>
                    <a:pt x="3655" y="2616"/>
                  </a:cubicBezTo>
                  <a:cubicBezTo>
                    <a:pt x="3025" y="3341"/>
                    <a:pt x="2553" y="4223"/>
                    <a:pt x="2175" y="5136"/>
                  </a:cubicBezTo>
                  <a:cubicBezTo>
                    <a:pt x="2048" y="5451"/>
                    <a:pt x="1922" y="5766"/>
                    <a:pt x="1859" y="6050"/>
                  </a:cubicBezTo>
                  <a:lnTo>
                    <a:pt x="505" y="6838"/>
                  </a:lnTo>
                  <a:cubicBezTo>
                    <a:pt x="379" y="6932"/>
                    <a:pt x="316" y="7058"/>
                    <a:pt x="316" y="7184"/>
                  </a:cubicBezTo>
                  <a:cubicBezTo>
                    <a:pt x="316" y="7279"/>
                    <a:pt x="347" y="7405"/>
                    <a:pt x="442" y="7531"/>
                  </a:cubicBezTo>
                  <a:lnTo>
                    <a:pt x="1072" y="8161"/>
                  </a:lnTo>
                  <a:cubicBezTo>
                    <a:pt x="631" y="8696"/>
                    <a:pt x="1" y="9673"/>
                    <a:pt x="1" y="10272"/>
                  </a:cubicBezTo>
                  <a:cubicBezTo>
                    <a:pt x="1" y="10524"/>
                    <a:pt x="64" y="10681"/>
                    <a:pt x="158" y="10744"/>
                  </a:cubicBezTo>
                  <a:cubicBezTo>
                    <a:pt x="221" y="10839"/>
                    <a:pt x="379" y="10902"/>
                    <a:pt x="631" y="10902"/>
                  </a:cubicBezTo>
                  <a:cubicBezTo>
                    <a:pt x="1229" y="10902"/>
                    <a:pt x="2238" y="10240"/>
                    <a:pt x="2742" y="9830"/>
                  </a:cubicBezTo>
                  <a:lnTo>
                    <a:pt x="3372" y="10461"/>
                  </a:lnTo>
                  <a:cubicBezTo>
                    <a:pt x="3466" y="10555"/>
                    <a:pt x="3592" y="10587"/>
                    <a:pt x="3655" y="10587"/>
                  </a:cubicBezTo>
                  <a:lnTo>
                    <a:pt x="3687" y="10587"/>
                  </a:lnTo>
                  <a:cubicBezTo>
                    <a:pt x="3813" y="10587"/>
                    <a:pt x="3939" y="10524"/>
                    <a:pt x="4002" y="10398"/>
                  </a:cubicBezTo>
                  <a:lnTo>
                    <a:pt x="4789" y="9074"/>
                  </a:lnTo>
                  <a:cubicBezTo>
                    <a:pt x="5104" y="8980"/>
                    <a:pt x="5420" y="8854"/>
                    <a:pt x="5735" y="8759"/>
                  </a:cubicBezTo>
                  <a:cubicBezTo>
                    <a:pt x="6648" y="8381"/>
                    <a:pt x="7530" y="7877"/>
                    <a:pt x="8255" y="7279"/>
                  </a:cubicBezTo>
                  <a:cubicBezTo>
                    <a:pt x="9295" y="6459"/>
                    <a:pt x="10208" y="5388"/>
                    <a:pt x="10838" y="4223"/>
                  </a:cubicBezTo>
                  <a:cubicBezTo>
                    <a:pt x="10901" y="4065"/>
                    <a:pt x="10870" y="3876"/>
                    <a:pt x="10744" y="3750"/>
                  </a:cubicBezTo>
                  <a:lnTo>
                    <a:pt x="7215" y="127"/>
                  </a:lnTo>
                  <a:cubicBezTo>
                    <a:pt x="7131" y="43"/>
                    <a:pt x="7019" y="1"/>
                    <a:pt x="690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94" name="Google Shape;8094;p70"/>
            <p:cNvSpPr/>
            <p:nvPr/>
          </p:nvSpPr>
          <p:spPr>
            <a:xfrm>
              <a:off x="-64568375" y="3361050"/>
              <a:ext cx="104775" cy="105675"/>
            </a:xfrm>
            <a:custGeom>
              <a:avLst/>
              <a:gdLst/>
              <a:ahLst/>
              <a:cxnLst/>
              <a:rect l="l" t="t" r="r" b="b"/>
              <a:pathLst>
                <a:path w="4191" h="4227" extrusionOk="0">
                  <a:moveTo>
                    <a:pt x="2941" y="1"/>
                  </a:moveTo>
                  <a:cubicBezTo>
                    <a:pt x="2906" y="1"/>
                    <a:pt x="2871" y="2"/>
                    <a:pt x="2836" y="5"/>
                  </a:cubicBezTo>
                  <a:cubicBezTo>
                    <a:pt x="1828" y="100"/>
                    <a:pt x="883" y="320"/>
                    <a:pt x="0" y="667"/>
                  </a:cubicBezTo>
                  <a:lnTo>
                    <a:pt x="3529" y="4227"/>
                  </a:lnTo>
                  <a:cubicBezTo>
                    <a:pt x="3876" y="3313"/>
                    <a:pt x="4128" y="2368"/>
                    <a:pt x="4191" y="1392"/>
                  </a:cubicBezTo>
                  <a:cubicBezTo>
                    <a:pt x="4191" y="982"/>
                    <a:pt x="4033" y="635"/>
                    <a:pt x="3812" y="352"/>
                  </a:cubicBezTo>
                  <a:cubicBezTo>
                    <a:pt x="3558" y="125"/>
                    <a:pt x="3252" y="1"/>
                    <a:pt x="294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95" name="Google Shape;8095;p70"/>
            <p:cNvSpPr/>
            <p:nvPr/>
          </p:nvSpPr>
          <p:spPr>
            <a:xfrm>
              <a:off x="-64645575" y="3596675"/>
              <a:ext cx="85100" cy="79575"/>
            </a:xfrm>
            <a:custGeom>
              <a:avLst/>
              <a:gdLst/>
              <a:ahLst/>
              <a:cxnLst/>
              <a:rect l="l" t="t" r="r" b="b"/>
              <a:pathLst>
                <a:path w="3404" h="3183" extrusionOk="0">
                  <a:moveTo>
                    <a:pt x="3403" y="0"/>
                  </a:moveTo>
                  <a:lnTo>
                    <a:pt x="3403" y="0"/>
                  </a:lnTo>
                  <a:cubicBezTo>
                    <a:pt x="2710" y="473"/>
                    <a:pt x="2017" y="819"/>
                    <a:pt x="1261" y="1134"/>
                  </a:cubicBezTo>
                  <a:cubicBezTo>
                    <a:pt x="1041" y="1292"/>
                    <a:pt x="726" y="1386"/>
                    <a:pt x="442" y="1449"/>
                  </a:cubicBezTo>
                  <a:cubicBezTo>
                    <a:pt x="347" y="1859"/>
                    <a:pt x="253" y="2237"/>
                    <a:pt x="95" y="2584"/>
                  </a:cubicBezTo>
                  <a:cubicBezTo>
                    <a:pt x="1" y="2741"/>
                    <a:pt x="32" y="2930"/>
                    <a:pt x="158" y="3056"/>
                  </a:cubicBezTo>
                  <a:cubicBezTo>
                    <a:pt x="253" y="3151"/>
                    <a:pt x="347" y="3182"/>
                    <a:pt x="442" y="3182"/>
                  </a:cubicBezTo>
                  <a:cubicBezTo>
                    <a:pt x="505" y="3182"/>
                    <a:pt x="568" y="3182"/>
                    <a:pt x="600" y="3151"/>
                  </a:cubicBezTo>
                  <a:cubicBezTo>
                    <a:pt x="1135" y="2867"/>
                    <a:pt x="1671" y="2521"/>
                    <a:pt x="2080" y="2080"/>
                  </a:cubicBezTo>
                  <a:cubicBezTo>
                    <a:pt x="2679" y="1481"/>
                    <a:pt x="3151" y="756"/>
                    <a:pt x="340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96" name="Google Shape;8096;p70"/>
            <p:cNvSpPr/>
            <p:nvPr/>
          </p:nvSpPr>
          <p:spPr>
            <a:xfrm>
              <a:off x="-64781025" y="3456475"/>
              <a:ext cx="80350" cy="85075"/>
            </a:xfrm>
            <a:custGeom>
              <a:avLst/>
              <a:gdLst/>
              <a:ahLst/>
              <a:cxnLst/>
              <a:rect l="l" t="t" r="r" b="b"/>
              <a:pathLst>
                <a:path w="3214" h="3403" extrusionOk="0">
                  <a:moveTo>
                    <a:pt x="3214" y="0"/>
                  </a:moveTo>
                  <a:cubicBezTo>
                    <a:pt x="2426" y="252"/>
                    <a:pt x="1733" y="725"/>
                    <a:pt x="1134" y="1324"/>
                  </a:cubicBezTo>
                  <a:cubicBezTo>
                    <a:pt x="693" y="1733"/>
                    <a:pt x="347" y="2269"/>
                    <a:pt x="63" y="2804"/>
                  </a:cubicBezTo>
                  <a:cubicBezTo>
                    <a:pt x="0" y="2962"/>
                    <a:pt x="32" y="3151"/>
                    <a:pt x="158" y="3277"/>
                  </a:cubicBezTo>
                  <a:cubicBezTo>
                    <a:pt x="221" y="3371"/>
                    <a:pt x="347" y="3403"/>
                    <a:pt x="410" y="3403"/>
                  </a:cubicBezTo>
                  <a:cubicBezTo>
                    <a:pt x="504" y="3403"/>
                    <a:pt x="536" y="3403"/>
                    <a:pt x="630" y="3371"/>
                  </a:cubicBezTo>
                  <a:cubicBezTo>
                    <a:pt x="977" y="3214"/>
                    <a:pt x="1355" y="3088"/>
                    <a:pt x="1764" y="2993"/>
                  </a:cubicBezTo>
                  <a:cubicBezTo>
                    <a:pt x="1827" y="2678"/>
                    <a:pt x="1953" y="2426"/>
                    <a:pt x="2079" y="2143"/>
                  </a:cubicBezTo>
                  <a:cubicBezTo>
                    <a:pt x="2394" y="1387"/>
                    <a:pt x="2741" y="694"/>
                    <a:pt x="321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8097" name="Google Shape;8097;p70"/>
          <p:cNvSpPr/>
          <p:nvPr/>
        </p:nvSpPr>
        <p:spPr>
          <a:xfrm>
            <a:off x="1727473" y="2635081"/>
            <a:ext cx="489681" cy="487251"/>
          </a:xfrm>
          <a:custGeom>
            <a:avLst/>
            <a:gdLst/>
            <a:ahLst/>
            <a:cxnLst/>
            <a:rect l="l" t="t" r="r" b="b"/>
            <a:pathLst>
              <a:path w="12697" h="12634" extrusionOk="0">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98" name="Google Shape;8098;p70"/>
          <p:cNvSpPr/>
          <p:nvPr/>
        </p:nvSpPr>
        <p:spPr>
          <a:xfrm>
            <a:off x="1763918" y="3205752"/>
            <a:ext cx="416789" cy="489681"/>
          </a:xfrm>
          <a:custGeom>
            <a:avLst/>
            <a:gdLst/>
            <a:ahLst/>
            <a:cxnLst/>
            <a:rect l="l" t="t" r="r" b="b"/>
            <a:pathLst>
              <a:path w="10807" h="12697" extrusionOk="0">
                <a:moveTo>
                  <a:pt x="6617" y="9924"/>
                </a:moveTo>
                <a:lnTo>
                  <a:pt x="6617" y="10775"/>
                </a:lnTo>
                <a:lnTo>
                  <a:pt x="4159" y="10775"/>
                </a:lnTo>
                <a:lnTo>
                  <a:pt x="4159" y="9924"/>
                </a:lnTo>
                <a:close/>
                <a:moveTo>
                  <a:pt x="4159" y="0"/>
                </a:moveTo>
                <a:cubicBezTo>
                  <a:pt x="3561" y="0"/>
                  <a:pt x="2994" y="315"/>
                  <a:pt x="2742" y="851"/>
                </a:cubicBezTo>
                <a:lnTo>
                  <a:pt x="2490" y="851"/>
                </a:lnTo>
                <a:cubicBezTo>
                  <a:pt x="1797" y="851"/>
                  <a:pt x="1166" y="1324"/>
                  <a:pt x="914" y="1954"/>
                </a:cubicBezTo>
                <a:cubicBezTo>
                  <a:pt x="1324" y="1985"/>
                  <a:pt x="1702" y="2143"/>
                  <a:pt x="1986" y="2426"/>
                </a:cubicBezTo>
                <a:cubicBezTo>
                  <a:pt x="2143" y="2584"/>
                  <a:pt x="2143" y="2836"/>
                  <a:pt x="1986" y="2993"/>
                </a:cubicBezTo>
                <a:cubicBezTo>
                  <a:pt x="1907" y="3072"/>
                  <a:pt x="1797" y="3111"/>
                  <a:pt x="1686" y="3111"/>
                </a:cubicBezTo>
                <a:cubicBezTo>
                  <a:pt x="1576" y="3111"/>
                  <a:pt x="1466" y="3072"/>
                  <a:pt x="1387" y="2993"/>
                </a:cubicBezTo>
                <a:cubicBezTo>
                  <a:pt x="1198" y="2804"/>
                  <a:pt x="946" y="2773"/>
                  <a:pt x="725" y="2773"/>
                </a:cubicBezTo>
                <a:cubicBezTo>
                  <a:pt x="284" y="3088"/>
                  <a:pt x="1" y="3560"/>
                  <a:pt x="1" y="4159"/>
                </a:cubicBezTo>
                <a:cubicBezTo>
                  <a:pt x="1" y="4411"/>
                  <a:pt x="95" y="4726"/>
                  <a:pt x="253" y="4978"/>
                </a:cubicBezTo>
                <a:cubicBezTo>
                  <a:pt x="95" y="5199"/>
                  <a:pt x="1" y="5514"/>
                  <a:pt x="1" y="5797"/>
                </a:cubicBezTo>
                <a:cubicBezTo>
                  <a:pt x="1" y="6144"/>
                  <a:pt x="127" y="6459"/>
                  <a:pt x="316" y="6742"/>
                </a:cubicBezTo>
                <a:cubicBezTo>
                  <a:pt x="599" y="6522"/>
                  <a:pt x="1009" y="6364"/>
                  <a:pt x="1387" y="6364"/>
                </a:cubicBezTo>
                <a:cubicBezTo>
                  <a:pt x="1639" y="6364"/>
                  <a:pt x="1797" y="6553"/>
                  <a:pt x="1797" y="6742"/>
                </a:cubicBezTo>
                <a:cubicBezTo>
                  <a:pt x="1797" y="6994"/>
                  <a:pt x="1576" y="7152"/>
                  <a:pt x="1387" y="7152"/>
                </a:cubicBezTo>
                <a:cubicBezTo>
                  <a:pt x="1198" y="7152"/>
                  <a:pt x="1009" y="7215"/>
                  <a:pt x="851" y="7341"/>
                </a:cubicBezTo>
                <a:lnTo>
                  <a:pt x="851" y="7404"/>
                </a:lnTo>
                <a:cubicBezTo>
                  <a:pt x="851" y="8318"/>
                  <a:pt x="1576" y="9074"/>
                  <a:pt x="2490" y="9074"/>
                </a:cubicBezTo>
                <a:lnTo>
                  <a:pt x="2742" y="9074"/>
                </a:lnTo>
                <a:cubicBezTo>
                  <a:pt x="2899" y="9357"/>
                  <a:pt x="3088" y="9546"/>
                  <a:pt x="3309" y="9704"/>
                </a:cubicBezTo>
                <a:lnTo>
                  <a:pt x="3309" y="10617"/>
                </a:lnTo>
                <a:cubicBezTo>
                  <a:pt x="3309" y="11752"/>
                  <a:pt x="4254" y="12697"/>
                  <a:pt x="5420" y="12697"/>
                </a:cubicBezTo>
                <a:cubicBezTo>
                  <a:pt x="6554" y="12697"/>
                  <a:pt x="7499" y="11752"/>
                  <a:pt x="7499" y="10617"/>
                </a:cubicBezTo>
                <a:lnTo>
                  <a:pt x="7499" y="9704"/>
                </a:lnTo>
                <a:cubicBezTo>
                  <a:pt x="7719" y="9546"/>
                  <a:pt x="7971" y="9357"/>
                  <a:pt x="8097" y="9074"/>
                </a:cubicBezTo>
                <a:lnTo>
                  <a:pt x="8318" y="9074"/>
                </a:lnTo>
                <a:cubicBezTo>
                  <a:pt x="9232" y="9074"/>
                  <a:pt x="9988" y="8318"/>
                  <a:pt x="9988" y="7404"/>
                </a:cubicBezTo>
                <a:lnTo>
                  <a:pt x="9988" y="7341"/>
                </a:lnTo>
                <a:cubicBezTo>
                  <a:pt x="9830" y="7215"/>
                  <a:pt x="9610" y="7152"/>
                  <a:pt x="9421" y="7152"/>
                </a:cubicBezTo>
                <a:cubicBezTo>
                  <a:pt x="9200" y="7152"/>
                  <a:pt x="9043" y="6931"/>
                  <a:pt x="9043" y="6742"/>
                </a:cubicBezTo>
                <a:cubicBezTo>
                  <a:pt x="9043" y="6522"/>
                  <a:pt x="9232" y="6364"/>
                  <a:pt x="9421" y="6364"/>
                </a:cubicBezTo>
                <a:cubicBezTo>
                  <a:pt x="9830" y="6364"/>
                  <a:pt x="10208" y="6522"/>
                  <a:pt x="10492" y="6742"/>
                </a:cubicBezTo>
                <a:cubicBezTo>
                  <a:pt x="10681" y="6459"/>
                  <a:pt x="10807" y="6144"/>
                  <a:pt x="10807" y="5797"/>
                </a:cubicBezTo>
                <a:cubicBezTo>
                  <a:pt x="10807" y="5514"/>
                  <a:pt x="10712" y="5199"/>
                  <a:pt x="10555" y="4978"/>
                </a:cubicBezTo>
                <a:cubicBezTo>
                  <a:pt x="10681" y="4726"/>
                  <a:pt x="10775" y="4411"/>
                  <a:pt x="10775" y="4159"/>
                </a:cubicBezTo>
                <a:cubicBezTo>
                  <a:pt x="10775" y="3592"/>
                  <a:pt x="10492" y="3088"/>
                  <a:pt x="10051" y="2773"/>
                </a:cubicBezTo>
                <a:cubicBezTo>
                  <a:pt x="10015" y="2768"/>
                  <a:pt x="9978" y="2765"/>
                  <a:pt x="9939" y="2765"/>
                </a:cubicBezTo>
                <a:cubicBezTo>
                  <a:pt x="9742" y="2765"/>
                  <a:pt x="9521" y="2835"/>
                  <a:pt x="9389" y="2993"/>
                </a:cubicBezTo>
                <a:cubicBezTo>
                  <a:pt x="9310" y="3072"/>
                  <a:pt x="9200" y="3111"/>
                  <a:pt x="9090" y="3111"/>
                </a:cubicBezTo>
                <a:cubicBezTo>
                  <a:pt x="8980" y="3111"/>
                  <a:pt x="8869" y="3072"/>
                  <a:pt x="8791" y="2993"/>
                </a:cubicBezTo>
                <a:cubicBezTo>
                  <a:pt x="8633" y="2836"/>
                  <a:pt x="8633" y="2584"/>
                  <a:pt x="8791" y="2426"/>
                </a:cubicBezTo>
                <a:cubicBezTo>
                  <a:pt x="9074" y="2143"/>
                  <a:pt x="9452" y="1954"/>
                  <a:pt x="9862" y="1954"/>
                </a:cubicBezTo>
                <a:cubicBezTo>
                  <a:pt x="9610" y="1324"/>
                  <a:pt x="9043" y="851"/>
                  <a:pt x="8287" y="851"/>
                </a:cubicBezTo>
                <a:lnTo>
                  <a:pt x="8034" y="851"/>
                </a:lnTo>
                <a:cubicBezTo>
                  <a:pt x="7782" y="315"/>
                  <a:pt x="7215" y="0"/>
                  <a:pt x="6617" y="0"/>
                </a:cubicBezTo>
                <a:cubicBezTo>
                  <a:pt x="6302" y="0"/>
                  <a:pt x="6050" y="95"/>
                  <a:pt x="5798" y="252"/>
                </a:cubicBezTo>
                <a:lnTo>
                  <a:pt x="5798" y="4190"/>
                </a:lnTo>
                <a:cubicBezTo>
                  <a:pt x="6743" y="4379"/>
                  <a:pt x="7467" y="5199"/>
                  <a:pt x="7467" y="6207"/>
                </a:cubicBezTo>
                <a:cubicBezTo>
                  <a:pt x="7467" y="6427"/>
                  <a:pt x="7247" y="6585"/>
                  <a:pt x="7058" y="6585"/>
                </a:cubicBezTo>
                <a:cubicBezTo>
                  <a:pt x="6869" y="6585"/>
                  <a:pt x="6617" y="6396"/>
                  <a:pt x="6617" y="6207"/>
                </a:cubicBezTo>
                <a:cubicBezTo>
                  <a:pt x="6617" y="5640"/>
                  <a:pt x="6270" y="5199"/>
                  <a:pt x="5798" y="5010"/>
                </a:cubicBezTo>
                <a:lnTo>
                  <a:pt x="5798" y="9074"/>
                </a:lnTo>
                <a:lnTo>
                  <a:pt x="4979" y="9074"/>
                </a:lnTo>
                <a:lnTo>
                  <a:pt x="4979" y="5010"/>
                </a:lnTo>
                <a:cubicBezTo>
                  <a:pt x="4506" y="5167"/>
                  <a:pt x="4159" y="5640"/>
                  <a:pt x="4159" y="6207"/>
                </a:cubicBezTo>
                <a:cubicBezTo>
                  <a:pt x="4159" y="6427"/>
                  <a:pt x="3939" y="6585"/>
                  <a:pt x="3718" y="6585"/>
                </a:cubicBezTo>
                <a:cubicBezTo>
                  <a:pt x="3466" y="6585"/>
                  <a:pt x="3309" y="6396"/>
                  <a:pt x="3309" y="6207"/>
                </a:cubicBezTo>
                <a:cubicBezTo>
                  <a:pt x="3309" y="5199"/>
                  <a:pt x="4033" y="4348"/>
                  <a:pt x="4979" y="4190"/>
                </a:cubicBezTo>
                <a:lnTo>
                  <a:pt x="4979" y="252"/>
                </a:lnTo>
                <a:cubicBezTo>
                  <a:pt x="4726" y="95"/>
                  <a:pt x="4474" y="0"/>
                  <a:pt x="415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099" name="Google Shape;8099;p70"/>
          <p:cNvSpPr/>
          <p:nvPr/>
        </p:nvSpPr>
        <p:spPr>
          <a:xfrm>
            <a:off x="4677631" y="2097273"/>
            <a:ext cx="488447" cy="381540"/>
          </a:xfrm>
          <a:custGeom>
            <a:avLst/>
            <a:gdLst/>
            <a:ahLst/>
            <a:cxnLst/>
            <a:rect l="l" t="t" r="r" b="b"/>
            <a:pathLst>
              <a:path w="12665" h="9893" extrusionOk="0">
                <a:moveTo>
                  <a:pt x="8538" y="2458"/>
                </a:moveTo>
                <a:cubicBezTo>
                  <a:pt x="8758" y="2458"/>
                  <a:pt x="8916" y="2678"/>
                  <a:pt x="8916" y="2899"/>
                </a:cubicBezTo>
                <a:lnTo>
                  <a:pt x="8916" y="4569"/>
                </a:lnTo>
                <a:cubicBezTo>
                  <a:pt x="8916" y="4789"/>
                  <a:pt x="8727" y="4978"/>
                  <a:pt x="8538" y="4978"/>
                </a:cubicBezTo>
                <a:cubicBezTo>
                  <a:pt x="8349" y="4978"/>
                  <a:pt x="8128" y="4789"/>
                  <a:pt x="8128" y="4569"/>
                </a:cubicBezTo>
                <a:lnTo>
                  <a:pt x="8128" y="3875"/>
                </a:lnTo>
                <a:lnTo>
                  <a:pt x="6364" y="5671"/>
                </a:lnTo>
                <a:cubicBezTo>
                  <a:pt x="6285" y="5750"/>
                  <a:pt x="6175" y="5789"/>
                  <a:pt x="6065" y="5789"/>
                </a:cubicBezTo>
                <a:cubicBezTo>
                  <a:pt x="5954" y="5789"/>
                  <a:pt x="5844" y="5750"/>
                  <a:pt x="5765" y="5671"/>
                </a:cubicBezTo>
                <a:lnTo>
                  <a:pt x="5230" y="5104"/>
                </a:lnTo>
                <a:lnTo>
                  <a:pt x="3844" y="6490"/>
                </a:lnTo>
                <a:cubicBezTo>
                  <a:pt x="3765" y="6569"/>
                  <a:pt x="3655" y="6608"/>
                  <a:pt x="3544" y="6608"/>
                </a:cubicBezTo>
                <a:cubicBezTo>
                  <a:pt x="3434" y="6608"/>
                  <a:pt x="3324" y="6569"/>
                  <a:pt x="3245" y="6490"/>
                </a:cubicBezTo>
                <a:cubicBezTo>
                  <a:pt x="3087" y="6333"/>
                  <a:pt x="3087" y="6049"/>
                  <a:pt x="3245" y="5892"/>
                </a:cubicBezTo>
                <a:lnTo>
                  <a:pt x="4915" y="4254"/>
                </a:lnTo>
                <a:cubicBezTo>
                  <a:pt x="4994" y="4175"/>
                  <a:pt x="5104" y="4135"/>
                  <a:pt x="5214" y="4135"/>
                </a:cubicBezTo>
                <a:cubicBezTo>
                  <a:pt x="5324" y="4135"/>
                  <a:pt x="5435" y="4175"/>
                  <a:pt x="5513" y="4254"/>
                </a:cubicBezTo>
                <a:lnTo>
                  <a:pt x="6049" y="4789"/>
                </a:lnTo>
                <a:lnTo>
                  <a:pt x="7561" y="3308"/>
                </a:lnTo>
                <a:lnTo>
                  <a:pt x="6868" y="3308"/>
                </a:lnTo>
                <a:cubicBezTo>
                  <a:pt x="6648" y="3308"/>
                  <a:pt x="6490" y="3088"/>
                  <a:pt x="6490" y="2899"/>
                </a:cubicBezTo>
                <a:cubicBezTo>
                  <a:pt x="6490" y="2678"/>
                  <a:pt x="6679" y="2458"/>
                  <a:pt x="6868" y="2458"/>
                </a:cubicBezTo>
                <a:close/>
                <a:moveTo>
                  <a:pt x="11814" y="8255"/>
                </a:moveTo>
                <a:cubicBezTo>
                  <a:pt x="11814" y="8538"/>
                  <a:pt x="11877" y="9105"/>
                  <a:pt x="11405" y="9105"/>
                </a:cubicBezTo>
                <a:lnTo>
                  <a:pt x="1197" y="9105"/>
                </a:lnTo>
                <a:cubicBezTo>
                  <a:pt x="977" y="9105"/>
                  <a:pt x="788" y="8885"/>
                  <a:pt x="788" y="8664"/>
                </a:cubicBezTo>
                <a:lnTo>
                  <a:pt x="788" y="8255"/>
                </a:lnTo>
                <a:close/>
                <a:moveTo>
                  <a:pt x="2048" y="0"/>
                </a:moveTo>
                <a:cubicBezTo>
                  <a:pt x="1355" y="0"/>
                  <a:pt x="819" y="536"/>
                  <a:pt x="819" y="1229"/>
                </a:cubicBezTo>
                <a:lnTo>
                  <a:pt x="819" y="7435"/>
                </a:lnTo>
                <a:lnTo>
                  <a:pt x="410" y="7435"/>
                </a:lnTo>
                <a:cubicBezTo>
                  <a:pt x="189" y="7435"/>
                  <a:pt x="0" y="7625"/>
                  <a:pt x="0" y="7845"/>
                </a:cubicBezTo>
                <a:lnTo>
                  <a:pt x="0" y="8664"/>
                </a:lnTo>
                <a:cubicBezTo>
                  <a:pt x="0" y="9326"/>
                  <a:pt x="536" y="9893"/>
                  <a:pt x="1260" y="9893"/>
                </a:cubicBezTo>
                <a:lnTo>
                  <a:pt x="11436" y="9893"/>
                </a:lnTo>
                <a:cubicBezTo>
                  <a:pt x="12129" y="9893"/>
                  <a:pt x="12665" y="9326"/>
                  <a:pt x="12665" y="8664"/>
                </a:cubicBezTo>
                <a:lnTo>
                  <a:pt x="12665" y="7845"/>
                </a:lnTo>
                <a:cubicBezTo>
                  <a:pt x="12634" y="7593"/>
                  <a:pt x="12444" y="7435"/>
                  <a:pt x="12224" y="7435"/>
                </a:cubicBezTo>
                <a:lnTo>
                  <a:pt x="11814" y="7435"/>
                </a:lnTo>
                <a:lnTo>
                  <a:pt x="11814" y="1229"/>
                </a:lnTo>
                <a:cubicBezTo>
                  <a:pt x="11814" y="536"/>
                  <a:pt x="11247" y="0"/>
                  <a:pt x="1058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8100" name="Google Shape;8100;p70"/>
          <p:cNvGrpSpPr/>
          <p:nvPr/>
        </p:nvGrpSpPr>
        <p:grpSpPr>
          <a:xfrm>
            <a:off x="4666840" y="2633526"/>
            <a:ext cx="510353" cy="490413"/>
            <a:chOff x="-62890750" y="3747425"/>
            <a:chExt cx="330825" cy="317900"/>
          </a:xfrm>
        </p:grpSpPr>
        <p:sp>
          <p:nvSpPr>
            <p:cNvPr id="8101" name="Google Shape;8101;p70"/>
            <p:cNvSpPr/>
            <p:nvPr/>
          </p:nvSpPr>
          <p:spPr>
            <a:xfrm>
              <a:off x="-62890750" y="3747425"/>
              <a:ext cx="313500" cy="195825"/>
            </a:xfrm>
            <a:custGeom>
              <a:avLst/>
              <a:gdLst/>
              <a:ahLst/>
              <a:cxnLst/>
              <a:rect l="l" t="t" r="r" b="b"/>
              <a:pathLst>
                <a:path w="12540" h="7833" extrusionOk="0">
                  <a:moveTo>
                    <a:pt x="6591" y="0"/>
                  </a:moveTo>
                  <a:cubicBezTo>
                    <a:pt x="4966" y="0"/>
                    <a:pt x="3342" y="616"/>
                    <a:pt x="2112" y="1846"/>
                  </a:cubicBezTo>
                  <a:cubicBezTo>
                    <a:pt x="663" y="3296"/>
                    <a:pt x="1" y="5438"/>
                    <a:pt x="379" y="7454"/>
                  </a:cubicBezTo>
                  <a:cubicBezTo>
                    <a:pt x="442" y="7675"/>
                    <a:pt x="568" y="7832"/>
                    <a:pt x="789" y="7832"/>
                  </a:cubicBezTo>
                  <a:lnTo>
                    <a:pt x="852" y="7832"/>
                  </a:lnTo>
                  <a:cubicBezTo>
                    <a:pt x="1104" y="7801"/>
                    <a:pt x="1198" y="7549"/>
                    <a:pt x="1167" y="7360"/>
                  </a:cubicBezTo>
                  <a:cubicBezTo>
                    <a:pt x="852" y="5596"/>
                    <a:pt x="1419" y="3737"/>
                    <a:pt x="2710" y="2477"/>
                  </a:cubicBezTo>
                  <a:cubicBezTo>
                    <a:pt x="3719" y="1437"/>
                    <a:pt x="5136" y="870"/>
                    <a:pt x="6617" y="870"/>
                  </a:cubicBezTo>
                  <a:cubicBezTo>
                    <a:pt x="7940" y="870"/>
                    <a:pt x="9200" y="1342"/>
                    <a:pt x="10177" y="2193"/>
                  </a:cubicBezTo>
                  <a:lnTo>
                    <a:pt x="9610" y="2792"/>
                  </a:lnTo>
                  <a:cubicBezTo>
                    <a:pt x="9484" y="2918"/>
                    <a:pt x="9452" y="3075"/>
                    <a:pt x="9484" y="3170"/>
                  </a:cubicBezTo>
                  <a:cubicBezTo>
                    <a:pt x="9515" y="3327"/>
                    <a:pt x="9641" y="3422"/>
                    <a:pt x="9799" y="3453"/>
                  </a:cubicBezTo>
                  <a:lnTo>
                    <a:pt x="12036" y="3926"/>
                  </a:lnTo>
                  <a:lnTo>
                    <a:pt x="12130" y="3926"/>
                  </a:lnTo>
                  <a:cubicBezTo>
                    <a:pt x="12225" y="3926"/>
                    <a:pt x="12319" y="3894"/>
                    <a:pt x="12382" y="3800"/>
                  </a:cubicBezTo>
                  <a:cubicBezTo>
                    <a:pt x="12508" y="3674"/>
                    <a:pt x="12540" y="3579"/>
                    <a:pt x="12508" y="3422"/>
                  </a:cubicBezTo>
                  <a:lnTo>
                    <a:pt x="12036" y="1153"/>
                  </a:lnTo>
                  <a:cubicBezTo>
                    <a:pt x="12004" y="1027"/>
                    <a:pt x="11878" y="901"/>
                    <a:pt x="11752" y="838"/>
                  </a:cubicBezTo>
                  <a:cubicBezTo>
                    <a:pt x="11715" y="831"/>
                    <a:pt x="11678" y="827"/>
                    <a:pt x="11642" y="827"/>
                  </a:cubicBezTo>
                  <a:cubicBezTo>
                    <a:pt x="11526" y="827"/>
                    <a:pt x="11422" y="868"/>
                    <a:pt x="11374" y="964"/>
                  </a:cubicBezTo>
                  <a:lnTo>
                    <a:pt x="10776" y="1563"/>
                  </a:lnTo>
                  <a:cubicBezTo>
                    <a:pt x="9583" y="521"/>
                    <a:pt x="8087" y="0"/>
                    <a:pt x="659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02" name="Google Shape;8102;p70"/>
            <p:cNvSpPr/>
            <p:nvPr/>
          </p:nvSpPr>
          <p:spPr>
            <a:xfrm>
              <a:off x="-62874975" y="3869075"/>
              <a:ext cx="315050" cy="196250"/>
            </a:xfrm>
            <a:custGeom>
              <a:avLst/>
              <a:gdLst/>
              <a:ahLst/>
              <a:cxnLst/>
              <a:rect l="l" t="t" r="r" b="b"/>
              <a:pathLst>
                <a:path w="12602" h="7850" extrusionOk="0">
                  <a:moveTo>
                    <a:pt x="11779" y="0"/>
                  </a:moveTo>
                  <a:cubicBezTo>
                    <a:pt x="11759" y="0"/>
                    <a:pt x="11739" y="2"/>
                    <a:pt x="11720" y="5"/>
                  </a:cubicBezTo>
                  <a:cubicBezTo>
                    <a:pt x="11499" y="36"/>
                    <a:pt x="11373" y="288"/>
                    <a:pt x="11405" y="477"/>
                  </a:cubicBezTo>
                  <a:cubicBezTo>
                    <a:pt x="11720" y="2242"/>
                    <a:pt x="11184" y="4101"/>
                    <a:pt x="9861" y="5361"/>
                  </a:cubicBezTo>
                  <a:cubicBezTo>
                    <a:pt x="8853" y="6400"/>
                    <a:pt x="7435" y="6967"/>
                    <a:pt x="5986" y="6967"/>
                  </a:cubicBezTo>
                  <a:cubicBezTo>
                    <a:pt x="4631" y="6967"/>
                    <a:pt x="3371" y="6495"/>
                    <a:pt x="2394" y="5644"/>
                  </a:cubicBezTo>
                  <a:lnTo>
                    <a:pt x="2993" y="5046"/>
                  </a:lnTo>
                  <a:cubicBezTo>
                    <a:pt x="3088" y="4920"/>
                    <a:pt x="3151" y="4762"/>
                    <a:pt x="3088" y="4668"/>
                  </a:cubicBezTo>
                  <a:cubicBezTo>
                    <a:pt x="3056" y="4510"/>
                    <a:pt x="2962" y="4416"/>
                    <a:pt x="2772" y="4384"/>
                  </a:cubicBezTo>
                  <a:lnTo>
                    <a:pt x="536" y="3912"/>
                  </a:lnTo>
                  <a:cubicBezTo>
                    <a:pt x="498" y="3904"/>
                    <a:pt x="465" y="3900"/>
                    <a:pt x="433" y="3900"/>
                  </a:cubicBezTo>
                  <a:cubicBezTo>
                    <a:pt x="332" y="3900"/>
                    <a:pt x="254" y="3941"/>
                    <a:pt x="158" y="4038"/>
                  </a:cubicBezTo>
                  <a:cubicBezTo>
                    <a:pt x="32" y="4132"/>
                    <a:pt x="0" y="4258"/>
                    <a:pt x="32" y="4416"/>
                  </a:cubicBezTo>
                  <a:lnTo>
                    <a:pt x="504" y="6652"/>
                  </a:lnTo>
                  <a:cubicBezTo>
                    <a:pt x="536" y="6810"/>
                    <a:pt x="662" y="6936"/>
                    <a:pt x="788" y="6967"/>
                  </a:cubicBezTo>
                  <a:lnTo>
                    <a:pt x="882" y="6967"/>
                  </a:lnTo>
                  <a:cubicBezTo>
                    <a:pt x="1008" y="6967"/>
                    <a:pt x="1103" y="6936"/>
                    <a:pt x="1166" y="6873"/>
                  </a:cubicBezTo>
                  <a:lnTo>
                    <a:pt x="1764" y="6274"/>
                  </a:lnTo>
                  <a:cubicBezTo>
                    <a:pt x="2930" y="7346"/>
                    <a:pt x="4442" y="7850"/>
                    <a:pt x="5923" y="7850"/>
                  </a:cubicBezTo>
                  <a:cubicBezTo>
                    <a:pt x="7561" y="7850"/>
                    <a:pt x="9168" y="7220"/>
                    <a:pt x="10428" y="5991"/>
                  </a:cubicBezTo>
                  <a:cubicBezTo>
                    <a:pt x="11909" y="4510"/>
                    <a:pt x="12602" y="2368"/>
                    <a:pt x="12192" y="320"/>
                  </a:cubicBezTo>
                  <a:cubicBezTo>
                    <a:pt x="12164" y="122"/>
                    <a:pt x="11958" y="0"/>
                    <a:pt x="1177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03" name="Google Shape;8103;p70"/>
            <p:cNvSpPr/>
            <p:nvPr/>
          </p:nvSpPr>
          <p:spPr>
            <a:xfrm>
              <a:off x="-62751325" y="3834525"/>
              <a:ext cx="15775" cy="26800"/>
            </a:xfrm>
            <a:custGeom>
              <a:avLst/>
              <a:gdLst/>
              <a:ahLst/>
              <a:cxnLst/>
              <a:rect l="l" t="t" r="r" b="b"/>
              <a:pathLst>
                <a:path w="631" h="1072" extrusionOk="0">
                  <a:moveTo>
                    <a:pt x="630" y="1"/>
                  </a:moveTo>
                  <a:cubicBezTo>
                    <a:pt x="410" y="221"/>
                    <a:pt x="158" y="599"/>
                    <a:pt x="0" y="1072"/>
                  </a:cubicBezTo>
                  <a:lnTo>
                    <a:pt x="630" y="1072"/>
                  </a:lnTo>
                  <a:lnTo>
                    <a:pt x="63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04" name="Google Shape;8104;p70"/>
            <p:cNvSpPr/>
            <p:nvPr/>
          </p:nvSpPr>
          <p:spPr>
            <a:xfrm>
              <a:off x="-62715100" y="3950300"/>
              <a:ext cx="15775" cy="26025"/>
            </a:xfrm>
            <a:custGeom>
              <a:avLst/>
              <a:gdLst/>
              <a:ahLst/>
              <a:cxnLst/>
              <a:rect l="l" t="t" r="r" b="b"/>
              <a:pathLst>
                <a:path w="631" h="1041" extrusionOk="0">
                  <a:moveTo>
                    <a:pt x="1" y="1"/>
                  </a:moveTo>
                  <a:lnTo>
                    <a:pt x="1" y="1041"/>
                  </a:lnTo>
                  <a:cubicBezTo>
                    <a:pt x="253" y="852"/>
                    <a:pt x="473" y="473"/>
                    <a:pt x="63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05" name="Google Shape;8105;p70"/>
            <p:cNvSpPr/>
            <p:nvPr/>
          </p:nvSpPr>
          <p:spPr>
            <a:xfrm>
              <a:off x="-62751325" y="3950300"/>
              <a:ext cx="15775" cy="26025"/>
            </a:xfrm>
            <a:custGeom>
              <a:avLst/>
              <a:gdLst/>
              <a:ahLst/>
              <a:cxnLst/>
              <a:rect l="l" t="t" r="r" b="b"/>
              <a:pathLst>
                <a:path w="631" h="1041" extrusionOk="0">
                  <a:moveTo>
                    <a:pt x="0" y="1"/>
                  </a:moveTo>
                  <a:cubicBezTo>
                    <a:pt x="158" y="473"/>
                    <a:pt x="410" y="852"/>
                    <a:pt x="630" y="1041"/>
                  </a:cubicBezTo>
                  <a:lnTo>
                    <a:pt x="63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06" name="Google Shape;8106;p70"/>
            <p:cNvSpPr/>
            <p:nvPr/>
          </p:nvSpPr>
          <p:spPr>
            <a:xfrm>
              <a:off x="-62822225" y="3881000"/>
              <a:ext cx="44125" cy="48075"/>
            </a:xfrm>
            <a:custGeom>
              <a:avLst/>
              <a:gdLst/>
              <a:ahLst/>
              <a:cxnLst/>
              <a:rect l="l" t="t" r="r" b="b"/>
              <a:pathLst>
                <a:path w="1765" h="1923" extrusionOk="0">
                  <a:moveTo>
                    <a:pt x="127" y="0"/>
                  </a:moveTo>
                  <a:cubicBezTo>
                    <a:pt x="32" y="316"/>
                    <a:pt x="1" y="631"/>
                    <a:pt x="1" y="977"/>
                  </a:cubicBezTo>
                  <a:cubicBezTo>
                    <a:pt x="1" y="1324"/>
                    <a:pt x="32" y="1670"/>
                    <a:pt x="127" y="1922"/>
                  </a:cubicBezTo>
                  <a:lnTo>
                    <a:pt x="1765" y="1922"/>
                  </a:lnTo>
                  <a:cubicBezTo>
                    <a:pt x="1734" y="1607"/>
                    <a:pt x="1702" y="1292"/>
                    <a:pt x="1702" y="977"/>
                  </a:cubicBezTo>
                  <a:cubicBezTo>
                    <a:pt x="1702" y="662"/>
                    <a:pt x="1734" y="316"/>
                    <a:pt x="176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07" name="Google Shape;8107;p70"/>
            <p:cNvSpPr/>
            <p:nvPr/>
          </p:nvSpPr>
          <p:spPr>
            <a:xfrm>
              <a:off x="-62715100" y="3833750"/>
              <a:ext cx="15775" cy="26800"/>
            </a:xfrm>
            <a:custGeom>
              <a:avLst/>
              <a:gdLst/>
              <a:ahLst/>
              <a:cxnLst/>
              <a:rect l="l" t="t" r="r" b="b"/>
              <a:pathLst>
                <a:path w="631" h="1072" extrusionOk="0">
                  <a:moveTo>
                    <a:pt x="1" y="0"/>
                  </a:moveTo>
                  <a:lnTo>
                    <a:pt x="1" y="1071"/>
                  </a:lnTo>
                  <a:lnTo>
                    <a:pt x="631" y="1071"/>
                  </a:lnTo>
                  <a:cubicBezTo>
                    <a:pt x="505" y="599"/>
                    <a:pt x="253" y="189"/>
                    <a:pt x="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08" name="Google Shape;8108;p70"/>
            <p:cNvSpPr/>
            <p:nvPr/>
          </p:nvSpPr>
          <p:spPr>
            <a:xfrm>
              <a:off x="-62758425" y="3881000"/>
              <a:ext cx="22875" cy="48075"/>
            </a:xfrm>
            <a:custGeom>
              <a:avLst/>
              <a:gdLst/>
              <a:ahLst/>
              <a:cxnLst/>
              <a:rect l="l" t="t" r="r" b="b"/>
              <a:pathLst>
                <a:path w="915" h="1923" extrusionOk="0">
                  <a:moveTo>
                    <a:pt x="95" y="0"/>
                  </a:moveTo>
                  <a:cubicBezTo>
                    <a:pt x="64" y="316"/>
                    <a:pt x="1" y="631"/>
                    <a:pt x="1" y="977"/>
                  </a:cubicBezTo>
                  <a:cubicBezTo>
                    <a:pt x="1" y="1324"/>
                    <a:pt x="64" y="1670"/>
                    <a:pt x="95" y="1922"/>
                  </a:cubicBezTo>
                  <a:lnTo>
                    <a:pt x="914" y="1922"/>
                  </a:lnTo>
                  <a:lnTo>
                    <a:pt x="91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09" name="Google Shape;8109;p70"/>
            <p:cNvSpPr/>
            <p:nvPr/>
          </p:nvSpPr>
          <p:spPr>
            <a:xfrm>
              <a:off x="-62715100" y="3809325"/>
              <a:ext cx="74850" cy="51225"/>
            </a:xfrm>
            <a:custGeom>
              <a:avLst/>
              <a:gdLst/>
              <a:ahLst/>
              <a:cxnLst/>
              <a:rect l="l" t="t" r="r" b="b"/>
              <a:pathLst>
                <a:path w="2994" h="2049" extrusionOk="0">
                  <a:moveTo>
                    <a:pt x="1" y="1"/>
                  </a:moveTo>
                  <a:lnTo>
                    <a:pt x="1" y="32"/>
                  </a:lnTo>
                  <a:cubicBezTo>
                    <a:pt x="631" y="253"/>
                    <a:pt x="1198" y="1009"/>
                    <a:pt x="1481" y="2048"/>
                  </a:cubicBezTo>
                  <a:lnTo>
                    <a:pt x="2994" y="2048"/>
                  </a:lnTo>
                  <a:cubicBezTo>
                    <a:pt x="2426" y="946"/>
                    <a:pt x="1324" y="158"/>
                    <a:pt x="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10" name="Google Shape;8110;p70"/>
            <p:cNvSpPr/>
            <p:nvPr/>
          </p:nvSpPr>
          <p:spPr>
            <a:xfrm>
              <a:off x="-62715875" y="3950300"/>
              <a:ext cx="75625" cy="51225"/>
            </a:xfrm>
            <a:custGeom>
              <a:avLst/>
              <a:gdLst/>
              <a:ahLst/>
              <a:cxnLst/>
              <a:rect l="l" t="t" r="r" b="b"/>
              <a:pathLst>
                <a:path w="3025" h="2049" extrusionOk="0">
                  <a:moveTo>
                    <a:pt x="1512" y="1"/>
                  </a:moveTo>
                  <a:cubicBezTo>
                    <a:pt x="1229" y="1009"/>
                    <a:pt x="662" y="1765"/>
                    <a:pt x="0" y="1986"/>
                  </a:cubicBezTo>
                  <a:lnTo>
                    <a:pt x="0" y="2049"/>
                  </a:lnTo>
                  <a:lnTo>
                    <a:pt x="32" y="2049"/>
                  </a:lnTo>
                  <a:cubicBezTo>
                    <a:pt x="1355" y="1891"/>
                    <a:pt x="2457" y="1104"/>
                    <a:pt x="302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11" name="Google Shape;8111;p70"/>
            <p:cNvSpPr/>
            <p:nvPr/>
          </p:nvSpPr>
          <p:spPr>
            <a:xfrm>
              <a:off x="-62811200" y="3949525"/>
              <a:ext cx="75650" cy="52000"/>
            </a:xfrm>
            <a:custGeom>
              <a:avLst/>
              <a:gdLst/>
              <a:ahLst/>
              <a:cxnLst/>
              <a:rect l="l" t="t" r="r" b="b"/>
              <a:pathLst>
                <a:path w="3026" h="2080" extrusionOk="0">
                  <a:moveTo>
                    <a:pt x="1" y="0"/>
                  </a:moveTo>
                  <a:cubicBezTo>
                    <a:pt x="600" y="1166"/>
                    <a:pt x="1702" y="1954"/>
                    <a:pt x="3025" y="2080"/>
                  </a:cubicBezTo>
                  <a:lnTo>
                    <a:pt x="3025" y="2017"/>
                  </a:lnTo>
                  <a:cubicBezTo>
                    <a:pt x="2364" y="1796"/>
                    <a:pt x="1860" y="1040"/>
                    <a:pt x="154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12" name="Google Shape;8112;p70"/>
            <p:cNvSpPr/>
            <p:nvPr/>
          </p:nvSpPr>
          <p:spPr>
            <a:xfrm>
              <a:off x="-62673350" y="3881000"/>
              <a:ext cx="44125" cy="48075"/>
            </a:xfrm>
            <a:custGeom>
              <a:avLst/>
              <a:gdLst/>
              <a:ahLst/>
              <a:cxnLst/>
              <a:rect l="l" t="t" r="r" b="b"/>
              <a:pathLst>
                <a:path w="1765" h="1923" extrusionOk="0">
                  <a:moveTo>
                    <a:pt x="0" y="0"/>
                  </a:moveTo>
                  <a:cubicBezTo>
                    <a:pt x="32" y="316"/>
                    <a:pt x="63" y="631"/>
                    <a:pt x="63" y="977"/>
                  </a:cubicBezTo>
                  <a:cubicBezTo>
                    <a:pt x="63" y="1324"/>
                    <a:pt x="32" y="1670"/>
                    <a:pt x="0" y="1922"/>
                  </a:cubicBezTo>
                  <a:lnTo>
                    <a:pt x="1639" y="1922"/>
                  </a:lnTo>
                  <a:cubicBezTo>
                    <a:pt x="1733" y="1670"/>
                    <a:pt x="1765" y="1292"/>
                    <a:pt x="1765" y="977"/>
                  </a:cubicBezTo>
                  <a:cubicBezTo>
                    <a:pt x="1765" y="662"/>
                    <a:pt x="1733" y="316"/>
                    <a:pt x="163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13" name="Google Shape;8113;p70"/>
            <p:cNvSpPr/>
            <p:nvPr/>
          </p:nvSpPr>
          <p:spPr>
            <a:xfrm>
              <a:off x="-62810400" y="3810125"/>
              <a:ext cx="75625" cy="51200"/>
            </a:xfrm>
            <a:custGeom>
              <a:avLst/>
              <a:gdLst/>
              <a:ahLst/>
              <a:cxnLst/>
              <a:rect l="l" t="t" r="r" b="b"/>
              <a:pathLst>
                <a:path w="3025" h="2048" extrusionOk="0">
                  <a:moveTo>
                    <a:pt x="2993" y="0"/>
                  </a:moveTo>
                  <a:cubicBezTo>
                    <a:pt x="1702" y="158"/>
                    <a:pt x="599" y="945"/>
                    <a:pt x="0" y="2048"/>
                  </a:cubicBezTo>
                  <a:lnTo>
                    <a:pt x="1544" y="2048"/>
                  </a:lnTo>
                  <a:cubicBezTo>
                    <a:pt x="1828" y="1008"/>
                    <a:pt x="2363" y="284"/>
                    <a:pt x="3025" y="32"/>
                  </a:cubicBezTo>
                  <a:lnTo>
                    <a:pt x="302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14" name="Google Shape;8114;p70"/>
            <p:cNvSpPr/>
            <p:nvPr/>
          </p:nvSpPr>
          <p:spPr>
            <a:xfrm>
              <a:off x="-62715100" y="3881000"/>
              <a:ext cx="22850" cy="48075"/>
            </a:xfrm>
            <a:custGeom>
              <a:avLst/>
              <a:gdLst/>
              <a:ahLst/>
              <a:cxnLst/>
              <a:rect l="l" t="t" r="r" b="b"/>
              <a:pathLst>
                <a:path w="914" h="1923" extrusionOk="0">
                  <a:moveTo>
                    <a:pt x="1" y="0"/>
                  </a:moveTo>
                  <a:lnTo>
                    <a:pt x="1" y="1922"/>
                  </a:lnTo>
                  <a:lnTo>
                    <a:pt x="851" y="1922"/>
                  </a:lnTo>
                  <a:cubicBezTo>
                    <a:pt x="883" y="1607"/>
                    <a:pt x="914" y="1292"/>
                    <a:pt x="914" y="977"/>
                  </a:cubicBezTo>
                  <a:cubicBezTo>
                    <a:pt x="914" y="662"/>
                    <a:pt x="883" y="316"/>
                    <a:pt x="85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115" name="Google Shape;8115;p70"/>
          <p:cNvGrpSpPr/>
          <p:nvPr/>
        </p:nvGrpSpPr>
        <p:grpSpPr>
          <a:xfrm>
            <a:off x="4677176" y="3206375"/>
            <a:ext cx="489681" cy="488485"/>
            <a:chOff x="-62884425" y="4111775"/>
            <a:chExt cx="317425" cy="316650"/>
          </a:xfrm>
        </p:grpSpPr>
        <p:sp>
          <p:nvSpPr>
            <p:cNvPr id="8116" name="Google Shape;8116;p70"/>
            <p:cNvSpPr/>
            <p:nvPr/>
          </p:nvSpPr>
          <p:spPr>
            <a:xfrm>
              <a:off x="-62884425" y="4325225"/>
              <a:ext cx="317425" cy="103200"/>
            </a:xfrm>
            <a:custGeom>
              <a:avLst/>
              <a:gdLst/>
              <a:ahLst/>
              <a:cxnLst/>
              <a:rect l="l" t="t" r="r" b="b"/>
              <a:pathLst>
                <a:path w="12697" h="4128" extrusionOk="0">
                  <a:moveTo>
                    <a:pt x="0" y="0"/>
                  </a:moveTo>
                  <a:lnTo>
                    <a:pt x="0" y="378"/>
                  </a:lnTo>
                  <a:cubicBezTo>
                    <a:pt x="0" y="1071"/>
                    <a:pt x="567" y="1638"/>
                    <a:pt x="1260" y="1638"/>
                  </a:cubicBezTo>
                  <a:lnTo>
                    <a:pt x="4001" y="1638"/>
                  </a:lnTo>
                  <a:lnTo>
                    <a:pt x="3434" y="3308"/>
                  </a:lnTo>
                  <a:lnTo>
                    <a:pt x="2930" y="3308"/>
                  </a:lnTo>
                  <a:cubicBezTo>
                    <a:pt x="2678" y="3308"/>
                    <a:pt x="2520" y="3497"/>
                    <a:pt x="2520" y="3749"/>
                  </a:cubicBezTo>
                  <a:cubicBezTo>
                    <a:pt x="2520" y="3970"/>
                    <a:pt x="2741" y="4127"/>
                    <a:pt x="2930" y="4127"/>
                  </a:cubicBezTo>
                  <a:lnTo>
                    <a:pt x="9830" y="4127"/>
                  </a:lnTo>
                  <a:cubicBezTo>
                    <a:pt x="10050" y="4127"/>
                    <a:pt x="10239" y="3938"/>
                    <a:pt x="10239" y="3749"/>
                  </a:cubicBezTo>
                  <a:cubicBezTo>
                    <a:pt x="10239" y="3497"/>
                    <a:pt x="10050" y="3308"/>
                    <a:pt x="9830" y="3308"/>
                  </a:cubicBezTo>
                  <a:lnTo>
                    <a:pt x="9294" y="3308"/>
                  </a:lnTo>
                  <a:lnTo>
                    <a:pt x="8758" y="1638"/>
                  </a:lnTo>
                  <a:lnTo>
                    <a:pt x="11468" y="1638"/>
                  </a:lnTo>
                  <a:cubicBezTo>
                    <a:pt x="12129" y="1638"/>
                    <a:pt x="12697" y="1103"/>
                    <a:pt x="12697" y="378"/>
                  </a:cubicBezTo>
                  <a:lnTo>
                    <a:pt x="1269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17" name="Google Shape;8117;p70"/>
            <p:cNvSpPr/>
            <p:nvPr/>
          </p:nvSpPr>
          <p:spPr>
            <a:xfrm>
              <a:off x="-62884425" y="4111775"/>
              <a:ext cx="317425" cy="193000"/>
            </a:xfrm>
            <a:custGeom>
              <a:avLst/>
              <a:gdLst/>
              <a:ahLst/>
              <a:cxnLst/>
              <a:rect l="l" t="t" r="r" b="b"/>
              <a:pathLst>
                <a:path w="12697" h="7720" extrusionOk="0">
                  <a:moveTo>
                    <a:pt x="6301" y="946"/>
                  </a:moveTo>
                  <a:cubicBezTo>
                    <a:pt x="6522" y="946"/>
                    <a:pt x="6742" y="1135"/>
                    <a:pt x="6742" y="1324"/>
                  </a:cubicBezTo>
                  <a:lnTo>
                    <a:pt x="6742" y="1607"/>
                  </a:lnTo>
                  <a:cubicBezTo>
                    <a:pt x="7215" y="1765"/>
                    <a:pt x="7593" y="2237"/>
                    <a:pt x="7593" y="2773"/>
                  </a:cubicBezTo>
                  <a:cubicBezTo>
                    <a:pt x="7593" y="3025"/>
                    <a:pt x="7372" y="3182"/>
                    <a:pt x="7183" y="3182"/>
                  </a:cubicBezTo>
                  <a:cubicBezTo>
                    <a:pt x="6994" y="3182"/>
                    <a:pt x="6805" y="2993"/>
                    <a:pt x="6805" y="2773"/>
                  </a:cubicBezTo>
                  <a:cubicBezTo>
                    <a:pt x="6805" y="2552"/>
                    <a:pt x="6585" y="2363"/>
                    <a:pt x="6364" y="2363"/>
                  </a:cubicBezTo>
                  <a:cubicBezTo>
                    <a:pt x="6112" y="2363"/>
                    <a:pt x="5954" y="2552"/>
                    <a:pt x="5954" y="2773"/>
                  </a:cubicBezTo>
                  <a:cubicBezTo>
                    <a:pt x="5954" y="3025"/>
                    <a:pt x="6269" y="3245"/>
                    <a:pt x="6585" y="3497"/>
                  </a:cubicBezTo>
                  <a:cubicBezTo>
                    <a:pt x="7026" y="3812"/>
                    <a:pt x="7561" y="4191"/>
                    <a:pt x="7561" y="4884"/>
                  </a:cubicBezTo>
                  <a:cubicBezTo>
                    <a:pt x="7561" y="5419"/>
                    <a:pt x="7215" y="5860"/>
                    <a:pt x="6742" y="6049"/>
                  </a:cubicBezTo>
                  <a:lnTo>
                    <a:pt x="6742" y="6333"/>
                  </a:lnTo>
                  <a:cubicBezTo>
                    <a:pt x="6742" y="6553"/>
                    <a:pt x="6553" y="6774"/>
                    <a:pt x="6301" y="6774"/>
                  </a:cubicBezTo>
                  <a:cubicBezTo>
                    <a:pt x="6080" y="6774"/>
                    <a:pt x="5923" y="6553"/>
                    <a:pt x="5923" y="6333"/>
                  </a:cubicBezTo>
                  <a:lnTo>
                    <a:pt x="5923" y="6049"/>
                  </a:lnTo>
                  <a:cubicBezTo>
                    <a:pt x="5450" y="5892"/>
                    <a:pt x="5104" y="5419"/>
                    <a:pt x="5104" y="4884"/>
                  </a:cubicBezTo>
                  <a:cubicBezTo>
                    <a:pt x="5104" y="4632"/>
                    <a:pt x="5293" y="4443"/>
                    <a:pt x="5482" y="4443"/>
                  </a:cubicBezTo>
                  <a:cubicBezTo>
                    <a:pt x="5734" y="4443"/>
                    <a:pt x="5923" y="4632"/>
                    <a:pt x="5923" y="4884"/>
                  </a:cubicBezTo>
                  <a:cubicBezTo>
                    <a:pt x="5923" y="5104"/>
                    <a:pt x="6112" y="5262"/>
                    <a:pt x="6301" y="5262"/>
                  </a:cubicBezTo>
                  <a:cubicBezTo>
                    <a:pt x="6522" y="5262"/>
                    <a:pt x="6742" y="5073"/>
                    <a:pt x="6742" y="4884"/>
                  </a:cubicBezTo>
                  <a:cubicBezTo>
                    <a:pt x="6742" y="4632"/>
                    <a:pt x="6427" y="4411"/>
                    <a:pt x="6080" y="4159"/>
                  </a:cubicBezTo>
                  <a:cubicBezTo>
                    <a:pt x="5639" y="3844"/>
                    <a:pt x="5104" y="3466"/>
                    <a:pt x="5104" y="2773"/>
                  </a:cubicBezTo>
                  <a:cubicBezTo>
                    <a:pt x="5104" y="2237"/>
                    <a:pt x="5450" y="1796"/>
                    <a:pt x="5923" y="1607"/>
                  </a:cubicBezTo>
                  <a:lnTo>
                    <a:pt x="5923" y="1324"/>
                  </a:lnTo>
                  <a:cubicBezTo>
                    <a:pt x="5923" y="1103"/>
                    <a:pt x="6112" y="946"/>
                    <a:pt x="6301" y="946"/>
                  </a:cubicBezTo>
                  <a:close/>
                  <a:moveTo>
                    <a:pt x="1260" y="0"/>
                  </a:moveTo>
                  <a:cubicBezTo>
                    <a:pt x="599" y="0"/>
                    <a:pt x="0" y="536"/>
                    <a:pt x="0" y="1261"/>
                  </a:cubicBezTo>
                  <a:lnTo>
                    <a:pt x="0" y="7719"/>
                  </a:lnTo>
                  <a:lnTo>
                    <a:pt x="12697" y="7719"/>
                  </a:lnTo>
                  <a:lnTo>
                    <a:pt x="12697" y="1261"/>
                  </a:lnTo>
                  <a:cubicBezTo>
                    <a:pt x="12697" y="536"/>
                    <a:pt x="12129" y="0"/>
                    <a:pt x="1146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118" name="Google Shape;8118;p70"/>
          <p:cNvGrpSpPr/>
          <p:nvPr/>
        </p:nvGrpSpPr>
        <p:grpSpPr>
          <a:xfrm>
            <a:off x="2907353" y="3867801"/>
            <a:ext cx="487251" cy="480001"/>
            <a:chOff x="-60991775" y="3376900"/>
            <a:chExt cx="315850" cy="311150"/>
          </a:xfrm>
        </p:grpSpPr>
        <p:sp>
          <p:nvSpPr>
            <p:cNvPr id="8119" name="Google Shape;8119;p70"/>
            <p:cNvSpPr/>
            <p:nvPr/>
          </p:nvSpPr>
          <p:spPr>
            <a:xfrm>
              <a:off x="-60991000" y="3376900"/>
              <a:ext cx="315075" cy="311150"/>
            </a:xfrm>
            <a:custGeom>
              <a:avLst/>
              <a:gdLst/>
              <a:ahLst/>
              <a:cxnLst/>
              <a:rect l="l" t="t" r="r" b="b"/>
              <a:pathLst>
                <a:path w="12603" h="12446" extrusionOk="0">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20" name="Google Shape;8120;p70"/>
            <p:cNvSpPr/>
            <p:nvPr/>
          </p:nvSpPr>
          <p:spPr>
            <a:xfrm>
              <a:off x="-60991775" y="3404275"/>
              <a:ext cx="174875" cy="89250"/>
            </a:xfrm>
            <a:custGeom>
              <a:avLst/>
              <a:gdLst/>
              <a:ahLst/>
              <a:cxnLst/>
              <a:rect l="l" t="t" r="r" b="b"/>
              <a:pathLst>
                <a:path w="6995" h="3570" extrusionOk="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21" name="Google Shape;8121;p70"/>
            <p:cNvSpPr/>
            <p:nvPr/>
          </p:nvSpPr>
          <p:spPr>
            <a:xfrm>
              <a:off x="-60795650" y="3513975"/>
              <a:ext cx="89000" cy="173300"/>
            </a:xfrm>
            <a:custGeom>
              <a:avLst/>
              <a:gdLst/>
              <a:ahLst/>
              <a:cxnLst/>
              <a:rect l="l" t="t" r="r" b="b"/>
              <a:pathLst>
                <a:path w="3560" h="6932" extrusionOk="0">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122" name="Google Shape;8122;p70"/>
          <p:cNvGrpSpPr/>
          <p:nvPr/>
        </p:nvGrpSpPr>
        <p:grpSpPr>
          <a:xfrm>
            <a:off x="2906736" y="4468953"/>
            <a:ext cx="488485" cy="478767"/>
            <a:chOff x="-60988625" y="3740800"/>
            <a:chExt cx="316650" cy="310350"/>
          </a:xfrm>
        </p:grpSpPr>
        <p:sp>
          <p:nvSpPr>
            <p:cNvPr id="8123" name="Google Shape;8123;p70"/>
            <p:cNvSpPr/>
            <p:nvPr/>
          </p:nvSpPr>
          <p:spPr>
            <a:xfrm>
              <a:off x="-60988625" y="3740800"/>
              <a:ext cx="311125" cy="310350"/>
            </a:xfrm>
            <a:custGeom>
              <a:avLst/>
              <a:gdLst/>
              <a:ahLst/>
              <a:cxnLst/>
              <a:rect l="l" t="t" r="r" b="b"/>
              <a:pathLst>
                <a:path w="12445" h="12414" extrusionOk="0">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24" name="Google Shape;8124;p70"/>
            <p:cNvSpPr/>
            <p:nvPr/>
          </p:nvSpPr>
          <p:spPr>
            <a:xfrm>
              <a:off x="-60742100" y="3920375"/>
              <a:ext cx="68550" cy="55175"/>
            </a:xfrm>
            <a:custGeom>
              <a:avLst/>
              <a:gdLst/>
              <a:ahLst/>
              <a:cxnLst/>
              <a:rect l="l" t="t" r="r" b="b"/>
              <a:pathLst>
                <a:path w="2742" h="2207" extrusionOk="0">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25" name="Google Shape;8125;p70"/>
            <p:cNvSpPr/>
            <p:nvPr/>
          </p:nvSpPr>
          <p:spPr>
            <a:xfrm>
              <a:off x="-60740525" y="3741600"/>
              <a:ext cx="68550" cy="158325"/>
            </a:xfrm>
            <a:custGeom>
              <a:avLst/>
              <a:gdLst/>
              <a:ahLst/>
              <a:cxnLst/>
              <a:rect l="l" t="t" r="r" b="b"/>
              <a:pathLst>
                <a:path w="2742" h="6333" extrusionOk="0">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126" name="Google Shape;8126;p70"/>
          <p:cNvGrpSpPr/>
          <p:nvPr/>
        </p:nvGrpSpPr>
        <p:grpSpPr>
          <a:xfrm>
            <a:off x="2906736" y="5076221"/>
            <a:ext cx="488485" cy="486943"/>
            <a:chOff x="-60987850" y="4100950"/>
            <a:chExt cx="316650" cy="315650"/>
          </a:xfrm>
        </p:grpSpPr>
        <p:sp>
          <p:nvSpPr>
            <p:cNvPr id="8127" name="Google Shape;8127;p70"/>
            <p:cNvSpPr/>
            <p:nvPr/>
          </p:nvSpPr>
          <p:spPr>
            <a:xfrm>
              <a:off x="-60987850" y="4355925"/>
              <a:ext cx="315875" cy="60675"/>
            </a:xfrm>
            <a:custGeom>
              <a:avLst/>
              <a:gdLst/>
              <a:ahLst/>
              <a:cxnLst/>
              <a:rect l="l" t="t" r="r" b="b"/>
              <a:pathLst>
                <a:path w="12635" h="2427" extrusionOk="0">
                  <a:moveTo>
                    <a:pt x="1230" y="1"/>
                  </a:moveTo>
                  <a:cubicBezTo>
                    <a:pt x="537" y="1"/>
                    <a:pt x="1" y="536"/>
                    <a:pt x="1" y="1198"/>
                  </a:cubicBezTo>
                  <a:lnTo>
                    <a:pt x="1" y="2049"/>
                  </a:lnTo>
                  <a:cubicBezTo>
                    <a:pt x="1" y="2269"/>
                    <a:pt x="190" y="2427"/>
                    <a:pt x="379" y="2427"/>
                  </a:cubicBezTo>
                  <a:lnTo>
                    <a:pt x="12256" y="2427"/>
                  </a:lnTo>
                  <a:cubicBezTo>
                    <a:pt x="12477" y="2427"/>
                    <a:pt x="12634" y="2238"/>
                    <a:pt x="12634" y="2049"/>
                  </a:cubicBezTo>
                  <a:lnTo>
                    <a:pt x="12634" y="1198"/>
                  </a:lnTo>
                  <a:cubicBezTo>
                    <a:pt x="12634" y="536"/>
                    <a:pt x="12099" y="1"/>
                    <a:pt x="1140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28" name="Google Shape;8128;p70"/>
            <p:cNvSpPr/>
            <p:nvPr/>
          </p:nvSpPr>
          <p:spPr>
            <a:xfrm>
              <a:off x="-60987050" y="4100950"/>
              <a:ext cx="315850" cy="123475"/>
            </a:xfrm>
            <a:custGeom>
              <a:avLst/>
              <a:gdLst/>
              <a:ahLst/>
              <a:cxnLst/>
              <a:rect l="l" t="t" r="r" b="b"/>
              <a:pathLst>
                <a:path w="12634" h="4939" extrusionOk="0">
                  <a:moveTo>
                    <a:pt x="6270" y="2355"/>
                  </a:moveTo>
                  <a:cubicBezTo>
                    <a:pt x="6490" y="2355"/>
                    <a:pt x="6711" y="2544"/>
                    <a:pt x="6711" y="2796"/>
                  </a:cubicBezTo>
                  <a:cubicBezTo>
                    <a:pt x="6711" y="2985"/>
                    <a:pt x="6490" y="3174"/>
                    <a:pt x="6270" y="3174"/>
                  </a:cubicBezTo>
                  <a:cubicBezTo>
                    <a:pt x="6018" y="3174"/>
                    <a:pt x="5860" y="2985"/>
                    <a:pt x="5860" y="2796"/>
                  </a:cubicBezTo>
                  <a:cubicBezTo>
                    <a:pt x="5860" y="2544"/>
                    <a:pt x="6081" y="2355"/>
                    <a:pt x="6270" y="2355"/>
                  </a:cubicBezTo>
                  <a:close/>
                  <a:moveTo>
                    <a:pt x="6290" y="0"/>
                  </a:moveTo>
                  <a:cubicBezTo>
                    <a:pt x="6238" y="0"/>
                    <a:pt x="6191" y="8"/>
                    <a:pt x="6144" y="24"/>
                  </a:cubicBezTo>
                  <a:lnTo>
                    <a:pt x="252" y="2513"/>
                  </a:lnTo>
                  <a:cubicBezTo>
                    <a:pt x="95" y="2576"/>
                    <a:pt x="0" y="2702"/>
                    <a:pt x="0" y="2891"/>
                  </a:cubicBezTo>
                  <a:lnTo>
                    <a:pt x="0" y="4561"/>
                  </a:lnTo>
                  <a:cubicBezTo>
                    <a:pt x="0" y="4781"/>
                    <a:pt x="189" y="4939"/>
                    <a:pt x="410" y="4939"/>
                  </a:cubicBezTo>
                  <a:lnTo>
                    <a:pt x="12256" y="4939"/>
                  </a:lnTo>
                  <a:cubicBezTo>
                    <a:pt x="12476" y="4939"/>
                    <a:pt x="12634" y="4750"/>
                    <a:pt x="12634" y="4561"/>
                  </a:cubicBezTo>
                  <a:lnTo>
                    <a:pt x="12634" y="2891"/>
                  </a:lnTo>
                  <a:cubicBezTo>
                    <a:pt x="12602" y="2702"/>
                    <a:pt x="12539" y="2544"/>
                    <a:pt x="12382" y="2513"/>
                  </a:cubicBezTo>
                  <a:lnTo>
                    <a:pt x="6459" y="24"/>
                  </a:lnTo>
                  <a:cubicBezTo>
                    <a:pt x="6396" y="8"/>
                    <a:pt x="6341" y="0"/>
                    <a:pt x="629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29" name="Google Shape;8129;p70"/>
            <p:cNvSpPr/>
            <p:nvPr/>
          </p:nvSpPr>
          <p:spPr>
            <a:xfrm>
              <a:off x="-60757075" y="4245675"/>
              <a:ext cx="61475" cy="89025"/>
            </a:xfrm>
            <a:custGeom>
              <a:avLst/>
              <a:gdLst/>
              <a:ahLst/>
              <a:cxnLst/>
              <a:rect l="l" t="t" r="r" b="b"/>
              <a:pathLst>
                <a:path w="2459" h="3561" extrusionOk="0">
                  <a:moveTo>
                    <a:pt x="1" y="0"/>
                  </a:moveTo>
                  <a:lnTo>
                    <a:pt x="1" y="3560"/>
                  </a:lnTo>
                  <a:lnTo>
                    <a:pt x="2458" y="3560"/>
                  </a:lnTo>
                  <a:lnTo>
                    <a:pt x="2458"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30" name="Google Shape;8130;p70"/>
            <p:cNvSpPr/>
            <p:nvPr/>
          </p:nvSpPr>
          <p:spPr>
            <a:xfrm>
              <a:off x="-60861025" y="4245675"/>
              <a:ext cx="62225" cy="89025"/>
            </a:xfrm>
            <a:custGeom>
              <a:avLst/>
              <a:gdLst/>
              <a:ahLst/>
              <a:cxnLst/>
              <a:rect l="l" t="t" r="r" b="b"/>
              <a:pathLst>
                <a:path w="2489" h="3561" extrusionOk="0">
                  <a:moveTo>
                    <a:pt x="0" y="0"/>
                  </a:moveTo>
                  <a:lnTo>
                    <a:pt x="0" y="3560"/>
                  </a:lnTo>
                  <a:lnTo>
                    <a:pt x="2489" y="3560"/>
                  </a:lnTo>
                  <a:lnTo>
                    <a:pt x="248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31" name="Google Shape;8131;p70"/>
            <p:cNvSpPr/>
            <p:nvPr/>
          </p:nvSpPr>
          <p:spPr>
            <a:xfrm>
              <a:off x="-60964200" y="4245675"/>
              <a:ext cx="62225" cy="89025"/>
            </a:xfrm>
            <a:custGeom>
              <a:avLst/>
              <a:gdLst/>
              <a:ahLst/>
              <a:cxnLst/>
              <a:rect l="l" t="t" r="r" b="b"/>
              <a:pathLst>
                <a:path w="2489" h="3561" extrusionOk="0">
                  <a:moveTo>
                    <a:pt x="0" y="0"/>
                  </a:moveTo>
                  <a:lnTo>
                    <a:pt x="0" y="3560"/>
                  </a:lnTo>
                  <a:lnTo>
                    <a:pt x="2489" y="3560"/>
                  </a:lnTo>
                  <a:lnTo>
                    <a:pt x="248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132" name="Google Shape;8132;p70"/>
          <p:cNvGrpSpPr/>
          <p:nvPr/>
        </p:nvGrpSpPr>
        <p:grpSpPr>
          <a:xfrm>
            <a:off x="5266449" y="4470168"/>
            <a:ext cx="492111" cy="476337"/>
            <a:chOff x="-59447250" y="3706150"/>
            <a:chExt cx="319000" cy="308775"/>
          </a:xfrm>
        </p:grpSpPr>
        <p:sp>
          <p:nvSpPr>
            <p:cNvPr id="8133" name="Google Shape;8133;p70"/>
            <p:cNvSpPr/>
            <p:nvPr/>
          </p:nvSpPr>
          <p:spPr>
            <a:xfrm>
              <a:off x="-59381875" y="3922750"/>
              <a:ext cx="79575" cy="29950"/>
            </a:xfrm>
            <a:custGeom>
              <a:avLst/>
              <a:gdLst/>
              <a:ahLst/>
              <a:cxnLst/>
              <a:rect l="l" t="t" r="r" b="b"/>
              <a:pathLst>
                <a:path w="3183" h="1198" extrusionOk="0">
                  <a:moveTo>
                    <a:pt x="1607" y="0"/>
                  </a:moveTo>
                  <a:cubicBezTo>
                    <a:pt x="820" y="0"/>
                    <a:pt x="190" y="504"/>
                    <a:pt x="1" y="1197"/>
                  </a:cubicBezTo>
                  <a:lnTo>
                    <a:pt x="3183" y="1197"/>
                  </a:lnTo>
                  <a:cubicBezTo>
                    <a:pt x="3025" y="536"/>
                    <a:pt x="2363" y="0"/>
                    <a:pt x="160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34" name="Google Shape;8134;p70"/>
            <p:cNvSpPr/>
            <p:nvPr/>
          </p:nvSpPr>
          <p:spPr>
            <a:xfrm>
              <a:off x="-59364550" y="3861525"/>
              <a:ext cx="43350" cy="40900"/>
            </a:xfrm>
            <a:custGeom>
              <a:avLst/>
              <a:gdLst/>
              <a:ahLst/>
              <a:cxnLst/>
              <a:rect l="l" t="t" r="r" b="b"/>
              <a:pathLst>
                <a:path w="1734" h="1636" extrusionOk="0">
                  <a:moveTo>
                    <a:pt x="858" y="0"/>
                  </a:moveTo>
                  <a:cubicBezTo>
                    <a:pt x="784" y="0"/>
                    <a:pt x="707" y="8"/>
                    <a:pt x="631" y="23"/>
                  </a:cubicBezTo>
                  <a:cubicBezTo>
                    <a:pt x="347" y="118"/>
                    <a:pt x="127" y="307"/>
                    <a:pt x="95" y="590"/>
                  </a:cubicBezTo>
                  <a:cubicBezTo>
                    <a:pt x="1" y="906"/>
                    <a:pt x="95" y="1189"/>
                    <a:pt x="284" y="1410"/>
                  </a:cubicBezTo>
                  <a:cubicBezTo>
                    <a:pt x="446" y="1548"/>
                    <a:pt x="658" y="1636"/>
                    <a:pt x="871" y="1636"/>
                  </a:cubicBezTo>
                  <a:cubicBezTo>
                    <a:pt x="949" y="1636"/>
                    <a:pt x="1027" y="1624"/>
                    <a:pt x="1103" y="1599"/>
                  </a:cubicBezTo>
                  <a:cubicBezTo>
                    <a:pt x="1387" y="1536"/>
                    <a:pt x="1607" y="1347"/>
                    <a:pt x="1670" y="1063"/>
                  </a:cubicBezTo>
                  <a:cubicBezTo>
                    <a:pt x="1733" y="748"/>
                    <a:pt x="1670" y="464"/>
                    <a:pt x="1450" y="244"/>
                  </a:cubicBezTo>
                  <a:cubicBezTo>
                    <a:pt x="1307" y="77"/>
                    <a:pt x="1091" y="0"/>
                    <a:pt x="85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35" name="Google Shape;8135;p70"/>
            <p:cNvSpPr/>
            <p:nvPr/>
          </p:nvSpPr>
          <p:spPr>
            <a:xfrm>
              <a:off x="-59447250" y="3706150"/>
              <a:ext cx="319000" cy="308775"/>
            </a:xfrm>
            <a:custGeom>
              <a:avLst/>
              <a:gdLst/>
              <a:ahLst/>
              <a:cxnLst/>
              <a:rect l="l" t="t" r="r" b="b"/>
              <a:pathLst>
                <a:path w="12760" h="12351" extrusionOk="0">
                  <a:moveTo>
                    <a:pt x="6428" y="820"/>
                  </a:moveTo>
                  <a:cubicBezTo>
                    <a:pt x="6900" y="820"/>
                    <a:pt x="7247" y="1166"/>
                    <a:pt x="7247" y="1639"/>
                  </a:cubicBezTo>
                  <a:lnTo>
                    <a:pt x="7247" y="4128"/>
                  </a:lnTo>
                  <a:lnTo>
                    <a:pt x="5609" y="4128"/>
                  </a:lnTo>
                  <a:lnTo>
                    <a:pt x="5609" y="1639"/>
                  </a:lnTo>
                  <a:cubicBezTo>
                    <a:pt x="5609" y="1166"/>
                    <a:pt x="5955" y="820"/>
                    <a:pt x="6428" y="820"/>
                  </a:cubicBezTo>
                  <a:close/>
                  <a:moveTo>
                    <a:pt x="10681" y="6616"/>
                  </a:moveTo>
                  <a:cubicBezTo>
                    <a:pt x="10901" y="6616"/>
                    <a:pt x="11059" y="6805"/>
                    <a:pt x="11059" y="6994"/>
                  </a:cubicBezTo>
                  <a:cubicBezTo>
                    <a:pt x="11122" y="7247"/>
                    <a:pt x="10901" y="7436"/>
                    <a:pt x="10681" y="7436"/>
                  </a:cubicBezTo>
                  <a:lnTo>
                    <a:pt x="8192" y="7436"/>
                  </a:lnTo>
                  <a:cubicBezTo>
                    <a:pt x="7971" y="7436"/>
                    <a:pt x="7751" y="7247"/>
                    <a:pt x="7751" y="6994"/>
                  </a:cubicBezTo>
                  <a:cubicBezTo>
                    <a:pt x="7751" y="6742"/>
                    <a:pt x="7971" y="6616"/>
                    <a:pt x="8192" y="6616"/>
                  </a:cubicBezTo>
                  <a:close/>
                  <a:moveTo>
                    <a:pt x="10681" y="8255"/>
                  </a:moveTo>
                  <a:cubicBezTo>
                    <a:pt x="10901" y="8255"/>
                    <a:pt x="11059" y="8444"/>
                    <a:pt x="11059" y="8696"/>
                  </a:cubicBezTo>
                  <a:cubicBezTo>
                    <a:pt x="11122" y="8885"/>
                    <a:pt x="10901" y="9074"/>
                    <a:pt x="10681" y="9074"/>
                  </a:cubicBezTo>
                  <a:lnTo>
                    <a:pt x="8192" y="9074"/>
                  </a:lnTo>
                  <a:cubicBezTo>
                    <a:pt x="7971" y="9074"/>
                    <a:pt x="7751" y="8885"/>
                    <a:pt x="7751" y="8696"/>
                  </a:cubicBezTo>
                  <a:cubicBezTo>
                    <a:pt x="7751" y="8444"/>
                    <a:pt x="7971" y="8255"/>
                    <a:pt x="8192" y="8255"/>
                  </a:cubicBezTo>
                  <a:close/>
                  <a:moveTo>
                    <a:pt x="4233" y="5360"/>
                  </a:moveTo>
                  <a:cubicBezTo>
                    <a:pt x="4671" y="5360"/>
                    <a:pt x="5082" y="5531"/>
                    <a:pt x="5388" y="5860"/>
                  </a:cubicBezTo>
                  <a:cubicBezTo>
                    <a:pt x="5829" y="6301"/>
                    <a:pt x="5987" y="6868"/>
                    <a:pt x="5829" y="7467"/>
                  </a:cubicBezTo>
                  <a:cubicBezTo>
                    <a:pt x="5766" y="7751"/>
                    <a:pt x="5640" y="7971"/>
                    <a:pt x="5451" y="8192"/>
                  </a:cubicBezTo>
                  <a:cubicBezTo>
                    <a:pt x="6176" y="8601"/>
                    <a:pt x="6711" y="9389"/>
                    <a:pt x="6711" y="10334"/>
                  </a:cubicBezTo>
                  <a:cubicBezTo>
                    <a:pt x="6711" y="10555"/>
                    <a:pt x="6491" y="10744"/>
                    <a:pt x="6270" y="10744"/>
                  </a:cubicBezTo>
                  <a:lnTo>
                    <a:pt x="2143" y="10744"/>
                  </a:lnTo>
                  <a:cubicBezTo>
                    <a:pt x="1891" y="10744"/>
                    <a:pt x="1733" y="10555"/>
                    <a:pt x="1733" y="10303"/>
                  </a:cubicBezTo>
                  <a:cubicBezTo>
                    <a:pt x="1733" y="9357"/>
                    <a:pt x="2238" y="8570"/>
                    <a:pt x="3025" y="8129"/>
                  </a:cubicBezTo>
                  <a:cubicBezTo>
                    <a:pt x="2647" y="7688"/>
                    <a:pt x="2490" y="7121"/>
                    <a:pt x="2647" y="6553"/>
                  </a:cubicBezTo>
                  <a:cubicBezTo>
                    <a:pt x="2805" y="6018"/>
                    <a:pt x="3246" y="5577"/>
                    <a:pt x="3781" y="5419"/>
                  </a:cubicBezTo>
                  <a:cubicBezTo>
                    <a:pt x="3933" y="5379"/>
                    <a:pt x="4084" y="5360"/>
                    <a:pt x="4233" y="5360"/>
                  </a:cubicBezTo>
                  <a:close/>
                  <a:moveTo>
                    <a:pt x="10681" y="9893"/>
                  </a:moveTo>
                  <a:cubicBezTo>
                    <a:pt x="10901" y="9893"/>
                    <a:pt x="11059" y="10113"/>
                    <a:pt x="11059" y="10303"/>
                  </a:cubicBezTo>
                  <a:cubicBezTo>
                    <a:pt x="11122" y="10555"/>
                    <a:pt x="10901" y="10744"/>
                    <a:pt x="10681" y="10744"/>
                  </a:cubicBezTo>
                  <a:lnTo>
                    <a:pt x="8192" y="10744"/>
                  </a:lnTo>
                  <a:cubicBezTo>
                    <a:pt x="7971" y="10744"/>
                    <a:pt x="7751" y="10555"/>
                    <a:pt x="7751" y="10303"/>
                  </a:cubicBezTo>
                  <a:cubicBezTo>
                    <a:pt x="7751" y="10050"/>
                    <a:pt x="7971" y="9893"/>
                    <a:pt x="8192" y="9893"/>
                  </a:cubicBezTo>
                  <a:close/>
                  <a:moveTo>
                    <a:pt x="6396" y="0"/>
                  </a:moveTo>
                  <a:cubicBezTo>
                    <a:pt x="5483" y="0"/>
                    <a:pt x="4726" y="725"/>
                    <a:pt x="4726" y="1639"/>
                  </a:cubicBezTo>
                  <a:lnTo>
                    <a:pt x="4726" y="2458"/>
                  </a:lnTo>
                  <a:lnTo>
                    <a:pt x="1261" y="2458"/>
                  </a:lnTo>
                  <a:cubicBezTo>
                    <a:pt x="599" y="2458"/>
                    <a:pt x="1" y="3025"/>
                    <a:pt x="1" y="3686"/>
                  </a:cubicBezTo>
                  <a:lnTo>
                    <a:pt x="1" y="11122"/>
                  </a:lnTo>
                  <a:cubicBezTo>
                    <a:pt x="1" y="11815"/>
                    <a:pt x="568" y="12350"/>
                    <a:pt x="1261" y="12350"/>
                  </a:cubicBezTo>
                  <a:lnTo>
                    <a:pt x="11468" y="12350"/>
                  </a:lnTo>
                  <a:cubicBezTo>
                    <a:pt x="12130" y="12350"/>
                    <a:pt x="12697" y="11815"/>
                    <a:pt x="12697" y="11122"/>
                  </a:cubicBezTo>
                  <a:lnTo>
                    <a:pt x="12697" y="3686"/>
                  </a:lnTo>
                  <a:cubicBezTo>
                    <a:pt x="12760" y="3025"/>
                    <a:pt x="12162" y="2458"/>
                    <a:pt x="11500" y="2458"/>
                  </a:cubicBezTo>
                  <a:lnTo>
                    <a:pt x="8034" y="2458"/>
                  </a:lnTo>
                  <a:lnTo>
                    <a:pt x="8034" y="1639"/>
                  </a:lnTo>
                  <a:cubicBezTo>
                    <a:pt x="8034" y="725"/>
                    <a:pt x="7278" y="0"/>
                    <a:pt x="639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36" name="Google Shape;8136;p70"/>
            <p:cNvSpPr/>
            <p:nvPr/>
          </p:nvSpPr>
          <p:spPr>
            <a:xfrm>
              <a:off x="-59293650" y="3740025"/>
              <a:ext cx="14175" cy="14200"/>
            </a:xfrm>
            <a:custGeom>
              <a:avLst/>
              <a:gdLst/>
              <a:ahLst/>
              <a:cxnLst/>
              <a:rect l="l" t="t" r="r" b="b"/>
              <a:pathLst>
                <a:path w="567" h="568" extrusionOk="0">
                  <a:moveTo>
                    <a:pt x="284" y="0"/>
                  </a:moveTo>
                  <a:cubicBezTo>
                    <a:pt x="126" y="0"/>
                    <a:pt x="0" y="126"/>
                    <a:pt x="0" y="284"/>
                  </a:cubicBezTo>
                  <a:cubicBezTo>
                    <a:pt x="0" y="441"/>
                    <a:pt x="126" y="567"/>
                    <a:pt x="284" y="567"/>
                  </a:cubicBezTo>
                  <a:cubicBezTo>
                    <a:pt x="441" y="567"/>
                    <a:pt x="567" y="441"/>
                    <a:pt x="567" y="284"/>
                  </a:cubicBezTo>
                  <a:cubicBezTo>
                    <a:pt x="567" y="126"/>
                    <a:pt x="441" y="0"/>
                    <a:pt x="28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137" name="Google Shape;8137;p70"/>
          <p:cNvGrpSpPr/>
          <p:nvPr/>
        </p:nvGrpSpPr>
        <p:grpSpPr>
          <a:xfrm>
            <a:off x="2318085" y="2045248"/>
            <a:ext cx="490915" cy="485632"/>
            <a:chOff x="-64406125" y="3362225"/>
            <a:chExt cx="318225" cy="314800"/>
          </a:xfrm>
        </p:grpSpPr>
        <p:sp>
          <p:nvSpPr>
            <p:cNvPr id="8138" name="Google Shape;8138;p70"/>
            <p:cNvSpPr/>
            <p:nvPr/>
          </p:nvSpPr>
          <p:spPr>
            <a:xfrm>
              <a:off x="-64332100" y="3362225"/>
              <a:ext cx="170150" cy="199025"/>
            </a:xfrm>
            <a:custGeom>
              <a:avLst/>
              <a:gdLst/>
              <a:ahLst/>
              <a:cxnLst/>
              <a:rect l="l" t="t" r="r" b="b"/>
              <a:pathLst>
                <a:path w="6806" h="7961" extrusionOk="0">
                  <a:moveTo>
                    <a:pt x="4506" y="3266"/>
                  </a:moveTo>
                  <a:cubicBezTo>
                    <a:pt x="4569" y="3266"/>
                    <a:pt x="4601" y="3298"/>
                    <a:pt x="4632" y="3298"/>
                  </a:cubicBezTo>
                  <a:lnTo>
                    <a:pt x="5577" y="4621"/>
                  </a:lnTo>
                  <a:cubicBezTo>
                    <a:pt x="5420" y="5881"/>
                    <a:pt x="4664" y="7110"/>
                    <a:pt x="3403" y="7110"/>
                  </a:cubicBezTo>
                  <a:cubicBezTo>
                    <a:pt x="2206" y="7110"/>
                    <a:pt x="1419" y="5944"/>
                    <a:pt x="1261" y="4621"/>
                  </a:cubicBezTo>
                  <a:lnTo>
                    <a:pt x="2206" y="3298"/>
                  </a:lnTo>
                  <a:cubicBezTo>
                    <a:pt x="2238" y="3266"/>
                    <a:pt x="2269" y="3266"/>
                    <a:pt x="2301" y="3266"/>
                  </a:cubicBezTo>
                  <a:close/>
                  <a:moveTo>
                    <a:pt x="4055" y="1"/>
                  </a:moveTo>
                  <a:cubicBezTo>
                    <a:pt x="3400" y="1"/>
                    <a:pt x="2703" y="167"/>
                    <a:pt x="2049" y="494"/>
                  </a:cubicBezTo>
                  <a:cubicBezTo>
                    <a:pt x="1957" y="483"/>
                    <a:pt x="1867" y="478"/>
                    <a:pt x="1779" y="478"/>
                  </a:cubicBezTo>
                  <a:cubicBezTo>
                    <a:pt x="1354" y="478"/>
                    <a:pt x="976" y="600"/>
                    <a:pt x="662" y="809"/>
                  </a:cubicBezTo>
                  <a:cubicBezTo>
                    <a:pt x="347" y="1061"/>
                    <a:pt x="1" y="1534"/>
                    <a:pt x="1" y="2384"/>
                  </a:cubicBezTo>
                  <a:cubicBezTo>
                    <a:pt x="1" y="2857"/>
                    <a:pt x="95" y="3613"/>
                    <a:pt x="347" y="4621"/>
                  </a:cubicBezTo>
                  <a:cubicBezTo>
                    <a:pt x="473" y="4810"/>
                    <a:pt x="536" y="6070"/>
                    <a:pt x="1482" y="7078"/>
                  </a:cubicBezTo>
                  <a:cubicBezTo>
                    <a:pt x="2049" y="7646"/>
                    <a:pt x="2710" y="7961"/>
                    <a:pt x="3403" y="7961"/>
                  </a:cubicBezTo>
                  <a:cubicBezTo>
                    <a:pt x="5136" y="7961"/>
                    <a:pt x="6207" y="6417"/>
                    <a:pt x="6396" y="4621"/>
                  </a:cubicBezTo>
                  <a:cubicBezTo>
                    <a:pt x="6554" y="4085"/>
                    <a:pt x="6774" y="3046"/>
                    <a:pt x="6806" y="2447"/>
                  </a:cubicBezTo>
                  <a:cubicBezTo>
                    <a:pt x="6806" y="1565"/>
                    <a:pt x="6459" y="872"/>
                    <a:pt x="5703" y="431"/>
                  </a:cubicBezTo>
                  <a:cubicBezTo>
                    <a:pt x="5234" y="143"/>
                    <a:pt x="4662" y="1"/>
                    <a:pt x="405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39" name="Google Shape;8139;p70"/>
            <p:cNvSpPr/>
            <p:nvPr/>
          </p:nvSpPr>
          <p:spPr>
            <a:xfrm>
              <a:off x="-64406125" y="3559050"/>
              <a:ext cx="318225" cy="117975"/>
            </a:xfrm>
            <a:custGeom>
              <a:avLst/>
              <a:gdLst/>
              <a:ahLst/>
              <a:cxnLst/>
              <a:rect l="l" t="t" r="r" b="b"/>
              <a:pathLst>
                <a:path w="12729" h="4719" extrusionOk="0">
                  <a:moveTo>
                    <a:pt x="4474" y="1001"/>
                  </a:moveTo>
                  <a:lnTo>
                    <a:pt x="5797" y="2293"/>
                  </a:lnTo>
                  <a:lnTo>
                    <a:pt x="5199" y="2891"/>
                  </a:lnTo>
                  <a:lnTo>
                    <a:pt x="4002" y="1159"/>
                  </a:lnTo>
                  <a:cubicBezTo>
                    <a:pt x="4159" y="1096"/>
                    <a:pt x="4380" y="1064"/>
                    <a:pt x="4474" y="1001"/>
                  </a:cubicBezTo>
                  <a:close/>
                  <a:moveTo>
                    <a:pt x="8318" y="1001"/>
                  </a:moveTo>
                  <a:cubicBezTo>
                    <a:pt x="8475" y="1064"/>
                    <a:pt x="8633" y="1159"/>
                    <a:pt x="8790" y="1190"/>
                  </a:cubicBezTo>
                  <a:lnTo>
                    <a:pt x="7593" y="2891"/>
                  </a:lnTo>
                  <a:lnTo>
                    <a:pt x="6995" y="2293"/>
                  </a:lnTo>
                  <a:lnTo>
                    <a:pt x="8318" y="1001"/>
                  </a:lnTo>
                  <a:close/>
                  <a:moveTo>
                    <a:pt x="10681" y="3112"/>
                  </a:moveTo>
                  <a:cubicBezTo>
                    <a:pt x="10901" y="3112"/>
                    <a:pt x="11059" y="3301"/>
                    <a:pt x="11059" y="3553"/>
                  </a:cubicBezTo>
                  <a:cubicBezTo>
                    <a:pt x="11059" y="3742"/>
                    <a:pt x="10870" y="3931"/>
                    <a:pt x="10681" y="3931"/>
                  </a:cubicBezTo>
                  <a:lnTo>
                    <a:pt x="9578" y="3931"/>
                  </a:lnTo>
                  <a:cubicBezTo>
                    <a:pt x="9326" y="3931"/>
                    <a:pt x="9137" y="3742"/>
                    <a:pt x="9137" y="3553"/>
                  </a:cubicBezTo>
                  <a:cubicBezTo>
                    <a:pt x="9137" y="3301"/>
                    <a:pt x="9326" y="3112"/>
                    <a:pt x="9578" y="3112"/>
                  </a:cubicBezTo>
                  <a:close/>
                  <a:moveTo>
                    <a:pt x="4458" y="1"/>
                  </a:moveTo>
                  <a:cubicBezTo>
                    <a:pt x="4348" y="1"/>
                    <a:pt x="4238" y="40"/>
                    <a:pt x="4159" y="119"/>
                  </a:cubicBezTo>
                  <a:cubicBezTo>
                    <a:pt x="4065" y="245"/>
                    <a:pt x="3939" y="308"/>
                    <a:pt x="3781" y="308"/>
                  </a:cubicBezTo>
                  <a:lnTo>
                    <a:pt x="2395" y="308"/>
                  </a:lnTo>
                  <a:cubicBezTo>
                    <a:pt x="914" y="308"/>
                    <a:pt x="0" y="1442"/>
                    <a:pt x="0" y="2639"/>
                  </a:cubicBezTo>
                  <a:lnTo>
                    <a:pt x="0" y="4341"/>
                  </a:lnTo>
                  <a:cubicBezTo>
                    <a:pt x="0" y="4561"/>
                    <a:pt x="189" y="4719"/>
                    <a:pt x="441" y="4719"/>
                  </a:cubicBezTo>
                  <a:lnTo>
                    <a:pt x="12287" y="4719"/>
                  </a:lnTo>
                  <a:cubicBezTo>
                    <a:pt x="12508" y="4719"/>
                    <a:pt x="12665" y="4530"/>
                    <a:pt x="12665" y="4341"/>
                  </a:cubicBezTo>
                  <a:lnTo>
                    <a:pt x="12665" y="2639"/>
                  </a:lnTo>
                  <a:cubicBezTo>
                    <a:pt x="12728" y="1474"/>
                    <a:pt x="11783" y="371"/>
                    <a:pt x="10303" y="371"/>
                  </a:cubicBezTo>
                  <a:lnTo>
                    <a:pt x="8948" y="371"/>
                  </a:lnTo>
                  <a:cubicBezTo>
                    <a:pt x="8727" y="371"/>
                    <a:pt x="8664" y="277"/>
                    <a:pt x="8538" y="151"/>
                  </a:cubicBezTo>
                  <a:cubicBezTo>
                    <a:pt x="8456" y="52"/>
                    <a:pt x="8339" y="5"/>
                    <a:pt x="8219" y="5"/>
                  </a:cubicBezTo>
                  <a:cubicBezTo>
                    <a:pt x="8110" y="5"/>
                    <a:pt x="7998" y="44"/>
                    <a:pt x="7908" y="119"/>
                  </a:cubicBezTo>
                  <a:lnTo>
                    <a:pt x="6333" y="1694"/>
                  </a:lnTo>
                  <a:lnTo>
                    <a:pt x="4758" y="119"/>
                  </a:lnTo>
                  <a:cubicBezTo>
                    <a:pt x="4679" y="40"/>
                    <a:pt x="4569" y="1"/>
                    <a:pt x="445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8140" name="Google Shape;8140;p70"/>
          <p:cNvSpPr/>
          <p:nvPr/>
        </p:nvSpPr>
        <p:spPr>
          <a:xfrm>
            <a:off x="2402361" y="2633868"/>
            <a:ext cx="322032" cy="489681"/>
          </a:xfrm>
          <a:custGeom>
            <a:avLst/>
            <a:gdLst/>
            <a:ahLst/>
            <a:cxnLst/>
            <a:rect l="l" t="t" r="r" b="b"/>
            <a:pathLst>
              <a:path w="8350" h="12697" extrusionOk="0">
                <a:moveTo>
                  <a:pt x="4222" y="1166"/>
                </a:moveTo>
                <a:cubicBezTo>
                  <a:pt x="4443" y="1166"/>
                  <a:pt x="4600" y="1386"/>
                  <a:pt x="4600" y="1607"/>
                </a:cubicBezTo>
                <a:lnTo>
                  <a:pt x="4600" y="1890"/>
                </a:lnTo>
                <a:cubicBezTo>
                  <a:pt x="5073" y="2048"/>
                  <a:pt x="5451" y="2520"/>
                  <a:pt x="5451" y="3088"/>
                </a:cubicBezTo>
                <a:cubicBezTo>
                  <a:pt x="5451" y="3308"/>
                  <a:pt x="5231" y="3497"/>
                  <a:pt x="5010" y="3497"/>
                </a:cubicBezTo>
                <a:cubicBezTo>
                  <a:pt x="4758" y="3497"/>
                  <a:pt x="4600" y="3308"/>
                  <a:pt x="4600" y="3088"/>
                </a:cubicBezTo>
                <a:cubicBezTo>
                  <a:pt x="4600" y="2835"/>
                  <a:pt x="4411" y="2678"/>
                  <a:pt x="4222" y="2678"/>
                </a:cubicBezTo>
                <a:cubicBezTo>
                  <a:pt x="3970" y="2678"/>
                  <a:pt x="3781" y="2867"/>
                  <a:pt x="3781" y="3088"/>
                </a:cubicBezTo>
                <a:cubicBezTo>
                  <a:pt x="3781" y="3308"/>
                  <a:pt x="4096" y="3529"/>
                  <a:pt x="4443" y="3781"/>
                </a:cubicBezTo>
                <a:cubicBezTo>
                  <a:pt x="4884" y="4096"/>
                  <a:pt x="5451" y="4505"/>
                  <a:pt x="5451" y="5167"/>
                </a:cubicBezTo>
                <a:cubicBezTo>
                  <a:pt x="5451" y="5702"/>
                  <a:pt x="5073" y="6143"/>
                  <a:pt x="4600" y="6333"/>
                </a:cubicBezTo>
                <a:lnTo>
                  <a:pt x="4600" y="6616"/>
                </a:lnTo>
                <a:cubicBezTo>
                  <a:pt x="4600" y="6868"/>
                  <a:pt x="4411" y="7026"/>
                  <a:pt x="4222" y="7026"/>
                </a:cubicBezTo>
                <a:cubicBezTo>
                  <a:pt x="3970" y="7026"/>
                  <a:pt x="3781" y="6805"/>
                  <a:pt x="3781" y="6616"/>
                </a:cubicBezTo>
                <a:lnTo>
                  <a:pt x="3781" y="6333"/>
                </a:lnTo>
                <a:cubicBezTo>
                  <a:pt x="3309" y="6143"/>
                  <a:pt x="2962" y="5702"/>
                  <a:pt x="2962" y="5167"/>
                </a:cubicBezTo>
                <a:cubicBezTo>
                  <a:pt x="2962" y="4915"/>
                  <a:pt x="3151" y="4757"/>
                  <a:pt x="3372" y="4757"/>
                </a:cubicBezTo>
                <a:cubicBezTo>
                  <a:pt x="3624" y="4757"/>
                  <a:pt x="3781" y="4978"/>
                  <a:pt x="3781" y="5167"/>
                </a:cubicBezTo>
                <a:cubicBezTo>
                  <a:pt x="3781" y="5387"/>
                  <a:pt x="3970" y="5608"/>
                  <a:pt x="4222" y="5608"/>
                </a:cubicBezTo>
                <a:cubicBezTo>
                  <a:pt x="4443" y="5608"/>
                  <a:pt x="4600" y="5387"/>
                  <a:pt x="4600" y="5167"/>
                </a:cubicBezTo>
                <a:cubicBezTo>
                  <a:pt x="4600" y="4915"/>
                  <a:pt x="4285" y="4694"/>
                  <a:pt x="3939" y="4442"/>
                </a:cubicBezTo>
                <a:cubicBezTo>
                  <a:pt x="3498" y="4127"/>
                  <a:pt x="2962" y="3749"/>
                  <a:pt x="2962" y="3088"/>
                </a:cubicBezTo>
                <a:cubicBezTo>
                  <a:pt x="2962" y="2520"/>
                  <a:pt x="3309" y="2079"/>
                  <a:pt x="3781" y="1890"/>
                </a:cubicBezTo>
                <a:lnTo>
                  <a:pt x="3781" y="1607"/>
                </a:lnTo>
                <a:cubicBezTo>
                  <a:pt x="3781" y="1386"/>
                  <a:pt x="3970" y="1166"/>
                  <a:pt x="4222" y="1166"/>
                </a:cubicBezTo>
                <a:close/>
                <a:moveTo>
                  <a:pt x="4222" y="0"/>
                </a:moveTo>
                <a:cubicBezTo>
                  <a:pt x="1923" y="0"/>
                  <a:pt x="64" y="1859"/>
                  <a:pt x="64" y="4127"/>
                </a:cubicBezTo>
                <a:cubicBezTo>
                  <a:pt x="64" y="6270"/>
                  <a:pt x="1733" y="8034"/>
                  <a:pt x="3781" y="8223"/>
                </a:cubicBezTo>
                <a:lnTo>
                  <a:pt x="3781" y="9767"/>
                </a:lnTo>
                <a:cubicBezTo>
                  <a:pt x="3655" y="9609"/>
                  <a:pt x="3529" y="9483"/>
                  <a:pt x="3372" y="9325"/>
                </a:cubicBezTo>
                <a:cubicBezTo>
                  <a:pt x="2647" y="8601"/>
                  <a:pt x="1576" y="8128"/>
                  <a:pt x="442" y="8128"/>
                </a:cubicBezTo>
                <a:cubicBezTo>
                  <a:pt x="190" y="8128"/>
                  <a:pt x="32" y="8317"/>
                  <a:pt x="32" y="8506"/>
                </a:cubicBezTo>
                <a:cubicBezTo>
                  <a:pt x="1" y="9609"/>
                  <a:pt x="442" y="10617"/>
                  <a:pt x="1261" y="11468"/>
                </a:cubicBezTo>
                <a:cubicBezTo>
                  <a:pt x="2049" y="12255"/>
                  <a:pt x="3057" y="12696"/>
                  <a:pt x="4096" y="12696"/>
                </a:cubicBezTo>
                <a:lnTo>
                  <a:pt x="4159" y="12696"/>
                </a:lnTo>
                <a:cubicBezTo>
                  <a:pt x="5231" y="12696"/>
                  <a:pt x="6302" y="12287"/>
                  <a:pt x="7089" y="11468"/>
                </a:cubicBezTo>
                <a:cubicBezTo>
                  <a:pt x="7877" y="10680"/>
                  <a:pt x="8318" y="9641"/>
                  <a:pt x="8318" y="8506"/>
                </a:cubicBezTo>
                <a:cubicBezTo>
                  <a:pt x="8350" y="8317"/>
                  <a:pt x="8160" y="8128"/>
                  <a:pt x="7940" y="8128"/>
                </a:cubicBezTo>
                <a:cubicBezTo>
                  <a:pt x="7871" y="8124"/>
                  <a:pt x="7801" y="8122"/>
                  <a:pt x="7733" y="8122"/>
                </a:cubicBezTo>
                <a:cubicBezTo>
                  <a:pt x="6711" y="8122"/>
                  <a:pt x="5778" y="8558"/>
                  <a:pt x="5010" y="9325"/>
                </a:cubicBezTo>
                <a:cubicBezTo>
                  <a:pt x="4852" y="9483"/>
                  <a:pt x="4726" y="9609"/>
                  <a:pt x="4600" y="9767"/>
                </a:cubicBezTo>
                <a:lnTo>
                  <a:pt x="4600" y="8223"/>
                </a:lnTo>
                <a:cubicBezTo>
                  <a:pt x="6680" y="8034"/>
                  <a:pt x="8350" y="6270"/>
                  <a:pt x="8350" y="4127"/>
                </a:cubicBezTo>
                <a:cubicBezTo>
                  <a:pt x="8350" y="1859"/>
                  <a:pt x="6491" y="0"/>
                  <a:pt x="422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8141" name="Google Shape;8141;p70"/>
          <p:cNvGrpSpPr/>
          <p:nvPr/>
        </p:nvGrpSpPr>
        <p:grpSpPr>
          <a:xfrm>
            <a:off x="2318704" y="3206375"/>
            <a:ext cx="489681" cy="488485"/>
            <a:chOff x="-64410850" y="4094450"/>
            <a:chExt cx="317425" cy="316650"/>
          </a:xfrm>
        </p:grpSpPr>
        <p:sp>
          <p:nvSpPr>
            <p:cNvPr id="8142" name="Google Shape;8142;p70"/>
            <p:cNvSpPr/>
            <p:nvPr/>
          </p:nvSpPr>
          <p:spPr>
            <a:xfrm>
              <a:off x="-64410850" y="4348850"/>
              <a:ext cx="317425" cy="62250"/>
            </a:xfrm>
            <a:custGeom>
              <a:avLst/>
              <a:gdLst/>
              <a:ahLst/>
              <a:cxnLst/>
              <a:rect l="l" t="t" r="r" b="b"/>
              <a:pathLst>
                <a:path w="12697" h="2490" extrusionOk="0">
                  <a:moveTo>
                    <a:pt x="3403" y="0"/>
                  </a:moveTo>
                  <a:cubicBezTo>
                    <a:pt x="2741" y="0"/>
                    <a:pt x="2206" y="536"/>
                    <a:pt x="2206" y="1229"/>
                  </a:cubicBezTo>
                  <a:lnTo>
                    <a:pt x="2206" y="1639"/>
                  </a:lnTo>
                  <a:lnTo>
                    <a:pt x="410" y="1639"/>
                  </a:lnTo>
                  <a:cubicBezTo>
                    <a:pt x="189" y="1639"/>
                    <a:pt x="0" y="1859"/>
                    <a:pt x="0" y="2048"/>
                  </a:cubicBezTo>
                  <a:cubicBezTo>
                    <a:pt x="0" y="2269"/>
                    <a:pt x="189" y="2489"/>
                    <a:pt x="410" y="2489"/>
                  </a:cubicBezTo>
                  <a:lnTo>
                    <a:pt x="12287" y="2489"/>
                  </a:lnTo>
                  <a:cubicBezTo>
                    <a:pt x="12508" y="2489"/>
                    <a:pt x="12697" y="2269"/>
                    <a:pt x="12697" y="2048"/>
                  </a:cubicBezTo>
                  <a:cubicBezTo>
                    <a:pt x="12634" y="1859"/>
                    <a:pt x="12445" y="1639"/>
                    <a:pt x="12193" y="1639"/>
                  </a:cubicBezTo>
                  <a:lnTo>
                    <a:pt x="10429" y="1639"/>
                  </a:lnTo>
                  <a:lnTo>
                    <a:pt x="10429" y="1229"/>
                  </a:lnTo>
                  <a:cubicBezTo>
                    <a:pt x="10429" y="536"/>
                    <a:pt x="9861" y="0"/>
                    <a:pt x="920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43" name="Google Shape;8143;p70"/>
            <p:cNvSpPr/>
            <p:nvPr/>
          </p:nvSpPr>
          <p:spPr>
            <a:xfrm>
              <a:off x="-64315550" y="4094450"/>
              <a:ext cx="122100" cy="192200"/>
            </a:xfrm>
            <a:custGeom>
              <a:avLst/>
              <a:gdLst/>
              <a:ahLst/>
              <a:cxnLst/>
              <a:rect l="l" t="t" r="r" b="b"/>
              <a:pathLst>
                <a:path w="4884" h="7688" extrusionOk="0">
                  <a:moveTo>
                    <a:pt x="2489" y="0"/>
                  </a:moveTo>
                  <a:cubicBezTo>
                    <a:pt x="2269" y="0"/>
                    <a:pt x="2080" y="189"/>
                    <a:pt x="2080" y="410"/>
                  </a:cubicBezTo>
                  <a:lnTo>
                    <a:pt x="2080" y="819"/>
                  </a:lnTo>
                  <a:lnTo>
                    <a:pt x="1639" y="819"/>
                  </a:lnTo>
                  <a:cubicBezTo>
                    <a:pt x="1418" y="819"/>
                    <a:pt x="1261" y="1040"/>
                    <a:pt x="1261" y="1229"/>
                  </a:cubicBezTo>
                  <a:cubicBezTo>
                    <a:pt x="1261" y="1450"/>
                    <a:pt x="1450" y="1670"/>
                    <a:pt x="1639" y="1670"/>
                  </a:cubicBezTo>
                  <a:lnTo>
                    <a:pt x="2080" y="1670"/>
                  </a:lnTo>
                  <a:lnTo>
                    <a:pt x="2080" y="2489"/>
                  </a:lnTo>
                  <a:lnTo>
                    <a:pt x="1481" y="2489"/>
                  </a:lnTo>
                  <a:cubicBezTo>
                    <a:pt x="820" y="2489"/>
                    <a:pt x="347" y="3151"/>
                    <a:pt x="599" y="3781"/>
                  </a:cubicBezTo>
                  <a:cubicBezTo>
                    <a:pt x="662" y="3970"/>
                    <a:pt x="694" y="4222"/>
                    <a:pt x="788" y="4411"/>
                  </a:cubicBezTo>
                  <a:lnTo>
                    <a:pt x="473" y="4411"/>
                  </a:lnTo>
                  <a:cubicBezTo>
                    <a:pt x="221" y="4411"/>
                    <a:pt x="63" y="4632"/>
                    <a:pt x="63" y="4821"/>
                  </a:cubicBezTo>
                  <a:cubicBezTo>
                    <a:pt x="0" y="5010"/>
                    <a:pt x="158" y="5199"/>
                    <a:pt x="379" y="5199"/>
                  </a:cubicBezTo>
                  <a:lnTo>
                    <a:pt x="820" y="5199"/>
                  </a:lnTo>
                  <a:cubicBezTo>
                    <a:pt x="851" y="6081"/>
                    <a:pt x="694" y="6900"/>
                    <a:pt x="316" y="7687"/>
                  </a:cubicBezTo>
                  <a:lnTo>
                    <a:pt x="4569" y="7687"/>
                  </a:lnTo>
                  <a:cubicBezTo>
                    <a:pt x="4159" y="6900"/>
                    <a:pt x="4002" y="6081"/>
                    <a:pt x="4065" y="5199"/>
                  </a:cubicBezTo>
                  <a:lnTo>
                    <a:pt x="4474" y="5199"/>
                  </a:lnTo>
                  <a:cubicBezTo>
                    <a:pt x="4726" y="5199"/>
                    <a:pt x="4884" y="5010"/>
                    <a:pt x="4884" y="4821"/>
                  </a:cubicBezTo>
                  <a:cubicBezTo>
                    <a:pt x="4884" y="4568"/>
                    <a:pt x="4695" y="4411"/>
                    <a:pt x="4474" y="4411"/>
                  </a:cubicBezTo>
                  <a:lnTo>
                    <a:pt x="4159" y="4411"/>
                  </a:lnTo>
                  <a:cubicBezTo>
                    <a:pt x="4222" y="4222"/>
                    <a:pt x="4285" y="3970"/>
                    <a:pt x="4380" y="3781"/>
                  </a:cubicBezTo>
                  <a:cubicBezTo>
                    <a:pt x="4600" y="3151"/>
                    <a:pt x="4128" y="2489"/>
                    <a:pt x="3466" y="2489"/>
                  </a:cubicBezTo>
                  <a:lnTo>
                    <a:pt x="2867" y="2489"/>
                  </a:lnTo>
                  <a:lnTo>
                    <a:pt x="2867" y="1670"/>
                  </a:lnTo>
                  <a:lnTo>
                    <a:pt x="3309" y="1670"/>
                  </a:lnTo>
                  <a:cubicBezTo>
                    <a:pt x="3561" y="1670"/>
                    <a:pt x="3687" y="1450"/>
                    <a:pt x="3687" y="1229"/>
                  </a:cubicBezTo>
                  <a:cubicBezTo>
                    <a:pt x="3687" y="977"/>
                    <a:pt x="3498" y="819"/>
                    <a:pt x="3309" y="819"/>
                  </a:cubicBezTo>
                  <a:lnTo>
                    <a:pt x="2867" y="819"/>
                  </a:lnTo>
                  <a:lnTo>
                    <a:pt x="2867" y="410"/>
                  </a:lnTo>
                  <a:cubicBezTo>
                    <a:pt x="2867" y="158"/>
                    <a:pt x="2678" y="0"/>
                    <a:pt x="248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44" name="Google Shape;8144;p70"/>
            <p:cNvSpPr/>
            <p:nvPr/>
          </p:nvSpPr>
          <p:spPr>
            <a:xfrm>
              <a:off x="-64335250" y="4307100"/>
              <a:ext cx="161500" cy="21300"/>
            </a:xfrm>
            <a:custGeom>
              <a:avLst/>
              <a:gdLst/>
              <a:ahLst/>
              <a:cxnLst/>
              <a:rect l="l" t="t" r="r" b="b"/>
              <a:pathLst>
                <a:path w="6460" h="852" extrusionOk="0">
                  <a:moveTo>
                    <a:pt x="1167" y="1"/>
                  </a:moveTo>
                  <a:cubicBezTo>
                    <a:pt x="631" y="1"/>
                    <a:pt x="190" y="379"/>
                    <a:pt x="1" y="851"/>
                  </a:cubicBezTo>
                  <a:lnTo>
                    <a:pt x="6459" y="851"/>
                  </a:lnTo>
                  <a:cubicBezTo>
                    <a:pt x="6302" y="379"/>
                    <a:pt x="5861" y="1"/>
                    <a:pt x="532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8145" name="Google Shape;8145;p70"/>
          <p:cNvSpPr/>
          <p:nvPr/>
        </p:nvSpPr>
        <p:spPr>
          <a:xfrm>
            <a:off x="5310996" y="2043067"/>
            <a:ext cx="426509" cy="489951"/>
          </a:xfrm>
          <a:custGeom>
            <a:avLst/>
            <a:gdLst/>
            <a:ahLst/>
            <a:cxnLst/>
            <a:rect l="l" t="t" r="r" b="b"/>
            <a:pathLst>
              <a:path w="11059" h="12704" extrusionOk="0">
                <a:moveTo>
                  <a:pt x="5545" y="3449"/>
                </a:moveTo>
                <a:cubicBezTo>
                  <a:pt x="5797" y="3449"/>
                  <a:pt x="5955" y="3638"/>
                  <a:pt x="5955" y="3859"/>
                </a:cubicBezTo>
                <a:lnTo>
                  <a:pt x="5955" y="4111"/>
                </a:lnTo>
                <a:cubicBezTo>
                  <a:pt x="6427" y="4268"/>
                  <a:pt x="6774" y="4741"/>
                  <a:pt x="6774" y="5308"/>
                </a:cubicBezTo>
                <a:cubicBezTo>
                  <a:pt x="6774" y="5528"/>
                  <a:pt x="6585" y="5749"/>
                  <a:pt x="6333" y="5749"/>
                </a:cubicBezTo>
                <a:cubicBezTo>
                  <a:pt x="6081" y="5749"/>
                  <a:pt x="5955" y="5528"/>
                  <a:pt x="5955" y="5308"/>
                </a:cubicBezTo>
                <a:cubicBezTo>
                  <a:pt x="5955" y="5056"/>
                  <a:pt x="5734" y="4898"/>
                  <a:pt x="5545" y="4898"/>
                </a:cubicBezTo>
                <a:cubicBezTo>
                  <a:pt x="5293" y="4898"/>
                  <a:pt x="5104" y="5119"/>
                  <a:pt x="5104" y="5308"/>
                </a:cubicBezTo>
                <a:cubicBezTo>
                  <a:pt x="5104" y="5528"/>
                  <a:pt x="5419" y="5780"/>
                  <a:pt x="5766" y="6001"/>
                </a:cubicBezTo>
                <a:cubicBezTo>
                  <a:pt x="6207" y="6316"/>
                  <a:pt x="6774" y="6725"/>
                  <a:pt x="6774" y="7387"/>
                </a:cubicBezTo>
                <a:cubicBezTo>
                  <a:pt x="6774" y="7954"/>
                  <a:pt x="6427" y="8364"/>
                  <a:pt x="5923" y="8584"/>
                </a:cubicBezTo>
                <a:lnTo>
                  <a:pt x="5923" y="8836"/>
                </a:lnTo>
                <a:cubicBezTo>
                  <a:pt x="5923" y="9088"/>
                  <a:pt x="5734" y="9246"/>
                  <a:pt x="5545" y="9246"/>
                </a:cubicBezTo>
                <a:cubicBezTo>
                  <a:pt x="5293" y="9246"/>
                  <a:pt x="5104" y="9057"/>
                  <a:pt x="5104" y="8836"/>
                </a:cubicBezTo>
                <a:lnTo>
                  <a:pt x="5104" y="8584"/>
                </a:lnTo>
                <a:cubicBezTo>
                  <a:pt x="4632" y="8427"/>
                  <a:pt x="4285" y="7954"/>
                  <a:pt x="4285" y="7387"/>
                </a:cubicBezTo>
                <a:cubicBezTo>
                  <a:pt x="4285" y="7167"/>
                  <a:pt x="4474" y="7009"/>
                  <a:pt x="4726" y="7009"/>
                </a:cubicBezTo>
                <a:cubicBezTo>
                  <a:pt x="4947" y="7009"/>
                  <a:pt x="5104" y="7198"/>
                  <a:pt x="5104" y="7387"/>
                </a:cubicBezTo>
                <a:cubicBezTo>
                  <a:pt x="5104" y="7639"/>
                  <a:pt x="5293" y="7828"/>
                  <a:pt x="5545" y="7828"/>
                </a:cubicBezTo>
                <a:cubicBezTo>
                  <a:pt x="5766" y="7828"/>
                  <a:pt x="5923" y="7639"/>
                  <a:pt x="5923" y="7387"/>
                </a:cubicBezTo>
                <a:cubicBezTo>
                  <a:pt x="5923" y="7167"/>
                  <a:pt x="5608" y="6914"/>
                  <a:pt x="5262" y="6694"/>
                </a:cubicBezTo>
                <a:cubicBezTo>
                  <a:pt x="4821" y="6379"/>
                  <a:pt x="4285" y="5969"/>
                  <a:pt x="4285" y="5308"/>
                </a:cubicBezTo>
                <a:cubicBezTo>
                  <a:pt x="4285" y="4741"/>
                  <a:pt x="4632" y="4331"/>
                  <a:pt x="5104" y="4111"/>
                </a:cubicBezTo>
                <a:lnTo>
                  <a:pt x="5104" y="3859"/>
                </a:lnTo>
                <a:cubicBezTo>
                  <a:pt x="5104" y="3606"/>
                  <a:pt x="5293" y="3449"/>
                  <a:pt x="5545" y="3449"/>
                </a:cubicBezTo>
                <a:close/>
                <a:moveTo>
                  <a:pt x="10651" y="1"/>
                </a:moveTo>
                <a:cubicBezTo>
                  <a:pt x="10562" y="1"/>
                  <a:pt x="10473" y="34"/>
                  <a:pt x="10397" y="109"/>
                </a:cubicBezTo>
                <a:cubicBezTo>
                  <a:pt x="9389" y="834"/>
                  <a:pt x="8538" y="960"/>
                  <a:pt x="8034" y="960"/>
                </a:cubicBezTo>
                <a:cubicBezTo>
                  <a:pt x="7310" y="960"/>
                  <a:pt x="6396" y="645"/>
                  <a:pt x="5766" y="172"/>
                </a:cubicBezTo>
                <a:cubicBezTo>
                  <a:pt x="5703" y="109"/>
                  <a:pt x="5616" y="78"/>
                  <a:pt x="5526" y="78"/>
                </a:cubicBezTo>
                <a:cubicBezTo>
                  <a:pt x="5435" y="78"/>
                  <a:pt x="5341" y="109"/>
                  <a:pt x="5262" y="172"/>
                </a:cubicBezTo>
                <a:cubicBezTo>
                  <a:pt x="4632" y="645"/>
                  <a:pt x="3781" y="960"/>
                  <a:pt x="3025" y="960"/>
                </a:cubicBezTo>
                <a:cubicBezTo>
                  <a:pt x="2237" y="960"/>
                  <a:pt x="1418" y="645"/>
                  <a:pt x="662" y="109"/>
                </a:cubicBezTo>
                <a:cubicBezTo>
                  <a:pt x="582" y="47"/>
                  <a:pt x="495" y="20"/>
                  <a:pt x="411" y="20"/>
                </a:cubicBezTo>
                <a:cubicBezTo>
                  <a:pt x="196" y="20"/>
                  <a:pt x="0" y="198"/>
                  <a:pt x="0" y="424"/>
                </a:cubicBezTo>
                <a:lnTo>
                  <a:pt x="0" y="5276"/>
                </a:lnTo>
                <a:cubicBezTo>
                  <a:pt x="0" y="8616"/>
                  <a:pt x="2143" y="11609"/>
                  <a:pt x="5388" y="12680"/>
                </a:cubicBezTo>
                <a:cubicBezTo>
                  <a:pt x="5419" y="12696"/>
                  <a:pt x="5459" y="12703"/>
                  <a:pt x="5506" y="12703"/>
                </a:cubicBezTo>
                <a:cubicBezTo>
                  <a:pt x="5553" y="12703"/>
                  <a:pt x="5608" y="12696"/>
                  <a:pt x="5671" y="12680"/>
                </a:cubicBezTo>
                <a:cubicBezTo>
                  <a:pt x="8885" y="11609"/>
                  <a:pt x="11059" y="8616"/>
                  <a:pt x="11059" y="5276"/>
                </a:cubicBezTo>
                <a:lnTo>
                  <a:pt x="11059" y="424"/>
                </a:lnTo>
                <a:cubicBezTo>
                  <a:pt x="11059" y="182"/>
                  <a:pt x="10858" y="1"/>
                  <a:pt x="1065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8146" name="Google Shape;8146;p70"/>
          <p:cNvGrpSpPr/>
          <p:nvPr/>
        </p:nvGrpSpPr>
        <p:grpSpPr>
          <a:xfrm>
            <a:off x="5280768" y="2633140"/>
            <a:ext cx="487289" cy="491185"/>
            <a:chOff x="-62516625" y="3743175"/>
            <a:chExt cx="315875" cy="318400"/>
          </a:xfrm>
        </p:grpSpPr>
        <p:sp>
          <p:nvSpPr>
            <p:cNvPr id="8147" name="Google Shape;8147;p70"/>
            <p:cNvSpPr/>
            <p:nvPr/>
          </p:nvSpPr>
          <p:spPr>
            <a:xfrm>
              <a:off x="-62334675" y="3884950"/>
              <a:ext cx="62250" cy="145725"/>
            </a:xfrm>
            <a:custGeom>
              <a:avLst/>
              <a:gdLst/>
              <a:ahLst/>
              <a:cxnLst/>
              <a:rect l="l" t="t" r="r" b="b"/>
              <a:pathLst>
                <a:path w="2490" h="5829" extrusionOk="0">
                  <a:moveTo>
                    <a:pt x="1229" y="0"/>
                  </a:moveTo>
                  <a:cubicBezTo>
                    <a:pt x="977" y="0"/>
                    <a:pt x="820" y="189"/>
                    <a:pt x="820" y="410"/>
                  </a:cubicBezTo>
                  <a:lnTo>
                    <a:pt x="820" y="662"/>
                  </a:lnTo>
                  <a:cubicBezTo>
                    <a:pt x="347" y="819"/>
                    <a:pt x="0" y="1292"/>
                    <a:pt x="0" y="1859"/>
                  </a:cubicBezTo>
                  <a:cubicBezTo>
                    <a:pt x="0" y="2520"/>
                    <a:pt x="536" y="2930"/>
                    <a:pt x="977" y="3245"/>
                  </a:cubicBezTo>
                  <a:cubicBezTo>
                    <a:pt x="1292" y="3466"/>
                    <a:pt x="1639" y="3718"/>
                    <a:pt x="1639" y="3938"/>
                  </a:cubicBezTo>
                  <a:cubicBezTo>
                    <a:pt x="1639" y="4190"/>
                    <a:pt x="1450" y="4348"/>
                    <a:pt x="1229" y="4348"/>
                  </a:cubicBezTo>
                  <a:cubicBezTo>
                    <a:pt x="977" y="4348"/>
                    <a:pt x="820" y="4127"/>
                    <a:pt x="820" y="3938"/>
                  </a:cubicBezTo>
                  <a:cubicBezTo>
                    <a:pt x="820" y="3718"/>
                    <a:pt x="631" y="3497"/>
                    <a:pt x="442" y="3497"/>
                  </a:cubicBezTo>
                  <a:cubicBezTo>
                    <a:pt x="221" y="3497"/>
                    <a:pt x="0" y="3718"/>
                    <a:pt x="0" y="3938"/>
                  </a:cubicBezTo>
                  <a:cubicBezTo>
                    <a:pt x="0" y="4505"/>
                    <a:pt x="347" y="4915"/>
                    <a:pt x="820" y="5135"/>
                  </a:cubicBezTo>
                  <a:lnTo>
                    <a:pt x="820" y="5387"/>
                  </a:lnTo>
                  <a:cubicBezTo>
                    <a:pt x="820" y="5639"/>
                    <a:pt x="1009" y="5828"/>
                    <a:pt x="1229" y="5828"/>
                  </a:cubicBezTo>
                  <a:cubicBezTo>
                    <a:pt x="1450" y="5828"/>
                    <a:pt x="1639" y="5639"/>
                    <a:pt x="1639" y="5387"/>
                  </a:cubicBezTo>
                  <a:lnTo>
                    <a:pt x="1639" y="5135"/>
                  </a:lnTo>
                  <a:cubicBezTo>
                    <a:pt x="2111" y="4978"/>
                    <a:pt x="2489" y="4505"/>
                    <a:pt x="2489" y="3938"/>
                  </a:cubicBezTo>
                  <a:cubicBezTo>
                    <a:pt x="2489" y="3277"/>
                    <a:pt x="1922" y="2867"/>
                    <a:pt x="1481" y="2552"/>
                  </a:cubicBezTo>
                  <a:cubicBezTo>
                    <a:pt x="1166" y="2331"/>
                    <a:pt x="820" y="2079"/>
                    <a:pt x="820" y="1859"/>
                  </a:cubicBezTo>
                  <a:cubicBezTo>
                    <a:pt x="820" y="1607"/>
                    <a:pt x="1009" y="1418"/>
                    <a:pt x="1229" y="1418"/>
                  </a:cubicBezTo>
                  <a:cubicBezTo>
                    <a:pt x="1450" y="1418"/>
                    <a:pt x="1639" y="1607"/>
                    <a:pt x="1639" y="1859"/>
                  </a:cubicBezTo>
                  <a:cubicBezTo>
                    <a:pt x="1639" y="2079"/>
                    <a:pt x="1859" y="2237"/>
                    <a:pt x="2048" y="2237"/>
                  </a:cubicBezTo>
                  <a:cubicBezTo>
                    <a:pt x="2237" y="2237"/>
                    <a:pt x="2489" y="2048"/>
                    <a:pt x="2489" y="1859"/>
                  </a:cubicBezTo>
                  <a:cubicBezTo>
                    <a:pt x="2489" y="1292"/>
                    <a:pt x="2143" y="882"/>
                    <a:pt x="1639" y="662"/>
                  </a:cubicBezTo>
                  <a:lnTo>
                    <a:pt x="1639" y="410"/>
                  </a:lnTo>
                  <a:cubicBezTo>
                    <a:pt x="1639" y="158"/>
                    <a:pt x="1450" y="0"/>
                    <a:pt x="122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48" name="Google Shape;8148;p70"/>
            <p:cNvSpPr/>
            <p:nvPr/>
          </p:nvSpPr>
          <p:spPr>
            <a:xfrm>
              <a:off x="-62516625" y="3743175"/>
              <a:ext cx="315875" cy="318400"/>
            </a:xfrm>
            <a:custGeom>
              <a:avLst/>
              <a:gdLst/>
              <a:ahLst/>
              <a:cxnLst/>
              <a:rect l="l" t="t" r="r" b="b"/>
              <a:pathLst>
                <a:path w="12635" h="12736" extrusionOk="0">
                  <a:moveTo>
                    <a:pt x="4632" y="3308"/>
                  </a:moveTo>
                  <a:cubicBezTo>
                    <a:pt x="5388" y="3308"/>
                    <a:pt x="6018" y="3938"/>
                    <a:pt x="6018" y="4694"/>
                  </a:cubicBezTo>
                  <a:cubicBezTo>
                    <a:pt x="6018" y="5450"/>
                    <a:pt x="5420" y="6049"/>
                    <a:pt x="4632" y="6049"/>
                  </a:cubicBezTo>
                  <a:cubicBezTo>
                    <a:pt x="3876" y="6049"/>
                    <a:pt x="3246" y="5419"/>
                    <a:pt x="3246" y="4694"/>
                  </a:cubicBezTo>
                  <a:cubicBezTo>
                    <a:pt x="3246" y="3938"/>
                    <a:pt x="3876" y="3308"/>
                    <a:pt x="4632" y="3308"/>
                  </a:cubicBezTo>
                  <a:close/>
                  <a:moveTo>
                    <a:pt x="8507" y="5230"/>
                  </a:moveTo>
                  <a:cubicBezTo>
                    <a:pt x="10303" y="5230"/>
                    <a:pt x="11815" y="6742"/>
                    <a:pt x="11815" y="8538"/>
                  </a:cubicBezTo>
                  <a:cubicBezTo>
                    <a:pt x="11815" y="10365"/>
                    <a:pt x="10334" y="11846"/>
                    <a:pt x="8507" y="11846"/>
                  </a:cubicBezTo>
                  <a:cubicBezTo>
                    <a:pt x="6680" y="11846"/>
                    <a:pt x="5199" y="10365"/>
                    <a:pt x="5199" y="8538"/>
                  </a:cubicBezTo>
                  <a:cubicBezTo>
                    <a:pt x="5199" y="6742"/>
                    <a:pt x="6680" y="5230"/>
                    <a:pt x="8507" y="5230"/>
                  </a:cubicBezTo>
                  <a:close/>
                  <a:moveTo>
                    <a:pt x="4664" y="0"/>
                  </a:moveTo>
                  <a:cubicBezTo>
                    <a:pt x="2080" y="0"/>
                    <a:pt x="1" y="2079"/>
                    <a:pt x="1" y="4694"/>
                  </a:cubicBezTo>
                  <a:cubicBezTo>
                    <a:pt x="1" y="5703"/>
                    <a:pt x="316" y="6711"/>
                    <a:pt x="914" y="7498"/>
                  </a:cubicBezTo>
                  <a:lnTo>
                    <a:pt x="4317" y="12571"/>
                  </a:lnTo>
                  <a:cubicBezTo>
                    <a:pt x="4396" y="12681"/>
                    <a:pt x="4530" y="12736"/>
                    <a:pt x="4660" y="12736"/>
                  </a:cubicBezTo>
                  <a:cubicBezTo>
                    <a:pt x="4790" y="12736"/>
                    <a:pt x="4916" y="12681"/>
                    <a:pt x="4979" y="12571"/>
                  </a:cubicBezTo>
                  <a:lnTo>
                    <a:pt x="5672" y="11531"/>
                  </a:lnTo>
                  <a:cubicBezTo>
                    <a:pt x="6396" y="12256"/>
                    <a:pt x="7404" y="12665"/>
                    <a:pt x="8507" y="12665"/>
                  </a:cubicBezTo>
                  <a:cubicBezTo>
                    <a:pt x="10776" y="12665"/>
                    <a:pt x="12634" y="10838"/>
                    <a:pt x="12634" y="8538"/>
                  </a:cubicBezTo>
                  <a:cubicBezTo>
                    <a:pt x="12634" y="6553"/>
                    <a:pt x="11217" y="4852"/>
                    <a:pt x="9326" y="4474"/>
                  </a:cubicBezTo>
                  <a:lnTo>
                    <a:pt x="9326" y="4222"/>
                  </a:lnTo>
                  <a:cubicBezTo>
                    <a:pt x="9074" y="1796"/>
                    <a:pt x="7089" y="0"/>
                    <a:pt x="466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149" name="Google Shape;8149;p70"/>
          <p:cNvGrpSpPr/>
          <p:nvPr/>
        </p:nvGrpSpPr>
        <p:grpSpPr>
          <a:xfrm>
            <a:off x="5289887" y="3233101"/>
            <a:ext cx="469048" cy="435032"/>
            <a:chOff x="-62511900" y="4129100"/>
            <a:chExt cx="304050" cy="282000"/>
          </a:xfrm>
        </p:grpSpPr>
        <p:sp>
          <p:nvSpPr>
            <p:cNvPr id="8150" name="Google Shape;8150;p70"/>
            <p:cNvSpPr/>
            <p:nvPr/>
          </p:nvSpPr>
          <p:spPr>
            <a:xfrm>
              <a:off x="-62414225" y="4203925"/>
              <a:ext cx="206375" cy="207175"/>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51" name="Google Shape;8151;p70"/>
            <p:cNvSpPr/>
            <p:nvPr/>
          </p:nvSpPr>
          <p:spPr>
            <a:xfrm>
              <a:off x="-62511100" y="4129100"/>
              <a:ext cx="159900" cy="74850"/>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52" name="Google Shape;8152;p70"/>
            <p:cNvSpPr/>
            <p:nvPr/>
          </p:nvSpPr>
          <p:spPr>
            <a:xfrm>
              <a:off x="-62511100" y="4207075"/>
              <a:ext cx="110275" cy="59875"/>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53" name="Google Shape;8153;p70"/>
            <p:cNvSpPr/>
            <p:nvPr/>
          </p:nvSpPr>
          <p:spPr>
            <a:xfrm>
              <a:off x="-62511100" y="4329950"/>
              <a:ext cx="106350" cy="59875"/>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54" name="Google Shape;8154;p70"/>
            <p:cNvSpPr/>
            <p:nvPr/>
          </p:nvSpPr>
          <p:spPr>
            <a:xfrm>
              <a:off x="-62511900" y="4268500"/>
              <a:ext cx="78000" cy="60675"/>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155" name="Google Shape;8155;p70"/>
          <p:cNvGrpSpPr/>
          <p:nvPr/>
        </p:nvGrpSpPr>
        <p:grpSpPr>
          <a:xfrm>
            <a:off x="3527383" y="3862961"/>
            <a:ext cx="414360" cy="489681"/>
            <a:chOff x="-60597975" y="3367475"/>
            <a:chExt cx="268600" cy="317425"/>
          </a:xfrm>
        </p:grpSpPr>
        <p:sp>
          <p:nvSpPr>
            <p:cNvPr id="8156" name="Google Shape;8156;p70"/>
            <p:cNvSpPr/>
            <p:nvPr/>
          </p:nvSpPr>
          <p:spPr>
            <a:xfrm>
              <a:off x="-60535750" y="3495075"/>
              <a:ext cx="206375" cy="82725"/>
            </a:xfrm>
            <a:custGeom>
              <a:avLst/>
              <a:gdLst/>
              <a:ahLst/>
              <a:cxnLst/>
              <a:rect l="l" t="t" r="r" b="b"/>
              <a:pathLst>
                <a:path w="8255" h="3309" extrusionOk="0">
                  <a:moveTo>
                    <a:pt x="5357" y="1229"/>
                  </a:moveTo>
                  <a:cubicBezTo>
                    <a:pt x="5577" y="1229"/>
                    <a:pt x="5766" y="1418"/>
                    <a:pt x="5766" y="1607"/>
                  </a:cubicBezTo>
                  <a:cubicBezTo>
                    <a:pt x="5766" y="1890"/>
                    <a:pt x="5577" y="2048"/>
                    <a:pt x="5357" y="2048"/>
                  </a:cubicBezTo>
                  <a:lnTo>
                    <a:pt x="2049" y="2048"/>
                  </a:lnTo>
                  <a:cubicBezTo>
                    <a:pt x="1797" y="2048"/>
                    <a:pt x="1639" y="1859"/>
                    <a:pt x="1639" y="1607"/>
                  </a:cubicBezTo>
                  <a:cubicBezTo>
                    <a:pt x="1639" y="1386"/>
                    <a:pt x="1828" y="1229"/>
                    <a:pt x="2049" y="1229"/>
                  </a:cubicBezTo>
                  <a:close/>
                  <a:moveTo>
                    <a:pt x="1" y="0"/>
                  </a:moveTo>
                  <a:lnTo>
                    <a:pt x="1" y="3308"/>
                  </a:lnTo>
                  <a:lnTo>
                    <a:pt x="8255" y="3308"/>
                  </a:lnTo>
                  <a:lnTo>
                    <a:pt x="825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57" name="Google Shape;8157;p70"/>
            <p:cNvSpPr/>
            <p:nvPr/>
          </p:nvSpPr>
          <p:spPr>
            <a:xfrm>
              <a:off x="-60432575" y="3367475"/>
              <a:ext cx="20500" cy="47275"/>
            </a:xfrm>
            <a:custGeom>
              <a:avLst/>
              <a:gdLst/>
              <a:ahLst/>
              <a:cxnLst/>
              <a:rect l="l" t="t" r="r" b="b"/>
              <a:pathLst>
                <a:path w="820" h="1891" extrusionOk="0">
                  <a:moveTo>
                    <a:pt x="1" y="0"/>
                  </a:moveTo>
                  <a:lnTo>
                    <a:pt x="1" y="1891"/>
                  </a:lnTo>
                  <a:cubicBezTo>
                    <a:pt x="127" y="1765"/>
                    <a:pt x="221" y="1639"/>
                    <a:pt x="379" y="1639"/>
                  </a:cubicBezTo>
                  <a:cubicBezTo>
                    <a:pt x="600" y="1639"/>
                    <a:pt x="694" y="1765"/>
                    <a:pt x="820" y="1891"/>
                  </a:cubicBezTo>
                  <a:lnTo>
                    <a:pt x="82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58" name="Google Shape;8158;p70"/>
            <p:cNvSpPr/>
            <p:nvPr/>
          </p:nvSpPr>
          <p:spPr>
            <a:xfrm>
              <a:off x="-60535750" y="3367475"/>
              <a:ext cx="206375" cy="107150"/>
            </a:xfrm>
            <a:custGeom>
              <a:avLst/>
              <a:gdLst/>
              <a:ahLst/>
              <a:cxnLst/>
              <a:rect l="l" t="t" r="r" b="b"/>
              <a:pathLst>
                <a:path w="8255" h="4286" extrusionOk="0">
                  <a:moveTo>
                    <a:pt x="1" y="0"/>
                  </a:moveTo>
                  <a:lnTo>
                    <a:pt x="1" y="4285"/>
                  </a:lnTo>
                  <a:lnTo>
                    <a:pt x="8255" y="4285"/>
                  </a:lnTo>
                  <a:lnTo>
                    <a:pt x="8255" y="1261"/>
                  </a:lnTo>
                  <a:cubicBezTo>
                    <a:pt x="8255" y="567"/>
                    <a:pt x="7720" y="32"/>
                    <a:pt x="7026" y="32"/>
                  </a:cubicBezTo>
                  <a:lnTo>
                    <a:pt x="5829" y="32"/>
                  </a:lnTo>
                  <a:lnTo>
                    <a:pt x="5829" y="2930"/>
                  </a:lnTo>
                  <a:cubicBezTo>
                    <a:pt x="5829" y="3182"/>
                    <a:pt x="5633" y="3350"/>
                    <a:pt x="5418" y="3350"/>
                  </a:cubicBezTo>
                  <a:cubicBezTo>
                    <a:pt x="5311" y="3350"/>
                    <a:pt x="5199" y="3308"/>
                    <a:pt x="5105" y="3214"/>
                  </a:cubicBezTo>
                  <a:lnTo>
                    <a:pt x="4569" y="2678"/>
                  </a:lnTo>
                  <a:lnTo>
                    <a:pt x="4002" y="3214"/>
                  </a:lnTo>
                  <a:cubicBezTo>
                    <a:pt x="3917" y="3289"/>
                    <a:pt x="3821" y="3322"/>
                    <a:pt x="3728" y="3322"/>
                  </a:cubicBezTo>
                  <a:cubicBezTo>
                    <a:pt x="3510" y="3322"/>
                    <a:pt x="3309" y="3142"/>
                    <a:pt x="3309" y="2899"/>
                  </a:cubicBezTo>
                  <a:lnTo>
                    <a:pt x="330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59" name="Google Shape;8159;p70"/>
            <p:cNvSpPr/>
            <p:nvPr/>
          </p:nvSpPr>
          <p:spPr>
            <a:xfrm>
              <a:off x="-60597975" y="3368175"/>
              <a:ext cx="40200" cy="316725"/>
            </a:xfrm>
            <a:custGeom>
              <a:avLst/>
              <a:gdLst/>
              <a:ahLst/>
              <a:cxnLst/>
              <a:rect l="l" t="t" r="r" b="b"/>
              <a:pathLst>
                <a:path w="1608" h="12669" extrusionOk="0">
                  <a:moveTo>
                    <a:pt x="337" y="0"/>
                  </a:moveTo>
                  <a:cubicBezTo>
                    <a:pt x="163" y="0"/>
                    <a:pt x="1" y="178"/>
                    <a:pt x="1" y="382"/>
                  </a:cubicBezTo>
                  <a:lnTo>
                    <a:pt x="1" y="12259"/>
                  </a:lnTo>
                  <a:cubicBezTo>
                    <a:pt x="1" y="12480"/>
                    <a:pt x="190" y="12669"/>
                    <a:pt x="379" y="12669"/>
                  </a:cubicBezTo>
                  <a:lnTo>
                    <a:pt x="1608" y="12669"/>
                  </a:lnTo>
                  <a:lnTo>
                    <a:pt x="1608" y="4"/>
                  </a:lnTo>
                  <a:lnTo>
                    <a:pt x="379" y="4"/>
                  </a:lnTo>
                  <a:cubicBezTo>
                    <a:pt x="365" y="2"/>
                    <a:pt x="351" y="0"/>
                    <a:pt x="33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60" name="Google Shape;8160;p70"/>
            <p:cNvSpPr/>
            <p:nvPr/>
          </p:nvSpPr>
          <p:spPr>
            <a:xfrm>
              <a:off x="-60535750" y="3597450"/>
              <a:ext cx="206375" cy="86675"/>
            </a:xfrm>
            <a:custGeom>
              <a:avLst/>
              <a:gdLst/>
              <a:ahLst/>
              <a:cxnLst/>
              <a:rect l="l" t="t" r="r" b="b"/>
              <a:pathLst>
                <a:path w="8255" h="3467" extrusionOk="0">
                  <a:moveTo>
                    <a:pt x="1" y="1"/>
                  </a:moveTo>
                  <a:lnTo>
                    <a:pt x="1" y="3466"/>
                  </a:lnTo>
                  <a:lnTo>
                    <a:pt x="7026" y="3466"/>
                  </a:lnTo>
                  <a:cubicBezTo>
                    <a:pt x="7720" y="3466"/>
                    <a:pt x="8255" y="2931"/>
                    <a:pt x="8255" y="2206"/>
                  </a:cubicBezTo>
                  <a:lnTo>
                    <a:pt x="825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8161" name="Google Shape;8161;p70"/>
          <p:cNvSpPr/>
          <p:nvPr/>
        </p:nvSpPr>
        <p:spPr>
          <a:xfrm>
            <a:off x="3488353" y="4464976"/>
            <a:ext cx="492111" cy="486673"/>
          </a:xfrm>
          <a:custGeom>
            <a:avLst/>
            <a:gdLst/>
            <a:ahLst/>
            <a:cxnLst/>
            <a:rect l="l" t="t" r="r" b="b"/>
            <a:pathLst>
              <a:path w="12760" h="12619" extrusionOk="0">
                <a:moveTo>
                  <a:pt x="10082" y="2190"/>
                </a:moveTo>
                <a:lnTo>
                  <a:pt x="11027" y="2726"/>
                </a:lnTo>
                <a:lnTo>
                  <a:pt x="8948" y="6317"/>
                </a:lnTo>
                <a:lnTo>
                  <a:pt x="8003" y="5781"/>
                </a:lnTo>
                <a:cubicBezTo>
                  <a:pt x="8349" y="5151"/>
                  <a:pt x="9704" y="2820"/>
                  <a:pt x="10082" y="2190"/>
                </a:cubicBezTo>
                <a:close/>
                <a:moveTo>
                  <a:pt x="7813" y="6601"/>
                </a:moveTo>
                <a:lnTo>
                  <a:pt x="8318" y="6916"/>
                </a:lnTo>
                <a:lnTo>
                  <a:pt x="7782" y="7262"/>
                </a:lnTo>
                <a:lnTo>
                  <a:pt x="7813" y="6601"/>
                </a:lnTo>
                <a:close/>
                <a:moveTo>
                  <a:pt x="10554" y="8522"/>
                </a:moveTo>
                <a:cubicBezTo>
                  <a:pt x="10806" y="8522"/>
                  <a:pt x="10964" y="8711"/>
                  <a:pt x="10964" y="8900"/>
                </a:cubicBezTo>
                <a:cubicBezTo>
                  <a:pt x="10964" y="9153"/>
                  <a:pt x="10806" y="9342"/>
                  <a:pt x="10554" y="9342"/>
                </a:cubicBezTo>
                <a:lnTo>
                  <a:pt x="5608" y="9342"/>
                </a:lnTo>
                <a:cubicBezTo>
                  <a:pt x="5356" y="9342"/>
                  <a:pt x="5167" y="9153"/>
                  <a:pt x="5167" y="8900"/>
                </a:cubicBezTo>
                <a:cubicBezTo>
                  <a:pt x="5167" y="8680"/>
                  <a:pt x="5356" y="8522"/>
                  <a:pt x="5608" y="8522"/>
                </a:cubicBezTo>
                <a:close/>
                <a:moveTo>
                  <a:pt x="3088" y="5592"/>
                </a:moveTo>
                <a:cubicBezTo>
                  <a:pt x="3308" y="5592"/>
                  <a:pt x="3497" y="5813"/>
                  <a:pt x="3497" y="6002"/>
                </a:cubicBezTo>
                <a:lnTo>
                  <a:pt x="3497" y="6286"/>
                </a:lnTo>
                <a:cubicBezTo>
                  <a:pt x="3970" y="6443"/>
                  <a:pt x="4348" y="6916"/>
                  <a:pt x="4348" y="7451"/>
                </a:cubicBezTo>
                <a:cubicBezTo>
                  <a:pt x="4348" y="7703"/>
                  <a:pt x="4159" y="7861"/>
                  <a:pt x="3907" y="7861"/>
                </a:cubicBezTo>
                <a:cubicBezTo>
                  <a:pt x="3655" y="7861"/>
                  <a:pt x="3497" y="7640"/>
                  <a:pt x="3497" y="7451"/>
                </a:cubicBezTo>
                <a:cubicBezTo>
                  <a:pt x="3497" y="7231"/>
                  <a:pt x="3308" y="7010"/>
                  <a:pt x="3088" y="7010"/>
                </a:cubicBezTo>
                <a:cubicBezTo>
                  <a:pt x="2836" y="7010"/>
                  <a:pt x="2678" y="7231"/>
                  <a:pt x="2678" y="7451"/>
                </a:cubicBezTo>
                <a:cubicBezTo>
                  <a:pt x="2678" y="7703"/>
                  <a:pt x="3025" y="7924"/>
                  <a:pt x="3340" y="8176"/>
                </a:cubicBezTo>
                <a:cubicBezTo>
                  <a:pt x="3781" y="8491"/>
                  <a:pt x="4348" y="8869"/>
                  <a:pt x="4348" y="9531"/>
                </a:cubicBezTo>
                <a:cubicBezTo>
                  <a:pt x="4348" y="10098"/>
                  <a:pt x="3970" y="10539"/>
                  <a:pt x="3497" y="10728"/>
                </a:cubicBezTo>
                <a:lnTo>
                  <a:pt x="3497" y="11011"/>
                </a:lnTo>
                <a:cubicBezTo>
                  <a:pt x="3497" y="11232"/>
                  <a:pt x="3308" y="11452"/>
                  <a:pt x="3088" y="11452"/>
                </a:cubicBezTo>
                <a:cubicBezTo>
                  <a:pt x="2836" y="11452"/>
                  <a:pt x="2678" y="11232"/>
                  <a:pt x="2678" y="11011"/>
                </a:cubicBezTo>
                <a:lnTo>
                  <a:pt x="2678" y="10728"/>
                </a:lnTo>
                <a:cubicBezTo>
                  <a:pt x="2206" y="10570"/>
                  <a:pt x="1859" y="10098"/>
                  <a:pt x="1859" y="9531"/>
                </a:cubicBezTo>
                <a:cubicBezTo>
                  <a:pt x="1859" y="9310"/>
                  <a:pt x="2048" y="9121"/>
                  <a:pt x="2300" y="9121"/>
                </a:cubicBezTo>
                <a:cubicBezTo>
                  <a:pt x="2521" y="9121"/>
                  <a:pt x="2678" y="9310"/>
                  <a:pt x="2678" y="9531"/>
                </a:cubicBezTo>
                <a:cubicBezTo>
                  <a:pt x="2678" y="9783"/>
                  <a:pt x="2867" y="9940"/>
                  <a:pt x="3088" y="9940"/>
                </a:cubicBezTo>
                <a:cubicBezTo>
                  <a:pt x="3308" y="9940"/>
                  <a:pt x="3497" y="9751"/>
                  <a:pt x="3497" y="9531"/>
                </a:cubicBezTo>
                <a:cubicBezTo>
                  <a:pt x="3497" y="9310"/>
                  <a:pt x="3182" y="9089"/>
                  <a:pt x="2836" y="8837"/>
                </a:cubicBezTo>
                <a:cubicBezTo>
                  <a:pt x="2395" y="8522"/>
                  <a:pt x="1859" y="8113"/>
                  <a:pt x="1859" y="7451"/>
                </a:cubicBezTo>
                <a:cubicBezTo>
                  <a:pt x="1859" y="6916"/>
                  <a:pt x="2206" y="6475"/>
                  <a:pt x="2678" y="6286"/>
                </a:cubicBezTo>
                <a:lnTo>
                  <a:pt x="2678" y="6002"/>
                </a:lnTo>
                <a:cubicBezTo>
                  <a:pt x="2678" y="5750"/>
                  <a:pt x="2867" y="5592"/>
                  <a:pt x="3088" y="5592"/>
                </a:cubicBezTo>
                <a:close/>
                <a:moveTo>
                  <a:pt x="10554" y="11011"/>
                </a:moveTo>
                <a:cubicBezTo>
                  <a:pt x="10806" y="11011"/>
                  <a:pt x="10964" y="11200"/>
                  <a:pt x="10964" y="11452"/>
                </a:cubicBezTo>
                <a:cubicBezTo>
                  <a:pt x="10964" y="11641"/>
                  <a:pt x="10806" y="11830"/>
                  <a:pt x="10554" y="11830"/>
                </a:cubicBezTo>
                <a:lnTo>
                  <a:pt x="5608" y="11830"/>
                </a:lnTo>
                <a:cubicBezTo>
                  <a:pt x="5356" y="11830"/>
                  <a:pt x="5167" y="11641"/>
                  <a:pt x="5167" y="11452"/>
                </a:cubicBezTo>
                <a:cubicBezTo>
                  <a:pt x="5167" y="11200"/>
                  <a:pt x="5356" y="11011"/>
                  <a:pt x="5608" y="11011"/>
                </a:cubicBezTo>
                <a:close/>
                <a:moveTo>
                  <a:pt x="10933" y="1"/>
                </a:moveTo>
                <a:cubicBezTo>
                  <a:pt x="10599" y="1"/>
                  <a:pt x="10280" y="176"/>
                  <a:pt x="10113" y="489"/>
                </a:cubicBezTo>
                <a:lnTo>
                  <a:pt x="7877" y="4395"/>
                </a:lnTo>
                <a:lnTo>
                  <a:pt x="1229" y="4395"/>
                </a:lnTo>
                <a:cubicBezTo>
                  <a:pt x="567" y="4395"/>
                  <a:pt x="0" y="4931"/>
                  <a:pt x="0" y="5592"/>
                </a:cubicBezTo>
                <a:lnTo>
                  <a:pt x="0" y="11389"/>
                </a:lnTo>
                <a:cubicBezTo>
                  <a:pt x="0" y="12051"/>
                  <a:pt x="567" y="12618"/>
                  <a:pt x="1229" y="12618"/>
                </a:cubicBezTo>
                <a:lnTo>
                  <a:pt x="11437" y="12618"/>
                </a:lnTo>
                <a:cubicBezTo>
                  <a:pt x="12098" y="12618"/>
                  <a:pt x="12697" y="12082"/>
                  <a:pt x="12697" y="11389"/>
                </a:cubicBezTo>
                <a:lnTo>
                  <a:pt x="12697" y="5592"/>
                </a:lnTo>
                <a:cubicBezTo>
                  <a:pt x="12602" y="4931"/>
                  <a:pt x="12067" y="4395"/>
                  <a:pt x="11374" y="4395"/>
                </a:cubicBezTo>
                <a:lnTo>
                  <a:pt x="11027" y="4395"/>
                </a:lnTo>
                <a:lnTo>
                  <a:pt x="12476" y="1875"/>
                </a:lnTo>
                <a:cubicBezTo>
                  <a:pt x="12760" y="1402"/>
                  <a:pt x="12602" y="804"/>
                  <a:pt x="12130" y="583"/>
                </a:cubicBezTo>
                <a:lnTo>
                  <a:pt x="11437" y="142"/>
                </a:lnTo>
                <a:cubicBezTo>
                  <a:pt x="11277" y="46"/>
                  <a:pt x="11103" y="1"/>
                  <a:pt x="1093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8162" name="Google Shape;8162;p70"/>
          <p:cNvGrpSpPr/>
          <p:nvPr/>
        </p:nvGrpSpPr>
        <p:grpSpPr>
          <a:xfrm>
            <a:off x="3490320" y="5144716"/>
            <a:ext cx="488485" cy="349953"/>
            <a:chOff x="-60621600" y="4145650"/>
            <a:chExt cx="316650" cy="226850"/>
          </a:xfrm>
        </p:grpSpPr>
        <p:sp>
          <p:nvSpPr>
            <p:cNvPr id="8163" name="Google Shape;8163;p70"/>
            <p:cNvSpPr/>
            <p:nvPr/>
          </p:nvSpPr>
          <p:spPr>
            <a:xfrm>
              <a:off x="-60463275" y="4249600"/>
              <a:ext cx="61450" cy="60675"/>
            </a:xfrm>
            <a:custGeom>
              <a:avLst/>
              <a:gdLst/>
              <a:ahLst/>
              <a:cxnLst/>
              <a:rect l="l" t="t" r="r" b="b"/>
              <a:pathLst>
                <a:path w="2458" h="2427" extrusionOk="0">
                  <a:moveTo>
                    <a:pt x="1229" y="1"/>
                  </a:moveTo>
                  <a:cubicBezTo>
                    <a:pt x="567" y="1"/>
                    <a:pt x="0" y="536"/>
                    <a:pt x="0" y="1198"/>
                  </a:cubicBezTo>
                  <a:cubicBezTo>
                    <a:pt x="0" y="1891"/>
                    <a:pt x="567" y="2427"/>
                    <a:pt x="1229" y="2427"/>
                  </a:cubicBezTo>
                  <a:cubicBezTo>
                    <a:pt x="1891" y="2427"/>
                    <a:pt x="2458" y="1891"/>
                    <a:pt x="2458" y="1198"/>
                  </a:cubicBezTo>
                  <a:cubicBezTo>
                    <a:pt x="2458" y="536"/>
                    <a:pt x="1891" y="1"/>
                    <a:pt x="122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64" name="Google Shape;8164;p70"/>
            <p:cNvSpPr/>
            <p:nvPr/>
          </p:nvSpPr>
          <p:spPr>
            <a:xfrm>
              <a:off x="-60526300" y="4249600"/>
              <a:ext cx="48075" cy="60675"/>
            </a:xfrm>
            <a:custGeom>
              <a:avLst/>
              <a:gdLst/>
              <a:ahLst/>
              <a:cxnLst/>
              <a:rect l="l" t="t" r="r" b="b"/>
              <a:pathLst>
                <a:path w="1923" h="2427" extrusionOk="0">
                  <a:moveTo>
                    <a:pt x="1261" y="1"/>
                  </a:moveTo>
                  <a:cubicBezTo>
                    <a:pt x="599" y="1"/>
                    <a:pt x="1" y="536"/>
                    <a:pt x="1" y="1198"/>
                  </a:cubicBezTo>
                  <a:cubicBezTo>
                    <a:pt x="1" y="1891"/>
                    <a:pt x="568" y="2427"/>
                    <a:pt x="1261" y="2427"/>
                  </a:cubicBezTo>
                  <a:cubicBezTo>
                    <a:pt x="1513" y="2427"/>
                    <a:pt x="1734" y="2364"/>
                    <a:pt x="1923" y="2238"/>
                  </a:cubicBezTo>
                  <a:cubicBezTo>
                    <a:pt x="1765" y="1923"/>
                    <a:pt x="1671" y="1576"/>
                    <a:pt x="1671" y="1198"/>
                  </a:cubicBezTo>
                  <a:cubicBezTo>
                    <a:pt x="1671" y="851"/>
                    <a:pt x="1765" y="505"/>
                    <a:pt x="1923" y="190"/>
                  </a:cubicBezTo>
                  <a:cubicBezTo>
                    <a:pt x="1734" y="64"/>
                    <a:pt x="1513" y="1"/>
                    <a:pt x="126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65" name="Google Shape;8165;p70"/>
            <p:cNvSpPr/>
            <p:nvPr/>
          </p:nvSpPr>
          <p:spPr>
            <a:xfrm>
              <a:off x="-60621600" y="4145650"/>
              <a:ext cx="316650" cy="226850"/>
            </a:xfrm>
            <a:custGeom>
              <a:avLst/>
              <a:gdLst/>
              <a:ahLst/>
              <a:cxnLst/>
              <a:rect l="l" t="t" r="r" b="b"/>
              <a:pathLst>
                <a:path w="12666" h="9074" extrusionOk="0">
                  <a:moveTo>
                    <a:pt x="11374" y="851"/>
                  </a:moveTo>
                  <a:cubicBezTo>
                    <a:pt x="11626" y="851"/>
                    <a:pt x="11815" y="1040"/>
                    <a:pt x="11815" y="1229"/>
                  </a:cubicBezTo>
                  <a:lnTo>
                    <a:pt x="11815" y="1670"/>
                  </a:lnTo>
                  <a:lnTo>
                    <a:pt x="788" y="1670"/>
                  </a:lnTo>
                  <a:lnTo>
                    <a:pt x="788" y="1229"/>
                  </a:lnTo>
                  <a:cubicBezTo>
                    <a:pt x="788" y="1008"/>
                    <a:pt x="977" y="851"/>
                    <a:pt x="1166" y="851"/>
                  </a:cubicBezTo>
                  <a:close/>
                  <a:moveTo>
                    <a:pt x="7562" y="3277"/>
                  </a:moveTo>
                  <a:cubicBezTo>
                    <a:pt x="8696" y="3277"/>
                    <a:pt x="9641" y="4222"/>
                    <a:pt x="9641" y="5356"/>
                  </a:cubicBezTo>
                  <a:cubicBezTo>
                    <a:pt x="9610" y="6522"/>
                    <a:pt x="8696" y="7467"/>
                    <a:pt x="7562" y="7467"/>
                  </a:cubicBezTo>
                  <a:cubicBezTo>
                    <a:pt x="7089" y="7467"/>
                    <a:pt x="6648" y="7309"/>
                    <a:pt x="6333" y="7026"/>
                  </a:cubicBezTo>
                  <a:cubicBezTo>
                    <a:pt x="5987" y="7309"/>
                    <a:pt x="5546" y="7467"/>
                    <a:pt x="5073" y="7467"/>
                  </a:cubicBezTo>
                  <a:cubicBezTo>
                    <a:pt x="3939" y="7467"/>
                    <a:pt x="2994" y="6522"/>
                    <a:pt x="2994" y="5356"/>
                  </a:cubicBezTo>
                  <a:cubicBezTo>
                    <a:pt x="2994" y="4222"/>
                    <a:pt x="3939" y="3277"/>
                    <a:pt x="5073" y="3277"/>
                  </a:cubicBezTo>
                  <a:cubicBezTo>
                    <a:pt x="5514" y="3277"/>
                    <a:pt x="5987" y="3434"/>
                    <a:pt x="6333" y="3718"/>
                  </a:cubicBezTo>
                  <a:cubicBezTo>
                    <a:pt x="6680" y="3434"/>
                    <a:pt x="7121" y="3277"/>
                    <a:pt x="7562" y="3277"/>
                  </a:cubicBezTo>
                  <a:close/>
                  <a:moveTo>
                    <a:pt x="1229" y="0"/>
                  </a:moveTo>
                  <a:cubicBezTo>
                    <a:pt x="536" y="0"/>
                    <a:pt x="1" y="567"/>
                    <a:pt x="1" y="1229"/>
                  </a:cubicBezTo>
                  <a:lnTo>
                    <a:pt x="1" y="7845"/>
                  </a:lnTo>
                  <a:cubicBezTo>
                    <a:pt x="1" y="8506"/>
                    <a:pt x="536" y="9073"/>
                    <a:pt x="1229" y="9073"/>
                  </a:cubicBezTo>
                  <a:lnTo>
                    <a:pt x="11406" y="9073"/>
                  </a:lnTo>
                  <a:cubicBezTo>
                    <a:pt x="12099" y="9073"/>
                    <a:pt x="12666" y="8506"/>
                    <a:pt x="12666" y="7845"/>
                  </a:cubicBezTo>
                  <a:lnTo>
                    <a:pt x="12666" y="1229"/>
                  </a:lnTo>
                  <a:cubicBezTo>
                    <a:pt x="12634" y="567"/>
                    <a:pt x="12099" y="0"/>
                    <a:pt x="1140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166" name="Google Shape;8166;p70"/>
          <p:cNvGrpSpPr/>
          <p:nvPr/>
        </p:nvGrpSpPr>
        <p:grpSpPr>
          <a:xfrm>
            <a:off x="5272523" y="5076048"/>
            <a:ext cx="479963" cy="487289"/>
            <a:chOff x="-59400775" y="4084200"/>
            <a:chExt cx="311125" cy="315875"/>
          </a:xfrm>
        </p:grpSpPr>
        <p:sp>
          <p:nvSpPr>
            <p:cNvPr id="8167" name="Google Shape;8167;p70"/>
            <p:cNvSpPr/>
            <p:nvPr/>
          </p:nvSpPr>
          <p:spPr>
            <a:xfrm>
              <a:off x="-59400775" y="4317350"/>
              <a:ext cx="89800" cy="82725"/>
            </a:xfrm>
            <a:custGeom>
              <a:avLst/>
              <a:gdLst/>
              <a:ahLst/>
              <a:cxnLst/>
              <a:rect l="l" t="t" r="r" b="b"/>
              <a:pathLst>
                <a:path w="3592" h="3309" extrusionOk="0">
                  <a:moveTo>
                    <a:pt x="1796" y="851"/>
                  </a:moveTo>
                  <a:cubicBezTo>
                    <a:pt x="2048" y="851"/>
                    <a:pt x="2237" y="1071"/>
                    <a:pt x="2237" y="1260"/>
                  </a:cubicBezTo>
                  <a:cubicBezTo>
                    <a:pt x="2237" y="1449"/>
                    <a:pt x="2048" y="1701"/>
                    <a:pt x="1796" y="1701"/>
                  </a:cubicBezTo>
                  <a:cubicBezTo>
                    <a:pt x="1576" y="1701"/>
                    <a:pt x="1418" y="1481"/>
                    <a:pt x="1418" y="1260"/>
                  </a:cubicBezTo>
                  <a:cubicBezTo>
                    <a:pt x="1418" y="1008"/>
                    <a:pt x="1576" y="851"/>
                    <a:pt x="1796" y="851"/>
                  </a:cubicBezTo>
                  <a:close/>
                  <a:moveTo>
                    <a:pt x="0" y="0"/>
                  </a:moveTo>
                  <a:lnTo>
                    <a:pt x="0" y="2079"/>
                  </a:lnTo>
                  <a:cubicBezTo>
                    <a:pt x="0" y="2741"/>
                    <a:pt x="536" y="3308"/>
                    <a:pt x="1229" y="3308"/>
                  </a:cubicBezTo>
                  <a:lnTo>
                    <a:pt x="2332" y="3308"/>
                  </a:lnTo>
                  <a:cubicBezTo>
                    <a:pt x="2993" y="3308"/>
                    <a:pt x="3592" y="2741"/>
                    <a:pt x="3592" y="2079"/>
                  </a:cubicBezTo>
                  <a:lnTo>
                    <a:pt x="359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68" name="Google Shape;8168;p70"/>
            <p:cNvSpPr/>
            <p:nvPr/>
          </p:nvSpPr>
          <p:spPr>
            <a:xfrm>
              <a:off x="-59400000" y="4084200"/>
              <a:ext cx="89825" cy="212700"/>
            </a:xfrm>
            <a:custGeom>
              <a:avLst/>
              <a:gdLst/>
              <a:ahLst/>
              <a:cxnLst/>
              <a:rect l="l" t="t" r="r" b="b"/>
              <a:pathLst>
                <a:path w="3593" h="8508" extrusionOk="0">
                  <a:moveTo>
                    <a:pt x="1734" y="1607"/>
                  </a:moveTo>
                  <a:cubicBezTo>
                    <a:pt x="1923" y="1607"/>
                    <a:pt x="2175" y="1797"/>
                    <a:pt x="2175" y="2049"/>
                  </a:cubicBezTo>
                  <a:lnTo>
                    <a:pt x="2175" y="7278"/>
                  </a:lnTo>
                  <a:cubicBezTo>
                    <a:pt x="2175" y="7499"/>
                    <a:pt x="1986" y="7656"/>
                    <a:pt x="1734" y="7656"/>
                  </a:cubicBezTo>
                  <a:cubicBezTo>
                    <a:pt x="1513" y="7656"/>
                    <a:pt x="1356" y="7467"/>
                    <a:pt x="1356" y="7278"/>
                  </a:cubicBezTo>
                  <a:lnTo>
                    <a:pt x="1356" y="2049"/>
                  </a:lnTo>
                  <a:cubicBezTo>
                    <a:pt x="1356" y="1797"/>
                    <a:pt x="1545" y="1607"/>
                    <a:pt x="1734" y="1607"/>
                  </a:cubicBezTo>
                  <a:close/>
                  <a:moveTo>
                    <a:pt x="1230" y="1"/>
                  </a:moveTo>
                  <a:cubicBezTo>
                    <a:pt x="568" y="1"/>
                    <a:pt x="1" y="536"/>
                    <a:pt x="1" y="1198"/>
                  </a:cubicBezTo>
                  <a:lnTo>
                    <a:pt x="1" y="8507"/>
                  </a:lnTo>
                  <a:lnTo>
                    <a:pt x="3593" y="8507"/>
                  </a:lnTo>
                  <a:lnTo>
                    <a:pt x="3593" y="1198"/>
                  </a:lnTo>
                  <a:cubicBezTo>
                    <a:pt x="3561" y="536"/>
                    <a:pt x="2994" y="1"/>
                    <a:pt x="233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69" name="Google Shape;8169;p70"/>
            <p:cNvSpPr/>
            <p:nvPr/>
          </p:nvSpPr>
          <p:spPr>
            <a:xfrm>
              <a:off x="-59290500" y="4317350"/>
              <a:ext cx="89800" cy="82725"/>
            </a:xfrm>
            <a:custGeom>
              <a:avLst/>
              <a:gdLst/>
              <a:ahLst/>
              <a:cxnLst/>
              <a:rect l="l" t="t" r="r" b="b"/>
              <a:pathLst>
                <a:path w="3592" h="3309" extrusionOk="0">
                  <a:moveTo>
                    <a:pt x="1796" y="851"/>
                  </a:moveTo>
                  <a:cubicBezTo>
                    <a:pt x="2048" y="851"/>
                    <a:pt x="2205" y="1071"/>
                    <a:pt x="2205" y="1260"/>
                  </a:cubicBezTo>
                  <a:cubicBezTo>
                    <a:pt x="2205" y="1449"/>
                    <a:pt x="2016" y="1701"/>
                    <a:pt x="1796" y="1701"/>
                  </a:cubicBezTo>
                  <a:cubicBezTo>
                    <a:pt x="1575" y="1701"/>
                    <a:pt x="1386" y="1481"/>
                    <a:pt x="1386" y="1260"/>
                  </a:cubicBezTo>
                  <a:cubicBezTo>
                    <a:pt x="1386" y="1008"/>
                    <a:pt x="1575" y="851"/>
                    <a:pt x="1796" y="851"/>
                  </a:cubicBezTo>
                  <a:close/>
                  <a:moveTo>
                    <a:pt x="0" y="0"/>
                  </a:moveTo>
                  <a:lnTo>
                    <a:pt x="0" y="2079"/>
                  </a:lnTo>
                  <a:cubicBezTo>
                    <a:pt x="0" y="2741"/>
                    <a:pt x="536" y="3308"/>
                    <a:pt x="1260" y="3308"/>
                  </a:cubicBezTo>
                  <a:lnTo>
                    <a:pt x="2363" y="3308"/>
                  </a:lnTo>
                  <a:cubicBezTo>
                    <a:pt x="3025" y="3308"/>
                    <a:pt x="3592" y="2741"/>
                    <a:pt x="3592" y="2079"/>
                  </a:cubicBezTo>
                  <a:lnTo>
                    <a:pt x="359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70" name="Google Shape;8170;p70"/>
            <p:cNvSpPr/>
            <p:nvPr/>
          </p:nvSpPr>
          <p:spPr>
            <a:xfrm>
              <a:off x="-59290500" y="4084200"/>
              <a:ext cx="89800" cy="212700"/>
            </a:xfrm>
            <a:custGeom>
              <a:avLst/>
              <a:gdLst/>
              <a:ahLst/>
              <a:cxnLst/>
              <a:rect l="l" t="t" r="r" b="b"/>
              <a:pathLst>
                <a:path w="3592" h="8508" extrusionOk="0">
                  <a:moveTo>
                    <a:pt x="1796" y="1607"/>
                  </a:moveTo>
                  <a:cubicBezTo>
                    <a:pt x="2048" y="1607"/>
                    <a:pt x="2205" y="1797"/>
                    <a:pt x="2205" y="2049"/>
                  </a:cubicBezTo>
                  <a:lnTo>
                    <a:pt x="2205" y="7278"/>
                  </a:lnTo>
                  <a:cubicBezTo>
                    <a:pt x="2205" y="7499"/>
                    <a:pt x="2016" y="7656"/>
                    <a:pt x="1796" y="7656"/>
                  </a:cubicBezTo>
                  <a:cubicBezTo>
                    <a:pt x="1607" y="7656"/>
                    <a:pt x="1386" y="7467"/>
                    <a:pt x="1386" y="7278"/>
                  </a:cubicBezTo>
                  <a:lnTo>
                    <a:pt x="1386" y="2049"/>
                  </a:lnTo>
                  <a:cubicBezTo>
                    <a:pt x="1386" y="1797"/>
                    <a:pt x="1575" y="1607"/>
                    <a:pt x="1796" y="1607"/>
                  </a:cubicBezTo>
                  <a:close/>
                  <a:moveTo>
                    <a:pt x="1260" y="1"/>
                  </a:moveTo>
                  <a:cubicBezTo>
                    <a:pt x="599" y="1"/>
                    <a:pt x="0" y="536"/>
                    <a:pt x="0" y="1198"/>
                  </a:cubicBezTo>
                  <a:lnTo>
                    <a:pt x="0" y="8507"/>
                  </a:lnTo>
                  <a:lnTo>
                    <a:pt x="3592" y="8507"/>
                  </a:lnTo>
                  <a:lnTo>
                    <a:pt x="3592" y="1198"/>
                  </a:lnTo>
                  <a:cubicBezTo>
                    <a:pt x="3592" y="536"/>
                    <a:pt x="3025" y="1"/>
                    <a:pt x="236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71" name="Google Shape;8171;p70"/>
            <p:cNvSpPr/>
            <p:nvPr/>
          </p:nvSpPr>
          <p:spPr>
            <a:xfrm>
              <a:off x="-59181025" y="4317350"/>
              <a:ext cx="89800" cy="82725"/>
            </a:xfrm>
            <a:custGeom>
              <a:avLst/>
              <a:gdLst/>
              <a:ahLst/>
              <a:cxnLst/>
              <a:rect l="l" t="t" r="r" b="b"/>
              <a:pathLst>
                <a:path w="3592" h="3309" extrusionOk="0">
                  <a:moveTo>
                    <a:pt x="1828" y="851"/>
                  </a:moveTo>
                  <a:cubicBezTo>
                    <a:pt x="2080" y="851"/>
                    <a:pt x="2269" y="1071"/>
                    <a:pt x="2269" y="1260"/>
                  </a:cubicBezTo>
                  <a:cubicBezTo>
                    <a:pt x="2269" y="1449"/>
                    <a:pt x="2080" y="1701"/>
                    <a:pt x="1828" y="1701"/>
                  </a:cubicBezTo>
                  <a:cubicBezTo>
                    <a:pt x="1607" y="1701"/>
                    <a:pt x="1450" y="1481"/>
                    <a:pt x="1450" y="1260"/>
                  </a:cubicBezTo>
                  <a:cubicBezTo>
                    <a:pt x="1450" y="1008"/>
                    <a:pt x="1607" y="851"/>
                    <a:pt x="1828" y="851"/>
                  </a:cubicBezTo>
                  <a:close/>
                  <a:moveTo>
                    <a:pt x="0" y="0"/>
                  </a:moveTo>
                  <a:lnTo>
                    <a:pt x="0" y="2079"/>
                  </a:lnTo>
                  <a:lnTo>
                    <a:pt x="32" y="2079"/>
                  </a:lnTo>
                  <a:cubicBezTo>
                    <a:pt x="32" y="2741"/>
                    <a:pt x="567" y="3308"/>
                    <a:pt x="1261" y="3308"/>
                  </a:cubicBezTo>
                  <a:lnTo>
                    <a:pt x="2363" y="3308"/>
                  </a:lnTo>
                  <a:cubicBezTo>
                    <a:pt x="3025" y="3308"/>
                    <a:pt x="3592" y="2741"/>
                    <a:pt x="3592" y="2079"/>
                  </a:cubicBezTo>
                  <a:lnTo>
                    <a:pt x="359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72" name="Google Shape;8172;p70"/>
            <p:cNvSpPr/>
            <p:nvPr/>
          </p:nvSpPr>
          <p:spPr>
            <a:xfrm>
              <a:off x="-59179450" y="4084200"/>
              <a:ext cx="89800" cy="212700"/>
            </a:xfrm>
            <a:custGeom>
              <a:avLst/>
              <a:gdLst/>
              <a:ahLst/>
              <a:cxnLst/>
              <a:rect l="l" t="t" r="r" b="b"/>
              <a:pathLst>
                <a:path w="3592" h="8508" extrusionOk="0">
                  <a:moveTo>
                    <a:pt x="1733" y="1607"/>
                  </a:moveTo>
                  <a:cubicBezTo>
                    <a:pt x="1922" y="1607"/>
                    <a:pt x="2174" y="1797"/>
                    <a:pt x="2174" y="2049"/>
                  </a:cubicBezTo>
                  <a:lnTo>
                    <a:pt x="2174" y="7278"/>
                  </a:lnTo>
                  <a:cubicBezTo>
                    <a:pt x="2174" y="7499"/>
                    <a:pt x="1985" y="7656"/>
                    <a:pt x="1733" y="7656"/>
                  </a:cubicBezTo>
                  <a:cubicBezTo>
                    <a:pt x="1513" y="7656"/>
                    <a:pt x="1355" y="7467"/>
                    <a:pt x="1355" y="7278"/>
                  </a:cubicBezTo>
                  <a:lnTo>
                    <a:pt x="1355" y="2049"/>
                  </a:lnTo>
                  <a:cubicBezTo>
                    <a:pt x="1355" y="1797"/>
                    <a:pt x="1544" y="1607"/>
                    <a:pt x="1733" y="1607"/>
                  </a:cubicBezTo>
                  <a:close/>
                  <a:moveTo>
                    <a:pt x="1229" y="1"/>
                  </a:moveTo>
                  <a:cubicBezTo>
                    <a:pt x="567" y="1"/>
                    <a:pt x="0" y="536"/>
                    <a:pt x="0" y="1198"/>
                  </a:cubicBezTo>
                  <a:lnTo>
                    <a:pt x="0" y="8507"/>
                  </a:lnTo>
                  <a:lnTo>
                    <a:pt x="3592" y="8507"/>
                  </a:lnTo>
                  <a:lnTo>
                    <a:pt x="3592" y="1198"/>
                  </a:lnTo>
                  <a:cubicBezTo>
                    <a:pt x="3560" y="536"/>
                    <a:pt x="2993" y="1"/>
                    <a:pt x="233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173" name="Google Shape;8173;p70"/>
          <p:cNvGrpSpPr/>
          <p:nvPr/>
        </p:nvGrpSpPr>
        <p:grpSpPr>
          <a:xfrm>
            <a:off x="2904648" y="2043822"/>
            <a:ext cx="487251" cy="488485"/>
            <a:chOff x="-64044600" y="3360375"/>
            <a:chExt cx="315850" cy="316650"/>
          </a:xfrm>
        </p:grpSpPr>
        <p:sp>
          <p:nvSpPr>
            <p:cNvPr id="8174" name="Google Shape;8174;p70"/>
            <p:cNvSpPr/>
            <p:nvPr/>
          </p:nvSpPr>
          <p:spPr>
            <a:xfrm>
              <a:off x="-63980025" y="3532875"/>
              <a:ext cx="185900" cy="144150"/>
            </a:xfrm>
            <a:custGeom>
              <a:avLst/>
              <a:gdLst/>
              <a:ahLst/>
              <a:cxnLst/>
              <a:rect l="l" t="t" r="r" b="b"/>
              <a:pathLst>
                <a:path w="7436" h="5766" extrusionOk="0">
                  <a:moveTo>
                    <a:pt x="410" y="0"/>
                  </a:moveTo>
                  <a:cubicBezTo>
                    <a:pt x="158" y="0"/>
                    <a:pt x="1" y="189"/>
                    <a:pt x="1" y="410"/>
                  </a:cubicBezTo>
                  <a:cubicBezTo>
                    <a:pt x="1" y="662"/>
                    <a:pt x="190" y="820"/>
                    <a:pt x="410" y="820"/>
                  </a:cubicBezTo>
                  <a:lnTo>
                    <a:pt x="883" y="820"/>
                  </a:lnTo>
                  <a:lnTo>
                    <a:pt x="1670" y="5419"/>
                  </a:lnTo>
                  <a:cubicBezTo>
                    <a:pt x="1702" y="5608"/>
                    <a:pt x="1859" y="5766"/>
                    <a:pt x="2048" y="5766"/>
                  </a:cubicBezTo>
                  <a:lnTo>
                    <a:pt x="5356" y="5766"/>
                  </a:lnTo>
                  <a:cubicBezTo>
                    <a:pt x="5545" y="5766"/>
                    <a:pt x="5766" y="5608"/>
                    <a:pt x="5766" y="5419"/>
                  </a:cubicBezTo>
                  <a:lnTo>
                    <a:pt x="6554" y="820"/>
                  </a:lnTo>
                  <a:lnTo>
                    <a:pt x="7026" y="820"/>
                  </a:lnTo>
                  <a:cubicBezTo>
                    <a:pt x="7247" y="820"/>
                    <a:pt x="7404" y="630"/>
                    <a:pt x="7404" y="410"/>
                  </a:cubicBezTo>
                  <a:cubicBezTo>
                    <a:pt x="7436" y="189"/>
                    <a:pt x="7247" y="0"/>
                    <a:pt x="702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75" name="Google Shape;8175;p70"/>
            <p:cNvSpPr/>
            <p:nvPr/>
          </p:nvSpPr>
          <p:spPr>
            <a:xfrm>
              <a:off x="-64044600" y="3360375"/>
              <a:ext cx="315850" cy="152825"/>
            </a:xfrm>
            <a:custGeom>
              <a:avLst/>
              <a:gdLst/>
              <a:ahLst/>
              <a:cxnLst/>
              <a:rect l="l" t="t" r="r" b="b"/>
              <a:pathLst>
                <a:path w="12634" h="6113" extrusionOk="0">
                  <a:moveTo>
                    <a:pt x="378" y="1"/>
                  </a:moveTo>
                  <a:cubicBezTo>
                    <a:pt x="158" y="1"/>
                    <a:pt x="0" y="190"/>
                    <a:pt x="0" y="442"/>
                  </a:cubicBezTo>
                  <a:lnTo>
                    <a:pt x="0" y="5672"/>
                  </a:lnTo>
                  <a:cubicBezTo>
                    <a:pt x="0" y="5892"/>
                    <a:pt x="189" y="6113"/>
                    <a:pt x="378" y="6113"/>
                  </a:cubicBezTo>
                  <a:lnTo>
                    <a:pt x="3088" y="6113"/>
                  </a:lnTo>
                  <a:cubicBezTo>
                    <a:pt x="3245" y="5514"/>
                    <a:pt x="3560" y="4947"/>
                    <a:pt x="4001" y="4569"/>
                  </a:cubicBezTo>
                  <a:cubicBezTo>
                    <a:pt x="3875" y="4285"/>
                    <a:pt x="3812" y="3970"/>
                    <a:pt x="3812" y="3624"/>
                  </a:cubicBezTo>
                  <a:cubicBezTo>
                    <a:pt x="3812" y="2238"/>
                    <a:pt x="4915" y="1135"/>
                    <a:pt x="6301" y="1135"/>
                  </a:cubicBezTo>
                  <a:cubicBezTo>
                    <a:pt x="7656" y="1135"/>
                    <a:pt x="8759" y="2238"/>
                    <a:pt x="8759" y="3624"/>
                  </a:cubicBezTo>
                  <a:cubicBezTo>
                    <a:pt x="8759" y="3939"/>
                    <a:pt x="8696" y="4254"/>
                    <a:pt x="8570" y="4569"/>
                  </a:cubicBezTo>
                  <a:cubicBezTo>
                    <a:pt x="9011" y="5010"/>
                    <a:pt x="9326" y="5514"/>
                    <a:pt x="9483" y="6113"/>
                  </a:cubicBezTo>
                  <a:lnTo>
                    <a:pt x="12193" y="6113"/>
                  </a:lnTo>
                  <a:cubicBezTo>
                    <a:pt x="12445" y="6113"/>
                    <a:pt x="12602" y="5892"/>
                    <a:pt x="12602" y="5672"/>
                  </a:cubicBezTo>
                  <a:lnTo>
                    <a:pt x="12602" y="442"/>
                  </a:lnTo>
                  <a:cubicBezTo>
                    <a:pt x="12634" y="190"/>
                    <a:pt x="12445" y="1"/>
                    <a:pt x="1222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76" name="Google Shape;8176;p70"/>
            <p:cNvSpPr/>
            <p:nvPr/>
          </p:nvSpPr>
          <p:spPr>
            <a:xfrm>
              <a:off x="-63945375" y="3408425"/>
              <a:ext cx="117375" cy="103200"/>
            </a:xfrm>
            <a:custGeom>
              <a:avLst/>
              <a:gdLst/>
              <a:ahLst/>
              <a:cxnLst/>
              <a:rect l="l" t="t" r="r" b="b"/>
              <a:pathLst>
                <a:path w="4695" h="4128" extrusionOk="0">
                  <a:moveTo>
                    <a:pt x="2364" y="1"/>
                  </a:moveTo>
                  <a:cubicBezTo>
                    <a:pt x="1450" y="1"/>
                    <a:pt x="694" y="757"/>
                    <a:pt x="694" y="1670"/>
                  </a:cubicBezTo>
                  <a:cubicBezTo>
                    <a:pt x="694" y="2080"/>
                    <a:pt x="851" y="2489"/>
                    <a:pt x="1167" y="2805"/>
                  </a:cubicBezTo>
                  <a:cubicBezTo>
                    <a:pt x="599" y="3120"/>
                    <a:pt x="190" y="3592"/>
                    <a:pt x="1" y="4128"/>
                  </a:cubicBezTo>
                  <a:lnTo>
                    <a:pt x="4695" y="4128"/>
                  </a:lnTo>
                  <a:cubicBezTo>
                    <a:pt x="4475" y="3561"/>
                    <a:pt x="4065" y="3088"/>
                    <a:pt x="3529" y="2805"/>
                  </a:cubicBezTo>
                  <a:cubicBezTo>
                    <a:pt x="3813" y="2489"/>
                    <a:pt x="4002" y="2080"/>
                    <a:pt x="4002" y="1670"/>
                  </a:cubicBezTo>
                  <a:cubicBezTo>
                    <a:pt x="4002" y="757"/>
                    <a:pt x="3277" y="1"/>
                    <a:pt x="236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177" name="Google Shape;8177;p70"/>
          <p:cNvGrpSpPr/>
          <p:nvPr/>
        </p:nvGrpSpPr>
        <p:grpSpPr>
          <a:xfrm>
            <a:off x="2939879" y="2633892"/>
            <a:ext cx="416789" cy="489681"/>
            <a:chOff x="-64022550" y="3727425"/>
            <a:chExt cx="270175" cy="317425"/>
          </a:xfrm>
        </p:grpSpPr>
        <p:sp>
          <p:nvSpPr>
            <p:cNvPr id="8178" name="Google Shape;8178;p70"/>
            <p:cNvSpPr/>
            <p:nvPr/>
          </p:nvSpPr>
          <p:spPr>
            <a:xfrm>
              <a:off x="-64022550" y="3912500"/>
              <a:ext cx="270175" cy="90600"/>
            </a:xfrm>
            <a:custGeom>
              <a:avLst/>
              <a:gdLst/>
              <a:ahLst/>
              <a:cxnLst/>
              <a:rect l="l" t="t" r="r" b="b"/>
              <a:pathLst>
                <a:path w="10807" h="3624" extrusionOk="0">
                  <a:moveTo>
                    <a:pt x="2111" y="1"/>
                  </a:moveTo>
                  <a:cubicBezTo>
                    <a:pt x="945" y="1"/>
                    <a:pt x="0" y="946"/>
                    <a:pt x="0" y="2080"/>
                  </a:cubicBezTo>
                  <a:lnTo>
                    <a:pt x="0" y="3183"/>
                  </a:lnTo>
                  <a:cubicBezTo>
                    <a:pt x="0" y="3435"/>
                    <a:pt x="221" y="3624"/>
                    <a:pt x="441" y="3624"/>
                  </a:cubicBezTo>
                  <a:lnTo>
                    <a:pt x="10365" y="3624"/>
                  </a:lnTo>
                  <a:cubicBezTo>
                    <a:pt x="10618" y="3624"/>
                    <a:pt x="10807" y="3435"/>
                    <a:pt x="10807" y="3183"/>
                  </a:cubicBezTo>
                  <a:lnTo>
                    <a:pt x="10807" y="2080"/>
                  </a:lnTo>
                  <a:cubicBezTo>
                    <a:pt x="10807" y="946"/>
                    <a:pt x="9861" y="1"/>
                    <a:pt x="872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79" name="Google Shape;8179;p70"/>
            <p:cNvSpPr/>
            <p:nvPr/>
          </p:nvSpPr>
          <p:spPr>
            <a:xfrm>
              <a:off x="-64000500" y="4023550"/>
              <a:ext cx="227650" cy="21300"/>
            </a:xfrm>
            <a:custGeom>
              <a:avLst/>
              <a:gdLst/>
              <a:ahLst/>
              <a:cxnLst/>
              <a:rect l="l" t="t" r="r" b="b"/>
              <a:pathLst>
                <a:path w="9106" h="852" extrusionOk="0">
                  <a:moveTo>
                    <a:pt x="0" y="1"/>
                  </a:moveTo>
                  <a:lnTo>
                    <a:pt x="0" y="442"/>
                  </a:lnTo>
                  <a:cubicBezTo>
                    <a:pt x="0" y="694"/>
                    <a:pt x="190" y="851"/>
                    <a:pt x="442" y="851"/>
                  </a:cubicBezTo>
                  <a:lnTo>
                    <a:pt x="8696" y="851"/>
                  </a:lnTo>
                  <a:cubicBezTo>
                    <a:pt x="8948" y="851"/>
                    <a:pt x="9105" y="631"/>
                    <a:pt x="9105" y="442"/>
                  </a:cubicBezTo>
                  <a:lnTo>
                    <a:pt x="910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80" name="Google Shape;8180;p70"/>
            <p:cNvSpPr/>
            <p:nvPr/>
          </p:nvSpPr>
          <p:spPr>
            <a:xfrm>
              <a:off x="-63960325" y="3727425"/>
              <a:ext cx="144925" cy="165425"/>
            </a:xfrm>
            <a:custGeom>
              <a:avLst/>
              <a:gdLst/>
              <a:ahLst/>
              <a:cxnLst/>
              <a:rect l="l" t="t" r="r" b="b"/>
              <a:pathLst>
                <a:path w="5797" h="6617" extrusionOk="0">
                  <a:moveTo>
                    <a:pt x="2930" y="0"/>
                  </a:moveTo>
                  <a:cubicBezTo>
                    <a:pt x="1292" y="0"/>
                    <a:pt x="0" y="1292"/>
                    <a:pt x="0" y="2867"/>
                  </a:cubicBezTo>
                  <a:cubicBezTo>
                    <a:pt x="32" y="3812"/>
                    <a:pt x="504" y="4694"/>
                    <a:pt x="1260" y="5230"/>
                  </a:cubicBezTo>
                  <a:lnTo>
                    <a:pt x="1260" y="6616"/>
                  </a:lnTo>
                  <a:lnTo>
                    <a:pt x="4568" y="6616"/>
                  </a:lnTo>
                  <a:lnTo>
                    <a:pt x="4568" y="5230"/>
                  </a:lnTo>
                  <a:cubicBezTo>
                    <a:pt x="5356" y="4694"/>
                    <a:pt x="5797" y="3812"/>
                    <a:pt x="5797" y="2867"/>
                  </a:cubicBezTo>
                  <a:cubicBezTo>
                    <a:pt x="5797" y="1260"/>
                    <a:pt x="4505" y="0"/>
                    <a:pt x="293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181" name="Google Shape;8181;p70"/>
          <p:cNvGrpSpPr/>
          <p:nvPr/>
        </p:nvGrpSpPr>
        <p:grpSpPr>
          <a:xfrm>
            <a:off x="2972063" y="3205757"/>
            <a:ext cx="352423" cy="489720"/>
            <a:chOff x="-64001300" y="4093650"/>
            <a:chExt cx="228450" cy="317450"/>
          </a:xfrm>
        </p:grpSpPr>
        <p:sp>
          <p:nvSpPr>
            <p:cNvPr id="8182" name="Google Shape;8182;p70"/>
            <p:cNvSpPr/>
            <p:nvPr/>
          </p:nvSpPr>
          <p:spPr>
            <a:xfrm>
              <a:off x="-63933550" y="4328375"/>
              <a:ext cx="93750" cy="40975"/>
            </a:xfrm>
            <a:custGeom>
              <a:avLst/>
              <a:gdLst/>
              <a:ahLst/>
              <a:cxnLst/>
              <a:rect l="l" t="t" r="r" b="b"/>
              <a:pathLst>
                <a:path w="3750" h="1639" extrusionOk="0">
                  <a:moveTo>
                    <a:pt x="1859" y="0"/>
                  </a:moveTo>
                  <a:cubicBezTo>
                    <a:pt x="1009" y="0"/>
                    <a:pt x="315" y="662"/>
                    <a:pt x="0" y="1638"/>
                  </a:cubicBezTo>
                  <a:lnTo>
                    <a:pt x="3749" y="1638"/>
                  </a:lnTo>
                  <a:cubicBezTo>
                    <a:pt x="3434" y="662"/>
                    <a:pt x="2710" y="0"/>
                    <a:pt x="185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83" name="Google Shape;8183;p70"/>
            <p:cNvSpPr/>
            <p:nvPr/>
          </p:nvSpPr>
          <p:spPr>
            <a:xfrm>
              <a:off x="-63980025" y="4135400"/>
              <a:ext cx="185900" cy="234725"/>
            </a:xfrm>
            <a:custGeom>
              <a:avLst/>
              <a:gdLst/>
              <a:ahLst/>
              <a:cxnLst/>
              <a:rect l="l" t="t" r="r" b="b"/>
              <a:pathLst>
                <a:path w="7436" h="9389" extrusionOk="0">
                  <a:moveTo>
                    <a:pt x="6617" y="1"/>
                  </a:moveTo>
                  <a:lnTo>
                    <a:pt x="6617" y="725"/>
                  </a:lnTo>
                  <a:cubicBezTo>
                    <a:pt x="6196" y="593"/>
                    <a:pt x="5771" y="530"/>
                    <a:pt x="5358" y="530"/>
                  </a:cubicBezTo>
                  <a:cubicBezTo>
                    <a:pt x="4686" y="530"/>
                    <a:pt x="4044" y="697"/>
                    <a:pt x="3498" y="1009"/>
                  </a:cubicBezTo>
                  <a:cubicBezTo>
                    <a:pt x="3103" y="1242"/>
                    <a:pt x="2617" y="1373"/>
                    <a:pt x="2085" y="1373"/>
                  </a:cubicBezTo>
                  <a:cubicBezTo>
                    <a:pt x="1683" y="1373"/>
                    <a:pt x="1254" y="1298"/>
                    <a:pt x="820" y="1135"/>
                  </a:cubicBezTo>
                  <a:lnTo>
                    <a:pt x="820" y="32"/>
                  </a:lnTo>
                  <a:lnTo>
                    <a:pt x="1" y="32"/>
                  </a:lnTo>
                  <a:lnTo>
                    <a:pt x="1" y="1418"/>
                  </a:lnTo>
                  <a:cubicBezTo>
                    <a:pt x="1" y="2867"/>
                    <a:pt x="820" y="4096"/>
                    <a:pt x="2017" y="4726"/>
                  </a:cubicBezTo>
                  <a:cubicBezTo>
                    <a:pt x="820" y="5356"/>
                    <a:pt x="1" y="6554"/>
                    <a:pt x="1" y="8034"/>
                  </a:cubicBezTo>
                  <a:lnTo>
                    <a:pt x="1" y="9389"/>
                  </a:lnTo>
                  <a:lnTo>
                    <a:pt x="820" y="9389"/>
                  </a:lnTo>
                  <a:lnTo>
                    <a:pt x="820" y="8034"/>
                  </a:lnTo>
                  <a:cubicBezTo>
                    <a:pt x="820" y="6396"/>
                    <a:pt x="2143" y="5104"/>
                    <a:pt x="3750" y="5104"/>
                  </a:cubicBezTo>
                  <a:cubicBezTo>
                    <a:pt x="5356" y="5104"/>
                    <a:pt x="6617" y="6396"/>
                    <a:pt x="6617" y="8034"/>
                  </a:cubicBezTo>
                  <a:lnTo>
                    <a:pt x="6617" y="9389"/>
                  </a:lnTo>
                  <a:lnTo>
                    <a:pt x="7436" y="9389"/>
                  </a:lnTo>
                  <a:lnTo>
                    <a:pt x="7436" y="9357"/>
                  </a:lnTo>
                  <a:lnTo>
                    <a:pt x="7436" y="7971"/>
                  </a:lnTo>
                  <a:cubicBezTo>
                    <a:pt x="7436" y="6522"/>
                    <a:pt x="6617" y="5293"/>
                    <a:pt x="5451" y="4663"/>
                  </a:cubicBezTo>
                  <a:cubicBezTo>
                    <a:pt x="6617" y="4033"/>
                    <a:pt x="7436" y="2836"/>
                    <a:pt x="7436" y="1355"/>
                  </a:cubicBezTo>
                  <a:lnTo>
                    <a:pt x="743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84" name="Google Shape;8184;p70"/>
            <p:cNvSpPr/>
            <p:nvPr/>
          </p:nvSpPr>
          <p:spPr>
            <a:xfrm>
              <a:off x="-64001300" y="4389800"/>
              <a:ext cx="228450" cy="21300"/>
            </a:xfrm>
            <a:custGeom>
              <a:avLst/>
              <a:gdLst/>
              <a:ahLst/>
              <a:cxnLst/>
              <a:rect l="l" t="t" r="r" b="b"/>
              <a:pathLst>
                <a:path w="9138" h="852" extrusionOk="0">
                  <a:moveTo>
                    <a:pt x="411" y="1"/>
                  </a:moveTo>
                  <a:cubicBezTo>
                    <a:pt x="190" y="1"/>
                    <a:pt x="1" y="221"/>
                    <a:pt x="1" y="410"/>
                  </a:cubicBezTo>
                  <a:cubicBezTo>
                    <a:pt x="1" y="631"/>
                    <a:pt x="190" y="851"/>
                    <a:pt x="411" y="851"/>
                  </a:cubicBezTo>
                  <a:lnTo>
                    <a:pt x="8696" y="851"/>
                  </a:lnTo>
                  <a:cubicBezTo>
                    <a:pt x="8917" y="851"/>
                    <a:pt x="9074" y="631"/>
                    <a:pt x="9074" y="410"/>
                  </a:cubicBezTo>
                  <a:cubicBezTo>
                    <a:pt x="9137" y="221"/>
                    <a:pt x="8917" y="1"/>
                    <a:pt x="869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85" name="Google Shape;8185;p70"/>
            <p:cNvSpPr/>
            <p:nvPr/>
          </p:nvSpPr>
          <p:spPr>
            <a:xfrm>
              <a:off x="-64001300" y="4093650"/>
              <a:ext cx="226875" cy="20500"/>
            </a:xfrm>
            <a:custGeom>
              <a:avLst/>
              <a:gdLst/>
              <a:ahLst/>
              <a:cxnLst/>
              <a:rect l="l" t="t" r="r" b="b"/>
              <a:pathLst>
                <a:path w="9075" h="820" extrusionOk="0">
                  <a:moveTo>
                    <a:pt x="411" y="1"/>
                  </a:moveTo>
                  <a:cubicBezTo>
                    <a:pt x="190" y="1"/>
                    <a:pt x="1" y="190"/>
                    <a:pt x="1" y="410"/>
                  </a:cubicBezTo>
                  <a:cubicBezTo>
                    <a:pt x="32" y="631"/>
                    <a:pt x="190" y="820"/>
                    <a:pt x="411" y="820"/>
                  </a:cubicBezTo>
                  <a:lnTo>
                    <a:pt x="8696" y="820"/>
                  </a:lnTo>
                  <a:cubicBezTo>
                    <a:pt x="8917" y="820"/>
                    <a:pt x="9074" y="631"/>
                    <a:pt x="9074" y="410"/>
                  </a:cubicBezTo>
                  <a:cubicBezTo>
                    <a:pt x="9074" y="158"/>
                    <a:pt x="8885" y="1"/>
                    <a:pt x="869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186" name="Google Shape;8186;p70"/>
          <p:cNvGrpSpPr/>
          <p:nvPr/>
        </p:nvGrpSpPr>
        <p:grpSpPr>
          <a:xfrm>
            <a:off x="1130735" y="3863480"/>
            <a:ext cx="479963" cy="488640"/>
            <a:chOff x="-62148800" y="3377700"/>
            <a:chExt cx="311125" cy="316750"/>
          </a:xfrm>
        </p:grpSpPr>
        <p:sp>
          <p:nvSpPr>
            <p:cNvPr id="8187" name="Google Shape;8187;p70"/>
            <p:cNvSpPr/>
            <p:nvPr/>
          </p:nvSpPr>
          <p:spPr>
            <a:xfrm>
              <a:off x="-62085775" y="3653375"/>
              <a:ext cx="185875" cy="41075"/>
            </a:xfrm>
            <a:custGeom>
              <a:avLst/>
              <a:gdLst/>
              <a:ahLst/>
              <a:cxnLst/>
              <a:rect l="l" t="t" r="r" b="b"/>
              <a:pathLst>
                <a:path w="7435" h="1643" extrusionOk="0">
                  <a:moveTo>
                    <a:pt x="819" y="1"/>
                  </a:moveTo>
                  <a:cubicBezTo>
                    <a:pt x="347" y="1"/>
                    <a:pt x="0" y="347"/>
                    <a:pt x="0" y="851"/>
                  </a:cubicBezTo>
                  <a:lnTo>
                    <a:pt x="0" y="1229"/>
                  </a:lnTo>
                  <a:cubicBezTo>
                    <a:pt x="0" y="1481"/>
                    <a:pt x="189" y="1639"/>
                    <a:pt x="410" y="1639"/>
                  </a:cubicBezTo>
                  <a:lnTo>
                    <a:pt x="7026" y="1639"/>
                  </a:lnTo>
                  <a:cubicBezTo>
                    <a:pt x="7044" y="1641"/>
                    <a:pt x="7062" y="1642"/>
                    <a:pt x="7080" y="1642"/>
                  </a:cubicBezTo>
                  <a:cubicBezTo>
                    <a:pt x="7300" y="1642"/>
                    <a:pt x="7435" y="1463"/>
                    <a:pt x="7435" y="1229"/>
                  </a:cubicBezTo>
                  <a:lnTo>
                    <a:pt x="7435" y="851"/>
                  </a:lnTo>
                  <a:cubicBezTo>
                    <a:pt x="7435" y="379"/>
                    <a:pt x="7089" y="1"/>
                    <a:pt x="661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88" name="Google Shape;8188;p70"/>
            <p:cNvSpPr/>
            <p:nvPr/>
          </p:nvSpPr>
          <p:spPr>
            <a:xfrm>
              <a:off x="-62148800" y="3377700"/>
              <a:ext cx="311125" cy="254425"/>
            </a:xfrm>
            <a:custGeom>
              <a:avLst/>
              <a:gdLst/>
              <a:ahLst/>
              <a:cxnLst/>
              <a:rect l="l" t="t" r="r" b="b"/>
              <a:pathLst>
                <a:path w="12445" h="10177" extrusionOk="0">
                  <a:moveTo>
                    <a:pt x="11626" y="1608"/>
                  </a:moveTo>
                  <a:lnTo>
                    <a:pt x="11626" y="2899"/>
                  </a:lnTo>
                  <a:cubicBezTo>
                    <a:pt x="11626" y="3939"/>
                    <a:pt x="10807" y="4853"/>
                    <a:pt x="9767" y="4916"/>
                  </a:cubicBezTo>
                  <a:cubicBezTo>
                    <a:pt x="9893" y="4538"/>
                    <a:pt x="9956" y="4128"/>
                    <a:pt x="9956" y="3718"/>
                  </a:cubicBezTo>
                  <a:lnTo>
                    <a:pt x="9956" y="1608"/>
                  </a:lnTo>
                  <a:close/>
                  <a:moveTo>
                    <a:pt x="2521" y="1639"/>
                  </a:moveTo>
                  <a:lnTo>
                    <a:pt x="2521" y="3718"/>
                  </a:lnTo>
                  <a:cubicBezTo>
                    <a:pt x="2521" y="4160"/>
                    <a:pt x="2616" y="4538"/>
                    <a:pt x="2710" y="4947"/>
                  </a:cubicBezTo>
                  <a:cubicBezTo>
                    <a:pt x="1702" y="4853"/>
                    <a:pt x="883" y="4002"/>
                    <a:pt x="883" y="2899"/>
                  </a:cubicBezTo>
                  <a:lnTo>
                    <a:pt x="883" y="1639"/>
                  </a:lnTo>
                  <a:close/>
                  <a:moveTo>
                    <a:pt x="6176" y="1576"/>
                  </a:moveTo>
                  <a:cubicBezTo>
                    <a:pt x="6333" y="1576"/>
                    <a:pt x="6491" y="1671"/>
                    <a:pt x="6554" y="1828"/>
                  </a:cubicBezTo>
                  <a:lnTo>
                    <a:pt x="6932" y="2647"/>
                  </a:lnTo>
                  <a:lnTo>
                    <a:pt x="7845" y="2773"/>
                  </a:lnTo>
                  <a:cubicBezTo>
                    <a:pt x="8003" y="2805"/>
                    <a:pt x="8129" y="2899"/>
                    <a:pt x="8160" y="3025"/>
                  </a:cubicBezTo>
                  <a:cubicBezTo>
                    <a:pt x="8349" y="3214"/>
                    <a:pt x="8318" y="3403"/>
                    <a:pt x="8192" y="3466"/>
                  </a:cubicBezTo>
                  <a:lnTo>
                    <a:pt x="7530" y="4097"/>
                  </a:lnTo>
                  <a:lnTo>
                    <a:pt x="7688" y="5010"/>
                  </a:lnTo>
                  <a:cubicBezTo>
                    <a:pt x="7719" y="5168"/>
                    <a:pt x="7656" y="5325"/>
                    <a:pt x="7530" y="5420"/>
                  </a:cubicBezTo>
                  <a:cubicBezTo>
                    <a:pt x="7452" y="5459"/>
                    <a:pt x="7363" y="5486"/>
                    <a:pt x="7268" y="5486"/>
                  </a:cubicBezTo>
                  <a:cubicBezTo>
                    <a:pt x="7210" y="5486"/>
                    <a:pt x="7149" y="5475"/>
                    <a:pt x="7089" y="5451"/>
                  </a:cubicBezTo>
                  <a:lnTo>
                    <a:pt x="6270" y="5010"/>
                  </a:lnTo>
                  <a:lnTo>
                    <a:pt x="5451" y="5451"/>
                  </a:lnTo>
                  <a:cubicBezTo>
                    <a:pt x="5380" y="5480"/>
                    <a:pt x="5309" y="5495"/>
                    <a:pt x="5241" y="5495"/>
                  </a:cubicBezTo>
                  <a:cubicBezTo>
                    <a:pt x="5158" y="5495"/>
                    <a:pt x="5079" y="5472"/>
                    <a:pt x="5010" y="5420"/>
                  </a:cubicBezTo>
                  <a:cubicBezTo>
                    <a:pt x="4884" y="5325"/>
                    <a:pt x="4821" y="5168"/>
                    <a:pt x="4852" y="5010"/>
                  </a:cubicBezTo>
                  <a:lnTo>
                    <a:pt x="5010" y="4097"/>
                  </a:lnTo>
                  <a:lnTo>
                    <a:pt x="4348" y="3466"/>
                  </a:lnTo>
                  <a:cubicBezTo>
                    <a:pt x="4222" y="3340"/>
                    <a:pt x="4191" y="3214"/>
                    <a:pt x="4222" y="3025"/>
                  </a:cubicBezTo>
                  <a:cubicBezTo>
                    <a:pt x="4254" y="2899"/>
                    <a:pt x="4411" y="2773"/>
                    <a:pt x="4537" y="2773"/>
                  </a:cubicBezTo>
                  <a:lnTo>
                    <a:pt x="5451" y="2647"/>
                  </a:lnTo>
                  <a:lnTo>
                    <a:pt x="5829" y="1828"/>
                  </a:lnTo>
                  <a:cubicBezTo>
                    <a:pt x="5924" y="1671"/>
                    <a:pt x="6018" y="1576"/>
                    <a:pt x="6176" y="1576"/>
                  </a:cubicBezTo>
                  <a:close/>
                  <a:moveTo>
                    <a:pt x="2931" y="1"/>
                  </a:moveTo>
                  <a:cubicBezTo>
                    <a:pt x="2679" y="1"/>
                    <a:pt x="2521" y="190"/>
                    <a:pt x="2521" y="410"/>
                  </a:cubicBezTo>
                  <a:lnTo>
                    <a:pt x="2521" y="852"/>
                  </a:lnTo>
                  <a:lnTo>
                    <a:pt x="442" y="852"/>
                  </a:lnTo>
                  <a:cubicBezTo>
                    <a:pt x="190" y="852"/>
                    <a:pt x="1" y="1041"/>
                    <a:pt x="1" y="1230"/>
                  </a:cubicBezTo>
                  <a:lnTo>
                    <a:pt x="1" y="2899"/>
                  </a:lnTo>
                  <a:cubicBezTo>
                    <a:pt x="1" y="4506"/>
                    <a:pt x="1292" y="5766"/>
                    <a:pt x="2931" y="5766"/>
                  </a:cubicBezTo>
                  <a:lnTo>
                    <a:pt x="3120" y="5766"/>
                  </a:lnTo>
                  <a:cubicBezTo>
                    <a:pt x="3561" y="6428"/>
                    <a:pt x="4222" y="6932"/>
                    <a:pt x="4978" y="7216"/>
                  </a:cubicBezTo>
                  <a:lnTo>
                    <a:pt x="4978" y="8507"/>
                  </a:lnTo>
                  <a:cubicBezTo>
                    <a:pt x="4506" y="8507"/>
                    <a:pt x="4128" y="8854"/>
                    <a:pt x="4128" y="9358"/>
                  </a:cubicBezTo>
                  <a:lnTo>
                    <a:pt x="4128" y="10177"/>
                  </a:lnTo>
                  <a:lnTo>
                    <a:pt x="8286" y="10177"/>
                  </a:lnTo>
                  <a:lnTo>
                    <a:pt x="8286" y="9358"/>
                  </a:lnTo>
                  <a:cubicBezTo>
                    <a:pt x="8286" y="8885"/>
                    <a:pt x="7908" y="8507"/>
                    <a:pt x="7436" y="8507"/>
                  </a:cubicBezTo>
                  <a:lnTo>
                    <a:pt x="7436" y="7216"/>
                  </a:lnTo>
                  <a:cubicBezTo>
                    <a:pt x="8192" y="6932"/>
                    <a:pt x="8854" y="6428"/>
                    <a:pt x="9295" y="5766"/>
                  </a:cubicBezTo>
                  <a:lnTo>
                    <a:pt x="9484" y="5766"/>
                  </a:lnTo>
                  <a:cubicBezTo>
                    <a:pt x="11122" y="5766"/>
                    <a:pt x="12414" y="4475"/>
                    <a:pt x="12414" y="2899"/>
                  </a:cubicBezTo>
                  <a:lnTo>
                    <a:pt x="12414" y="1230"/>
                  </a:lnTo>
                  <a:cubicBezTo>
                    <a:pt x="12445" y="978"/>
                    <a:pt x="12288" y="852"/>
                    <a:pt x="12067" y="852"/>
                  </a:cubicBezTo>
                  <a:lnTo>
                    <a:pt x="9956" y="852"/>
                  </a:lnTo>
                  <a:lnTo>
                    <a:pt x="9956" y="410"/>
                  </a:lnTo>
                  <a:cubicBezTo>
                    <a:pt x="9956" y="158"/>
                    <a:pt x="9767" y="1"/>
                    <a:pt x="95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189" name="Google Shape;8189;p70"/>
          <p:cNvGrpSpPr/>
          <p:nvPr/>
        </p:nvGrpSpPr>
        <p:grpSpPr>
          <a:xfrm>
            <a:off x="1125278" y="4463476"/>
            <a:ext cx="490876" cy="489720"/>
            <a:chOff x="-62154300" y="3743950"/>
            <a:chExt cx="318200" cy="317450"/>
          </a:xfrm>
        </p:grpSpPr>
        <p:sp>
          <p:nvSpPr>
            <p:cNvPr id="8190" name="Google Shape;8190;p70"/>
            <p:cNvSpPr/>
            <p:nvPr/>
          </p:nvSpPr>
          <p:spPr>
            <a:xfrm>
              <a:off x="-61992850" y="3743950"/>
              <a:ext cx="63825" cy="69150"/>
            </a:xfrm>
            <a:custGeom>
              <a:avLst/>
              <a:gdLst/>
              <a:ahLst/>
              <a:cxnLst/>
              <a:rect l="l" t="t" r="r" b="b"/>
              <a:pathLst>
                <a:path w="2553" h="2766" extrusionOk="0">
                  <a:moveTo>
                    <a:pt x="1261" y="1"/>
                  </a:moveTo>
                  <a:cubicBezTo>
                    <a:pt x="1009" y="1"/>
                    <a:pt x="851" y="221"/>
                    <a:pt x="851" y="410"/>
                  </a:cubicBezTo>
                  <a:lnTo>
                    <a:pt x="851" y="1355"/>
                  </a:lnTo>
                  <a:lnTo>
                    <a:pt x="725" y="1229"/>
                  </a:lnTo>
                  <a:cubicBezTo>
                    <a:pt x="646" y="1151"/>
                    <a:pt x="544" y="1111"/>
                    <a:pt x="442" y="1111"/>
                  </a:cubicBezTo>
                  <a:cubicBezTo>
                    <a:pt x="339" y="1111"/>
                    <a:pt x="237" y="1151"/>
                    <a:pt x="158" y="1229"/>
                  </a:cubicBezTo>
                  <a:cubicBezTo>
                    <a:pt x="1" y="1387"/>
                    <a:pt x="1" y="1670"/>
                    <a:pt x="158" y="1828"/>
                  </a:cubicBezTo>
                  <a:lnTo>
                    <a:pt x="977" y="2647"/>
                  </a:lnTo>
                  <a:cubicBezTo>
                    <a:pt x="1056" y="2726"/>
                    <a:pt x="1166" y="2765"/>
                    <a:pt x="1277" y="2765"/>
                  </a:cubicBezTo>
                  <a:cubicBezTo>
                    <a:pt x="1387" y="2765"/>
                    <a:pt x="1497" y="2726"/>
                    <a:pt x="1576" y="2647"/>
                  </a:cubicBezTo>
                  <a:lnTo>
                    <a:pt x="2395" y="1828"/>
                  </a:lnTo>
                  <a:cubicBezTo>
                    <a:pt x="2553" y="1670"/>
                    <a:pt x="2553" y="1387"/>
                    <a:pt x="2395" y="1229"/>
                  </a:cubicBezTo>
                  <a:cubicBezTo>
                    <a:pt x="2316" y="1151"/>
                    <a:pt x="2206" y="1111"/>
                    <a:pt x="2096" y="1111"/>
                  </a:cubicBezTo>
                  <a:cubicBezTo>
                    <a:pt x="1985" y="1111"/>
                    <a:pt x="1875" y="1151"/>
                    <a:pt x="1796" y="1229"/>
                  </a:cubicBezTo>
                  <a:lnTo>
                    <a:pt x="1670" y="1355"/>
                  </a:lnTo>
                  <a:lnTo>
                    <a:pt x="1670" y="410"/>
                  </a:lnTo>
                  <a:cubicBezTo>
                    <a:pt x="1670" y="221"/>
                    <a:pt x="1481" y="1"/>
                    <a:pt x="126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91" name="Google Shape;8191;p70"/>
            <p:cNvSpPr/>
            <p:nvPr/>
          </p:nvSpPr>
          <p:spPr>
            <a:xfrm>
              <a:off x="-62154300" y="3785700"/>
              <a:ext cx="318200" cy="275700"/>
            </a:xfrm>
            <a:custGeom>
              <a:avLst/>
              <a:gdLst/>
              <a:ahLst/>
              <a:cxnLst/>
              <a:rect l="l" t="t" r="r" b="b"/>
              <a:pathLst>
                <a:path w="12728" h="11028" extrusionOk="0">
                  <a:moveTo>
                    <a:pt x="5261" y="3560"/>
                  </a:moveTo>
                  <a:cubicBezTo>
                    <a:pt x="5513" y="3560"/>
                    <a:pt x="5671" y="3781"/>
                    <a:pt x="5671" y="4002"/>
                  </a:cubicBezTo>
                  <a:lnTo>
                    <a:pt x="5671" y="5671"/>
                  </a:lnTo>
                  <a:cubicBezTo>
                    <a:pt x="5671" y="5892"/>
                    <a:pt x="5450" y="6112"/>
                    <a:pt x="5261" y="6112"/>
                  </a:cubicBezTo>
                  <a:cubicBezTo>
                    <a:pt x="5072" y="6112"/>
                    <a:pt x="4820" y="5892"/>
                    <a:pt x="4820" y="5671"/>
                  </a:cubicBezTo>
                  <a:lnTo>
                    <a:pt x="4820" y="4002"/>
                  </a:lnTo>
                  <a:cubicBezTo>
                    <a:pt x="4820" y="3781"/>
                    <a:pt x="5041" y="3560"/>
                    <a:pt x="5261" y="3560"/>
                  </a:cubicBezTo>
                  <a:close/>
                  <a:moveTo>
                    <a:pt x="7719" y="3560"/>
                  </a:moveTo>
                  <a:cubicBezTo>
                    <a:pt x="7908" y="3560"/>
                    <a:pt x="8128" y="3781"/>
                    <a:pt x="8128" y="4002"/>
                  </a:cubicBezTo>
                  <a:lnTo>
                    <a:pt x="8128" y="5671"/>
                  </a:lnTo>
                  <a:cubicBezTo>
                    <a:pt x="8128" y="5892"/>
                    <a:pt x="7939" y="6112"/>
                    <a:pt x="7719" y="6112"/>
                  </a:cubicBezTo>
                  <a:cubicBezTo>
                    <a:pt x="7467" y="6112"/>
                    <a:pt x="7309" y="5892"/>
                    <a:pt x="7309" y="5671"/>
                  </a:cubicBezTo>
                  <a:lnTo>
                    <a:pt x="7309" y="4002"/>
                  </a:lnTo>
                  <a:cubicBezTo>
                    <a:pt x="7309" y="3781"/>
                    <a:pt x="7498" y="3560"/>
                    <a:pt x="7719" y="3560"/>
                  </a:cubicBezTo>
                  <a:close/>
                  <a:moveTo>
                    <a:pt x="10239" y="3560"/>
                  </a:moveTo>
                  <a:cubicBezTo>
                    <a:pt x="10460" y="3560"/>
                    <a:pt x="10617" y="3781"/>
                    <a:pt x="10617" y="4002"/>
                  </a:cubicBezTo>
                  <a:lnTo>
                    <a:pt x="10617" y="5671"/>
                  </a:lnTo>
                  <a:cubicBezTo>
                    <a:pt x="10617" y="5892"/>
                    <a:pt x="10428" y="6112"/>
                    <a:pt x="10239" y="6112"/>
                  </a:cubicBezTo>
                  <a:cubicBezTo>
                    <a:pt x="9987" y="6112"/>
                    <a:pt x="9798" y="5892"/>
                    <a:pt x="9798" y="5671"/>
                  </a:cubicBezTo>
                  <a:lnTo>
                    <a:pt x="9798" y="4002"/>
                  </a:lnTo>
                  <a:cubicBezTo>
                    <a:pt x="9798" y="3781"/>
                    <a:pt x="9987" y="3560"/>
                    <a:pt x="10239" y="3560"/>
                  </a:cubicBezTo>
                  <a:close/>
                  <a:moveTo>
                    <a:pt x="5230" y="9357"/>
                  </a:moveTo>
                  <a:cubicBezTo>
                    <a:pt x="5450" y="9357"/>
                    <a:pt x="5608" y="9578"/>
                    <a:pt x="5608" y="9767"/>
                  </a:cubicBezTo>
                  <a:cubicBezTo>
                    <a:pt x="5608" y="9987"/>
                    <a:pt x="5419" y="10208"/>
                    <a:pt x="5230" y="10208"/>
                  </a:cubicBezTo>
                  <a:cubicBezTo>
                    <a:pt x="5041" y="10208"/>
                    <a:pt x="4789" y="9987"/>
                    <a:pt x="4789" y="9767"/>
                  </a:cubicBezTo>
                  <a:cubicBezTo>
                    <a:pt x="4820" y="9578"/>
                    <a:pt x="5041" y="9357"/>
                    <a:pt x="5230" y="9357"/>
                  </a:cubicBezTo>
                  <a:close/>
                  <a:moveTo>
                    <a:pt x="9924" y="9357"/>
                  </a:moveTo>
                  <a:cubicBezTo>
                    <a:pt x="10145" y="9357"/>
                    <a:pt x="10302" y="9578"/>
                    <a:pt x="10302" y="9767"/>
                  </a:cubicBezTo>
                  <a:cubicBezTo>
                    <a:pt x="10302" y="9987"/>
                    <a:pt x="10113" y="10208"/>
                    <a:pt x="9924" y="10208"/>
                  </a:cubicBezTo>
                  <a:cubicBezTo>
                    <a:pt x="9704" y="10208"/>
                    <a:pt x="9515" y="9987"/>
                    <a:pt x="9515" y="9767"/>
                  </a:cubicBezTo>
                  <a:cubicBezTo>
                    <a:pt x="9515" y="9578"/>
                    <a:pt x="9704" y="9357"/>
                    <a:pt x="9924" y="9357"/>
                  </a:cubicBezTo>
                  <a:close/>
                  <a:moveTo>
                    <a:pt x="441" y="0"/>
                  </a:moveTo>
                  <a:cubicBezTo>
                    <a:pt x="189" y="0"/>
                    <a:pt x="0" y="189"/>
                    <a:pt x="0" y="378"/>
                  </a:cubicBezTo>
                  <a:cubicBezTo>
                    <a:pt x="0" y="599"/>
                    <a:pt x="347" y="820"/>
                    <a:pt x="536" y="820"/>
                  </a:cubicBezTo>
                  <a:lnTo>
                    <a:pt x="2111" y="820"/>
                  </a:lnTo>
                  <a:cubicBezTo>
                    <a:pt x="2174" y="1103"/>
                    <a:pt x="3245" y="6711"/>
                    <a:pt x="3308" y="6994"/>
                  </a:cubicBezTo>
                  <a:cubicBezTo>
                    <a:pt x="2867" y="7184"/>
                    <a:pt x="2584" y="7625"/>
                    <a:pt x="2584" y="8097"/>
                  </a:cubicBezTo>
                  <a:cubicBezTo>
                    <a:pt x="2584" y="8759"/>
                    <a:pt x="3151" y="9326"/>
                    <a:pt x="3812" y="9326"/>
                  </a:cubicBezTo>
                  <a:lnTo>
                    <a:pt x="4001" y="9326"/>
                  </a:lnTo>
                  <a:cubicBezTo>
                    <a:pt x="3970" y="9452"/>
                    <a:pt x="3938" y="9609"/>
                    <a:pt x="3938" y="9767"/>
                  </a:cubicBezTo>
                  <a:cubicBezTo>
                    <a:pt x="3938" y="10429"/>
                    <a:pt x="4474" y="11027"/>
                    <a:pt x="5167" y="11027"/>
                  </a:cubicBezTo>
                  <a:cubicBezTo>
                    <a:pt x="5829" y="11027"/>
                    <a:pt x="6364" y="10460"/>
                    <a:pt x="6364" y="9767"/>
                  </a:cubicBezTo>
                  <a:cubicBezTo>
                    <a:pt x="6364" y="9609"/>
                    <a:pt x="6333" y="9483"/>
                    <a:pt x="6301" y="9326"/>
                  </a:cubicBezTo>
                  <a:lnTo>
                    <a:pt x="8664" y="9326"/>
                  </a:lnTo>
                  <a:cubicBezTo>
                    <a:pt x="8632" y="9452"/>
                    <a:pt x="8569" y="9609"/>
                    <a:pt x="8569" y="9767"/>
                  </a:cubicBezTo>
                  <a:cubicBezTo>
                    <a:pt x="8569" y="10429"/>
                    <a:pt x="9137" y="11027"/>
                    <a:pt x="9798" y="11027"/>
                  </a:cubicBezTo>
                  <a:cubicBezTo>
                    <a:pt x="10460" y="11027"/>
                    <a:pt x="11027" y="10460"/>
                    <a:pt x="11027" y="9767"/>
                  </a:cubicBezTo>
                  <a:cubicBezTo>
                    <a:pt x="11027" y="9609"/>
                    <a:pt x="10995" y="9483"/>
                    <a:pt x="10932" y="9357"/>
                  </a:cubicBezTo>
                  <a:lnTo>
                    <a:pt x="11562" y="9357"/>
                  </a:lnTo>
                  <a:cubicBezTo>
                    <a:pt x="11814" y="9357"/>
                    <a:pt x="12003" y="9168"/>
                    <a:pt x="12003" y="8979"/>
                  </a:cubicBezTo>
                  <a:cubicBezTo>
                    <a:pt x="12003" y="8727"/>
                    <a:pt x="11814" y="8538"/>
                    <a:pt x="11562" y="8538"/>
                  </a:cubicBezTo>
                  <a:lnTo>
                    <a:pt x="3749" y="8538"/>
                  </a:lnTo>
                  <a:cubicBezTo>
                    <a:pt x="3497" y="8538"/>
                    <a:pt x="3308" y="8349"/>
                    <a:pt x="3308" y="8160"/>
                  </a:cubicBezTo>
                  <a:cubicBezTo>
                    <a:pt x="3308" y="7940"/>
                    <a:pt x="3497" y="7719"/>
                    <a:pt x="3749" y="7719"/>
                  </a:cubicBezTo>
                  <a:lnTo>
                    <a:pt x="11468" y="7719"/>
                  </a:lnTo>
                  <a:cubicBezTo>
                    <a:pt x="11657" y="7719"/>
                    <a:pt x="11846" y="7562"/>
                    <a:pt x="11846" y="7373"/>
                  </a:cubicBezTo>
                  <a:lnTo>
                    <a:pt x="12665" y="2395"/>
                  </a:lnTo>
                  <a:cubicBezTo>
                    <a:pt x="12728" y="2143"/>
                    <a:pt x="12508" y="1922"/>
                    <a:pt x="12287" y="1922"/>
                  </a:cubicBezTo>
                  <a:lnTo>
                    <a:pt x="3056" y="1922"/>
                  </a:lnTo>
                  <a:lnTo>
                    <a:pt x="2741" y="347"/>
                  </a:lnTo>
                  <a:cubicBezTo>
                    <a:pt x="2710" y="158"/>
                    <a:pt x="2552" y="0"/>
                    <a:pt x="236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192" name="Google Shape;8192;p70"/>
          <p:cNvGrpSpPr/>
          <p:nvPr/>
        </p:nvGrpSpPr>
        <p:grpSpPr>
          <a:xfrm>
            <a:off x="1125259" y="5075450"/>
            <a:ext cx="490915" cy="488485"/>
            <a:chOff x="-62151950" y="4111775"/>
            <a:chExt cx="318225" cy="316650"/>
          </a:xfrm>
        </p:grpSpPr>
        <p:sp>
          <p:nvSpPr>
            <p:cNvPr id="8193" name="Google Shape;8193;p70"/>
            <p:cNvSpPr/>
            <p:nvPr/>
          </p:nvSpPr>
          <p:spPr>
            <a:xfrm>
              <a:off x="-62151950" y="4407925"/>
              <a:ext cx="318225" cy="20500"/>
            </a:xfrm>
            <a:custGeom>
              <a:avLst/>
              <a:gdLst/>
              <a:ahLst/>
              <a:cxnLst/>
              <a:rect l="l" t="t" r="r" b="b"/>
              <a:pathLst>
                <a:path w="12729" h="820" extrusionOk="0">
                  <a:moveTo>
                    <a:pt x="442" y="0"/>
                  </a:moveTo>
                  <a:cubicBezTo>
                    <a:pt x="221" y="0"/>
                    <a:pt x="1" y="189"/>
                    <a:pt x="1" y="441"/>
                  </a:cubicBezTo>
                  <a:cubicBezTo>
                    <a:pt x="1" y="662"/>
                    <a:pt x="221" y="819"/>
                    <a:pt x="442" y="819"/>
                  </a:cubicBezTo>
                  <a:lnTo>
                    <a:pt x="12288" y="819"/>
                  </a:lnTo>
                  <a:cubicBezTo>
                    <a:pt x="12540" y="819"/>
                    <a:pt x="12697" y="630"/>
                    <a:pt x="12697" y="441"/>
                  </a:cubicBezTo>
                  <a:cubicBezTo>
                    <a:pt x="12729" y="158"/>
                    <a:pt x="12540" y="0"/>
                    <a:pt x="1228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94" name="Google Shape;8194;p70"/>
            <p:cNvSpPr/>
            <p:nvPr/>
          </p:nvSpPr>
          <p:spPr>
            <a:xfrm>
              <a:off x="-62151950" y="4283475"/>
              <a:ext cx="84300" cy="104000"/>
            </a:xfrm>
            <a:custGeom>
              <a:avLst/>
              <a:gdLst/>
              <a:ahLst/>
              <a:cxnLst/>
              <a:rect l="l" t="t" r="r" b="b"/>
              <a:pathLst>
                <a:path w="3372" h="4160" extrusionOk="0">
                  <a:moveTo>
                    <a:pt x="1009" y="0"/>
                  </a:moveTo>
                  <a:cubicBezTo>
                    <a:pt x="442" y="0"/>
                    <a:pt x="1" y="442"/>
                    <a:pt x="1" y="1009"/>
                  </a:cubicBezTo>
                  <a:lnTo>
                    <a:pt x="1" y="3214"/>
                  </a:lnTo>
                  <a:cubicBezTo>
                    <a:pt x="64" y="3718"/>
                    <a:pt x="473" y="4159"/>
                    <a:pt x="1009" y="4159"/>
                  </a:cubicBezTo>
                  <a:lnTo>
                    <a:pt x="2363" y="4159"/>
                  </a:lnTo>
                  <a:cubicBezTo>
                    <a:pt x="2931" y="4159"/>
                    <a:pt x="3372" y="3718"/>
                    <a:pt x="3372" y="3214"/>
                  </a:cubicBezTo>
                  <a:lnTo>
                    <a:pt x="3372" y="1009"/>
                  </a:lnTo>
                  <a:cubicBezTo>
                    <a:pt x="3372" y="442"/>
                    <a:pt x="2931" y="0"/>
                    <a:pt x="236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95" name="Google Shape;8195;p70"/>
            <p:cNvSpPr/>
            <p:nvPr/>
          </p:nvSpPr>
          <p:spPr>
            <a:xfrm>
              <a:off x="-62033800" y="4111775"/>
              <a:ext cx="82725" cy="275700"/>
            </a:xfrm>
            <a:custGeom>
              <a:avLst/>
              <a:gdLst/>
              <a:ahLst/>
              <a:cxnLst/>
              <a:rect l="l" t="t" r="r" b="b"/>
              <a:pathLst>
                <a:path w="3309" h="11028" extrusionOk="0">
                  <a:moveTo>
                    <a:pt x="946" y="0"/>
                  </a:moveTo>
                  <a:cubicBezTo>
                    <a:pt x="410" y="0"/>
                    <a:pt x="0" y="410"/>
                    <a:pt x="0" y="977"/>
                  </a:cubicBezTo>
                  <a:lnTo>
                    <a:pt x="0" y="10082"/>
                  </a:lnTo>
                  <a:cubicBezTo>
                    <a:pt x="0" y="10618"/>
                    <a:pt x="441" y="11027"/>
                    <a:pt x="946" y="11027"/>
                  </a:cubicBezTo>
                  <a:lnTo>
                    <a:pt x="2332" y="11027"/>
                  </a:lnTo>
                  <a:cubicBezTo>
                    <a:pt x="2899" y="11027"/>
                    <a:pt x="3308" y="10586"/>
                    <a:pt x="3308" y="10082"/>
                  </a:cubicBezTo>
                  <a:lnTo>
                    <a:pt x="3308" y="977"/>
                  </a:lnTo>
                  <a:cubicBezTo>
                    <a:pt x="3308" y="410"/>
                    <a:pt x="2899" y="0"/>
                    <a:pt x="233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96" name="Google Shape;8196;p70"/>
            <p:cNvSpPr/>
            <p:nvPr/>
          </p:nvSpPr>
          <p:spPr>
            <a:xfrm>
              <a:off x="-61916450" y="4200775"/>
              <a:ext cx="82725" cy="186700"/>
            </a:xfrm>
            <a:custGeom>
              <a:avLst/>
              <a:gdLst/>
              <a:ahLst/>
              <a:cxnLst/>
              <a:rect l="l" t="t" r="r" b="b"/>
              <a:pathLst>
                <a:path w="3309" h="7468" extrusionOk="0">
                  <a:moveTo>
                    <a:pt x="946" y="0"/>
                  </a:moveTo>
                  <a:cubicBezTo>
                    <a:pt x="410" y="0"/>
                    <a:pt x="1" y="442"/>
                    <a:pt x="1" y="1009"/>
                  </a:cubicBezTo>
                  <a:lnTo>
                    <a:pt x="1" y="6522"/>
                  </a:lnTo>
                  <a:cubicBezTo>
                    <a:pt x="1" y="7058"/>
                    <a:pt x="442" y="7467"/>
                    <a:pt x="946" y="7467"/>
                  </a:cubicBezTo>
                  <a:lnTo>
                    <a:pt x="2332" y="7467"/>
                  </a:lnTo>
                  <a:cubicBezTo>
                    <a:pt x="2868" y="7467"/>
                    <a:pt x="3309" y="7026"/>
                    <a:pt x="3309" y="6522"/>
                  </a:cubicBezTo>
                  <a:lnTo>
                    <a:pt x="3309" y="1009"/>
                  </a:lnTo>
                  <a:cubicBezTo>
                    <a:pt x="3309" y="442"/>
                    <a:pt x="2868" y="0"/>
                    <a:pt x="233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197" name="Google Shape;8197;p70"/>
          <p:cNvGrpSpPr/>
          <p:nvPr/>
        </p:nvGrpSpPr>
        <p:grpSpPr>
          <a:xfrm>
            <a:off x="4083425" y="3862844"/>
            <a:ext cx="490876" cy="489912"/>
            <a:chOff x="-60254550" y="3367325"/>
            <a:chExt cx="318200" cy="317575"/>
          </a:xfrm>
        </p:grpSpPr>
        <p:sp>
          <p:nvSpPr>
            <p:cNvPr id="8198" name="Google Shape;8198;p70"/>
            <p:cNvSpPr/>
            <p:nvPr/>
          </p:nvSpPr>
          <p:spPr>
            <a:xfrm>
              <a:off x="-60219125" y="3367325"/>
              <a:ext cx="51225" cy="103575"/>
            </a:xfrm>
            <a:custGeom>
              <a:avLst/>
              <a:gdLst/>
              <a:ahLst/>
              <a:cxnLst/>
              <a:rect l="l" t="t" r="r" b="b"/>
              <a:pathLst>
                <a:path w="2049" h="4143" extrusionOk="0">
                  <a:moveTo>
                    <a:pt x="1051" y="0"/>
                  </a:moveTo>
                  <a:cubicBezTo>
                    <a:pt x="935" y="0"/>
                    <a:pt x="815" y="57"/>
                    <a:pt x="725" y="164"/>
                  </a:cubicBezTo>
                  <a:cubicBezTo>
                    <a:pt x="568" y="290"/>
                    <a:pt x="568" y="573"/>
                    <a:pt x="757" y="731"/>
                  </a:cubicBezTo>
                  <a:cubicBezTo>
                    <a:pt x="1103" y="1046"/>
                    <a:pt x="1103" y="1456"/>
                    <a:pt x="757" y="1771"/>
                  </a:cubicBezTo>
                  <a:cubicBezTo>
                    <a:pt x="32" y="2401"/>
                    <a:pt x="1" y="3377"/>
                    <a:pt x="757" y="4039"/>
                  </a:cubicBezTo>
                  <a:cubicBezTo>
                    <a:pt x="828" y="4110"/>
                    <a:pt x="924" y="4143"/>
                    <a:pt x="1023" y="4143"/>
                  </a:cubicBezTo>
                  <a:cubicBezTo>
                    <a:pt x="1144" y="4143"/>
                    <a:pt x="1269" y="4094"/>
                    <a:pt x="1356" y="4007"/>
                  </a:cubicBezTo>
                  <a:cubicBezTo>
                    <a:pt x="1513" y="3850"/>
                    <a:pt x="1513" y="3566"/>
                    <a:pt x="1292" y="3409"/>
                  </a:cubicBezTo>
                  <a:cubicBezTo>
                    <a:pt x="946" y="3094"/>
                    <a:pt x="946" y="2716"/>
                    <a:pt x="1292" y="2401"/>
                  </a:cubicBezTo>
                  <a:cubicBezTo>
                    <a:pt x="2017" y="1771"/>
                    <a:pt x="2049" y="762"/>
                    <a:pt x="1292" y="101"/>
                  </a:cubicBezTo>
                  <a:cubicBezTo>
                    <a:pt x="1224" y="33"/>
                    <a:pt x="1139" y="0"/>
                    <a:pt x="105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199" name="Google Shape;8199;p70"/>
            <p:cNvSpPr/>
            <p:nvPr/>
          </p:nvSpPr>
          <p:spPr>
            <a:xfrm>
              <a:off x="-60156900" y="3367325"/>
              <a:ext cx="51225" cy="103575"/>
            </a:xfrm>
            <a:custGeom>
              <a:avLst/>
              <a:gdLst/>
              <a:ahLst/>
              <a:cxnLst/>
              <a:rect l="l" t="t" r="r" b="b"/>
              <a:pathLst>
                <a:path w="2049" h="4143" extrusionOk="0">
                  <a:moveTo>
                    <a:pt x="1038" y="0"/>
                  </a:moveTo>
                  <a:cubicBezTo>
                    <a:pt x="913" y="0"/>
                    <a:pt x="783" y="57"/>
                    <a:pt x="694" y="164"/>
                  </a:cubicBezTo>
                  <a:cubicBezTo>
                    <a:pt x="536" y="290"/>
                    <a:pt x="536" y="573"/>
                    <a:pt x="757" y="731"/>
                  </a:cubicBezTo>
                  <a:cubicBezTo>
                    <a:pt x="1103" y="1046"/>
                    <a:pt x="1103" y="1456"/>
                    <a:pt x="757" y="1771"/>
                  </a:cubicBezTo>
                  <a:cubicBezTo>
                    <a:pt x="32" y="2401"/>
                    <a:pt x="1" y="3377"/>
                    <a:pt x="757" y="4039"/>
                  </a:cubicBezTo>
                  <a:cubicBezTo>
                    <a:pt x="828" y="4110"/>
                    <a:pt x="918" y="4143"/>
                    <a:pt x="1010" y="4143"/>
                  </a:cubicBezTo>
                  <a:cubicBezTo>
                    <a:pt x="1122" y="4143"/>
                    <a:pt x="1237" y="4094"/>
                    <a:pt x="1324" y="4007"/>
                  </a:cubicBezTo>
                  <a:cubicBezTo>
                    <a:pt x="1481" y="3850"/>
                    <a:pt x="1481" y="3566"/>
                    <a:pt x="1292" y="3409"/>
                  </a:cubicBezTo>
                  <a:cubicBezTo>
                    <a:pt x="946" y="3094"/>
                    <a:pt x="946" y="2716"/>
                    <a:pt x="1292" y="2401"/>
                  </a:cubicBezTo>
                  <a:cubicBezTo>
                    <a:pt x="2017" y="1771"/>
                    <a:pt x="2049" y="762"/>
                    <a:pt x="1292" y="101"/>
                  </a:cubicBezTo>
                  <a:cubicBezTo>
                    <a:pt x="1224" y="33"/>
                    <a:pt x="1133" y="0"/>
                    <a:pt x="103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00" name="Google Shape;8200;p70"/>
            <p:cNvSpPr/>
            <p:nvPr/>
          </p:nvSpPr>
          <p:spPr>
            <a:xfrm>
              <a:off x="-60094675" y="3367325"/>
              <a:ext cx="51225" cy="103575"/>
            </a:xfrm>
            <a:custGeom>
              <a:avLst/>
              <a:gdLst/>
              <a:ahLst/>
              <a:cxnLst/>
              <a:rect l="l" t="t" r="r" b="b"/>
              <a:pathLst>
                <a:path w="2049" h="4143" extrusionOk="0">
                  <a:moveTo>
                    <a:pt x="1038" y="0"/>
                  </a:moveTo>
                  <a:cubicBezTo>
                    <a:pt x="913" y="0"/>
                    <a:pt x="783" y="57"/>
                    <a:pt x="694" y="164"/>
                  </a:cubicBezTo>
                  <a:cubicBezTo>
                    <a:pt x="536" y="290"/>
                    <a:pt x="536" y="573"/>
                    <a:pt x="725" y="731"/>
                  </a:cubicBezTo>
                  <a:cubicBezTo>
                    <a:pt x="1103" y="1046"/>
                    <a:pt x="1103" y="1456"/>
                    <a:pt x="725" y="1771"/>
                  </a:cubicBezTo>
                  <a:cubicBezTo>
                    <a:pt x="32" y="2401"/>
                    <a:pt x="1" y="3377"/>
                    <a:pt x="725" y="4039"/>
                  </a:cubicBezTo>
                  <a:cubicBezTo>
                    <a:pt x="796" y="4110"/>
                    <a:pt x="893" y="4143"/>
                    <a:pt x="992" y="4143"/>
                  </a:cubicBezTo>
                  <a:cubicBezTo>
                    <a:pt x="1113" y="4143"/>
                    <a:pt x="1237" y="4094"/>
                    <a:pt x="1324" y="4007"/>
                  </a:cubicBezTo>
                  <a:cubicBezTo>
                    <a:pt x="1481" y="3850"/>
                    <a:pt x="1481" y="3566"/>
                    <a:pt x="1292" y="3409"/>
                  </a:cubicBezTo>
                  <a:cubicBezTo>
                    <a:pt x="946" y="3094"/>
                    <a:pt x="946" y="2716"/>
                    <a:pt x="1292" y="2401"/>
                  </a:cubicBezTo>
                  <a:cubicBezTo>
                    <a:pt x="1985" y="1771"/>
                    <a:pt x="2048" y="762"/>
                    <a:pt x="1292" y="101"/>
                  </a:cubicBezTo>
                  <a:cubicBezTo>
                    <a:pt x="1224" y="33"/>
                    <a:pt x="1133" y="0"/>
                    <a:pt x="103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01" name="Google Shape;8201;p70"/>
            <p:cNvSpPr/>
            <p:nvPr/>
          </p:nvSpPr>
          <p:spPr>
            <a:xfrm>
              <a:off x="-60254550" y="3478525"/>
              <a:ext cx="318200" cy="206375"/>
            </a:xfrm>
            <a:custGeom>
              <a:avLst/>
              <a:gdLst/>
              <a:ahLst/>
              <a:cxnLst/>
              <a:rect l="l" t="t" r="r" b="b"/>
              <a:pathLst>
                <a:path w="12728" h="8255" extrusionOk="0">
                  <a:moveTo>
                    <a:pt x="10428" y="1607"/>
                  </a:moveTo>
                  <a:cubicBezTo>
                    <a:pt x="11184" y="1607"/>
                    <a:pt x="11814" y="2237"/>
                    <a:pt x="11814" y="2994"/>
                  </a:cubicBezTo>
                  <a:cubicBezTo>
                    <a:pt x="11814" y="3718"/>
                    <a:pt x="11184" y="4380"/>
                    <a:pt x="10428" y="4380"/>
                  </a:cubicBezTo>
                  <a:lnTo>
                    <a:pt x="9767" y="4380"/>
                  </a:lnTo>
                  <a:cubicBezTo>
                    <a:pt x="9861" y="4002"/>
                    <a:pt x="9893" y="3655"/>
                    <a:pt x="9893" y="3246"/>
                  </a:cubicBezTo>
                  <a:lnTo>
                    <a:pt x="9893" y="1607"/>
                  </a:lnTo>
                  <a:close/>
                  <a:moveTo>
                    <a:pt x="410" y="1"/>
                  </a:moveTo>
                  <a:cubicBezTo>
                    <a:pt x="158" y="1"/>
                    <a:pt x="0" y="190"/>
                    <a:pt x="0" y="379"/>
                  </a:cubicBezTo>
                  <a:lnTo>
                    <a:pt x="0" y="3309"/>
                  </a:lnTo>
                  <a:cubicBezTo>
                    <a:pt x="0" y="5041"/>
                    <a:pt x="882" y="6522"/>
                    <a:pt x="2237" y="7436"/>
                  </a:cubicBezTo>
                  <a:lnTo>
                    <a:pt x="441" y="7436"/>
                  </a:lnTo>
                  <a:cubicBezTo>
                    <a:pt x="189" y="7436"/>
                    <a:pt x="32" y="7625"/>
                    <a:pt x="32" y="7845"/>
                  </a:cubicBezTo>
                  <a:cubicBezTo>
                    <a:pt x="32" y="8066"/>
                    <a:pt x="252" y="8255"/>
                    <a:pt x="441" y="8255"/>
                  </a:cubicBezTo>
                  <a:lnTo>
                    <a:pt x="9546" y="8255"/>
                  </a:lnTo>
                  <a:cubicBezTo>
                    <a:pt x="9767" y="8255"/>
                    <a:pt x="9924" y="8066"/>
                    <a:pt x="9924" y="7845"/>
                  </a:cubicBezTo>
                  <a:cubicBezTo>
                    <a:pt x="9924" y="7593"/>
                    <a:pt x="9735" y="7436"/>
                    <a:pt x="9546" y="7436"/>
                  </a:cubicBezTo>
                  <a:lnTo>
                    <a:pt x="7719" y="7436"/>
                  </a:lnTo>
                  <a:cubicBezTo>
                    <a:pt x="8538" y="6900"/>
                    <a:pt x="9168" y="6144"/>
                    <a:pt x="9578" y="5230"/>
                  </a:cubicBezTo>
                  <a:lnTo>
                    <a:pt x="10523" y="5230"/>
                  </a:lnTo>
                  <a:cubicBezTo>
                    <a:pt x="11751" y="5230"/>
                    <a:pt x="12728" y="4254"/>
                    <a:pt x="12728" y="3025"/>
                  </a:cubicBezTo>
                  <a:cubicBezTo>
                    <a:pt x="12728" y="1796"/>
                    <a:pt x="11657" y="788"/>
                    <a:pt x="10428" y="788"/>
                  </a:cubicBezTo>
                  <a:lnTo>
                    <a:pt x="9893" y="788"/>
                  </a:lnTo>
                  <a:lnTo>
                    <a:pt x="9893" y="379"/>
                  </a:lnTo>
                  <a:cubicBezTo>
                    <a:pt x="9893" y="158"/>
                    <a:pt x="9704" y="1"/>
                    <a:pt x="948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202" name="Google Shape;8202;p70"/>
          <p:cNvGrpSpPr/>
          <p:nvPr/>
        </p:nvGrpSpPr>
        <p:grpSpPr>
          <a:xfrm>
            <a:off x="4084620" y="4464169"/>
            <a:ext cx="488485" cy="488331"/>
            <a:chOff x="-60255350" y="3733825"/>
            <a:chExt cx="316650" cy="316550"/>
          </a:xfrm>
        </p:grpSpPr>
        <p:sp>
          <p:nvSpPr>
            <p:cNvPr id="8203" name="Google Shape;8203;p70"/>
            <p:cNvSpPr/>
            <p:nvPr/>
          </p:nvSpPr>
          <p:spPr>
            <a:xfrm>
              <a:off x="-60218325" y="3733825"/>
              <a:ext cx="235525" cy="316550"/>
            </a:xfrm>
            <a:custGeom>
              <a:avLst/>
              <a:gdLst/>
              <a:ahLst/>
              <a:cxnLst/>
              <a:rect l="l" t="t" r="r" b="b"/>
              <a:pathLst>
                <a:path w="9421" h="12662" extrusionOk="0">
                  <a:moveTo>
                    <a:pt x="4821" y="1666"/>
                  </a:moveTo>
                  <a:cubicBezTo>
                    <a:pt x="5073" y="1666"/>
                    <a:pt x="5262" y="1886"/>
                    <a:pt x="5262" y="2075"/>
                  </a:cubicBezTo>
                  <a:lnTo>
                    <a:pt x="5262" y="2359"/>
                  </a:lnTo>
                  <a:cubicBezTo>
                    <a:pt x="5734" y="2485"/>
                    <a:pt x="6081" y="2989"/>
                    <a:pt x="6081" y="3525"/>
                  </a:cubicBezTo>
                  <a:cubicBezTo>
                    <a:pt x="6081" y="3777"/>
                    <a:pt x="5892" y="3934"/>
                    <a:pt x="5640" y="3934"/>
                  </a:cubicBezTo>
                  <a:cubicBezTo>
                    <a:pt x="5419" y="3934"/>
                    <a:pt x="5262" y="3714"/>
                    <a:pt x="5262" y="3525"/>
                  </a:cubicBezTo>
                  <a:cubicBezTo>
                    <a:pt x="5262" y="3273"/>
                    <a:pt x="5073" y="3084"/>
                    <a:pt x="4821" y="3084"/>
                  </a:cubicBezTo>
                  <a:cubicBezTo>
                    <a:pt x="4569" y="3084"/>
                    <a:pt x="4411" y="3273"/>
                    <a:pt x="4411" y="3525"/>
                  </a:cubicBezTo>
                  <a:cubicBezTo>
                    <a:pt x="4411" y="3777"/>
                    <a:pt x="4789" y="3997"/>
                    <a:pt x="5104" y="4249"/>
                  </a:cubicBezTo>
                  <a:cubicBezTo>
                    <a:pt x="5514" y="4564"/>
                    <a:pt x="6081" y="4942"/>
                    <a:pt x="6081" y="5604"/>
                  </a:cubicBezTo>
                  <a:cubicBezTo>
                    <a:pt x="6081" y="6171"/>
                    <a:pt x="5734" y="6612"/>
                    <a:pt x="5262" y="6801"/>
                  </a:cubicBezTo>
                  <a:lnTo>
                    <a:pt x="5262" y="7085"/>
                  </a:lnTo>
                  <a:cubicBezTo>
                    <a:pt x="5262" y="7305"/>
                    <a:pt x="5041" y="7463"/>
                    <a:pt x="4821" y="7463"/>
                  </a:cubicBezTo>
                  <a:cubicBezTo>
                    <a:pt x="4569" y="7463"/>
                    <a:pt x="4411" y="7274"/>
                    <a:pt x="4411" y="7085"/>
                  </a:cubicBezTo>
                  <a:lnTo>
                    <a:pt x="4411" y="6801"/>
                  </a:lnTo>
                  <a:cubicBezTo>
                    <a:pt x="3938" y="6644"/>
                    <a:pt x="3592" y="6171"/>
                    <a:pt x="3592" y="5604"/>
                  </a:cubicBezTo>
                  <a:cubicBezTo>
                    <a:pt x="3592" y="5383"/>
                    <a:pt x="3781" y="5194"/>
                    <a:pt x="4033" y="5194"/>
                  </a:cubicBezTo>
                  <a:cubicBezTo>
                    <a:pt x="4253" y="5194"/>
                    <a:pt x="4411" y="5383"/>
                    <a:pt x="4411" y="5604"/>
                  </a:cubicBezTo>
                  <a:cubicBezTo>
                    <a:pt x="4411" y="5856"/>
                    <a:pt x="4632" y="6014"/>
                    <a:pt x="4821" y="6014"/>
                  </a:cubicBezTo>
                  <a:cubicBezTo>
                    <a:pt x="5041" y="6014"/>
                    <a:pt x="5262" y="5824"/>
                    <a:pt x="5262" y="5604"/>
                  </a:cubicBezTo>
                  <a:cubicBezTo>
                    <a:pt x="5262" y="5383"/>
                    <a:pt x="4947" y="5131"/>
                    <a:pt x="4569" y="4911"/>
                  </a:cubicBezTo>
                  <a:cubicBezTo>
                    <a:pt x="4159" y="4596"/>
                    <a:pt x="3592" y="4186"/>
                    <a:pt x="3592" y="3525"/>
                  </a:cubicBezTo>
                  <a:cubicBezTo>
                    <a:pt x="3592" y="2989"/>
                    <a:pt x="3938" y="2548"/>
                    <a:pt x="4411" y="2359"/>
                  </a:cubicBezTo>
                  <a:lnTo>
                    <a:pt x="4411" y="2075"/>
                  </a:lnTo>
                  <a:cubicBezTo>
                    <a:pt x="4411" y="1823"/>
                    <a:pt x="4632" y="1666"/>
                    <a:pt x="4821" y="1666"/>
                  </a:cubicBezTo>
                  <a:close/>
                  <a:moveTo>
                    <a:pt x="6081" y="9385"/>
                  </a:moveTo>
                  <a:lnTo>
                    <a:pt x="6081" y="10235"/>
                  </a:lnTo>
                  <a:lnTo>
                    <a:pt x="3592" y="10235"/>
                  </a:lnTo>
                  <a:lnTo>
                    <a:pt x="3592" y="9385"/>
                  </a:lnTo>
                  <a:close/>
                  <a:moveTo>
                    <a:pt x="4801" y="0"/>
                  </a:moveTo>
                  <a:cubicBezTo>
                    <a:pt x="4498" y="0"/>
                    <a:pt x="4188" y="29"/>
                    <a:pt x="3875" y="91"/>
                  </a:cubicBezTo>
                  <a:cubicBezTo>
                    <a:pt x="2111" y="500"/>
                    <a:pt x="693" y="1949"/>
                    <a:pt x="378" y="3714"/>
                  </a:cubicBezTo>
                  <a:cubicBezTo>
                    <a:pt x="0" y="5698"/>
                    <a:pt x="1008" y="7652"/>
                    <a:pt x="2773" y="8565"/>
                  </a:cubicBezTo>
                  <a:lnTo>
                    <a:pt x="2773" y="10582"/>
                  </a:lnTo>
                  <a:cubicBezTo>
                    <a:pt x="2773" y="11716"/>
                    <a:pt x="3718" y="12661"/>
                    <a:pt x="4852" y="12661"/>
                  </a:cubicBezTo>
                  <a:cubicBezTo>
                    <a:pt x="5986" y="12661"/>
                    <a:pt x="6963" y="11716"/>
                    <a:pt x="6963" y="10582"/>
                  </a:cubicBezTo>
                  <a:lnTo>
                    <a:pt x="6963" y="8565"/>
                  </a:lnTo>
                  <a:cubicBezTo>
                    <a:pt x="8444" y="7778"/>
                    <a:pt x="9420" y="6234"/>
                    <a:pt x="9420" y="4501"/>
                  </a:cubicBezTo>
                  <a:cubicBezTo>
                    <a:pt x="9392" y="2000"/>
                    <a:pt x="7308" y="0"/>
                    <a:pt x="480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04" name="Google Shape;8204;p70"/>
            <p:cNvSpPr/>
            <p:nvPr/>
          </p:nvSpPr>
          <p:spPr>
            <a:xfrm>
              <a:off x="-60255350" y="3844775"/>
              <a:ext cx="34675" cy="20500"/>
            </a:xfrm>
            <a:custGeom>
              <a:avLst/>
              <a:gdLst/>
              <a:ahLst/>
              <a:cxnLst/>
              <a:rect l="l" t="t" r="r" b="b"/>
              <a:pathLst>
                <a:path w="1387" h="820" extrusionOk="0">
                  <a:moveTo>
                    <a:pt x="379" y="0"/>
                  </a:moveTo>
                  <a:cubicBezTo>
                    <a:pt x="158" y="0"/>
                    <a:pt x="1" y="189"/>
                    <a:pt x="1" y="378"/>
                  </a:cubicBezTo>
                  <a:cubicBezTo>
                    <a:pt x="1" y="630"/>
                    <a:pt x="190" y="819"/>
                    <a:pt x="379" y="819"/>
                  </a:cubicBezTo>
                  <a:lnTo>
                    <a:pt x="946" y="819"/>
                  </a:lnTo>
                  <a:cubicBezTo>
                    <a:pt x="1166" y="819"/>
                    <a:pt x="1387" y="630"/>
                    <a:pt x="1387" y="378"/>
                  </a:cubicBezTo>
                  <a:cubicBezTo>
                    <a:pt x="1387" y="158"/>
                    <a:pt x="1166" y="0"/>
                    <a:pt x="94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05" name="Google Shape;8205;p70"/>
            <p:cNvSpPr/>
            <p:nvPr/>
          </p:nvSpPr>
          <p:spPr>
            <a:xfrm>
              <a:off x="-59974175" y="3844775"/>
              <a:ext cx="35475" cy="20500"/>
            </a:xfrm>
            <a:custGeom>
              <a:avLst/>
              <a:gdLst/>
              <a:ahLst/>
              <a:cxnLst/>
              <a:rect l="l" t="t" r="r" b="b"/>
              <a:pathLst>
                <a:path w="1419" h="820" extrusionOk="0">
                  <a:moveTo>
                    <a:pt x="442" y="0"/>
                  </a:moveTo>
                  <a:cubicBezTo>
                    <a:pt x="221" y="0"/>
                    <a:pt x="1" y="189"/>
                    <a:pt x="1" y="378"/>
                  </a:cubicBezTo>
                  <a:cubicBezTo>
                    <a:pt x="1" y="630"/>
                    <a:pt x="221" y="819"/>
                    <a:pt x="442" y="819"/>
                  </a:cubicBezTo>
                  <a:lnTo>
                    <a:pt x="1009" y="819"/>
                  </a:lnTo>
                  <a:cubicBezTo>
                    <a:pt x="1230" y="819"/>
                    <a:pt x="1387" y="630"/>
                    <a:pt x="1387" y="378"/>
                  </a:cubicBezTo>
                  <a:cubicBezTo>
                    <a:pt x="1419" y="158"/>
                    <a:pt x="1230" y="0"/>
                    <a:pt x="100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06" name="Google Shape;8206;p70"/>
            <p:cNvSpPr/>
            <p:nvPr/>
          </p:nvSpPr>
          <p:spPr>
            <a:xfrm>
              <a:off x="-60212825" y="3939475"/>
              <a:ext cx="32325" cy="30350"/>
            </a:xfrm>
            <a:custGeom>
              <a:avLst/>
              <a:gdLst/>
              <a:ahLst/>
              <a:cxnLst/>
              <a:rect l="l" t="t" r="r" b="b"/>
              <a:pathLst>
                <a:path w="1293" h="1214" extrusionOk="0">
                  <a:moveTo>
                    <a:pt x="836" y="1"/>
                  </a:moveTo>
                  <a:cubicBezTo>
                    <a:pt x="725" y="1"/>
                    <a:pt x="615" y="40"/>
                    <a:pt x="536" y="119"/>
                  </a:cubicBezTo>
                  <a:lnTo>
                    <a:pt x="158" y="497"/>
                  </a:lnTo>
                  <a:cubicBezTo>
                    <a:pt x="1" y="654"/>
                    <a:pt x="1" y="938"/>
                    <a:pt x="158" y="1096"/>
                  </a:cubicBezTo>
                  <a:cubicBezTo>
                    <a:pt x="237" y="1174"/>
                    <a:pt x="340" y="1214"/>
                    <a:pt x="442" y="1214"/>
                  </a:cubicBezTo>
                  <a:cubicBezTo>
                    <a:pt x="544" y="1214"/>
                    <a:pt x="647" y="1174"/>
                    <a:pt x="725" y="1096"/>
                  </a:cubicBezTo>
                  <a:lnTo>
                    <a:pt x="1135" y="686"/>
                  </a:lnTo>
                  <a:cubicBezTo>
                    <a:pt x="1293" y="528"/>
                    <a:pt x="1293" y="245"/>
                    <a:pt x="1135" y="119"/>
                  </a:cubicBezTo>
                  <a:cubicBezTo>
                    <a:pt x="1056" y="40"/>
                    <a:pt x="946" y="1"/>
                    <a:pt x="83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07" name="Google Shape;8207;p70"/>
            <p:cNvSpPr/>
            <p:nvPr/>
          </p:nvSpPr>
          <p:spPr>
            <a:xfrm>
              <a:off x="-60012750" y="3739425"/>
              <a:ext cx="32300" cy="30350"/>
            </a:xfrm>
            <a:custGeom>
              <a:avLst/>
              <a:gdLst/>
              <a:ahLst/>
              <a:cxnLst/>
              <a:rect l="l" t="t" r="r" b="b"/>
              <a:pathLst>
                <a:path w="1292" h="1214" extrusionOk="0">
                  <a:moveTo>
                    <a:pt x="835" y="1"/>
                  </a:moveTo>
                  <a:cubicBezTo>
                    <a:pt x="725" y="1"/>
                    <a:pt x="614" y="40"/>
                    <a:pt x="536" y="119"/>
                  </a:cubicBezTo>
                  <a:lnTo>
                    <a:pt x="126" y="497"/>
                  </a:lnTo>
                  <a:cubicBezTo>
                    <a:pt x="0" y="654"/>
                    <a:pt x="0" y="938"/>
                    <a:pt x="126" y="1095"/>
                  </a:cubicBezTo>
                  <a:cubicBezTo>
                    <a:pt x="205" y="1174"/>
                    <a:pt x="315" y="1213"/>
                    <a:pt x="425" y="1213"/>
                  </a:cubicBezTo>
                  <a:cubicBezTo>
                    <a:pt x="536" y="1213"/>
                    <a:pt x="646" y="1174"/>
                    <a:pt x="725" y="1095"/>
                  </a:cubicBezTo>
                  <a:lnTo>
                    <a:pt x="1134" y="686"/>
                  </a:lnTo>
                  <a:cubicBezTo>
                    <a:pt x="1292" y="560"/>
                    <a:pt x="1292" y="276"/>
                    <a:pt x="1134" y="119"/>
                  </a:cubicBezTo>
                  <a:cubicBezTo>
                    <a:pt x="1056" y="40"/>
                    <a:pt x="945" y="1"/>
                    <a:pt x="83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08" name="Google Shape;8208;p70"/>
            <p:cNvSpPr/>
            <p:nvPr/>
          </p:nvSpPr>
          <p:spPr>
            <a:xfrm>
              <a:off x="-60012750" y="3939475"/>
              <a:ext cx="32300" cy="30350"/>
            </a:xfrm>
            <a:custGeom>
              <a:avLst/>
              <a:gdLst/>
              <a:ahLst/>
              <a:cxnLst/>
              <a:rect l="l" t="t" r="r" b="b"/>
              <a:pathLst>
                <a:path w="1292" h="1214" extrusionOk="0">
                  <a:moveTo>
                    <a:pt x="425" y="1"/>
                  </a:moveTo>
                  <a:cubicBezTo>
                    <a:pt x="315" y="1"/>
                    <a:pt x="205" y="40"/>
                    <a:pt x="126" y="119"/>
                  </a:cubicBezTo>
                  <a:cubicBezTo>
                    <a:pt x="0" y="245"/>
                    <a:pt x="0" y="528"/>
                    <a:pt x="126" y="686"/>
                  </a:cubicBezTo>
                  <a:lnTo>
                    <a:pt x="536" y="1096"/>
                  </a:lnTo>
                  <a:cubicBezTo>
                    <a:pt x="614" y="1174"/>
                    <a:pt x="725" y="1214"/>
                    <a:pt x="835" y="1214"/>
                  </a:cubicBezTo>
                  <a:cubicBezTo>
                    <a:pt x="945" y="1214"/>
                    <a:pt x="1056" y="1174"/>
                    <a:pt x="1134" y="1096"/>
                  </a:cubicBezTo>
                  <a:cubicBezTo>
                    <a:pt x="1292" y="938"/>
                    <a:pt x="1292" y="654"/>
                    <a:pt x="1134" y="497"/>
                  </a:cubicBezTo>
                  <a:lnTo>
                    <a:pt x="725" y="119"/>
                  </a:lnTo>
                  <a:cubicBezTo>
                    <a:pt x="646" y="40"/>
                    <a:pt x="536" y="1"/>
                    <a:pt x="42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09" name="Google Shape;8209;p70"/>
            <p:cNvSpPr/>
            <p:nvPr/>
          </p:nvSpPr>
          <p:spPr>
            <a:xfrm>
              <a:off x="-60212825" y="3739425"/>
              <a:ext cx="32325" cy="30350"/>
            </a:xfrm>
            <a:custGeom>
              <a:avLst/>
              <a:gdLst/>
              <a:ahLst/>
              <a:cxnLst/>
              <a:rect l="l" t="t" r="r" b="b"/>
              <a:pathLst>
                <a:path w="1293" h="1214" extrusionOk="0">
                  <a:moveTo>
                    <a:pt x="442" y="1"/>
                  </a:moveTo>
                  <a:cubicBezTo>
                    <a:pt x="340" y="1"/>
                    <a:pt x="237" y="40"/>
                    <a:pt x="158" y="119"/>
                  </a:cubicBezTo>
                  <a:cubicBezTo>
                    <a:pt x="1" y="276"/>
                    <a:pt x="1" y="560"/>
                    <a:pt x="158" y="686"/>
                  </a:cubicBezTo>
                  <a:lnTo>
                    <a:pt x="536" y="1095"/>
                  </a:lnTo>
                  <a:cubicBezTo>
                    <a:pt x="615" y="1174"/>
                    <a:pt x="725" y="1213"/>
                    <a:pt x="836" y="1213"/>
                  </a:cubicBezTo>
                  <a:cubicBezTo>
                    <a:pt x="946" y="1213"/>
                    <a:pt x="1056" y="1174"/>
                    <a:pt x="1135" y="1095"/>
                  </a:cubicBezTo>
                  <a:cubicBezTo>
                    <a:pt x="1293" y="938"/>
                    <a:pt x="1293" y="654"/>
                    <a:pt x="1135" y="497"/>
                  </a:cubicBezTo>
                  <a:lnTo>
                    <a:pt x="725" y="119"/>
                  </a:lnTo>
                  <a:cubicBezTo>
                    <a:pt x="647" y="40"/>
                    <a:pt x="544" y="1"/>
                    <a:pt x="44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210" name="Google Shape;8210;p70"/>
          <p:cNvGrpSpPr/>
          <p:nvPr/>
        </p:nvGrpSpPr>
        <p:grpSpPr>
          <a:xfrm>
            <a:off x="4121683" y="5076048"/>
            <a:ext cx="414360" cy="487289"/>
            <a:chOff x="-60232500" y="4101525"/>
            <a:chExt cx="268600" cy="315875"/>
          </a:xfrm>
        </p:grpSpPr>
        <p:sp>
          <p:nvSpPr>
            <p:cNvPr id="8211" name="Google Shape;8211;p70"/>
            <p:cNvSpPr/>
            <p:nvPr/>
          </p:nvSpPr>
          <p:spPr>
            <a:xfrm>
              <a:off x="-60222275" y="4273225"/>
              <a:ext cx="63025" cy="144175"/>
            </a:xfrm>
            <a:custGeom>
              <a:avLst/>
              <a:gdLst/>
              <a:ahLst/>
              <a:cxnLst/>
              <a:rect l="l" t="t" r="r" b="b"/>
              <a:pathLst>
                <a:path w="2521" h="5767" extrusionOk="0">
                  <a:moveTo>
                    <a:pt x="1261" y="1"/>
                  </a:moveTo>
                  <a:cubicBezTo>
                    <a:pt x="1072" y="1"/>
                    <a:pt x="851" y="190"/>
                    <a:pt x="851" y="379"/>
                  </a:cubicBezTo>
                  <a:lnTo>
                    <a:pt x="851" y="662"/>
                  </a:lnTo>
                  <a:cubicBezTo>
                    <a:pt x="379" y="820"/>
                    <a:pt x="1" y="1293"/>
                    <a:pt x="1" y="1828"/>
                  </a:cubicBezTo>
                  <a:cubicBezTo>
                    <a:pt x="1" y="2521"/>
                    <a:pt x="568" y="2899"/>
                    <a:pt x="1009" y="3214"/>
                  </a:cubicBezTo>
                  <a:cubicBezTo>
                    <a:pt x="1324" y="3466"/>
                    <a:pt x="1671" y="3687"/>
                    <a:pt x="1671" y="3939"/>
                  </a:cubicBezTo>
                  <a:cubicBezTo>
                    <a:pt x="1671" y="4160"/>
                    <a:pt x="1482" y="4349"/>
                    <a:pt x="1261" y="4349"/>
                  </a:cubicBezTo>
                  <a:cubicBezTo>
                    <a:pt x="1072" y="4349"/>
                    <a:pt x="851" y="4160"/>
                    <a:pt x="851" y="3939"/>
                  </a:cubicBezTo>
                  <a:cubicBezTo>
                    <a:pt x="851" y="3687"/>
                    <a:pt x="631" y="3529"/>
                    <a:pt x="442" y="3529"/>
                  </a:cubicBezTo>
                  <a:cubicBezTo>
                    <a:pt x="253" y="3529"/>
                    <a:pt x="64" y="3718"/>
                    <a:pt x="64" y="3939"/>
                  </a:cubicBezTo>
                  <a:cubicBezTo>
                    <a:pt x="64" y="4475"/>
                    <a:pt x="410" y="4916"/>
                    <a:pt x="883" y="5105"/>
                  </a:cubicBezTo>
                  <a:lnTo>
                    <a:pt x="883" y="5388"/>
                  </a:lnTo>
                  <a:cubicBezTo>
                    <a:pt x="883" y="5609"/>
                    <a:pt x="1072" y="5766"/>
                    <a:pt x="1324" y="5766"/>
                  </a:cubicBezTo>
                  <a:cubicBezTo>
                    <a:pt x="1545" y="5766"/>
                    <a:pt x="1702" y="5577"/>
                    <a:pt x="1702" y="5388"/>
                  </a:cubicBezTo>
                  <a:lnTo>
                    <a:pt x="1702" y="5105"/>
                  </a:lnTo>
                  <a:cubicBezTo>
                    <a:pt x="2175" y="4947"/>
                    <a:pt x="2521" y="4475"/>
                    <a:pt x="2521" y="3939"/>
                  </a:cubicBezTo>
                  <a:cubicBezTo>
                    <a:pt x="2521" y="3246"/>
                    <a:pt x="1986" y="2868"/>
                    <a:pt x="1545" y="2553"/>
                  </a:cubicBezTo>
                  <a:cubicBezTo>
                    <a:pt x="1229" y="2301"/>
                    <a:pt x="883" y="2080"/>
                    <a:pt x="883" y="1828"/>
                  </a:cubicBezTo>
                  <a:cubicBezTo>
                    <a:pt x="883" y="1608"/>
                    <a:pt x="1072" y="1450"/>
                    <a:pt x="1261" y="1450"/>
                  </a:cubicBezTo>
                  <a:cubicBezTo>
                    <a:pt x="1513" y="1450"/>
                    <a:pt x="1671" y="1639"/>
                    <a:pt x="1671" y="1828"/>
                  </a:cubicBezTo>
                  <a:cubicBezTo>
                    <a:pt x="1671" y="2080"/>
                    <a:pt x="1860" y="2269"/>
                    <a:pt x="2112" y="2269"/>
                  </a:cubicBezTo>
                  <a:cubicBezTo>
                    <a:pt x="2332" y="2269"/>
                    <a:pt x="2490" y="2080"/>
                    <a:pt x="2490" y="1828"/>
                  </a:cubicBezTo>
                  <a:cubicBezTo>
                    <a:pt x="2490" y="1293"/>
                    <a:pt x="2143" y="852"/>
                    <a:pt x="1671" y="662"/>
                  </a:cubicBezTo>
                  <a:lnTo>
                    <a:pt x="1671" y="379"/>
                  </a:lnTo>
                  <a:cubicBezTo>
                    <a:pt x="1671" y="158"/>
                    <a:pt x="1482" y="1"/>
                    <a:pt x="126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12" name="Google Shape;8212;p70"/>
            <p:cNvSpPr/>
            <p:nvPr/>
          </p:nvSpPr>
          <p:spPr>
            <a:xfrm>
              <a:off x="-60232500" y="4101525"/>
              <a:ext cx="268600" cy="315875"/>
            </a:xfrm>
            <a:custGeom>
              <a:avLst/>
              <a:gdLst/>
              <a:ahLst/>
              <a:cxnLst/>
              <a:rect l="l" t="t" r="r" b="b"/>
              <a:pathLst>
                <a:path w="10744" h="12635" extrusionOk="0">
                  <a:moveTo>
                    <a:pt x="5356" y="1"/>
                  </a:moveTo>
                  <a:cubicBezTo>
                    <a:pt x="5104" y="1"/>
                    <a:pt x="4946" y="190"/>
                    <a:pt x="4946" y="410"/>
                  </a:cubicBezTo>
                  <a:lnTo>
                    <a:pt x="4946" y="820"/>
                  </a:lnTo>
                  <a:cubicBezTo>
                    <a:pt x="2206" y="1041"/>
                    <a:pt x="0" y="3340"/>
                    <a:pt x="0" y="6176"/>
                  </a:cubicBezTo>
                  <a:lnTo>
                    <a:pt x="0" y="6585"/>
                  </a:lnTo>
                  <a:lnTo>
                    <a:pt x="32" y="6585"/>
                  </a:lnTo>
                  <a:cubicBezTo>
                    <a:pt x="32" y="6806"/>
                    <a:pt x="221" y="6963"/>
                    <a:pt x="473" y="6963"/>
                  </a:cubicBezTo>
                  <a:cubicBezTo>
                    <a:pt x="693" y="6963"/>
                    <a:pt x="851" y="6774"/>
                    <a:pt x="851" y="6585"/>
                  </a:cubicBezTo>
                  <a:cubicBezTo>
                    <a:pt x="851" y="6113"/>
                    <a:pt x="1197" y="5766"/>
                    <a:pt x="1701" y="5766"/>
                  </a:cubicBezTo>
                  <a:cubicBezTo>
                    <a:pt x="2174" y="5766"/>
                    <a:pt x="2521" y="6113"/>
                    <a:pt x="2521" y="6585"/>
                  </a:cubicBezTo>
                  <a:cubicBezTo>
                    <a:pt x="2521" y="6806"/>
                    <a:pt x="2710" y="6963"/>
                    <a:pt x="2899" y="6963"/>
                  </a:cubicBezTo>
                  <a:cubicBezTo>
                    <a:pt x="3119" y="6963"/>
                    <a:pt x="3308" y="6774"/>
                    <a:pt x="3308" y="6585"/>
                  </a:cubicBezTo>
                  <a:cubicBezTo>
                    <a:pt x="3308" y="6113"/>
                    <a:pt x="3655" y="5766"/>
                    <a:pt x="4127" y="5766"/>
                  </a:cubicBezTo>
                  <a:cubicBezTo>
                    <a:pt x="4600" y="5766"/>
                    <a:pt x="4946" y="6113"/>
                    <a:pt x="4946" y="6585"/>
                  </a:cubicBezTo>
                  <a:lnTo>
                    <a:pt x="4946" y="11437"/>
                  </a:lnTo>
                  <a:cubicBezTo>
                    <a:pt x="4946" y="12099"/>
                    <a:pt x="5514" y="12634"/>
                    <a:pt x="6175" y="12634"/>
                  </a:cubicBezTo>
                  <a:cubicBezTo>
                    <a:pt x="6837" y="12634"/>
                    <a:pt x="7404" y="12099"/>
                    <a:pt x="7404" y="11437"/>
                  </a:cubicBezTo>
                  <a:lnTo>
                    <a:pt x="7404" y="10586"/>
                  </a:lnTo>
                  <a:cubicBezTo>
                    <a:pt x="7404" y="10366"/>
                    <a:pt x="7215" y="10208"/>
                    <a:pt x="6994" y="10208"/>
                  </a:cubicBezTo>
                  <a:cubicBezTo>
                    <a:pt x="6805" y="10208"/>
                    <a:pt x="6616" y="10397"/>
                    <a:pt x="6616" y="10586"/>
                  </a:cubicBezTo>
                  <a:lnTo>
                    <a:pt x="6616" y="11437"/>
                  </a:lnTo>
                  <a:cubicBezTo>
                    <a:pt x="6616" y="11658"/>
                    <a:pt x="6427" y="11815"/>
                    <a:pt x="6175" y="11815"/>
                  </a:cubicBezTo>
                  <a:cubicBezTo>
                    <a:pt x="5955" y="11815"/>
                    <a:pt x="5797" y="11626"/>
                    <a:pt x="5797" y="11437"/>
                  </a:cubicBezTo>
                  <a:lnTo>
                    <a:pt x="5797" y="6585"/>
                  </a:lnTo>
                  <a:cubicBezTo>
                    <a:pt x="5797" y="6113"/>
                    <a:pt x="6144" y="5766"/>
                    <a:pt x="6616" y="5766"/>
                  </a:cubicBezTo>
                  <a:cubicBezTo>
                    <a:pt x="7089" y="5766"/>
                    <a:pt x="7435" y="6113"/>
                    <a:pt x="7435" y="6585"/>
                  </a:cubicBezTo>
                  <a:cubicBezTo>
                    <a:pt x="7435" y="6806"/>
                    <a:pt x="7624" y="6963"/>
                    <a:pt x="7876" y="6963"/>
                  </a:cubicBezTo>
                  <a:cubicBezTo>
                    <a:pt x="8097" y="6963"/>
                    <a:pt x="8255" y="6774"/>
                    <a:pt x="8255" y="6585"/>
                  </a:cubicBezTo>
                  <a:cubicBezTo>
                    <a:pt x="8255" y="6113"/>
                    <a:pt x="8633" y="5766"/>
                    <a:pt x="9105" y="5766"/>
                  </a:cubicBezTo>
                  <a:cubicBezTo>
                    <a:pt x="9578" y="5766"/>
                    <a:pt x="9924" y="6113"/>
                    <a:pt x="9924" y="6585"/>
                  </a:cubicBezTo>
                  <a:cubicBezTo>
                    <a:pt x="9924" y="6806"/>
                    <a:pt x="10113" y="6963"/>
                    <a:pt x="10302" y="6963"/>
                  </a:cubicBezTo>
                  <a:cubicBezTo>
                    <a:pt x="10523" y="6963"/>
                    <a:pt x="10743" y="6774"/>
                    <a:pt x="10743" y="6585"/>
                  </a:cubicBezTo>
                  <a:lnTo>
                    <a:pt x="10743" y="6176"/>
                  </a:lnTo>
                  <a:cubicBezTo>
                    <a:pt x="10743" y="3340"/>
                    <a:pt x="8538" y="1041"/>
                    <a:pt x="5797" y="820"/>
                  </a:cubicBezTo>
                  <a:lnTo>
                    <a:pt x="5797" y="410"/>
                  </a:lnTo>
                  <a:cubicBezTo>
                    <a:pt x="5797" y="158"/>
                    <a:pt x="5577" y="1"/>
                    <a:pt x="535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8213" name="Google Shape;8213;p70"/>
          <p:cNvSpPr/>
          <p:nvPr/>
        </p:nvSpPr>
        <p:spPr>
          <a:xfrm>
            <a:off x="2905382" y="5701292"/>
            <a:ext cx="488447" cy="489720"/>
          </a:xfrm>
          <a:custGeom>
            <a:avLst/>
            <a:gdLst/>
            <a:ahLst/>
            <a:cxnLst/>
            <a:rect l="l" t="t" r="r" b="b"/>
            <a:pathLst>
              <a:path w="12665" h="12698" extrusionOk="0">
                <a:moveTo>
                  <a:pt x="9200" y="883"/>
                </a:moveTo>
                <a:lnTo>
                  <a:pt x="9200" y="1702"/>
                </a:lnTo>
                <a:lnTo>
                  <a:pt x="3403" y="1702"/>
                </a:lnTo>
                <a:lnTo>
                  <a:pt x="3403" y="883"/>
                </a:lnTo>
                <a:close/>
                <a:moveTo>
                  <a:pt x="4222" y="3340"/>
                </a:moveTo>
                <a:lnTo>
                  <a:pt x="4222" y="4191"/>
                </a:lnTo>
                <a:lnTo>
                  <a:pt x="3403" y="4191"/>
                </a:lnTo>
                <a:lnTo>
                  <a:pt x="3403" y="3340"/>
                </a:lnTo>
                <a:close/>
                <a:moveTo>
                  <a:pt x="6711" y="3340"/>
                </a:moveTo>
                <a:lnTo>
                  <a:pt x="6711" y="4191"/>
                </a:lnTo>
                <a:lnTo>
                  <a:pt x="5892" y="4191"/>
                </a:lnTo>
                <a:lnTo>
                  <a:pt x="5892" y="3340"/>
                </a:lnTo>
                <a:close/>
                <a:moveTo>
                  <a:pt x="9200" y="3340"/>
                </a:moveTo>
                <a:lnTo>
                  <a:pt x="9200" y="4191"/>
                </a:lnTo>
                <a:lnTo>
                  <a:pt x="8349" y="4191"/>
                </a:lnTo>
                <a:lnTo>
                  <a:pt x="8349" y="3340"/>
                </a:lnTo>
                <a:close/>
                <a:moveTo>
                  <a:pt x="4222" y="5010"/>
                </a:moveTo>
                <a:lnTo>
                  <a:pt x="4222" y="5829"/>
                </a:lnTo>
                <a:lnTo>
                  <a:pt x="3403" y="5829"/>
                </a:lnTo>
                <a:lnTo>
                  <a:pt x="3403" y="5010"/>
                </a:lnTo>
                <a:close/>
                <a:moveTo>
                  <a:pt x="6711" y="5010"/>
                </a:moveTo>
                <a:lnTo>
                  <a:pt x="6711" y="5829"/>
                </a:lnTo>
                <a:lnTo>
                  <a:pt x="5892" y="5829"/>
                </a:lnTo>
                <a:lnTo>
                  <a:pt x="5892" y="5010"/>
                </a:lnTo>
                <a:close/>
                <a:moveTo>
                  <a:pt x="9200" y="5010"/>
                </a:moveTo>
                <a:lnTo>
                  <a:pt x="9200" y="5829"/>
                </a:lnTo>
                <a:lnTo>
                  <a:pt x="8349" y="5829"/>
                </a:lnTo>
                <a:lnTo>
                  <a:pt x="8349" y="5010"/>
                </a:lnTo>
                <a:close/>
                <a:moveTo>
                  <a:pt x="4222" y="6648"/>
                </a:moveTo>
                <a:lnTo>
                  <a:pt x="4222" y="7499"/>
                </a:lnTo>
                <a:lnTo>
                  <a:pt x="3403" y="7499"/>
                </a:lnTo>
                <a:lnTo>
                  <a:pt x="3403" y="6648"/>
                </a:lnTo>
                <a:close/>
                <a:moveTo>
                  <a:pt x="6711" y="6648"/>
                </a:moveTo>
                <a:lnTo>
                  <a:pt x="6711" y="7499"/>
                </a:lnTo>
                <a:lnTo>
                  <a:pt x="5892" y="7499"/>
                </a:lnTo>
                <a:lnTo>
                  <a:pt x="5892" y="6648"/>
                </a:lnTo>
                <a:close/>
                <a:moveTo>
                  <a:pt x="9200" y="6648"/>
                </a:moveTo>
                <a:lnTo>
                  <a:pt x="9200" y="7499"/>
                </a:lnTo>
                <a:lnTo>
                  <a:pt x="8349" y="7499"/>
                </a:lnTo>
                <a:lnTo>
                  <a:pt x="8349" y="6648"/>
                </a:lnTo>
                <a:close/>
                <a:moveTo>
                  <a:pt x="1733" y="9137"/>
                </a:moveTo>
                <a:lnTo>
                  <a:pt x="1733" y="11909"/>
                </a:lnTo>
                <a:lnTo>
                  <a:pt x="819" y="11909"/>
                </a:lnTo>
                <a:lnTo>
                  <a:pt x="819" y="9137"/>
                </a:lnTo>
                <a:close/>
                <a:moveTo>
                  <a:pt x="5892" y="9137"/>
                </a:moveTo>
                <a:lnTo>
                  <a:pt x="5892" y="11909"/>
                </a:lnTo>
                <a:lnTo>
                  <a:pt x="4222" y="11909"/>
                </a:lnTo>
                <a:lnTo>
                  <a:pt x="4222" y="9137"/>
                </a:lnTo>
                <a:close/>
                <a:moveTo>
                  <a:pt x="8349" y="9137"/>
                </a:moveTo>
                <a:lnTo>
                  <a:pt x="8349" y="11909"/>
                </a:lnTo>
                <a:lnTo>
                  <a:pt x="6711" y="11909"/>
                </a:lnTo>
                <a:lnTo>
                  <a:pt x="6711" y="9137"/>
                </a:lnTo>
                <a:close/>
                <a:moveTo>
                  <a:pt x="11783" y="9137"/>
                </a:moveTo>
                <a:lnTo>
                  <a:pt x="11783" y="11909"/>
                </a:lnTo>
                <a:lnTo>
                  <a:pt x="10806" y="11909"/>
                </a:lnTo>
                <a:lnTo>
                  <a:pt x="10806" y="9137"/>
                </a:lnTo>
                <a:close/>
                <a:moveTo>
                  <a:pt x="2993" y="1"/>
                </a:moveTo>
                <a:cubicBezTo>
                  <a:pt x="2773" y="1"/>
                  <a:pt x="2615" y="190"/>
                  <a:pt x="2615" y="410"/>
                </a:cubicBezTo>
                <a:lnTo>
                  <a:pt x="2615" y="1670"/>
                </a:lnTo>
                <a:lnTo>
                  <a:pt x="2206" y="1670"/>
                </a:lnTo>
                <a:cubicBezTo>
                  <a:pt x="1985" y="1670"/>
                  <a:pt x="1796" y="1859"/>
                  <a:pt x="1796" y="2080"/>
                </a:cubicBezTo>
                <a:lnTo>
                  <a:pt x="1796" y="8318"/>
                </a:lnTo>
                <a:lnTo>
                  <a:pt x="410" y="8318"/>
                </a:lnTo>
                <a:cubicBezTo>
                  <a:pt x="158" y="8318"/>
                  <a:pt x="0" y="8507"/>
                  <a:pt x="0" y="8696"/>
                </a:cubicBezTo>
                <a:lnTo>
                  <a:pt x="0" y="12287"/>
                </a:lnTo>
                <a:cubicBezTo>
                  <a:pt x="0" y="12540"/>
                  <a:pt x="221" y="12697"/>
                  <a:pt x="410" y="12697"/>
                </a:cubicBezTo>
                <a:lnTo>
                  <a:pt x="12256" y="12697"/>
                </a:lnTo>
                <a:cubicBezTo>
                  <a:pt x="12508" y="12697"/>
                  <a:pt x="12665" y="12477"/>
                  <a:pt x="12665" y="12287"/>
                </a:cubicBezTo>
                <a:lnTo>
                  <a:pt x="12665" y="8696"/>
                </a:lnTo>
                <a:cubicBezTo>
                  <a:pt x="12602" y="8475"/>
                  <a:pt x="12445" y="8318"/>
                  <a:pt x="12224" y="8318"/>
                </a:cubicBezTo>
                <a:lnTo>
                  <a:pt x="10838" y="8318"/>
                </a:lnTo>
                <a:lnTo>
                  <a:pt x="10838" y="2080"/>
                </a:lnTo>
                <a:cubicBezTo>
                  <a:pt x="10838" y="1859"/>
                  <a:pt x="10649" y="1670"/>
                  <a:pt x="10460" y="1670"/>
                </a:cubicBezTo>
                <a:lnTo>
                  <a:pt x="10019" y="1670"/>
                </a:lnTo>
                <a:lnTo>
                  <a:pt x="10019" y="410"/>
                </a:lnTo>
                <a:cubicBezTo>
                  <a:pt x="10019" y="158"/>
                  <a:pt x="9830" y="1"/>
                  <a:pt x="960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8214" name="Google Shape;8214;p70"/>
          <p:cNvGrpSpPr/>
          <p:nvPr/>
        </p:nvGrpSpPr>
        <p:grpSpPr>
          <a:xfrm>
            <a:off x="3499016" y="2043822"/>
            <a:ext cx="490915" cy="488485"/>
            <a:chOff x="-63679950" y="3360375"/>
            <a:chExt cx="318225" cy="316650"/>
          </a:xfrm>
        </p:grpSpPr>
        <p:sp>
          <p:nvSpPr>
            <p:cNvPr id="8215" name="Google Shape;8215;p70"/>
            <p:cNvSpPr/>
            <p:nvPr/>
          </p:nvSpPr>
          <p:spPr>
            <a:xfrm>
              <a:off x="-63497200" y="3423400"/>
              <a:ext cx="40975" cy="40975"/>
            </a:xfrm>
            <a:custGeom>
              <a:avLst/>
              <a:gdLst/>
              <a:ahLst/>
              <a:cxnLst/>
              <a:rect l="l" t="t" r="r" b="b"/>
              <a:pathLst>
                <a:path w="1639" h="1639" extrusionOk="0">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16" name="Google Shape;8216;p70"/>
            <p:cNvSpPr/>
            <p:nvPr/>
          </p:nvSpPr>
          <p:spPr>
            <a:xfrm>
              <a:off x="-63516900" y="3485625"/>
              <a:ext cx="79575" cy="29950"/>
            </a:xfrm>
            <a:custGeom>
              <a:avLst/>
              <a:gdLst/>
              <a:ahLst/>
              <a:cxnLst/>
              <a:rect l="l" t="t" r="r" b="b"/>
              <a:pathLst>
                <a:path w="3183" h="1198" extrusionOk="0">
                  <a:moveTo>
                    <a:pt x="1607" y="0"/>
                  </a:moveTo>
                  <a:cubicBezTo>
                    <a:pt x="820" y="0"/>
                    <a:pt x="190" y="504"/>
                    <a:pt x="1" y="1197"/>
                  </a:cubicBezTo>
                  <a:lnTo>
                    <a:pt x="3183" y="1197"/>
                  </a:lnTo>
                  <a:cubicBezTo>
                    <a:pt x="3025" y="504"/>
                    <a:pt x="2395" y="0"/>
                    <a:pt x="160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17" name="Google Shape;8217;p70"/>
            <p:cNvSpPr/>
            <p:nvPr/>
          </p:nvSpPr>
          <p:spPr>
            <a:xfrm>
              <a:off x="-63618500" y="3360375"/>
              <a:ext cx="256775" cy="256600"/>
            </a:xfrm>
            <a:custGeom>
              <a:avLst/>
              <a:gdLst/>
              <a:ahLst/>
              <a:cxnLst/>
              <a:rect l="l" t="t" r="r" b="b"/>
              <a:pathLst>
                <a:path w="10271" h="10264" extrusionOk="0">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18" name="Google Shape;8218;p70"/>
            <p:cNvSpPr/>
            <p:nvPr/>
          </p:nvSpPr>
          <p:spPr>
            <a:xfrm>
              <a:off x="-63679950" y="3576200"/>
              <a:ext cx="102425" cy="100825"/>
            </a:xfrm>
            <a:custGeom>
              <a:avLst/>
              <a:gdLst/>
              <a:ahLst/>
              <a:cxnLst/>
              <a:rect l="l" t="t" r="r" b="b"/>
              <a:pathLst>
                <a:path w="4097" h="4033" extrusionOk="0">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8219" name="Google Shape;8219;p70"/>
          <p:cNvSpPr/>
          <p:nvPr/>
        </p:nvSpPr>
        <p:spPr>
          <a:xfrm>
            <a:off x="3497640" y="2633559"/>
            <a:ext cx="493345" cy="490299"/>
          </a:xfrm>
          <a:custGeom>
            <a:avLst/>
            <a:gdLst/>
            <a:ahLst/>
            <a:cxnLst/>
            <a:rect l="l" t="t" r="r" b="b"/>
            <a:pathLst>
              <a:path w="12792" h="12713" extrusionOk="0">
                <a:moveTo>
                  <a:pt x="8633" y="1229"/>
                </a:moveTo>
                <a:cubicBezTo>
                  <a:pt x="8854" y="1229"/>
                  <a:pt x="9011" y="1418"/>
                  <a:pt x="9011" y="1607"/>
                </a:cubicBezTo>
                <a:lnTo>
                  <a:pt x="9011" y="1890"/>
                </a:lnTo>
                <a:cubicBezTo>
                  <a:pt x="9484" y="2048"/>
                  <a:pt x="9831" y="2520"/>
                  <a:pt x="9831" y="3088"/>
                </a:cubicBezTo>
                <a:cubicBezTo>
                  <a:pt x="9831" y="3308"/>
                  <a:pt x="9641" y="3497"/>
                  <a:pt x="9452" y="3497"/>
                </a:cubicBezTo>
                <a:cubicBezTo>
                  <a:pt x="9200" y="3497"/>
                  <a:pt x="9011" y="3308"/>
                  <a:pt x="9011" y="3088"/>
                </a:cubicBezTo>
                <a:cubicBezTo>
                  <a:pt x="9011" y="2835"/>
                  <a:pt x="8822" y="2678"/>
                  <a:pt x="8633" y="2678"/>
                </a:cubicBezTo>
                <a:cubicBezTo>
                  <a:pt x="8413" y="2678"/>
                  <a:pt x="8192" y="2867"/>
                  <a:pt x="8192" y="3088"/>
                </a:cubicBezTo>
                <a:cubicBezTo>
                  <a:pt x="8224" y="3308"/>
                  <a:pt x="8570" y="3529"/>
                  <a:pt x="8885" y="3781"/>
                </a:cubicBezTo>
                <a:cubicBezTo>
                  <a:pt x="9326" y="4096"/>
                  <a:pt x="9894" y="4505"/>
                  <a:pt x="9894" y="5167"/>
                </a:cubicBezTo>
                <a:cubicBezTo>
                  <a:pt x="9894" y="5702"/>
                  <a:pt x="9515" y="6143"/>
                  <a:pt x="9043" y="6333"/>
                </a:cubicBezTo>
                <a:lnTo>
                  <a:pt x="9043" y="6616"/>
                </a:lnTo>
                <a:cubicBezTo>
                  <a:pt x="9043" y="6868"/>
                  <a:pt x="8854" y="7026"/>
                  <a:pt x="8665" y="7026"/>
                </a:cubicBezTo>
                <a:cubicBezTo>
                  <a:pt x="8476" y="7026"/>
                  <a:pt x="8224" y="6805"/>
                  <a:pt x="8224" y="6616"/>
                </a:cubicBezTo>
                <a:lnTo>
                  <a:pt x="8224" y="6333"/>
                </a:lnTo>
                <a:cubicBezTo>
                  <a:pt x="7751" y="6175"/>
                  <a:pt x="7405" y="5702"/>
                  <a:pt x="7405" y="5167"/>
                </a:cubicBezTo>
                <a:cubicBezTo>
                  <a:pt x="7405" y="4915"/>
                  <a:pt x="7594" y="4757"/>
                  <a:pt x="7783" y="4757"/>
                </a:cubicBezTo>
                <a:cubicBezTo>
                  <a:pt x="8003" y="4757"/>
                  <a:pt x="8192" y="4978"/>
                  <a:pt x="8192" y="5167"/>
                </a:cubicBezTo>
                <a:cubicBezTo>
                  <a:pt x="8192" y="5387"/>
                  <a:pt x="8381" y="5608"/>
                  <a:pt x="8633" y="5608"/>
                </a:cubicBezTo>
                <a:cubicBezTo>
                  <a:pt x="8854" y="5608"/>
                  <a:pt x="9011" y="5387"/>
                  <a:pt x="9011" y="5167"/>
                </a:cubicBezTo>
                <a:cubicBezTo>
                  <a:pt x="9011" y="4915"/>
                  <a:pt x="8696" y="4694"/>
                  <a:pt x="8350" y="4442"/>
                </a:cubicBezTo>
                <a:cubicBezTo>
                  <a:pt x="7909" y="4127"/>
                  <a:pt x="7373" y="3749"/>
                  <a:pt x="7373" y="3088"/>
                </a:cubicBezTo>
                <a:cubicBezTo>
                  <a:pt x="7373" y="2520"/>
                  <a:pt x="7720" y="2079"/>
                  <a:pt x="8192" y="1890"/>
                </a:cubicBezTo>
                <a:lnTo>
                  <a:pt x="8192" y="1607"/>
                </a:lnTo>
                <a:cubicBezTo>
                  <a:pt x="8192" y="1386"/>
                  <a:pt x="8381" y="1229"/>
                  <a:pt x="8633" y="1229"/>
                </a:cubicBezTo>
                <a:close/>
                <a:moveTo>
                  <a:pt x="6050" y="6616"/>
                </a:moveTo>
                <a:lnTo>
                  <a:pt x="5073" y="10239"/>
                </a:lnTo>
                <a:lnTo>
                  <a:pt x="4853" y="9388"/>
                </a:lnTo>
                <a:cubicBezTo>
                  <a:pt x="4793" y="9168"/>
                  <a:pt x="4617" y="9049"/>
                  <a:pt x="4433" y="9049"/>
                </a:cubicBezTo>
                <a:cubicBezTo>
                  <a:pt x="4328" y="9049"/>
                  <a:pt x="4220" y="9088"/>
                  <a:pt x="4128" y="9168"/>
                </a:cubicBezTo>
                <a:lnTo>
                  <a:pt x="1450" y="11846"/>
                </a:lnTo>
                <a:lnTo>
                  <a:pt x="852" y="11279"/>
                </a:lnTo>
                <a:lnTo>
                  <a:pt x="3530" y="8601"/>
                </a:lnTo>
                <a:cubicBezTo>
                  <a:pt x="3782" y="8349"/>
                  <a:pt x="3656" y="7939"/>
                  <a:pt x="3341" y="7876"/>
                </a:cubicBezTo>
                <a:lnTo>
                  <a:pt x="2490" y="7624"/>
                </a:lnTo>
                <a:lnTo>
                  <a:pt x="6050" y="6616"/>
                </a:lnTo>
                <a:close/>
                <a:moveTo>
                  <a:pt x="8665" y="0"/>
                </a:moveTo>
                <a:cubicBezTo>
                  <a:pt x="6365" y="0"/>
                  <a:pt x="4538" y="1859"/>
                  <a:pt x="4538" y="4127"/>
                </a:cubicBezTo>
                <a:cubicBezTo>
                  <a:pt x="4538" y="4852"/>
                  <a:pt x="4695" y="5513"/>
                  <a:pt x="5042" y="6112"/>
                </a:cubicBezTo>
                <a:lnTo>
                  <a:pt x="820" y="7341"/>
                </a:lnTo>
                <a:cubicBezTo>
                  <a:pt x="442" y="7435"/>
                  <a:pt x="442" y="8034"/>
                  <a:pt x="820" y="8128"/>
                </a:cubicBezTo>
                <a:lnTo>
                  <a:pt x="2490" y="8538"/>
                </a:lnTo>
                <a:lnTo>
                  <a:pt x="316" y="10712"/>
                </a:lnTo>
                <a:cubicBezTo>
                  <a:pt x="1" y="11027"/>
                  <a:pt x="1" y="11594"/>
                  <a:pt x="316" y="11909"/>
                </a:cubicBezTo>
                <a:lnTo>
                  <a:pt x="915" y="12476"/>
                </a:lnTo>
                <a:cubicBezTo>
                  <a:pt x="1072" y="12633"/>
                  <a:pt x="1285" y="12712"/>
                  <a:pt x="1497" y="12712"/>
                </a:cubicBezTo>
                <a:cubicBezTo>
                  <a:pt x="1710" y="12712"/>
                  <a:pt x="1923" y="12633"/>
                  <a:pt x="2080" y="12476"/>
                </a:cubicBezTo>
                <a:lnTo>
                  <a:pt x="4254" y="10334"/>
                </a:lnTo>
                <a:lnTo>
                  <a:pt x="4695" y="11972"/>
                </a:lnTo>
                <a:cubicBezTo>
                  <a:pt x="4759" y="12180"/>
                  <a:pt x="4930" y="12291"/>
                  <a:pt x="5098" y="12291"/>
                </a:cubicBezTo>
                <a:cubicBezTo>
                  <a:pt x="5261" y="12291"/>
                  <a:pt x="5421" y="12188"/>
                  <a:pt x="5483" y="11972"/>
                </a:cubicBezTo>
                <a:lnTo>
                  <a:pt x="6712" y="7750"/>
                </a:lnTo>
                <a:cubicBezTo>
                  <a:pt x="7279" y="8065"/>
                  <a:pt x="7972" y="8286"/>
                  <a:pt x="8665" y="8286"/>
                </a:cubicBezTo>
                <a:cubicBezTo>
                  <a:pt x="10965" y="8286"/>
                  <a:pt x="12792" y="6427"/>
                  <a:pt x="12792" y="4127"/>
                </a:cubicBezTo>
                <a:cubicBezTo>
                  <a:pt x="12760" y="1859"/>
                  <a:pt x="10902" y="0"/>
                  <a:pt x="866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8220" name="Google Shape;8220;p70"/>
          <p:cNvGrpSpPr/>
          <p:nvPr/>
        </p:nvGrpSpPr>
        <p:grpSpPr>
          <a:xfrm>
            <a:off x="3497185" y="3205605"/>
            <a:ext cx="494579" cy="490028"/>
            <a:chOff x="-63679950" y="4093450"/>
            <a:chExt cx="320600" cy="317650"/>
          </a:xfrm>
        </p:grpSpPr>
        <p:sp>
          <p:nvSpPr>
            <p:cNvPr id="8221" name="Google Shape;8221;p70"/>
            <p:cNvSpPr/>
            <p:nvPr/>
          </p:nvSpPr>
          <p:spPr>
            <a:xfrm>
              <a:off x="-63595650" y="4093450"/>
              <a:ext cx="236300" cy="230425"/>
            </a:xfrm>
            <a:custGeom>
              <a:avLst/>
              <a:gdLst/>
              <a:ahLst/>
              <a:cxnLst/>
              <a:rect l="l" t="t" r="r" b="b"/>
              <a:pathLst>
                <a:path w="9452" h="9217" extrusionOk="0">
                  <a:moveTo>
                    <a:pt x="3387" y="836"/>
                  </a:moveTo>
                  <a:cubicBezTo>
                    <a:pt x="3497" y="836"/>
                    <a:pt x="3607" y="875"/>
                    <a:pt x="3686" y="954"/>
                  </a:cubicBezTo>
                  <a:cubicBezTo>
                    <a:pt x="3844" y="1111"/>
                    <a:pt x="3844" y="1395"/>
                    <a:pt x="3686" y="1553"/>
                  </a:cubicBezTo>
                  <a:lnTo>
                    <a:pt x="1638" y="3600"/>
                  </a:lnTo>
                  <a:cubicBezTo>
                    <a:pt x="1560" y="3679"/>
                    <a:pt x="1449" y="3718"/>
                    <a:pt x="1339" y="3718"/>
                  </a:cubicBezTo>
                  <a:cubicBezTo>
                    <a:pt x="1229" y="3718"/>
                    <a:pt x="1118" y="3679"/>
                    <a:pt x="1040" y="3600"/>
                  </a:cubicBezTo>
                  <a:cubicBezTo>
                    <a:pt x="882" y="3443"/>
                    <a:pt x="882" y="3159"/>
                    <a:pt x="1040" y="3002"/>
                  </a:cubicBezTo>
                  <a:lnTo>
                    <a:pt x="3088" y="954"/>
                  </a:lnTo>
                  <a:cubicBezTo>
                    <a:pt x="3166" y="875"/>
                    <a:pt x="3277" y="836"/>
                    <a:pt x="3387" y="836"/>
                  </a:cubicBezTo>
                  <a:close/>
                  <a:moveTo>
                    <a:pt x="8081" y="5530"/>
                  </a:moveTo>
                  <a:cubicBezTo>
                    <a:pt x="8191" y="5530"/>
                    <a:pt x="8302" y="5569"/>
                    <a:pt x="8380" y="5648"/>
                  </a:cubicBezTo>
                  <a:cubicBezTo>
                    <a:pt x="8538" y="5806"/>
                    <a:pt x="8538" y="6089"/>
                    <a:pt x="8380" y="6247"/>
                  </a:cubicBezTo>
                  <a:lnTo>
                    <a:pt x="6333" y="8295"/>
                  </a:lnTo>
                  <a:cubicBezTo>
                    <a:pt x="6254" y="8358"/>
                    <a:pt x="6143" y="8389"/>
                    <a:pt x="6033" y="8389"/>
                  </a:cubicBezTo>
                  <a:cubicBezTo>
                    <a:pt x="5923" y="8389"/>
                    <a:pt x="5813" y="8358"/>
                    <a:pt x="5734" y="8295"/>
                  </a:cubicBezTo>
                  <a:cubicBezTo>
                    <a:pt x="5576" y="8137"/>
                    <a:pt x="5576" y="7853"/>
                    <a:pt x="5734" y="7696"/>
                  </a:cubicBezTo>
                  <a:lnTo>
                    <a:pt x="7782" y="5648"/>
                  </a:lnTo>
                  <a:cubicBezTo>
                    <a:pt x="7861" y="5569"/>
                    <a:pt x="7971" y="5530"/>
                    <a:pt x="8081" y="5530"/>
                  </a:cubicBezTo>
                  <a:close/>
                  <a:moveTo>
                    <a:pt x="3414" y="1"/>
                  </a:moveTo>
                  <a:cubicBezTo>
                    <a:pt x="3095" y="1"/>
                    <a:pt x="2772" y="119"/>
                    <a:pt x="2520" y="355"/>
                  </a:cubicBezTo>
                  <a:lnTo>
                    <a:pt x="473" y="2403"/>
                  </a:lnTo>
                  <a:cubicBezTo>
                    <a:pt x="0" y="2876"/>
                    <a:pt x="0" y="3663"/>
                    <a:pt x="473" y="4199"/>
                  </a:cubicBezTo>
                  <a:cubicBezTo>
                    <a:pt x="700" y="4406"/>
                    <a:pt x="1008" y="4544"/>
                    <a:pt x="1345" y="4544"/>
                  </a:cubicBezTo>
                  <a:cubicBezTo>
                    <a:pt x="1522" y="4544"/>
                    <a:pt x="1706" y="4506"/>
                    <a:pt x="1890" y="4419"/>
                  </a:cubicBezTo>
                  <a:lnTo>
                    <a:pt x="4915" y="7444"/>
                  </a:lnTo>
                  <a:cubicBezTo>
                    <a:pt x="4663" y="7980"/>
                    <a:pt x="4789" y="8515"/>
                    <a:pt x="5135" y="8862"/>
                  </a:cubicBezTo>
                  <a:cubicBezTo>
                    <a:pt x="5372" y="9098"/>
                    <a:pt x="5687" y="9216"/>
                    <a:pt x="6010" y="9216"/>
                  </a:cubicBezTo>
                  <a:cubicBezTo>
                    <a:pt x="6333" y="9216"/>
                    <a:pt x="6663" y="9098"/>
                    <a:pt x="6931" y="8862"/>
                  </a:cubicBezTo>
                  <a:lnTo>
                    <a:pt x="8979" y="6814"/>
                  </a:lnTo>
                  <a:cubicBezTo>
                    <a:pt x="9452" y="6341"/>
                    <a:pt x="9452" y="5554"/>
                    <a:pt x="8979" y="5050"/>
                  </a:cubicBezTo>
                  <a:cubicBezTo>
                    <a:pt x="8757" y="4828"/>
                    <a:pt x="8445" y="4696"/>
                    <a:pt x="8117" y="4696"/>
                  </a:cubicBezTo>
                  <a:cubicBezTo>
                    <a:pt x="7933" y="4696"/>
                    <a:pt x="7743" y="4738"/>
                    <a:pt x="7561" y="4829"/>
                  </a:cubicBezTo>
                  <a:lnTo>
                    <a:pt x="4505" y="1773"/>
                  </a:lnTo>
                  <a:cubicBezTo>
                    <a:pt x="4757" y="1269"/>
                    <a:pt x="4631" y="733"/>
                    <a:pt x="4285" y="355"/>
                  </a:cubicBezTo>
                  <a:cubicBezTo>
                    <a:pt x="4048" y="119"/>
                    <a:pt x="3733" y="1"/>
                    <a:pt x="341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22" name="Google Shape;8222;p70"/>
            <p:cNvSpPr/>
            <p:nvPr/>
          </p:nvSpPr>
          <p:spPr>
            <a:xfrm>
              <a:off x="-63679950" y="4233850"/>
              <a:ext cx="177250" cy="177250"/>
            </a:xfrm>
            <a:custGeom>
              <a:avLst/>
              <a:gdLst/>
              <a:ahLst/>
              <a:cxnLst/>
              <a:rect l="l" t="t" r="r" b="b"/>
              <a:pathLst>
                <a:path w="7090" h="7090" extrusionOk="0">
                  <a:moveTo>
                    <a:pt x="5325" y="1"/>
                  </a:moveTo>
                  <a:lnTo>
                    <a:pt x="4160" y="1166"/>
                  </a:lnTo>
                  <a:cubicBezTo>
                    <a:pt x="4081" y="1088"/>
                    <a:pt x="3971" y="1048"/>
                    <a:pt x="3860" y="1048"/>
                  </a:cubicBezTo>
                  <a:cubicBezTo>
                    <a:pt x="3750" y="1048"/>
                    <a:pt x="3640" y="1088"/>
                    <a:pt x="3561" y="1166"/>
                  </a:cubicBezTo>
                  <a:lnTo>
                    <a:pt x="474" y="4254"/>
                  </a:lnTo>
                  <a:cubicBezTo>
                    <a:pt x="159" y="4569"/>
                    <a:pt x="1" y="4947"/>
                    <a:pt x="1" y="5419"/>
                  </a:cubicBezTo>
                  <a:cubicBezTo>
                    <a:pt x="1" y="5861"/>
                    <a:pt x="159" y="6302"/>
                    <a:pt x="474" y="6617"/>
                  </a:cubicBezTo>
                  <a:cubicBezTo>
                    <a:pt x="789" y="6932"/>
                    <a:pt x="1214" y="7089"/>
                    <a:pt x="1639" y="7089"/>
                  </a:cubicBezTo>
                  <a:cubicBezTo>
                    <a:pt x="2065" y="7089"/>
                    <a:pt x="2490" y="6932"/>
                    <a:pt x="2805" y="6617"/>
                  </a:cubicBezTo>
                  <a:lnTo>
                    <a:pt x="5892" y="3529"/>
                  </a:lnTo>
                  <a:cubicBezTo>
                    <a:pt x="6081" y="3372"/>
                    <a:pt x="6081" y="3088"/>
                    <a:pt x="5924" y="2931"/>
                  </a:cubicBezTo>
                  <a:lnTo>
                    <a:pt x="7090" y="1765"/>
                  </a:lnTo>
                  <a:lnTo>
                    <a:pt x="532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23" name="Google Shape;8223;p70"/>
            <p:cNvSpPr/>
            <p:nvPr/>
          </p:nvSpPr>
          <p:spPr>
            <a:xfrm>
              <a:off x="-63548400" y="4348850"/>
              <a:ext cx="185900" cy="62250"/>
            </a:xfrm>
            <a:custGeom>
              <a:avLst/>
              <a:gdLst/>
              <a:ahLst/>
              <a:cxnLst/>
              <a:rect l="l" t="t" r="r" b="b"/>
              <a:pathLst>
                <a:path w="7436" h="2490" extrusionOk="0">
                  <a:moveTo>
                    <a:pt x="2048" y="0"/>
                  </a:moveTo>
                  <a:cubicBezTo>
                    <a:pt x="1355" y="0"/>
                    <a:pt x="819" y="536"/>
                    <a:pt x="819" y="1229"/>
                  </a:cubicBezTo>
                  <a:lnTo>
                    <a:pt x="819" y="1639"/>
                  </a:lnTo>
                  <a:lnTo>
                    <a:pt x="410" y="1639"/>
                  </a:lnTo>
                  <a:cubicBezTo>
                    <a:pt x="189" y="1639"/>
                    <a:pt x="0" y="1859"/>
                    <a:pt x="0" y="2048"/>
                  </a:cubicBezTo>
                  <a:cubicBezTo>
                    <a:pt x="0" y="2269"/>
                    <a:pt x="189" y="2489"/>
                    <a:pt x="410" y="2489"/>
                  </a:cubicBezTo>
                  <a:lnTo>
                    <a:pt x="7026" y="2489"/>
                  </a:lnTo>
                  <a:cubicBezTo>
                    <a:pt x="7278" y="2489"/>
                    <a:pt x="7435" y="2269"/>
                    <a:pt x="7435" y="2048"/>
                  </a:cubicBezTo>
                  <a:cubicBezTo>
                    <a:pt x="7435" y="1859"/>
                    <a:pt x="7246" y="1639"/>
                    <a:pt x="6994" y="1639"/>
                  </a:cubicBezTo>
                  <a:lnTo>
                    <a:pt x="6616" y="1639"/>
                  </a:lnTo>
                  <a:lnTo>
                    <a:pt x="6616" y="1229"/>
                  </a:lnTo>
                  <a:cubicBezTo>
                    <a:pt x="6616" y="536"/>
                    <a:pt x="6049" y="0"/>
                    <a:pt x="535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224" name="Google Shape;8224;p70"/>
          <p:cNvGrpSpPr/>
          <p:nvPr/>
        </p:nvGrpSpPr>
        <p:grpSpPr>
          <a:xfrm>
            <a:off x="1710675" y="3862940"/>
            <a:ext cx="488485" cy="489720"/>
            <a:chOff x="-61784125" y="3377700"/>
            <a:chExt cx="316650" cy="317450"/>
          </a:xfrm>
        </p:grpSpPr>
        <p:sp>
          <p:nvSpPr>
            <p:cNvPr id="8225" name="Google Shape;8225;p70"/>
            <p:cNvSpPr/>
            <p:nvPr/>
          </p:nvSpPr>
          <p:spPr>
            <a:xfrm>
              <a:off x="-61688025" y="3460400"/>
              <a:ext cx="124450" cy="51225"/>
            </a:xfrm>
            <a:custGeom>
              <a:avLst/>
              <a:gdLst/>
              <a:ahLst/>
              <a:cxnLst/>
              <a:rect l="l" t="t" r="r" b="b"/>
              <a:pathLst>
                <a:path w="4978" h="2049" extrusionOk="0">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26" name="Google Shape;8226;p70"/>
            <p:cNvSpPr/>
            <p:nvPr/>
          </p:nvSpPr>
          <p:spPr>
            <a:xfrm>
              <a:off x="-61677800" y="3518900"/>
              <a:ext cx="104775" cy="61850"/>
            </a:xfrm>
            <a:custGeom>
              <a:avLst/>
              <a:gdLst/>
              <a:ahLst/>
              <a:cxnLst/>
              <a:rect l="l" t="t" r="r" b="b"/>
              <a:pathLst>
                <a:path w="4191" h="2474" extrusionOk="0">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27" name="Google Shape;8227;p70"/>
            <p:cNvSpPr/>
            <p:nvPr/>
          </p:nvSpPr>
          <p:spPr>
            <a:xfrm>
              <a:off x="-61667550" y="3377700"/>
              <a:ext cx="82700" cy="82725"/>
            </a:xfrm>
            <a:custGeom>
              <a:avLst/>
              <a:gdLst/>
              <a:ahLst/>
              <a:cxnLst/>
              <a:rect l="l" t="t" r="r" b="b"/>
              <a:pathLst>
                <a:path w="3308" h="3309" extrusionOk="0">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28" name="Google Shape;8228;p70"/>
            <p:cNvSpPr/>
            <p:nvPr/>
          </p:nvSpPr>
          <p:spPr>
            <a:xfrm>
              <a:off x="-61591150" y="3643150"/>
              <a:ext cx="123675" cy="51200"/>
            </a:xfrm>
            <a:custGeom>
              <a:avLst/>
              <a:gdLst/>
              <a:ahLst/>
              <a:cxnLst/>
              <a:rect l="l" t="t" r="r" b="b"/>
              <a:pathLst>
                <a:path w="4947" h="2048" extrusionOk="0">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29" name="Google Shape;8229;p70"/>
            <p:cNvSpPr/>
            <p:nvPr/>
          </p:nvSpPr>
          <p:spPr>
            <a:xfrm>
              <a:off x="-61570675" y="3560450"/>
              <a:ext cx="82725" cy="82725"/>
            </a:xfrm>
            <a:custGeom>
              <a:avLst/>
              <a:gdLst/>
              <a:ahLst/>
              <a:cxnLst/>
              <a:rect l="l" t="t" r="r" b="b"/>
              <a:pathLst>
                <a:path w="3309" h="3309" extrusionOk="0">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30" name="Google Shape;8230;p70"/>
            <p:cNvSpPr/>
            <p:nvPr/>
          </p:nvSpPr>
          <p:spPr>
            <a:xfrm>
              <a:off x="-61784125" y="3643925"/>
              <a:ext cx="124450" cy="51225"/>
            </a:xfrm>
            <a:custGeom>
              <a:avLst/>
              <a:gdLst/>
              <a:ahLst/>
              <a:cxnLst/>
              <a:rect l="l" t="t" r="r" b="b"/>
              <a:pathLst>
                <a:path w="4978" h="2049" extrusionOk="0">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31" name="Google Shape;8231;p70"/>
            <p:cNvSpPr/>
            <p:nvPr/>
          </p:nvSpPr>
          <p:spPr>
            <a:xfrm>
              <a:off x="-61763650" y="3560450"/>
              <a:ext cx="82725" cy="82725"/>
            </a:xfrm>
            <a:custGeom>
              <a:avLst/>
              <a:gdLst/>
              <a:ahLst/>
              <a:cxnLst/>
              <a:rect l="l" t="t" r="r" b="b"/>
              <a:pathLst>
                <a:path w="3309" h="3309" extrusionOk="0">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232" name="Google Shape;8232;p70"/>
          <p:cNvGrpSpPr/>
          <p:nvPr/>
        </p:nvGrpSpPr>
        <p:grpSpPr>
          <a:xfrm>
            <a:off x="1710675" y="4463476"/>
            <a:ext cx="488485" cy="489720"/>
            <a:chOff x="-61783350" y="3743950"/>
            <a:chExt cx="316650" cy="317450"/>
          </a:xfrm>
        </p:grpSpPr>
        <p:sp>
          <p:nvSpPr>
            <p:cNvPr id="8233" name="Google Shape;8233;p70"/>
            <p:cNvSpPr/>
            <p:nvPr/>
          </p:nvSpPr>
          <p:spPr>
            <a:xfrm>
              <a:off x="-61783350" y="3743950"/>
              <a:ext cx="316650" cy="317450"/>
            </a:xfrm>
            <a:custGeom>
              <a:avLst/>
              <a:gdLst/>
              <a:ahLst/>
              <a:cxnLst/>
              <a:rect l="l" t="t" r="r" b="b"/>
              <a:pathLst>
                <a:path w="12666" h="12698" extrusionOk="0">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34" name="Google Shape;8234;p70"/>
            <p:cNvSpPr/>
            <p:nvPr/>
          </p:nvSpPr>
          <p:spPr>
            <a:xfrm>
              <a:off x="-61739225" y="3833750"/>
              <a:ext cx="272525" cy="149675"/>
            </a:xfrm>
            <a:custGeom>
              <a:avLst/>
              <a:gdLst/>
              <a:ahLst/>
              <a:cxnLst/>
              <a:rect l="l" t="t" r="r" b="b"/>
              <a:pathLst>
                <a:path w="10901" h="5987" extrusionOk="0">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8235" name="Google Shape;8235;p70"/>
          <p:cNvSpPr/>
          <p:nvPr/>
        </p:nvSpPr>
        <p:spPr>
          <a:xfrm>
            <a:off x="1710516" y="5075210"/>
            <a:ext cx="488485" cy="488909"/>
          </a:xfrm>
          <a:custGeom>
            <a:avLst/>
            <a:gdLst/>
            <a:ahLst/>
            <a:cxnLst/>
            <a:rect l="l" t="t" r="r" b="b"/>
            <a:pathLst>
              <a:path w="12666" h="12677" extrusionOk="0">
                <a:moveTo>
                  <a:pt x="8916" y="1639"/>
                </a:moveTo>
                <a:cubicBezTo>
                  <a:pt x="9137" y="1639"/>
                  <a:pt x="9294" y="1828"/>
                  <a:pt x="9294" y="2048"/>
                </a:cubicBezTo>
                <a:cubicBezTo>
                  <a:pt x="9294" y="2269"/>
                  <a:pt x="9105" y="2458"/>
                  <a:pt x="8916" y="2458"/>
                </a:cubicBezTo>
                <a:lnTo>
                  <a:pt x="3655" y="2458"/>
                </a:lnTo>
                <a:cubicBezTo>
                  <a:pt x="3434" y="2458"/>
                  <a:pt x="3245" y="2269"/>
                  <a:pt x="3245" y="2048"/>
                </a:cubicBezTo>
                <a:cubicBezTo>
                  <a:pt x="3245" y="1796"/>
                  <a:pt x="3434" y="1639"/>
                  <a:pt x="3655" y="1639"/>
                </a:cubicBezTo>
                <a:close/>
                <a:moveTo>
                  <a:pt x="10555" y="3245"/>
                </a:moveTo>
                <a:cubicBezTo>
                  <a:pt x="10807" y="3245"/>
                  <a:pt x="10964" y="3434"/>
                  <a:pt x="10964" y="3686"/>
                </a:cubicBezTo>
                <a:cubicBezTo>
                  <a:pt x="10964" y="3939"/>
                  <a:pt x="10807" y="4128"/>
                  <a:pt x="10555" y="4128"/>
                </a:cubicBezTo>
                <a:lnTo>
                  <a:pt x="2017" y="4128"/>
                </a:lnTo>
                <a:cubicBezTo>
                  <a:pt x="1765" y="4128"/>
                  <a:pt x="1607" y="3939"/>
                  <a:pt x="1607" y="3686"/>
                </a:cubicBezTo>
                <a:cubicBezTo>
                  <a:pt x="1607" y="3434"/>
                  <a:pt x="1828" y="3245"/>
                  <a:pt x="2017" y="3245"/>
                </a:cubicBezTo>
                <a:close/>
                <a:moveTo>
                  <a:pt x="6711" y="5766"/>
                </a:moveTo>
                <a:cubicBezTo>
                  <a:pt x="7593" y="5766"/>
                  <a:pt x="8349" y="6522"/>
                  <a:pt x="8349" y="7436"/>
                </a:cubicBezTo>
                <a:cubicBezTo>
                  <a:pt x="8349" y="8349"/>
                  <a:pt x="7593" y="9074"/>
                  <a:pt x="6711" y="9074"/>
                </a:cubicBezTo>
                <a:cubicBezTo>
                  <a:pt x="5797" y="9074"/>
                  <a:pt x="5041" y="8349"/>
                  <a:pt x="5041" y="7436"/>
                </a:cubicBezTo>
                <a:cubicBezTo>
                  <a:pt x="5041" y="6522"/>
                  <a:pt x="5797" y="5766"/>
                  <a:pt x="6711" y="5766"/>
                </a:cubicBezTo>
                <a:close/>
                <a:moveTo>
                  <a:pt x="2048" y="0"/>
                </a:moveTo>
                <a:cubicBezTo>
                  <a:pt x="1828" y="0"/>
                  <a:pt x="1670" y="189"/>
                  <a:pt x="1670" y="378"/>
                </a:cubicBezTo>
                <a:cubicBezTo>
                  <a:pt x="1670" y="1040"/>
                  <a:pt x="1103" y="1639"/>
                  <a:pt x="410" y="1639"/>
                </a:cubicBezTo>
                <a:cubicBezTo>
                  <a:pt x="158" y="1639"/>
                  <a:pt x="0" y="1828"/>
                  <a:pt x="0" y="2048"/>
                </a:cubicBezTo>
                <a:lnTo>
                  <a:pt x="0" y="6994"/>
                </a:lnTo>
                <a:cubicBezTo>
                  <a:pt x="0" y="7247"/>
                  <a:pt x="189" y="7404"/>
                  <a:pt x="410" y="7404"/>
                </a:cubicBezTo>
                <a:cubicBezTo>
                  <a:pt x="1072" y="7404"/>
                  <a:pt x="1670" y="7940"/>
                  <a:pt x="1670" y="8601"/>
                </a:cubicBezTo>
                <a:cubicBezTo>
                  <a:pt x="1670" y="8853"/>
                  <a:pt x="1859" y="9042"/>
                  <a:pt x="2048" y="9042"/>
                </a:cubicBezTo>
                <a:lnTo>
                  <a:pt x="4884" y="9042"/>
                </a:lnTo>
                <a:lnTo>
                  <a:pt x="5073" y="9231"/>
                </a:lnTo>
                <a:lnTo>
                  <a:pt x="5073" y="12224"/>
                </a:lnTo>
                <a:cubicBezTo>
                  <a:pt x="5073" y="12468"/>
                  <a:pt x="5298" y="12654"/>
                  <a:pt x="5517" y="12654"/>
                </a:cubicBezTo>
                <a:cubicBezTo>
                  <a:pt x="5581" y="12654"/>
                  <a:pt x="5645" y="12638"/>
                  <a:pt x="5703" y="12602"/>
                </a:cubicBezTo>
                <a:lnTo>
                  <a:pt x="6743" y="11909"/>
                </a:lnTo>
                <a:lnTo>
                  <a:pt x="7782" y="12602"/>
                </a:lnTo>
                <a:cubicBezTo>
                  <a:pt x="7850" y="12653"/>
                  <a:pt x="7926" y="12676"/>
                  <a:pt x="8002" y="12676"/>
                </a:cubicBezTo>
                <a:cubicBezTo>
                  <a:pt x="8210" y="12676"/>
                  <a:pt x="8412" y="12501"/>
                  <a:pt x="8412" y="12224"/>
                </a:cubicBezTo>
                <a:lnTo>
                  <a:pt x="8412" y="9231"/>
                </a:lnTo>
                <a:lnTo>
                  <a:pt x="8601" y="9042"/>
                </a:lnTo>
                <a:lnTo>
                  <a:pt x="10618" y="9042"/>
                </a:lnTo>
                <a:cubicBezTo>
                  <a:pt x="10838" y="9042"/>
                  <a:pt x="10996" y="8853"/>
                  <a:pt x="10996" y="8601"/>
                </a:cubicBezTo>
                <a:cubicBezTo>
                  <a:pt x="10996" y="7940"/>
                  <a:pt x="11563" y="7404"/>
                  <a:pt x="12224" y="7404"/>
                </a:cubicBezTo>
                <a:cubicBezTo>
                  <a:pt x="12445" y="7404"/>
                  <a:pt x="12665" y="7184"/>
                  <a:pt x="12665" y="6994"/>
                </a:cubicBezTo>
                <a:lnTo>
                  <a:pt x="12665" y="2048"/>
                </a:lnTo>
                <a:cubicBezTo>
                  <a:pt x="12602" y="1796"/>
                  <a:pt x="12445" y="1639"/>
                  <a:pt x="12224" y="1639"/>
                </a:cubicBezTo>
                <a:cubicBezTo>
                  <a:pt x="11531" y="1639"/>
                  <a:pt x="10996" y="1103"/>
                  <a:pt x="10996" y="378"/>
                </a:cubicBezTo>
                <a:cubicBezTo>
                  <a:pt x="10996" y="158"/>
                  <a:pt x="10807" y="0"/>
                  <a:pt x="1058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36" name="Google Shape;8236;p70"/>
          <p:cNvSpPr/>
          <p:nvPr/>
        </p:nvSpPr>
        <p:spPr>
          <a:xfrm>
            <a:off x="4674252" y="3876070"/>
            <a:ext cx="488485" cy="463417"/>
          </a:xfrm>
          <a:custGeom>
            <a:avLst/>
            <a:gdLst/>
            <a:ahLst/>
            <a:cxnLst/>
            <a:rect l="l" t="t" r="r" b="b"/>
            <a:pathLst>
              <a:path w="12666" h="12016" extrusionOk="0">
                <a:moveTo>
                  <a:pt x="3844" y="5105"/>
                </a:moveTo>
                <a:cubicBezTo>
                  <a:pt x="4096" y="5105"/>
                  <a:pt x="4285" y="5325"/>
                  <a:pt x="4285" y="5514"/>
                </a:cubicBezTo>
                <a:lnTo>
                  <a:pt x="4285" y="7153"/>
                </a:lnTo>
                <a:cubicBezTo>
                  <a:pt x="4285" y="7405"/>
                  <a:pt x="4096" y="7562"/>
                  <a:pt x="3844" y="7562"/>
                </a:cubicBezTo>
                <a:lnTo>
                  <a:pt x="2206" y="7562"/>
                </a:lnTo>
                <a:cubicBezTo>
                  <a:pt x="1954" y="7562"/>
                  <a:pt x="1765" y="7342"/>
                  <a:pt x="1765" y="7153"/>
                </a:cubicBezTo>
                <a:lnTo>
                  <a:pt x="1765" y="5514"/>
                </a:lnTo>
                <a:cubicBezTo>
                  <a:pt x="1765" y="5262"/>
                  <a:pt x="1954" y="5105"/>
                  <a:pt x="2206" y="5105"/>
                </a:cubicBezTo>
                <a:close/>
                <a:moveTo>
                  <a:pt x="7215" y="1765"/>
                </a:moveTo>
                <a:cubicBezTo>
                  <a:pt x="7436" y="1765"/>
                  <a:pt x="7593" y="1954"/>
                  <a:pt x="7593" y="2206"/>
                </a:cubicBezTo>
                <a:lnTo>
                  <a:pt x="7593" y="7153"/>
                </a:lnTo>
                <a:cubicBezTo>
                  <a:pt x="7593" y="7405"/>
                  <a:pt x="7404" y="7562"/>
                  <a:pt x="7215" y="7562"/>
                </a:cubicBezTo>
                <a:lnTo>
                  <a:pt x="5545" y="7562"/>
                </a:lnTo>
                <a:cubicBezTo>
                  <a:pt x="5325" y="7562"/>
                  <a:pt x="5167" y="7342"/>
                  <a:pt x="5167" y="7153"/>
                </a:cubicBezTo>
                <a:lnTo>
                  <a:pt x="5167" y="2206"/>
                </a:lnTo>
                <a:cubicBezTo>
                  <a:pt x="5167" y="1954"/>
                  <a:pt x="5356" y="1765"/>
                  <a:pt x="5545" y="1765"/>
                </a:cubicBezTo>
                <a:close/>
                <a:moveTo>
                  <a:pt x="10523" y="4286"/>
                </a:moveTo>
                <a:cubicBezTo>
                  <a:pt x="10744" y="4286"/>
                  <a:pt x="10901" y="4475"/>
                  <a:pt x="10901" y="4664"/>
                </a:cubicBezTo>
                <a:lnTo>
                  <a:pt x="10901" y="7153"/>
                </a:lnTo>
                <a:cubicBezTo>
                  <a:pt x="10901" y="7405"/>
                  <a:pt x="10712" y="7562"/>
                  <a:pt x="10523" y="7562"/>
                </a:cubicBezTo>
                <a:lnTo>
                  <a:pt x="8853" y="7562"/>
                </a:lnTo>
                <a:cubicBezTo>
                  <a:pt x="8633" y="7562"/>
                  <a:pt x="8475" y="7342"/>
                  <a:pt x="8475" y="7153"/>
                </a:cubicBezTo>
                <a:lnTo>
                  <a:pt x="8475" y="4664"/>
                </a:lnTo>
                <a:cubicBezTo>
                  <a:pt x="8475" y="4443"/>
                  <a:pt x="8664" y="4286"/>
                  <a:pt x="8853" y="4286"/>
                </a:cubicBezTo>
                <a:close/>
                <a:moveTo>
                  <a:pt x="6333" y="1"/>
                </a:moveTo>
                <a:cubicBezTo>
                  <a:pt x="2836" y="1"/>
                  <a:pt x="0" y="2490"/>
                  <a:pt x="0" y="5514"/>
                </a:cubicBezTo>
                <a:cubicBezTo>
                  <a:pt x="0" y="6900"/>
                  <a:pt x="599" y="8224"/>
                  <a:pt x="1639" y="9200"/>
                </a:cubicBezTo>
                <a:lnTo>
                  <a:pt x="1639" y="11626"/>
                </a:lnTo>
                <a:cubicBezTo>
                  <a:pt x="1639" y="11856"/>
                  <a:pt x="1832" y="12016"/>
                  <a:pt x="2045" y="12016"/>
                </a:cubicBezTo>
                <a:cubicBezTo>
                  <a:pt x="2153" y="12016"/>
                  <a:pt x="2267" y="11974"/>
                  <a:pt x="2363" y="11878"/>
                </a:cubicBezTo>
                <a:lnTo>
                  <a:pt x="3749" y="10492"/>
                </a:lnTo>
                <a:cubicBezTo>
                  <a:pt x="4569" y="10839"/>
                  <a:pt x="5419" y="10965"/>
                  <a:pt x="6333" y="10965"/>
                </a:cubicBezTo>
                <a:cubicBezTo>
                  <a:pt x="9830" y="10965"/>
                  <a:pt x="12665" y="8507"/>
                  <a:pt x="12665" y="5451"/>
                </a:cubicBezTo>
                <a:cubicBezTo>
                  <a:pt x="12665" y="2427"/>
                  <a:pt x="9830" y="1"/>
                  <a:pt x="633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37" name="Google Shape;8237;p70"/>
          <p:cNvSpPr/>
          <p:nvPr/>
        </p:nvSpPr>
        <p:spPr>
          <a:xfrm>
            <a:off x="4673037" y="4516925"/>
            <a:ext cx="490915" cy="382775"/>
          </a:xfrm>
          <a:custGeom>
            <a:avLst/>
            <a:gdLst/>
            <a:ahLst/>
            <a:cxnLst/>
            <a:rect l="l" t="t" r="r" b="b"/>
            <a:pathLst>
              <a:path w="12729" h="9925" extrusionOk="0">
                <a:moveTo>
                  <a:pt x="925" y="3644"/>
                </a:moveTo>
                <a:cubicBezTo>
                  <a:pt x="944" y="3644"/>
                  <a:pt x="963" y="3648"/>
                  <a:pt x="978" y="3655"/>
                </a:cubicBezTo>
                <a:lnTo>
                  <a:pt x="1608" y="3970"/>
                </a:lnTo>
                <a:lnTo>
                  <a:pt x="1608" y="5924"/>
                </a:lnTo>
                <a:lnTo>
                  <a:pt x="978" y="6239"/>
                </a:lnTo>
                <a:cubicBezTo>
                  <a:pt x="960" y="6256"/>
                  <a:pt x="937" y="6264"/>
                  <a:pt x="914" y="6264"/>
                </a:cubicBezTo>
                <a:cubicBezTo>
                  <a:pt x="854" y="6264"/>
                  <a:pt x="788" y="6212"/>
                  <a:pt x="788" y="6144"/>
                </a:cubicBezTo>
                <a:lnTo>
                  <a:pt x="788" y="3781"/>
                </a:lnTo>
                <a:cubicBezTo>
                  <a:pt x="788" y="3685"/>
                  <a:pt x="862" y="3644"/>
                  <a:pt x="925" y="3644"/>
                </a:cubicBezTo>
                <a:close/>
                <a:moveTo>
                  <a:pt x="4128" y="7184"/>
                </a:moveTo>
                <a:lnTo>
                  <a:pt x="6963" y="8035"/>
                </a:lnTo>
                <a:cubicBezTo>
                  <a:pt x="6648" y="8507"/>
                  <a:pt x="6176" y="8759"/>
                  <a:pt x="5640" y="8759"/>
                </a:cubicBezTo>
                <a:cubicBezTo>
                  <a:pt x="4821" y="8759"/>
                  <a:pt x="4097" y="8066"/>
                  <a:pt x="4128" y="7184"/>
                </a:cubicBezTo>
                <a:close/>
                <a:moveTo>
                  <a:pt x="11374" y="820"/>
                </a:moveTo>
                <a:cubicBezTo>
                  <a:pt x="11626" y="820"/>
                  <a:pt x="11815" y="1009"/>
                  <a:pt x="11815" y="1198"/>
                </a:cubicBezTo>
                <a:lnTo>
                  <a:pt x="11815" y="8665"/>
                </a:lnTo>
                <a:cubicBezTo>
                  <a:pt x="11815" y="8885"/>
                  <a:pt x="11626" y="9043"/>
                  <a:pt x="11374" y="9043"/>
                </a:cubicBezTo>
                <a:cubicBezTo>
                  <a:pt x="11154" y="9043"/>
                  <a:pt x="10996" y="8854"/>
                  <a:pt x="10996" y="8665"/>
                </a:cubicBezTo>
                <a:lnTo>
                  <a:pt x="10996" y="1198"/>
                </a:lnTo>
                <a:cubicBezTo>
                  <a:pt x="10996" y="977"/>
                  <a:pt x="11185" y="820"/>
                  <a:pt x="11374" y="820"/>
                </a:cubicBezTo>
                <a:close/>
                <a:moveTo>
                  <a:pt x="11437" y="1"/>
                </a:moveTo>
                <a:cubicBezTo>
                  <a:pt x="10870" y="1"/>
                  <a:pt x="10366" y="379"/>
                  <a:pt x="10240" y="883"/>
                </a:cubicBezTo>
                <a:lnTo>
                  <a:pt x="2080" y="3246"/>
                </a:lnTo>
                <a:lnTo>
                  <a:pt x="1387" y="2899"/>
                </a:lnTo>
                <a:cubicBezTo>
                  <a:pt x="1251" y="2831"/>
                  <a:pt x="1109" y="2800"/>
                  <a:pt x="970" y="2800"/>
                </a:cubicBezTo>
                <a:cubicBezTo>
                  <a:pt x="466" y="2800"/>
                  <a:pt x="1" y="3213"/>
                  <a:pt x="1" y="3781"/>
                </a:cubicBezTo>
                <a:lnTo>
                  <a:pt x="1" y="6144"/>
                </a:lnTo>
                <a:cubicBezTo>
                  <a:pt x="1" y="6687"/>
                  <a:pt x="465" y="7095"/>
                  <a:pt x="983" y="7095"/>
                </a:cubicBezTo>
                <a:cubicBezTo>
                  <a:pt x="1127" y="7095"/>
                  <a:pt x="1275" y="7063"/>
                  <a:pt x="1419" y="6995"/>
                </a:cubicBezTo>
                <a:lnTo>
                  <a:pt x="2143" y="6648"/>
                </a:lnTo>
                <a:lnTo>
                  <a:pt x="3340" y="6995"/>
                </a:lnTo>
                <a:cubicBezTo>
                  <a:pt x="3151" y="8444"/>
                  <a:pt x="4286" y="9641"/>
                  <a:pt x="5672" y="9641"/>
                </a:cubicBezTo>
                <a:cubicBezTo>
                  <a:pt x="6585" y="9641"/>
                  <a:pt x="7405" y="9074"/>
                  <a:pt x="7814" y="8287"/>
                </a:cubicBezTo>
                <a:lnTo>
                  <a:pt x="10271" y="9011"/>
                </a:lnTo>
                <a:cubicBezTo>
                  <a:pt x="10429" y="9515"/>
                  <a:pt x="10902" y="9925"/>
                  <a:pt x="11469" y="9925"/>
                </a:cubicBezTo>
                <a:cubicBezTo>
                  <a:pt x="12130" y="9925"/>
                  <a:pt x="12729" y="9358"/>
                  <a:pt x="12729" y="8696"/>
                </a:cubicBezTo>
                <a:lnTo>
                  <a:pt x="12729" y="1261"/>
                </a:lnTo>
                <a:cubicBezTo>
                  <a:pt x="12634" y="536"/>
                  <a:pt x="12099" y="1"/>
                  <a:pt x="1143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8238" name="Google Shape;8238;p70"/>
          <p:cNvGrpSpPr/>
          <p:nvPr/>
        </p:nvGrpSpPr>
        <p:grpSpPr>
          <a:xfrm>
            <a:off x="4672574" y="5076588"/>
            <a:ext cx="492149" cy="486209"/>
            <a:chOff x="-59869425" y="4102225"/>
            <a:chExt cx="319025" cy="315175"/>
          </a:xfrm>
        </p:grpSpPr>
        <p:sp>
          <p:nvSpPr>
            <p:cNvPr id="8239" name="Google Shape;8239;p70"/>
            <p:cNvSpPr/>
            <p:nvPr/>
          </p:nvSpPr>
          <p:spPr>
            <a:xfrm>
              <a:off x="-59869425" y="4102225"/>
              <a:ext cx="149675" cy="256825"/>
            </a:xfrm>
            <a:custGeom>
              <a:avLst/>
              <a:gdLst/>
              <a:ahLst/>
              <a:cxnLst/>
              <a:rect l="l" t="t" r="r" b="b"/>
              <a:pathLst>
                <a:path w="5987" h="10273" extrusionOk="0">
                  <a:moveTo>
                    <a:pt x="5532" y="1"/>
                  </a:moveTo>
                  <a:cubicBezTo>
                    <a:pt x="5515" y="1"/>
                    <a:pt x="5499" y="2"/>
                    <a:pt x="5483" y="4"/>
                  </a:cubicBezTo>
                  <a:cubicBezTo>
                    <a:pt x="2364" y="445"/>
                    <a:pt x="1" y="3123"/>
                    <a:pt x="1" y="6274"/>
                  </a:cubicBezTo>
                  <a:cubicBezTo>
                    <a:pt x="1" y="7692"/>
                    <a:pt x="442" y="8983"/>
                    <a:pt x="1293" y="10086"/>
                  </a:cubicBezTo>
                  <a:cubicBezTo>
                    <a:pt x="1381" y="10209"/>
                    <a:pt x="1507" y="10273"/>
                    <a:pt x="1635" y="10273"/>
                  </a:cubicBezTo>
                  <a:cubicBezTo>
                    <a:pt x="1737" y="10273"/>
                    <a:pt x="1839" y="10233"/>
                    <a:pt x="1923" y="10149"/>
                  </a:cubicBezTo>
                  <a:lnTo>
                    <a:pt x="3719" y="8353"/>
                  </a:lnTo>
                  <a:cubicBezTo>
                    <a:pt x="3813" y="8259"/>
                    <a:pt x="3845" y="8007"/>
                    <a:pt x="3782" y="7849"/>
                  </a:cubicBezTo>
                  <a:cubicBezTo>
                    <a:pt x="3498" y="7376"/>
                    <a:pt x="3341" y="6809"/>
                    <a:pt x="3341" y="6274"/>
                  </a:cubicBezTo>
                  <a:cubicBezTo>
                    <a:pt x="3341" y="4888"/>
                    <a:pt x="4286" y="3659"/>
                    <a:pt x="5672" y="3312"/>
                  </a:cubicBezTo>
                  <a:cubicBezTo>
                    <a:pt x="5861" y="3281"/>
                    <a:pt x="5987" y="3123"/>
                    <a:pt x="5987" y="2934"/>
                  </a:cubicBezTo>
                  <a:lnTo>
                    <a:pt x="5987" y="414"/>
                  </a:lnTo>
                  <a:cubicBezTo>
                    <a:pt x="5958" y="180"/>
                    <a:pt x="5739" y="1"/>
                    <a:pt x="553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40" name="Google Shape;8240;p70"/>
            <p:cNvSpPr/>
            <p:nvPr/>
          </p:nvSpPr>
          <p:spPr>
            <a:xfrm>
              <a:off x="-59811125" y="4322075"/>
              <a:ext cx="201650" cy="95325"/>
            </a:xfrm>
            <a:custGeom>
              <a:avLst/>
              <a:gdLst/>
              <a:ahLst/>
              <a:cxnLst/>
              <a:rect l="l" t="t" r="r" b="b"/>
              <a:pathLst>
                <a:path w="8066" h="3813" extrusionOk="0">
                  <a:moveTo>
                    <a:pt x="5758" y="0"/>
                  </a:moveTo>
                  <a:cubicBezTo>
                    <a:pt x="5692" y="0"/>
                    <a:pt x="5629" y="11"/>
                    <a:pt x="5577" y="32"/>
                  </a:cubicBezTo>
                  <a:cubicBezTo>
                    <a:pt x="5091" y="339"/>
                    <a:pt x="4530" y="489"/>
                    <a:pt x="3972" y="489"/>
                  </a:cubicBezTo>
                  <a:cubicBezTo>
                    <a:pt x="3444" y="489"/>
                    <a:pt x="2917" y="355"/>
                    <a:pt x="2458" y="95"/>
                  </a:cubicBezTo>
                  <a:cubicBezTo>
                    <a:pt x="2389" y="53"/>
                    <a:pt x="2314" y="30"/>
                    <a:pt x="2239" y="30"/>
                  </a:cubicBezTo>
                  <a:cubicBezTo>
                    <a:pt x="2141" y="30"/>
                    <a:pt x="2042" y="69"/>
                    <a:pt x="1954" y="158"/>
                  </a:cubicBezTo>
                  <a:lnTo>
                    <a:pt x="189" y="1922"/>
                  </a:lnTo>
                  <a:cubicBezTo>
                    <a:pt x="0" y="2143"/>
                    <a:pt x="32" y="2395"/>
                    <a:pt x="221" y="2552"/>
                  </a:cubicBezTo>
                  <a:cubicBezTo>
                    <a:pt x="1324" y="3403"/>
                    <a:pt x="2615" y="3812"/>
                    <a:pt x="4001" y="3812"/>
                  </a:cubicBezTo>
                  <a:cubicBezTo>
                    <a:pt x="5388" y="3812"/>
                    <a:pt x="6711" y="3403"/>
                    <a:pt x="7814" y="2521"/>
                  </a:cubicBezTo>
                  <a:cubicBezTo>
                    <a:pt x="8034" y="2363"/>
                    <a:pt x="8066" y="2080"/>
                    <a:pt x="7877" y="1890"/>
                  </a:cubicBezTo>
                  <a:lnTo>
                    <a:pt x="6112" y="126"/>
                  </a:lnTo>
                  <a:cubicBezTo>
                    <a:pt x="6028" y="42"/>
                    <a:pt x="5888" y="0"/>
                    <a:pt x="575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41" name="Google Shape;8241;p70"/>
            <p:cNvSpPr/>
            <p:nvPr/>
          </p:nvSpPr>
          <p:spPr>
            <a:xfrm>
              <a:off x="-59700075" y="4102225"/>
              <a:ext cx="149675" cy="256525"/>
            </a:xfrm>
            <a:custGeom>
              <a:avLst/>
              <a:gdLst/>
              <a:ahLst/>
              <a:cxnLst/>
              <a:rect l="l" t="t" r="r" b="b"/>
              <a:pathLst>
                <a:path w="5987" h="10261" extrusionOk="0">
                  <a:moveTo>
                    <a:pt x="418" y="1"/>
                  </a:moveTo>
                  <a:cubicBezTo>
                    <a:pt x="190" y="1"/>
                    <a:pt x="1" y="180"/>
                    <a:pt x="1" y="414"/>
                  </a:cubicBezTo>
                  <a:lnTo>
                    <a:pt x="1" y="2934"/>
                  </a:lnTo>
                  <a:cubicBezTo>
                    <a:pt x="1" y="3123"/>
                    <a:pt x="127" y="3281"/>
                    <a:pt x="316" y="3312"/>
                  </a:cubicBezTo>
                  <a:cubicBezTo>
                    <a:pt x="1639" y="3659"/>
                    <a:pt x="2647" y="4856"/>
                    <a:pt x="2647" y="6274"/>
                  </a:cubicBezTo>
                  <a:cubicBezTo>
                    <a:pt x="2647" y="6809"/>
                    <a:pt x="2489" y="7376"/>
                    <a:pt x="2206" y="7849"/>
                  </a:cubicBezTo>
                  <a:cubicBezTo>
                    <a:pt x="2080" y="8007"/>
                    <a:pt x="2111" y="8196"/>
                    <a:pt x="2269" y="8353"/>
                  </a:cubicBezTo>
                  <a:lnTo>
                    <a:pt x="4065" y="10149"/>
                  </a:lnTo>
                  <a:cubicBezTo>
                    <a:pt x="4137" y="10221"/>
                    <a:pt x="4242" y="10260"/>
                    <a:pt x="4350" y="10260"/>
                  </a:cubicBezTo>
                  <a:cubicBezTo>
                    <a:pt x="4478" y="10260"/>
                    <a:pt x="4609" y="10205"/>
                    <a:pt x="4695" y="10086"/>
                  </a:cubicBezTo>
                  <a:cubicBezTo>
                    <a:pt x="5514" y="8983"/>
                    <a:pt x="5987" y="7660"/>
                    <a:pt x="5987" y="6274"/>
                  </a:cubicBezTo>
                  <a:cubicBezTo>
                    <a:pt x="5892" y="3123"/>
                    <a:pt x="3592" y="445"/>
                    <a:pt x="473" y="4"/>
                  </a:cubicBezTo>
                  <a:cubicBezTo>
                    <a:pt x="455" y="2"/>
                    <a:pt x="436" y="1"/>
                    <a:pt x="41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42" name="Google Shape;8242;p70"/>
            <p:cNvSpPr/>
            <p:nvPr/>
          </p:nvSpPr>
          <p:spPr>
            <a:xfrm>
              <a:off x="-59742600" y="4187375"/>
              <a:ext cx="63025" cy="144950"/>
            </a:xfrm>
            <a:custGeom>
              <a:avLst/>
              <a:gdLst/>
              <a:ahLst/>
              <a:cxnLst/>
              <a:rect l="l" t="t" r="r" b="b"/>
              <a:pathLst>
                <a:path w="2521" h="5798" extrusionOk="0">
                  <a:moveTo>
                    <a:pt x="1260" y="1"/>
                  </a:moveTo>
                  <a:cubicBezTo>
                    <a:pt x="1040" y="1"/>
                    <a:pt x="819" y="190"/>
                    <a:pt x="819" y="379"/>
                  </a:cubicBezTo>
                  <a:lnTo>
                    <a:pt x="819" y="662"/>
                  </a:lnTo>
                  <a:cubicBezTo>
                    <a:pt x="347" y="820"/>
                    <a:pt x="0" y="1293"/>
                    <a:pt x="0" y="1860"/>
                  </a:cubicBezTo>
                  <a:cubicBezTo>
                    <a:pt x="0" y="2521"/>
                    <a:pt x="567" y="2899"/>
                    <a:pt x="977" y="3214"/>
                  </a:cubicBezTo>
                  <a:cubicBezTo>
                    <a:pt x="1292" y="3466"/>
                    <a:pt x="1670" y="3687"/>
                    <a:pt x="1670" y="3939"/>
                  </a:cubicBezTo>
                  <a:cubicBezTo>
                    <a:pt x="1670" y="4160"/>
                    <a:pt x="1450" y="4380"/>
                    <a:pt x="1260" y="4380"/>
                  </a:cubicBezTo>
                  <a:cubicBezTo>
                    <a:pt x="1071" y="4380"/>
                    <a:pt x="819" y="4160"/>
                    <a:pt x="819" y="3939"/>
                  </a:cubicBezTo>
                  <a:cubicBezTo>
                    <a:pt x="819" y="3687"/>
                    <a:pt x="630" y="3529"/>
                    <a:pt x="441" y="3529"/>
                  </a:cubicBezTo>
                  <a:cubicBezTo>
                    <a:pt x="252" y="3529"/>
                    <a:pt x="32" y="3750"/>
                    <a:pt x="32" y="3939"/>
                  </a:cubicBezTo>
                  <a:cubicBezTo>
                    <a:pt x="32" y="4475"/>
                    <a:pt x="410" y="4916"/>
                    <a:pt x="882" y="5105"/>
                  </a:cubicBezTo>
                  <a:lnTo>
                    <a:pt x="882" y="5388"/>
                  </a:lnTo>
                  <a:cubicBezTo>
                    <a:pt x="882" y="5640"/>
                    <a:pt x="1071" y="5798"/>
                    <a:pt x="1292" y="5798"/>
                  </a:cubicBezTo>
                  <a:cubicBezTo>
                    <a:pt x="1544" y="5798"/>
                    <a:pt x="1702" y="5577"/>
                    <a:pt x="1702" y="5388"/>
                  </a:cubicBezTo>
                  <a:lnTo>
                    <a:pt x="1702" y="5073"/>
                  </a:lnTo>
                  <a:cubicBezTo>
                    <a:pt x="2174" y="4916"/>
                    <a:pt x="2521" y="4443"/>
                    <a:pt x="2521" y="3907"/>
                  </a:cubicBezTo>
                  <a:cubicBezTo>
                    <a:pt x="2521" y="3214"/>
                    <a:pt x="1985" y="2836"/>
                    <a:pt x="1544" y="2521"/>
                  </a:cubicBezTo>
                  <a:cubicBezTo>
                    <a:pt x="1229" y="2269"/>
                    <a:pt x="882" y="2049"/>
                    <a:pt x="882" y="1797"/>
                  </a:cubicBezTo>
                  <a:cubicBezTo>
                    <a:pt x="882" y="1576"/>
                    <a:pt x="1071" y="1419"/>
                    <a:pt x="1292" y="1419"/>
                  </a:cubicBezTo>
                  <a:cubicBezTo>
                    <a:pt x="1544" y="1419"/>
                    <a:pt x="1702" y="1608"/>
                    <a:pt x="1702" y="1797"/>
                  </a:cubicBezTo>
                  <a:cubicBezTo>
                    <a:pt x="1702" y="2049"/>
                    <a:pt x="1891" y="2238"/>
                    <a:pt x="2143" y="2238"/>
                  </a:cubicBezTo>
                  <a:cubicBezTo>
                    <a:pt x="2363" y="2238"/>
                    <a:pt x="2521" y="2049"/>
                    <a:pt x="2521" y="1797"/>
                  </a:cubicBezTo>
                  <a:cubicBezTo>
                    <a:pt x="2521" y="1261"/>
                    <a:pt x="2174" y="820"/>
                    <a:pt x="1702" y="631"/>
                  </a:cubicBezTo>
                  <a:lnTo>
                    <a:pt x="1702" y="347"/>
                  </a:lnTo>
                  <a:cubicBezTo>
                    <a:pt x="1702" y="158"/>
                    <a:pt x="1513" y="1"/>
                    <a:pt x="126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243" name="Google Shape;8243;p70"/>
          <p:cNvGrpSpPr/>
          <p:nvPr/>
        </p:nvGrpSpPr>
        <p:grpSpPr>
          <a:xfrm>
            <a:off x="3497644" y="5701684"/>
            <a:ext cx="488485" cy="487289"/>
            <a:chOff x="-59029025" y="3711650"/>
            <a:chExt cx="316650" cy="315875"/>
          </a:xfrm>
        </p:grpSpPr>
        <p:sp>
          <p:nvSpPr>
            <p:cNvPr id="8244" name="Google Shape;8244;p70"/>
            <p:cNvSpPr/>
            <p:nvPr/>
          </p:nvSpPr>
          <p:spPr>
            <a:xfrm>
              <a:off x="-59029025" y="3712450"/>
              <a:ext cx="70125" cy="70125"/>
            </a:xfrm>
            <a:custGeom>
              <a:avLst/>
              <a:gdLst/>
              <a:ahLst/>
              <a:cxnLst/>
              <a:rect l="l" t="t" r="r" b="b"/>
              <a:pathLst>
                <a:path w="2805" h="2805" extrusionOk="0">
                  <a:moveTo>
                    <a:pt x="1229" y="0"/>
                  </a:moveTo>
                  <a:cubicBezTo>
                    <a:pt x="568" y="0"/>
                    <a:pt x="1" y="568"/>
                    <a:pt x="1" y="1229"/>
                  </a:cubicBezTo>
                  <a:cubicBezTo>
                    <a:pt x="1" y="1891"/>
                    <a:pt x="568" y="2458"/>
                    <a:pt x="1229" y="2458"/>
                  </a:cubicBezTo>
                  <a:cubicBezTo>
                    <a:pt x="1419" y="2458"/>
                    <a:pt x="1576" y="2426"/>
                    <a:pt x="1734" y="2332"/>
                  </a:cubicBezTo>
                  <a:lnTo>
                    <a:pt x="2206" y="2804"/>
                  </a:lnTo>
                  <a:cubicBezTo>
                    <a:pt x="2458" y="2489"/>
                    <a:pt x="2584" y="2426"/>
                    <a:pt x="2805" y="2206"/>
                  </a:cubicBezTo>
                  <a:lnTo>
                    <a:pt x="2332" y="1733"/>
                  </a:lnTo>
                  <a:cubicBezTo>
                    <a:pt x="2427" y="1576"/>
                    <a:pt x="2458" y="1387"/>
                    <a:pt x="2458" y="1229"/>
                  </a:cubicBezTo>
                  <a:cubicBezTo>
                    <a:pt x="2458" y="568"/>
                    <a:pt x="1923" y="0"/>
                    <a:pt x="122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45" name="Google Shape;8245;p70"/>
            <p:cNvSpPr/>
            <p:nvPr/>
          </p:nvSpPr>
          <p:spPr>
            <a:xfrm>
              <a:off x="-58782500" y="3958175"/>
              <a:ext cx="70125" cy="69350"/>
            </a:xfrm>
            <a:custGeom>
              <a:avLst/>
              <a:gdLst/>
              <a:ahLst/>
              <a:cxnLst/>
              <a:rect l="l" t="t" r="r" b="b"/>
              <a:pathLst>
                <a:path w="2805" h="2774" extrusionOk="0">
                  <a:moveTo>
                    <a:pt x="599" y="1"/>
                  </a:moveTo>
                  <a:cubicBezTo>
                    <a:pt x="379" y="222"/>
                    <a:pt x="316" y="316"/>
                    <a:pt x="1" y="568"/>
                  </a:cubicBezTo>
                  <a:lnTo>
                    <a:pt x="473" y="1041"/>
                  </a:lnTo>
                  <a:cubicBezTo>
                    <a:pt x="379" y="1198"/>
                    <a:pt x="347" y="1387"/>
                    <a:pt x="347" y="1576"/>
                  </a:cubicBezTo>
                  <a:cubicBezTo>
                    <a:pt x="347" y="2238"/>
                    <a:pt x="914" y="2773"/>
                    <a:pt x="1576" y="2773"/>
                  </a:cubicBezTo>
                  <a:cubicBezTo>
                    <a:pt x="2238" y="2773"/>
                    <a:pt x="2805" y="2238"/>
                    <a:pt x="2805" y="1576"/>
                  </a:cubicBezTo>
                  <a:cubicBezTo>
                    <a:pt x="2805" y="883"/>
                    <a:pt x="2238" y="348"/>
                    <a:pt x="1576" y="348"/>
                  </a:cubicBezTo>
                  <a:cubicBezTo>
                    <a:pt x="1387" y="348"/>
                    <a:pt x="1230" y="379"/>
                    <a:pt x="1072" y="474"/>
                  </a:cubicBezTo>
                  <a:lnTo>
                    <a:pt x="59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46" name="Google Shape;8246;p70"/>
            <p:cNvSpPr/>
            <p:nvPr/>
          </p:nvSpPr>
          <p:spPr>
            <a:xfrm>
              <a:off x="-58782500" y="3711650"/>
              <a:ext cx="70125" cy="70125"/>
            </a:xfrm>
            <a:custGeom>
              <a:avLst/>
              <a:gdLst/>
              <a:ahLst/>
              <a:cxnLst/>
              <a:rect l="l" t="t" r="r" b="b"/>
              <a:pathLst>
                <a:path w="2805" h="2805" extrusionOk="0">
                  <a:moveTo>
                    <a:pt x="1576" y="1"/>
                  </a:moveTo>
                  <a:cubicBezTo>
                    <a:pt x="914" y="1"/>
                    <a:pt x="347" y="568"/>
                    <a:pt x="347" y="1230"/>
                  </a:cubicBezTo>
                  <a:cubicBezTo>
                    <a:pt x="347" y="1419"/>
                    <a:pt x="379" y="1576"/>
                    <a:pt x="473" y="1734"/>
                  </a:cubicBezTo>
                  <a:lnTo>
                    <a:pt x="1" y="2206"/>
                  </a:lnTo>
                  <a:cubicBezTo>
                    <a:pt x="284" y="2458"/>
                    <a:pt x="347" y="2521"/>
                    <a:pt x="599" y="2805"/>
                  </a:cubicBezTo>
                  <a:lnTo>
                    <a:pt x="1072" y="2332"/>
                  </a:lnTo>
                  <a:cubicBezTo>
                    <a:pt x="1230" y="2395"/>
                    <a:pt x="1419" y="2458"/>
                    <a:pt x="1576" y="2458"/>
                  </a:cubicBezTo>
                  <a:cubicBezTo>
                    <a:pt x="2238" y="2458"/>
                    <a:pt x="2805" y="1891"/>
                    <a:pt x="2805" y="1230"/>
                  </a:cubicBezTo>
                  <a:cubicBezTo>
                    <a:pt x="2805" y="568"/>
                    <a:pt x="2238" y="1"/>
                    <a:pt x="157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47" name="Google Shape;8247;p70"/>
            <p:cNvSpPr/>
            <p:nvPr/>
          </p:nvSpPr>
          <p:spPr>
            <a:xfrm>
              <a:off x="-58911650" y="3880200"/>
              <a:ext cx="79550" cy="30750"/>
            </a:xfrm>
            <a:custGeom>
              <a:avLst/>
              <a:gdLst/>
              <a:ahLst/>
              <a:cxnLst/>
              <a:rect l="l" t="t" r="r" b="b"/>
              <a:pathLst>
                <a:path w="3182" h="1230" extrusionOk="0">
                  <a:moveTo>
                    <a:pt x="1607" y="1"/>
                  </a:moveTo>
                  <a:cubicBezTo>
                    <a:pt x="819" y="1"/>
                    <a:pt x="189" y="505"/>
                    <a:pt x="0" y="1230"/>
                  </a:cubicBezTo>
                  <a:lnTo>
                    <a:pt x="3182" y="1230"/>
                  </a:lnTo>
                  <a:cubicBezTo>
                    <a:pt x="3025" y="537"/>
                    <a:pt x="2394" y="1"/>
                    <a:pt x="160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48" name="Google Shape;8248;p70"/>
            <p:cNvSpPr/>
            <p:nvPr/>
          </p:nvSpPr>
          <p:spPr>
            <a:xfrm>
              <a:off x="-58891975" y="3818000"/>
              <a:ext cx="41775" cy="41750"/>
            </a:xfrm>
            <a:custGeom>
              <a:avLst/>
              <a:gdLst/>
              <a:ahLst/>
              <a:cxnLst/>
              <a:rect l="l" t="t" r="r" b="b"/>
              <a:pathLst>
                <a:path w="1671" h="1670" extrusionOk="0">
                  <a:moveTo>
                    <a:pt x="851" y="0"/>
                  </a:moveTo>
                  <a:cubicBezTo>
                    <a:pt x="379" y="0"/>
                    <a:pt x="1" y="378"/>
                    <a:pt x="1" y="819"/>
                  </a:cubicBezTo>
                  <a:cubicBezTo>
                    <a:pt x="1" y="1292"/>
                    <a:pt x="379" y="1670"/>
                    <a:pt x="851" y="1670"/>
                  </a:cubicBezTo>
                  <a:cubicBezTo>
                    <a:pt x="1292" y="1670"/>
                    <a:pt x="1670" y="1292"/>
                    <a:pt x="1670" y="819"/>
                  </a:cubicBezTo>
                  <a:cubicBezTo>
                    <a:pt x="1670" y="378"/>
                    <a:pt x="1292" y="0"/>
                    <a:pt x="85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49" name="Google Shape;8249;p70"/>
            <p:cNvSpPr/>
            <p:nvPr/>
          </p:nvSpPr>
          <p:spPr>
            <a:xfrm>
              <a:off x="-58983325" y="3755775"/>
              <a:ext cx="227625" cy="226850"/>
            </a:xfrm>
            <a:custGeom>
              <a:avLst/>
              <a:gdLst/>
              <a:ahLst/>
              <a:cxnLst/>
              <a:rect l="l" t="t" r="r" b="b"/>
              <a:pathLst>
                <a:path w="9105" h="9074" extrusionOk="0">
                  <a:moveTo>
                    <a:pt x="4537" y="1701"/>
                  </a:moveTo>
                  <a:cubicBezTo>
                    <a:pt x="5419" y="1701"/>
                    <a:pt x="6175" y="2458"/>
                    <a:pt x="6175" y="3371"/>
                  </a:cubicBezTo>
                  <a:cubicBezTo>
                    <a:pt x="6175" y="3781"/>
                    <a:pt x="6018" y="4190"/>
                    <a:pt x="5702" y="4505"/>
                  </a:cubicBezTo>
                  <a:cubicBezTo>
                    <a:pt x="6459" y="4946"/>
                    <a:pt x="6994" y="5734"/>
                    <a:pt x="6994" y="6679"/>
                  </a:cubicBezTo>
                  <a:cubicBezTo>
                    <a:pt x="6963" y="6868"/>
                    <a:pt x="6805" y="7057"/>
                    <a:pt x="6585" y="7057"/>
                  </a:cubicBezTo>
                  <a:lnTo>
                    <a:pt x="2426" y="7057"/>
                  </a:lnTo>
                  <a:cubicBezTo>
                    <a:pt x="2205" y="7057"/>
                    <a:pt x="2048" y="6868"/>
                    <a:pt x="2048" y="6679"/>
                  </a:cubicBezTo>
                  <a:cubicBezTo>
                    <a:pt x="2048" y="5734"/>
                    <a:pt x="2552" y="4946"/>
                    <a:pt x="3340" y="4505"/>
                  </a:cubicBezTo>
                  <a:cubicBezTo>
                    <a:pt x="3056" y="4190"/>
                    <a:pt x="2867" y="3781"/>
                    <a:pt x="2867" y="3371"/>
                  </a:cubicBezTo>
                  <a:cubicBezTo>
                    <a:pt x="2867" y="2458"/>
                    <a:pt x="3623" y="1701"/>
                    <a:pt x="4537" y="1701"/>
                  </a:cubicBezTo>
                  <a:close/>
                  <a:moveTo>
                    <a:pt x="4537" y="0"/>
                  </a:moveTo>
                  <a:cubicBezTo>
                    <a:pt x="2016" y="0"/>
                    <a:pt x="0" y="2048"/>
                    <a:pt x="0" y="4537"/>
                  </a:cubicBezTo>
                  <a:cubicBezTo>
                    <a:pt x="0" y="7057"/>
                    <a:pt x="2048" y="9074"/>
                    <a:pt x="4537" y="9074"/>
                  </a:cubicBezTo>
                  <a:cubicBezTo>
                    <a:pt x="7057" y="9074"/>
                    <a:pt x="9042" y="7026"/>
                    <a:pt x="9042" y="4537"/>
                  </a:cubicBezTo>
                  <a:cubicBezTo>
                    <a:pt x="9105" y="2017"/>
                    <a:pt x="7057" y="0"/>
                    <a:pt x="453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50" name="Google Shape;8250;p70"/>
            <p:cNvSpPr/>
            <p:nvPr/>
          </p:nvSpPr>
          <p:spPr>
            <a:xfrm>
              <a:off x="-59029025" y="3956600"/>
              <a:ext cx="70900" cy="70925"/>
            </a:xfrm>
            <a:custGeom>
              <a:avLst/>
              <a:gdLst/>
              <a:ahLst/>
              <a:cxnLst/>
              <a:rect l="l" t="t" r="r" b="b"/>
              <a:pathLst>
                <a:path w="2836" h="2837" extrusionOk="0">
                  <a:moveTo>
                    <a:pt x="2269" y="1"/>
                  </a:moveTo>
                  <a:lnTo>
                    <a:pt x="1734" y="537"/>
                  </a:lnTo>
                  <a:cubicBezTo>
                    <a:pt x="1576" y="442"/>
                    <a:pt x="1387" y="411"/>
                    <a:pt x="1229" y="411"/>
                  </a:cubicBezTo>
                  <a:cubicBezTo>
                    <a:pt x="568" y="411"/>
                    <a:pt x="1" y="946"/>
                    <a:pt x="1" y="1639"/>
                  </a:cubicBezTo>
                  <a:cubicBezTo>
                    <a:pt x="1" y="2301"/>
                    <a:pt x="568" y="2836"/>
                    <a:pt x="1229" y="2836"/>
                  </a:cubicBezTo>
                  <a:cubicBezTo>
                    <a:pt x="1891" y="2836"/>
                    <a:pt x="2458" y="2301"/>
                    <a:pt x="2458" y="1639"/>
                  </a:cubicBezTo>
                  <a:cubicBezTo>
                    <a:pt x="2458" y="1419"/>
                    <a:pt x="2427" y="1261"/>
                    <a:pt x="2332" y="1104"/>
                  </a:cubicBezTo>
                  <a:lnTo>
                    <a:pt x="2836" y="600"/>
                  </a:lnTo>
                  <a:cubicBezTo>
                    <a:pt x="2584" y="379"/>
                    <a:pt x="2490" y="285"/>
                    <a:pt x="226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251" name="Google Shape;8251;p70"/>
          <p:cNvGrpSpPr/>
          <p:nvPr/>
        </p:nvGrpSpPr>
        <p:grpSpPr>
          <a:xfrm>
            <a:off x="6479082" y="2043089"/>
            <a:ext cx="469253" cy="464251"/>
            <a:chOff x="581525" y="3254850"/>
            <a:chExt cx="297750" cy="294575"/>
          </a:xfrm>
        </p:grpSpPr>
        <p:sp>
          <p:nvSpPr>
            <p:cNvPr id="8252" name="Google Shape;8252;p70"/>
            <p:cNvSpPr/>
            <p:nvPr/>
          </p:nvSpPr>
          <p:spPr>
            <a:xfrm>
              <a:off x="616950" y="3358025"/>
              <a:ext cx="89025" cy="86650"/>
            </a:xfrm>
            <a:custGeom>
              <a:avLst/>
              <a:gdLst/>
              <a:ahLst/>
              <a:cxnLst/>
              <a:rect l="l" t="t" r="r" b="b"/>
              <a:pathLst>
                <a:path w="3561" h="3466" extrusionOk="0">
                  <a:moveTo>
                    <a:pt x="1797" y="0"/>
                  </a:moveTo>
                  <a:cubicBezTo>
                    <a:pt x="789" y="0"/>
                    <a:pt x="1" y="788"/>
                    <a:pt x="1" y="1733"/>
                  </a:cubicBezTo>
                  <a:cubicBezTo>
                    <a:pt x="1" y="2710"/>
                    <a:pt x="789" y="3466"/>
                    <a:pt x="1797" y="3466"/>
                  </a:cubicBezTo>
                  <a:cubicBezTo>
                    <a:pt x="2773" y="3466"/>
                    <a:pt x="3561" y="2710"/>
                    <a:pt x="3561" y="1733"/>
                  </a:cubicBezTo>
                  <a:cubicBezTo>
                    <a:pt x="3561" y="788"/>
                    <a:pt x="2773" y="0"/>
                    <a:pt x="179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53" name="Google Shape;8253;p70"/>
            <p:cNvSpPr/>
            <p:nvPr/>
          </p:nvSpPr>
          <p:spPr>
            <a:xfrm>
              <a:off x="721725" y="3254850"/>
              <a:ext cx="157550" cy="155975"/>
            </a:xfrm>
            <a:custGeom>
              <a:avLst/>
              <a:gdLst/>
              <a:ahLst/>
              <a:cxnLst/>
              <a:rect l="l" t="t" r="r" b="b"/>
              <a:pathLst>
                <a:path w="6302" h="6239" extrusionOk="0">
                  <a:moveTo>
                    <a:pt x="3151" y="1355"/>
                  </a:moveTo>
                  <a:cubicBezTo>
                    <a:pt x="3749" y="1355"/>
                    <a:pt x="4159" y="1827"/>
                    <a:pt x="4159" y="2363"/>
                  </a:cubicBezTo>
                  <a:cubicBezTo>
                    <a:pt x="4159" y="2773"/>
                    <a:pt x="3970" y="3119"/>
                    <a:pt x="3623" y="3277"/>
                  </a:cubicBezTo>
                  <a:cubicBezTo>
                    <a:pt x="3529" y="3308"/>
                    <a:pt x="3497" y="3434"/>
                    <a:pt x="3497" y="3560"/>
                  </a:cubicBezTo>
                  <a:cubicBezTo>
                    <a:pt x="3497" y="3749"/>
                    <a:pt x="3340" y="3907"/>
                    <a:pt x="3151" y="3907"/>
                  </a:cubicBezTo>
                  <a:cubicBezTo>
                    <a:pt x="2962" y="3907"/>
                    <a:pt x="2804" y="3749"/>
                    <a:pt x="2804" y="3560"/>
                  </a:cubicBezTo>
                  <a:cubicBezTo>
                    <a:pt x="2804" y="3151"/>
                    <a:pt x="2993" y="2836"/>
                    <a:pt x="3308" y="2647"/>
                  </a:cubicBezTo>
                  <a:cubicBezTo>
                    <a:pt x="3434" y="2552"/>
                    <a:pt x="3497" y="2458"/>
                    <a:pt x="3497" y="2332"/>
                  </a:cubicBezTo>
                  <a:cubicBezTo>
                    <a:pt x="3497" y="2143"/>
                    <a:pt x="3340" y="1953"/>
                    <a:pt x="3151" y="1953"/>
                  </a:cubicBezTo>
                  <a:cubicBezTo>
                    <a:pt x="2962" y="1953"/>
                    <a:pt x="2804" y="2143"/>
                    <a:pt x="2804" y="2332"/>
                  </a:cubicBezTo>
                  <a:cubicBezTo>
                    <a:pt x="2804" y="2521"/>
                    <a:pt x="2646" y="2678"/>
                    <a:pt x="2426" y="2678"/>
                  </a:cubicBezTo>
                  <a:cubicBezTo>
                    <a:pt x="2237" y="2678"/>
                    <a:pt x="2079" y="2521"/>
                    <a:pt x="2079" y="2332"/>
                  </a:cubicBezTo>
                  <a:cubicBezTo>
                    <a:pt x="2079" y="1827"/>
                    <a:pt x="2552" y="1355"/>
                    <a:pt x="3151" y="1355"/>
                  </a:cubicBezTo>
                  <a:close/>
                  <a:moveTo>
                    <a:pt x="3151" y="4096"/>
                  </a:moveTo>
                  <a:cubicBezTo>
                    <a:pt x="3340" y="4096"/>
                    <a:pt x="3497" y="4253"/>
                    <a:pt x="3497" y="4442"/>
                  </a:cubicBezTo>
                  <a:cubicBezTo>
                    <a:pt x="3497" y="4663"/>
                    <a:pt x="3340" y="4820"/>
                    <a:pt x="3151" y="4820"/>
                  </a:cubicBezTo>
                  <a:cubicBezTo>
                    <a:pt x="2962" y="4820"/>
                    <a:pt x="2804" y="4663"/>
                    <a:pt x="2804" y="4442"/>
                  </a:cubicBezTo>
                  <a:cubicBezTo>
                    <a:pt x="2804" y="4253"/>
                    <a:pt x="2962" y="4096"/>
                    <a:pt x="3151" y="4096"/>
                  </a:cubicBezTo>
                  <a:close/>
                  <a:moveTo>
                    <a:pt x="3182" y="0"/>
                  </a:moveTo>
                  <a:cubicBezTo>
                    <a:pt x="1481" y="0"/>
                    <a:pt x="63" y="1418"/>
                    <a:pt x="63" y="3119"/>
                  </a:cubicBezTo>
                  <a:cubicBezTo>
                    <a:pt x="63" y="3655"/>
                    <a:pt x="189" y="4159"/>
                    <a:pt x="473" y="4663"/>
                  </a:cubicBezTo>
                  <a:lnTo>
                    <a:pt x="32" y="5766"/>
                  </a:lnTo>
                  <a:cubicBezTo>
                    <a:pt x="0" y="5860"/>
                    <a:pt x="32" y="5986"/>
                    <a:pt x="126" y="6112"/>
                  </a:cubicBezTo>
                  <a:cubicBezTo>
                    <a:pt x="189" y="6175"/>
                    <a:pt x="347" y="6238"/>
                    <a:pt x="473" y="6238"/>
                  </a:cubicBezTo>
                  <a:lnTo>
                    <a:pt x="1764" y="5892"/>
                  </a:lnTo>
                  <a:cubicBezTo>
                    <a:pt x="2205" y="6144"/>
                    <a:pt x="2678" y="6238"/>
                    <a:pt x="3182" y="6238"/>
                  </a:cubicBezTo>
                  <a:cubicBezTo>
                    <a:pt x="4915" y="6238"/>
                    <a:pt x="6301" y="4789"/>
                    <a:pt x="6301" y="3119"/>
                  </a:cubicBezTo>
                  <a:cubicBezTo>
                    <a:pt x="6301" y="1386"/>
                    <a:pt x="4883" y="0"/>
                    <a:pt x="318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54" name="Google Shape;8254;p70"/>
            <p:cNvSpPr/>
            <p:nvPr/>
          </p:nvSpPr>
          <p:spPr>
            <a:xfrm>
              <a:off x="581525" y="3440725"/>
              <a:ext cx="157550" cy="108700"/>
            </a:xfrm>
            <a:custGeom>
              <a:avLst/>
              <a:gdLst/>
              <a:ahLst/>
              <a:cxnLst/>
              <a:rect l="l" t="t" r="r" b="b"/>
              <a:pathLst>
                <a:path w="6302" h="4348" extrusionOk="0">
                  <a:moveTo>
                    <a:pt x="1355" y="0"/>
                  </a:moveTo>
                  <a:cubicBezTo>
                    <a:pt x="567" y="567"/>
                    <a:pt x="0" y="1513"/>
                    <a:pt x="0" y="2584"/>
                  </a:cubicBezTo>
                  <a:lnTo>
                    <a:pt x="0" y="4001"/>
                  </a:lnTo>
                  <a:cubicBezTo>
                    <a:pt x="63" y="4190"/>
                    <a:pt x="221" y="4348"/>
                    <a:pt x="410" y="4348"/>
                  </a:cubicBezTo>
                  <a:lnTo>
                    <a:pt x="5955" y="4348"/>
                  </a:lnTo>
                  <a:cubicBezTo>
                    <a:pt x="6144" y="4348"/>
                    <a:pt x="6301" y="4190"/>
                    <a:pt x="6301" y="4001"/>
                  </a:cubicBezTo>
                  <a:lnTo>
                    <a:pt x="6301" y="2584"/>
                  </a:lnTo>
                  <a:cubicBezTo>
                    <a:pt x="6301" y="1513"/>
                    <a:pt x="5797" y="599"/>
                    <a:pt x="4978" y="0"/>
                  </a:cubicBezTo>
                  <a:cubicBezTo>
                    <a:pt x="4537" y="536"/>
                    <a:pt x="3875" y="851"/>
                    <a:pt x="3151" y="851"/>
                  </a:cubicBezTo>
                  <a:cubicBezTo>
                    <a:pt x="2458" y="851"/>
                    <a:pt x="1796" y="536"/>
                    <a:pt x="135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255" name="Google Shape;8255;p70"/>
          <p:cNvGrpSpPr/>
          <p:nvPr/>
        </p:nvGrpSpPr>
        <p:grpSpPr>
          <a:xfrm>
            <a:off x="6477840" y="2628338"/>
            <a:ext cx="471736" cy="468663"/>
            <a:chOff x="580725" y="3617925"/>
            <a:chExt cx="299325" cy="297375"/>
          </a:xfrm>
        </p:grpSpPr>
        <p:sp>
          <p:nvSpPr>
            <p:cNvPr id="8256" name="Google Shape;8256;p70"/>
            <p:cNvSpPr/>
            <p:nvPr/>
          </p:nvSpPr>
          <p:spPr>
            <a:xfrm>
              <a:off x="609075" y="3662050"/>
              <a:ext cx="51225" cy="51200"/>
            </a:xfrm>
            <a:custGeom>
              <a:avLst/>
              <a:gdLst/>
              <a:ahLst/>
              <a:cxnLst/>
              <a:rect l="l" t="t" r="r" b="b"/>
              <a:pathLst>
                <a:path w="2049" h="2048" extrusionOk="0">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57" name="Google Shape;8257;p70"/>
            <p:cNvSpPr/>
            <p:nvPr/>
          </p:nvSpPr>
          <p:spPr>
            <a:xfrm>
              <a:off x="668950" y="3617925"/>
              <a:ext cx="122875" cy="104475"/>
            </a:xfrm>
            <a:custGeom>
              <a:avLst/>
              <a:gdLst/>
              <a:ahLst/>
              <a:cxnLst/>
              <a:rect l="l" t="t" r="r" b="b"/>
              <a:pathLst>
                <a:path w="4915" h="4179" extrusionOk="0">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58" name="Google Shape;8258;p70"/>
            <p:cNvSpPr/>
            <p:nvPr/>
          </p:nvSpPr>
          <p:spPr>
            <a:xfrm>
              <a:off x="580725" y="3721900"/>
              <a:ext cx="141800" cy="192025"/>
            </a:xfrm>
            <a:custGeom>
              <a:avLst/>
              <a:gdLst/>
              <a:ahLst/>
              <a:cxnLst/>
              <a:rect l="l" t="t" r="r" b="b"/>
              <a:pathLst>
                <a:path w="5672" h="7681" extrusionOk="0">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59" name="Google Shape;8259;p70"/>
            <p:cNvSpPr/>
            <p:nvPr/>
          </p:nvSpPr>
          <p:spPr>
            <a:xfrm>
              <a:off x="800475" y="3662050"/>
              <a:ext cx="51225" cy="51200"/>
            </a:xfrm>
            <a:custGeom>
              <a:avLst/>
              <a:gdLst/>
              <a:ahLst/>
              <a:cxnLst/>
              <a:rect l="l" t="t" r="r" b="b"/>
              <a:pathLst>
                <a:path w="2049" h="2048" extrusionOk="0">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60" name="Google Shape;8260;p70"/>
            <p:cNvSpPr/>
            <p:nvPr/>
          </p:nvSpPr>
          <p:spPr>
            <a:xfrm>
              <a:off x="738250" y="3722700"/>
              <a:ext cx="141800" cy="192600"/>
            </a:xfrm>
            <a:custGeom>
              <a:avLst/>
              <a:gdLst/>
              <a:ahLst/>
              <a:cxnLst/>
              <a:rect l="l" t="t" r="r" b="b"/>
              <a:pathLst>
                <a:path w="5672" h="7704" extrusionOk="0">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261" name="Google Shape;8261;p70"/>
          <p:cNvGrpSpPr/>
          <p:nvPr/>
        </p:nvGrpSpPr>
        <p:grpSpPr>
          <a:xfrm>
            <a:off x="6480323" y="3224591"/>
            <a:ext cx="466772" cy="466772"/>
            <a:chOff x="583100" y="3982600"/>
            <a:chExt cx="296175" cy="296175"/>
          </a:xfrm>
        </p:grpSpPr>
        <p:sp>
          <p:nvSpPr>
            <p:cNvPr id="8262" name="Google Shape;8262;p70"/>
            <p:cNvSpPr/>
            <p:nvPr/>
          </p:nvSpPr>
          <p:spPr>
            <a:xfrm>
              <a:off x="694925" y="3982600"/>
              <a:ext cx="70925" cy="68550"/>
            </a:xfrm>
            <a:custGeom>
              <a:avLst/>
              <a:gdLst/>
              <a:ahLst/>
              <a:cxnLst/>
              <a:rect l="l" t="t" r="r" b="b"/>
              <a:pathLst>
                <a:path w="2837" h="2742" extrusionOk="0">
                  <a:moveTo>
                    <a:pt x="1419" y="1"/>
                  </a:moveTo>
                  <a:cubicBezTo>
                    <a:pt x="631" y="1"/>
                    <a:pt x="1" y="599"/>
                    <a:pt x="1" y="1355"/>
                  </a:cubicBezTo>
                  <a:cubicBezTo>
                    <a:pt x="1" y="2143"/>
                    <a:pt x="631" y="2742"/>
                    <a:pt x="1419" y="2742"/>
                  </a:cubicBezTo>
                  <a:cubicBezTo>
                    <a:pt x="2206" y="2742"/>
                    <a:pt x="2836" y="2143"/>
                    <a:pt x="2836" y="1355"/>
                  </a:cubicBezTo>
                  <a:cubicBezTo>
                    <a:pt x="2836" y="599"/>
                    <a:pt x="2206" y="1"/>
                    <a:pt x="141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63" name="Google Shape;8263;p70"/>
            <p:cNvSpPr/>
            <p:nvPr/>
          </p:nvSpPr>
          <p:spPr>
            <a:xfrm>
              <a:off x="609075" y="4139350"/>
              <a:ext cx="69350" cy="68525"/>
            </a:xfrm>
            <a:custGeom>
              <a:avLst/>
              <a:gdLst/>
              <a:ahLst/>
              <a:cxnLst/>
              <a:rect l="l" t="t" r="r" b="b"/>
              <a:pathLst>
                <a:path w="2774" h="2741" extrusionOk="0">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64" name="Google Shape;8264;p70"/>
            <p:cNvSpPr/>
            <p:nvPr/>
          </p:nvSpPr>
          <p:spPr>
            <a:xfrm>
              <a:off x="783925" y="4140125"/>
              <a:ext cx="68550" cy="68550"/>
            </a:xfrm>
            <a:custGeom>
              <a:avLst/>
              <a:gdLst/>
              <a:ahLst/>
              <a:cxnLst/>
              <a:rect l="l" t="t" r="r" b="b"/>
              <a:pathLst>
                <a:path w="2742" h="2742" extrusionOk="0">
                  <a:moveTo>
                    <a:pt x="1356" y="1"/>
                  </a:moveTo>
                  <a:cubicBezTo>
                    <a:pt x="631" y="1"/>
                    <a:pt x="1" y="631"/>
                    <a:pt x="1" y="1387"/>
                  </a:cubicBezTo>
                  <a:cubicBezTo>
                    <a:pt x="1" y="2111"/>
                    <a:pt x="631" y="2741"/>
                    <a:pt x="1356" y="2741"/>
                  </a:cubicBezTo>
                  <a:cubicBezTo>
                    <a:pt x="2112" y="2741"/>
                    <a:pt x="2742" y="2111"/>
                    <a:pt x="2742" y="1387"/>
                  </a:cubicBezTo>
                  <a:cubicBezTo>
                    <a:pt x="2742" y="631"/>
                    <a:pt x="2112" y="1"/>
                    <a:pt x="135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65" name="Google Shape;8265;p70"/>
            <p:cNvSpPr/>
            <p:nvPr/>
          </p:nvSpPr>
          <p:spPr>
            <a:xfrm>
              <a:off x="583100" y="4207075"/>
              <a:ext cx="122100" cy="71700"/>
            </a:xfrm>
            <a:custGeom>
              <a:avLst/>
              <a:gdLst/>
              <a:ahLst/>
              <a:cxnLst/>
              <a:rect l="l" t="t" r="r" b="b"/>
              <a:pathLst>
                <a:path w="4884" h="2868" extrusionOk="0">
                  <a:moveTo>
                    <a:pt x="819" y="0"/>
                  </a:moveTo>
                  <a:cubicBezTo>
                    <a:pt x="347" y="442"/>
                    <a:pt x="0" y="1072"/>
                    <a:pt x="0" y="1796"/>
                  </a:cubicBezTo>
                  <a:lnTo>
                    <a:pt x="0" y="2521"/>
                  </a:lnTo>
                  <a:cubicBezTo>
                    <a:pt x="0" y="2710"/>
                    <a:pt x="158" y="2867"/>
                    <a:pt x="347" y="2867"/>
                  </a:cubicBezTo>
                  <a:lnTo>
                    <a:pt x="4505" y="2867"/>
                  </a:lnTo>
                  <a:cubicBezTo>
                    <a:pt x="4726" y="2867"/>
                    <a:pt x="4883" y="2710"/>
                    <a:pt x="4883" y="2521"/>
                  </a:cubicBezTo>
                  <a:lnTo>
                    <a:pt x="4883" y="1796"/>
                  </a:lnTo>
                  <a:cubicBezTo>
                    <a:pt x="4883" y="1103"/>
                    <a:pt x="4568" y="442"/>
                    <a:pt x="4033" y="0"/>
                  </a:cubicBezTo>
                  <a:cubicBezTo>
                    <a:pt x="3655" y="473"/>
                    <a:pt x="3088" y="788"/>
                    <a:pt x="2426" y="788"/>
                  </a:cubicBezTo>
                  <a:cubicBezTo>
                    <a:pt x="1796" y="788"/>
                    <a:pt x="1197" y="473"/>
                    <a:pt x="81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66" name="Google Shape;8266;p70"/>
            <p:cNvSpPr/>
            <p:nvPr/>
          </p:nvSpPr>
          <p:spPr>
            <a:xfrm>
              <a:off x="669725" y="4049550"/>
              <a:ext cx="122900" cy="72475"/>
            </a:xfrm>
            <a:custGeom>
              <a:avLst/>
              <a:gdLst/>
              <a:ahLst/>
              <a:cxnLst/>
              <a:rect l="l" t="t" r="r" b="b"/>
              <a:pathLst>
                <a:path w="4916" h="2899" extrusionOk="0">
                  <a:moveTo>
                    <a:pt x="851" y="1"/>
                  </a:moveTo>
                  <a:cubicBezTo>
                    <a:pt x="347" y="442"/>
                    <a:pt x="1" y="1103"/>
                    <a:pt x="1" y="1796"/>
                  </a:cubicBezTo>
                  <a:lnTo>
                    <a:pt x="1" y="2552"/>
                  </a:lnTo>
                  <a:cubicBezTo>
                    <a:pt x="1" y="2741"/>
                    <a:pt x="158" y="2899"/>
                    <a:pt x="347" y="2899"/>
                  </a:cubicBezTo>
                  <a:lnTo>
                    <a:pt x="4537" y="2899"/>
                  </a:lnTo>
                  <a:cubicBezTo>
                    <a:pt x="4758" y="2899"/>
                    <a:pt x="4915" y="2741"/>
                    <a:pt x="4915" y="2552"/>
                  </a:cubicBezTo>
                  <a:lnTo>
                    <a:pt x="4915" y="1796"/>
                  </a:lnTo>
                  <a:cubicBezTo>
                    <a:pt x="4915" y="1103"/>
                    <a:pt x="4600" y="442"/>
                    <a:pt x="4065" y="1"/>
                  </a:cubicBezTo>
                  <a:cubicBezTo>
                    <a:pt x="3687" y="473"/>
                    <a:pt x="3088" y="788"/>
                    <a:pt x="2458" y="788"/>
                  </a:cubicBezTo>
                  <a:cubicBezTo>
                    <a:pt x="1828" y="788"/>
                    <a:pt x="1198" y="473"/>
                    <a:pt x="85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67" name="Google Shape;8267;p70"/>
            <p:cNvSpPr/>
            <p:nvPr/>
          </p:nvSpPr>
          <p:spPr>
            <a:xfrm>
              <a:off x="757150" y="4207075"/>
              <a:ext cx="122125" cy="71700"/>
            </a:xfrm>
            <a:custGeom>
              <a:avLst/>
              <a:gdLst/>
              <a:ahLst/>
              <a:cxnLst/>
              <a:rect l="l" t="t" r="r" b="b"/>
              <a:pathLst>
                <a:path w="4885" h="2868" extrusionOk="0">
                  <a:moveTo>
                    <a:pt x="820" y="0"/>
                  </a:moveTo>
                  <a:cubicBezTo>
                    <a:pt x="316" y="442"/>
                    <a:pt x="1" y="1103"/>
                    <a:pt x="1" y="1796"/>
                  </a:cubicBezTo>
                  <a:lnTo>
                    <a:pt x="1" y="2521"/>
                  </a:lnTo>
                  <a:cubicBezTo>
                    <a:pt x="1" y="2710"/>
                    <a:pt x="158" y="2867"/>
                    <a:pt x="347" y="2867"/>
                  </a:cubicBezTo>
                  <a:lnTo>
                    <a:pt x="4506" y="2867"/>
                  </a:lnTo>
                  <a:cubicBezTo>
                    <a:pt x="4727" y="2867"/>
                    <a:pt x="4884" y="2710"/>
                    <a:pt x="4884" y="2521"/>
                  </a:cubicBezTo>
                  <a:lnTo>
                    <a:pt x="4884" y="1796"/>
                  </a:lnTo>
                  <a:cubicBezTo>
                    <a:pt x="4884" y="1103"/>
                    <a:pt x="4569" y="442"/>
                    <a:pt x="4033" y="0"/>
                  </a:cubicBezTo>
                  <a:cubicBezTo>
                    <a:pt x="3655" y="473"/>
                    <a:pt x="3088" y="788"/>
                    <a:pt x="2427" y="788"/>
                  </a:cubicBezTo>
                  <a:cubicBezTo>
                    <a:pt x="1797" y="788"/>
                    <a:pt x="1198" y="473"/>
                    <a:pt x="82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68" name="Google Shape;8268;p70"/>
            <p:cNvSpPr/>
            <p:nvPr/>
          </p:nvSpPr>
          <p:spPr>
            <a:xfrm>
              <a:off x="691775" y="4139350"/>
              <a:ext cx="77225" cy="64600"/>
            </a:xfrm>
            <a:custGeom>
              <a:avLst/>
              <a:gdLst/>
              <a:ahLst/>
              <a:cxnLst/>
              <a:rect l="l" t="t" r="r" b="b"/>
              <a:pathLst>
                <a:path w="3089" h="2584" extrusionOk="0">
                  <a:moveTo>
                    <a:pt x="1198" y="0"/>
                  </a:moveTo>
                  <a:lnTo>
                    <a:pt x="1198" y="882"/>
                  </a:lnTo>
                  <a:lnTo>
                    <a:pt x="1" y="2079"/>
                  </a:lnTo>
                  <a:cubicBezTo>
                    <a:pt x="221" y="2237"/>
                    <a:pt x="284" y="2300"/>
                    <a:pt x="473" y="2583"/>
                  </a:cubicBezTo>
                  <a:lnTo>
                    <a:pt x="1545" y="1575"/>
                  </a:lnTo>
                  <a:lnTo>
                    <a:pt x="2616" y="2583"/>
                  </a:lnTo>
                  <a:cubicBezTo>
                    <a:pt x="2773" y="2394"/>
                    <a:pt x="2931" y="2237"/>
                    <a:pt x="3088" y="2111"/>
                  </a:cubicBezTo>
                  <a:lnTo>
                    <a:pt x="1891" y="882"/>
                  </a:lnTo>
                  <a:lnTo>
                    <a:pt x="189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269" name="Google Shape;8269;p70"/>
          <p:cNvGrpSpPr/>
          <p:nvPr/>
        </p:nvGrpSpPr>
        <p:grpSpPr>
          <a:xfrm>
            <a:off x="9457142" y="2042756"/>
            <a:ext cx="409641" cy="464920"/>
            <a:chOff x="2423775" y="3226875"/>
            <a:chExt cx="259925" cy="295000"/>
          </a:xfrm>
        </p:grpSpPr>
        <p:sp>
          <p:nvSpPr>
            <p:cNvPr id="8270" name="Google Shape;8270;p70"/>
            <p:cNvSpPr/>
            <p:nvPr/>
          </p:nvSpPr>
          <p:spPr>
            <a:xfrm>
              <a:off x="2509625" y="3365900"/>
              <a:ext cx="86650" cy="52000"/>
            </a:xfrm>
            <a:custGeom>
              <a:avLst/>
              <a:gdLst/>
              <a:ahLst/>
              <a:cxnLst/>
              <a:rect l="l" t="t" r="r" b="b"/>
              <a:pathLst>
                <a:path w="3466" h="2080" extrusionOk="0">
                  <a:moveTo>
                    <a:pt x="1733" y="0"/>
                  </a:moveTo>
                  <a:cubicBezTo>
                    <a:pt x="788" y="0"/>
                    <a:pt x="0" y="788"/>
                    <a:pt x="0" y="1733"/>
                  </a:cubicBezTo>
                  <a:lnTo>
                    <a:pt x="0" y="2080"/>
                  </a:lnTo>
                  <a:lnTo>
                    <a:pt x="3466" y="2080"/>
                  </a:lnTo>
                  <a:lnTo>
                    <a:pt x="3466" y="1733"/>
                  </a:lnTo>
                  <a:cubicBezTo>
                    <a:pt x="3466" y="788"/>
                    <a:pt x="2678" y="0"/>
                    <a:pt x="173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71" name="Google Shape;8271;p70"/>
            <p:cNvSpPr/>
            <p:nvPr/>
          </p:nvSpPr>
          <p:spPr>
            <a:xfrm>
              <a:off x="2534825" y="3313925"/>
              <a:ext cx="35475" cy="35450"/>
            </a:xfrm>
            <a:custGeom>
              <a:avLst/>
              <a:gdLst/>
              <a:ahLst/>
              <a:cxnLst/>
              <a:rect l="l" t="t" r="r" b="b"/>
              <a:pathLst>
                <a:path w="1419" h="1418" extrusionOk="0">
                  <a:moveTo>
                    <a:pt x="725" y="0"/>
                  </a:moveTo>
                  <a:cubicBezTo>
                    <a:pt x="316" y="0"/>
                    <a:pt x="0" y="315"/>
                    <a:pt x="0" y="725"/>
                  </a:cubicBezTo>
                  <a:cubicBezTo>
                    <a:pt x="0" y="1103"/>
                    <a:pt x="316" y="1418"/>
                    <a:pt x="725" y="1418"/>
                  </a:cubicBezTo>
                  <a:cubicBezTo>
                    <a:pt x="1103" y="1418"/>
                    <a:pt x="1418" y="1103"/>
                    <a:pt x="1418" y="725"/>
                  </a:cubicBezTo>
                  <a:cubicBezTo>
                    <a:pt x="1418" y="315"/>
                    <a:pt x="1103" y="0"/>
                    <a:pt x="72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72" name="Google Shape;8272;p70"/>
            <p:cNvSpPr/>
            <p:nvPr/>
          </p:nvSpPr>
          <p:spPr>
            <a:xfrm>
              <a:off x="2423775" y="3226875"/>
              <a:ext cx="259925" cy="295000"/>
            </a:xfrm>
            <a:custGeom>
              <a:avLst/>
              <a:gdLst/>
              <a:ahLst/>
              <a:cxnLst/>
              <a:rect l="l" t="t" r="r" b="b"/>
              <a:pathLst>
                <a:path w="10397" h="11800" extrusionOk="0">
                  <a:moveTo>
                    <a:pt x="5167" y="2757"/>
                  </a:moveTo>
                  <a:cubicBezTo>
                    <a:pt x="5923" y="2757"/>
                    <a:pt x="6553" y="3388"/>
                    <a:pt x="6553" y="4144"/>
                  </a:cubicBezTo>
                  <a:cubicBezTo>
                    <a:pt x="6553" y="4490"/>
                    <a:pt x="6396" y="4805"/>
                    <a:pt x="6175" y="5089"/>
                  </a:cubicBezTo>
                  <a:cubicBezTo>
                    <a:pt x="7026" y="5498"/>
                    <a:pt x="7593" y="6317"/>
                    <a:pt x="7593" y="7294"/>
                  </a:cubicBezTo>
                  <a:lnTo>
                    <a:pt x="7593" y="8019"/>
                  </a:lnTo>
                  <a:cubicBezTo>
                    <a:pt x="7593" y="8208"/>
                    <a:pt x="7435" y="8365"/>
                    <a:pt x="7246" y="8365"/>
                  </a:cubicBezTo>
                  <a:lnTo>
                    <a:pt x="3088" y="8365"/>
                  </a:lnTo>
                  <a:cubicBezTo>
                    <a:pt x="2867" y="8365"/>
                    <a:pt x="2710" y="8208"/>
                    <a:pt x="2710" y="8019"/>
                  </a:cubicBezTo>
                  <a:lnTo>
                    <a:pt x="2710" y="7294"/>
                  </a:lnTo>
                  <a:cubicBezTo>
                    <a:pt x="2710" y="6317"/>
                    <a:pt x="3308" y="5498"/>
                    <a:pt x="4127" y="5089"/>
                  </a:cubicBezTo>
                  <a:cubicBezTo>
                    <a:pt x="3907" y="4868"/>
                    <a:pt x="3781" y="4553"/>
                    <a:pt x="3781" y="4144"/>
                  </a:cubicBezTo>
                  <a:cubicBezTo>
                    <a:pt x="3781" y="3388"/>
                    <a:pt x="4411" y="2757"/>
                    <a:pt x="5167" y="2757"/>
                  </a:cubicBezTo>
                  <a:close/>
                  <a:moveTo>
                    <a:pt x="5183" y="1"/>
                  </a:moveTo>
                  <a:cubicBezTo>
                    <a:pt x="5128" y="1"/>
                    <a:pt x="5073" y="17"/>
                    <a:pt x="5010" y="48"/>
                  </a:cubicBezTo>
                  <a:cubicBezTo>
                    <a:pt x="3964" y="646"/>
                    <a:pt x="2946" y="940"/>
                    <a:pt x="1919" y="940"/>
                  </a:cubicBezTo>
                  <a:cubicBezTo>
                    <a:pt x="1430" y="940"/>
                    <a:pt x="939" y="873"/>
                    <a:pt x="441" y="741"/>
                  </a:cubicBezTo>
                  <a:cubicBezTo>
                    <a:pt x="402" y="722"/>
                    <a:pt x="363" y="714"/>
                    <a:pt x="326" y="714"/>
                  </a:cubicBezTo>
                  <a:cubicBezTo>
                    <a:pt x="243" y="714"/>
                    <a:pt x="170" y="751"/>
                    <a:pt x="126" y="773"/>
                  </a:cubicBezTo>
                  <a:cubicBezTo>
                    <a:pt x="32" y="836"/>
                    <a:pt x="0" y="930"/>
                    <a:pt x="0" y="1056"/>
                  </a:cubicBezTo>
                  <a:lnTo>
                    <a:pt x="0" y="5026"/>
                  </a:lnTo>
                  <a:cubicBezTo>
                    <a:pt x="0" y="8145"/>
                    <a:pt x="2080" y="10949"/>
                    <a:pt x="5104" y="11799"/>
                  </a:cubicBezTo>
                  <a:lnTo>
                    <a:pt x="5262" y="11799"/>
                  </a:lnTo>
                  <a:cubicBezTo>
                    <a:pt x="8255" y="10917"/>
                    <a:pt x="10397" y="8145"/>
                    <a:pt x="10397" y="5026"/>
                  </a:cubicBezTo>
                  <a:lnTo>
                    <a:pt x="10397" y="1056"/>
                  </a:lnTo>
                  <a:cubicBezTo>
                    <a:pt x="10397" y="930"/>
                    <a:pt x="10365" y="836"/>
                    <a:pt x="10271" y="773"/>
                  </a:cubicBezTo>
                  <a:cubicBezTo>
                    <a:pt x="10162" y="751"/>
                    <a:pt x="10084" y="714"/>
                    <a:pt x="10014" y="714"/>
                  </a:cubicBezTo>
                  <a:cubicBezTo>
                    <a:pt x="9983" y="714"/>
                    <a:pt x="9954" y="722"/>
                    <a:pt x="9924" y="741"/>
                  </a:cubicBezTo>
                  <a:cubicBezTo>
                    <a:pt x="9414" y="877"/>
                    <a:pt x="8910" y="946"/>
                    <a:pt x="8409" y="946"/>
                  </a:cubicBezTo>
                  <a:cubicBezTo>
                    <a:pt x="7395" y="946"/>
                    <a:pt x="6389" y="660"/>
                    <a:pt x="5356" y="48"/>
                  </a:cubicBezTo>
                  <a:cubicBezTo>
                    <a:pt x="5293" y="17"/>
                    <a:pt x="5238" y="1"/>
                    <a:pt x="518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273" name="Google Shape;8273;p70"/>
          <p:cNvGrpSpPr/>
          <p:nvPr/>
        </p:nvGrpSpPr>
        <p:grpSpPr>
          <a:xfrm>
            <a:off x="9426725" y="2631137"/>
            <a:ext cx="470476" cy="463068"/>
            <a:chOff x="2404875" y="3592725"/>
            <a:chExt cx="298525" cy="293825"/>
          </a:xfrm>
        </p:grpSpPr>
        <p:sp>
          <p:nvSpPr>
            <p:cNvPr id="8274" name="Google Shape;8274;p70"/>
            <p:cNvSpPr/>
            <p:nvPr/>
          </p:nvSpPr>
          <p:spPr>
            <a:xfrm>
              <a:off x="2404875" y="3747900"/>
              <a:ext cx="52775" cy="138650"/>
            </a:xfrm>
            <a:custGeom>
              <a:avLst/>
              <a:gdLst/>
              <a:ahLst/>
              <a:cxnLst/>
              <a:rect l="l" t="t" r="r" b="b"/>
              <a:pathLst>
                <a:path w="2111" h="5546" extrusionOk="0">
                  <a:moveTo>
                    <a:pt x="378" y="0"/>
                  </a:moveTo>
                  <a:cubicBezTo>
                    <a:pt x="158" y="0"/>
                    <a:pt x="0" y="158"/>
                    <a:pt x="0" y="347"/>
                  </a:cubicBezTo>
                  <a:lnTo>
                    <a:pt x="0" y="5198"/>
                  </a:lnTo>
                  <a:cubicBezTo>
                    <a:pt x="0" y="5419"/>
                    <a:pt x="158" y="5545"/>
                    <a:pt x="378" y="5545"/>
                  </a:cubicBezTo>
                  <a:lnTo>
                    <a:pt x="1071" y="5545"/>
                  </a:lnTo>
                  <a:cubicBezTo>
                    <a:pt x="1670" y="5545"/>
                    <a:pt x="2111" y="5072"/>
                    <a:pt x="2111" y="4537"/>
                  </a:cubicBezTo>
                  <a:lnTo>
                    <a:pt x="2111" y="1040"/>
                  </a:lnTo>
                  <a:cubicBezTo>
                    <a:pt x="2111" y="441"/>
                    <a:pt x="1638" y="0"/>
                    <a:pt x="107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75" name="Google Shape;8275;p70"/>
            <p:cNvSpPr/>
            <p:nvPr/>
          </p:nvSpPr>
          <p:spPr>
            <a:xfrm>
              <a:off x="2458425" y="3592725"/>
              <a:ext cx="190625" cy="160700"/>
            </a:xfrm>
            <a:custGeom>
              <a:avLst/>
              <a:gdLst/>
              <a:ahLst/>
              <a:cxnLst/>
              <a:rect l="l" t="t" r="r" b="b"/>
              <a:pathLst>
                <a:path w="7625" h="6428" extrusionOk="0">
                  <a:moveTo>
                    <a:pt x="3781" y="631"/>
                  </a:moveTo>
                  <a:cubicBezTo>
                    <a:pt x="3970" y="631"/>
                    <a:pt x="4128" y="788"/>
                    <a:pt x="4128" y="977"/>
                  </a:cubicBezTo>
                  <a:lnTo>
                    <a:pt x="4128" y="1418"/>
                  </a:lnTo>
                  <a:cubicBezTo>
                    <a:pt x="4380" y="1481"/>
                    <a:pt x="4569" y="1639"/>
                    <a:pt x="4758" y="1860"/>
                  </a:cubicBezTo>
                  <a:cubicBezTo>
                    <a:pt x="4884" y="2017"/>
                    <a:pt x="4884" y="2206"/>
                    <a:pt x="4726" y="2332"/>
                  </a:cubicBezTo>
                  <a:cubicBezTo>
                    <a:pt x="4657" y="2373"/>
                    <a:pt x="4583" y="2397"/>
                    <a:pt x="4510" y="2397"/>
                  </a:cubicBezTo>
                  <a:cubicBezTo>
                    <a:pt x="4416" y="2397"/>
                    <a:pt x="4325" y="2358"/>
                    <a:pt x="4254" y="2269"/>
                  </a:cubicBezTo>
                  <a:cubicBezTo>
                    <a:pt x="4114" y="2106"/>
                    <a:pt x="3957" y="2012"/>
                    <a:pt x="3821" y="2012"/>
                  </a:cubicBezTo>
                  <a:cubicBezTo>
                    <a:pt x="3773" y="2012"/>
                    <a:pt x="3728" y="2024"/>
                    <a:pt x="3687" y="2049"/>
                  </a:cubicBezTo>
                  <a:cubicBezTo>
                    <a:pt x="3592" y="2080"/>
                    <a:pt x="3466" y="2238"/>
                    <a:pt x="3466" y="2364"/>
                  </a:cubicBezTo>
                  <a:cubicBezTo>
                    <a:pt x="3466" y="2553"/>
                    <a:pt x="3624" y="2710"/>
                    <a:pt x="3813" y="2710"/>
                  </a:cubicBezTo>
                  <a:cubicBezTo>
                    <a:pt x="4411" y="2710"/>
                    <a:pt x="4852" y="3183"/>
                    <a:pt x="4852" y="3750"/>
                  </a:cubicBezTo>
                  <a:cubicBezTo>
                    <a:pt x="4852" y="4159"/>
                    <a:pt x="4600" y="4537"/>
                    <a:pt x="4222" y="4663"/>
                  </a:cubicBezTo>
                  <a:lnTo>
                    <a:pt x="4159" y="4663"/>
                  </a:lnTo>
                  <a:lnTo>
                    <a:pt x="4159" y="5073"/>
                  </a:lnTo>
                  <a:cubicBezTo>
                    <a:pt x="4159" y="5262"/>
                    <a:pt x="4002" y="5420"/>
                    <a:pt x="3813" y="5420"/>
                  </a:cubicBezTo>
                  <a:cubicBezTo>
                    <a:pt x="3624" y="5420"/>
                    <a:pt x="3466" y="5262"/>
                    <a:pt x="3466" y="5073"/>
                  </a:cubicBezTo>
                  <a:lnTo>
                    <a:pt x="3466" y="4663"/>
                  </a:lnTo>
                  <a:cubicBezTo>
                    <a:pt x="3277" y="4600"/>
                    <a:pt x="3119" y="4537"/>
                    <a:pt x="2962" y="4348"/>
                  </a:cubicBezTo>
                  <a:cubicBezTo>
                    <a:pt x="2836" y="4254"/>
                    <a:pt x="2804" y="4002"/>
                    <a:pt x="2962" y="3876"/>
                  </a:cubicBezTo>
                  <a:cubicBezTo>
                    <a:pt x="3013" y="3825"/>
                    <a:pt x="3108" y="3793"/>
                    <a:pt x="3206" y="3793"/>
                  </a:cubicBezTo>
                  <a:cubicBezTo>
                    <a:pt x="3290" y="3793"/>
                    <a:pt x="3376" y="3817"/>
                    <a:pt x="3435" y="3876"/>
                  </a:cubicBezTo>
                  <a:cubicBezTo>
                    <a:pt x="3549" y="3990"/>
                    <a:pt x="3679" y="4071"/>
                    <a:pt x="3803" y="4071"/>
                  </a:cubicBezTo>
                  <a:cubicBezTo>
                    <a:pt x="3850" y="4071"/>
                    <a:pt x="3895" y="4059"/>
                    <a:pt x="3939" y="4033"/>
                  </a:cubicBezTo>
                  <a:cubicBezTo>
                    <a:pt x="4065" y="4002"/>
                    <a:pt x="4128" y="3844"/>
                    <a:pt x="4128" y="3718"/>
                  </a:cubicBezTo>
                  <a:cubicBezTo>
                    <a:pt x="4128" y="3529"/>
                    <a:pt x="3970" y="3372"/>
                    <a:pt x="3781" y="3372"/>
                  </a:cubicBezTo>
                  <a:cubicBezTo>
                    <a:pt x="3182" y="3372"/>
                    <a:pt x="2741" y="2899"/>
                    <a:pt x="2741" y="2364"/>
                  </a:cubicBezTo>
                  <a:cubicBezTo>
                    <a:pt x="2741" y="1954"/>
                    <a:pt x="3025" y="1576"/>
                    <a:pt x="3435" y="1418"/>
                  </a:cubicBezTo>
                  <a:lnTo>
                    <a:pt x="3435" y="977"/>
                  </a:lnTo>
                  <a:cubicBezTo>
                    <a:pt x="3435" y="788"/>
                    <a:pt x="3592" y="631"/>
                    <a:pt x="3781" y="631"/>
                  </a:cubicBezTo>
                  <a:close/>
                  <a:moveTo>
                    <a:pt x="3813" y="1"/>
                  </a:moveTo>
                  <a:cubicBezTo>
                    <a:pt x="1733" y="1"/>
                    <a:pt x="0" y="1734"/>
                    <a:pt x="0" y="3813"/>
                  </a:cubicBezTo>
                  <a:cubicBezTo>
                    <a:pt x="0" y="4537"/>
                    <a:pt x="190" y="5231"/>
                    <a:pt x="536" y="5829"/>
                  </a:cubicBezTo>
                  <a:cubicBezTo>
                    <a:pt x="1009" y="5546"/>
                    <a:pt x="1544" y="5420"/>
                    <a:pt x="2080" y="5420"/>
                  </a:cubicBezTo>
                  <a:cubicBezTo>
                    <a:pt x="2146" y="5414"/>
                    <a:pt x="2213" y="5411"/>
                    <a:pt x="2279" y="5411"/>
                  </a:cubicBezTo>
                  <a:cubicBezTo>
                    <a:pt x="2936" y="5411"/>
                    <a:pt x="3587" y="5692"/>
                    <a:pt x="4159" y="6207"/>
                  </a:cubicBezTo>
                  <a:lnTo>
                    <a:pt x="5892" y="6207"/>
                  </a:lnTo>
                  <a:cubicBezTo>
                    <a:pt x="6144" y="6207"/>
                    <a:pt x="6364" y="6302"/>
                    <a:pt x="6585" y="6428"/>
                  </a:cubicBezTo>
                  <a:cubicBezTo>
                    <a:pt x="7215" y="5735"/>
                    <a:pt x="7625" y="4789"/>
                    <a:pt x="7625" y="3813"/>
                  </a:cubicBezTo>
                  <a:cubicBezTo>
                    <a:pt x="7625" y="1734"/>
                    <a:pt x="5892" y="1"/>
                    <a:pt x="381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76" name="Google Shape;8276;p70"/>
            <p:cNvSpPr/>
            <p:nvPr/>
          </p:nvSpPr>
          <p:spPr>
            <a:xfrm>
              <a:off x="2474975" y="3742775"/>
              <a:ext cx="228425" cy="125650"/>
            </a:xfrm>
            <a:custGeom>
              <a:avLst/>
              <a:gdLst/>
              <a:ahLst/>
              <a:cxnLst/>
              <a:rect l="l" t="t" r="r" b="b"/>
              <a:pathLst>
                <a:path w="9137" h="5026" extrusionOk="0">
                  <a:moveTo>
                    <a:pt x="1422" y="0"/>
                  </a:moveTo>
                  <a:cubicBezTo>
                    <a:pt x="918" y="0"/>
                    <a:pt x="416" y="160"/>
                    <a:pt x="0" y="457"/>
                  </a:cubicBezTo>
                  <a:lnTo>
                    <a:pt x="0" y="5025"/>
                  </a:lnTo>
                  <a:lnTo>
                    <a:pt x="5230" y="5025"/>
                  </a:lnTo>
                  <a:cubicBezTo>
                    <a:pt x="5923" y="5025"/>
                    <a:pt x="6490" y="4679"/>
                    <a:pt x="6900" y="4143"/>
                  </a:cubicBezTo>
                  <a:lnTo>
                    <a:pt x="8916" y="1245"/>
                  </a:lnTo>
                  <a:cubicBezTo>
                    <a:pt x="9137" y="930"/>
                    <a:pt x="9074" y="489"/>
                    <a:pt x="8727" y="268"/>
                  </a:cubicBezTo>
                  <a:cubicBezTo>
                    <a:pt x="8633" y="221"/>
                    <a:pt x="8517" y="196"/>
                    <a:pt x="8398" y="196"/>
                  </a:cubicBezTo>
                  <a:cubicBezTo>
                    <a:pt x="8196" y="196"/>
                    <a:pt x="7983" y="268"/>
                    <a:pt x="7845" y="426"/>
                  </a:cubicBezTo>
                  <a:lnTo>
                    <a:pt x="5955" y="2726"/>
                  </a:lnTo>
                  <a:cubicBezTo>
                    <a:pt x="5829" y="2883"/>
                    <a:pt x="5545" y="2978"/>
                    <a:pt x="5419" y="2978"/>
                  </a:cubicBezTo>
                  <a:lnTo>
                    <a:pt x="3119" y="2978"/>
                  </a:lnTo>
                  <a:cubicBezTo>
                    <a:pt x="2899" y="2978"/>
                    <a:pt x="2741" y="2820"/>
                    <a:pt x="2741" y="2631"/>
                  </a:cubicBezTo>
                  <a:cubicBezTo>
                    <a:pt x="2741" y="2411"/>
                    <a:pt x="2899" y="2253"/>
                    <a:pt x="3119" y="2253"/>
                  </a:cubicBezTo>
                  <a:lnTo>
                    <a:pt x="5198" y="2253"/>
                  </a:lnTo>
                  <a:cubicBezTo>
                    <a:pt x="5576" y="2253"/>
                    <a:pt x="5923" y="1938"/>
                    <a:pt x="5923" y="1560"/>
                  </a:cubicBezTo>
                  <a:cubicBezTo>
                    <a:pt x="5923" y="1150"/>
                    <a:pt x="5576" y="835"/>
                    <a:pt x="5198" y="835"/>
                  </a:cubicBezTo>
                  <a:lnTo>
                    <a:pt x="3340" y="835"/>
                  </a:lnTo>
                  <a:cubicBezTo>
                    <a:pt x="3182" y="835"/>
                    <a:pt x="3088" y="741"/>
                    <a:pt x="2962" y="615"/>
                  </a:cubicBezTo>
                  <a:cubicBezTo>
                    <a:pt x="2773" y="426"/>
                    <a:pt x="2520" y="300"/>
                    <a:pt x="2300" y="174"/>
                  </a:cubicBezTo>
                  <a:cubicBezTo>
                    <a:pt x="2019" y="56"/>
                    <a:pt x="1720" y="0"/>
                    <a:pt x="142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277" name="Google Shape;8277;p70"/>
          <p:cNvGrpSpPr/>
          <p:nvPr/>
        </p:nvGrpSpPr>
        <p:grpSpPr>
          <a:xfrm>
            <a:off x="9427966" y="3225223"/>
            <a:ext cx="467993" cy="465511"/>
            <a:chOff x="2404875" y="3955825"/>
            <a:chExt cx="296950" cy="295375"/>
          </a:xfrm>
        </p:grpSpPr>
        <p:sp>
          <p:nvSpPr>
            <p:cNvPr id="8278" name="Google Shape;8278;p70"/>
            <p:cNvSpPr/>
            <p:nvPr/>
          </p:nvSpPr>
          <p:spPr>
            <a:xfrm>
              <a:off x="2404875" y="3955825"/>
              <a:ext cx="219775" cy="224500"/>
            </a:xfrm>
            <a:custGeom>
              <a:avLst/>
              <a:gdLst/>
              <a:ahLst/>
              <a:cxnLst/>
              <a:rect l="l" t="t" r="r" b="b"/>
              <a:pathLst>
                <a:path w="8791" h="8980" extrusionOk="0">
                  <a:moveTo>
                    <a:pt x="4537" y="0"/>
                  </a:moveTo>
                  <a:cubicBezTo>
                    <a:pt x="2048" y="0"/>
                    <a:pt x="0" y="2017"/>
                    <a:pt x="0" y="4506"/>
                  </a:cubicBezTo>
                  <a:cubicBezTo>
                    <a:pt x="0" y="6963"/>
                    <a:pt x="2048" y="8979"/>
                    <a:pt x="4537" y="8979"/>
                  </a:cubicBezTo>
                  <a:cubicBezTo>
                    <a:pt x="6459" y="8979"/>
                    <a:pt x="8160" y="7719"/>
                    <a:pt x="8790" y="5986"/>
                  </a:cubicBezTo>
                  <a:cubicBezTo>
                    <a:pt x="8633" y="5860"/>
                    <a:pt x="8443" y="5640"/>
                    <a:pt x="8286" y="5514"/>
                  </a:cubicBezTo>
                  <a:lnTo>
                    <a:pt x="7498" y="5514"/>
                  </a:lnTo>
                  <a:cubicBezTo>
                    <a:pt x="7057" y="6742"/>
                    <a:pt x="5923" y="7593"/>
                    <a:pt x="4568" y="7593"/>
                  </a:cubicBezTo>
                  <a:cubicBezTo>
                    <a:pt x="2836" y="7593"/>
                    <a:pt x="1481" y="6175"/>
                    <a:pt x="1481" y="4506"/>
                  </a:cubicBezTo>
                  <a:cubicBezTo>
                    <a:pt x="1481" y="2804"/>
                    <a:pt x="2867" y="1387"/>
                    <a:pt x="4568" y="1387"/>
                  </a:cubicBezTo>
                  <a:cubicBezTo>
                    <a:pt x="5923" y="1387"/>
                    <a:pt x="7057" y="2237"/>
                    <a:pt x="7498" y="3466"/>
                  </a:cubicBezTo>
                  <a:lnTo>
                    <a:pt x="8286" y="3466"/>
                  </a:lnTo>
                  <a:cubicBezTo>
                    <a:pt x="8443" y="3308"/>
                    <a:pt x="8633" y="3088"/>
                    <a:pt x="8790" y="2993"/>
                  </a:cubicBezTo>
                  <a:cubicBezTo>
                    <a:pt x="8160" y="1261"/>
                    <a:pt x="6522" y="0"/>
                    <a:pt x="453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79" name="Google Shape;8279;p70"/>
            <p:cNvSpPr/>
            <p:nvPr/>
          </p:nvSpPr>
          <p:spPr>
            <a:xfrm>
              <a:off x="2510400" y="4024075"/>
              <a:ext cx="191425" cy="87575"/>
            </a:xfrm>
            <a:custGeom>
              <a:avLst/>
              <a:gdLst/>
              <a:ahLst/>
              <a:cxnLst/>
              <a:rect l="l" t="t" r="r" b="b"/>
              <a:pathLst>
                <a:path w="7657" h="3503" extrusionOk="0">
                  <a:moveTo>
                    <a:pt x="7260" y="0"/>
                  </a:moveTo>
                  <a:cubicBezTo>
                    <a:pt x="7232" y="0"/>
                    <a:pt x="7206" y="4"/>
                    <a:pt x="7184" y="11"/>
                  </a:cubicBezTo>
                  <a:lnTo>
                    <a:pt x="5073" y="736"/>
                  </a:lnTo>
                  <a:cubicBezTo>
                    <a:pt x="5042" y="736"/>
                    <a:pt x="5010" y="767"/>
                    <a:pt x="4947" y="799"/>
                  </a:cubicBezTo>
                  <a:lnTo>
                    <a:pt x="4380" y="1398"/>
                  </a:lnTo>
                  <a:lnTo>
                    <a:pt x="347" y="1398"/>
                  </a:lnTo>
                  <a:cubicBezTo>
                    <a:pt x="158" y="1398"/>
                    <a:pt x="1" y="1555"/>
                    <a:pt x="1" y="1744"/>
                  </a:cubicBezTo>
                  <a:cubicBezTo>
                    <a:pt x="1" y="1965"/>
                    <a:pt x="158" y="2122"/>
                    <a:pt x="347" y="2122"/>
                  </a:cubicBezTo>
                  <a:lnTo>
                    <a:pt x="4380" y="2122"/>
                  </a:lnTo>
                  <a:lnTo>
                    <a:pt x="4947" y="2689"/>
                  </a:lnTo>
                  <a:cubicBezTo>
                    <a:pt x="5010" y="2752"/>
                    <a:pt x="5042" y="2784"/>
                    <a:pt x="5073" y="2784"/>
                  </a:cubicBezTo>
                  <a:lnTo>
                    <a:pt x="7184" y="3477"/>
                  </a:lnTo>
                  <a:cubicBezTo>
                    <a:pt x="7210" y="3494"/>
                    <a:pt x="7242" y="3502"/>
                    <a:pt x="7275" y="3502"/>
                  </a:cubicBezTo>
                  <a:cubicBezTo>
                    <a:pt x="7362" y="3502"/>
                    <a:pt x="7462" y="3451"/>
                    <a:pt x="7531" y="3382"/>
                  </a:cubicBezTo>
                  <a:cubicBezTo>
                    <a:pt x="7594" y="3256"/>
                    <a:pt x="7657" y="3099"/>
                    <a:pt x="7562" y="2973"/>
                  </a:cubicBezTo>
                  <a:lnTo>
                    <a:pt x="6932" y="1744"/>
                  </a:lnTo>
                  <a:lnTo>
                    <a:pt x="7562" y="547"/>
                  </a:lnTo>
                  <a:cubicBezTo>
                    <a:pt x="7657" y="389"/>
                    <a:pt x="7594" y="232"/>
                    <a:pt x="7531" y="137"/>
                  </a:cubicBezTo>
                  <a:cubicBezTo>
                    <a:pt x="7458" y="41"/>
                    <a:pt x="7349" y="0"/>
                    <a:pt x="726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80" name="Google Shape;8280;p70"/>
            <p:cNvSpPr/>
            <p:nvPr/>
          </p:nvSpPr>
          <p:spPr>
            <a:xfrm>
              <a:off x="2424550" y="4188175"/>
              <a:ext cx="189050" cy="63025"/>
            </a:xfrm>
            <a:custGeom>
              <a:avLst/>
              <a:gdLst/>
              <a:ahLst/>
              <a:cxnLst/>
              <a:rect l="l" t="t" r="r" b="b"/>
              <a:pathLst>
                <a:path w="7562" h="2521" extrusionOk="0">
                  <a:moveTo>
                    <a:pt x="1828" y="0"/>
                  </a:moveTo>
                  <a:lnTo>
                    <a:pt x="1482" y="1135"/>
                  </a:lnTo>
                  <a:lnTo>
                    <a:pt x="1040" y="1135"/>
                  </a:lnTo>
                  <a:cubicBezTo>
                    <a:pt x="442" y="1135"/>
                    <a:pt x="1" y="1607"/>
                    <a:pt x="1" y="2174"/>
                  </a:cubicBezTo>
                  <a:cubicBezTo>
                    <a:pt x="1" y="2363"/>
                    <a:pt x="158" y="2521"/>
                    <a:pt x="379" y="2521"/>
                  </a:cubicBezTo>
                  <a:lnTo>
                    <a:pt x="7310" y="2521"/>
                  </a:lnTo>
                  <a:cubicBezTo>
                    <a:pt x="7404" y="2489"/>
                    <a:pt x="7562" y="2363"/>
                    <a:pt x="7562" y="2174"/>
                  </a:cubicBezTo>
                  <a:cubicBezTo>
                    <a:pt x="7562" y="1576"/>
                    <a:pt x="7089" y="1135"/>
                    <a:pt x="6554" y="1135"/>
                  </a:cubicBezTo>
                  <a:lnTo>
                    <a:pt x="6113" y="1135"/>
                  </a:lnTo>
                  <a:lnTo>
                    <a:pt x="5766" y="0"/>
                  </a:lnTo>
                  <a:cubicBezTo>
                    <a:pt x="5168" y="252"/>
                    <a:pt x="4506" y="410"/>
                    <a:pt x="3781" y="410"/>
                  </a:cubicBezTo>
                  <a:cubicBezTo>
                    <a:pt x="3088" y="410"/>
                    <a:pt x="2427" y="252"/>
                    <a:pt x="182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81" name="Google Shape;8281;p70"/>
            <p:cNvSpPr/>
            <p:nvPr/>
          </p:nvSpPr>
          <p:spPr>
            <a:xfrm>
              <a:off x="2457625" y="4007025"/>
              <a:ext cx="115025" cy="122100"/>
            </a:xfrm>
            <a:custGeom>
              <a:avLst/>
              <a:gdLst/>
              <a:ahLst/>
              <a:cxnLst/>
              <a:rect l="l" t="t" r="r" b="b"/>
              <a:pathLst>
                <a:path w="4601" h="4884" extrusionOk="0">
                  <a:moveTo>
                    <a:pt x="2427" y="0"/>
                  </a:moveTo>
                  <a:cubicBezTo>
                    <a:pt x="1104" y="0"/>
                    <a:pt x="1" y="1103"/>
                    <a:pt x="1" y="2458"/>
                  </a:cubicBezTo>
                  <a:cubicBezTo>
                    <a:pt x="1" y="3781"/>
                    <a:pt x="1104" y="4884"/>
                    <a:pt x="2427" y="4884"/>
                  </a:cubicBezTo>
                  <a:cubicBezTo>
                    <a:pt x="3404" y="4884"/>
                    <a:pt x="4254" y="4348"/>
                    <a:pt x="4601" y="3497"/>
                  </a:cubicBezTo>
                  <a:lnTo>
                    <a:pt x="2427" y="3497"/>
                  </a:lnTo>
                  <a:cubicBezTo>
                    <a:pt x="1828" y="3497"/>
                    <a:pt x="1419" y="3025"/>
                    <a:pt x="1419" y="2489"/>
                  </a:cubicBezTo>
                  <a:cubicBezTo>
                    <a:pt x="1356" y="1859"/>
                    <a:pt x="1828" y="1386"/>
                    <a:pt x="2427" y="1386"/>
                  </a:cubicBezTo>
                  <a:lnTo>
                    <a:pt x="4601" y="1386"/>
                  </a:lnTo>
                  <a:cubicBezTo>
                    <a:pt x="4191" y="567"/>
                    <a:pt x="3372" y="0"/>
                    <a:pt x="242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282" name="Google Shape;8282;p70"/>
          <p:cNvGrpSpPr/>
          <p:nvPr/>
        </p:nvGrpSpPr>
        <p:grpSpPr>
          <a:xfrm>
            <a:off x="7686606" y="3844149"/>
            <a:ext cx="465551" cy="466772"/>
            <a:chOff x="4263650" y="3235150"/>
            <a:chExt cx="295400" cy="296175"/>
          </a:xfrm>
        </p:grpSpPr>
        <p:sp>
          <p:nvSpPr>
            <p:cNvPr id="8283" name="Google Shape;8283;p70"/>
            <p:cNvSpPr/>
            <p:nvPr/>
          </p:nvSpPr>
          <p:spPr>
            <a:xfrm>
              <a:off x="4393625" y="3391100"/>
              <a:ext cx="35450" cy="35475"/>
            </a:xfrm>
            <a:custGeom>
              <a:avLst/>
              <a:gdLst/>
              <a:ahLst/>
              <a:cxnLst/>
              <a:rect l="l" t="t" r="r" b="b"/>
              <a:pathLst>
                <a:path w="1418" h="1419" extrusionOk="0">
                  <a:moveTo>
                    <a:pt x="725" y="1"/>
                  </a:moveTo>
                  <a:cubicBezTo>
                    <a:pt x="315" y="1"/>
                    <a:pt x="0" y="316"/>
                    <a:pt x="0" y="694"/>
                  </a:cubicBezTo>
                  <a:cubicBezTo>
                    <a:pt x="63" y="1103"/>
                    <a:pt x="315" y="1418"/>
                    <a:pt x="725" y="1418"/>
                  </a:cubicBezTo>
                  <a:cubicBezTo>
                    <a:pt x="1103" y="1418"/>
                    <a:pt x="1418" y="1103"/>
                    <a:pt x="1418" y="694"/>
                  </a:cubicBezTo>
                  <a:cubicBezTo>
                    <a:pt x="1418" y="316"/>
                    <a:pt x="1103" y="1"/>
                    <a:pt x="72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84" name="Google Shape;8284;p70"/>
            <p:cNvSpPr/>
            <p:nvPr/>
          </p:nvSpPr>
          <p:spPr>
            <a:xfrm>
              <a:off x="4377075" y="3443875"/>
              <a:ext cx="70125" cy="34675"/>
            </a:xfrm>
            <a:custGeom>
              <a:avLst/>
              <a:gdLst/>
              <a:ahLst/>
              <a:cxnLst/>
              <a:rect l="l" t="t" r="r" b="b"/>
              <a:pathLst>
                <a:path w="2805" h="1387" extrusionOk="0">
                  <a:moveTo>
                    <a:pt x="1387" y="0"/>
                  </a:moveTo>
                  <a:cubicBezTo>
                    <a:pt x="631" y="0"/>
                    <a:pt x="1" y="630"/>
                    <a:pt x="1" y="1387"/>
                  </a:cubicBezTo>
                  <a:lnTo>
                    <a:pt x="2805" y="1387"/>
                  </a:lnTo>
                  <a:cubicBezTo>
                    <a:pt x="2805" y="630"/>
                    <a:pt x="2174" y="0"/>
                    <a:pt x="138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85" name="Google Shape;8285;p70"/>
            <p:cNvSpPr/>
            <p:nvPr/>
          </p:nvSpPr>
          <p:spPr>
            <a:xfrm>
              <a:off x="4333750" y="3357225"/>
              <a:ext cx="156775" cy="174100"/>
            </a:xfrm>
            <a:custGeom>
              <a:avLst/>
              <a:gdLst/>
              <a:ahLst/>
              <a:cxnLst/>
              <a:rect l="l" t="t" r="r" b="b"/>
              <a:pathLst>
                <a:path w="6271" h="6964" extrusionOk="0">
                  <a:moveTo>
                    <a:pt x="3088" y="725"/>
                  </a:moveTo>
                  <a:cubicBezTo>
                    <a:pt x="3813" y="725"/>
                    <a:pt x="4506" y="1356"/>
                    <a:pt x="4506" y="2080"/>
                  </a:cubicBezTo>
                  <a:cubicBezTo>
                    <a:pt x="4506" y="2458"/>
                    <a:pt x="4348" y="2805"/>
                    <a:pt x="4096" y="3025"/>
                  </a:cubicBezTo>
                  <a:cubicBezTo>
                    <a:pt x="4727" y="3372"/>
                    <a:pt x="5168" y="4065"/>
                    <a:pt x="5168" y="4853"/>
                  </a:cubicBezTo>
                  <a:lnTo>
                    <a:pt x="5168" y="5199"/>
                  </a:lnTo>
                  <a:cubicBezTo>
                    <a:pt x="5168" y="5388"/>
                    <a:pt x="5010" y="5546"/>
                    <a:pt x="4821" y="5546"/>
                  </a:cubicBezTo>
                  <a:lnTo>
                    <a:pt x="1293" y="5546"/>
                  </a:lnTo>
                  <a:cubicBezTo>
                    <a:pt x="1103" y="5546"/>
                    <a:pt x="946" y="5388"/>
                    <a:pt x="946" y="5199"/>
                  </a:cubicBezTo>
                  <a:lnTo>
                    <a:pt x="946" y="4853"/>
                  </a:lnTo>
                  <a:lnTo>
                    <a:pt x="1040" y="4853"/>
                  </a:lnTo>
                  <a:cubicBezTo>
                    <a:pt x="1040" y="4065"/>
                    <a:pt x="1450" y="3403"/>
                    <a:pt x="2080" y="3025"/>
                  </a:cubicBezTo>
                  <a:cubicBezTo>
                    <a:pt x="1860" y="2805"/>
                    <a:pt x="1702" y="2458"/>
                    <a:pt x="1702" y="2080"/>
                  </a:cubicBezTo>
                  <a:cubicBezTo>
                    <a:pt x="1702" y="1356"/>
                    <a:pt x="2332" y="725"/>
                    <a:pt x="3088" y="725"/>
                  </a:cubicBezTo>
                  <a:close/>
                  <a:moveTo>
                    <a:pt x="1" y="1"/>
                  </a:moveTo>
                  <a:lnTo>
                    <a:pt x="1" y="6617"/>
                  </a:lnTo>
                  <a:cubicBezTo>
                    <a:pt x="1" y="6806"/>
                    <a:pt x="158" y="6963"/>
                    <a:pt x="347" y="6963"/>
                  </a:cubicBezTo>
                  <a:lnTo>
                    <a:pt x="5924" y="6963"/>
                  </a:lnTo>
                  <a:cubicBezTo>
                    <a:pt x="6113" y="6963"/>
                    <a:pt x="6270" y="6806"/>
                    <a:pt x="6270" y="6617"/>
                  </a:cubicBezTo>
                  <a:lnTo>
                    <a:pt x="627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86" name="Google Shape;8286;p70"/>
            <p:cNvSpPr/>
            <p:nvPr/>
          </p:nvSpPr>
          <p:spPr>
            <a:xfrm>
              <a:off x="4316425" y="3235150"/>
              <a:ext cx="191425" cy="35475"/>
            </a:xfrm>
            <a:custGeom>
              <a:avLst/>
              <a:gdLst/>
              <a:ahLst/>
              <a:cxnLst/>
              <a:rect l="l" t="t" r="r" b="b"/>
              <a:pathLst>
                <a:path w="7657" h="1419" extrusionOk="0">
                  <a:moveTo>
                    <a:pt x="347" y="1"/>
                  </a:moveTo>
                  <a:cubicBezTo>
                    <a:pt x="158" y="1"/>
                    <a:pt x="1" y="158"/>
                    <a:pt x="1" y="347"/>
                  </a:cubicBezTo>
                  <a:lnTo>
                    <a:pt x="1" y="1418"/>
                  </a:lnTo>
                  <a:lnTo>
                    <a:pt x="7625" y="1418"/>
                  </a:lnTo>
                  <a:lnTo>
                    <a:pt x="7625" y="347"/>
                  </a:lnTo>
                  <a:lnTo>
                    <a:pt x="7656" y="347"/>
                  </a:lnTo>
                  <a:cubicBezTo>
                    <a:pt x="7656" y="158"/>
                    <a:pt x="7499" y="1"/>
                    <a:pt x="731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87" name="Google Shape;8287;p70"/>
            <p:cNvSpPr/>
            <p:nvPr/>
          </p:nvSpPr>
          <p:spPr>
            <a:xfrm>
              <a:off x="4263650" y="3288700"/>
              <a:ext cx="295400" cy="137875"/>
            </a:xfrm>
            <a:custGeom>
              <a:avLst/>
              <a:gdLst/>
              <a:ahLst/>
              <a:cxnLst/>
              <a:rect l="l" t="t" r="r" b="b"/>
              <a:pathLst>
                <a:path w="11816" h="5515" extrusionOk="0">
                  <a:moveTo>
                    <a:pt x="10082" y="662"/>
                  </a:moveTo>
                  <a:cubicBezTo>
                    <a:pt x="10303" y="662"/>
                    <a:pt x="10461" y="820"/>
                    <a:pt x="10461" y="1009"/>
                  </a:cubicBezTo>
                  <a:cubicBezTo>
                    <a:pt x="10461" y="1198"/>
                    <a:pt x="10303" y="1356"/>
                    <a:pt x="10082" y="1356"/>
                  </a:cubicBezTo>
                  <a:cubicBezTo>
                    <a:pt x="9893" y="1356"/>
                    <a:pt x="9736" y="1198"/>
                    <a:pt x="9736" y="1009"/>
                  </a:cubicBezTo>
                  <a:cubicBezTo>
                    <a:pt x="9767" y="820"/>
                    <a:pt x="9893" y="662"/>
                    <a:pt x="10082" y="662"/>
                  </a:cubicBezTo>
                  <a:close/>
                  <a:moveTo>
                    <a:pt x="1041" y="1"/>
                  </a:moveTo>
                  <a:cubicBezTo>
                    <a:pt x="442" y="1"/>
                    <a:pt x="1" y="442"/>
                    <a:pt x="1" y="1009"/>
                  </a:cubicBezTo>
                  <a:lnTo>
                    <a:pt x="1" y="4475"/>
                  </a:lnTo>
                  <a:cubicBezTo>
                    <a:pt x="1" y="5073"/>
                    <a:pt x="473" y="5514"/>
                    <a:pt x="1041" y="5514"/>
                  </a:cubicBezTo>
                  <a:lnTo>
                    <a:pt x="2112" y="5514"/>
                  </a:lnTo>
                  <a:lnTo>
                    <a:pt x="2112" y="2395"/>
                  </a:lnTo>
                  <a:cubicBezTo>
                    <a:pt x="2112" y="2206"/>
                    <a:pt x="2269" y="2049"/>
                    <a:pt x="2458" y="2049"/>
                  </a:cubicBezTo>
                  <a:lnTo>
                    <a:pt x="9421" y="2049"/>
                  </a:lnTo>
                  <a:cubicBezTo>
                    <a:pt x="9610" y="2049"/>
                    <a:pt x="9767" y="2206"/>
                    <a:pt x="9767" y="2395"/>
                  </a:cubicBezTo>
                  <a:lnTo>
                    <a:pt x="9767" y="5514"/>
                  </a:lnTo>
                  <a:lnTo>
                    <a:pt x="10807" y="5514"/>
                  </a:lnTo>
                  <a:cubicBezTo>
                    <a:pt x="11406" y="5514"/>
                    <a:pt x="11815" y="5042"/>
                    <a:pt x="11815" y="4475"/>
                  </a:cubicBezTo>
                  <a:lnTo>
                    <a:pt x="11815" y="1009"/>
                  </a:lnTo>
                  <a:cubicBezTo>
                    <a:pt x="11815" y="410"/>
                    <a:pt x="11343" y="1"/>
                    <a:pt x="1080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288" name="Google Shape;8288;p70"/>
          <p:cNvGrpSpPr/>
          <p:nvPr/>
        </p:nvGrpSpPr>
        <p:grpSpPr>
          <a:xfrm>
            <a:off x="7683512" y="4456364"/>
            <a:ext cx="471736" cy="436985"/>
            <a:chOff x="4266025" y="3609275"/>
            <a:chExt cx="299325" cy="277275"/>
          </a:xfrm>
        </p:grpSpPr>
        <p:sp>
          <p:nvSpPr>
            <p:cNvPr id="8289" name="Google Shape;8289;p70"/>
            <p:cNvSpPr/>
            <p:nvPr/>
          </p:nvSpPr>
          <p:spPr>
            <a:xfrm>
              <a:off x="4266025" y="3609275"/>
              <a:ext cx="299325" cy="224500"/>
            </a:xfrm>
            <a:custGeom>
              <a:avLst/>
              <a:gdLst/>
              <a:ahLst/>
              <a:cxnLst/>
              <a:rect l="l" t="t" r="r" b="b"/>
              <a:pathLst>
                <a:path w="11973" h="8980" extrusionOk="0">
                  <a:moveTo>
                    <a:pt x="2017" y="3749"/>
                  </a:moveTo>
                  <a:lnTo>
                    <a:pt x="3119" y="5514"/>
                  </a:lnTo>
                  <a:lnTo>
                    <a:pt x="914" y="5514"/>
                  </a:lnTo>
                  <a:lnTo>
                    <a:pt x="2017" y="3749"/>
                  </a:lnTo>
                  <a:close/>
                  <a:moveTo>
                    <a:pt x="9641" y="3749"/>
                  </a:moveTo>
                  <a:lnTo>
                    <a:pt x="10744" y="5514"/>
                  </a:lnTo>
                  <a:lnTo>
                    <a:pt x="8538" y="5514"/>
                  </a:lnTo>
                  <a:lnTo>
                    <a:pt x="9641" y="3749"/>
                  </a:lnTo>
                  <a:close/>
                  <a:moveTo>
                    <a:pt x="5892" y="0"/>
                  </a:moveTo>
                  <a:cubicBezTo>
                    <a:pt x="5325" y="0"/>
                    <a:pt x="4852" y="473"/>
                    <a:pt x="4852" y="1040"/>
                  </a:cubicBezTo>
                  <a:lnTo>
                    <a:pt x="4852" y="1166"/>
                  </a:lnTo>
                  <a:lnTo>
                    <a:pt x="4537" y="1324"/>
                  </a:lnTo>
                  <a:cubicBezTo>
                    <a:pt x="3812" y="1733"/>
                    <a:pt x="3529" y="1891"/>
                    <a:pt x="3025" y="1954"/>
                  </a:cubicBezTo>
                  <a:cubicBezTo>
                    <a:pt x="2867" y="1607"/>
                    <a:pt x="2521" y="1324"/>
                    <a:pt x="2080" y="1324"/>
                  </a:cubicBezTo>
                  <a:cubicBezTo>
                    <a:pt x="1702" y="1324"/>
                    <a:pt x="1324" y="1576"/>
                    <a:pt x="1166" y="1922"/>
                  </a:cubicBezTo>
                  <a:cubicBezTo>
                    <a:pt x="946" y="1891"/>
                    <a:pt x="693" y="1796"/>
                    <a:pt x="504" y="1733"/>
                  </a:cubicBezTo>
                  <a:cubicBezTo>
                    <a:pt x="454" y="1708"/>
                    <a:pt x="403" y="1696"/>
                    <a:pt x="355" y="1696"/>
                  </a:cubicBezTo>
                  <a:cubicBezTo>
                    <a:pt x="223" y="1696"/>
                    <a:pt x="110" y="1784"/>
                    <a:pt x="63" y="1922"/>
                  </a:cubicBezTo>
                  <a:cubicBezTo>
                    <a:pt x="0" y="2111"/>
                    <a:pt x="63" y="2332"/>
                    <a:pt x="252" y="2363"/>
                  </a:cubicBezTo>
                  <a:cubicBezTo>
                    <a:pt x="536" y="2489"/>
                    <a:pt x="820" y="2552"/>
                    <a:pt x="1135" y="2615"/>
                  </a:cubicBezTo>
                  <a:cubicBezTo>
                    <a:pt x="1198" y="2867"/>
                    <a:pt x="1387" y="3119"/>
                    <a:pt x="1607" y="3277"/>
                  </a:cubicBezTo>
                  <a:lnTo>
                    <a:pt x="95" y="5671"/>
                  </a:lnTo>
                  <a:cubicBezTo>
                    <a:pt x="95" y="5703"/>
                    <a:pt x="63" y="5829"/>
                    <a:pt x="63" y="5860"/>
                  </a:cubicBezTo>
                  <a:lnTo>
                    <a:pt x="63" y="6238"/>
                  </a:lnTo>
                  <a:cubicBezTo>
                    <a:pt x="63" y="7372"/>
                    <a:pt x="1009" y="8318"/>
                    <a:pt x="2143" y="8318"/>
                  </a:cubicBezTo>
                  <a:cubicBezTo>
                    <a:pt x="3308" y="8318"/>
                    <a:pt x="4254" y="7372"/>
                    <a:pt x="4254" y="6238"/>
                  </a:cubicBezTo>
                  <a:lnTo>
                    <a:pt x="4254" y="5860"/>
                  </a:lnTo>
                  <a:cubicBezTo>
                    <a:pt x="4254" y="5829"/>
                    <a:pt x="4191" y="5703"/>
                    <a:pt x="4191" y="5671"/>
                  </a:cubicBezTo>
                  <a:lnTo>
                    <a:pt x="2710" y="3277"/>
                  </a:lnTo>
                  <a:cubicBezTo>
                    <a:pt x="2930" y="3151"/>
                    <a:pt x="3088" y="2930"/>
                    <a:pt x="3182" y="2647"/>
                  </a:cubicBezTo>
                  <a:cubicBezTo>
                    <a:pt x="3844" y="2521"/>
                    <a:pt x="4191" y="2363"/>
                    <a:pt x="4947" y="1922"/>
                  </a:cubicBezTo>
                  <a:lnTo>
                    <a:pt x="4947" y="8979"/>
                  </a:lnTo>
                  <a:lnTo>
                    <a:pt x="7089" y="8979"/>
                  </a:lnTo>
                  <a:lnTo>
                    <a:pt x="7089" y="1922"/>
                  </a:lnTo>
                  <a:cubicBezTo>
                    <a:pt x="7814" y="2332"/>
                    <a:pt x="8192" y="2521"/>
                    <a:pt x="8853" y="2647"/>
                  </a:cubicBezTo>
                  <a:cubicBezTo>
                    <a:pt x="8916" y="2899"/>
                    <a:pt x="9074" y="3119"/>
                    <a:pt x="9326" y="3277"/>
                  </a:cubicBezTo>
                  <a:lnTo>
                    <a:pt x="7814" y="5671"/>
                  </a:lnTo>
                  <a:cubicBezTo>
                    <a:pt x="7814" y="5703"/>
                    <a:pt x="7782" y="5829"/>
                    <a:pt x="7782" y="5860"/>
                  </a:cubicBezTo>
                  <a:lnTo>
                    <a:pt x="7782" y="6238"/>
                  </a:lnTo>
                  <a:cubicBezTo>
                    <a:pt x="7782" y="7372"/>
                    <a:pt x="8727" y="8318"/>
                    <a:pt x="9861" y="8318"/>
                  </a:cubicBezTo>
                  <a:cubicBezTo>
                    <a:pt x="11027" y="8318"/>
                    <a:pt x="11972" y="7372"/>
                    <a:pt x="11972" y="6238"/>
                  </a:cubicBezTo>
                  <a:lnTo>
                    <a:pt x="11972" y="5860"/>
                  </a:lnTo>
                  <a:cubicBezTo>
                    <a:pt x="11972" y="5829"/>
                    <a:pt x="11909" y="5703"/>
                    <a:pt x="11909" y="5671"/>
                  </a:cubicBezTo>
                  <a:lnTo>
                    <a:pt x="10429" y="3277"/>
                  </a:lnTo>
                  <a:cubicBezTo>
                    <a:pt x="10429" y="3151"/>
                    <a:pt x="10618" y="2930"/>
                    <a:pt x="10681" y="2615"/>
                  </a:cubicBezTo>
                  <a:cubicBezTo>
                    <a:pt x="10933" y="2521"/>
                    <a:pt x="11248" y="2458"/>
                    <a:pt x="11531" y="2363"/>
                  </a:cubicBezTo>
                  <a:cubicBezTo>
                    <a:pt x="11720" y="2300"/>
                    <a:pt x="11815" y="2080"/>
                    <a:pt x="11720" y="1922"/>
                  </a:cubicBezTo>
                  <a:cubicBezTo>
                    <a:pt x="11674" y="1784"/>
                    <a:pt x="11560" y="1696"/>
                    <a:pt x="11429" y="1696"/>
                  </a:cubicBezTo>
                  <a:cubicBezTo>
                    <a:pt x="11380" y="1696"/>
                    <a:pt x="11330" y="1708"/>
                    <a:pt x="11279" y="1733"/>
                  </a:cubicBezTo>
                  <a:cubicBezTo>
                    <a:pt x="11059" y="1796"/>
                    <a:pt x="10870" y="1891"/>
                    <a:pt x="10618" y="1922"/>
                  </a:cubicBezTo>
                  <a:cubicBezTo>
                    <a:pt x="10460" y="1576"/>
                    <a:pt x="10113" y="1324"/>
                    <a:pt x="9704" y="1324"/>
                  </a:cubicBezTo>
                  <a:cubicBezTo>
                    <a:pt x="9294" y="1324"/>
                    <a:pt x="8916" y="1576"/>
                    <a:pt x="8790" y="1954"/>
                  </a:cubicBezTo>
                  <a:cubicBezTo>
                    <a:pt x="8255" y="1891"/>
                    <a:pt x="8003" y="1733"/>
                    <a:pt x="7278" y="1324"/>
                  </a:cubicBezTo>
                  <a:lnTo>
                    <a:pt x="6963" y="1166"/>
                  </a:lnTo>
                  <a:lnTo>
                    <a:pt x="6963" y="1040"/>
                  </a:lnTo>
                  <a:cubicBezTo>
                    <a:pt x="6963" y="441"/>
                    <a:pt x="6490" y="0"/>
                    <a:pt x="589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90" name="Google Shape;8290;p70"/>
            <p:cNvSpPr/>
            <p:nvPr/>
          </p:nvSpPr>
          <p:spPr>
            <a:xfrm>
              <a:off x="4332975" y="3851850"/>
              <a:ext cx="157550" cy="34700"/>
            </a:xfrm>
            <a:custGeom>
              <a:avLst/>
              <a:gdLst/>
              <a:ahLst/>
              <a:cxnLst/>
              <a:rect l="l" t="t" r="r" b="b"/>
              <a:pathLst>
                <a:path w="6302" h="1388" extrusionOk="0">
                  <a:moveTo>
                    <a:pt x="693" y="1"/>
                  </a:moveTo>
                  <a:cubicBezTo>
                    <a:pt x="315" y="1"/>
                    <a:pt x="0" y="316"/>
                    <a:pt x="0" y="694"/>
                  </a:cubicBezTo>
                  <a:lnTo>
                    <a:pt x="0" y="1040"/>
                  </a:lnTo>
                  <a:cubicBezTo>
                    <a:pt x="0" y="1261"/>
                    <a:pt x="158" y="1387"/>
                    <a:pt x="347" y="1387"/>
                  </a:cubicBezTo>
                  <a:lnTo>
                    <a:pt x="5955" y="1387"/>
                  </a:lnTo>
                  <a:cubicBezTo>
                    <a:pt x="6144" y="1356"/>
                    <a:pt x="6301" y="1198"/>
                    <a:pt x="6301" y="1040"/>
                  </a:cubicBezTo>
                  <a:lnTo>
                    <a:pt x="6301" y="694"/>
                  </a:lnTo>
                  <a:cubicBezTo>
                    <a:pt x="6301" y="316"/>
                    <a:pt x="5986" y="1"/>
                    <a:pt x="557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291" name="Google Shape;8291;p70"/>
          <p:cNvGrpSpPr/>
          <p:nvPr/>
        </p:nvGrpSpPr>
        <p:grpSpPr>
          <a:xfrm>
            <a:off x="7684123" y="5076879"/>
            <a:ext cx="470515" cy="465511"/>
            <a:chOff x="4263650" y="3963700"/>
            <a:chExt cx="298550" cy="295375"/>
          </a:xfrm>
        </p:grpSpPr>
        <p:sp>
          <p:nvSpPr>
            <p:cNvPr id="8292" name="Google Shape;8292;p70"/>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93" name="Google Shape;8293;p70"/>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94" name="Google Shape;8294;p70"/>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95" name="Google Shape;8295;p70"/>
            <p:cNvSpPr/>
            <p:nvPr/>
          </p:nvSpPr>
          <p:spPr>
            <a:xfrm>
              <a:off x="4263650" y="4085000"/>
              <a:ext cx="298550"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96" name="Google Shape;8296;p70"/>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97" name="Google Shape;8297;p70"/>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298" name="Google Shape;8298;p70"/>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299" name="Google Shape;8299;p70"/>
          <p:cNvGrpSpPr/>
          <p:nvPr/>
        </p:nvGrpSpPr>
        <p:grpSpPr>
          <a:xfrm>
            <a:off x="10721906" y="3844149"/>
            <a:ext cx="301685" cy="466772"/>
            <a:chOff x="6164975" y="3211525"/>
            <a:chExt cx="191425" cy="296175"/>
          </a:xfrm>
        </p:grpSpPr>
        <p:sp>
          <p:nvSpPr>
            <p:cNvPr id="8300" name="Google Shape;8300;p70"/>
            <p:cNvSpPr/>
            <p:nvPr/>
          </p:nvSpPr>
          <p:spPr>
            <a:xfrm>
              <a:off x="6269750" y="3371400"/>
              <a:ext cx="68525" cy="84300"/>
            </a:xfrm>
            <a:custGeom>
              <a:avLst/>
              <a:gdLst/>
              <a:ahLst/>
              <a:cxnLst/>
              <a:rect l="l" t="t" r="r" b="b"/>
              <a:pathLst>
                <a:path w="2741" h="3372" extrusionOk="0">
                  <a:moveTo>
                    <a:pt x="1670" y="1"/>
                  </a:moveTo>
                  <a:cubicBezTo>
                    <a:pt x="1166" y="316"/>
                    <a:pt x="599" y="505"/>
                    <a:pt x="0" y="568"/>
                  </a:cubicBezTo>
                  <a:lnTo>
                    <a:pt x="0" y="1482"/>
                  </a:lnTo>
                  <a:lnTo>
                    <a:pt x="1890" y="3372"/>
                  </a:lnTo>
                  <a:lnTo>
                    <a:pt x="2741" y="3372"/>
                  </a:lnTo>
                  <a:lnTo>
                    <a:pt x="2741" y="3340"/>
                  </a:lnTo>
                  <a:lnTo>
                    <a:pt x="2741" y="2301"/>
                  </a:lnTo>
                  <a:cubicBezTo>
                    <a:pt x="2741" y="1356"/>
                    <a:pt x="2300" y="536"/>
                    <a:pt x="167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01" name="Google Shape;8301;p70"/>
            <p:cNvSpPr/>
            <p:nvPr/>
          </p:nvSpPr>
          <p:spPr>
            <a:xfrm>
              <a:off x="6228775" y="3424175"/>
              <a:ext cx="62250" cy="30750"/>
            </a:xfrm>
            <a:custGeom>
              <a:avLst/>
              <a:gdLst/>
              <a:ahLst/>
              <a:cxnLst/>
              <a:rect l="l" t="t" r="r" b="b"/>
              <a:pathLst>
                <a:path w="2490" h="1230" extrusionOk="0">
                  <a:moveTo>
                    <a:pt x="1229" y="1"/>
                  </a:moveTo>
                  <a:lnTo>
                    <a:pt x="1" y="1229"/>
                  </a:lnTo>
                  <a:lnTo>
                    <a:pt x="2490" y="1229"/>
                  </a:lnTo>
                  <a:lnTo>
                    <a:pt x="122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02" name="Google Shape;8302;p70"/>
            <p:cNvSpPr/>
            <p:nvPr/>
          </p:nvSpPr>
          <p:spPr>
            <a:xfrm>
              <a:off x="6182300" y="3369825"/>
              <a:ext cx="69350" cy="85100"/>
            </a:xfrm>
            <a:custGeom>
              <a:avLst/>
              <a:gdLst/>
              <a:ahLst/>
              <a:cxnLst/>
              <a:rect l="l" t="t" r="r" b="b"/>
              <a:pathLst>
                <a:path w="2774" h="3404" extrusionOk="0">
                  <a:moveTo>
                    <a:pt x="1072" y="1"/>
                  </a:moveTo>
                  <a:cubicBezTo>
                    <a:pt x="411" y="599"/>
                    <a:pt x="1" y="1419"/>
                    <a:pt x="1" y="2332"/>
                  </a:cubicBezTo>
                  <a:lnTo>
                    <a:pt x="1" y="3403"/>
                  </a:lnTo>
                  <a:lnTo>
                    <a:pt x="883" y="3403"/>
                  </a:lnTo>
                  <a:lnTo>
                    <a:pt x="2773" y="1513"/>
                  </a:lnTo>
                  <a:lnTo>
                    <a:pt x="2773" y="599"/>
                  </a:lnTo>
                  <a:cubicBezTo>
                    <a:pt x="2143" y="568"/>
                    <a:pt x="1576" y="316"/>
                    <a:pt x="107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03" name="Google Shape;8303;p70"/>
            <p:cNvSpPr/>
            <p:nvPr/>
          </p:nvSpPr>
          <p:spPr>
            <a:xfrm>
              <a:off x="6164975" y="3472225"/>
              <a:ext cx="191425" cy="35475"/>
            </a:xfrm>
            <a:custGeom>
              <a:avLst/>
              <a:gdLst/>
              <a:ahLst/>
              <a:cxnLst/>
              <a:rect l="l" t="t" r="r" b="b"/>
              <a:pathLst>
                <a:path w="7657" h="1419" extrusionOk="0">
                  <a:moveTo>
                    <a:pt x="725" y="1"/>
                  </a:moveTo>
                  <a:cubicBezTo>
                    <a:pt x="316" y="1"/>
                    <a:pt x="1" y="316"/>
                    <a:pt x="1" y="725"/>
                  </a:cubicBezTo>
                  <a:cubicBezTo>
                    <a:pt x="1" y="1103"/>
                    <a:pt x="316" y="1418"/>
                    <a:pt x="725" y="1418"/>
                  </a:cubicBezTo>
                  <a:lnTo>
                    <a:pt x="6932" y="1418"/>
                  </a:lnTo>
                  <a:cubicBezTo>
                    <a:pt x="7341" y="1418"/>
                    <a:pt x="7657" y="1103"/>
                    <a:pt x="7657" y="725"/>
                  </a:cubicBezTo>
                  <a:cubicBezTo>
                    <a:pt x="7594" y="316"/>
                    <a:pt x="7278" y="1"/>
                    <a:pt x="693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04" name="Google Shape;8304;p70"/>
            <p:cNvSpPr/>
            <p:nvPr/>
          </p:nvSpPr>
          <p:spPr>
            <a:xfrm>
              <a:off x="6164975" y="3211525"/>
              <a:ext cx="191425" cy="35475"/>
            </a:xfrm>
            <a:custGeom>
              <a:avLst/>
              <a:gdLst/>
              <a:ahLst/>
              <a:cxnLst/>
              <a:rect l="l" t="t" r="r" b="b"/>
              <a:pathLst>
                <a:path w="7657" h="1419" extrusionOk="0">
                  <a:moveTo>
                    <a:pt x="725" y="0"/>
                  </a:moveTo>
                  <a:cubicBezTo>
                    <a:pt x="316" y="0"/>
                    <a:pt x="1" y="315"/>
                    <a:pt x="1" y="725"/>
                  </a:cubicBezTo>
                  <a:cubicBezTo>
                    <a:pt x="1" y="1103"/>
                    <a:pt x="316" y="1418"/>
                    <a:pt x="725" y="1418"/>
                  </a:cubicBezTo>
                  <a:lnTo>
                    <a:pt x="6932" y="1418"/>
                  </a:lnTo>
                  <a:cubicBezTo>
                    <a:pt x="7341" y="1418"/>
                    <a:pt x="7657" y="1103"/>
                    <a:pt x="7657" y="725"/>
                  </a:cubicBezTo>
                  <a:cubicBezTo>
                    <a:pt x="7594" y="284"/>
                    <a:pt x="7278" y="0"/>
                    <a:pt x="693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05" name="Google Shape;8305;p70"/>
            <p:cNvSpPr/>
            <p:nvPr/>
          </p:nvSpPr>
          <p:spPr>
            <a:xfrm>
              <a:off x="6183100" y="3262725"/>
              <a:ext cx="155175" cy="35650"/>
            </a:xfrm>
            <a:custGeom>
              <a:avLst/>
              <a:gdLst/>
              <a:ahLst/>
              <a:cxnLst/>
              <a:rect l="l" t="t" r="r" b="b"/>
              <a:pathLst>
                <a:path w="6207" h="1426" extrusionOk="0">
                  <a:moveTo>
                    <a:pt x="0" y="0"/>
                  </a:moveTo>
                  <a:lnTo>
                    <a:pt x="0" y="441"/>
                  </a:lnTo>
                  <a:lnTo>
                    <a:pt x="568" y="788"/>
                  </a:lnTo>
                  <a:cubicBezTo>
                    <a:pt x="1355" y="1213"/>
                    <a:pt x="2237" y="1426"/>
                    <a:pt x="3112" y="1426"/>
                  </a:cubicBezTo>
                  <a:cubicBezTo>
                    <a:pt x="3986" y="1426"/>
                    <a:pt x="4852" y="1213"/>
                    <a:pt x="5608" y="788"/>
                  </a:cubicBezTo>
                  <a:lnTo>
                    <a:pt x="6207" y="441"/>
                  </a:lnTo>
                  <a:lnTo>
                    <a:pt x="620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06" name="Google Shape;8306;p70"/>
            <p:cNvSpPr/>
            <p:nvPr/>
          </p:nvSpPr>
          <p:spPr>
            <a:xfrm>
              <a:off x="6181525" y="3294225"/>
              <a:ext cx="155975" cy="74050"/>
            </a:xfrm>
            <a:custGeom>
              <a:avLst/>
              <a:gdLst/>
              <a:ahLst/>
              <a:cxnLst/>
              <a:rect l="l" t="t" r="r" b="b"/>
              <a:pathLst>
                <a:path w="6239" h="2962" extrusionOk="0">
                  <a:moveTo>
                    <a:pt x="0" y="0"/>
                  </a:moveTo>
                  <a:cubicBezTo>
                    <a:pt x="126" y="1607"/>
                    <a:pt x="1481" y="2962"/>
                    <a:pt x="3119" y="2962"/>
                  </a:cubicBezTo>
                  <a:cubicBezTo>
                    <a:pt x="4758" y="2962"/>
                    <a:pt x="6112" y="1607"/>
                    <a:pt x="6238" y="0"/>
                  </a:cubicBezTo>
                  <a:lnTo>
                    <a:pt x="6238" y="0"/>
                  </a:lnTo>
                  <a:lnTo>
                    <a:pt x="5986" y="126"/>
                  </a:lnTo>
                  <a:cubicBezTo>
                    <a:pt x="5136" y="631"/>
                    <a:pt x="4096" y="883"/>
                    <a:pt x="3119" y="883"/>
                  </a:cubicBezTo>
                  <a:cubicBezTo>
                    <a:pt x="2143" y="883"/>
                    <a:pt x="1166" y="631"/>
                    <a:pt x="252" y="126"/>
                  </a:cubicBezTo>
                  <a:lnTo>
                    <a:pt x="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307" name="Google Shape;8307;p70"/>
          <p:cNvGrpSpPr/>
          <p:nvPr/>
        </p:nvGrpSpPr>
        <p:grpSpPr>
          <a:xfrm>
            <a:off x="7071288" y="2041850"/>
            <a:ext cx="470515" cy="466732"/>
            <a:chOff x="946175" y="3253275"/>
            <a:chExt cx="298550" cy="296150"/>
          </a:xfrm>
        </p:grpSpPr>
        <p:sp>
          <p:nvSpPr>
            <p:cNvPr id="8308" name="Google Shape;8308;p70"/>
            <p:cNvSpPr/>
            <p:nvPr/>
          </p:nvSpPr>
          <p:spPr>
            <a:xfrm>
              <a:off x="946175" y="3253275"/>
              <a:ext cx="209550" cy="261500"/>
            </a:xfrm>
            <a:custGeom>
              <a:avLst/>
              <a:gdLst/>
              <a:ahLst/>
              <a:cxnLst/>
              <a:rect l="l" t="t" r="r" b="b"/>
              <a:pathLst>
                <a:path w="8382" h="10460" extrusionOk="0">
                  <a:moveTo>
                    <a:pt x="348" y="0"/>
                  </a:moveTo>
                  <a:cubicBezTo>
                    <a:pt x="158" y="0"/>
                    <a:pt x="1" y="158"/>
                    <a:pt x="1" y="347"/>
                  </a:cubicBezTo>
                  <a:lnTo>
                    <a:pt x="1" y="10113"/>
                  </a:lnTo>
                  <a:cubicBezTo>
                    <a:pt x="1" y="10302"/>
                    <a:pt x="158" y="10460"/>
                    <a:pt x="348" y="10460"/>
                  </a:cubicBezTo>
                  <a:lnTo>
                    <a:pt x="694" y="10460"/>
                  </a:lnTo>
                  <a:lnTo>
                    <a:pt x="694" y="3875"/>
                  </a:lnTo>
                  <a:cubicBezTo>
                    <a:pt x="694" y="3623"/>
                    <a:pt x="820" y="3340"/>
                    <a:pt x="1009" y="3151"/>
                  </a:cubicBezTo>
                  <a:lnTo>
                    <a:pt x="3151" y="1008"/>
                  </a:lnTo>
                  <a:cubicBezTo>
                    <a:pt x="3340" y="819"/>
                    <a:pt x="3624" y="693"/>
                    <a:pt x="3908" y="693"/>
                  </a:cubicBezTo>
                  <a:lnTo>
                    <a:pt x="8381" y="693"/>
                  </a:lnTo>
                  <a:lnTo>
                    <a:pt x="8381" y="347"/>
                  </a:lnTo>
                  <a:cubicBezTo>
                    <a:pt x="8381" y="158"/>
                    <a:pt x="8224" y="0"/>
                    <a:pt x="803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09" name="Google Shape;8309;p70"/>
            <p:cNvSpPr/>
            <p:nvPr/>
          </p:nvSpPr>
          <p:spPr>
            <a:xfrm>
              <a:off x="986350" y="3293425"/>
              <a:ext cx="47300" cy="48075"/>
            </a:xfrm>
            <a:custGeom>
              <a:avLst/>
              <a:gdLst/>
              <a:ahLst/>
              <a:cxnLst/>
              <a:rect l="l" t="t" r="r" b="b"/>
              <a:pathLst>
                <a:path w="1892" h="1923" extrusionOk="0">
                  <a:moveTo>
                    <a:pt x="1891" y="1"/>
                  </a:moveTo>
                  <a:lnTo>
                    <a:pt x="1" y="1923"/>
                  </a:lnTo>
                  <a:lnTo>
                    <a:pt x="1891" y="1923"/>
                  </a:lnTo>
                  <a:lnTo>
                    <a:pt x="189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10" name="Google Shape;8310;p70"/>
            <p:cNvSpPr/>
            <p:nvPr/>
          </p:nvSpPr>
          <p:spPr>
            <a:xfrm>
              <a:off x="1051725" y="3359600"/>
              <a:ext cx="122100" cy="121325"/>
            </a:xfrm>
            <a:custGeom>
              <a:avLst/>
              <a:gdLst/>
              <a:ahLst/>
              <a:cxnLst/>
              <a:rect l="l" t="t" r="r" b="b"/>
              <a:pathLst>
                <a:path w="4884" h="4853" extrusionOk="0">
                  <a:moveTo>
                    <a:pt x="2427" y="0"/>
                  </a:moveTo>
                  <a:cubicBezTo>
                    <a:pt x="1103" y="0"/>
                    <a:pt x="1" y="1103"/>
                    <a:pt x="1" y="2426"/>
                  </a:cubicBezTo>
                  <a:cubicBezTo>
                    <a:pt x="1" y="3749"/>
                    <a:pt x="1103" y="4852"/>
                    <a:pt x="2427" y="4852"/>
                  </a:cubicBezTo>
                  <a:cubicBezTo>
                    <a:pt x="3781" y="4852"/>
                    <a:pt x="4884" y="3749"/>
                    <a:pt x="4884" y="2426"/>
                  </a:cubicBezTo>
                  <a:cubicBezTo>
                    <a:pt x="4884" y="1103"/>
                    <a:pt x="3781" y="0"/>
                    <a:pt x="242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11" name="Google Shape;8311;p70"/>
            <p:cNvSpPr/>
            <p:nvPr/>
          </p:nvSpPr>
          <p:spPr>
            <a:xfrm>
              <a:off x="980050" y="3289500"/>
              <a:ext cx="192200" cy="242600"/>
            </a:xfrm>
            <a:custGeom>
              <a:avLst/>
              <a:gdLst/>
              <a:ahLst/>
              <a:cxnLst/>
              <a:rect l="l" t="t" r="r" b="b"/>
              <a:pathLst>
                <a:path w="7688" h="9704" extrusionOk="0">
                  <a:moveTo>
                    <a:pt x="2868" y="0"/>
                  </a:moveTo>
                  <a:lnTo>
                    <a:pt x="2868" y="2426"/>
                  </a:lnTo>
                  <a:cubicBezTo>
                    <a:pt x="2868" y="2647"/>
                    <a:pt x="2679" y="2804"/>
                    <a:pt x="2490" y="2804"/>
                  </a:cubicBezTo>
                  <a:lnTo>
                    <a:pt x="1" y="2804"/>
                  </a:lnTo>
                  <a:lnTo>
                    <a:pt x="1" y="9357"/>
                  </a:lnTo>
                  <a:cubicBezTo>
                    <a:pt x="1" y="9578"/>
                    <a:pt x="190" y="9704"/>
                    <a:pt x="379" y="9704"/>
                  </a:cubicBezTo>
                  <a:lnTo>
                    <a:pt x="7341" y="9704"/>
                  </a:lnTo>
                  <a:cubicBezTo>
                    <a:pt x="7467" y="9704"/>
                    <a:pt x="7593" y="9641"/>
                    <a:pt x="7625" y="9578"/>
                  </a:cubicBezTo>
                  <a:lnTo>
                    <a:pt x="6239" y="8192"/>
                  </a:lnTo>
                  <a:cubicBezTo>
                    <a:pt x="5924" y="8318"/>
                    <a:pt x="5609" y="8349"/>
                    <a:pt x="5262" y="8349"/>
                  </a:cubicBezTo>
                  <a:cubicBezTo>
                    <a:pt x="3529" y="8349"/>
                    <a:pt x="2143" y="6931"/>
                    <a:pt x="2143" y="5230"/>
                  </a:cubicBezTo>
                  <a:cubicBezTo>
                    <a:pt x="2143" y="3529"/>
                    <a:pt x="3561" y="2111"/>
                    <a:pt x="5262" y="2111"/>
                  </a:cubicBezTo>
                  <a:cubicBezTo>
                    <a:pt x="6239" y="2111"/>
                    <a:pt x="7121" y="2584"/>
                    <a:pt x="7688" y="3308"/>
                  </a:cubicBezTo>
                  <a:lnTo>
                    <a:pt x="7688" y="347"/>
                  </a:lnTo>
                  <a:cubicBezTo>
                    <a:pt x="7688" y="158"/>
                    <a:pt x="7530" y="0"/>
                    <a:pt x="734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12" name="Google Shape;8312;p70"/>
            <p:cNvSpPr/>
            <p:nvPr/>
          </p:nvSpPr>
          <p:spPr>
            <a:xfrm>
              <a:off x="1154125" y="3460400"/>
              <a:ext cx="90600" cy="89025"/>
            </a:xfrm>
            <a:custGeom>
              <a:avLst/>
              <a:gdLst/>
              <a:ahLst/>
              <a:cxnLst/>
              <a:rect l="l" t="t" r="r" b="b"/>
              <a:pathLst>
                <a:path w="3624" h="3561" extrusionOk="0">
                  <a:moveTo>
                    <a:pt x="977" y="1"/>
                  </a:moveTo>
                  <a:cubicBezTo>
                    <a:pt x="693" y="410"/>
                    <a:pt x="378" y="757"/>
                    <a:pt x="0" y="1009"/>
                  </a:cubicBezTo>
                  <a:lnTo>
                    <a:pt x="2363" y="3372"/>
                  </a:lnTo>
                  <a:cubicBezTo>
                    <a:pt x="2489" y="3498"/>
                    <a:pt x="2662" y="3561"/>
                    <a:pt x="2840" y="3561"/>
                  </a:cubicBezTo>
                  <a:cubicBezTo>
                    <a:pt x="3017" y="3561"/>
                    <a:pt x="3198" y="3498"/>
                    <a:pt x="3340" y="3372"/>
                  </a:cubicBezTo>
                  <a:cubicBezTo>
                    <a:pt x="3623" y="3088"/>
                    <a:pt x="3623" y="2647"/>
                    <a:pt x="3340" y="2364"/>
                  </a:cubicBezTo>
                  <a:lnTo>
                    <a:pt x="97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313" name="Google Shape;8313;p70"/>
          <p:cNvGrpSpPr/>
          <p:nvPr/>
        </p:nvGrpSpPr>
        <p:grpSpPr>
          <a:xfrm>
            <a:off x="7072529" y="2631135"/>
            <a:ext cx="468032" cy="463068"/>
            <a:chOff x="946175" y="3619500"/>
            <a:chExt cx="296975" cy="293825"/>
          </a:xfrm>
        </p:grpSpPr>
        <p:sp>
          <p:nvSpPr>
            <p:cNvPr id="8314" name="Google Shape;8314;p70"/>
            <p:cNvSpPr/>
            <p:nvPr/>
          </p:nvSpPr>
          <p:spPr>
            <a:xfrm>
              <a:off x="963525" y="3619500"/>
              <a:ext cx="207950" cy="293825"/>
            </a:xfrm>
            <a:custGeom>
              <a:avLst/>
              <a:gdLst/>
              <a:ahLst/>
              <a:cxnLst/>
              <a:rect l="l" t="t" r="r" b="b"/>
              <a:pathLst>
                <a:path w="8318" h="11753" extrusionOk="0">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15" name="Google Shape;8315;p70"/>
            <p:cNvSpPr/>
            <p:nvPr/>
          </p:nvSpPr>
          <p:spPr>
            <a:xfrm>
              <a:off x="1185625" y="3688025"/>
              <a:ext cx="57525" cy="55950"/>
            </a:xfrm>
            <a:custGeom>
              <a:avLst/>
              <a:gdLst/>
              <a:ahLst/>
              <a:cxnLst/>
              <a:rect l="l" t="t" r="r" b="b"/>
              <a:pathLst>
                <a:path w="2301" h="2238" extrusionOk="0">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16" name="Google Shape;8316;p70"/>
            <p:cNvSpPr/>
            <p:nvPr/>
          </p:nvSpPr>
          <p:spPr>
            <a:xfrm>
              <a:off x="1088075" y="3795925"/>
              <a:ext cx="46375" cy="45025"/>
            </a:xfrm>
            <a:custGeom>
              <a:avLst/>
              <a:gdLst/>
              <a:ahLst/>
              <a:cxnLst/>
              <a:rect l="l" t="t" r="r" b="b"/>
              <a:pathLst>
                <a:path w="1855" h="1801" extrusionOk="0">
                  <a:moveTo>
                    <a:pt x="594" y="1"/>
                  </a:moveTo>
                  <a:lnTo>
                    <a:pt x="59" y="1387"/>
                  </a:lnTo>
                  <a:cubicBezTo>
                    <a:pt x="0" y="1621"/>
                    <a:pt x="186" y="1800"/>
                    <a:pt x="414" y="1800"/>
                  </a:cubicBezTo>
                  <a:cubicBezTo>
                    <a:pt x="432" y="1800"/>
                    <a:pt x="450" y="1799"/>
                    <a:pt x="468" y="1797"/>
                  </a:cubicBezTo>
                  <a:lnTo>
                    <a:pt x="1855" y="1261"/>
                  </a:lnTo>
                  <a:lnTo>
                    <a:pt x="59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17" name="Google Shape;8317;p70"/>
            <p:cNvSpPr/>
            <p:nvPr/>
          </p:nvSpPr>
          <p:spPr>
            <a:xfrm>
              <a:off x="1112375" y="3720325"/>
              <a:ext cx="97700" cy="97700"/>
            </a:xfrm>
            <a:custGeom>
              <a:avLst/>
              <a:gdLst/>
              <a:ahLst/>
              <a:cxnLst/>
              <a:rect l="l" t="t" r="r" b="b"/>
              <a:pathLst>
                <a:path w="3908" h="3908" extrusionOk="0">
                  <a:moveTo>
                    <a:pt x="2426" y="1"/>
                  </a:moveTo>
                  <a:lnTo>
                    <a:pt x="1" y="2458"/>
                  </a:lnTo>
                  <a:lnTo>
                    <a:pt x="1450" y="3907"/>
                  </a:lnTo>
                  <a:lnTo>
                    <a:pt x="3907" y="1481"/>
                  </a:lnTo>
                  <a:lnTo>
                    <a:pt x="242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18" name="Google Shape;8318;p70"/>
            <p:cNvSpPr/>
            <p:nvPr/>
          </p:nvSpPr>
          <p:spPr>
            <a:xfrm>
              <a:off x="1120250" y="3623450"/>
              <a:ext cx="47275" cy="47275"/>
            </a:xfrm>
            <a:custGeom>
              <a:avLst/>
              <a:gdLst/>
              <a:ahLst/>
              <a:cxnLst/>
              <a:rect l="l" t="t" r="r" b="b"/>
              <a:pathLst>
                <a:path w="1891" h="1891" extrusionOk="0">
                  <a:moveTo>
                    <a:pt x="1" y="0"/>
                  </a:moveTo>
                  <a:lnTo>
                    <a:pt x="1" y="1891"/>
                  </a:lnTo>
                  <a:lnTo>
                    <a:pt x="1891" y="1891"/>
                  </a:lnTo>
                  <a:lnTo>
                    <a:pt x="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19" name="Google Shape;8319;p70"/>
            <p:cNvSpPr/>
            <p:nvPr/>
          </p:nvSpPr>
          <p:spPr>
            <a:xfrm>
              <a:off x="946175" y="3879425"/>
              <a:ext cx="166225" cy="33900"/>
            </a:xfrm>
            <a:custGeom>
              <a:avLst/>
              <a:gdLst/>
              <a:ahLst/>
              <a:cxnLst/>
              <a:rect l="l" t="t" r="r" b="b"/>
              <a:pathLst>
                <a:path w="6649" h="1356" extrusionOk="0">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320" name="Google Shape;8320;p70"/>
          <p:cNvGrpSpPr/>
          <p:nvPr/>
        </p:nvGrpSpPr>
        <p:grpSpPr>
          <a:xfrm>
            <a:off x="7071919" y="3223981"/>
            <a:ext cx="469253" cy="467993"/>
            <a:chOff x="944600" y="3981825"/>
            <a:chExt cx="297750" cy="296950"/>
          </a:xfrm>
        </p:grpSpPr>
        <p:sp>
          <p:nvSpPr>
            <p:cNvPr id="8321" name="Google Shape;8321;p70"/>
            <p:cNvSpPr/>
            <p:nvPr/>
          </p:nvSpPr>
          <p:spPr>
            <a:xfrm>
              <a:off x="944600" y="3981825"/>
              <a:ext cx="297750" cy="296950"/>
            </a:xfrm>
            <a:custGeom>
              <a:avLst/>
              <a:gdLst/>
              <a:ahLst/>
              <a:cxnLst/>
              <a:rect l="l" t="t" r="r" b="b"/>
              <a:pathLst>
                <a:path w="11910" h="11878" extrusionOk="0">
                  <a:moveTo>
                    <a:pt x="6333" y="1418"/>
                  </a:moveTo>
                  <a:cubicBezTo>
                    <a:pt x="8539" y="1575"/>
                    <a:pt x="10303" y="3340"/>
                    <a:pt x="10461" y="5545"/>
                  </a:cubicBezTo>
                  <a:lnTo>
                    <a:pt x="10146" y="5545"/>
                  </a:lnTo>
                  <a:cubicBezTo>
                    <a:pt x="9957" y="5545"/>
                    <a:pt x="9799" y="5702"/>
                    <a:pt x="9799" y="5892"/>
                  </a:cubicBezTo>
                  <a:cubicBezTo>
                    <a:pt x="9799" y="6081"/>
                    <a:pt x="9957" y="6238"/>
                    <a:pt x="10146" y="6238"/>
                  </a:cubicBezTo>
                  <a:lnTo>
                    <a:pt x="10461" y="6238"/>
                  </a:lnTo>
                  <a:cubicBezTo>
                    <a:pt x="10303" y="8443"/>
                    <a:pt x="8539" y="10239"/>
                    <a:pt x="6333" y="10397"/>
                  </a:cubicBezTo>
                  <a:lnTo>
                    <a:pt x="6333" y="10082"/>
                  </a:lnTo>
                  <a:cubicBezTo>
                    <a:pt x="6333" y="9861"/>
                    <a:pt x="6176" y="9704"/>
                    <a:pt x="5955" y="9704"/>
                  </a:cubicBezTo>
                  <a:cubicBezTo>
                    <a:pt x="5766" y="9704"/>
                    <a:pt x="5609" y="9861"/>
                    <a:pt x="5609" y="10082"/>
                  </a:cubicBezTo>
                  <a:lnTo>
                    <a:pt x="5609" y="10397"/>
                  </a:lnTo>
                  <a:cubicBezTo>
                    <a:pt x="3403" y="10239"/>
                    <a:pt x="1639" y="8443"/>
                    <a:pt x="1482" y="6238"/>
                  </a:cubicBezTo>
                  <a:lnTo>
                    <a:pt x="1797" y="6238"/>
                  </a:lnTo>
                  <a:cubicBezTo>
                    <a:pt x="1986" y="6238"/>
                    <a:pt x="2143" y="6081"/>
                    <a:pt x="2143" y="5892"/>
                  </a:cubicBezTo>
                  <a:cubicBezTo>
                    <a:pt x="2143" y="5702"/>
                    <a:pt x="1986" y="5545"/>
                    <a:pt x="1797" y="5545"/>
                  </a:cubicBezTo>
                  <a:lnTo>
                    <a:pt x="1482" y="5545"/>
                  </a:lnTo>
                  <a:cubicBezTo>
                    <a:pt x="1639" y="3340"/>
                    <a:pt x="3403" y="1575"/>
                    <a:pt x="5609" y="1418"/>
                  </a:cubicBezTo>
                  <a:lnTo>
                    <a:pt x="5609" y="1733"/>
                  </a:lnTo>
                  <a:cubicBezTo>
                    <a:pt x="5609" y="1922"/>
                    <a:pt x="5766" y="2079"/>
                    <a:pt x="5955" y="2079"/>
                  </a:cubicBezTo>
                  <a:cubicBezTo>
                    <a:pt x="6176" y="2079"/>
                    <a:pt x="6333" y="1922"/>
                    <a:pt x="6333" y="1733"/>
                  </a:cubicBezTo>
                  <a:lnTo>
                    <a:pt x="6333" y="1418"/>
                  </a:lnTo>
                  <a:close/>
                  <a:moveTo>
                    <a:pt x="5955" y="0"/>
                  </a:moveTo>
                  <a:cubicBezTo>
                    <a:pt x="5766" y="0"/>
                    <a:pt x="5609" y="126"/>
                    <a:pt x="5609" y="347"/>
                  </a:cubicBezTo>
                  <a:lnTo>
                    <a:pt x="5609" y="725"/>
                  </a:lnTo>
                  <a:cubicBezTo>
                    <a:pt x="2994" y="882"/>
                    <a:pt x="946" y="2962"/>
                    <a:pt x="757" y="5576"/>
                  </a:cubicBezTo>
                  <a:lnTo>
                    <a:pt x="379" y="5576"/>
                  </a:lnTo>
                  <a:cubicBezTo>
                    <a:pt x="158" y="5576"/>
                    <a:pt x="1" y="5734"/>
                    <a:pt x="1" y="5923"/>
                  </a:cubicBezTo>
                  <a:cubicBezTo>
                    <a:pt x="1" y="6112"/>
                    <a:pt x="158" y="6270"/>
                    <a:pt x="379" y="6270"/>
                  </a:cubicBezTo>
                  <a:lnTo>
                    <a:pt x="757" y="6270"/>
                  </a:lnTo>
                  <a:cubicBezTo>
                    <a:pt x="915" y="8884"/>
                    <a:pt x="2994" y="10932"/>
                    <a:pt x="5609" y="11121"/>
                  </a:cubicBezTo>
                  <a:lnTo>
                    <a:pt x="5609" y="11531"/>
                  </a:lnTo>
                  <a:cubicBezTo>
                    <a:pt x="5609" y="11720"/>
                    <a:pt x="5766" y="11877"/>
                    <a:pt x="5955" y="11877"/>
                  </a:cubicBezTo>
                  <a:cubicBezTo>
                    <a:pt x="6176" y="11877"/>
                    <a:pt x="6333" y="11720"/>
                    <a:pt x="6333" y="11531"/>
                  </a:cubicBezTo>
                  <a:lnTo>
                    <a:pt x="6333" y="11121"/>
                  </a:lnTo>
                  <a:cubicBezTo>
                    <a:pt x="8917" y="10964"/>
                    <a:pt x="10965" y="8884"/>
                    <a:pt x="11154" y="6270"/>
                  </a:cubicBezTo>
                  <a:lnTo>
                    <a:pt x="11563" y="6270"/>
                  </a:lnTo>
                  <a:cubicBezTo>
                    <a:pt x="11752" y="6270"/>
                    <a:pt x="11910" y="6112"/>
                    <a:pt x="11910" y="5923"/>
                  </a:cubicBezTo>
                  <a:cubicBezTo>
                    <a:pt x="11910" y="5734"/>
                    <a:pt x="11752" y="5576"/>
                    <a:pt x="11563" y="5576"/>
                  </a:cubicBezTo>
                  <a:lnTo>
                    <a:pt x="11154" y="5576"/>
                  </a:lnTo>
                  <a:cubicBezTo>
                    <a:pt x="10996" y="2962"/>
                    <a:pt x="8917" y="914"/>
                    <a:pt x="6333" y="725"/>
                  </a:cubicBezTo>
                  <a:lnTo>
                    <a:pt x="6333" y="347"/>
                  </a:lnTo>
                  <a:cubicBezTo>
                    <a:pt x="6333" y="126"/>
                    <a:pt x="6176" y="0"/>
                    <a:pt x="595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22" name="Google Shape;8322;p70"/>
            <p:cNvSpPr/>
            <p:nvPr/>
          </p:nvSpPr>
          <p:spPr>
            <a:xfrm>
              <a:off x="1058025" y="4155875"/>
              <a:ext cx="72500" cy="52000"/>
            </a:xfrm>
            <a:custGeom>
              <a:avLst/>
              <a:gdLst/>
              <a:ahLst/>
              <a:cxnLst/>
              <a:rect l="l" t="t" r="r" b="b"/>
              <a:pathLst>
                <a:path w="2900" h="2080" extrusionOk="0">
                  <a:moveTo>
                    <a:pt x="1418" y="1"/>
                  </a:moveTo>
                  <a:cubicBezTo>
                    <a:pt x="851" y="1"/>
                    <a:pt x="316" y="347"/>
                    <a:pt x="127" y="914"/>
                  </a:cubicBezTo>
                  <a:cubicBezTo>
                    <a:pt x="1" y="1166"/>
                    <a:pt x="1" y="1450"/>
                    <a:pt x="95" y="1765"/>
                  </a:cubicBezTo>
                  <a:cubicBezTo>
                    <a:pt x="473" y="1954"/>
                    <a:pt x="946" y="2080"/>
                    <a:pt x="1418" y="2080"/>
                  </a:cubicBezTo>
                  <a:cubicBezTo>
                    <a:pt x="1891" y="2080"/>
                    <a:pt x="2332" y="1954"/>
                    <a:pt x="2773" y="1765"/>
                  </a:cubicBezTo>
                  <a:cubicBezTo>
                    <a:pt x="2899" y="1387"/>
                    <a:pt x="2805" y="946"/>
                    <a:pt x="2616" y="599"/>
                  </a:cubicBezTo>
                  <a:cubicBezTo>
                    <a:pt x="2332" y="221"/>
                    <a:pt x="1891" y="1"/>
                    <a:pt x="141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23" name="Google Shape;8323;p70"/>
            <p:cNvSpPr/>
            <p:nvPr/>
          </p:nvSpPr>
          <p:spPr>
            <a:xfrm>
              <a:off x="1076150" y="4103900"/>
              <a:ext cx="35475" cy="35475"/>
            </a:xfrm>
            <a:custGeom>
              <a:avLst/>
              <a:gdLst/>
              <a:ahLst/>
              <a:cxnLst/>
              <a:rect l="l" t="t" r="r" b="b"/>
              <a:pathLst>
                <a:path w="1419" h="1419" extrusionOk="0">
                  <a:moveTo>
                    <a:pt x="693" y="0"/>
                  </a:moveTo>
                  <a:cubicBezTo>
                    <a:pt x="315" y="0"/>
                    <a:pt x="0" y="315"/>
                    <a:pt x="0" y="693"/>
                  </a:cubicBezTo>
                  <a:cubicBezTo>
                    <a:pt x="0" y="1103"/>
                    <a:pt x="315" y="1418"/>
                    <a:pt x="693" y="1418"/>
                  </a:cubicBezTo>
                  <a:cubicBezTo>
                    <a:pt x="1103" y="1355"/>
                    <a:pt x="1418" y="1040"/>
                    <a:pt x="1418" y="693"/>
                  </a:cubicBezTo>
                  <a:cubicBezTo>
                    <a:pt x="1418" y="315"/>
                    <a:pt x="1103" y="0"/>
                    <a:pt x="69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24" name="Google Shape;8324;p70"/>
            <p:cNvSpPr/>
            <p:nvPr/>
          </p:nvSpPr>
          <p:spPr>
            <a:xfrm>
              <a:off x="1016275" y="4051125"/>
              <a:ext cx="155975" cy="137075"/>
            </a:xfrm>
            <a:custGeom>
              <a:avLst/>
              <a:gdLst/>
              <a:ahLst/>
              <a:cxnLst/>
              <a:rect l="l" t="t" r="r" b="b"/>
              <a:pathLst>
                <a:path w="6239" h="5483" extrusionOk="0">
                  <a:moveTo>
                    <a:pt x="3088" y="1"/>
                  </a:moveTo>
                  <a:cubicBezTo>
                    <a:pt x="1356" y="1"/>
                    <a:pt x="1" y="1387"/>
                    <a:pt x="1" y="3120"/>
                  </a:cubicBezTo>
                  <a:cubicBezTo>
                    <a:pt x="1" y="4033"/>
                    <a:pt x="379" y="4852"/>
                    <a:pt x="1041" y="5451"/>
                  </a:cubicBezTo>
                  <a:cubicBezTo>
                    <a:pt x="1041" y="5262"/>
                    <a:pt x="1104" y="5041"/>
                    <a:pt x="1167" y="4852"/>
                  </a:cubicBezTo>
                  <a:cubicBezTo>
                    <a:pt x="1324" y="4380"/>
                    <a:pt x="1671" y="4002"/>
                    <a:pt x="2112" y="3750"/>
                  </a:cubicBezTo>
                  <a:cubicBezTo>
                    <a:pt x="1891" y="3498"/>
                    <a:pt x="1734" y="3151"/>
                    <a:pt x="1734" y="2804"/>
                  </a:cubicBezTo>
                  <a:cubicBezTo>
                    <a:pt x="1734" y="2048"/>
                    <a:pt x="2364" y="1418"/>
                    <a:pt x="3088" y="1418"/>
                  </a:cubicBezTo>
                  <a:cubicBezTo>
                    <a:pt x="3845" y="1418"/>
                    <a:pt x="4475" y="2048"/>
                    <a:pt x="4475" y="2804"/>
                  </a:cubicBezTo>
                  <a:cubicBezTo>
                    <a:pt x="4475" y="3151"/>
                    <a:pt x="4317" y="3529"/>
                    <a:pt x="4097" y="3750"/>
                  </a:cubicBezTo>
                  <a:cubicBezTo>
                    <a:pt x="4349" y="3907"/>
                    <a:pt x="4632" y="4128"/>
                    <a:pt x="4790" y="4411"/>
                  </a:cubicBezTo>
                  <a:cubicBezTo>
                    <a:pt x="4979" y="4726"/>
                    <a:pt x="5105" y="5073"/>
                    <a:pt x="5136" y="5482"/>
                  </a:cubicBezTo>
                  <a:cubicBezTo>
                    <a:pt x="5766" y="4884"/>
                    <a:pt x="6207" y="4096"/>
                    <a:pt x="6207" y="3151"/>
                  </a:cubicBezTo>
                  <a:cubicBezTo>
                    <a:pt x="6239" y="1418"/>
                    <a:pt x="4821" y="1"/>
                    <a:pt x="308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325" name="Google Shape;8325;p70"/>
          <p:cNvGrpSpPr/>
          <p:nvPr/>
        </p:nvGrpSpPr>
        <p:grpSpPr>
          <a:xfrm>
            <a:off x="10027834" y="2042461"/>
            <a:ext cx="466772" cy="465511"/>
            <a:chOff x="2768750" y="3227275"/>
            <a:chExt cx="296175" cy="295375"/>
          </a:xfrm>
        </p:grpSpPr>
        <p:sp>
          <p:nvSpPr>
            <p:cNvPr id="8326" name="Google Shape;8326;p70"/>
            <p:cNvSpPr/>
            <p:nvPr/>
          </p:nvSpPr>
          <p:spPr>
            <a:xfrm>
              <a:off x="2882950" y="3227275"/>
              <a:ext cx="68550" cy="69325"/>
            </a:xfrm>
            <a:custGeom>
              <a:avLst/>
              <a:gdLst/>
              <a:ahLst/>
              <a:cxnLst/>
              <a:rect l="l" t="t" r="r" b="b"/>
              <a:pathLst>
                <a:path w="2742" h="2773" extrusionOk="0">
                  <a:moveTo>
                    <a:pt x="1355" y="1"/>
                  </a:moveTo>
                  <a:cubicBezTo>
                    <a:pt x="631" y="1"/>
                    <a:pt x="1" y="631"/>
                    <a:pt x="1" y="1387"/>
                  </a:cubicBezTo>
                  <a:cubicBezTo>
                    <a:pt x="1" y="2143"/>
                    <a:pt x="631" y="2773"/>
                    <a:pt x="1355" y="2773"/>
                  </a:cubicBezTo>
                  <a:cubicBezTo>
                    <a:pt x="2111" y="2773"/>
                    <a:pt x="2742" y="2174"/>
                    <a:pt x="2742" y="1387"/>
                  </a:cubicBezTo>
                  <a:cubicBezTo>
                    <a:pt x="2742" y="631"/>
                    <a:pt x="2111" y="1"/>
                    <a:pt x="135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27" name="Google Shape;8327;p70"/>
            <p:cNvSpPr/>
            <p:nvPr/>
          </p:nvSpPr>
          <p:spPr>
            <a:xfrm>
              <a:off x="2856175" y="3436000"/>
              <a:ext cx="17350" cy="34675"/>
            </a:xfrm>
            <a:custGeom>
              <a:avLst/>
              <a:gdLst/>
              <a:ahLst/>
              <a:cxnLst/>
              <a:rect l="l" t="t" r="r" b="b"/>
              <a:pathLst>
                <a:path w="694" h="1387" extrusionOk="0">
                  <a:moveTo>
                    <a:pt x="0" y="0"/>
                  </a:moveTo>
                  <a:lnTo>
                    <a:pt x="0" y="1386"/>
                  </a:lnTo>
                  <a:lnTo>
                    <a:pt x="694" y="1386"/>
                  </a:lnTo>
                  <a:lnTo>
                    <a:pt x="69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28" name="Google Shape;8328;p70"/>
            <p:cNvSpPr/>
            <p:nvPr/>
          </p:nvSpPr>
          <p:spPr>
            <a:xfrm>
              <a:off x="2890050" y="3436000"/>
              <a:ext cx="18125" cy="34675"/>
            </a:xfrm>
            <a:custGeom>
              <a:avLst/>
              <a:gdLst/>
              <a:ahLst/>
              <a:cxnLst/>
              <a:rect l="l" t="t" r="r" b="b"/>
              <a:pathLst>
                <a:path w="725" h="1387" extrusionOk="0">
                  <a:moveTo>
                    <a:pt x="0" y="0"/>
                  </a:moveTo>
                  <a:lnTo>
                    <a:pt x="0" y="1386"/>
                  </a:lnTo>
                  <a:lnTo>
                    <a:pt x="725" y="1386"/>
                  </a:lnTo>
                  <a:lnTo>
                    <a:pt x="72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29" name="Google Shape;8329;p70"/>
            <p:cNvSpPr/>
            <p:nvPr/>
          </p:nvSpPr>
          <p:spPr>
            <a:xfrm>
              <a:off x="2821525" y="3436000"/>
              <a:ext cx="17350" cy="34675"/>
            </a:xfrm>
            <a:custGeom>
              <a:avLst/>
              <a:gdLst/>
              <a:ahLst/>
              <a:cxnLst/>
              <a:rect l="l" t="t" r="r" b="b"/>
              <a:pathLst>
                <a:path w="694" h="1387" extrusionOk="0">
                  <a:moveTo>
                    <a:pt x="0" y="0"/>
                  </a:moveTo>
                  <a:lnTo>
                    <a:pt x="0" y="1386"/>
                  </a:lnTo>
                  <a:lnTo>
                    <a:pt x="693" y="1386"/>
                  </a:lnTo>
                  <a:lnTo>
                    <a:pt x="69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30" name="Google Shape;8330;p70"/>
            <p:cNvSpPr/>
            <p:nvPr/>
          </p:nvSpPr>
          <p:spPr>
            <a:xfrm>
              <a:off x="2924700" y="3436000"/>
              <a:ext cx="34675" cy="34675"/>
            </a:xfrm>
            <a:custGeom>
              <a:avLst/>
              <a:gdLst/>
              <a:ahLst/>
              <a:cxnLst/>
              <a:rect l="l" t="t" r="r" b="b"/>
              <a:pathLst>
                <a:path w="1387" h="1387" extrusionOk="0">
                  <a:moveTo>
                    <a:pt x="0" y="0"/>
                  </a:moveTo>
                  <a:lnTo>
                    <a:pt x="0" y="1386"/>
                  </a:lnTo>
                  <a:lnTo>
                    <a:pt x="1387" y="1386"/>
                  </a:lnTo>
                  <a:lnTo>
                    <a:pt x="138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31" name="Google Shape;8331;p70"/>
            <p:cNvSpPr/>
            <p:nvPr/>
          </p:nvSpPr>
          <p:spPr>
            <a:xfrm>
              <a:off x="2768750" y="3384800"/>
              <a:ext cx="244175" cy="137850"/>
            </a:xfrm>
            <a:custGeom>
              <a:avLst/>
              <a:gdLst/>
              <a:ahLst/>
              <a:cxnLst/>
              <a:rect l="l" t="t" r="r" b="b"/>
              <a:pathLst>
                <a:path w="9767" h="5514" extrusionOk="0">
                  <a:moveTo>
                    <a:pt x="7971" y="1387"/>
                  </a:moveTo>
                  <a:cubicBezTo>
                    <a:pt x="8192" y="1387"/>
                    <a:pt x="8349" y="1544"/>
                    <a:pt x="8349" y="1733"/>
                  </a:cubicBezTo>
                  <a:lnTo>
                    <a:pt x="8349" y="3813"/>
                  </a:lnTo>
                  <a:cubicBezTo>
                    <a:pt x="8349" y="4033"/>
                    <a:pt x="8192" y="4191"/>
                    <a:pt x="7971" y="4191"/>
                  </a:cubicBezTo>
                  <a:lnTo>
                    <a:pt x="1765" y="4191"/>
                  </a:lnTo>
                  <a:cubicBezTo>
                    <a:pt x="1576" y="4191"/>
                    <a:pt x="1418" y="4033"/>
                    <a:pt x="1418" y="3813"/>
                  </a:cubicBezTo>
                  <a:lnTo>
                    <a:pt x="1418" y="1733"/>
                  </a:lnTo>
                  <a:cubicBezTo>
                    <a:pt x="1418" y="1544"/>
                    <a:pt x="1576" y="1387"/>
                    <a:pt x="1765" y="1387"/>
                  </a:cubicBezTo>
                  <a:close/>
                  <a:moveTo>
                    <a:pt x="1040" y="0"/>
                  </a:moveTo>
                  <a:cubicBezTo>
                    <a:pt x="473" y="0"/>
                    <a:pt x="32" y="473"/>
                    <a:pt x="32" y="1040"/>
                  </a:cubicBezTo>
                  <a:lnTo>
                    <a:pt x="32" y="4506"/>
                  </a:lnTo>
                  <a:cubicBezTo>
                    <a:pt x="0" y="5073"/>
                    <a:pt x="473" y="5514"/>
                    <a:pt x="1040" y="5514"/>
                  </a:cubicBezTo>
                  <a:lnTo>
                    <a:pt x="8727" y="5514"/>
                  </a:lnTo>
                  <a:cubicBezTo>
                    <a:pt x="9326" y="5514"/>
                    <a:pt x="9767" y="5041"/>
                    <a:pt x="9767" y="4506"/>
                  </a:cubicBezTo>
                  <a:lnTo>
                    <a:pt x="9767" y="1040"/>
                  </a:lnTo>
                  <a:cubicBezTo>
                    <a:pt x="9767" y="442"/>
                    <a:pt x="9294" y="0"/>
                    <a:pt x="872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32" name="Google Shape;8332;p70"/>
            <p:cNvSpPr/>
            <p:nvPr/>
          </p:nvSpPr>
          <p:spPr>
            <a:xfrm>
              <a:off x="3030250" y="3419450"/>
              <a:ext cx="34675" cy="68550"/>
            </a:xfrm>
            <a:custGeom>
              <a:avLst/>
              <a:gdLst/>
              <a:ahLst/>
              <a:cxnLst/>
              <a:rect l="l" t="t" r="r" b="b"/>
              <a:pathLst>
                <a:path w="1387" h="2742" extrusionOk="0">
                  <a:moveTo>
                    <a:pt x="0" y="1"/>
                  </a:moveTo>
                  <a:lnTo>
                    <a:pt x="0" y="2742"/>
                  </a:lnTo>
                  <a:lnTo>
                    <a:pt x="1040" y="2742"/>
                  </a:lnTo>
                  <a:cubicBezTo>
                    <a:pt x="1229" y="2742"/>
                    <a:pt x="1386" y="2584"/>
                    <a:pt x="1386" y="2395"/>
                  </a:cubicBezTo>
                  <a:lnTo>
                    <a:pt x="1386" y="347"/>
                  </a:lnTo>
                  <a:cubicBezTo>
                    <a:pt x="1386" y="158"/>
                    <a:pt x="1229" y="1"/>
                    <a:pt x="104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33" name="Google Shape;8333;p70"/>
            <p:cNvSpPr/>
            <p:nvPr/>
          </p:nvSpPr>
          <p:spPr>
            <a:xfrm>
              <a:off x="2856175" y="3294225"/>
              <a:ext cx="122100" cy="73275"/>
            </a:xfrm>
            <a:custGeom>
              <a:avLst/>
              <a:gdLst/>
              <a:ahLst/>
              <a:cxnLst/>
              <a:rect l="l" t="t" r="r" b="b"/>
              <a:pathLst>
                <a:path w="4884" h="2931" extrusionOk="0">
                  <a:moveTo>
                    <a:pt x="820" y="0"/>
                  </a:moveTo>
                  <a:cubicBezTo>
                    <a:pt x="316" y="473"/>
                    <a:pt x="0" y="1103"/>
                    <a:pt x="0" y="1828"/>
                  </a:cubicBezTo>
                  <a:lnTo>
                    <a:pt x="0" y="2552"/>
                  </a:lnTo>
                  <a:cubicBezTo>
                    <a:pt x="0" y="2773"/>
                    <a:pt x="158" y="2930"/>
                    <a:pt x="347" y="2930"/>
                  </a:cubicBezTo>
                  <a:lnTo>
                    <a:pt x="4506" y="2930"/>
                  </a:lnTo>
                  <a:cubicBezTo>
                    <a:pt x="4726" y="2930"/>
                    <a:pt x="4884" y="2773"/>
                    <a:pt x="4884" y="2552"/>
                  </a:cubicBezTo>
                  <a:lnTo>
                    <a:pt x="4884" y="1828"/>
                  </a:lnTo>
                  <a:cubicBezTo>
                    <a:pt x="4884" y="1103"/>
                    <a:pt x="4569" y="441"/>
                    <a:pt x="4033" y="0"/>
                  </a:cubicBezTo>
                  <a:cubicBezTo>
                    <a:pt x="3655" y="473"/>
                    <a:pt x="3088" y="788"/>
                    <a:pt x="2426" y="788"/>
                  </a:cubicBezTo>
                  <a:cubicBezTo>
                    <a:pt x="1765" y="788"/>
                    <a:pt x="1198" y="473"/>
                    <a:pt x="82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334" name="Google Shape;8334;p70"/>
          <p:cNvGrpSpPr/>
          <p:nvPr/>
        </p:nvGrpSpPr>
        <p:grpSpPr>
          <a:xfrm>
            <a:off x="10055769" y="2630289"/>
            <a:ext cx="410903" cy="464763"/>
            <a:chOff x="2786075" y="3591800"/>
            <a:chExt cx="260725" cy="294900"/>
          </a:xfrm>
        </p:grpSpPr>
        <p:sp>
          <p:nvSpPr>
            <p:cNvPr id="8335" name="Google Shape;8335;p70"/>
            <p:cNvSpPr/>
            <p:nvPr/>
          </p:nvSpPr>
          <p:spPr>
            <a:xfrm>
              <a:off x="2898700" y="3677000"/>
              <a:ext cx="35475" cy="35475"/>
            </a:xfrm>
            <a:custGeom>
              <a:avLst/>
              <a:gdLst/>
              <a:ahLst/>
              <a:cxnLst/>
              <a:rect l="l" t="t" r="r" b="b"/>
              <a:pathLst>
                <a:path w="1419" h="1419" extrusionOk="0">
                  <a:moveTo>
                    <a:pt x="694" y="1"/>
                  </a:moveTo>
                  <a:cubicBezTo>
                    <a:pt x="316" y="1"/>
                    <a:pt x="1" y="316"/>
                    <a:pt x="1" y="725"/>
                  </a:cubicBezTo>
                  <a:cubicBezTo>
                    <a:pt x="1" y="1103"/>
                    <a:pt x="316" y="1418"/>
                    <a:pt x="694" y="1418"/>
                  </a:cubicBezTo>
                  <a:cubicBezTo>
                    <a:pt x="1103" y="1418"/>
                    <a:pt x="1418" y="1103"/>
                    <a:pt x="1418" y="725"/>
                  </a:cubicBezTo>
                  <a:cubicBezTo>
                    <a:pt x="1418" y="316"/>
                    <a:pt x="1103" y="1"/>
                    <a:pt x="69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36" name="Google Shape;8336;p70"/>
            <p:cNvSpPr/>
            <p:nvPr/>
          </p:nvSpPr>
          <p:spPr>
            <a:xfrm>
              <a:off x="2883750" y="3729775"/>
              <a:ext cx="66975" cy="33900"/>
            </a:xfrm>
            <a:custGeom>
              <a:avLst/>
              <a:gdLst/>
              <a:ahLst/>
              <a:cxnLst/>
              <a:rect l="l" t="t" r="r" b="b"/>
              <a:pathLst>
                <a:path w="2679" h="1356" extrusionOk="0">
                  <a:moveTo>
                    <a:pt x="1323" y="1"/>
                  </a:moveTo>
                  <a:cubicBezTo>
                    <a:pt x="693" y="1"/>
                    <a:pt x="189" y="379"/>
                    <a:pt x="0" y="977"/>
                  </a:cubicBezTo>
                  <a:cubicBezTo>
                    <a:pt x="378" y="1198"/>
                    <a:pt x="819" y="1355"/>
                    <a:pt x="1323" y="1355"/>
                  </a:cubicBezTo>
                  <a:cubicBezTo>
                    <a:pt x="1796" y="1355"/>
                    <a:pt x="2269" y="1198"/>
                    <a:pt x="2678" y="977"/>
                  </a:cubicBezTo>
                  <a:cubicBezTo>
                    <a:pt x="2489" y="410"/>
                    <a:pt x="1922" y="1"/>
                    <a:pt x="132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37" name="Google Shape;8337;p70"/>
            <p:cNvSpPr/>
            <p:nvPr/>
          </p:nvSpPr>
          <p:spPr>
            <a:xfrm>
              <a:off x="2855375" y="3643150"/>
              <a:ext cx="122125" cy="98475"/>
            </a:xfrm>
            <a:custGeom>
              <a:avLst/>
              <a:gdLst/>
              <a:ahLst/>
              <a:cxnLst/>
              <a:rect l="l" t="t" r="r" b="b"/>
              <a:pathLst>
                <a:path w="4885" h="3939" extrusionOk="0">
                  <a:moveTo>
                    <a:pt x="2458" y="0"/>
                  </a:moveTo>
                  <a:cubicBezTo>
                    <a:pt x="1198" y="0"/>
                    <a:pt x="222" y="977"/>
                    <a:pt x="64" y="2079"/>
                  </a:cubicBezTo>
                  <a:cubicBezTo>
                    <a:pt x="1" y="2741"/>
                    <a:pt x="159" y="3371"/>
                    <a:pt x="600" y="3938"/>
                  </a:cubicBezTo>
                  <a:cubicBezTo>
                    <a:pt x="820" y="3529"/>
                    <a:pt x="1135" y="3214"/>
                    <a:pt x="1482" y="3025"/>
                  </a:cubicBezTo>
                  <a:cubicBezTo>
                    <a:pt x="1230" y="2772"/>
                    <a:pt x="1072" y="2426"/>
                    <a:pt x="1072" y="2079"/>
                  </a:cubicBezTo>
                  <a:cubicBezTo>
                    <a:pt x="1072" y="1323"/>
                    <a:pt x="1734" y="693"/>
                    <a:pt x="2458" y="693"/>
                  </a:cubicBezTo>
                  <a:cubicBezTo>
                    <a:pt x="3214" y="693"/>
                    <a:pt x="3845" y="1323"/>
                    <a:pt x="3845" y="2079"/>
                  </a:cubicBezTo>
                  <a:cubicBezTo>
                    <a:pt x="3845" y="2426"/>
                    <a:pt x="3687" y="2772"/>
                    <a:pt x="3435" y="3025"/>
                  </a:cubicBezTo>
                  <a:cubicBezTo>
                    <a:pt x="3845" y="3214"/>
                    <a:pt x="4128" y="3529"/>
                    <a:pt x="4317" y="3938"/>
                  </a:cubicBezTo>
                  <a:cubicBezTo>
                    <a:pt x="4695" y="3466"/>
                    <a:pt x="4853" y="2930"/>
                    <a:pt x="4853" y="2394"/>
                  </a:cubicBezTo>
                  <a:cubicBezTo>
                    <a:pt x="4884" y="1103"/>
                    <a:pt x="3813" y="0"/>
                    <a:pt x="245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38" name="Google Shape;8338;p70"/>
            <p:cNvSpPr/>
            <p:nvPr/>
          </p:nvSpPr>
          <p:spPr>
            <a:xfrm>
              <a:off x="2801050" y="3591800"/>
              <a:ext cx="229225" cy="258500"/>
            </a:xfrm>
            <a:custGeom>
              <a:avLst/>
              <a:gdLst/>
              <a:ahLst/>
              <a:cxnLst/>
              <a:rect l="l" t="t" r="r" b="b"/>
              <a:pathLst>
                <a:path w="9169" h="10340" extrusionOk="0">
                  <a:moveTo>
                    <a:pt x="4679" y="1327"/>
                  </a:moveTo>
                  <a:cubicBezTo>
                    <a:pt x="6369" y="1327"/>
                    <a:pt x="7750" y="2741"/>
                    <a:pt x="7750" y="4448"/>
                  </a:cubicBezTo>
                  <a:cubicBezTo>
                    <a:pt x="7750" y="6244"/>
                    <a:pt x="6301" y="7599"/>
                    <a:pt x="4631" y="7599"/>
                  </a:cubicBezTo>
                  <a:cubicBezTo>
                    <a:pt x="2836" y="7599"/>
                    <a:pt x="1292" y="5961"/>
                    <a:pt x="1575" y="4039"/>
                  </a:cubicBezTo>
                  <a:cubicBezTo>
                    <a:pt x="1764" y="2716"/>
                    <a:pt x="2867" y="1550"/>
                    <a:pt x="4222" y="1361"/>
                  </a:cubicBezTo>
                  <a:cubicBezTo>
                    <a:pt x="4376" y="1338"/>
                    <a:pt x="4529" y="1327"/>
                    <a:pt x="4679" y="1327"/>
                  </a:cubicBezTo>
                  <a:close/>
                  <a:moveTo>
                    <a:pt x="4597" y="0"/>
                  </a:moveTo>
                  <a:cubicBezTo>
                    <a:pt x="4401" y="0"/>
                    <a:pt x="4202" y="13"/>
                    <a:pt x="4001" y="38"/>
                  </a:cubicBezTo>
                  <a:cubicBezTo>
                    <a:pt x="1985" y="290"/>
                    <a:pt x="378" y="1928"/>
                    <a:pt x="158" y="3913"/>
                  </a:cubicBezTo>
                  <a:cubicBezTo>
                    <a:pt x="0" y="5110"/>
                    <a:pt x="315" y="6244"/>
                    <a:pt x="1008" y="7189"/>
                  </a:cubicBezTo>
                  <a:cubicBezTo>
                    <a:pt x="1197" y="7473"/>
                    <a:pt x="1449" y="7756"/>
                    <a:pt x="1670" y="7945"/>
                  </a:cubicBezTo>
                  <a:lnTo>
                    <a:pt x="4411" y="10277"/>
                  </a:lnTo>
                  <a:cubicBezTo>
                    <a:pt x="4474" y="10308"/>
                    <a:pt x="4568" y="10340"/>
                    <a:pt x="4631" y="10340"/>
                  </a:cubicBezTo>
                  <a:cubicBezTo>
                    <a:pt x="4726" y="10340"/>
                    <a:pt x="4789" y="10308"/>
                    <a:pt x="4883" y="10277"/>
                  </a:cubicBezTo>
                  <a:lnTo>
                    <a:pt x="7593" y="7945"/>
                  </a:lnTo>
                  <a:cubicBezTo>
                    <a:pt x="7845" y="7756"/>
                    <a:pt x="8065" y="7473"/>
                    <a:pt x="8254" y="7189"/>
                  </a:cubicBezTo>
                  <a:cubicBezTo>
                    <a:pt x="8853" y="6402"/>
                    <a:pt x="9168" y="5457"/>
                    <a:pt x="9168" y="4480"/>
                  </a:cubicBezTo>
                  <a:cubicBezTo>
                    <a:pt x="9139" y="1996"/>
                    <a:pt x="7104" y="0"/>
                    <a:pt x="459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39" name="Google Shape;8339;p70"/>
            <p:cNvSpPr/>
            <p:nvPr/>
          </p:nvSpPr>
          <p:spPr>
            <a:xfrm>
              <a:off x="2786075" y="3800675"/>
              <a:ext cx="260725" cy="86025"/>
            </a:xfrm>
            <a:custGeom>
              <a:avLst/>
              <a:gdLst/>
              <a:ahLst/>
              <a:cxnLst/>
              <a:rect l="l" t="t" r="r" b="b"/>
              <a:pathLst>
                <a:path w="10429" h="3441" extrusionOk="0">
                  <a:moveTo>
                    <a:pt x="1702" y="0"/>
                  </a:moveTo>
                  <a:cubicBezTo>
                    <a:pt x="1576" y="0"/>
                    <a:pt x="1513" y="63"/>
                    <a:pt x="1418" y="189"/>
                  </a:cubicBezTo>
                  <a:lnTo>
                    <a:pt x="32" y="2930"/>
                  </a:lnTo>
                  <a:cubicBezTo>
                    <a:pt x="1" y="3056"/>
                    <a:pt x="1" y="3213"/>
                    <a:pt x="32" y="3308"/>
                  </a:cubicBezTo>
                  <a:cubicBezTo>
                    <a:pt x="95" y="3371"/>
                    <a:pt x="190" y="3434"/>
                    <a:pt x="316" y="3434"/>
                  </a:cubicBezTo>
                  <a:lnTo>
                    <a:pt x="10019" y="3434"/>
                  </a:lnTo>
                  <a:cubicBezTo>
                    <a:pt x="10045" y="3438"/>
                    <a:pt x="10070" y="3440"/>
                    <a:pt x="10093" y="3440"/>
                  </a:cubicBezTo>
                  <a:cubicBezTo>
                    <a:pt x="10241" y="3440"/>
                    <a:pt x="10338" y="3362"/>
                    <a:pt x="10366" y="3308"/>
                  </a:cubicBezTo>
                  <a:cubicBezTo>
                    <a:pt x="10429" y="3182"/>
                    <a:pt x="10429" y="3056"/>
                    <a:pt x="10366" y="2930"/>
                  </a:cubicBezTo>
                  <a:lnTo>
                    <a:pt x="8979" y="189"/>
                  </a:lnTo>
                  <a:cubicBezTo>
                    <a:pt x="8948" y="63"/>
                    <a:pt x="8822" y="32"/>
                    <a:pt x="8696" y="0"/>
                  </a:cubicBezTo>
                  <a:lnTo>
                    <a:pt x="8601" y="95"/>
                  </a:lnTo>
                  <a:lnTo>
                    <a:pt x="5860" y="2426"/>
                  </a:lnTo>
                  <a:cubicBezTo>
                    <a:pt x="5671" y="2583"/>
                    <a:pt x="5451" y="2678"/>
                    <a:pt x="5199" y="2678"/>
                  </a:cubicBezTo>
                  <a:cubicBezTo>
                    <a:pt x="4978" y="2678"/>
                    <a:pt x="4726" y="2583"/>
                    <a:pt x="4537" y="2426"/>
                  </a:cubicBezTo>
                  <a:lnTo>
                    <a:pt x="1828" y="95"/>
                  </a:lnTo>
                  <a:lnTo>
                    <a:pt x="170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340" name="Google Shape;8340;p70"/>
          <p:cNvGrpSpPr/>
          <p:nvPr/>
        </p:nvGrpSpPr>
        <p:grpSpPr>
          <a:xfrm>
            <a:off x="10109765" y="3224593"/>
            <a:ext cx="302907" cy="466772"/>
            <a:chOff x="2819150" y="3955025"/>
            <a:chExt cx="192200" cy="296175"/>
          </a:xfrm>
        </p:grpSpPr>
        <p:sp>
          <p:nvSpPr>
            <p:cNvPr id="8341" name="Google Shape;8341;p70"/>
            <p:cNvSpPr/>
            <p:nvPr/>
          </p:nvSpPr>
          <p:spPr>
            <a:xfrm>
              <a:off x="2856175" y="4007025"/>
              <a:ext cx="122100" cy="70125"/>
            </a:xfrm>
            <a:custGeom>
              <a:avLst/>
              <a:gdLst/>
              <a:ahLst/>
              <a:cxnLst/>
              <a:rect l="l" t="t" r="r" b="b"/>
              <a:pathLst>
                <a:path w="4884" h="2805" extrusionOk="0">
                  <a:moveTo>
                    <a:pt x="1324" y="0"/>
                  </a:moveTo>
                  <a:cubicBezTo>
                    <a:pt x="631" y="0"/>
                    <a:pt x="127" y="725"/>
                    <a:pt x="347" y="1386"/>
                  </a:cubicBezTo>
                  <a:lnTo>
                    <a:pt x="599" y="2080"/>
                  </a:lnTo>
                  <a:lnTo>
                    <a:pt x="379" y="2080"/>
                  </a:lnTo>
                  <a:cubicBezTo>
                    <a:pt x="158" y="2080"/>
                    <a:pt x="0" y="2237"/>
                    <a:pt x="0" y="2458"/>
                  </a:cubicBezTo>
                  <a:cubicBezTo>
                    <a:pt x="0" y="2647"/>
                    <a:pt x="158" y="2804"/>
                    <a:pt x="347" y="2804"/>
                  </a:cubicBezTo>
                  <a:lnTo>
                    <a:pt x="4506" y="2804"/>
                  </a:lnTo>
                  <a:cubicBezTo>
                    <a:pt x="4726" y="2804"/>
                    <a:pt x="4884" y="2647"/>
                    <a:pt x="4884" y="2458"/>
                  </a:cubicBezTo>
                  <a:cubicBezTo>
                    <a:pt x="4884" y="2237"/>
                    <a:pt x="4726" y="2080"/>
                    <a:pt x="4506" y="2080"/>
                  </a:cubicBezTo>
                  <a:lnTo>
                    <a:pt x="4317" y="2080"/>
                  </a:lnTo>
                  <a:lnTo>
                    <a:pt x="4569" y="1386"/>
                  </a:lnTo>
                  <a:cubicBezTo>
                    <a:pt x="4789" y="725"/>
                    <a:pt x="4285" y="0"/>
                    <a:pt x="359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42" name="Google Shape;8342;p70"/>
            <p:cNvSpPr/>
            <p:nvPr/>
          </p:nvSpPr>
          <p:spPr>
            <a:xfrm>
              <a:off x="2819150" y="4180300"/>
              <a:ext cx="192200" cy="70900"/>
            </a:xfrm>
            <a:custGeom>
              <a:avLst/>
              <a:gdLst/>
              <a:ahLst/>
              <a:cxnLst/>
              <a:rect l="l" t="t" r="r" b="b"/>
              <a:pathLst>
                <a:path w="7688" h="2836" extrusionOk="0">
                  <a:moveTo>
                    <a:pt x="1418" y="0"/>
                  </a:moveTo>
                  <a:cubicBezTo>
                    <a:pt x="1040" y="0"/>
                    <a:pt x="725" y="315"/>
                    <a:pt x="725" y="725"/>
                  </a:cubicBezTo>
                  <a:lnTo>
                    <a:pt x="725" y="1418"/>
                  </a:lnTo>
                  <a:cubicBezTo>
                    <a:pt x="316" y="1418"/>
                    <a:pt x="1" y="1733"/>
                    <a:pt x="1" y="2143"/>
                  </a:cubicBezTo>
                  <a:lnTo>
                    <a:pt x="1" y="2489"/>
                  </a:lnTo>
                  <a:cubicBezTo>
                    <a:pt x="1" y="2678"/>
                    <a:pt x="158" y="2836"/>
                    <a:pt x="379" y="2836"/>
                  </a:cubicBezTo>
                  <a:lnTo>
                    <a:pt x="7310" y="2836"/>
                  </a:lnTo>
                  <a:cubicBezTo>
                    <a:pt x="7530" y="2804"/>
                    <a:pt x="7688" y="2678"/>
                    <a:pt x="7688" y="2489"/>
                  </a:cubicBezTo>
                  <a:lnTo>
                    <a:pt x="7688" y="2143"/>
                  </a:lnTo>
                  <a:cubicBezTo>
                    <a:pt x="7688" y="1733"/>
                    <a:pt x="7373" y="1418"/>
                    <a:pt x="6995" y="1418"/>
                  </a:cubicBezTo>
                  <a:lnTo>
                    <a:pt x="6995" y="725"/>
                  </a:lnTo>
                  <a:cubicBezTo>
                    <a:pt x="6995" y="315"/>
                    <a:pt x="6680" y="0"/>
                    <a:pt x="627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43" name="Google Shape;8343;p70"/>
            <p:cNvSpPr/>
            <p:nvPr/>
          </p:nvSpPr>
          <p:spPr>
            <a:xfrm>
              <a:off x="2882950" y="3955025"/>
              <a:ext cx="68550" cy="35475"/>
            </a:xfrm>
            <a:custGeom>
              <a:avLst/>
              <a:gdLst/>
              <a:ahLst/>
              <a:cxnLst/>
              <a:rect l="l" t="t" r="r" b="b"/>
              <a:pathLst>
                <a:path w="2742" h="1419" extrusionOk="0">
                  <a:moveTo>
                    <a:pt x="1355" y="1"/>
                  </a:moveTo>
                  <a:cubicBezTo>
                    <a:pt x="1166" y="1"/>
                    <a:pt x="1009" y="158"/>
                    <a:pt x="1009" y="348"/>
                  </a:cubicBezTo>
                  <a:lnTo>
                    <a:pt x="1009" y="726"/>
                  </a:lnTo>
                  <a:cubicBezTo>
                    <a:pt x="568" y="820"/>
                    <a:pt x="221" y="1072"/>
                    <a:pt x="1" y="1419"/>
                  </a:cubicBezTo>
                  <a:lnTo>
                    <a:pt x="2742" y="1419"/>
                  </a:lnTo>
                  <a:cubicBezTo>
                    <a:pt x="2521" y="1104"/>
                    <a:pt x="2111" y="852"/>
                    <a:pt x="1733" y="726"/>
                  </a:cubicBezTo>
                  <a:lnTo>
                    <a:pt x="1733" y="348"/>
                  </a:lnTo>
                  <a:cubicBezTo>
                    <a:pt x="1670" y="158"/>
                    <a:pt x="1513" y="1"/>
                    <a:pt x="135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44" name="Google Shape;8344;p70"/>
            <p:cNvSpPr/>
            <p:nvPr/>
          </p:nvSpPr>
          <p:spPr>
            <a:xfrm>
              <a:off x="2856975" y="4093650"/>
              <a:ext cx="118950" cy="70125"/>
            </a:xfrm>
            <a:custGeom>
              <a:avLst/>
              <a:gdLst/>
              <a:ahLst/>
              <a:cxnLst/>
              <a:rect l="l" t="t" r="r" b="b"/>
              <a:pathLst>
                <a:path w="4758" h="2805" extrusionOk="0">
                  <a:moveTo>
                    <a:pt x="473" y="1"/>
                  </a:moveTo>
                  <a:lnTo>
                    <a:pt x="0" y="2805"/>
                  </a:lnTo>
                  <a:lnTo>
                    <a:pt x="4757" y="2805"/>
                  </a:lnTo>
                  <a:lnTo>
                    <a:pt x="428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345" name="Google Shape;8345;p70"/>
          <p:cNvGrpSpPr/>
          <p:nvPr/>
        </p:nvGrpSpPr>
        <p:grpSpPr>
          <a:xfrm>
            <a:off x="8274797" y="3845390"/>
            <a:ext cx="465511" cy="464289"/>
            <a:chOff x="4629125" y="3235150"/>
            <a:chExt cx="295375" cy="294600"/>
          </a:xfrm>
        </p:grpSpPr>
        <p:sp>
          <p:nvSpPr>
            <p:cNvPr id="8346" name="Google Shape;8346;p70"/>
            <p:cNvSpPr/>
            <p:nvPr/>
          </p:nvSpPr>
          <p:spPr>
            <a:xfrm>
              <a:off x="4696850" y="3391100"/>
              <a:ext cx="35475" cy="35475"/>
            </a:xfrm>
            <a:custGeom>
              <a:avLst/>
              <a:gdLst/>
              <a:ahLst/>
              <a:cxnLst/>
              <a:rect l="l" t="t" r="r" b="b"/>
              <a:pathLst>
                <a:path w="1419" h="1419" extrusionOk="0">
                  <a:moveTo>
                    <a:pt x="725" y="1"/>
                  </a:moveTo>
                  <a:cubicBezTo>
                    <a:pt x="316" y="1"/>
                    <a:pt x="1" y="316"/>
                    <a:pt x="1" y="694"/>
                  </a:cubicBezTo>
                  <a:cubicBezTo>
                    <a:pt x="64" y="1103"/>
                    <a:pt x="316" y="1418"/>
                    <a:pt x="725" y="1418"/>
                  </a:cubicBezTo>
                  <a:cubicBezTo>
                    <a:pt x="1103" y="1418"/>
                    <a:pt x="1418" y="1103"/>
                    <a:pt x="1418" y="694"/>
                  </a:cubicBezTo>
                  <a:cubicBezTo>
                    <a:pt x="1418" y="316"/>
                    <a:pt x="1103" y="1"/>
                    <a:pt x="72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47" name="Google Shape;8347;p70"/>
            <p:cNvSpPr/>
            <p:nvPr/>
          </p:nvSpPr>
          <p:spPr>
            <a:xfrm>
              <a:off x="4680300" y="3443875"/>
              <a:ext cx="69350" cy="34675"/>
            </a:xfrm>
            <a:custGeom>
              <a:avLst/>
              <a:gdLst/>
              <a:ahLst/>
              <a:cxnLst/>
              <a:rect l="l" t="t" r="r" b="b"/>
              <a:pathLst>
                <a:path w="2774" h="1387" extrusionOk="0">
                  <a:moveTo>
                    <a:pt x="1387" y="0"/>
                  </a:moveTo>
                  <a:cubicBezTo>
                    <a:pt x="631" y="0"/>
                    <a:pt x="1" y="630"/>
                    <a:pt x="1" y="1387"/>
                  </a:cubicBezTo>
                  <a:lnTo>
                    <a:pt x="2773" y="1387"/>
                  </a:lnTo>
                  <a:cubicBezTo>
                    <a:pt x="2773" y="630"/>
                    <a:pt x="2175" y="0"/>
                    <a:pt x="138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48" name="Google Shape;8348;p70"/>
            <p:cNvSpPr/>
            <p:nvPr/>
          </p:nvSpPr>
          <p:spPr>
            <a:xfrm>
              <a:off x="4629125" y="3339900"/>
              <a:ext cx="295375" cy="189850"/>
            </a:xfrm>
            <a:custGeom>
              <a:avLst/>
              <a:gdLst/>
              <a:ahLst/>
              <a:cxnLst/>
              <a:rect l="l" t="t" r="r" b="b"/>
              <a:pathLst>
                <a:path w="11815" h="7594" extrusionOk="0">
                  <a:moveTo>
                    <a:pt x="10050" y="2080"/>
                  </a:moveTo>
                  <a:cubicBezTo>
                    <a:pt x="10239" y="2080"/>
                    <a:pt x="10397" y="2238"/>
                    <a:pt x="10397" y="2427"/>
                  </a:cubicBezTo>
                  <a:cubicBezTo>
                    <a:pt x="10397" y="2616"/>
                    <a:pt x="10239" y="2773"/>
                    <a:pt x="10050" y="2773"/>
                  </a:cubicBezTo>
                  <a:lnTo>
                    <a:pt x="6553" y="2773"/>
                  </a:lnTo>
                  <a:cubicBezTo>
                    <a:pt x="6333" y="2773"/>
                    <a:pt x="6175" y="2616"/>
                    <a:pt x="6175" y="2427"/>
                  </a:cubicBezTo>
                  <a:cubicBezTo>
                    <a:pt x="6175" y="2238"/>
                    <a:pt x="6333" y="2080"/>
                    <a:pt x="6553" y="2080"/>
                  </a:cubicBezTo>
                  <a:close/>
                  <a:moveTo>
                    <a:pt x="10050" y="3466"/>
                  </a:moveTo>
                  <a:cubicBezTo>
                    <a:pt x="10239" y="3466"/>
                    <a:pt x="10397" y="3624"/>
                    <a:pt x="10397" y="3813"/>
                  </a:cubicBezTo>
                  <a:cubicBezTo>
                    <a:pt x="10397" y="4002"/>
                    <a:pt x="10239" y="4159"/>
                    <a:pt x="10050" y="4159"/>
                  </a:cubicBezTo>
                  <a:lnTo>
                    <a:pt x="6553" y="4159"/>
                  </a:lnTo>
                  <a:cubicBezTo>
                    <a:pt x="6333" y="4159"/>
                    <a:pt x="6175" y="4002"/>
                    <a:pt x="6175" y="3813"/>
                  </a:cubicBezTo>
                  <a:cubicBezTo>
                    <a:pt x="6175" y="3624"/>
                    <a:pt x="6333" y="3466"/>
                    <a:pt x="6553" y="3466"/>
                  </a:cubicBezTo>
                  <a:close/>
                  <a:moveTo>
                    <a:pt x="10050" y="4821"/>
                  </a:moveTo>
                  <a:cubicBezTo>
                    <a:pt x="10239" y="4821"/>
                    <a:pt x="10397" y="4978"/>
                    <a:pt x="10397" y="5199"/>
                  </a:cubicBezTo>
                  <a:cubicBezTo>
                    <a:pt x="10397" y="5388"/>
                    <a:pt x="10239" y="5546"/>
                    <a:pt x="10050" y="5546"/>
                  </a:cubicBezTo>
                  <a:lnTo>
                    <a:pt x="6553" y="5546"/>
                  </a:lnTo>
                  <a:cubicBezTo>
                    <a:pt x="6333" y="5546"/>
                    <a:pt x="6175" y="5388"/>
                    <a:pt x="6175" y="5199"/>
                  </a:cubicBezTo>
                  <a:cubicBezTo>
                    <a:pt x="6175" y="4978"/>
                    <a:pt x="6333" y="4821"/>
                    <a:pt x="6553" y="4821"/>
                  </a:cubicBezTo>
                  <a:close/>
                  <a:moveTo>
                    <a:pt x="3403" y="1418"/>
                  </a:moveTo>
                  <a:cubicBezTo>
                    <a:pt x="4127" y="1418"/>
                    <a:pt x="4757" y="2049"/>
                    <a:pt x="4757" y="2773"/>
                  </a:cubicBezTo>
                  <a:cubicBezTo>
                    <a:pt x="4757" y="3151"/>
                    <a:pt x="4600" y="3498"/>
                    <a:pt x="4379" y="3718"/>
                  </a:cubicBezTo>
                  <a:cubicBezTo>
                    <a:pt x="5009" y="4065"/>
                    <a:pt x="5451" y="4758"/>
                    <a:pt x="5451" y="5546"/>
                  </a:cubicBezTo>
                  <a:lnTo>
                    <a:pt x="5451" y="5892"/>
                  </a:lnTo>
                  <a:lnTo>
                    <a:pt x="5514" y="5892"/>
                  </a:lnTo>
                  <a:cubicBezTo>
                    <a:pt x="5514" y="6081"/>
                    <a:pt x="5356" y="6239"/>
                    <a:pt x="5167" y="6239"/>
                  </a:cubicBezTo>
                  <a:lnTo>
                    <a:pt x="1701" y="6239"/>
                  </a:lnTo>
                  <a:cubicBezTo>
                    <a:pt x="1512" y="6239"/>
                    <a:pt x="1355" y="6081"/>
                    <a:pt x="1355" y="5892"/>
                  </a:cubicBezTo>
                  <a:lnTo>
                    <a:pt x="1355" y="5546"/>
                  </a:lnTo>
                  <a:cubicBezTo>
                    <a:pt x="1355" y="4758"/>
                    <a:pt x="1764" y="4096"/>
                    <a:pt x="2395" y="3718"/>
                  </a:cubicBezTo>
                  <a:cubicBezTo>
                    <a:pt x="2174" y="3498"/>
                    <a:pt x="2016" y="3151"/>
                    <a:pt x="2016" y="2773"/>
                  </a:cubicBezTo>
                  <a:cubicBezTo>
                    <a:pt x="2016" y="2049"/>
                    <a:pt x="2647" y="1418"/>
                    <a:pt x="3403" y="1418"/>
                  </a:cubicBezTo>
                  <a:close/>
                  <a:moveTo>
                    <a:pt x="1040" y="1"/>
                  </a:moveTo>
                  <a:cubicBezTo>
                    <a:pt x="441" y="1"/>
                    <a:pt x="0" y="473"/>
                    <a:pt x="0" y="1009"/>
                  </a:cubicBezTo>
                  <a:lnTo>
                    <a:pt x="0" y="6554"/>
                  </a:lnTo>
                  <a:cubicBezTo>
                    <a:pt x="0" y="7152"/>
                    <a:pt x="473" y="7593"/>
                    <a:pt x="1040" y="7593"/>
                  </a:cubicBezTo>
                  <a:lnTo>
                    <a:pt x="10806" y="7593"/>
                  </a:lnTo>
                  <a:cubicBezTo>
                    <a:pt x="11373" y="7593"/>
                    <a:pt x="11815" y="7121"/>
                    <a:pt x="11815" y="6554"/>
                  </a:cubicBezTo>
                  <a:lnTo>
                    <a:pt x="11815" y="1009"/>
                  </a:lnTo>
                  <a:cubicBezTo>
                    <a:pt x="11783" y="473"/>
                    <a:pt x="11310" y="1"/>
                    <a:pt x="10743" y="1"/>
                  </a:cubicBezTo>
                  <a:lnTo>
                    <a:pt x="7593" y="1"/>
                  </a:lnTo>
                  <a:lnTo>
                    <a:pt x="7593" y="347"/>
                  </a:lnTo>
                  <a:cubicBezTo>
                    <a:pt x="7593" y="946"/>
                    <a:pt x="7120" y="1355"/>
                    <a:pt x="6585" y="1355"/>
                  </a:cubicBezTo>
                  <a:lnTo>
                    <a:pt x="5198" y="1355"/>
                  </a:lnTo>
                  <a:cubicBezTo>
                    <a:pt x="4600" y="1355"/>
                    <a:pt x="4190" y="883"/>
                    <a:pt x="4190" y="347"/>
                  </a:cubicBezTo>
                  <a:lnTo>
                    <a:pt x="419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49" name="Google Shape;8349;p70"/>
            <p:cNvSpPr/>
            <p:nvPr/>
          </p:nvSpPr>
          <p:spPr>
            <a:xfrm>
              <a:off x="4714975" y="3287125"/>
              <a:ext cx="122100" cy="70125"/>
            </a:xfrm>
            <a:custGeom>
              <a:avLst/>
              <a:gdLst/>
              <a:ahLst/>
              <a:cxnLst/>
              <a:rect l="l" t="t" r="r" b="b"/>
              <a:pathLst>
                <a:path w="4884" h="2805" extrusionOk="0">
                  <a:moveTo>
                    <a:pt x="693" y="1"/>
                  </a:moveTo>
                  <a:cubicBezTo>
                    <a:pt x="315" y="1"/>
                    <a:pt x="0" y="316"/>
                    <a:pt x="0" y="725"/>
                  </a:cubicBezTo>
                  <a:cubicBezTo>
                    <a:pt x="0" y="1104"/>
                    <a:pt x="315" y="1419"/>
                    <a:pt x="693" y="1419"/>
                  </a:cubicBezTo>
                  <a:lnTo>
                    <a:pt x="1418" y="1419"/>
                  </a:lnTo>
                  <a:lnTo>
                    <a:pt x="1418" y="2458"/>
                  </a:lnTo>
                  <a:cubicBezTo>
                    <a:pt x="1386" y="2647"/>
                    <a:pt x="1544" y="2805"/>
                    <a:pt x="1733" y="2805"/>
                  </a:cubicBezTo>
                  <a:lnTo>
                    <a:pt x="3119" y="2805"/>
                  </a:lnTo>
                  <a:cubicBezTo>
                    <a:pt x="3308" y="2805"/>
                    <a:pt x="3466" y="2647"/>
                    <a:pt x="3466" y="2458"/>
                  </a:cubicBezTo>
                  <a:lnTo>
                    <a:pt x="3466" y="1419"/>
                  </a:lnTo>
                  <a:lnTo>
                    <a:pt x="4159" y="1419"/>
                  </a:lnTo>
                  <a:cubicBezTo>
                    <a:pt x="4568" y="1419"/>
                    <a:pt x="4883" y="1104"/>
                    <a:pt x="4883" y="725"/>
                  </a:cubicBezTo>
                  <a:cubicBezTo>
                    <a:pt x="4883" y="316"/>
                    <a:pt x="4568" y="1"/>
                    <a:pt x="415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50" name="Google Shape;8350;p70"/>
            <p:cNvSpPr/>
            <p:nvPr/>
          </p:nvSpPr>
          <p:spPr>
            <a:xfrm>
              <a:off x="4732300" y="3235150"/>
              <a:ext cx="86650" cy="35475"/>
            </a:xfrm>
            <a:custGeom>
              <a:avLst/>
              <a:gdLst/>
              <a:ahLst/>
              <a:cxnLst/>
              <a:rect l="l" t="t" r="r" b="b"/>
              <a:pathLst>
                <a:path w="3466" h="1419" extrusionOk="0">
                  <a:moveTo>
                    <a:pt x="378" y="1"/>
                  </a:moveTo>
                  <a:cubicBezTo>
                    <a:pt x="158" y="1"/>
                    <a:pt x="0" y="158"/>
                    <a:pt x="0" y="347"/>
                  </a:cubicBezTo>
                  <a:lnTo>
                    <a:pt x="0" y="1418"/>
                  </a:lnTo>
                  <a:lnTo>
                    <a:pt x="3466" y="1418"/>
                  </a:lnTo>
                  <a:lnTo>
                    <a:pt x="3466" y="347"/>
                  </a:lnTo>
                  <a:cubicBezTo>
                    <a:pt x="3466" y="158"/>
                    <a:pt x="3308" y="1"/>
                    <a:pt x="311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351" name="Google Shape;8351;p70"/>
          <p:cNvGrpSpPr/>
          <p:nvPr/>
        </p:nvGrpSpPr>
        <p:grpSpPr>
          <a:xfrm>
            <a:off x="8274777" y="4442101"/>
            <a:ext cx="465551" cy="465511"/>
            <a:chOff x="4628325" y="3599825"/>
            <a:chExt cx="295400" cy="295375"/>
          </a:xfrm>
        </p:grpSpPr>
        <p:sp>
          <p:nvSpPr>
            <p:cNvPr id="8352" name="Google Shape;8352;p70"/>
            <p:cNvSpPr/>
            <p:nvPr/>
          </p:nvSpPr>
          <p:spPr>
            <a:xfrm>
              <a:off x="4679525" y="3686450"/>
              <a:ext cx="17350" cy="86675"/>
            </a:xfrm>
            <a:custGeom>
              <a:avLst/>
              <a:gdLst/>
              <a:ahLst/>
              <a:cxnLst/>
              <a:rect l="l" t="t" r="r" b="b"/>
              <a:pathLst>
                <a:path w="694" h="3467" extrusionOk="0">
                  <a:moveTo>
                    <a:pt x="0" y="1"/>
                  </a:moveTo>
                  <a:lnTo>
                    <a:pt x="0" y="3466"/>
                  </a:lnTo>
                  <a:lnTo>
                    <a:pt x="694" y="3466"/>
                  </a:lnTo>
                  <a:lnTo>
                    <a:pt x="69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53" name="Google Shape;8353;p70"/>
            <p:cNvSpPr/>
            <p:nvPr/>
          </p:nvSpPr>
          <p:spPr>
            <a:xfrm>
              <a:off x="4854375" y="3686450"/>
              <a:ext cx="18150" cy="86675"/>
            </a:xfrm>
            <a:custGeom>
              <a:avLst/>
              <a:gdLst/>
              <a:ahLst/>
              <a:cxnLst/>
              <a:rect l="l" t="t" r="r" b="b"/>
              <a:pathLst>
                <a:path w="726" h="3467" extrusionOk="0">
                  <a:moveTo>
                    <a:pt x="1" y="1"/>
                  </a:moveTo>
                  <a:lnTo>
                    <a:pt x="1" y="3466"/>
                  </a:lnTo>
                  <a:lnTo>
                    <a:pt x="725" y="3466"/>
                  </a:lnTo>
                  <a:lnTo>
                    <a:pt x="72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54" name="Google Shape;8354;p70"/>
            <p:cNvSpPr/>
            <p:nvPr/>
          </p:nvSpPr>
          <p:spPr>
            <a:xfrm>
              <a:off x="4679525" y="3790425"/>
              <a:ext cx="17350" cy="104000"/>
            </a:xfrm>
            <a:custGeom>
              <a:avLst/>
              <a:gdLst/>
              <a:ahLst/>
              <a:cxnLst/>
              <a:rect l="l" t="t" r="r" b="b"/>
              <a:pathLst>
                <a:path w="694" h="4160" extrusionOk="0">
                  <a:moveTo>
                    <a:pt x="0" y="0"/>
                  </a:moveTo>
                  <a:lnTo>
                    <a:pt x="0" y="4159"/>
                  </a:lnTo>
                  <a:lnTo>
                    <a:pt x="694" y="4159"/>
                  </a:lnTo>
                  <a:lnTo>
                    <a:pt x="69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55" name="Google Shape;8355;p70"/>
            <p:cNvSpPr/>
            <p:nvPr/>
          </p:nvSpPr>
          <p:spPr>
            <a:xfrm>
              <a:off x="4854375" y="3790425"/>
              <a:ext cx="18150" cy="104000"/>
            </a:xfrm>
            <a:custGeom>
              <a:avLst/>
              <a:gdLst/>
              <a:ahLst/>
              <a:cxnLst/>
              <a:rect l="l" t="t" r="r" b="b"/>
              <a:pathLst>
                <a:path w="726" h="4160" extrusionOk="0">
                  <a:moveTo>
                    <a:pt x="1" y="0"/>
                  </a:moveTo>
                  <a:lnTo>
                    <a:pt x="1" y="4159"/>
                  </a:lnTo>
                  <a:lnTo>
                    <a:pt x="725" y="4159"/>
                  </a:lnTo>
                  <a:lnTo>
                    <a:pt x="72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56" name="Google Shape;8356;p70"/>
            <p:cNvSpPr/>
            <p:nvPr/>
          </p:nvSpPr>
          <p:spPr>
            <a:xfrm>
              <a:off x="4628325" y="3686450"/>
              <a:ext cx="34675" cy="86675"/>
            </a:xfrm>
            <a:custGeom>
              <a:avLst/>
              <a:gdLst/>
              <a:ahLst/>
              <a:cxnLst/>
              <a:rect l="l" t="t" r="r" b="b"/>
              <a:pathLst>
                <a:path w="1387" h="3467" extrusionOk="0">
                  <a:moveTo>
                    <a:pt x="1009" y="1"/>
                  </a:moveTo>
                  <a:cubicBezTo>
                    <a:pt x="442" y="1"/>
                    <a:pt x="1" y="442"/>
                    <a:pt x="1" y="1009"/>
                  </a:cubicBezTo>
                  <a:lnTo>
                    <a:pt x="1" y="2049"/>
                  </a:lnTo>
                  <a:cubicBezTo>
                    <a:pt x="1" y="2427"/>
                    <a:pt x="158" y="2773"/>
                    <a:pt x="442" y="3025"/>
                  </a:cubicBezTo>
                  <a:cubicBezTo>
                    <a:pt x="662" y="3340"/>
                    <a:pt x="1009" y="3466"/>
                    <a:pt x="1387" y="3466"/>
                  </a:cubicBezTo>
                  <a:lnTo>
                    <a:pt x="138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57" name="Google Shape;8357;p70"/>
            <p:cNvSpPr/>
            <p:nvPr/>
          </p:nvSpPr>
          <p:spPr>
            <a:xfrm>
              <a:off x="4714975" y="3686450"/>
              <a:ext cx="122100" cy="86675"/>
            </a:xfrm>
            <a:custGeom>
              <a:avLst/>
              <a:gdLst/>
              <a:ahLst/>
              <a:cxnLst/>
              <a:rect l="l" t="t" r="r" b="b"/>
              <a:pathLst>
                <a:path w="4884" h="3467" extrusionOk="0">
                  <a:moveTo>
                    <a:pt x="0" y="1"/>
                  </a:moveTo>
                  <a:lnTo>
                    <a:pt x="0" y="3466"/>
                  </a:lnTo>
                  <a:lnTo>
                    <a:pt x="4883" y="3466"/>
                  </a:lnTo>
                  <a:lnTo>
                    <a:pt x="488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58" name="Google Shape;8358;p70"/>
            <p:cNvSpPr/>
            <p:nvPr/>
          </p:nvSpPr>
          <p:spPr>
            <a:xfrm>
              <a:off x="4889025" y="3777825"/>
              <a:ext cx="34700" cy="117375"/>
            </a:xfrm>
            <a:custGeom>
              <a:avLst/>
              <a:gdLst/>
              <a:ahLst/>
              <a:cxnLst/>
              <a:rect l="l" t="t" r="r" b="b"/>
              <a:pathLst>
                <a:path w="1388" h="4695" extrusionOk="0">
                  <a:moveTo>
                    <a:pt x="1387" y="0"/>
                  </a:moveTo>
                  <a:cubicBezTo>
                    <a:pt x="977" y="315"/>
                    <a:pt x="505" y="504"/>
                    <a:pt x="1" y="504"/>
                  </a:cubicBezTo>
                  <a:lnTo>
                    <a:pt x="1" y="4695"/>
                  </a:lnTo>
                  <a:lnTo>
                    <a:pt x="347" y="4695"/>
                  </a:lnTo>
                  <a:cubicBezTo>
                    <a:pt x="946" y="4695"/>
                    <a:pt x="1387" y="4222"/>
                    <a:pt x="1387" y="3655"/>
                  </a:cubicBezTo>
                  <a:lnTo>
                    <a:pt x="138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59" name="Google Shape;8359;p70"/>
            <p:cNvSpPr/>
            <p:nvPr/>
          </p:nvSpPr>
          <p:spPr>
            <a:xfrm>
              <a:off x="4628325" y="3777825"/>
              <a:ext cx="34675" cy="116600"/>
            </a:xfrm>
            <a:custGeom>
              <a:avLst/>
              <a:gdLst/>
              <a:ahLst/>
              <a:cxnLst/>
              <a:rect l="l" t="t" r="r" b="b"/>
              <a:pathLst>
                <a:path w="1387" h="4664" extrusionOk="0">
                  <a:moveTo>
                    <a:pt x="1" y="0"/>
                  </a:moveTo>
                  <a:lnTo>
                    <a:pt x="1" y="3655"/>
                  </a:lnTo>
                  <a:cubicBezTo>
                    <a:pt x="1" y="4222"/>
                    <a:pt x="442" y="4663"/>
                    <a:pt x="1009" y="4663"/>
                  </a:cubicBezTo>
                  <a:lnTo>
                    <a:pt x="1387" y="4663"/>
                  </a:lnTo>
                  <a:lnTo>
                    <a:pt x="1387" y="504"/>
                  </a:lnTo>
                  <a:cubicBezTo>
                    <a:pt x="851" y="504"/>
                    <a:pt x="379" y="315"/>
                    <a:pt x="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60" name="Google Shape;8360;p70"/>
            <p:cNvSpPr/>
            <p:nvPr/>
          </p:nvSpPr>
          <p:spPr>
            <a:xfrm>
              <a:off x="4766950" y="3790425"/>
              <a:ext cx="17350" cy="18150"/>
            </a:xfrm>
            <a:custGeom>
              <a:avLst/>
              <a:gdLst/>
              <a:ahLst/>
              <a:cxnLst/>
              <a:rect l="l" t="t" r="r" b="b"/>
              <a:pathLst>
                <a:path w="694" h="726" extrusionOk="0">
                  <a:moveTo>
                    <a:pt x="1" y="0"/>
                  </a:moveTo>
                  <a:lnTo>
                    <a:pt x="1" y="347"/>
                  </a:lnTo>
                  <a:cubicBezTo>
                    <a:pt x="1" y="568"/>
                    <a:pt x="158" y="725"/>
                    <a:pt x="347" y="725"/>
                  </a:cubicBezTo>
                  <a:cubicBezTo>
                    <a:pt x="568" y="725"/>
                    <a:pt x="694" y="568"/>
                    <a:pt x="694" y="347"/>
                  </a:cubicBezTo>
                  <a:lnTo>
                    <a:pt x="69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61" name="Google Shape;8361;p70"/>
            <p:cNvSpPr/>
            <p:nvPr/>
          </p:nvSpPr>
          <p:spPr>
            <a:xfrm>
              <a:off x="4889025" y="3686450"/>
              <a:ext cx="34700" cy="86675"/>
            </a:xfrm>
            <a:custGeom>
              <a:avLst/>
              <a:gdLst/>
              <a:ahLst/>
              <a:cxnLst/>
              <a:rect l="l" t="t" r="r" b="b"/>
              <a:pathLst>
                <a:path w="1388" h="3467" extrusionOk="0">
                  <a:moveTo>
                    <a:pt x="1" y="1"/>
                  </a:moveTo>
                  <a:lnTo>
                    <a:pt x="1" y="3466"/>
                  </a:lnTo>
                  <a:cubicBezTo>
                    <a:pt x="347" y="3466"/>
                    <a:pt x="662" y="3340"/>
                    <a:pt x="946" y="3088"/>
                  </a:cubicBezTo>
                  <a:cubicBezTo>
                    <a:pt x="1229" y="2836"/>
                    <a:pt x="1387" y="2458"/>
                    <a:pt x="1387" y="2080"/>
                  </a:cubicBezTo>
                  <a:lnTo>
                    <a:pt x="1387" y="1040"/>
                  </a:lnTo>
                  <a:cubicBezTo>
                    <a:pt x="1387" y="442"/>
                    <a:pt x="914" y="1"/>
                    <a:pt x="3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62" name="Google Shape;8362;p70"/>
            <p:cNvSpPr/>
            <p:nvPr/>
          </p:nvSpPr>
          <p:spPr>
            <a:xfrm>
              <a:off x="4714975" y="3790425"/>
              <a:ext cx="122100" cy="104000"/>
            </a:xfrm>
            <a:custGeom>
              <a:avLst/>
              <a:gdLst/>
              <a:ahLst/>
              <a:cxnLst/>
              <a:rect l="l" t="t" r="r" b="b"/>
              <a:pathLst>
                <a:path w="4884" h="4160" extrusionOk="0">
                  <a:moveTo>
                    <a:pt x="0" y="0"/>
                  </a:moveTo>
                  <a:lnTo>
                    <a:pt x="0" y="4159"/>
                  </a:lnTo>
                  <a:lnTo>
                    <a:pt x="4883" y="4159"/>
                  </a:lnTo>
                  <a:lnTo>
                    <a:pt x="4883" y="0"/>
                  </a:lnTo>
                  <a:lnTo>
                    <a:pt x="3466" y="0"/>
                  </a:lnTo>
                  <a:lnTo>
                    <a:pt x="3466" y="347"/>
                  </a:lnTo>
                  <a:cubicBezTo>
                    <a:pt x="3466" y="946"/>
                    <a:pt x="2993" y="1387"/>
                    <a:pt x="2426" y="1387"/>
                  </a:cubicBezTo>
                  <a:cubicBezTo>
                    <a:pt x="1827" y="1387"/>
                    <a:pt x="1418" y="914"/>
                    <a:pt x="1418" y="347"/>
                  </a:cubicBezTo>
                  <a:lnTo>
                    <a:pt x="1418"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63" name="Google Shape;8363;p70"/>
            <p:cNvSpPr/>
            <p:nvPr/>
          </p:nvSpPr>
          <p:spPr>
            <a:xfrm>
              <a:off x="4714175" y="3599825"/>
              <a:ext cx="122100" cy="69325"/>
            </a:xfrm>
            <a:custGeom>
              <a:avLst/>
              <a:gdLst/>
              <a:ahLst/>
              <a:cxnLst/>
              <a:rect l="l" t="t" r="r" b="b"/>
              <a:pathLst>
                <a:path w="4884" h="2773" extrusionOk="0">
                  <a:moveTo>
                    <a:pt x="2427" y="0"/>
                  </a:moveTo>
                  <a:cubicBezTo>
                    <a:pt x="1103" y="0"/>
                    <a:pt x="1" y="1103"/>
                    <a:pt x="1" y="2426"/>
                  </a:cubicBezTo>
                  <a:lnTo>
                    <a:pt x="1" y="2773"/>
                  </a:lnTo>
                  <a:lnTo>
                    <a:pt x="1355" y="2773"/>
                  </a:lnTo>
                  <a:lnTo>
                    <a:pt x="1355" y="2426"/>
                  </a:lnTo>
                  <a:cubicBezTo>
                    <a:pt x="1355" y="1828"/>
                    <a:pt x="1828" y="1418"/>
                    <a:pt x="2395" y="1418"/>
                  </a:cubicBezTo>
                  <a:cubicBezTo>
                    <a:pt x="2994" y="1418"/>
                    <a:pt x="3403" y="1891"/>
                    <a:pt x="3403" y="2426"/>
                  </a:cubicBezTo>
                  <a:lnTo>
                    <a:pt x="3403" y="2773"/>
                  </a:lnTo>
                  <a:lnTo>
                    <a:pt x="4884" y="2773"/>
                  </a:lnTo>
                  <a:lnTo>
                    <a:pt x="4884" y="2426"/>
                  </a:lnTo>
                  <a:cubicBezTo>
                    <a:pt x="4884" y="1103"/>
                    <a:pt x="3781" y="0"/>
                    <a:pt x="242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364" name="Google Shape;8364;p70"/>
          <p:cNvGrpSpPr/>
          <p:nvPr/>
        </p:nvGrpSpPr>
        <p:grpSpPr>
          <a:xfrm>
            <a:off x="8302712" y="5076249"/>
            <a:ext cx="409681" cy="466772"/>
            <a:chOff x="4645650" y="3962900"/>
            <a:chExt cx="259950" cy="296175"/>
          </a:xfrm>
        </p:grpSpPr>
        <p:sp>
          <p:nvSpPr>
            <p:cNvPr id="8365" name="Google Shape;8365;p70"/>
            <p:cNvSpPr/>
            <p:nvPr/>
          </p:nvSpPr>
          <p:spPr>
            <a:xfrm>
              <a:off x="4853600" y="4155100"/>
              <a:ext cx="52000" cy="103975"/>
            </a:xfrm>
            <a:custGeom>
              <a:avLst/>
              <a:gdLst/>
              <a:ahLst/>
              <a:cxnLst/>
              <a:rect l="l" t="t" r="r" b="b"/>
              <a:pathLst>
                <a:path w="2080" h="4159" extrusionOk="0">
                  <a:moveTo>
                    <a:pt x="0" y="0"/>
                  </a:moveTo>
                  <a:lnTo>
                    <a:pt x="0" y="4159"/>
                  </a:lnTo>
                  <a:lnTo>
                    <a:pt x="1733" y="4159"/>
                  </a:lnTo>
                  <a:cubicBezTo>
                    <a:pt x="1922" y="4159"/>
                    <a:pt x="2079" y="4001"/>
                    <a:pt x="2079" y="3812"/>
                  </a:cubicBezTo>
                  <a:lnTo>
                    <a:pt x="2079" y="1733"/>
                  </a:lnTo>
                  <a:cubicBezTo>
                    <a:pt x="2079" y="788"/>
                    <a:pt x="1292" y="0"/>
                    <a:pt x="3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66" name="Google Shape;8366;p70"/>
            <p:cNvSpPr/>
            <p:nvPr/>
          </p:nvSpPr>
          <p:spPr>
            <a:xfrm>
              <a:off x="4714975" y="4155100"/>
              <a:ext cx="121300" cy="50625"/>
            </a:xfrm>
            <a:custGeom>
              <a:avLst/>
              <a:gdLst/>
              <a:ahLst/>
              <a:cxnLst/>
              <a:rect l="l" t="t" r="r" b="b"/>
              <a:pathLst>
                <a:path w="4852" h="2025" extrusionOk="0">
                  <a:moveTo>
                    <a:pt x="0" y="0"/>
                  </a:moveTo>
                  <a:lnTo>
                    <a:pt x="0" y="1481"/>
                  </a:lnTo>
                  <a:cubicBezTo>
                    <a:pt x="772" y="1843"/>
                    <a:pt x="1599" y="2024"/>
                    <a:pt x="2426" y="2024"/>
                  </a:cubicBezTo>
                  <a:cubicBezTo>
                    <a:pt x="3253" y="2024"/>
                    <a:pt x="4080" y="1843"/>
                    <a:pt x="4852" y="1481"/>
                  </a:cubicBezTo>
                  <a:lnTo>
                    <a:pt x="4852" y="0"/>
                  </a:lnTo>
                  <a:lnTo>
                    <a:pt x="4789" y="0"/>
                  </a:lnTo>
                  <a:cubicBezTo>
                    <a:pt x="4348" y="410"/>
                    <a:pt x="3781" y="693"/>
                    <a:pt x="3119" y="693"/>
                  </a:cubicBezTo>
                  <a:lnTo>
                    <a:pt x="1733" y="693"/>
                  </a:lnTo>
                  <a:cubicBezTo>
                    <a:pt x="1071" y="693"/>
                    <a:pt x="473" y="410"/>
                    <a:pt x="3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67" name="Google Shape;8367;p70"/>
            <p:cNvSpPr/>
            <p:nvPr/>
          </p:nvSpPr>
          <p:spPr>
            <a:xfrm>
              <a:off x="4714975" y="4211025"/>
              <a:ext cx="121300" cy="48050"/>
            </a:xfrm>
            <a:custGeom>
              <a:avLst/>
              <a:gdLst/>
              <a:ahLst/>
              <a:cxnLst/>
              <a:rect l="l" t="t" r="r" b="b"/>
              <a:pathLst>
                <a:path w="4852" h="1922" extrusionOk="0">
                  <a:moveTo>
                    <a:pt x="0" y="0"/>
                  </a:moveTo>
                  <a:lnTo>
                    <a:pt x="0" y="1922"/>
                  </a:lnTo>
                  <a:lnTo>
                    <a:pt x="4852" y="1922"/>
                  </a:lnTo>
                  <a:lnTo>
                    <a:pt x="4852" y="0"/>
                  </a:lnTo>
                  <a:cubicBezTo>
                    <a:pt x="4080" y="315"/>
                    <a:pt x="3253" y="473"/>
                    <a:pt x="2426" y="473"/>
                  </a:cubicBezTo>
                  <a:cubicBezTo>
                    <a:pt x="1599" y="473"/>
                    <a:pt x="772" y="315"/>
                    <a:pt x="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68" name="Google Shape;8368;p70"/>
            <p:cNvSpPr/>
            <p:nvPr/>
          </p:nvSpPr>
          <p:spPr>
            <a:xfrm>
              <a:off x="4645650" y="4154300"/>
              <a:ext cx="52025" cy="104775"/>
            </a:xfrm>
            <a:custGeom>
              <a:avLst/>
              <a:gdLst/>
              <a:ahLst/>
              <a:cxnLst/>
              <a:rect l="l" t="t" r="r" b="b"/>
              <a:pathLst>
                <a:path w="2081" h="4191" extrusionOk="0">
                  <a:moveTo>
                    <a:pt x="1734" y="1"/>
                  </a:moveTo>
                  <a:cubicBezTo>
                    <a:pt x="757" y="32"/>
                    <a:pt x="1" y="757"/>
                    <a:pt x="1" y="1765"/>
                  </a:cubicBezTo>
                  <a:lnTo>
                    <a:pt x="1" y="3844"/>
                  </a:lnTo>
                  <a:cubicBezTo>
                    <a:pt x="1" y="4033"/>
                    <a:pt x="158" y="4191"/>
                    <a:pt x="379" y="4191"/>
                  </a:cubicBezTo>
                  <a:lnTo>
                    <a:pt x="2080" y="4191"/>
                  </a:lnTo>
                  <a:lnTo>
                    <a:pt x="208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69" name="Google Shape;8369;p70"/>
            <p:cNvSpPr/>
            <p:nvPr/>
          </p:nvSpPr>
          <p:spPr>
            <a:xfrm>
              <a:off x="4722850" y="4049550"/>
              <a:ext cx="103975" cy="105575"/>
            </a:xfrm>
            <a:custGeom>
              <a:avLst/>
              <a:gdLst/>
              <a:ahLst/>
              <a:cxnLst/>
              <a:rect l="l" t="t" r="r" b="b"/>
              <a:pathLst>
                <a:path w="4159" h="4223" extrusionOk="0">
                  <a:moveTo>
                    <a:pt x="2080" y="1"/>
                  </a:moveTo>
                  <a:cubicBezTo>
                    <a:pt x="1765" y="442"/>
                    <a:pt x="1260" y="694"/>
                    <a:pt x="693" y="694"/>
                  </a:cubicBezTo>
                  <a:lnTo>
                    <a:pt x="0" y="694"/>
                  </a:lnTo>
                  <a:lnTo>
                    <a:pt x="0" y="3498"/>
                  </a:lnTo>
                  <a:cubicBezTo>
                    <a:pt x="347" y="3939"/>
                    <a:pt x="851" y="4222"/>
                    <a:pt x="1418" y="4222"/>
                  </a:cubicBezTo>
                  <a:lnTo>
                    <a:pt x="2804" y="4222"/>
                  </a:lnTo>
                  <a:cubicBezTo>
                    <a:pt x="3340" y="4222"/>
                    <a:pt x="3844" y="3939"/>
                    <a:pt x="4159" y="3498"/>
                  </a:cubicBezTo>
                  <a:lnTo>
                    <a:pt x="4159" y="694"/>
                  </a:lnTo>
                  <a:lnTo>
                    <a:pt x="3466" y="694"/>
                  </a:lnTo>
                  <a:cubicBezTo>
                    <a:pt x="2899" y="694"/>
                    <a:pt x="2395" y="442"/>
                    <a:pt x="208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70" name="Google Shape;8370;p70"/>
            <p:cNvSpPr/>
            <p:nvPr/>
          </p:nvSpPr>
          <p:spPr>
            <a:xfrm>
              <a:off x="4678725" y="3962900"/>
              <a:ext cx="190650" cy="174100"/>
            </a:xfrm>
            <a:custGeom>
              <a:avLst/>
              <a:gdLst/>
              <a:ahLst/>
              <a:cxnLst/>
              <a:rect l="l" t="t" r="r" b="b"/>
              <a:pathLst>
                <a:path w="7626" h="6964" extrusionOk="0">
                  <a:moveTo>
                    <a:pt x="3813" y="1"/>
                  </a:moveTo>
                  <a:cubicBezTo>
                    <a:pt x="1734" y="1"/>
                    <a:pt x="1" y="1702"/>
                    <a:pt x="1" y="3813"/>
                  </a:cubicBezTo>
                  <a:lnTo>
                    <a:pt x="1" y="5955"/>
                  </a:lnTo>
                  <a:lnTo>
                    <a:pt x="64" y="5955"/>
                  </a:lnTo>
                  <a:cubicBezTo>
                    <a:pt x="64" y="6522"/>
                    <a:pt x="537" y="6964"/>
                    <a:pt x="1104" y="6964"/>
                  </a:cubicBezTo>
                  <a:lnTo>
                    <a:pt x="1104" y="3813"/>
                  </a:lnTo>
                  <a:cubicBezTo>
                    <a:pt x="1104" y="3624"/>
                    <a:pt x="1261" y="3467"/>
                    <a:pt x="1450" y="3467"/>
                  </a:cubicBezTo>
                  <a:lnTo>
                    <a:pt x="2458" y="3467"/>
                  </a:lnTo>
                  <a:cubicBezTo>
                    <a:pt x="3057" y="3467"/>
                    <a:pt x="3498" y="2994"/>
                    <a:pt x="3498" y="2427"/>
                  </a:cubicBezTo>
                  <a:lnTo>
                    <a:pt x="3498" y="1734"/>
                  </a:lnTo>
                  <a:cubicBezTo>
                    <a:pt x="3498" y="1545"/>
                    <a:pt x="3656" y="1387"/>
                    <a:pt x="3845" y="1387"/>
                  </a:cubicBezTo>
                  <a:cubicBezTo>
                    <a:pt x="4034" y="1387"/>
                    <a:pt x="4191" y="1545"/>
                    <a:pt x="4191" y="1734"/>
                  </a:cubicBezTo>
                  <a:lnTo>
                    <a:pt x="4191" y="2427"/>
                  </a:lnTo>
                  <a:cubicBezTo>
                    <a:pt x="4191" y="3025"/>
                    <a:pt x="4664" y="3467"/>
                    <a:pt x="5231" y="3467"/>
                  </a:cubicBezTo>
                  <a:lnTo>
                    <a:pt x="6239" y="3467"/>
                  </a:lnTo>
                  <a:cubicBezTo>
                    <a:pt x="6459" y="3467"/>
                    <a:pt x="6617" y="3624"/>
                    <a:pt x="6617" y="3813"/>
                  </a:cubicBezTo>
                  <a:lnTo>
                    <a:pt x="6617" y="6964"/>
                  </a:lnTo>
                  <a:cubicBezTo>
                    <a:pt x="7184" y="6964"/>
                    <a:pt x="7625" y="6491"/>
                    <a:pt x="7625" y="5955"/>
                  </a:cubicBezTo>
                  <a:lnTo>
                    <a:pt x="7625" y="3813"/>
                  </a:lnTo>
                  <a:cubicBezTo>
                    <a:pt x="7625" y="1734"/>
                    <a:pt x="5924" y="1"/>
                    <a:pt x="381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371" name="Google Shape;8371;p70"/>
          <p:cNvGrpSpPr/>
          <p:nvPr/>
        </p:nvGrpSpPr>
        <p:grpSpPr>
          <a:xfrm>
            <a:off x="10639993" y="4442731"/>
            <a:ext cx="465511" cy="464251"/>
            <a:chOff x="6143725" y="3582500"/>
            <a:chExt cx="295375" cy="294575"/>
          </a:xfrm>
        </p:grpSpPr>
        <p:sp>
          <p:nvSpPr>
            <p:cNvPr id="8372" name="Google Shape;8372;p70"/>
            <p:cNvSpPr/>
            <p:nvPr/>
          </p:nvSpPr>
          <p:spPr>
            <a:xfrm>
              <a:off x="6143725" y="3720325"/>
              <a:ext cx="295375" cy="156750"/>
            </a:xfrm>
            <a:custGeom>
              <a:avLst/>
              <a:gdLst/>
              <a:ahLst/>
              <a:cxnLst/>
              <a:rect l="l" t="t" r="r" b="b"/>
              <a:pathLst>
                <a:path w="11815" h="6270" extrusionOk="0">
                  <a:moveTo>
                    <a:pt x="7309" y="1418"/>
                  </a:moveTo>
                  <a:cubicBezTo>
                    <a:pt x="7908" y="1418"/>
                    <a:pt x="8349" y="1891"/>
                    <a:pt x="8349" y="2458"/>
                  </a:cubicBezTo>
                  <a:cubicBezTo>
                    <a:pt x="8349" y="2993"/>
                    <a:pt x="7845" y="3466"/>
                    <a:pt x="7309" y="3466"/>
                  </a:cubicBezTo>
                  <a:lnTo>
                    <a:pt x="4474" y="3466"/>
                  </a:lnTo>
                  <a:cubicBezTo>
                    <a:pt x="3875" y="3466"/>
                    <a:pt x="3434" y="2993"/>
                    <a:pt x="3434" y="2458"/>
                  </a:cubicBezTo>
                  <a:cubicBezTo>
                    <a:pt x="3434" y="1859"/>
                    <a:pt x="3907" y="1418"/>
                    <a:pt x="4474" y="1418"/>
                  </a:cubicBezTo>
                  <a:close/>
                  <a:moveTo>
                    <a:pt x="1008" y="1"/>
                  </a:moveTo>
                  <a:cubicBezTo>
                    <a:pt x="410" y="1"/>
                    <a:pt x="0" y="473"/>
                    <a:pt x="0" y="1040"/>
                  </a:cubicBezTo>
                  <a:lnTo>
                    <a:pt x="0" y="5262"/>
                  </a:lnTo>
                  <a:cubicBezTo>
                    <a:pt x="0" y="5829"/>
                    <a:pt x="473" y="6270"/>
                    <a:pt x="1008" y="6270"/>
                  </a:cubicBezTo>
                  <a:lnTo>
                    <a:pt x="10775" y="6270"/>
                  </a:lnTo>
                  <a:cubicBezTo>
                    <a:pt x="11373" y="6270"/>
                    <a:pt x="11815" y="5797"/>
                    <a:pt x="11815" y="5262"/>
                  </a:cubicBezTo>
                  <a:lnTo>
                    <a:pt x="11815" y="1040"/>
                  </a:lnTo>
                  <a:cubicBezTo>
                    <a:pt x="11783" y="473"/>
                    <a:pt x="11342" y="1"/>
                    <a:pt x="1077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73" name="Google Shape;8373;p70"/>
            <p:cNvSpPr/>
            <p:nvPr/>
          </p:nvSpPr>
          <p:spPr>
            <a:xfrm>
              <a:off x="6246900" y="3773100"/>
              <a:ext cx="88225" cy="17350"/>
            </a:xfrm>
            <a:custGeom>
              <a:avLst/>
              <a:gdLst/>
              <a:ahLst/>
              <a:cxnLst/>
              <a:rect l="l" t="t" r="r" b="b"/>
              <a:pathLst>
                <a:path w="3529" h="694" extrusionOk="0">
                  <a:moveTo>
                    <a:pt x="347" y="0"/>
                  </a:moveTo>
                  <a:cubicBezTo>
                    <a:pt x="158" y="0"/>
                    <a:pt x="0" y="126"/>
                    <a:pt x="0" y="347"/>
                  </a:cubicBezTo>
                  <a:cubicBezTo>
                    <a:pt x="0" y="536"/>
                    <a:pt x="158" y="693"/>
                    <a:pt x="347" y="693"/>
                  </a:cubicBezTo>
                  <a:lnTo>
                    <a:pt x="3182" y="693"/>
                  </a:lnTo>
                  <a:cubicBezTo>
                    <a:pt x="3371" y="693"/>
                    <a:pt x="3529" y="536"/>
                    <a:pt x="3529" y="347"/>
                  </a:cubicBezTo>
                  <a:cubicBezTo>
                    <a:pt x="3529" y="126"/>
                    <a:pt x="3371" y="0"/>
                    <a:pt x="318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74" name="Google Shape;8374;p70"/>
            <p:cNvSpPr/>
            <p:nvPr/>
          </p:nvSpPr>
          <p:spPr>
            <a:xfrm>
              <a:off x="6161050" y="3582500"/>
              <a:ext cx="86650" cy="34675"/>
            </a:xfrm>
            <a:custGeom>
              <a:avLst/>
              <a:gdLst/>
              <a:ahLst/>
              <a:cxnLst/>
              <a:rect l="l" t="t" r="r" b="b"/>
              <a:pathLst>
                <a:path w="3466" h="1387" extrusionOk="0">
                  <a:moveTo>
                    <a:pt x="1008" y="0"/>
                  </a:moveTo>
                  <a:cubicBezTo>
                    <a:pt x="441" y="0"/>
                    <a:pt x="0" y="473"/>
                    <a:pt x="0" y="1040"/>
                  </a:cubicBezTo>
                  <a:lnTo>
                    <a:pt x="0" y="1386"/>
                  </a:lnTo>
                  <a:lnTo>
                    <a:pt x="3466" y="1386"/>
                  </a:lnTo>
                  <a:lnTo>
                    <a:pt x="3466" y="1040"/>
                  </a:lnTo>
                  <a:lnTo>
                    <a:pt x="3434" y="1040"/>
                  </a:lnTo>
                  <a:cubicBezTo>
                    <a:pt x="3434" y="441"/>
                    <a:pt x="2962" y="0"/>
                    <a:pt x="239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75" name="Google Shape;8375;p70"/>
            <p:cNvSpPr/>
            <p:nvPr/>
          </p:nvSpPr>
          <p:spPr>
            <a:xfrm>
              <a:off x="6160250" y="3633675"/>
              <a:ext cx="86675" cy="69350"/>
            </a:xfrm>
            <a:custGeom>
              <a:avLst/>
              <a:gdLst/>
              <a:ahLst/>
              <a:cxnLst/>
              <a:rect l="l" t="t" r="r" b="b"/>
              <a:pathLst>
                <a:path w="3467" h="2774" extrusionOk="0">
                  <a:moveTo>
                    <a:pt x="2112" y="726"/>
                  </a:moveTo>
                  <a:cubicBezTo>
                    <a:pt x="2332" y="726"/>
                    <a:pt x="2458" y="883"/>
                    <a:pt x="2458" y="1072"/>
                  </a:cubicBezTo>
                  <a:cubicBezTo>
                    <a:pt x="2458" y="1261"/>
                    <a:pt x="2332" y="1419"/>
                    <a:pt x="2112" y="1419"/>
                  </a:cubicBezTo>
                  <a:lnTo>
                    <a:pt x="1419" y="1419"/>
                  </a:lnTo>
                  <a:cubicBezTo>
                    <a:pt x="1230" y="1419"/>
                    <a:pt x="1072" y="1261"/>
                    <a:pt x="1072" y="1072"/>
                  </a:cubicBezTo>
                  <a:cubicBezTo>
                    <a:pt x="1072" y="883"/>
                    <a:pt x="1230" y="726"/>
                    <a:pt x="1419" y="726"/>
                  </a:cubicBezTo>
                  <a:close/>
                  <a:moveTo>
                    <a:pt x="1" y="1"/>
                  </a:moveTo>
                  <a:lnTo>
                    <a:pt x="1" y="2773"/>
                  </a:lnTo>
                  <a:lnTo>
                    <a:pt x="3466" y="2773"/>
                  </a:lnTo>
                  <a:lnTo>
                    <a:pt x="346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76" name="Google Shape;8376;p70"/>
            <p:cNvSpPr/>
            <p:nvPr/>
          </p:nvSpPr>
          <p:spPr>
            <a:xfrm>
              <a:off x="6336675" y="3599025"/>
              <a:ext cx="85875" cy="69350"/>
            </a:xfrm>
            <a:custGeom>
              <a:avLst/>
              <a:gdLst/>
              <a:ahLst/>
              <a:cxnLst/>
              <a:rect l="l" t="t" r="r" b="b"/>
              <a:pathLst>
                <a:path w="3435" h="2774" extrusionOk="0">
                  <a:moveTo>
                    <a:pt x="1986" y="1387"/>
                  </a:moveTo>
                  <a:cubicBezTo>
                    <a:pt x="2206" y="1387"/>
                    <a:pt x="2364" y="1545"/>
                    <a:pt x="2364" y="1765"/>
                  </a:cubicBezTo>
                  <a:cubicBezTo>
                    <a:pt x="2364" y="1954"/>
                    <a:pt x="2206" y="2112"/>
                    <a:pt x="1986" y="2112"/>
                  </a:cubicBezTo>
                  <a:lnTo>
                    <a:pt x="1293" y="2112"/>
                  </a:lnTo>
                  <a:cubicBezTo>
                    <a:pt x="1104" y="2112"/>
                    <a:pt x="946" y="1954"/>
                    <a:pt x="946" y="1765"/>
                  </a:cubicBezTo>
                  <a:cubicBezTo>
                    <a:pt x="946" y="1545"/>
                    <a:pt x="1104" y="1387"/>
                    <a:pt x="1293" y="1387"/>
                  </a:cubicBezTo>
                  <a:close/>
                  <a:moveTo>
                    <a:pt x="1009" y="1"/>
                  </a:moveTo>
                  <a:cubicBezTo>
                    <a:pt x="410" y="1"/>
                    <a:pt x="1" y="473"/>
                    <a:pt x="1" y="1040"/>
                  </a:cubicBezTo>
                  <a:lnTo>
                    <a:pt x="1" y="2773"/>
                  </a:lnTo>
                  <a:lnTo>
                    <a:pt x="3435" y="2773"/>
                  </a:lnTo>
                  <a:lnTo>
                    <a:pt x="3435" y="1040"/>
                  </a:lnTo>
                  <a:lnTo>
                    <a:pt x="3403" y="1040"/>
                  </a:lnTo>
                  <a:cubicBezTo>
                    <a:pt x="3403" y="442"/>
                    <a:pt x="2931" y="1"/>
                    <a:pt x="239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77" name="Google Shape;8377;p70"/>
            <p:cNvSpPr/>
            <p:nvPr/>
          </p:nvSpPr>
          <p:spPr>
            <a:xfrm>
              <a:off x="6335100" y="3686450"/>
              <a:ext cx="86675" cy="17350"/>
            </a:xfrm>
            <a:custGeom>
              <a:avLst/>
              <a:gdLst/>
              <a:ahLst/>
              <a:cxnLst/>
              <a:rect l="l" t="t" r="r" b="b"/>
              <a:pathLst>
                <a:path w="3467" h="694" extrusionOk="0">
                  <a:moveTo>
                    <a:pt x="1" y="1"/>
                  </a:moveTo>
                  <a:lnTo>
                    <a:pt x="1" y="694"/>
                  </a:lnTo>
                  <a:lnTo>
                    <a:pt x="3466" y="694"/>
                  </a:lnTo>
                  <a:lnTo>
                    <a:pt x="346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78" name="Google Shape;8378;p70"/>
            <p:cNvSpPr/>
            <p:nvPr/>
          </p:nvSpPr>
          <p:spPr>
            <a:xfrm>
              <a:off x="6264225" y="3617150"/>
              <a:ext cx="53575" cy="86650"/>
            </a:xfrm>
            <a:custGeom>
              <a:avLst/>
              <a:gdLst/>
              <a:ahLst/>
              <a:cxnLst/>
              <a:rect l="l" t="t" r="r" b="b"/>
              <a:pathLst>
                <a:path w="2143" h="3466" extrusionOk="0">
                  <a:moveTo>
                    <a:pt x="1072" y="0"/>
                  </a:moveTo>
                  <a:cubicBezTo>
                    <a:pt x="473" y="0"/>
                    <a:pt x="0" y="441"/>
                    <a:pt x="0" y="1040"/>
                  </a:cubicBezTo>
                  <a:lnTo>
                    <a:pt x="0" y="3466"/>
                  </a:lnTo>
                  <a:lnTo>
                    <a:pt x="2143" y="3466"/>
                  </a:lnTo>
                  <a:lnTo>
                    <a:pt x="2143" y="1040"/>
                  </a:lnTo>
                  <a:cubicBezTo>
                    <a:pt x="2143" y="441"/>
                    <a:pt x="1670" y="0"/>
                    <a:pt x="107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379" name="Google Shape;8379;p70"/>
          <p:cNvGrpSpPr/>
          <p:nvPr/>
        </p:nvGrpSpPr>
        <p:grpSpPr>
          <a:xfrm>
            <a:off x="7665094" y="2041850"/>
            <a:ext cx="467993" cy="466732"/>
            <a:chOff x="1310075" y="3253275"/>
            <a:chExt cx="296950" cy="296150"/>
          </a:xfrm>
        </p:grpSpPr>
        <p:sp>
          <p:nvSpPr>
            <p:cNvPr id="8380" name="Google Shape;8380;p70"/>
            <p:cNvSpPr/>
            <p:nvPr/>
          </p:nvSpPr>
          <p:spPr>
            <a:xfrm>
              <a:off x="1423475" y="3359600"/>
              <a:ext cx="69350" cy="68550"/>
            </a:xfrm>
            <a:custGeom>
              <a:avLst/>
              <a:gdLst/>
              <a:ahLst/>
              <a:cxnLst/>
              <a:rect l="l" t="t" r="r" b="b"/>
              <a:pathLst>
                <a:path w="2774" h="2742" extrusionOk="0">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81" name="Google Shape;8381;p70"/>
            <p:cNvSpPr/>
            <p:nvPr/>
          </p:nvSpPr>
          <p:spPr>
            <a:xfrm>
              <a:off x="1310075" y="3253275"/>
              <a:ext cx="296950" cy="296150"/>
            </a:xfrm>
            <a:custGeom>
              <a:avLst/>
              <a:gdLst/>
              <a:ahLst/>
              <a:cxnLst/>
              <a:rect l="l" t="t" r="r" b="b"/>
              <a:pathLst>
                <a:path w="11878" h="11846" extrusionOk="0">
                  <a:moveTo>
                    <a:pt x="5923" y="2111"/>
                  </a:moveTo>
                  <a:cubicBezTo>
                    <a:pt x="8003" y="2111"/>
                    <a:pt x="9735" y="3812"/>
                    <a:pt x="9735" y="5923"/>
                  </a:cubicBezTo>
                  <a:cubicBezTo>
                    <a:pt x="9735" y="8034"/>
                    <a:pt x="8034" y="9767"/>
                    <a:pt x="5923" y="9767"/>
                  </a:cubicBezTo>
                  <a:cubicBezTo>
                    <a:pt x="3844" y="9767"/>
                    <a:pt x="2080" y="8065"/>
                    <a:pt x="2080" y="5923"/>
                  </a:cubicBezTo>
                  <a:cubicBezTo>
                    <a:pt x="2111" y="3844"/>
                    <a:pt x="3844" y="2111"/>
                    <a:pt x="5923" y="2111"/>
                  </a:cubicBezTo>
                  <a:close/>
                  <a:moveTo>
                    <a:pt x="5262" y="0"/>
                  </a:moveTo>
                  <a:cubicBezTo>
                    <a:pt x="5104" y="0"/>
                    <a:pt x="4947" y="95"/>
                    <a:pt x="4884" y="252"/>
                  </a:cubicBezTo>
                  <a:lnTo>
                    <a:pt x="4726" y="1166"/>
                  </a:lnTo>
                  <a:cubicBezTo>
                    <a:pt x="4253" y="1292"/>
                    <a:pt x="3844" y="1481"/>
                    <a:pt x="3434" y="1733"/>
                  </a:cubicBezTo>
                  <a:lnTo>
                    <a:pt x="2678" y="1197"/>
                  </a:lnTo>
                  <a:cubicBezTo>
                    <a:pt x="2641" y="1160"/>
                    <a:pt x="2584" y="1142"/>
                    <a:pt x="2523" y="1142"/>
                  </a:cubicBezTo>
                  <a:cubicBezTo>
                    <a:pt x="2429" y="1142"/>
                    <a:pt x="2326" y="1184"/>
                    <a:pt x="2269" y="1260"/>
                  </a:cubicBezTo>
                  <a:lnTo>
                    <a:pt x="1260" y="2237"/>
                  </a:lnTo>
                  <a:cubicBezTo>
                    <a:pt x="1166" y="2363"/>
                    <a:pt x="1166" y="2552"/>
                    <a:pt x="1229" y="2678"/>
                  </a:cubicBezTo>
                  <a:lnTo>
                    <a:pt x="1733" y="3403"/>
                  </a:lnTo>
                  <a:cubicBezTo>
                    <a:pt x="1512" y="3812"/>
                    <a:pt x="1323" y="4253"/>
                    <a:pt x="1197" y="4726"/>
                  </a:cubicBezTo>
                  <a:lnTo>
                    <a:pt x="284" y="4883"/>
                  </a:lnTo>
                  <a:cubicBezTo>
                    <a:pt x="126" y="4915"/>
                    <a:pt x="0" y="5041"/>
                    <a:pt x="0" y="5230"/>
                  </a:cubicBezTo>
                  <a:lnTo>
                    <a:pt x="0" y="6616"/>
                  </a:lnTo>
                  <a:cubicBezTo>
                    <a:pt x="0" y="6805"/>
                    <a:pt x="126" y="6963"/>
                    <a:pt x="284" y="6963"/>
                  </a:cubicBezTo>
                  <a:lnTo>
                    <a:pt x="1197" y="7120"/>
                  </a:lnTo>
                  <a:cubicBezTo>
                    <a:pt x="1292" y="7593"/>
                    <a:pt x="1512" y="8002"/>
                    <a:pt x="1733" y="8412"/>
                  </a:cubicBezTo>
                  <a:lnTo>
                    <a:pt x="1229" y="9168"/>
                  </a:lnTo>
                  <a:cubicBezTo>
                    <a:pt x="1103" y="9263"/>
                    <a:pt x="1166" y="9483"/>
                    <a:pt x="1260" y="9578"/>
                  </a:cubicBezTo>
                  <a:lnTo>
                    <a:pt x="2269" y="10586"/>
                  </a:lnTo>
                  <a:cubicBezTo>
                    <a:pt x="2321" y="10638"/>
                    <a:pt x="2411" y="10661"/>
                    <a:pt x="2497" y="10661"/>
                  </a:cubicBezTo>
                  <a:cubicBezTo>
                    <a:pt x="2568" y="10661"/>
                    <a:pt x="2636" y="10646"/>
                    <a:pt x="2678" y="10617"/>
                  </a:cubicBezTo>
                  <a:lnTo>
                    <a:pt x="3434" y="10113"/>
                  </a:lnTo>
                  <a:cubicBezTo>
                    <a:pt x="3844" y="10334"/>
                    <a:pt x="4253" y="10554"/>
                    <a:pt x="4726" y="10649"/>
                  </a:cubicBezTo>
                  <a:lnTo>
                    <a:pt x="4884" y="11562"/>
                  </a:lnTo>
                  <a:cubicBezTo>
                    <a:pt x="4947" y="11720"/>
                    <a:pt x="5041" y="11846"/>
                    <a:pt x="5262" y="11846"/>
                  </a:cubicBezTo>
                  <a:lnTo>
                    <a:pt x="6616" y="11846"/>
                  </a:lnTo>
                  <a:cubicBezTo>
                    <a:pt x="6774" y="11846"/>
                    <a:pt x="6931" y="11720"/>
                    <a:pt x="6994" y="11562"/>
                  </a:cubicBezTo>
                  <a:lnTo>
                    <a:pt x="7152" y="10649"/>
                  </a:lnTo>
                  <a:cubicBezTo>
                    <a:pt x="7624" y="10523"/>
                    <a:pt x="8034" y="10334"/>
                    <a:pt x="8444" y="10113"/>
                  </a:cubicBezTo>
                  <a:lnTo>
                    <a:pt x="9200" y="10617"/>
                  </a:lnTo>
                  <a:cubicBezTo>
                    <a:pt x="9242" y="10646"/>
                    <a:pt x="9310" y="10661"/>
                    <a:pt x="9381" y="10661"/>
                  </a:cubicBezTo>
                  <a:cubicBezTo>
                    <a:pt x="9467" y="10661"/>
                    <a:pt x="9557" y="10638"/>
                    <a:pt x="9609" y="10586"/>
                  </a:cubicBezTo>
                  <a:lnTo>
                    <a:pt x="10617" y="9578"/>
                  </a:lnTo>
                  <a:cubicBezTo>
                    <a:pt x="10712" y="9483"/>
                    <a:pt x="10712" y="9263"/>
                    <a:pt x="10649" y="9168"/>
                  </a:cubicBezTo>
                  <a:lnTo>
                    <a:pt x="10145" y="8412"/>
                  </a:lnTo>
                  <a:cubicBezTo>
                    <a:pt x="10365" y="8002"/>
                    <a:pt x="10554" y="7593"/>
                    <a:pt x="10680" y="7120"/>
                  </a:cubicBezTo>
                  <a:lnTo>
                    <a:pt x="11594" y="6963"/>
                  </a:lnTo>
                  <a:cubicBezTo>
                    <a:pt x="11752" y="6900"/>
                    <a:pt x="11878" y="6805"/>
                    <a:pt x="11878" y="6616"/>
                  </a:cubicBezTo>
                  <a:lnTo>
                    <a:pt x="11878" y="5230"/>
                  </a:lnTo>
                  <a:cubicBezTo>
                    <a:pt x="11878" y="5072"/>
                    <a:pt x="11752" y="4915"/>
                    <a:pt x="11594" y="4883"/>
                  </a:cubicBezTo>
                  <a:lnTo>
                    <a:pt x="10680" y="4726"/>
                  </a:lnTo>
                  <a:cubicBezTo>
                    <a:pt x="10554" y="4253"/>
                    <a:pt x="10365" y="3812"/>
                    <a:pt x="10145" y="3403"/>
                  </a:cubicBezTo>
                  <a:lnTo>
                    <a:pt x="10649" y="2678"/>
                  </a:lnTo>
                  <a:cubicBezTo>
                    <a:pt x="10775" y="2552"/>
                    <a:pt x="10712" y="2363"/>
                    <a:pt x="10617" y="2237"/>
                  </a:cubicBezTo>
                  <a:lnTo>
                    <a:pt x="9609" y="1260"/>
                  </a:lnTo>
                  <a:cubicBezTo>
                    <a:pt x="9554" y="1187"/>
                    <a:pt x="9455" y="1156"/>
                    <a:pt x="9364" y="1156"/>
                  </a:cubicBezTo>
                  <a:cubicBezTo>
                    <a:pt x="9300" y="1156"/>
                    <a:pt x="9239" y="1171"/>
                    <a:pt x="9200" y="1197"/>
                  </a:cubicBezTo>
                  <a:lnTo>
                    <a:pt x="8444" y="1733"/>
                  </a:lnTo>
                  <a:cubicBezTo>
                    <a:pt x="8034" y="1481"/>
                    <a:pt x="7624" y="1292"/>
                    <a:pt x="7152" y="1166"/>
                  </a:cubicBezTo>
                  <a:lnTo>
                    <a:pt x="6994" y="252"/>
                  </a:lnTo>
                  <a:cubicBezTo>
                    <a:pt x="6931" y="95"/>
                    <a:pt x="6837" y="0"/>
                    <a:pt x="661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82" name="Google Shape;8382;p70"/>
            <p:cNvSpPr/>
            <p:nvPr/>
          </p:nvSpPr>
          <p:spPr>
            <a:xfrm>
              <a:off x="1399850" y="3426550"/>
              <a:ext cx="116600" cy="52800"/>
            </a:xfrm>
            <a:custGeom>
              <a:avLst/>
              <a:gdLst/>
              <a:ahLst/>
              <a:cxnLst/>
              <a:rect l="l" t="t" r="r" b="b"/>
              <a:pathLst>
                <a:path w="4664" h="2112" extrusionOk="0">
                  <a:moveTo>
                    <a:pt x="725" y="0"/>
                  </a:moveTo>
                  <a:cubicBezTo>
                    <a:pt x="410" y="252"/>
                    <a:pt x="127" y="662"/>
                    <a:pt x="1" y="1103"/>
                  </a:cubicBezTo>
                  <a:cubicBezTo>
                    <a:pt x="599" y="1733"/>
                    <a:pt x="1387" y="2111"/>
                    <a:pt x="2332" y="2111"/>
                  </a:cubicBezTo>
                  <a:cubicBezTo>
                    <a:pt x="3246" y="2111"/>
                    <a:pt x="4065" y="1733"/>
                    <a:pt x="4664" y="1103"/>
                  </a:cubicBezTo>
                  <a:cubicBezTo>
                    <a:pt x="4538" y="662"/>
                    <a:pt x="4254" y="252"/>
                    <a:pt x="3939" y="0"/>
                  </a:cubicBezTo>
                  <a:cubicBezTo>
                    <a:pt x="3561" y="473"/>
                    <a:pt x="2994" y="788"/>
                    <a:pt x="2332" y="788"/>
                  </a:cubicBezTo>
                  <a:cubicBezTo>
                    <a:pt x="1702" y="788"/>
                    <a:pt x="1103" y="473"/>
                    <a:pt x="72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8383" name="Google Shape;8383;p70"/>
          <p:cNvSpPr/>
          <p:nvPr/>
        </p:nvSpPr>
        <p:spPr>
          <a:xfrm>
            <a:off x="7666989" y="2631300"/>
            <a:ext cx="464289" cy="463029"/>
          </a:xfrm>
          <a:custGeom>
            <a:avLst/>
            <a:gdLst/>
            <a:ahLst/>
            <a:cxnLst/>
            <a:rect l="l" t="t" r="r" b="b"/>
            <a:pathLst>
              <a:path w="11784" h="11752" extrusionOk="0">
                <a:moveTo>
                  <a:pt x="1040" y="0"/>
                </a:moveTo>
                <a:cubicBezTo>
                  <a:pt x="441" y="0"/>
                  <a:pt x="0" y="473"/>
                  <a:pt x="0" y="1040"/>
                </a:cubicBezTo>
                <a:cubicBezTo>
                  <a:pt x="0" y="1639"/>
                  <a:pt x="473" y="2048"/>
                  <a:pt x="1040" y="2048"/>
                </a:cubicBezTo>
                <a:lnTo>
                  <a:pt x="1386" y="2048"/>
                </a:lnTo>
                <a:lnTo>
                  <a:pt x="1386" y="2426"/>
                </a:lnTo>
                <a:cubicBezTo>
                  <a:pt x="1386" y="2993"/>
                  <a:pt x="1859" y="3434"/>
                  <a:pt x="2426" y="3434"/>
                </a:cubicBezTo>
                <a:lnTo>
                  <a:pt x="5577" y="3434"/>
                </a:lnTo>
                <a:lnTo>
                  <a:pt x="5577" y="4159"/>
                </a:lnTo>
                <a:lnTo>
                  <a:pt x="4537" y="4159"/>
                </a:lnTo>
                <a:cubicBezTo>
                  <a:pt x="3938" y="4159"/>
                  <a:pt x="3466" y="4632"/>
                  <a:pt x="3466" y="5167"/>
                </a:cubicBezTo>
                <a:lnTo>
                  <a:pt x="3466" y="6585"/>
                </a:lnTo>
                <a:cubicBezTo>
                  <a:pt x="3466" y="7183"/>
                  <a:pt x="3938" y="7625"/>
                  <a:pt x="4537" y="7625"/>
                </a:cubicBezTo>
                <a:lnTo>
                  <a:pt x="5577" y="7625"/>
                </a:lnTo>
                <a:lnTo>
                  <a:pt x="5577" y="8318"/>
                </a:lnTo>
                <a:lnTo>
                  <a:pt x="2426" y="8318"/>
                </a:lnTo>
                <a:cubicBezTo>
                  <a:pt x="1828" y="8318"/>
                  <a:pt x="1386" y="8790"/>
                  <a:pt x="1386" y="9357"/>
                </a:cubicBezTo>
                <a:lnTo>
                  <a:pt x="1386" y="9704"/>
                </a:lnTo>
                <a:lnTo>
                  <a:pt x="1040" y="9704"/>
                </a:lnTo>
                <a:cubicBezTo>
                  <a:pt x="441" y="9704"/>
                  <a:pt x="0" y="10176"/>
                  <a:pt x="0" y="10744"/>
                </a:cubicBezTo>
                <a:cubicBezTo>
                  <a:pt x="0" y="11311"/>
                  <a:pt x="473" y="11752"/>
                  <a:pt x="1040" y="11752"/>
                </a:cubicBezTo>
                <a:lnTo>
                  <a:pt x="2426" y="11752"/>
                </a:lnTo>
                <a:cubicBezTo>
                  <a:pt x="2993" y="11752"/>
                  <a:pt x="3434" y="11279"/>
                  <a:pt x="3434" y="10744"/>
                </a:cubicBezTo>
                <a:cubicBezTo>
                  <a:pt x="3434" y="10145"/>
                  <a:pt x="2962" y="9704"/>
                  <a:pt x="2426" y="9704"/>
                </a:cubicBezTo>
                <a:lnTo>
                  <a:pt x="2048" y="9704"/>
                </a:lnTo>
                <a:lnTo>
                  <a:pt x="2048" y="9357"/>
                </a:lnTo>
                <a:cubicBezTo>
                  <a:pt x="2048" y="9168"/>
                  <a:pt x="2206" y="9011"/>
                  <a:pt x="2426" y="9011"/>
                </a:cubicBezTo>
                <a:lnTo>
                  <a:pt x="5577" y="9011"/>
                </a:lnTo>
                <a:lnTo>
                  <a:pt x="5577" y="9704"/>
                </a:lnTo>
                <a:lnTo>
                  <a:pt x="5199" y="9704"/>
                </a:lnTo>
                <a:cubicBezTo>
                  <a:pt x="4631" y="9704"/>
                  <a:pt x="4190" y="10176"/>
                  <a:pt x="4190" y="10744"/>
                </a:cubicBezTo>
                <a:cubicBezTo>
                  <a:pt x="4190" y="11311"/>
                  <a:pt x="4663" y="11752"/>
                  <a:pt x="5199" y="11752"/>
                </a:cubicBezTo>
                <a:lnTo>
                  <a:pt x="6585" y="11752"/>
                </a:lnTo>
                <a:cubicBezTo>
                  <a:pt x="7183" y="11752"/>
                  <a:pt x="7593" y="11279"/>
                  <a:pt x="7593" y="10744"/>
                </a:cubicBezTo>
                <a:cubicBezTo>
                  <a:pt x="7593" y="10145"/>
                  <a:pt x="7120" y="9704"/>
                  <a:pt x="6585" y="9704"/>
                </a:cubicBezTo>
                <a:lnTo>
                  <a:pt x="6238" y="9704"/>
                </a:lnTo>
                <a:lnTo>
                  <a:pt x="6238" y="9011"/>
                </a:lnTo>
                <a:lnTo>
                  <a:pt x="9389" y="9011"/>
                </a:lnTo>
                <a:cubicBezTo>
                  <a:pt x="9578" y="9011"/>
                  <a:pt x="9735" y="9168"/>
                  <a:pt x="9735" y="9357"/>
                </a:cubicBezTo>
                <a:lnTo>
                  <a:pt x="9735" y="9704"/>
                </a:lnTo>
                <a:lnTo>
                  <a:pt x="9389" y="9704"/>
                </a:lnTo>
                <a:cubicBezTo>
                  <a:pt x="8790" y="9704"/>
                  <a:pt x="8349" y="10176"/>
                  <a:pt x="8349" y="10744"/>
                </a:cubicBezTo>
                <a:cubicBezTo>
                  <a:pt x="8349" y="11311"/>
                  <a:pt x="8822" y="11752"/>
                  <a:pt x="9389" y="11752"/>
                </a:cubicBezTo>
                <a:lnTo>
                  <a:pt x="10743" y="11752"/>
                </a:lnTo>
                <a:cubicBezTo>
                  <a:pt x="11342" y="11752"/>
                  <a:pt x="11783" y="11279"/>
                  <a:pt x="11783" y="10744"/>
                </a:cubicBezTo>
                <a:cubicBezTo>
                  <a:pt x="11783" y="10145"/>
                  <a:pt x="11311" y="9704"/>
                  <a:pt x="10743" y="9704"/>
                </a:cubicBezTo>
                <a:lnTo>
                  <a:pt x="10397" y="9704"/>
                </a:lnTo>
                <a:lnTo>
                  <a:pt x="10397" y="9357"/>
                </a:lnTo>
                <a:cubicBezTo>
                  <a:pt x="10397" y="8759"/>
                  <a:pt x="9924" y="8318"/>
                  <a:pt x="9389" y="8318"/>
                </a:cubicBezTo>
                <a:lnTo>
                  <a:pt x="6238" y="8318"/>
                </a:lnTo>
                <a:lnTo>
                  <a:pt x="6238" y="7625"/>
                </a:lnTo>
                <a:lnTo>
                  <a:pt x="7246" y="7625"/>
                </a:lnTo>
                <a:cubicBezTo>
                  <a:pt x="7845" y="7625"/>
                  <a:pt x="8318" y="7152"/>
                  <a:pt x="8318" y="6585"/>
                </a:cubicBezTo>
                <a:lnTo>
                  <a:pt x="8318" y="5167"/>
                </a:lnTo>
                <a:cubicBezTo>
                  <a:pt x="8318" y="4569"/>
                  <a:pt x="7845" y="4159"/>
                  <a:pt x="7246" y="4159"/>
                </a:cubicBezTo>
                <a:lnTo>
                  <a:pt x="6238" y="4159"/>
                </a:lnTo>
                <a:lnTo>
                  <a:pt x="6238" y="3434"/>
                </a:lnTo>
                <a:lnTo>
                  <a:pt x="9389" y="3434"/>
                </a:lnTo>
                <a:cubicBezTo>
                  <a:pt x="9956" y="3434"/>
                  <a:pt x="10397" y="2962"/>
                  <a:pt x="10397" y="2426"/>
                </a:cubicBezTo>
                <a:lnTo>
                  <a:pt x="10397" y="2048"/>
                </a:lnTo>
                <a:lnTo>
                  <a:pt x="10743" y="2048"/>
                </a:lnTo>
                <a:cubicBezTo>
                  <a:pt x="11342" y="2048"/>
                  <a:pt x="11783" y="1576"/>
                  <a:pt x="11783" y="1040"/>
                </a:cubicBezTo>
                <a:cubicBezTo>
                  <a:pt x="11783" y="441"/>
                  <a:pt x="11311" y="0"/>
                  <a:pt x="10743" y="0"/>
                </a:cubicBezTo>
                <a:lnTo>
                  <a:pt x="9389" y="0"/>
                </a:lnTo>
                <a:cubicBezTo>
                  <a:pt x="8790" y="0"/>
                  <a:pt x="8349" y="473"/>
                  <a:pt x="8349" y="1040"/>
                </a:cubicBezTo>
                <a:cubicBezTo>
                  <a:pt x="8349" y="1639"/>
                  <a:pt x="8822" y="2048"/>
                  <a:pt x="9389" y="2048"/>
                </a:cubicBezTo>
                <a:lnTo>
                  <a:pt x="9735" y="2048"/>
                </a:lnTo>
                <a:lnTo>
                  <a:pt x="9735" y="2426"/>
                </a:lnTo>
                <a:cubicBezTo>
                  <a:pt x="9735" y="2615"/>
                  <a:pt x="9578" y="2773"/>
                  <a:pt x="9389" y="2773"/>
                </a:cubicBezTo>
                <a:lnTo>
                  <a:pt x="6238" y="2773"/>
                </a:lnTo>
                <a:lnTo>
                  <a:pt x="6238" y="2048"/>
                </a:lnTo>
                <a:lnTo>
                  <a:pt x="6585" y="2048"/>
                </a:lnTo>
                <a:cubicBezTo>
                  <a:pt x="7183" y="2048"/>
                  <a:pt x="7593" y="1576"/>
                  <a:pt x="7593" y="1040"/>
                </a:cubicBezTo>
                <a:cubicBezTo>
                  <a:pt x="7593" y="441"/>
                  <a:pt x="7120" y="0"/>
                  <a:pt x="6585" y="0"/>
                </a:cubicBezTo>
                <a:lnTo>
                  <a:pt x="5199" y="0"/>
                </a:lnTo>
                <a:cubicBezTo>
                  <a:pt x="4631" y="0"/>
                  <a:pt x="4190" y="473"/>
                  <a:pt x="4190" y="1040"/>
                </a:cubicBezTo>
                <a:cubicBezTo>
                  <a:pt x="4190" y="1639"/>
                  <a:pt x="4663" y="2048"/>
                  <a:pt x="5199" y="2048"/>
                </a:cubicBezTo>
                <a:lnTo>
                  <a:pt x="5577" y="2048"/>
                </a:lnTo>
                <a:lnTo>
                  <a:pt x="5577" y="2773"/>
                </a:lnTo>
                <a:lnTo>
                  <a:pt x="2426" y="2773"/>
                </a:lnTo>
                <a:cubicBezTo>
                  <a:pt x="2206" y="2773"/>
                  <a:pt x="2048" y="2615"/>
                  <a:pt x="2048" y="2426"/>
                </a:cubicBezTo>
                <a:lnTo>
                  <a:pt x="2048" y="2048"/>
                </a:lnTo>
                <a:lnTo>
                  <a:pt x="2426" y="2048"/>
                </a:lnTo>
                <a:cubicBezTo>
                  <a:pt x="2993" y="2048"/>
                  <a:pt x="3434" y="1576"/>
                  <a:pt x="3434" y="1040"/>
                </a:cubicBezTo>
                <a:cubicBezTo>
                  <a:pt x="3434" y="441"/>
                  <a:pt x="2962" y="0"/>
                  <a:pt x="242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8384" name="Google Shape;8384;p70"/>
          <p:cNvGrpSpPr/>
          <p:nvPr/>
        </p:nvGrpSpPr>
        <p:grpSpPr>
          <a:xfrm>
            <a:off x="7664463" y="3223529"/>
            <a:ext cx="469255" cy="468900"/>
            <a:chOff x="1310075" y="3980250"/>
            <a:chExt cx="297750" cy="297525"/>
          </a:xfrm>
        </p:grpSpPr>
        <p:sp>
          <p:nvSpPr>
            <p:cNvPr id="8385" name="Google Shape;8385;p70"/>
            <p:cNvSpPr/>
            <p:nvPr/>
          </p:nvSpPr>
          <p:spPr>
            <a:xfrm>
              <a:off x="1310075" y="3980250"/>
              <a:ext cx="297750" cy="297525"/>
            </a:xfrm>
            <a:custGeom>
              <a:avLst/>
              <a:gdLst/>
              <a:ahLst/>
              <a:cxnLst/>
              <a:rect l="l" t="t" r="r" b="b"/>
              <a:pathLst>
                <a:path w="11910" h="11901" extrusionOk="0">
                  <a:moveTo>
                    <a:pt x="3844" y="4946"/>
                  </a:moveTo>
                  <a:cubicBezTo>
                    <a:pt x="4033" y="4946"/>
                    <a:pt x="4190" y="5104"/>
                    <a:pt x="4190" y="5293"/>
                  </a:cubicBezTo>
                  <a:lnTo>
                    <a:pt x="4190" y="6679"/>
                  </a:lnTo>
                  <a:cubicBezTo>
                    <a:pt x="4190" y="6868"/>
                    <a:pt x="4033" y="7026"/>
                    <a:pt x="3844" y="7026"/>
                  </a:cubicBezTo>
                  <a:lnTo>
                    <a:pt x="2458" y="7026"/>
                  </a:lnTo>
                  <a:cubicBezTo>
                    <a:pt x="2269" y="7026"/>
                    <a:pt x="2111" y="6868"/>
                    <a:pt x="2111" y="6679"/>
                  </a:cubicBezTo>
                  <a:lnTo>
                    <a:pt x="2111" y="5293"/>
                  </a:lnTo>
                  <a:cubicBezTo>
                    <a:pt x="2111" y="5104"/>
                    <a:pt x="2269" y="4946"/>
                    <a:pt x="2458" y="4946"/>
                  </a:cubicBezTo>
                  <a:close/>
                  <a:moveTo>
                    <a:pt x="6616" y="3560"/>
                  </a:moveTo>
                  <a:cubicBezTo>
                    <a:pt x="6837" y="3560"/>
                    <a:pt x="6994" y="3718"/>
                    <a:pt x="6994" y="3907"/>
                  </a:cubicBezTo>
                  <a:lnTo>
                    <a:pt x="6994" y="6679"/>
                  </a:lnTo>
                  <a:cubicBezTo>
                    <a:pt x="6994" y="6868"/>
                    <a:pt x="6837" y="7026"/>
                    <a:pt x="6616" y="7026"/>
                  </a:cubicBezTo>
                  <a:lnTo>
                    <a:pt x="5262" y="7026"/>
                  </a:lnTo>
                  <a:cubicBezTo>
                    <a:pt x="5041" y="7026"/>
                    <a:pt x="4884" y="6868"/>
                    <a:pt x="4884" y="6679"/>
                  </a:cubicBezTo>
                  <a:lnTo>
                    <a:pt x="4884" y="3907"/>
                  </a:lnTo>
                  <a:cubicBezTo>
                    <a:pt x="4884" y="3718"/>
                    <a:pt x="5041" y="3560"/>
                    <a:pt x="5262" y="3560"/>
                  </a:cubicBezTo>
                  <a:close/>
                  <a:moveTo>
                    <a:pt x="9389" y="2174"/>
                  </a:moveTo>
                  <a:cubicBezTo>
                    <a:pt x="9578" y="2174"/>
                    <a:pt x="9735" y="2331"/>
                    <a:pt x="9735" y="2520"/>
                  </a:cubicBezTo>
                  <a:lnTo>
                    <a:pt x="9735" y="6679"/>
                  </a:lnTo>
                  <a:cubicBezTo>
                    <a:pt x="9735" y="6868"/>
                    <a:pt x="9578" y="7026"/>
                    <a:pt x="9389" y="7026"/>
                  </a:cubicBezTo>
                  <a:lnTo>
                    <a:pt x="8003" y="7026"/>
                  </a:lnTo>
                  <a:cubicBezTo>
                    <a:pt x="7813" y="7026"/>
                    <a:pt x="7656" y="6868"/>
                    <a:pt x="7656" y="6679"/>
                  </a:cubicBezTo>
                  <a:lnTo>
                    <a:pt x="7656" y="2520"/>
                  </a:lnTo>
                  <a:cubicBezTo>
                    <a:pt x="7656" y="2331"/>
                    <a:pt x="7813" y="2174"/>
                    <a:pt x="8003" y="2174"/>
                  </a:cubicBezTo>
                  <a:close/>
                  <a:moveTo>
                    <a:pt x="5577" y="8412"/>
                  </a:moveTo>
                  <a:lnTo>
                    <a:pt x="5577" y="9105"/>
                  </a:lnTo>
                  <a:lnTo>
                    <a:pt x="5167" y="9105"/>
                  </a:lnTo>
                  <a:lnTo>
                    <a:pt x="5451" y="8412"/>
                  </a:lnTo>
                  <a:close/>
                  <a:moveTo>
                    <a:pt x="6396" y="8412"/>
                  </a:moveTo>
                  <a:lnTo>
                    <a:pt x="6679" y="9105"/>
                  </a:lnTo>
                  <a:lnTo>
                    <a:pt x="6270" y="9105"/>
                  </a:lnTo>
                  <a:lnTo>
                    <a:pt x="6270" y="8412"/>
                  </a:lnTo>
                  <a:close/>
                  <a:moveTo>
                    <a:pt x="5955" y="0"/>
                  </a:moveTo>
                  <a:cubicBezTo>
                    <a:pt x="5766" y="0"/>
                    <a:pt x="5608" y="158"/>
                    <a:pt x="5608" y="378"/>
                  </a:cubicBezTo>
                  <a:lnTo>
                    <a:pt x="5608" y="725"/>
                  </a:lnTo>
                  <a:lnTo>
                    <a:pt x="347" y="725"/>
                  </a:lnTo>
                  <a:cubicBezTo>
                    <a:pt x="158" y="725"/>
                    <a:pt x="0" y="882"/>
                    <a:pt x="0" y="1071"/>
                  </a:cubicBezTo>
                  <a:cubicBezTo>
                    <a:pt x="0" y="1260"/>
                    <a:pt x="158" y="1418"/>
                    <a:pt x="347" y="1418"/>
                  </a:cubicBezTo>
                  <a:lnTo>
                    <a:pt x="725" y="1418"/>
                  </a:lnTo>
                  <a:lnTo>
                    <a:pt x="725" y="7719"/>
                  </a:lnTo>
                  <a:lnTo>
                    <a:pt x="378" y="7719"/>
                  </a:lnTo>
                  <a:cubicBezTo>
                    <a:pt x="158" y="7719"/>
                    <a:pt x="0" y="7876"/>
                    <a:pt x="0" y="8097"/>
                  </a:cubicBezTo>
                  <a:cubicBezTo>
                    <a:pt x="0" y="8286"/>
                    <a:pt x="158" y="8443"/>
                    <a:pt x="378" y="8443"/>
                  </a:cubicBezTo>
                  <a:lnTo>
                    <a:pt x="4726" y="8443"/>
                  </a:lnTo>
                  <a:lnTo>
                    <a:pt x="3560" y="11436"/>
                  </a:lnTo>
                  <a:cubicBezTo>
                    <a:pt x="3466" y="11625"/>
                    <a:pt x="3560" y="11814"/>
                    <a:pt x="3749" y="11877"/>
                  </a:cubicBezTo>
                  <a:cubicBezTo>
                    <a:pt x="3788" y="11893"/>
                    <a:pt x="3831" y="11901"/>
                    <a:pt x="3876" y="11901"/>
                  </a:cubicBezTo>
                  <a:cubicBezTo>
                    <a:pt x="4016" y="11901"/>
                    <a:pt x="4167" y="11824"/>
                    <a:pt x="4190" y="11657"/>
                  </a:cubicBezTo>
                  <a:lnTo>
                    <a:pt x="4947" y="9830"/>
                  </a:lnTo>
                  <a:lnTo>
                    <a:pt x="5608" y="9830"/>
                  </a:lnTo>
                  <a:lnTo>
                    <a:pt x="5608" y="10838"/>
                  </a:lnTo>
                  <a:cubicBezTo>
                    <a:pt x="5608" y="11027"/>
                    <a:pt x="5766" y="11184"/>
                    <a:pt x="5955" y="11184"/>
                  </a:cubicBezTo>
                  <a:cubicBezTo>
                    <a:pt x="6144" y="11184"/>
                    <a:pt x="6301" y="11027"/>
                    <a:pt x="6301" y="10838"/>
                  </a:cubicBezTo>
                  <a:lnTo>
                    <a:pt x="6301" y="9830"/>
                  </a:lnTo>
                  <a:lnTo>
                    <a:pt x="6994" y="9830"/>
                  </a:lnTo>
                  <a:lnTo>
                    <a:pt x="7719" y="11657"/>
                  </a:lnTo>
                  <a:cubicBezTo>
                    <a:pt x="7791" y="11824"/>
                    <a:pt x="7916" y="11901"/>
                    <a:pt x="8042" y="11901"/>
                  </a:cubicBezTo>
                  <a:cubicBezTo>
                    <a:pt x="8082" y="11901"/>
                    <a:pt x="8122" y="11893"/>
                    <a:pt x="8160" y="11877"/>
                  </a:cubicBezTo>
                  <a:cubicBezTo>
                    <a:pt x="8349" y="11783"/>
                    <a:pt x="8444" y="11594"/>
                    <a:pt x="8349" y="11436"/>
                  </a:cubicBezTo>
                  <a:lnTo>
                    <a:pt x="7183" y="8443"/>
                  </a:lnTo>
                  <a:lnTo>
                    <a:pt x="11531" y="8443"/>
                  </a:lnTo>
                  <a:cubicBezTo>
                    <a:pt x="11752" y="8443"/>
                    <a:pt x="11909" y="8286"/>
                    <a:pt x="11909" y="8097"/>
                  </a:cubicBezTo>
                  <a:cubicBezTo>
                    <a:pt x="11909" y="7876"/>
                    <a:pt x="11752" y="7719"/>
                    <a:pt x="11531" y="7719"/>
                  </a:cubicBezTo>
                  <a:lnTo>
                    <a:pt x="11185" y="7719"/>
                  </a:lnTo>
                  <a:lnTo>
                    <a:pt x="11185" y="1418"/>
                  </a:lnTo>
                  <a:lnTo>
                    <a:pt x="11531" y="1418"/>
                  </a:lnTo>
                  <a:cubicBezTo>
                    <a:pt x="11752" y="1418"/>
                    <a:pt x="11909" y="1260"/>
                    <a:pt x="11909" y="1071"/>
                  </a:cubicBezTo>
                  <a:cubicBezTo>
                    <a:pt x="11909" y="882"/>
                    <a:pt x="11752" y="725"/>
                    <a:pt x="11531" y="725"/>
                  </a:cubicBezTo>
                  <a:lnTo>
                    <a:pt x="6301" y="725"/>
                  </a:lnTo>
                  <a:lnTo>
                    <a:pt x="6301" y="378"/>
                  </a:lnTo>
                  <a:cubicBezTo>
                    <a:pt x="6301" y="158"/>
                    <a:pt x="6144" y="0"/>
                    <a:pt x="595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86" name="Google Shape;8386;p70"/>
            <p:cNvSpPr/>
            <p:nvPr/>
          </p:nvSpPr>
          <p:spPr>
            <a:xfrm>
              <a:off x="1449475" y="4086575"/>
              <a:ext cx="17350" cy="52000"/>
            </a:xfrm>
            <a:custGeom>
              <a:avLst/>
              <a:gdLst/>
              <a:ahLst/>
              <a:cxnLst/>
              <a:rect l="l" t="t" r="r" b="b"/>
              <a:pathLst>
                <a:path w="694" h="2080" extrusionOk="0">
                  <a:moveTo>
                    <a:pt x="1" y="0"/>
                  </a:moveTo>
                  <a:lnTo>
                    <a:pt x="1" y="2080"/>
                  </a:lnTo>
                  <a:lnTo>
                    <a:pt x="694" y="2080"/>
                  </a:lnTo>
                  <a:lnTo>
                    <a:pt x="69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87" name="Google Shape;8387;p70"/>
            <p:cNvSpPr/>
            <p:nvPr/>
          </p:nvSpPr>
          <p:spPr>
            <a:xfrm>
              <a:off x="1380175" y="4121225"/>
              <a:ext cx="17350" cy="17350"/>
            </a:xfrm>
            <a:custGeom>
              <a:avLst/>
              <a:gdLst/>
              <a:ahLst/>
              <a:cxnLst/>
              <a:rect l="l" t="t" r="r" b="b"/>
              <a:pathLst>
                <a:path w="694" h="694" extrusionOk="0">
                  <a:moveTo>
                    <a:pt x="0" y="0"/>
                  </a:moveTo>
                  <a:lnTo>
                    <a:pt x="0" y="694"/>
                  </a:lnTo>
                  <a:lnTo>
                    <a:pt x="693" y="694"/>
                  </a:lnTo>
                  <a:lnTo>
                    <a:pt x="69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88" name="Google Shape;8388;p70"/>
            <p:cNvSpPr/>
            <p:nvPr/>
          </p:nvSpPr>
          <p:spPr>
            <a:xfrm>
              <a:off x="1518800" y="4051925"/>
              <a:ext cx="18125" cy="86650"/>
            </a:xfrm>
            <a:custGeom>
              <a:avLst/>
              <a:gdLst/>
              <a:ahLst/>
              <a:cxnLst/>
              <a:rect l="l" t="t" r="r" b="b"/>
              <a:pathLst>
                <a:path w="725" h="3466" extrusionOk="0">
                  <a:moveTo>
                    <a:pt x="0" y="0"/>
                  </a:moveTo>
                  <a:lnTo>
                    <a:pt x="0" y="3466"/>
                  </a:lnTo>
                  <a:lnTo>
                    <a:pt x="725" y="3466"/>
                  </a:lnTo>
                  <a:lnTo>
                    <a:pt x="72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389" name="Google Shape;8389;p70"/>
          <p:cNvGrpSpPr/>
          <p:nvPr/>
        </p:nvGrpSpPr>
        <p:grpSpPr>
          <a:xfrm>
            <a:off x="10684182" y="2042461"/>
            <a:ext cx="355073" cy="465511"/>
            <a:chOff x="3167275" y="3227275"/>
            <a:chExt cx="225300" cy="295375"/>
          </a:xfrm>
        </p:grpSpPr>
        <p:sp>
          <p:nvSpPr>
            <p:cNvPr id="8390" name="Google Shape;8390;p70"/>
            <p:cNvSpPr/>
            <p:nvPr/>
          </p:nvSpPr>
          <p:spPr>
            <a:xfrm>
              <a:off x="3167275" y="3227275"/>
              <a:ext cx="225300" cy="207950"/>
            </a:xfrm>
            <a:custGeom>
              <a:avLst/>
              <a:gdLst/>
              <a:ahLst/>
              <a:cxnLst/>
              <a:rect l="l" t="t" r="r" b="b"/>
              <a:pathLst>
                <a:path w="9012" h="8318" extrusionOk="0">
                  <a:moveTo>
                    <a:pt x="4538" y="1"/>
                  </a:moveTo>
                  <a:cubicBezTo>
                    <a:pt x="2112" y="1"/>
                    <a:pt x="1" y="1985"/>
                    <a:pt x="32" y="4537"/>
                  </a:cubicBezTo>
                  <a:cubicBezTo>
                    <a:pt x="32" y="5860"/>
                    <a:pt x="631" y="7184"/>
                    <a:pt x="1797" y="8066"/>
                  </a:cubicBezTo>
                  <a:cubicBezTo>
                    <a:pt x="1923" y="8192"/>
                    <a:pt x="2017" y="8223"/>
                    <a:pt x="2049" y="8318"/>
                  </a:cubicBezTo>
                  <a:lnTo>
                    <a:pt x="4160" y="8318"/>
                  </a:lnTo>
                  <a:lnTo>
                    <a:pt x="4160" y="6900"/>
                  </a:lnTo>
                  <a:lnTo>
                    <a:pt x="2427" y="6900"/>
                  </a:lnTo>
                  <a:cubicBezTo>
                    <a:pt x="2238" y="6900"/>
                    <a:pt x="2080" y="6743"/>
                    <a:pt x="2080" y="6554"/>
                  </a:cubicBezTo>
                  <a:lnTo>
                    <a:pt x="2080" y="5829"/>
                  </a:lnTo>
                  <a:cubicBezTo>
                    <a:pt x="2080" y="4852"/>
                    <a:pt x="2679" y="4033"/>
                    <a:pt x="3498" y="3624"/>
                  </a:cubicBezTo>
                  <a:cubicBezTo>
                    <a:pt x="3277" y="3403"/>
                    <a:pt x="3151" y="3088"/>
                    <a:pt x="3151" y="2678"/>
                  </a:cubicBezTo>
                  <a:cubicBezTo>
                    <a:pt x="3151" y="1922"/>
                    <a:pt x="3782" y="1292"/>
                    <a:pt x="4538" y="1292"/>
                  </a:cubicBezTo>
                  <a:cubicBezTo>
                    <a:pt x="5262" y="1292"/>
                    <a:pt x="5892" y="1922"/>
                    <a:pt x="5892" y="2678"/>
                  </a:cubicBezTo>
                  <a:cubicBezTo>
                    <a:pt x="5892" y="3025"/>
                    <a:pt x="5735" y="3340"/>
                    <a:pt x="5546" y="3624"/>
                  </a:cubicBezTo>
                  <a:cubicBezTo>
                    <a:pt x="6365" y="4033"/>
                    <a:pt x="6964" y="4852"/>
                    <a:pt x="6964" y="5829"/>
                  </a:cubicBezTo>
                  <a:lnTo>
                    <a:pt x="6964" y="6554"/>
                  </a:lnTo>
                  <a:cubicBezTo>
                    <a:pt x="6964" y="6743"/>
                    <a:pt x="6806" y="6900"/>
                    <a:pt x="6617" y="6900"/>
                  </a:cubicBezTo>
                  <a:lnTo>
                    <a:pt x="4884" y="6900"/>
                  </a:lnTo>
                  <a:lnTo>
                    <a:pt x="4884" y="8318"/>
                  </a:lnTo>
                  <a:lnTo>
                    <a:pt x="6995" y="8318"/>
                  </a:lnTo>
                  <a:cubicBezTo>
                    <a:pt x="7027" y="8286"/>
                    <a:pt x="7121" y="8192"/>
                    <a:pt x="7247" y="8129"/>
                  </a:cubicBezTo>
                  <a:cubicBezTo>
                    <a:pt x="8413" y="7184"/>
                    <a:pt x="9011" y="5829"/>
                    <a:pt x="9011" y="4506"/>
                  </a:cubicBezTo>
                  <a:cubicBezTo>
                    <a:pt x="9011" y="2017"/>
                    <a:pt x="6995" y="1"/>
                    <a:pt x="453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91" name="Google Shape;8391;p70"/>
            <p:cNvSpPr/>
            <p:nvPr/>
          </p:nvSpPr>
          <p:spPr>
            <a:xfrm>
              <a:off x="3262600" y="3278475"/>
              <a:ext cx="35450" cy="35475"/>
            </a:xfrm>
            <a:custGeom>
              <a:avLst/>
              <a:gdLst/>
              <a:ahLst/>
              <a:cxnLst/>
              <a:rect l="l" t="t" r="r" b="b"/>
              <a:pathLst>
                <a:path w="1418" h="1419" extrusionOk="0">
                  <a:moveTo>
                    <a:pt x="725" y="0"/>
                  </a:moveTo>
                  <a:cubicBezTo>
                    <a:pt x="315" y="0"/>
                    <a:pt x="0" y="315"/>
                    <a:pt x="0" y="725"/>
                  </a:cubicBezTo>
                  <a:cubicBezTo>
                    <a:pt x="0" y="1103"/>
                    <a:pt x="315" y="1418"/>
                    <a:pt x="725" y="1418"/>
                  </a:cubicBezTo>
                  <a:cubicBezTo>
                    <a:pt x="1103" y="1418"/>
                    <a:pt x="1418" y="1103"/>
                    <a:pt x="1418" y="725"/>
                  </a:cubicBezTo>
                  <a:cubicBezTo>
                    <a:pt x="1418" y="315"/>
                    <a:pt x="1103" y="0"/>
                    <a:pt x="72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92" name="Google Shape;8392;p70"/>
            <p:cNvSpPr/>
            <p:nvPr/>
          </p:nvSpPr>
          <p:spPr>
            <a:xfrm>
              <a:off x="3220050" y="3452525"/>
              <a:ext cx="121325" cy="35475"/>
            </a:xfrm>
            <a:custGeom>
              <a:avLst/>
              <a:gdLst/>
              <a:ahLst/>
              <a:cxnLst/>
              <a:rect l="l" t="t" r="r" b="b"/>
              <a:pathLst>
                <a:path w="4853" h="1419" extrusionOk="0">
                  <a:moveTo>
                    <a:pt x="1" y="1"/>
                  </a:moveTo>
                  <a:lnTo>
                    <a:pt x="1" y="347"/>
                  </a:lnTo>
                  <a:cubicBezTo>
                    <a:pt x="1" y="946"/>
                    <a:pt x="473" y="1419"/>
                    <a:pt x="1040" y="1419"/>
                  </a:cubicBezTo>
                  <a:lnTo>
                    <a:pt x="3781" y="1419"/>
                  </a:lnTo>
                  <a:cubicBezTo>
                    <a:pt x="4380" y="1419"/>
                    <a:pt x="4853" y="946"/>
                    <a:pt x="4853" y="347"/>
                  </a:cubicBezTo>
                  <a:lnTo>
                    <a:pt x="485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93" name="Google Shape;8393;p70"/>
            <p:cNvSpPr/>
            <p:nvPr/>
          </p:nvSpPr>
          <p:spPr>
            <a:xfrm>
              <a:off x="3237375" y="3332025"/>
              <a:ext cx="86675" cy="52000"/>
            </a:xfrm>
            <a:custGeom>
              <a:avLst/>
              <a:gdLst/>
              <a:ahLst/>
              <a:cxnLst/>
              <a:rect l="l" t="t" r="r" b="b"/>
              <a:pathLst>
                <a:path w="3467" h="2080" extrusionOk="0">
                  <a:moveTo>
                    <a:pt x="1734" y="1"/>
                  </a:moveTo>
                  <a:cubicBezTo>
                    <a:pt x="789" y="1"/>
                    <a:pt x="1" y="725"/>
                    <a:pt x="1" y="1733"/>
                  </a:cubicBezTo>
                  <a:lnTo>
                    <a:pt x="1" y="2080"/>
                  </a:lnTo>
                  <a:lnTo>
                    <a:pt x="3466" y="2080"/>
                  </a:lnTo>
                  <a:lnTo>
                    <a:pt x="3466" y="1733"/>
                  </a:lnTo>
                  <a:cubicBezTo>
                    <a:pt x="3466" y="788"/>
                    <a:pt x="2679" y="1"/>
                    <a:pt x="173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94" name="Google Shape;8394;p70"/>
            <p:cNvSpPr/>
            <p:nvPr/>
          </p:nvSpPr>
          <p:spPr>
            <a:xfrm>
              <a:off x="3237375" y="3505300"/>
              <a:ext cx="87450" cy="17350"/>
            </a:xfrm>
            <a:custGeom>
              <a:avLst/>
              <a:gdLst/>
              <a:ahLst/>
              <a:cxnLst/>
              <a:rect l="l" t="t" r="r" b="b"/>
              <a:pathLst>
                <a:path w="3498" h="694" extrusionOk="0">
                  <a:moveTo>
                    <a:pt x="32" y="1"/>
                  </a:moveTo>
                  <a:cubicBezTo>
                    <a:pt x="1" y="379"/>
                    <a:pt x="284" y="694"/>
                    <a:pt x="694" y="694"/>
                  </a:cubicBezTo>
                  <a:lnTo>
                    <a:pt x="2773" y="694"/>
                  </a:lnTo>
                  <a:cubicBezTo>
                    <a:pt x="3183" y="694"/>
                    <a:pt x="3498" y="379"/>
                    <a:pt x="349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8395" name="Google Shape;8395;p70"/>
          <p:cNvSpPr/>
          <p:nvPr/>
        </p:nvSpPr>
        <p:spPr>
          <a:xfrm>
            <a:off x="10616633" y="2628975"/>
            <a:ext cx="490372" cy="467677"/>
          </a:xfrm>
          <a:custGeom>
            <a:avLst/>
            <a:gdLst/>
            <a:ahLst/>
            <a:cxnLst/>
            <a:rect l="l" t="t" r="r" b="b"/>
            <a:pathLst>
              <a:path w="12446" h="11870" extrusionOk="0">
                <a:moveTo>
                  <a:pt x="9421" y="1410"/>
                </a:moveTo>
                <a:cubicBezTo>
                  <a:pt x="9775" y="1410"/>
                  <a:pt x="10130" y="1544"/>
                  <a:pt x="10397" y="1812"/>
                </a:cubicBezTo>
                <a:cubicBezTo>
                  <a:pt x="10901" y="2316"/>
                  <a:pt x="10901" y="3198"/>
                  <a:pt x="10366" y="3734"/>
                </a:cubicBezTo>
                <a:lnTo>
                  <a:pt x="9169" y="4931"/>
                </a:lnTo>
                <a:cubicBezTo>
                  <a:pt x="8948" y="5152"/>
                  <a:pt x="8633" y="5278"/>
                  <a:pt x="8318" y="5309"/>
                </a:cubicBezTo>
                <a:lnTo>
                  <a:pt x="8476" y="5152"/>
                </a:lnTo>
                <a:cubicBezTo>
                  <a:pt x="8854" y="4773"/>
                  <a:pt x="8854" y="4112"/>
                  <a:pt x="8476" y="3702"/>
                </a:cubicBezTo>
                <a:cubicBezTo>
                  <a:pt x="8271" y="3513"/>
                  <a:pt x="8003" y="3419"/>
                  <a:pt x="7739" y="3419"/>
                </a:cubicBezTo>
                <a:cubicBezTo>
                  <a:pt x="7475" y="3419"/>
                  <a:pt x="7215" y="3513"/>
                  <a:pt x="7026" y="3702"/>
                </a:cubicBezTo>
                <a:lnTo>
                  <a:pt x="6869" y="3860"/>
                </a:lnTo>
                <a:cubicBezTo>
                  <a:pt x="6900" y="3545"/>
                  <a:pt x="7026" y="3230"/>
                  <a:pt x="7247" y="3009"/>
                </a:cubicBezTo>
                <a:lnTo>
                  <a:pt x="8444" y="1812"/>
                </a:lnTo>
                <a:cubicBezTo>
                  <a:pt x="8712" y="1544"/>
                  <a:pt x="9066" y="1410"/>
                  <a:pt x="9421" y="1410"/>
                </a:cubicBezTo>
                <a:close/>
                <a:moveTo>
                  <a:pt x="4128" y="6475"/>
                </a:moveTo>
                <a:lnTo>
                  <a:pt x="3970" y="6601"/>
                </a:lnTo>
                <a:cubicBezTo>
                  <a:pt x="3592" y="7010"/>
                  <a:pt x="3592" y="7672"/>
                  <a:pt x="3970" y="8081"/>
                </a:cubicBezTo>
                <a:cubicBezTo>
                  <a:pt x="4175" y="8270"/>
                  <a:pt x="4443" y="8365"/>
                  <a:pt x="4711" y="8365"/>
                </a:cubicBezTo>
                <a:cubicBezTo>
                  <a:pt x="4978" y="8365"/>
                  <a:pt x="5246" y="8270"/>
                  <a:pt x="5451" y="8081"/>
                </a:cubicBezTo>
                <a:lnTo>
                  <a:pt x="5577" y="7924"/>
                </a:lnTo>
                <a:lnTo>
                  <a:pt x="5577" y="7924"/>
                </a:lnTo>
                <a:cubicBezTo>
                  <a:pt x="5640" y="8270"/>
                  <a:pt x="5483" y="8586"/>
                  <a:pt x="5231" y="8838"/>
                </a:cubicBezTo>
                <a:lnTo>
                  <a:pt x="4065" y="10003"/>
                </a:lnTo>
                <a:cubicBezTo>
                  <a:pt x="3781" y="10271"/>
                  <a:pt x="3427" y="10405"/>
                  <a:pt x="3072" y="10405"/>
                </a:cubicBezTo>
                <a:cubicBezTo>
                  <a:pt x="2718" y="10405"/>
                  <a:pt x="2364" y="10271"/>
                  <a:pt x="2080" y="10003"/>
                </a:cubicBezTo>
                <a:cubicBezTo>
                  <a:pt x="1544" y="9468"/>
                  <a:pt x="1544" y="8586"/>
                  <a:pt x="2080" y="8050"/>
                </a:cubicBezTo>
                <a:lnTo>
                  <a:pt x="3277" y="6853"/>
                </a:lnTo>
                <a:cubicBezTo>
                  <a:pt x="3498" y="6601"/>
                  <a:pt x="3813" y="6506"/>
                  <a:pt x="4128" y="6475"/>
                </a:cubicBezTo>
                <a:close/>
                <a:moveTo>
                  <a:pt x="9373" y="0"/>
                </a:moveTo>
                <a:cubicBezTo>
                  <a:pt x="8665" y="0"/>
                  <a:pt x="7956" y="268"/>
                  <a:pt x="7404" y="804"/>
                </a:cubicBezTo>
                <a:lnTo>
                  <a:pt x="6239" y="1970"/>
                </a:lnTo>
                <a:cubicBezTo>
                  <a:pt x="5451" y="2757"/>
                  <a:pt x="5199" y="3986"/>
                  <a:pt x="5640" y="4994"/>
                </a:cubicBezTo>
                <a:lnTo>
                  <a:pt x="5325" y="5309"/>
                </a:lnTo>
                <a:cubicBezTo>
                  <a:pt x="4994" y="5170"/>
                  <a:pt x="4634" y="5100"/>
                  <a:pt x="4270" y="5100"/>
                </a:cubicBezTo>
                <a:cubicBezTo>
                  <a:pt x="3562" y="5100"/>
                  <a:pt x="2842" y="5366"/>
                  <a:pt x="2301" y="5908"/>
                </a:cubicBezTo>
                <a:lnTo>
                  <a:pt x="1103" y="7105"/>
                </a:lnTo>
                <a:cubicBezTo>
                  <a:pt x="1" y="8144"/>
                  <a:pt x="1" y="9940"/>
                  <a:pt x="1103" y="11043"/>
                </a:cubicBezTo>
                <a:cubicBezTo>
                  <a:pt x="1655" y="11594"/>
                  <a:pt x="2364" y="11870"/>
                  <a:pt x="3072" y="11870"/>
                </a:cubicBezTo>
                <a:cubicBezTo>
                  <a:pt x="3781" y="11870"/>
                  <a:pt x="4490" y="11594"/>
                  <a:pt x="5041" y="11043"/>
                </a:cubicBezTo>
                <a:lnTo>
                  <a:pt x="6239" y="9846"/>
                </a:lnTo>
                <a:cubicBezTo>
                  <a:pt x="7026" y="9058"/>
                  <a:pt x="7247" y="7829"/>
                  <a:pt x="6806" y="6821"/>
                </a:cubicBezTo>
                <a:lnTo>
                  <a:pt x="7121" y="6506"/>
                </a:lnTo>
                <a:cubicBezTo>
                  <a:pt x="7473" y="6656"/>
                  <a:pt x="7840" y="6729"/>
                  <a:pt x="8204" y="6729"/>
                </a:cubicBezTo>
                <a:cubicBezTo>
                  <a:pt x="8914" y="6729"/>
                  <a:pt x="9614" y="6449"/>
                  <a:pt x="10177" y="5908"/>
                </a:cubicBezTo>
                <a:lnTo>
                  <a:pt x="11342" y="4742"/>
                </a:lnTo>
                <a:cubicBezTo>
                  <a:pt x="12445" y="3639"/>
                  <a:pt x="12445" y="1907"/>
                  <a:pt x="11342" y="804"/>
                </a:cubicBezTo>
                <a:cubicBezTo>
                  <a:pt x="10791" y="268"/>
                  <a:pt x="10082" y="0"/>
                  <a:pt x="937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8396" name="Google Shape;8396;p70"/>
          <p:cNvGrpSpPr/>
          <p:nvPr/>
        </p:nvGrpSpPr>
        <p:grpSpPr>
          <a:xfrm>
            <a:off x="10627091" y="3225203"/>
            <a:ext cx="469253" cy="465551"/>
            <a:chOff x="3133425" y="3955025"/>
            <a:chExt cx="297750" cy="295400"/>
          </a:xfrm>
        </p:grpSpPr>
        <p:sp>
          <p:nvSpPr>
            <p:cNvPr id="8397" name="Google Shape;8397;p70"/>
            <p:cNvSpPr/>
            <p:nvPr/>
          </p:nvSpPr>
          <p:spPr>
            <a:xfrm>
              <a:off x="3133425" y="4058225"/>
              <a:ext cx="297750" cy="192200"/>
            </a:xfrm>
            <a:custGeom>
              <a:avLst/>
              <a:gdLst/>
              <a:ahLst/>
              <a:cxnLst/>
              <a:rect l="l" t="t" r="r" b="b"/>
              <a:pathLst>
                <a:path w="11910" h="7688" extrusionOk="0">
                  <a:moveTo>
                    <a:pt x="5923" y="0"/>
                  </a:moveTo>
                  <a:cubicBezTo>
                    <a:pt x="5325" y="0"/>
                    <a:pt x="4821" y="347"/>
                    <a:pt x="4631" y="914"/>
                  </a:cubicBezTo>
                  <a:cubicBezTo>
                    <a:pt x="4505" y="1166"/>
                    <a:pt x="4505" y="1449"/>
                    <a:pt x="4568" y="1764"/>
                  </a:cubicBezTo>
                  <a:cubicBezTo>
                    <a:pt x="4884" y="1922"/>
                    <a:pt x="5199" y="2016"/>
                    <a:pt x="5577" y="2048"/>
                  </a:cubicBezTo>
                  <a:lnTo>
                    <a:pt x="5577" y="2741"/>
                  </a:lnTo>
                  <a:lnTo>
                    <a:pt x="2458" y="2741"/>
                  </a:lnTo>
                  <a:cubicBezTo>
                    <a:pt x="1859" y="2741"/>
                    <a:pt x="1418" y="3214"/>
                    <a:pt x="1418" y="3781"/>
                  </a:cubicBezTo>
                  <a:lnTo>
                    <a:pt x="1418" y="4190"/>
                  </a:lnTo>
                  <a:cubicBezTo>
                    <a:pt x="630" y="4316"/>
                    <a:pt x="0" y="5041"/>
                    <a:pt x="0" y="5891"/>
                  </a:cubicBezTo>
                  <a:cubicBezTo>
                    <a:pt x="0" y="6837"/>
                    <a:pt x="788" y="7687"/>
                    <a:pt x="1765" y="7687"/>
                  </a:cubicBezTo>
                  <a:cubicBezTo>
                    <a:pt x="2710" y="7687"/>
                    <a:pt x="3497" y="6900"/>
                    <a:pt x="3497" y="5891"/>
                  </a:cubicBezTo>
                  <a:cubicBezTo>
                    <a:pt x="3497" y="5072"/>
                    <a:pt x="2930" y="4316"/>
                    <a:pt x="2143" y="4190"/>
                  </a:cubicBezTo>
                  <a:lnTo>
                    <a:pt x="2143" y="3781"/>
                  </a:lnTo>
                  <a:cubicBezTo>
                    <a:pt x="2143" y="3592"/>
                    <a:pt x="2300" y="3434"/>
                    <a:pt x="2489" y="3434"/>
                  </a:cubicBezTo>
                  <a:lnTo>
                    <a:pt x="5608" y="3434"/>
                  </a:lnTo>
                  <a:lnTo>
                    <a:pt x="5608" y="4127"/>
                  </a:lnTo>
                  <a:cubicBezTo>
                    <a:pt x="4821" y="4285"/>
                    <a:pt x="4222" y="5009"/>
                    <a:pt x="4222" y="5860"/>
                  </a:cubicBezTo>
                  <a:cubicBezTo>
                    <a:pt x="4222" y="6805"/>
                    <a:pt x="5010" y="7656"/>
                    <a:pt x="5955" y="7656"/>
                  </a:cubicBezTo>
                  <a:cubicBezTo>
                    <a:pt x="6900" y="7656"/>
                    <a:pt x="7687" y="6868"/>
                    <a:pt x="7687" y="5860"/>
                  </a:cubicBezTo>
                  <a:cubicBezTo>
                    <a:pt x="7687" y="5041"/>
                    <a:pt x="7089" y="4285"/>
                    <a:pt x="6301" y="4127"/>
                  </a:cubicBezTo>
                  <a:lnTo>
                    <a:pt x="6301" y="3434"/>
                  </a:lnTo>
                  <a:lnTo>
                    <a:pt x="9452" y="3434"/>
                  </a:lnTo>
                  <a:cubicBezTo>
                    <a:pt x="9641" y="3434"/>
                    <a:pt x="9798" y="3592"/>
                    <a:pt x="9798" y="3781"/>
                  </a:cubicBezTo>
                  <a:lnTo>
                    <a:pt x="9798" y="4190"/>
                  </a:lnTo>
                  <a:cubicBezTo>
                    <a:pt x="9011" y="4316"/>
                    <a:pt x="8444" y="5041"/>
                    <a:pt x="8444" y="5891"/>
                  </a:cubicBezTo>
                  <a:cubicBezTo>
                    <a:pt x="8444" y="6837"/>
                    <a:pt x="9231" y="7687"/>
                    <a:pt x="10176" y="7687"/>
                  </a:cubicBezTo>
                  <a:cubicBezTo>
                    <a:pt x="11121" y="7687"/>
                    <a:pt x="11909" y="6900"/>
                    <a:pt x="11909" y="5891"/>
                  </a:cubicBezTo>
                  <a:cubicBezTo>
                    <a:pt x="11783" y="5135"/>
                    <a:pt x="11185" y="4379"/>
                    <a:pt x="10397" y="4222"/>
                  </a:cubicBezTo>
                  <a:lnTo>
                    <a:pt x="10397" y="3812"/>
                  </a:lnTo>
                  <a:cubicBezTo>
                    <a:pt x="10397" y="3245"/>
                    <a:pt x="9924" y="2804"/>
                    <a:pt x="9389" y="2804"/>
                  </a:cubicBezTo>
                  <a:lnTo>
                    <a:pt x="6238" y="2804"/>
                  </a:lnTo>
                  <a:lnTo>
                    <a:pt x="6238" y="2079"/>
                  </a:lnTo>
                  <a:cubicBezTo>
                    <a:pt x="6585" y="2048"/>
                    <a:pt x="6900" y="1922"/>
                    <a:pt x="7215" y="1827"/>
                  </a:cubicBezTo>
                  <a:cubicBezTo>
                    <a:pt x="7341" y="1418"/>
                    <a:pt x="7246" y="977"/>
                    <a:pt x="7057" y="630"/>
                  </a:cubicBezTo>
                  <a:cubicBezTo>
                    <a:pt x="6774" y="221"/>
                    <a:pt x="6396" y="0"/>
                    <a:pt x="592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98" name="Google Shape;8398;p70"/>
            <p:cNvSpPr/>
            <p:nvPr/>
          </p:nvSpPr>
          <p:spPr>
            <a:xfrm>
              <a:off x="3263375" y="4007025"/>
              <a:ext cx="35475" cy="35450"/>
            </a:xfrm>
            <a:custGeom>
              <a:avLst/>
              <a:gdLst/>
              <a:ahLst/>
              <a:cxnLst/>
              <a:rect l="l" t="t" r="r" b="b"/>
              <a:pathLst>
                <a:path w="1419" h="1418" extrusionOk="0">
                  <a:moveTo>
                    <a:pt x="725" y="0"/>
                  </a:moveTo>
                  <a:cubicBezTo>
                    <a:pt x="284" y="0"/>
                    <a:pt x="1" y="315"/>
                    <a:pt x="1" y="725"/>
                  </a:cubicBezTo>
                  <a:cubicBezTo>
                    <a:pt x="1" y="1103"/>
                    <a:pt x="316" y="1418"/>
                    <a:pt x="725" y="1418"/>
                  </a:cubicBezTo>
                  <a:cubicBezTo>
                    <a:pt x="1103" y="1418"/>
                    <a:pt x="1418" y="1103"/>
                    <a:pt x="1418" y="725"/>
                  </a:cubicBezTo>
                  <a:cubicBezTo>
                    <a:pt x="1418" y="315"/>
                    <a:pt x="1103" y="0"/>
                    <a:pt x="72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399" name="Google Shape;8399;p70"/>
            <p:cNvSpPr/>
            <p:nvPr/>
          </p:nvSpPr>
          <p:spPr>
            <a:xfrm>
              <a:off x="3203525" y="3955025"/>
              <a:ext cx="155175" cy="135500"/>
            </a:xfrm>
            <a:custGeom>
              <a:avLst/>
              <a:gdLst/>
              <a:ahLst/>
              <a:cxnLst/>
              <a:rect l="l" t="t" r="r" b="b"/>
              <a:pathLst>
                <a:path w="6207" h="5420" extrusionOk="0">
                  <a:moveTo>
                    <a:pt x="3119" y="1"/>
                  </a:moveTo>
                  <a:cubicBezTo>
                    <a:pt x="1386" y="1"/>
                    <a:pt x="0" y="1387"/>
                    <a:pt x="0" y="3120"/>
                  </a:cubicBezTo>
                  <a:cubicBezTo>
                    <a:pt x="0" y="4002"/>
                    <a:pt x="410" y="4853"/>
                    <a:pt x="1071" y="5420"/>
                  </a:cubicBezTo>
                  <a:cubicBezTo>
                    <a:pt x="1071" y="5231"/>
                    <a:pt x="1103" y="5042"/>
                    <a:pt x="1197" y="4853"/>
                  </a:cubicBezTo>
                  <a:cubicBezTo>
                    <a:pt x="1323" y="4380"/>
                    <a:pt x="1701" y="3971"/>
                    <a:pt x="2111" y="3750"/>
                  </a:cubicBezTo>
                  <a:cubicBezTo>
                    <a:pt x="1890" y="3498"/>
                    <a:pt x="1733" y="3151"/>
                    <a:pt x="1733" y="2805"/>
                  </a:cubicBezTo>
                  <a:cubicBezTo>
                    <a:pt x="1733" y="2049"/>
                    <a:pt x="2363" y="1419"/>
                    <a:pt x="3119" y="1419"/>
                  </a:cubicBezTo>
                  <a:cubicBezTo>
                    <a:pt x="3844" y="1419"/>
                    <a:pt x="4474" y="2049"/>
                    <a:pt x="4474" y="2805"/>
                  </a:cubicBezTo>
                  <a:cubicBezTo>
                    <a:pt x="4474" y="3151"/>
                    <a:pt x="4348" y="3498"/>
                    <a:pt x="4096" y="3750"/>
                  </a:cubicBezTo>
                  <a:cubicBezTo>
                    <a:pt x="4379" y="3876"/>
                    <a:pt x="4600" y="4097"/>
                    <a:pt x="4789" y="4380"/>
                  </a:cubicBezTo>
                  <a:cubicBezTo>
                    <a:pt x="5009" y="4695"/>
                    <a:pt x="5135" y="5042"/>
                    <a:pt x="5167" y="5420"/>
                  </a:cubicBezTo>
                  <a:cubicBezTo>
                    <a:pt x="5797" y="4853"/>
                    <a:pt x="6207" y="4065"/>
                    <a:pt x="6207" y="3120"/>
                  </a:cubicBezTo>
                  <a:cubicBezTo>
                    <a:pt x="6207" y="1387"/>
                    <a:pt x="4852" y="1"/>
                    <a:pt x="311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400" name="Google Shape;8400;p70"/>
          <p:cNvGrpSpPr/>
          <p:nvPr/>
        </p:nvGrpSpPr>
        <p:grpSpPr>
          <a:xfrm>
            <a:off x="8867322" y="3843320"/>
            <a:ext cx="466772" cy="468427"/>
            <a:chOff x="4991425" y="3234750"/>
            <a:chExt cx="296175" cy="297225"/>
          </a:xfrm>
        </p:grpSpPr>
        <p:sp>
          <p:nvSpPr>
            <p:cNvPr id="8401" name="Google Shape;8401;p70"/>
            <p:cNvSpPr/>
            <p:nvPr/>
          </p:nvSpPr>
          <p:spPr>
            <a:xfrm>
              <a:off x="5077275" y="3304450"/>
              <a:ext cx="122100" cy="99275"/>
            </a:xfrm>
            <a:custGeom>
              <a:avLst/>
              <a:gdLst/>
              <a:ahLst/>
              <a:cxnLst/>
              <a:rect l="l" t="t" r="r" b="b"/>
              <a:pathLst>
                <a:path w="4884" h="3971" extrusionOk="0">
                  <a:moveTo>
                    <a:pt x="2426" y="1"/>
                  </a:moveTo>
                  <a:cubicBezTo>
                    <a:pt x="1103" y="1"/>
                    <a:pt x="0" y="1104"/>
                    <a:pt x="0" y="2427"/>
                  </a:cubicBezTo>
                  <a:cubicBezTo>
                    <a:pt x="0" y="3025"/>
                    <a:pt x="190" y="3530"/>
                    <a:pt x="536" y="3971"/>
                  </a:cubicBezTo>
                  <a:cubicBezTo>
                    <a:pt x="820" y="3624"/>
                    <a:pt x="1103" y="3309"/>
                    <a:pt x="1481" y="3057"/>
                  </a:cubicBezTo>
                  <a:cubicBezTo>
                    <a:pt x="1261" y="2805"/>
                    <a:pt x="1103" y="2458"/>
                    <a:pt x="1103" y="2112"/>
                  </a:cubicBezTo>
                  <a:cubicBezTo>
                    <a:pt x="1103" y="1356"/>
                    <a:pt x="1733" y="726"/>
                    <a:pt x="2489" y="726"/>
                  </a:cubicBezTo>
                  <a:cubicBezTo>
                    <a:pt x="3214" y="726"/>
                    <a:pt x="3844" y="1356"/>
                    <a:pt x="3844" y="2112"/>
                  </a:cubicBezTo>
                  <a:cubicBezTo>
                    <a:pt x="3844" y="2458"/>
                    <a:pt x="3687" y="2805"/>
                    <a:pt x="3466" y="3057"/>
                  </a:cubicBezTo>
                  <a:cubicBezTo>
                    <a:pt x="3844" y="3246"/>
                    <a:pt x="4128" y="3561"/>
                    <a:pt x="4317" y="3971"/>
                  </a:cubicBezTo>
                  <a:cubicBezTo>
                    <a:pt x="4695" y="3530"/>
                    <a:pt x="4884" y="3025"/>
                    <a:pt x="4884" y="2427"/>
                  </a:cubicBezTo>
                  <a:cubicBezTo>
                    <a:pt x="4884" y="1104"/>
                    <a:pt x="3781" y="1"/>
                    <a:pt x="242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02" name="Google Shape;8402;p70"/>
            <p:cNvSpPr/>
            <p:nvPr/>
          </p:nvSpPr>
          <p:spPr>
            <a:xfrm>
              <a:off x="5121375" y="3339900"/>
              <a:ext cx="35475" cy="35475"/>
            </a:xfrm>
            <a:custGeom>
              <a:avLst/>
              <a:gdLst/>
              <a:ahLst/>
              <a:cxnLst/>
              <a:rect l="l" t="t" r="r" b="b"/>
              <a:pathLst>
                <a:path w="1419" h="1419" extrusionOk="0">
                  <a:moveTo>
                    <a:pt x="725" y="1"/>
                  </a:moveTo>
                  <a:cubicBezTo>
                    <a:pt x="316" y="1"/>
                    <a:pt x="1" y="316"/>
                    <a:pt x="1" y="694"/>
                  </a:cubicBezTo>
                  <a:cubicBezTo>
                    <a:pt x="1" y="1103"/>
                    <a:pt x="316" y="1418"/>
                    <a:pt x="725" y="1418"/>
                  </a:cubicBezTo>
                  <a:cubicBezTo>
                    <a:pt x="1103" y="1418"/>
                    <a:pt x="1418" y="1103"/>
                    <a:pt x="1418" y="694"/>
                  </a:cubicBezTo>
                  <a:cubicBezTo>
                    <a:pt x="1418" y="316"/>
                    <a:pt x="1103" y="1"/>
                    <a:pt x="72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03" name="Google Shape;8403;p70"/>
            <p:cNvSpPr/>
            <p:nvPr/>
          </p:nvSpPr>
          <p:spPr>
            <a:xfrm>
              <a:off x="5009550" y="3234750"/>
              <a:ext cx="259150" cy="261125"/>
            </a:xfrm>
            <a:custGeom>
              <a:avLst/>
              <a:gdLst/>
              <a:ahLst/>
              <a:cxnLst/>
              <a:rect l="l" t="t" r="r" b="b"/>
              <a:pathLst>
                <a:path w="10366" h="10445" extrusionOk="0">
                  <a:moveTo>
                    <a:pt x="5198" y="2159"/>
                  </a:moveTo>
                  <a:cubicBezTo>
                    <a:pt x="6931" y="2159"/>
                    <a:pt x="8286" y="3514"/>
                    <a:pt x="8286" y="5246"/>
                  </a:cubicBezTo>
                  <a:cubicBezTo>
                    <a:pt x="8286" y="6916"/>
                    <a:pt x="6931" y="8365"/>
                    <a:pt x="5198" y="8365"/>
                  </a:cubicBezTo>
                  <a:cubicBezTo>
                    <a:pt x="3340" y="8365"/>
                    <a:pt x="2079" y="6822"/>
                    <a:pt x="2079" y="5246"/>
                  </a:cubicBezTo>
                  <a:cubicBezTo>
                    <a:pt x="2079" y="3514"/>
                    <a:pt x="3497" y="2159"/>
                    <a:pt x="5198" y="2159"/>
                  </a:cubicBezTo>
                  <a:close/>
                  <a:moveTo>
                    <a:pt x="5167" y="1"/>
                  </a:moveTo>
                  <a:cubicBezTo>
                    <a:pt x="5088" y="1"/>
                    <a:pt x="5009" y="17"/>
                    <a:pt x="4946" y="48"/>
                  </a:cubicBezTo>
                  <a:lnTo>
                    <a:pt x="4001" y="836"/>
                  </a:lnTo>
                  <a:lnTo>
                    <a:pt x="2773" y="678"/>
                  </a:lnTo>
                  <a:cubicBezTo>
                    <a:pt x="2756" y="675"/>
                    <a:pt x="2739" y="673"/>
                    <a:pt x="2723" y="673"/>
                  </a:cubicBezTo>
                  <a:cubicBezTo>
                    <a:pt x="2583" y="673"/>
                    <a:pt x="2454" y="786"/>
                    <a:pt x="2426" y="899"/>
                  </a:cubicBezTo>
                  <a:lnTo>
                    <a:pt x="1953" y="2033"/>
                  </a:lnTo>
                  <a:lnTo>
                    <a:pt x="819" y="2505"/>
                  </a:lnTo>
                  <a:cubicBezTo>
                    <a:pt x="662" y="2568"/>
                    <a:pt x="567" y="2694"/>
                    <a:pt x="630" y="2852"/>
                  </a:cubicBezTo>
                  <a:lnTo>
                    <a:pt x="788" y="4081"/>
                  </a:lnTo>
                  <a:lnTo>
                    <a:pt x="32" y="5026"/>
                  </a:lnTo>
                  <a:cubicBezTo>
                    <a:pt x="0" y="5183"/>
                    <a:pt x="0" y="5341"/>
                    <a:pt x="63" y="5467"/>
                  </a:cubicBezTo>
                  <a:lnTo>
                    <a:pt x="819" y="6381"/>
                  </a:lnTo>
                  <a:lnTo>
                    <a:pt x="662" y="7609"/>
                  </a:lnTo>
                  <a:cubicBezTo>
                    <a:pt x="630" y="7767"/>
                    <a:pt x="725" y="7924"/>
                    <a:pt x="851" y="7956"/>
                  </a:cubicBezTo>
                  <a:lnTo>
                    <a:pt x="1985" y="8428"/>
                  </a:lnTo>
                  <a:lnTo>
                    <a:pt x="2457" y="9594"/>
                  </a:lnTo>
                  <a:cubicBezTo>
                    <a:pt x="2536" y="9725"/>
                    <a:pt x="2637" y="9791"/>
                    <a:pt x="2741" y="9791"/>
                  </a:cubicBezTo>
                  <a:cubicBezTo>
                    <a:pt x="2762" y="9791"/>
                    <a:pt x="2783" y="9788"/>
                    <a:pt x="2804" y="9783"/>
                  </a:cubicBezTo>
                  <a:lnTo>
                    <a:pt x="4033" y="9626"/>
                  </a:lnTo>
                  <a:lnTo>
                    <a:pt x="4978" y="10382"/>
                  </a:lnTo>
                  <a:cubicBezTo>
                    <a:pt x="5072" y="10413"/>
                    <a:pt x="5104" y="10445"/>
                    <a:pt x="5167" y="10445"/>
                  </a:cubicBezTo>
                  <a:cubicBezTo>
                    <a:pt x="5261" y="10445"/>
                    <a:pt x="5324" y="10413"/>
                    <a:pt x="5387" y="10382"/>
                  </a:cubicBezTo>
                  <a:lnTo>
                    <a:pt x="6333" y="9626"/>
                  </a:lnTo>
                  <a:lnTo>
                    <a:pt x="7530" y="9783"/>
                  </a:lnTo>
                  <a:cubicBezTo>
                    <a:pt x="7687" y="9783"/>
                    <a:pt x="7876" y="9689"/>
                    <a:pt x="7908" y="9594"/>
                  </a:cubicBezTo>
                  <a:lnTo>
                    <a:pt x="8380" y="8428"/>
                  </a:lnTo>
                  <a:lnTo>
                    <a:pt x="9515" y="7956"/>
                  </a:lnTo>
                  <a:cubicBezTo>
                    <a:pt x="9672" y="7893"/>
                    <a:pt x="9735" y="7767"/>
                    <a:pt x="9704" y="7609"/>
                  </a:cubicBezTo>
                  <a:lnTo>
                    <a:pt x="9546" y="6381"/>
                  </a:lnTo>
                  <a:lnTo>
                    <a:pt x="10302" y="5467"/>
                  </a:lnTo>
                  <a:cubicBezTo>
                    <a:pt x="10365" y="5341"/>
                    <a:pt x="10365" y="5120"/>
                    <a:pt x="10302" y="5026"/>
                  </a:cubicBezTo>
                  <a:lnTo>
                    <a:pt x="9546" y="4081"/>
                  </a:lnTo>
                  <a:lnTo>
                    <a:pt x="9704" y="2852"/>
                  </a:lnTo>
                  <a:cubicBezTo>
                    <a:pt x="9735" y="2694"/>
                    <a:pt x="9641" y="2537"/>
                    <a:pt x="9515" y="2505"/>
                  </a:cubicBezTo>
                  <a:lnTo>
                    <a:pt x="8380" y="2033"/>
                  </a:lnTo>
                  <a:lnTo>
                    <a:pt x="7908" y="899"/>
                  </a:lnTo>
                  <a:cubicBezTo>
                    <a:pt x="7826" y="762"/>
                    <a:pt x="7719" y="672"/>
                    <a:pt x="7589" y="672"/>
                  </a:cubicBezTo>
                  <a:cubicBezTo>
                    <a:pt x="7570" y="672"/>
                    <a:pt x="7550" y="674"/>
                    <a:pt x="7530" y="678"/>
                  </a:cubicBezTo>
                  <a:lnTo>
                    <a:pt x="6333" y="836"/>
                  </a:lnTo>
                  <a:lnTo>
                    <a:pt x="5387" y="48"/>
                  </a:lnTo>
                  <a:cubicBezTo>
                    <a:pt x="5324" y="17"/>
                    <a:pt x="5246" y="1"/>
                    <a:pt x="516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04" name="Google Shape;8404;p70"/>
            <p:cNvSpPr/>
            <p:nvPr/>
          </p:nvSpPr>
          <p:spPr>
            <a:xfrm>
              <a:off x="5105625" y="3391900"/>
              <a:ext cx="66975" cy="34675"/>
            </a:xfrm>
            <a:custGeom>
              <a:avLst/>
              <a:gdLst/>
              <a:ahLst/>
              <a:cxnLst/>
              <a:rect l="l" t="t" r="r" b="b"/>
              <a:pathLst>
                <a:path w="2679" h="1387" extrusionOk="0">
                  <a:moveTo>
                    <a:pt x="1355" y="0"/>
                  </a:moveTo>
                  <a:cubicBezTo>
                    <a:pt x="725" y="0"/>
                    <a:pt x="190" y="441"/>
                    <a:pt x="1" y="977"/>
                  </a:cubicBezTo>
                  <a:cubicBezTo>
                    <a:pt x="410" y="1229"/>
                    <a:pt x="820" y="1386"/>
                    <a:pt x="1355" y="1386"/>
                  </a:cubicBezTo>
                  <a:cubicBezTo>
                    <a:pt x="1859" y="1386"/>
                    <a:pt x="2301" y="1229"/>
                    <a:pt x="2679" y="977"/>
                  </a:cubicBezTo>
                  <a:cubicBezTo>
                    <a:pt x="2521" y="410"/>
                    <a:pt x="1985" y="0"/>
                    <a:pt x="135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05" name="Google Shape;8405;p70"/>
            <p:cNvSpPr/>
            <p:nvPr/>
          </p:nvSpPr>
          <p:spPr>
            <a:xfrm>
              <a:off x="5192275" y="3443075"/>
              <a:ext cx="95325" cy="86975"/>
            </a:xfrm>
            <a:custGeom>
              <a:avLst/>
              <a:gdLst/>
              <a:ahLst/>
              <a:cxnLst/>
              <a:rect l="l" t="t" r="r" b="b"/>
              <a:pathLst>
                <a:path w="3813" h="3479" extrusionOk="0">
                  <a:moveTo>
                    <a:pt x="2867" y="1"/>
                  </a:moveTo>
                  <a:cubicBezTo>
                    <a:pt x="2741" y="127"/>
                    <a:pt x="2647" y="221"/>
                    <a:pt x="2489" y="284"/>
                  </a:cubicBezTo>
                  <a:lnTo>
                    <a:pt x="1607" y="631"/>
                  </a:lnTo>
                  <a:lnTo>
                    <a:pt x="1260" y="1482"/>
                  </a:lnTo>
                  <a:cubicBezTo>
                    <a:pt x="1103" y="1891"/>
                    <a:pt x="693" y="2112"/>
                    <a:pt x="284" y="2112"/>
                  </a:cubicBezTo>
                  <a:lnTo>
                    <a:pt x="158" y="2112"/>
                  </a:lnTo>
                  <a:lnTo>
                    <a:pt x="0" y="2080"/>
                  </a:lnTo>
                  <a:lnTo>
                    <a:pt x="1166" y="3372"/>
                  </a:lnTo>
                  <a:cubicBezTo>
                    <a:pt x="1237" y="3443"/>
                    <a:pt x="1343" y="3478"/>
                    <a:pt x="1445" y="3478"/>
                  </a:cubicBezTo>
                  <a:cubicBezTo>
                    <a:pt x="1479" y="3478"/>
                    <a:pt x="1512" y="3474"/>
                    <a:pt x="1544" y="3466"/>
                  </a:cubicBezTo>
                  <a:cubicBezTo>
                    <a:pt x="1638" y="3403"/>
                    <a:pt x="1764" y="3340"/>
                    <a:pt x="1764" y="3183"/>
                  </a:cubicBezTo>
                  <a:lnTo>
                    <a:pt x="2080" y="1639"/>
                  </a:lnTo>
                  <a:lnTo>
                    <a:pt x="3497" y="1324"/>
                  </a:lnTo>
                  <a:cubicBezTo>
                    <a:pt x="3532" y="1338"/>
                    <a:pt x="3563" y="1344"/>
                    <a:pt x="3592" y="1344"/>
                  </a:cubicBezTo>
                  <a:cubicBezTo>
                    <a:pt x="3693" y="1344"/>
                    <a:pt x="3756" y="1265"/>
                    <a:pt x="3781" y="1167"/>
                  </a:cubicBezTo>
                  <a:cubicBezTo>
                    <a:pt x="3812" y="1072"/>
                    <a:pt x="3781" y="946"/>
                    <a:pt x="3686" y="820"/>
                  </a:cubicBezTo>
                  <a:lnTo>
                    <a:pt x="286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06" name="Google Shape;8406;p70"/>
            <p:cNvSpPr/>
            <p:nvPr/>
          </p:nvSpPr>
          <p:spPr>
            <a:xfrm>
              <a:off x="4991425" y="3444650"/>
              <a:ext cx="95325" cy="87325"/>
            </a:xfrm>
            <a:custGeom>
              <a:avLst/>
              <a:gdLst/>
              <a:ahLst/>
              <a:cxnLst/>
              <a:rect l="l" t="t" r="r" b="b"/>
              <a:pathLst>
                <a:path w="3813" h="3493" extrusionOk="0">
                  <a:moveTo>
                    <a:pt x="946" y="1"/>
                  </a:moveTo>
                  <a:lnTo>
                    <a:pt x="126" y="851"/>
                  </a:lnTo>
                  <a:cubicBezTo>
                    <a:pt x="0" y="851"/>
                    <a:pt x="0" y="1009"/>
                    <a:pt x="32" y="1104"/>
                  </a:cubicBezTo>
                  <a:cubicBezTo>
                    <a:pt x="95" y="1230"/>
                    <a:pt x="158" y="1324"/>
                    <a:pt x="315" y="1356"/>
                  </a:cubicBezTo>
                  <a:lnTo>
                    <a:pt x="1733" y="1671"/>
                  </a:lnTo>
                  <a:lnTo>
                    <a:pt x="2048" y="3214"/>
                  </a:lnTo>
                  <a:cubicBezTo>
                    <a:pt x="2080" y="3309"/>
                    <a:pt x="2174" y="3435"/>
                    <a:pt x="2300" y="3466"/>
                  </a:cubicBezTo>
                  <a:cubicBezTo>
                    <a:pt x="2328" y="3485"/>
                    <a:pt x="2361" y="3492"/>
                    <a:pt x="2396" y="3492"/>
                  </a:cubicBezTo>
                  <a:cubicBezTo>
                    <a:pt x="2482" y="3492"/>
                    <a:pt x="2580" y="3448"/>
                    <a:pt x="2647" y="3403"/>
                  </a:cubicBezTo>
                  <a:lnTo>
                    <a:pt x="3813" y="2112"/>
                  </a:lnTo>
                  <a:lnTo>
                    <a:pt x="3813" y="2112"/>
                  </a:lnTo>
                  <a:lnTo>
                    <a:pt x="3624" y="2143"/>
                  </a:lnTo>
                  <a:lnTo>
                    <a:pt x="3561" y="2143"/>
                  </a:lnTo>
                  <a:cubicBezTo>
                    <a:pt x="3119" y="2143"/>
                    <a:pt x="2773" y="1891"/>
                    <a:pt x="2552" y="1513"/>
                  </a:cubicBezTo>
                  <a:lnTo>
                    <a:pt x="2206" y="631"/>
                  </a:lnTo>
                  <a:lnTo>
                    <a:pt x="1355" y="284"/>
                  </a:lnTo>
                  <a:cubicBezTo>
                    <a:pt x="1198" y="221"/>
                    <a:pt x="1072" y="127"/>
                    <a:pt x="94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407" name="Google Shape;8407;p70"/>
          <p:cNvGrpSpPr/>
          <p:nvPr/>
        </p:nvGrpSpPr>
        <p:grpSpPr>
          <a:xfrm>
            <a:off x="8867322" y="4469405"/>
            <a:ext cx="466772" cy="410903"/>
            <a:chOff x="4991425" y="3617150"/>
            <a:chExt cx="296175" cy="260725"/>
          </a:xfrm>
        </p:grpSpPr>
        <p:sp>
          <p:nvSpPr>
            <p:cNvPr id="8408" name="Google Shape;8408;p70"/>
            <p:cNvSpPr/>
            <p:nvPr/>
          </p:nvSpPr>
          <p:spPr>
            <a:xfrm>
              <a:off x="5069400" y="3738450"/>
              <a:ext cx="139425" cy="139425"/>
            </a:xfrm>
            <a:custGeom>
              <a:avLst/>
              <a:gdLst/>
              <a:ahLst/>
              <a:cxnLst/>
              <a:rect l="l" t="t" r="r" b="b"/>
              <a:pathLst>
                <a:path w="5577" h="5577" extrusionOk="0">
                  <a:moveTo>
                    <a:pt x="2804" y="0"/>
                  </a:moveTo>
                  <a:cubicBezTo>
                    <a:pt x="1607" y="0"/>
                    <a:pt x="1450" y="725"/>
                    <a:pt x="1009" y="3308"/>
                  </a:cubicBezTo>
                  <a:cubicBezTo>
                    <a:pt x="946" y="3749"/>
                    <a:pt x="851" y="4285"/>
                    <a:pt x="757" y="4883"/>
                  </a:cubicBezTo>
                  <a:lnTo>
                    <a:pt x="347" y="4883"/>
                  </a:lnTo>
                  <a:cubicBezTo>
                    <a:pt x="158" y="4883"/>
                    <a:pt x="0" y="5041"/>
                    <a:pt x="0" y="5230"/>
                  </a:cubicBezTo>
                  <a:cubicBezTo>
                    <a:pt x="0" y="5419"/>
                    <a:pt x="158" y="5576"/>
                    <a:pt x="347" y="5576"/>
                  </a:cubicBezTo>
                  <a:lnTo>
                    <a:pt x="5230" y="5576"/>
                  </a:lnTo>
                  <a:cubicBezTo>
                    <a:pt x="5419" y="5545"/>
                    <a:pt x="5577" y="5387"/>
                    <a:pt x="5577" y="5198"/>
                  </a:cubicBezTo>
                  <a:cubicBezTo>
                    <a:pt x="5577" y="5009"/>
                    <a:pt x="5419" y="4852"/>
                    <a:pt x="5230" y="4852"/>
                  </a:cubicBezTo>
                  <a:lnTo>
                    <a:pt x="4852" y="4852"/>
                  </a:lnTo>
                  <a:cubicBezTo>
                    <a:pt x="4726" y="4253"/>
                    <a:pt x="4632" y="3749"/>
                    <a:pt x="4569" y="3277"/>
                  </a:cubicBezTo>
                  <a:cubicBezTo>
                    <a:pt x="4128" y="756"/>
                    <a:pt x="3970" y="0"/>
                    <a:pt x="280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09" name="Google Shape;8409;p70"/>
            <p:cNvSpPr/>
            <p:nvPr/>
          </p:nvSpPr>
          <p:spPr>
            <a:xfrm>
              <a:off x="5200150" y="3617150"/>
              <a:ext cx="69325" cy="69325"/>
            </a:xfrm>
            <a:custGeom>
              <a:avLst/>
              <a:gdLst/>
              <a:ahLst/>
              <a:cxnLst/>
              <a:rect l="l" t="t" r="r" b="b"/>
              <a:pathLst>
                <a:path w="2773" h="2773" extrusionOk="0">
                  <a:moveTo>
                    <a:pt x="1386" y="0"/>
                  </a:moveTo>
                  <a:cubicBezTo>
                    <a:pt x="630" y="0"/>
                    <a:pt x="0" y="630"/>
                    <a:pt x="0" y="1387"/>
                  </a:cubicBezTo>
                  <a:cubicBezTo>
                    <a:pt x="0" y="2111"/>
                    <a:pt x="630" y="2773"/>
                    <a:pt x="1386" y="2773"/>
                  </a:cubicBezTo>
                  <a:cubicBezTo>
                    <a:pt x="2143" y="2773"/>
                    <a:pt x="2773" y="2111"/>
                    <a:pt x="2773" y="1387"/>
                  </a:cubicBezTo>
                  <a:cubicBezTo>
                    <a:pt x="2773" y="630"/>
                    <a:pt x="2143" y="0"/>
                    <a:pt x="138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10" name="Google Shape;8410;p70"/>
            <p:cNvSpPr/>
            <p:nvPr/>
          </p:nvSpPr>
          <p:spPr>
            <a:xfrm>
              <a:off x="5009550" y="3617150"/>
              <a:ext cx="68525" cy="69325"/>
            </a:xfrm>
            <a:custGeom>
              <a:avLst/>
              <a:gdLst/>
              <a:ahLst/>
              <a:cxnLst/>
              <a:rect l="l" t="t" r="r" b="b"/>
              <a:pathLst>
                <a:path w="2741" h="2773" extrusionOk="0">
                  <a:moveTo>
                    <a:pt x="1355" y="0"/>
                  </a:moveTo>
                  <a:cubicBezTo>
                    <a:pt x="599" y="0"/>
                    <a:pt x="0" y="630"/>
                    <a:pt x="0" y="1387"/>
                  </a:cubicBezTo>
                  <a:cubicBezTo>
                    <a:pt x="0" y="2143"/>
                    <a:pt x="599" y="2773"/>
                    <a:pt x="1355" y="2773"/>
                  </a:cubicBezTo>
                  <a:cubicBezTo>
                    <a:pt x="2111" y="2773"/>
                    <a:pt x="2741" y="2143"/>
                    <a:pt x="2741" y="1387"/>
                  </a:cubicBezTo>
                  <a:cubicBezTo>
                    <a:pt x="2741" y="630"/>
                    <a:pt x="2111" y="0"/>
                    <a:pt x="135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11" name="Google Shape;8411;p70"/>
            <p:cNvSpPr/>
            <p:nvPr/>
          </p:nvSpPr>
          <p:spPr>
            <a:xfrm>
              <a:off x="4991425" y="3686450"/>
              <a:ext cx="104775" cy="52025"/>
            </a:xfrm>
            <a:custGeom>
              <a:avLst/>
              <a:gdLst/>
              <a:ahLst/>
              <a:cxnLst/>
              <a:rect l="l" t="t" r="r" b="b"/>
              <a:pathLst>
                <a:path w="4191" h="2081" extrusionOk="0">
                  <a:moveTo>
                    <a:pt x="568" y="1"/>
                  </a:moveTo>
                  <a:cubicBezTo>
                    <a:pt x="252" y="347"/>
                    <a:pt x="0" y="851"/>
                    <a:pt x="0" y="1356"/>
                  </a:cubicBezTo>
                  <a:lnTo>
                    <a:pt x="0" y="1734"/>
                  </a:lnTo>
                  <a:cubicBezTo>
                    <a:pt x="0" y="1923"/>
                    <a:pt x="158" y="2080"/>
                    <a:pt x="347" y="2080"/>
                  </a:cubicBezTo>
                  <a:lnTo>
                    <a:pt x="3813" y="2080"/>
                  </a:lnTo>
                  <a:cubicBezTo>
                    <a:pt x="4033" y="2080"/>
                    <a:pt x="4191" y="1923"/>
                    <a:pt x="4191" y="1734"/>
                  </a:cubicBezTo>
                  <a:lnTo>
                    <a:pt x="4191" y="1356"/>
                  </a:lnTo>
                  <a:cubicBezTo>
                    <a:pt x="4191" y="820"/>
                    <a:pt x="3970" y="347"/>
                    <a:pt x="3624" y="1"/>
                  </a:cubicBezTo>
                  <a:cubicBezTo>
                    <a:pt x="3245" y="410"/>
                    <a:pt x="2678" y="694"/>
                    <a:pt x="2080" y="694"/>
                  </a:cubicBezTo>
                  <a:cubicBezTo>
                    <a:pt x="1513" y="694"/>
                    <a:pt x="946" y="410"/>
                    <a:pt x="56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12" name="Google Shape;8412;p70"/>
            <p:cNvSpPr/>
            <p:nvPr/>
          </p:nvSpPr>
          <p:spPr>
            <a:xfrm>
              <a:off x="5183600" y="3686450"/>
              <a:ext cx="104000" cy="52025"/>
            </a:xfrm>
            <a:custGeom>
              <a:avLst/>
              <a:gdLst/>
              <a:ahLst/>
              <a:cxnLst/>
              <a:rect l="l" t="t" r="r" b="b"/>
              <a:pathLst>
                <a:path w="4160" h="2081" extrusionOk="0">
                  <a:moveTo>
                    <a:pt x="536" y="1"/>
                  </a:moveTo>
                  <a:cubicBezTo>
                    <a:pt x="221" y="347"/>
                    <a:pt x="1" y="851"/>
                    <a:pt x="1" y="1356"/>
                  </a:cubicBezTo>
                  <a:lnTo>
                    <a:pt x="1" y="1702"/>
                  </a:lnTo>
                  <a:cubicBezTo>
                    <a:pt x="1" y="1923"/>
                    <a:pt x="158" y="2080"/>
                    <a:pt x="347" y="2080"/>
                  </a:cubicBezTo>
                  <a:lnTo>
                    <a:pt x="3813" y="2080"/>
                  </a:lnTo>
                  <a:cubicBezTo>
                    <a:pt x="4002" y="2080"/>
                    <a:pt x="4159" y="1923"/>
                    <a:pt x="4159" y="1702"/>
                  </a:cubicBezTo>
                  <a:lnTo>
                    <a:pt x="4159" y="1356"/>
                  </a:lnTo>
                  <a:cubicBezTo>
                    <a:pt x="4159" y="820"/>
                    <a:pt x="3970" y="347"/>
                    <a:pt x="3624" y="1"/>
                  </a:cubicBezTo>
                  <a:cubicBezTo>
                    <a:pt x="3214" y="410"/>
                    <a:pt x="2679" y="694"/>
                    <a:pt x="2080" y="694"/>
                  </a:cubicBezTo>
                  <a:cubicBezTo>
                    <a:pt x="1450" y="694"/>
                    <a:pt x="946" y="410"/>
                    <a:pt x="53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13" name="Google Shape;8413;p70"/>
            <p:cNvSpPr/>
            <p:nvPr/>
          </p:nvSpPr>
          <p:spPr>
            <a:xfrm>
              <a:off x="5187550" y="3755775"/>
              <a:ext cx="100050" cy="52800"/>
            </a:xfrm>
            <a:custGeom>
              <a:avLst/>
              <a:gdLst/>
              <a:ahLst/>
              <a:cxnLst/>
              <a:rect l="l" t="t" r="r" b="b"/>
              <a:pathLst>
                <a:path w="4002" h="2112" extrusionOk="0">
                  <a:moveTo>
                    <a:pt x="0" y="0"/>
                  </a:moveTo>
                  <a:cubicBezTo>
                    <a:pt x="189" y="567"/>
                    <a:pt x="315" y="1229"/>
                    <a:pt x="473" y="2111"/>
                  </a:cubicBezTo>
                  <a:lnTo>
                    <a:pt x="3655" y="2111"/>
                  </a:lnTo>
                  <a:cubicBezTo>
                    <a:pt x="3844" y="2111"/>
                    <a:pt x="4001" y="1954"/>
                    <a:pt x="4001" y="1733"/>
                  </a:cubicBezTo>
                  <a:lnTo>
                    <a:pt x="4001" y="378"/>
                  </a:lnTo>
                  <a:cubicBezTo>
                    <a:pt x="3970" y="158"/>
                    <a:pt x="3844" y="0"/>
                    <a:pt x="365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14" name="Google Shape;8414;p70"/>
            <p:cNvSpPr/>
            <p:nvPr/>
          </p:nvSpPr>
          <p:spPr>
            <a:xfrm>
              <a:off x="4991425" y="3755775"/>
              <a:ext cx="100850" cy="52000"/>
            </a:xfrm>
            <a:custGeom>
              <a:avLst/>
              <a:gdLst/>
              <a:ahLst/>
              <a:cxnLst/>
              <a:rect l="l" t="t" r="r" b="b"/>
              <a:pathLst>
                <a:path w="4034" h="2080" extrusionOk="0">
                  <a:moveTo>
                    <a:pt x="347" y="0"/>
                  </a:moveTo>
                  <a:cubicBezTo>
                    <a:pt x="158" y="0"/>
                    <a:pt x="0" y="158"/>
                    <a:pt x="0" y="347"/>
                  </a:cubicBezTo>
                  <a:lnTo>
                    <a:pt x="0" y="1733"/>
                  </a:lnTo>
                  <a:cubicBezTo>
                    <a:pt x="0" y="1954"/>
                    <a:pt x="158" y="2080"/>
                    <a:pt x="347" y="2080"/>
                  </a:cubicBezTo>
                  <a:lnTo>
                    <a:pt x="3561" y="2080"/>
                  </a:lnTo>
                  <a:cubicBezTo>
                    <a:pt x="3718" y="1229"/>
                    <a:pt x="3813" y="567"/>
                    <a:pt x="403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415" name="Google Shape;8415;p70"/>
          <p:cNvGrpSpPr/>
          <p:nvPr/>
        </p:nvGrpSpPr>
        <p:grpSpPr>
          <a:xfrm>
            <a:off x="8970352" y="5076859"/>
            <a:ext cx="260709" cy="465551"/>
            <a:chOff x="5056800" y="3962900"/>
            <a:chExt cx="165425" cy="295400"/>
          </a:xfrm>
        </p:grpSpPr>
        <p:sp>
          <p:nvSpPr>
            <p:cNvPr id="8416" name="Google Shape;8416;p70"/>
            <p:cNvSpPr/>
            <p:nvPr/>
          </p:nvSpPr>
          <p:spPr>
            <a:xfrm>
              <a:off x="5155250" y="4042450"/>
              <a:ext cx="66975" cy="104800"/>
            </a:xfrm>
            <a:custGeom>
              <a:avLst/>
              <a:gdLst/>
              <a:ahLst/>
              <a:cxnLst/>
              <a:rect l="l" t="t" r="r" b="b"/>
              <a:pathLst>
                <a:path w="2679" h="4192" extrusionOk="0">
                  <a:moveTo>
                    <a:pt x="0" y="1"/>
                  </a:moveTo>
                  <a:lnTo>
                    <a:pt x="505" y="3467"/>
                  </a:lnTo>
                  <a:lnTo>
                    <a:pt x="1103" y="4065"/>
                  </a:lnTo>
                  <a:cubicBezTo>
                    <a:pt x="1166" y="4128"/>
                    <a:pt x="1261" y="4191"/>
                    <a:pt x="1324" y="4191"/>
                  </a:cubicBezTo>
                  <a:lnTo>
                    <a:pt x="2300" y="4191"/>
                  </a:lnTo>
                  <a:cubicBezTo>
                    <a:pt x="2521" y="4191"/>
                    <a:pt x="2678" y="4034"/>
                    <a:pt x="2678" y="3813"/>
                  </a:cubicBezTo>
                  <a:lnTo>
                    <a:pt x="2678" y="2805"/>
                  </a:lnTo>
                  <a:cubicBezTo>
                    <a:pt x="2678" y="2710"/>
                    <a:pt x="2615" y="2616"/>
                    <a:pt x="2552" y="2553"/>
                  </a:cubicBezTo>
                  <a:lnTo>
                    <a:pt x="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17" name="Google Shape;8417;p70"/>
            <p:cNvSpPr/>
            <p:nvPr/>
          </p:nvSpPr>
          <p:spPr>
            <a:xfrm>
              <a:off x="5065450" y="3962900"/>
              <a:ext cx="88250" cy="52025"/>
            </a:xfrm>
            <a:custGeom>
              <a:avLst/>
              <a:gdLst/>
              <a:ahLst/>
              <a:cxnLst/>
              <a:rect l="l" t="t" r="r" b="b"/>
              <a:pathLst>
                <a:path w="3530" h="2081" extrusionOk="0">
                  <a:moveTo>
                    <a:pt x="347" y="1"/>
                  </a:moveTo>
                  <a:cubicBezTo>
                    <a:pt x="221" y="1"/>
                    <a:pt x="158" y="33"/>
                    <a:pt x="64" y="159"/>
                  </a:cubicBezTo>
                  <a:cubicBezTo>
                    <a:pt x="1" y="222"/>
                    <a:pt x="1" y="348"/>
                    <a:pt x="32" y="474"/>
                  </a:cubicBezTo>
                  <a:lnTo>
                    <a:pt x="568" y="2080"/>
                  </a:lnTo>
                  <a:lnTo>
                    <a:pt x="2931" y="2080"/>
                  </a:lnTo>
                  <a:lnTo>
                    <a:pt x="3498" y="474"/>
                  </a:lnTo>
                  <a:cubicBezTo>
                    <a:pt x="3529" y="348"/>
                    <a:pt x="3498" y="222"/>
                    <a:pt x="3466" y="159"/>
                  </a:cubicBezTo>
                  <a:cubicBezTo>
                    <a:pt x="3340" y="64"/>
                    <a:pt x="3214" y="1"/>
                    <a:pt x="312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18" name="Google Shape;8418;p70"/>
            <p:cNvSpPr/>
            <p:nvPr/>
          </p:nvSpPr>
          <p:spPr>
            <a:xfrm>
              <a:off x="5056800" y="4032225"/>
              <a:ext cx="104000" cy="226075"/>
            </a:xfrm>
            <a:custGeom>
              <a:avLst/>
              <a:gdLst/>
              <a:ahLst/>
              <a:cxnLst/>
              <a:rect l="l" t="t" r="r" b="b"/>
              <a:pathLst>
                <a:path w="4160" h="9043" extrusionOk="0">
                  <a:moveTo>
                    <a:pt x="977" y="0"/>
                  </a:moveTo>
                  <a:lnTo>
                    <a:pt x="0" y="6553"/>
                  </a:lnTo>
                  <a:cubicBezTo>
                    <a:pt x="0" y="6648"/>
                    <a:pt x="0" y="6742"/>
                    <a:pt x="63" y="6837"/>
                  </a:cubicBezTo>
                  <a:lnTo>
                    <a:pt x="1796" y="8916"/>
                  </a:lnTo>
                  <a:cubicBezTo>
                    <a:pt x="1859" y="9011"/>
                    <a:pt x="1954" y="9042"/>
                    <a:pt x="2080" y="9042"/>
                  </a:cubicBezTo>
                  <a:cubicBezTo>
                    <a:pt x="2174" y="9042"/>
                    <a:pt x="2269" y="9011"/>
                    <a:pt x="2332" y="8916"/>
                  </a:cubicBezTo>
                  <a:lnTo>
                    <a:pt x="4065" y="6837"/>
                  </a:lnTo>
                  <a:cubicBezTo>
                    <a:pt x="4159" y="6742"/>
                    <a:pt x="4159" y="6679"/>
                    <a:pt x="4159" y="6553"/>
                  </a:cubicBezTo>
                  <a:lnTo>
                    <a:pt x="318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419" name="Google Shape;8419;p70"/>
          <p:cNvGrpSpPr/>
          <p:nvPr/>
        </p:nvGrpSpPr>
        <p:grpSpPr>
          <a:xfrm>
            <a:off x="10638750" y="5076881"/>
            <a:ext cx="467993" cy="465511"/>
            <a:chOff x="6168925" y="3936925"/>
            <a:chExt cx="296950" cy="295375"/>
          </a:xfrm>
        </p:grpSpPr>
        <p:sp>
          <p:nvSpPr>
            <p:cNvPr id="8420" name="Google Shape;8420;p70"/>
            <p:cNvSpPr/>
            <p:nvPr/>
          </p:nvSpPr>
          <p:spPr>
            <a:xfrm>
              <a:off x="6220900" y="4164550"/>
              <a:ext cx="18150" cy="18125"/>
            </a:xfrm>
            <a:custGeom>
              <a:avLst/>
              <a:gdLst/>
              <a:ahLst/>
              <a:cxnLst/>
              <a:rect l="l" t="t" r="r" b="b"/>
              <a:pathLst>
                <a:path w="726" h="725" extrusionOk="0">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21" name="Google Shape;8421;p70"/>
            <p:cNvSpPr/>
            <p:nvPr/>
          </p:nvSpPr>
          <p:spPr>
            <a:xfrm>
              <a:off x="6168925" y="3972375"/>
              <a:ext cx="227650" cy="259925"/>
            </a:xfrm>
            <a:custGeom>
              <a:avLst/>
              <a:gdLst/>
              <a:ahLst/>
              <a:cxnLst/>
              <a:rect l="l" t="t" r="r" b="b"/>
              <a:pathLst>
                <a:path w="9106" h="10397" extrusionOk="0">
                  <a:moveTo>
                    <a:pt x="3115" y="2135"/>
                  </a:moveTo>
                  <a:cubicBezTo>
                    <a:pt x="3206" y="2135"/>
                    <a:pt x="3293" y="2158"/>
                    <a:pt x="3340" y="2205"/>
                  </a:cubicBezTo>
                  <a:cubicBezTo>
                    <a:pt x="3466" y="2331"/>
                    <a:pt x="3466" y="2583"/>
                    <a:pt x="3340" y="2678"/>
                  </a:cubicBezTo>
                  <a:lnTo>
                    <a:pt x="2930" y="3119"/>
                  </a:lnTo>
                  <a:lnTo>
                    <a:pt x="3340" y="3560"/>
                  </a:lnTo>
                  <a:cubicBezTo>
                    <a:pt x="3466" y="3686"/>
                    <a:pt x="3466" y="3907"/>
                    <a:pt x="3340" y="4033"/>
                  </a:cubicBezTo>
                  <a:cubicBezTo>
                    <a:pt x="3293" y="4096"/>
                    <a:pt x="3206" y="4127"/>
                    <a:pt x="3115" y="4127"/>
                  </a:cubicBezTo>
                  <a:cubicBezTo>
                    <a:pt x="3025" y="4127"/>
                    <a:pt x="2930" y="4096"/>
                    <a:pt x="2867" y="4033"/>
                  </a:cubicBezTo>
                  <a:lnTo>
                    <a:pt x="2458" y="3592"/>
                  </a:lnTo>
                  <a:lnTo>
                    <a:pt x="2017" y="4033"/>
                  </a:lnTo>
                  <a:cubicBezTo>
                    <a:pt x="1954" y="4096"/>
                    <a:pt x="1867" y="4127"/>
                    <a:pt x="1780" y="4127"/>
                  </a:cubicBezTo>
                  <a:cubicBezTo>
                    <a:pt x="1694" y="4127"/>
                    <a:pt x="1607" y="4096"/>
                    <a:pt x="1544" y="4033"/>
                  </a:cubicBezTo>
                  <a:cubicBezTo>
                    <a:pt x="1418" y="3907"/>
                    <a:pt x="1418" y="3686"/>
                    <a:pt x="1544" y="3560"/>
                  </a:cubicBezTo>
                  <a:lnTo>
                    <a:pt x="1985" y="3119"/>
                  </a:lnTo>
                  <a:lnTo>
                    <a:pt x="1544" y="2678"/>
                  </a:lnTo>
                  <a:cubicBezTo>
                    <a:pt x="1418" y="2583"/>
                    <a:pt x="1418" y="2331"/>
                    <a:pt x="1544" y="2205"/>
                  </a:cubicBezTo>
                  <a:cubicBezTo>
                    <a:pt x="1591" y="2158"/>
                    <a:pt x="1678" y="2135"/>
                    <a:pt x="1769" y="2135"/>
                  </a:cubicBezTo>
                  <a:cubicBezTo>
                    <a:pt x="1859" y="2135"/>
                    <a:pt x="1954" y="2158"/>
                    <a:pt x="2017" y="2205"/>
                  </a:cubicBezTo>
                  <a:lnTo>
                    <a:pt x="2458" y="2646"/>
                  </a:lnTo>
                  <a:lnTo>
                    <a:pt x="2867" y="2205"/>
                  </a:lnTo>
                  <a:cubicBezTo>
                    <a:pt x="2930" y="2158"/>
                    <a:pt x="3025" y="2135"/>
                    <a:pt x="3115" y="2135"/>
                  </a:cubicBezTo>
                  <a:close/>
                  <a:moveTo>
                    <a:pt x="6727" y="2079"/>
                  </a:moveTo>
                  <a:cubicBezTo>
                    <a:pt x="6813" y="2079"/>
                    <a:pt x="6900" y="2111"/>
                    <a:pt x="6963" y="2174"/>
                  </a:cubicBezTo>
                  <a:lnTo>
                    <a:pt x="7688" y="2898"/>
                  </a:lnTo>
                  <a:cubicBezTo>
                    <a:pt x="7719" y="2993"/>
                    <a:pt x="7719" y="3245"/>
                    <a:pt x="7593" y="3371"/>
                  </a:cubicBezTo>
                  <a:cubicBezTo>
                    <a:pt x="7546" y="3418"/>
                    <a:pt x="7459" y="3442"/>
                    <a:pt x="7369" y="3442"/>
                  </a:cubicBezTo>
                  <a:cubicBezTo>
                    <a:pt x="7278" y="3442"/>
                    <a:pt x="7183" y="3418"/>
                    <a:pt x="7120" y="3371"/>
                  </a:cubicBezTo>
                  <a:lnTo>
                    <a:pt x="7026" y="3245"/>
                  </a:lnTo>
                  <a:lnTo>
                    <a:pt x="7026" y="4505"/>
                  </a:lnTo>
                  <a:cubicBezTo>
                    <a:pt x="7026" y="5104"/>
                    <a:pt x="6553" y="5513"/>
                    <a:pt x="5986" y="5513"/>
                  </a:cubicBezTo>
                  <a:lnTo>
                    <a:pt x="3151" y="5513"/>
                  </a:lnTo>
                  <a:cubicBezTo>
                    <a:pt x="2962" y="5513"/>
                    <a:pt x="2804" y="5671"/>
                    <a:pt x="2804" y="5891"/>
                  </a:cubicBezTo>
                  <a:lnTo>
                    <a:pt x="2804" y="7026"/>
                  </a:lnTo>
                  <a:cubicBezTo>
                    <a:pt x="3182" y="7183"/>
                    <a:pt x="3497" y="7530"/>
                    <a:pt x="3497" y="8002"/>
                  </a:cubicBezTo>
                  <a:cubicBezTo>
                    <a:pt x="3497" y="8601"/>
                    <a:pt x="3025" y="9042"/>
                    <a:pt x="2489" y="9042"/>
                  </a:cubicBezTo>
                  <a:cubicBezTo>
                    <a:pt x="1922" y="9042"/>
                    <a:pt x="1450" y="8569"/>
                    <a:pt x="1450" y="8002"/>
                  </a:cubicBezTo>
                  <a:cubicBezTo>
                    <a:pt x="1450" y="7561"/>
                    <a:pt x="1733" y="7183"/>
                    <a:pt x="2174" y="7026"/>
                  </a:cubicBezTo>
                  <a:lnTo>
                    <a:pt x="2174" y="5891"/>
                  </a:lnTo>
                  <a:cubicBezTo>
                    <a:pt x="2174" y="5293"/>
                    <a:pt x="2647" y="4852"/>
                    <a:pt x="3182" y="4852"/>
                  </a:cubicBezTo>
                  <a:lnTo>
                    <a:pt x="6018" y="4852"/>
                  </a:lnTo>
                  <a:cubicBezTo>
                    <a:pt x="6207" y="4852"/>
                    <a:pt x="6364" y="4694"/>
                    <a:pt x="6364" y="4505"/>
                  </a:cubicBezTo>
                  <a:lnTo>
                    <a:pt x="6364" y="3245"/>
                  </a:lnTo>
                  <a:lnTo>
                    <a:pt x="6270" y="3371"/>
                  </a:lnTo>
                  <a:cubicBezTo>
                    <a:pt x="6207" y="3418"/>
                    <a:pt x="6120" y="3442"/>
                    <a:pt x="6034" y="3442"/>
                  </a:cubicBezTo>
                  <a:cubicBezTo>
                    <a:pt x="5947" y="3442"/>
                    <a:pt x="5860" y="3418"/>
                    <a:pt x="5797" y="3371"/>
                  </a:cubicBezTo>
                  <a:cubicBezTo>
                    <a:pt x="5671" y="3245"/>
                    <a:pt x="5671" y="2993"/>
                    <a:pt x="5797" y="2898"/>
                  </a:cubicBezTo>
                  <a:lnTo>
                    <a:pt x="6490" y="2174"/>
                  </a:lnTo>
                  <a:cubicBezTo>
                    <a:pt x="6553" y="2111"/>
                    <a:pt x="6640" y="2079"/>
                    <a:pt x="6727" y="2079"/>
                  </a:cubicBezTo>
                  <a:close/>
                  <a:moveTo>
                    <a:pt x="7369" y="7057"/>
                  </a:moveTo>
                  <a:cubicBezTo>
                    <a:pt x="7459" y="7057"/>
                    <a:pt x="7546" y="7089"/>
                    <a:pt x="7593" y="7152"/>
                  </a:cubicBezTo>
                  <a:cubicBezTo>
                    <a:pt x="7719" y="7246"/>
                    <a:pt x="7719" y="7498"/>
                    <a:pt x="7593" y="7624"/>
                  </a:cubicBezTo>
                  <a:lnTo>
                    <a:pt x="7183" y="8034"/>
                  </a:lnTo>
                  <a:lnTo>
                    <a:pt x="7593" y="8475"/>
                  </a:lnTo>
                  <a:cubicBezTo>
                    <a:pt x="7719" y="8601"/>
                    <a:pt x="7719" y="8821"/>
                    <a:pt x="7593" y="8947"/>
                  </a:cubicBezTo>
                  <a:cubicBezTo>
                    <a:pt x="7546" y="9010"/>
                    <a:pt x="7459" y="9042"/>
                    <a:pt x="7369" y="9042"/>
                  </a:cubicBezTo>
                  <a:cubicBezTo>
                    <a:pt x="7278" y="9042"/>
                    <a:pt x="7183" y="9010"/>
                    <a:pt x="7120" y="8947"/>
                  </a:cubicBezTo>
                  <a:lnTo>
                    <a:pt x="6711" y="8506"/>
                  </a:lnTo>
                  <a:lnTo>
                    <a:pt x="6270" y="8947"/>
                  </a:lnTo>
                  <a:cubicBezTo>
                    <a:pt x="6207" y="9010"/>
                    <a:pt x="6120" y="9042"/>
                    <a:pt x="6034" y="9042"/>
                  </a:cubicBezTo>
                  <a:cubicBezTo>
                    <a:pt x="5947" y="9042"/>
                    <a:pt x="5860" y="9010"/>
                    <a:pt x="5797" y="8947"/>
                  </a:cubicBezTo>
                  <a:cubicBezTo>
                    <a:pt x="5671" y="8821"/>
                    <a:pt x="5671" y="8601"/>
                    <a:pt x="5797" y="8475"/>
                  </a:cubicBezTo>
                  <a:lnTo>
                    <a:pt x="6207" y="8034"/>
                  </a:lnTo>
                  <a:lnTo>
                    <a:pt x="5797" y="7624"/>
                  </a:lnTo>
                  <a:cubicBezTo>
                    <a:pt x="5671" y="7498"/>
                    <a:pt x="5671" y="7246"/>
                    <a:pt x="5797" y="7152"/>
                  </a:cubicBezTo>
                  <a:cubicBezTo>
                    <a:pt x="5845" y="7089"/>
                    <a:pt x="5931" y="7057"/>
                    <a:pt x="6022" y="7057"/>
                  </a:cubicBezTo>
                  <a:cubicBezTo>
                    <a:pt x="6112" y="7057"/>
                    <a:pt x="6207" y="7089"/>
                    <a:pt x="6270" y="7152"/>
                  </a:cubicBezTo>
                  <a:lnTo>
                    <a:pt x="6711" y="7561"/>
                  </a:lnTo>
                  <a:lnTo>
                    <a:pt x="7120" y="7152"/>
                  </a:lnTo>
                  <a:cubicBezTo>
                    <a:pt x="7183" y="7089"/>
                    <a:pt x="7278" y="7057"/>
                    <a:pt x="7369" y="7057"/>
                  </a:cubicBezTo>
                  <a:close/>
                  <a:moveTo>
                    <a:pt x="1040" y="0"/>
                  </a:moveTo>
                  <a:cubicBezTo>
                    <a:pt x="441" y="0"/>
                    <a:pt x="0" y="473"/>
                    <a:pt x="0" y="1040"/>
                  </a:cubicBezTo>
                  <a:lnTo>
                    <a:pt x="0" y="9388"/>
                  </a:lnTo>
                  <a:cubicBezTo>
                    <a:pt x="0" y="9987"/>
                    <a:pt x="473" y="10397"/>
                    <a:pt x="1040" y="10397"/>
                  </a:cubicBezTo>
                  <a:lnTo>
                    <a:pt x="8003" y="10397"/>
                  </a:lnTo>
                  <a:cubicBezTo>
                    <a:pt x="8601" y="10397"/>
                    <a:pt x="9011" y="9924"/>
                    <a:pt x="9011" y="9388"/>
                  </a:cubicBezTo>
                  <a:lnTo>
                    <a:pt x="9011" y="1040"/>
                  </a:lnTo>
                  <a:cubicBezTo>
                    <a:pt x="9105" y="473"/>
                    <a:pt x="8633" y="0"/>
                    <a:pt x="8034" y="0"/>
                  </a:cubicBezTo>
                  <a:lnTo>
                    <a:pt x="7341" y="0"/>
                  </a:lnTo>
                  <a:cubicBezTo>
                    <a:pt x="7341" y="756"/>
                    <a:pt x="6711" y="1386"/>
                    <a:pt x="5955" y="1386"/>
                  </a:cubicBezTo>
                  <a:lnTo>
                    <a:pt x="3119" y="1386"/>
                  </a:lnTo>
                  <a:cubicBezTo>
                    <a:pt x="2363" y="1386"/>
                    <a:pt x="1733" y="756"/>
                    <a:pt x="173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22" name="Google Shape;8422;p70"/>
            <p:cNvSpPr/>
            <p:nvPr/>
          </p:nvSpPr>
          <p:spPr>
            <a:xfrm>
              <a:off x="6228775" y="3936925"/>
              <a:ext cx="106350" cy="53575"/>
            </a:xfrm>
            <a:custGeom>
              <a:avLst/>
              <a:gdLst/>
              <a:ahLst/>
              <a:cxnLst/>
              <a:rect l="l" t="t" r="r" b="b"/>
              <a:pathLst>
                <a:path w="4254" h="2143" extrusionOk="0">
                  <a:moveTo>
                    <a:pt x="2143" y="0"/>
                  </a:moveTo>
                  <a:cubicBezTo>
                    <a:pt x="1860" y="0"/>
                    <a:pt x="1576" y="221"/>
                    <a:pt x="1450" y="473"/>
                  </a:cubicBezTo>
                  <a:lnTo>
                    <a:pt x="1387" y="725"/>
                  </a:lnTo>
                  <a:lnTo>
                    <a:pt x="725" y="725"/>
                  </a:lnTo>
                  <a:cubicBezTo>
                    <a:pt x="316" y="725"/>
                    <a:pt x="1" y="1040"/>
                    <a:pt x="1" y="1418"/>
                  </a:cubicBezTo>
                  <a:cubicBezTo>
                    <a:pt x="1" y="1828"/>
                    <a:pt x="316" y="2143"/>
                    <a:pt x="725" y="2143"/>
                  </a:cubicBezTo>
                  <a:lnTo>
                    <a:pt x="3561" y="2143"/>
                  </a:lnTo>
                  <a:cubicBezTo>
                    <a:pt x="3939" y="2143"/>
                    <a:pt x="4254" y="1828"/>
                    <a:pt x="4254" y="1418"/>
                  </a:cubicBezTo>
                  <a:cubicBezTo>
                    <a:pt x="4254" y="1040"/>
                    <a:pt x="3939" y="725"/>
                    <a:pt x="3561" y="725"/>
                  </a:cubicBezTo>
                  <a:lnTo>
                    <a:pt x="2868" y="725"/>
                  </a:lnTo>
                  <a:lnTo>
                    <a:pt x="2805" y="473"/>
                  </a:lnTo>
                  <a:cubicBezTo>
                    <a:pt x="2710" y="221"/>
                    <a:pt x="2458" y="0"/>
                    <a:pt x="214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23" name="Google Shape;8423;p70"/>
            <p:cNvSpPr/>
            <p:nvPr/>
          </p:nvSpPr>
          <p:spPr>
            <a:xfrm>
              <a:off x="6412300" y="4059000"/>
              <a:ext cx="52000" cy="105575"/>
            </a:xfrm>
            <a:custGeom>
              <a:avLst/>
              <a:gdLst/>
              <a:ahLst/>
              <a:cxnLst/>
              <a:rect l="l" t="t" r="r" b="b"/>
              <a:pathLst>
                <a:path w="2080" h="4223" extrusionOk="0">
                  <a:moveTo>
                    <a:pt x="0" y="1"/>
                  </a:moveTo>
                  <a:lnTo>
                    <a:pt x="0" y="4222"/>
                  </a:lnTo>
                  <a:lnTo>
                    <a:pt x="32" y="4222"/>
                  </a:lnTo>
                  <a:cubicBezTo>
                    <a:pt x="315" y="4002"/>
                    <a:pt x="662" y="3876"/>
                    <a:pt x="1072" y="3876"/>
                  </a:cubicBezTo>
                  <a:cubicBezTo>
                    <a:pt x="1450" y="3876"/>
                    <a:pt x="1796" y="4002"/>
                    <a:pt x="2080" y="4222"/>
                  </a:cubicBezTo>
                  <a:lnTo>
                    <a:pt x="208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24" name="Google Shape;8424;p70"/>
            <p:cNvSpPr/>
            <p:nvPr/>
          </p:nvSpPr>
          <p:spPr>
            <a:xfrm>
              <a:off x="6413875" y="4007025"/>
              <a:ext cx="52000" cy="34675"/>
            </a:xfrm>
            <a:custGeom>
              <a:avLst/>
              <a:gdLst/>
              <a:ahLst/>
              <a:cxnLst/>
              <a:rect l="l" t="t" r="r" b="b"/>
              <a:pathLst>
                <a:path w="2080" h="1387" extrusionOk="0">
                  <a:moveTo>
                    <a:pt x="1040" y="0"/>
                  </a:moveTo>
                  <a:cubicBezTo>
                    <a:pt x="441" y="0"/>
                    <a:pt x="0" y="473"/>
                    <a:pt x="0" y="1040"/>
                  </a:cubicBezTo>
                  <a:lnTo>
                    <a:pt x="0" y="1386"/>
                  </a:lnTo>
                  <a:lnTo>
                    <a:pt x="2080" y="1386"/>
                  </a:lnTo>
                  <a:lnTo>
                    <a:pt x="2080" y="1040"/>
                  </a:lnTo>
                  <a:cubicBezTo>
                    <a:pt x="2048" y="473"/>
                    <a:pt x="1576" y="0"/>
                    <a:pt x="104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25" name="Google Shape;8425;p70"/>
            <p:cNvSpPr/>
            <p:nvPr/>
          </p:nvSpPr>
          <p:spPr>
            <a:xfrm>
              <a:off x="6417800" y="4173200"/>
              <a:ext cx="43350" cy="43350"/>
            </a:xfrm>
            <a:custGeom>
              <a:avLst/>
              <a:gdLst/>
              <a:ahLst/>
              <a:cxnLst/>
              <a:rect l="l" t="t" r="r" b="b"/>
              <a:pathLst>
                <a:path w="1734" h="1734" extrusionOk="0">
                  <a:moveTo>
                    <a:pt x="883" y="1"/>
                  </a:moveTo>
                  <a:cubicBezTo>
                    <a:pt x="537" y="1"/>
                    <a:pt x="190" y="221"/>
                    <a:pt x="1" y="442"/>
                  </a:cubicBezTo>
                  <a:lnTo>
                    <a:pt x="568" y="1545"/>
                  </a:lnTo>
                  <a:cubicBezTo>
                    <a:pt x="600" y="1671"/>
                    <a:pt x="757" y="1734"/>
                    <a:pt x="883" y="1734"/>
                  </a:cubicBezTo>
                  <a:cubicBezTo>
                    <a:pt x="978" y="1734"/>
                    <a:pt x="1104" y="1671"/>
                    <a:pt x="1198" y="1545"/>
                  </a:cubicBezTo>
                  <a:lnTo>
                    <a:pt x="1734" y="442"/>
                  </a:lnTo>
                  <a:cubicBezTo>
                    <a:pt x="1545" y="158"/>
                    <a:pt x="1230" y="1"/>
                    <a:pt x="88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426" name="Google Shape;8426;p70"/>
          <p:cNvGrpSpPr/>
          <p:nvPr/>
        </p:nvGrpSpPr>
        <p:grpSpPr>
          <a:xfrm>
            <a:off x="8257008" y="2042461"/>
            <a:ext cx="464251" cy="465511"/>
            <a:chOff x="1674750" y="3254050"/>
            <a:chExt cx="294575" cy="295375"/>
          </a:xfrm>
        </p:grpSpPr>
        <p:sp>
          <p:nvSpPr>
            <p:cNvPr id="8427" name="Google Shape;8427;p70"/>
            <p:cNvSpPr/>
            <p:nvPr/>
          </p:nvSpPr>
          <p:spPr>
            <a:xfrm>
              <a:off x="1691275" y="3351700"/>
              <a:ext cx="278050" cy="197725"/>
            </a:xfrm>
            <a:custGeom>
              <a:avLst/>
              <a:gdLst/>
              <a:ahLst/>
              <a:cxnLst/>
              <a:rect l="l" t="t" r="r" b="b"/>
              <a:pathLst>
                <a:path w="11122" h="7909" extrusionOk="0">
                  <a:moveTo>
                    <a:pt x="10535" y="0"/>
                  </a:moveTo>
                  <a:cubicBezTo>
                    <a:pt x="10489" y="0"/>
                    <a:pt x="10442" y="10"/>
                    <a:pt x="10397" y="33"/>
                  </a:cubicBezTo>
                  <a:cubicBezTo>
                    <a:pt x="10208" y="64"/>
                    <a:pt x="10114" y="253"/>
                    <a:pt x="10177" y="474"/>
                  </a:cubicBezTo>
                  <a:cubicBezTo>
                    <a:pt x="10334" y="978"/>
                    <a:pt x="10429" y="1482"/>
                    <a:pt x="10429" y="1986"/>
                  </a:cubicBezTo>
                  <a:cubicBezTo>
                    <a:pt x="10429" y="4885"/>
                    <a:pt x="8066" y="7247"/>
                    <a:pt x="5199" y="7247"/>
                  </a:cubicBezTo>
                  <a:cubicBezTo>
                    <a:pt x="3561" y="7247"/>
                    <a:pt x="2017" y="6397"/>
                    <a:pt x="1072" y="5137"/>
                  </a:cubicBezTo>
                  <a:lnTo>
                    <a:pt x="1733" y="5137"/>
                  </a:lnTo>
                  <a:cubicBezTo>
                    <a:pt x="1922" y="5137"/>
                    <a:pt x="2080" y="4979"/>
                    <a:pt x="2080" y="4790"/>
                  </a:cubicBezTo>
                  <a:cubicBezTo>
                    <a:pt x="2080" y="4601"/>
                    <a:pt x="1922" y="4443"/>
                    <a:pt x="1733" y="4443"/>
                  </a:cubicBezTo>
                  <a:lnTo>
                    <a:pt x="347" y="4443"/>
                  </a:lnTo>
                  <a:cubicBezTo>
                    <a:pt x="158" y="4443"/>
                    <a:pt x="1" y="4601"/>
                    <a:pt x="1" y="4790"/>
                  </a:cubicBezTo>
                  <a:lnTo>
                    <a:pt x="1" y="6176"/>
                  </a:lnTo>
                  <a:cubicBezTo>
                    <a:pt x="1" y="6365"/>
                    <a:pt x="158" y="6523"/>
                    <a:pt x="347" y="6523"/>
                  </a:cubicBezTo>
                  <a:cubicBezTo>
                    <a:pt x="536" y="6523"/>
                    <a:pt x="694" y="6365"/>
                    <a:pt x="694" y="6176"/>
                  </a:cubicBezTo>
                  <a:lnTo>
                    <a:pt x="694" y="5767"/>
                  </a:lnTo>
                  <a:cubicBezTo>
                    <a:pt x="1796" y="7090"/>
                    <a:pt x="3466" y="7909"/>
                    <a:pt x="5199" y="7909"/>
                  </a:cubicBezTo>
                  <a:cubicBezTo>
                    <a:pt x="8412" y="7909"/>
                    <a:pt x="11122" y="5231"/>
                    <a:pt x="11122" y="1986"/>
                  </a:cubicBezTo>
                  <a:cubicBezTo>
                    <a:pt x="11122" y="1419"/>
                    <a:pt x="10996" y="820"/>
                    <a:pt x="10838" y="222"/>
                  </a:cubicBezTo>
                  <a:cubicBezTo>
                    <a:pt x="10814" y="102"/>
                    <a:pt x="10681" y="0"/>
                    <a:pt x="1053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28" name="Google Shape;8428;p70"/>
            <p:cNvSpPr/>
            <p:nvPr/>
          </p:nvSpPr>
          <p:spPr>
            <a:xfrm>
              <a:off x="1674750" y="3254050"/>
              <a:ext cx="277250" cy="197900"/>
            </a:xfrm>
            <a:custGeom>
              <a:avLst/>
              <a:gdLst/>
              <a:ahLst/>
              <a:cxnLst/>
              <a:rect l="l" t="t" r="r" b="b"/>
              <a:pathLst>
                <a:path w="11090" h="7916" extrusionOk="0">
                  <a:moveTo>
                    <a:pt x="5891" y="1"/>
                  </a:moveTo>
                  <a:cubicBezTo>
                    <a:pt x="2678" y="1"/>
                    <a:pt x="0" y="2679"/>
                    <a:pt x="0" y="5892"/>
                  </a:cubicBezTo>
                  <a:cubicBezTo>
                    <a:pt x="0" y="6491"/>
                    <a:pt x="126" y="7089"/>
                    <a:pt x="284" y="7656"/>
                  </a:cubicBezTo>
                  <a:cubicBezTo>
                    <a:pt x="310" y="7842"/>
                    <a:pt x="448" y="7916"/>
                    <a:pt x="604" y="7916"/>
                  </a:cubicBezTo>
                  <a:cubicBezTo>
                    <a:pt x="633" y="7916"/>
                    <a:pt x="663" y="7913"/>
                    <a:pt x="693" y="7908"/>
                  </a:cubicBezTo>
                  <a:cubicBezTo>
                    <a:pt x="882" y="7877"/>
                    <a:pt x="977" y="7656"/>
                    <a:pt x="945" y="7467"/>
                  </a:cubicBezTo>
                  <a:cubicBezTo>
                    <a:pt x="788" y="6963"/>
                    <a:pt x="662" y="6459"/>
                    <a:pt x="662" y="5892"/>
                  </a:cubicBezTo>
                  <a:cubicBezTo>
                    <a:pt x="662" y="3025"/>
                    <a:pt x="3025" y="662"/>
                    <a:pt x="5891" y="662"/>
                  </a:cubicBezTo>
                  <a:cubicBezTo>
                    <a:pt x="7561" y="662"/>
                    <a:pt x="9105" y="1481"/>
                    <a:pt x="10050" y="2742"/>
                  </a:cubicBezTo>
                  <a:lnTo>
                    <a:pt x="9357" y="2742"/>
                  </a:lnTo>
                  <a:cubicBezTo>
                    <a:pt x="9168" y="2742"/>
                    <a:pt x="9010" y="2899"/>
                    <a:pt x="9010" y="3088"/>
                  </a:cubicBezTo>
                  <a:cubicBezTo>
                    <a:pt x="9010" y="3309"/>
                    <a:pt x="9168" y="3466"/>
                    <a:pt x="9357" y="3466"/>
                  </a:cubicBezTo>
                  <a:lnTo>
                    <a:pt x="10743" y="3466"/>
                  </a:lnTo>
                  <a:cubicBezTo>
                    <a:pt x="10932" y="3466"/>
                    <a:pt x="11090" y="3309"/>
                    <a:pt x="11090" y="3088"/>
                  </a:cubicBezTo>
                  <a:lnTo>
                    <a:pt x="11090" y="1733"/>
                  </a:lnTo>
                  <a:cubicBezTo>
                    <a:pt x="11090" y="1513"/>
                    <a:pt x="10932" y="1355"/>
                    <a:pt x="10743" y="1355"/>
                  </a:cubicBezTo>
                  <a:cubicBezTo>
                    <a:pt x="10554" y="1355"/>
                    <a:pt x="10397" y="1513"/>
                    <a:pt x="10397" y="1733"/>
                  </a:cubicBezTo>
                  <a:lnTo>
                    <a:pt x="10397" y="2111"/>
                  </a:lnTo>
                  <a:cubicBezTo>
                    <a:pt x="9294" y="820"/>
                    <a:pt x="7624" y="1"/>
                    <a:pt x="589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29" name="Google Shape;8429;p70"/>
            <p:cNvSpPr/>
            <p:nvPr/>
          </p:nvSpPr>
          <p:spPr>
            <a:xfrm>
              <a:off x="1727500" y="3306825"/>
              <a:ext cx="189075" cy="189050"/>
            </a:xfrm>
            <a:custGeom>
              <a:avLst/>
              <a:gdLst/>
              <a:ahLst/>
              <a:cxnLst/>
              <a:rect l="l" t="t" r="r" b="b"/>
              <a:pathLst>
                <a:path w="7563" h="7562" extrusionOk="0">
                  <a:moveTo>
                    <a:pt x="3750" y="2048"/>
                  </a:moveTo>
                  <a:cubicBezTo>
                    <a:pt x="3939" y="2048"/>
                    <a:pt x="4097" y="2206"/>
                    <a:pt x="4097" y="2426"/>
                  </a:cubicBezTo>
                  <a:lnTo>
                    <a:pt x="4097" y="3435"/>
                  </a:lnTo>
                  <a:lnTo>
                    <a:pt x="4475" y="3435"/>
                  </a:lnTo>
                  <a:cubicBezTo>
                    <a:pt x="4664" y="3435"/>
                    <a:pt x="4821" y="3592"/>
                    <a:pt x="4821" y="3781"/>
                  </a:cubicBezTo>
                  <a:cubicBezTo>
                    <a:pt x="4821" y="4002"/>
                    <a:pt x="4664" y="4159"/>
                    <a:pt x="4475" y="4159"/>
                  </a:cubicBezTo>
                  <a:lnTo>
                    <a:pt x="3750" y="4159"/>
                  </a:lnTo>
                  <a:cubicBezTo>
                    <a:pt x="3561" y="4159"/>
                    <a:pt x="3403" y="4002"/>
                    <a:pt x="3403" y="3781"/>
                  </a:cubicBezTo>
                  <a:lnTo>
                    <a:pt x="3403" y="2426"/>
                  </a:lnTo>
                  <a:cubicBezTo>
                    <a:pt x="3403" y="2206"/>
                    <a:pt x="3561" y="2048"/>
                    <a:pt x="3750" y="2048"/>
                  </a:cubicBezTo>
                  <a:close/>
                  <a:moveTo>
                    <a:pt x="3435" y="0"/>
                  </a:moveTo>
                  <a:cubicBezTo>
                    <a:pt x="2647" y="95"/>
                    <a:pt x="1923" y="410"/>
                    <a:pt x="1356" y="883"/>
                  </a:cubicBezTo>
                  <a:lnTo>
                    <a:pt x="2049" y="1576"/>
                  </a:lnTo>
                  <a:cubicBezTo>
                    <a:pt x="2175" y="1702"/>
                    <a:pt x="2175" y="1954"/>
                    <a:pt x="2049" y="2048"/>
                  </a:cubicBezTo>
                  <a:cubicBezTo>
                    <a:pt x="1986" y="2111"/>
                    <a:pt x="1899" y="2143"/>
                    <a:pt x="1812" y="2143"/>
                  </a:cubicBezTo>
                  <a:cubicBezTo>
                    <a:pt x="1726" y="2143"/>
                    <a:pt x="1639" y="2111"/>
                    <a:pt x="1576" y="2048"/>
                  </a:cubicBezTo>
                  <a:lnTo>
                    <a:pt x="883" y="1355"/>
                  </a:lnTo>
                  <a:cubicBezTo>
                    <a:pt x="410" y="1922"/>
                    <a:pt x="95" y="2647"/>
                    <a:pt x="1" y="3435"/>
                  </a:cubicBezTo>
                  <a:lnTo>
                    <a:pt x="1041" y="3435"/>
                  </a:lnTo>
                  <a:cubicBezTo>
                    <a:pt x="1230" y="3435"/>
                    <a:pt x="1387" y="3592"/>
                    <a:pt x="1387" y="3781"/>
                  </a:cubicBezTo>
                  <a:cubicBezTo>
                    <a:pt x="1387" y="3970"/>
                    <a:pt x="1230" y="4128"/>
                    <a:pt x="1041" y="4128"/>
                  </a:cubicBezTo>
                  <a:lnTo>
                    <a:pt x="1" y="4128"/>
                  </a:lnTo>
                  <a:cubicBezTo>
                    <a:pt x="95" y="4915"/>
                    <a:pt x="410" y="5640"/>
                    <a:pt x="883" y="6238"/>
                  </a:cubicBezTo>
                  <a:lnTo>
                    <a:pt x="1576" y="5514"/>
                  </a:lnTo>
                  <a:cubicBezTo>
                    <a:pt x="1639" y="5451"/>
                    <a:pt x="1734" y="5419"/>
                    <a:pt x="1824" y="5419"/>
                  </a:cubicBezTo>
                  <a:cubicBezTo>
                    <a:pt x="1915" y="5419"/>
                    <a:pt x="2001" y="5451"/>
                    <a:pt x="2049" y="5514"/>
                  </a:cubicBezTo>
                  <a:cubicBezTo>
                    <a:pt x="2175" y="5640"/>
                    <a:pt x="2175" y="5860"/>
                    <a:pt x="2049" y="5986"/>
                  </a:cubicBezTo>
                  <a:lnTo>
                    <a:pt x="1356" y="6711"/>
                  </a:lnTo>
                  <a:cubicBezTo>
                    <a:pt x="1923" y="7184"/>
                    <a:pt x="2647" y="7499"/>
                    <a:pt x="3435" y="7562"/>
                  </a:cubicBezTo>
                  <a:lnTo>
                    <a:pt x="3435" y="6553"/>
                  </a:lnTo>
                  <a:cubicBezTo>
                    <a:pt x="3435" y="6333"/>
                    <a:pt x="3592" y="6175"/>
                    <a:pt x="3781" y="6175"/>
                  </a:cubicBezTo>
                  <a:cubicBezTo>
                    <a:pt x="4002" y="6175"/>
                    <a:pt x="4160" y="6333"/>
                    <a:pt x="4160" y="6553"/>
                  </a:cubicBezTo>
                  <a:lnTo>
                    <a:pt x="4160" y="7562"/>
                  </a:lnTo>
                  <a:cubicBezTo>
                    <a:pt x="4947" y="7499"/>
                    <a:pt x="5640" y="7184"/>
                    <a:pt x="6239" y="6711"/>
                  </a:cubicBezTo>
                  <a:lnTo>
                    <a:pt x="5514" y="5986"/>
                  </a:lnTo>
                  <a:cubicBezTo>
                    <a:pt x="5420" y="5860"/>
                    <a:pt x="5420" y="5640"/>
                    <a:pt x="5514" y="5514"/>
                  </a:cubicBezTo>
                  <a:cubicBezTo>
                    <a:pt x="5577" y="5451"/>
                    <a:pt x="5672" y="5419"/>
                    <a:pt x="5762" y="5419"/>
                  </a:cubicBezTo>
                  <a:cubicBezTo>
                    <a:pt x="5853" y="5419"/>
                    <a:pt x="5940" y="5451"/>
                    <a:pt x="5987" y="5514"/>
                  </a:cubicBezTo>
                  <a:lnTo>
                    <a:pt x="6711" y="6238"/>
                  </a:lnTo>
                  <a:cubicBezTo>
                    <a:pt x="7184" y="5640"/>
                    <a:pt x="7499" y="4915"/>
                    <a:pt x="7562" y="4128"/>
                  </a:cubicBezTo>
                  <a:lnTo>
                    <a:pt x="6554" y="4128"/>
                  </a:lnTo>
                  <a:cubicBezTo>
                    <a:pt x="6365" y="4128"/>
                    <a:pt x="6207" y="3970"/>
                    <a:pt x="6207" y="3781"/>
                  </a:cubicBezTo>
                  <a:cubicBezTo>
                    <a:pt x="6207" y="3592"/>
                    <a:pt x="6365" y="3435"/>
                    <a:pt x="6554" y="3435"/>
                  </a:cubicBezTo>
                  <a:lnTo>
                    <a:pt x="7562" y="3435"/>
                  </a:lnTo>
                  <a:cubicBezTo>
                    <a:pt x="7499" y="2647"/>
                    <a:pt x="7184" y="1922"/>
                    <a:pt x="6711" y="1355"/>
                  </a:cubicBezTo>
                  <a:lnTo>
                    <a:pt x="5987" y="2048"/>
                  </a:lnTo>
                  <a:cubicBezTo>
                    <a:pt x="5940" y="2111"/>
                    <a:pt x="5853" y="2143"/>
                    <a:pt x="5762" y="2143"/>
                  </a:cubicBezTo>
                  <a:cubicBezTo>
                    <a:pt x="5672" y="2143"/>
                    <a:pt x="5577" y="2111"/>
                    <a:pt x="5514" y="2048"/>
                  </a:cubicBezTo>
                  <a:cubicBezTo>
                    <a:pt x="5420" y="1922"/>
                    <a:pt x="5420" y="1702"/>
                    <a:pt x="5514" y="1576"/>
                  </a:cubicBezTo>
                  <a:lnTo>
                    <a:pt x="6239" y="883"/>
                  </a:lnTo>
                  <a:cubicBezTo>
                    <a:pt x="5640" y="410"/>
                    <a:pt x="4947" y="95"/>
                    <a:pt x="4160" y="0"/>
                  </a:cubicBezTo>
                  <a:lnTo>
                    <a:pt x="4160" y="1040"/>
                  </a:lnTo>
                  <a:cubicBezTo>
                    <a:pt x="4160" y="1229"/>
                    <a:pt x="4002" y="1387"/>
                    <a:pt x="3781" y="1387"/>
                  </a:cubicBezTo>
                  <a:cubicBezTo>
                    <a:pt x="3592" y="1387"/>
                    <a:pt x="3435" y="1229"/>
                    <a:pt x="3435" y="1040"/>
                  </a:cubicBezTo>
                  <a:lnTo>
                    <a:pt x="343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430" name="Google Shape;8430;p70"/>
          <p:cNvGrpSpPr/>
          <p:nvPr/>
        </p:nvGrpSpPr>
        <p:grpSpPr>
          <a:xfrm>
            <a:off x="8276237" y="2629914"/>
            <a:ext cx="425796" cy="465511"/>
            <a:chOff x="1687350" y="3618725"/>
            <a:chExt cx="270175" cy="295375"/>
          </a:xfrm>
        </p:grpSpPr>
        <p:sp>
          <p:nvSpPr>
            <p:cNvPr id="8431" name="Google Shape;8431;p70"/>
            <p:cNvSpPr/>
            <p:nvPr/>
          </p:nvSpPr>
          <p:spPr>
            <a:xfrm>
              <a:off x="1829900" y="3808550"/>
              <a:ext cx="18150" cy="35450"/>
            </a:xfrm>
            <a:custGeom>
              <a:avLst/>
              <a:gdLst/>
              <a:ahLst/>
              <a:cxnLst/>
              <a:rect l="l" t="t" r="r" b="b"/>
              <a:pathLst>
                <a:path w="726" h="1418" extrusionOk="0">
                  <a:moveTo>
                    <a:pt x="1" y="0"/>
                  </a:moveTo>
                  <a:lnTo>
                    <a:pt x="1" y="1418"/>
                  </a:lnTo>
                  <a:lnTo>
                    <a:pt x="379" y="1418"/>
                  </a:lnTo>
                  <a:cubicBezTo>
                    <a:pt x="568" y="1418"/>
                    <a:pt x="725" y="1260"/>
                    <a:pt x="725" y="1040"/>
                  </a:cubicBezTo>
                  <a:lnTo>
                    <a:pt x="725" y="347"/>
                  </a:lnTo>
                  <a:cubicBezTo>
                    <a:pt x="725" y="158"/>
                    <a:pt x="568" y="0"/>
                    <a:pt x="37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32" name="Google Shape;8432;p70"/>
            <p:cNvSpPr/>
            <p:nvPr/>
          </p:nvSpPr>
          <p:spPr>
            <a:xfrm>
              <a:off x="1795250" y="3755775"/>
              <a:ext cx="18125" cy="35450"/>
            </a:xfrm>
            <a:custGeom>
              <a:avLst/>
              <a:gdLst/>
              <a:ahLst/>
              <a:cxnLst/>
              <a:rect l="l" t="t" r="r" b="b"/>
              <a:pathLst>
                <a:path w="725" h="1418" extrusionOk="0">
                  <a:moveTo>
                    <a:pt x="378" y="0"/>
                  </a:moveTo>
                  <a:cubicBezTo>
                    <a:pt x="189" y="0"/>
                    <a:pt x="0" y="158"/>
                    <a:pt x="0" y="378"/>
                  </a:cubicBezTo>
                  <a:lnTo>
                    <a:pt x="0" y="1071"/>
                  </a:lnTo>
                  <a:cubicBezTo>
                    <a:pt x="0" y="1260"/>
                    <a:pt x="189" y="1418"/>
                    <a:pt x="378" y="1418"/>
                  </a:cubicBezTo>
                  <a:lnTo>
                    <a:pt x="725" y="1418"/>
                  </a:lnTo>
                  <a:lnTo>
                    <a:pt x="72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33" name="Google Shape;8433;p70"/>
            <p:cNvSpPr/>
            <p:nvPr/>
          </p:nvSpPr>
          <p:spPr>
            <a:xfrm>
              <a:off x="1687350" y="3618725"/>
              <a:ext cx="270175" cy="295375"/>
            </a:xfrm>
            <a:custGeom>
              <a:avLst/>
              <a:gdLst/>
              <a:ahLst/>
              <a:cxnLst/>
              <a:rect l="l" t="t" r="r" b="b"/>
              <a:pathLst>
                <a:path w="10807" h="11815" extrusionOk="0">
                  <a:moveTo>
                    <a:pt x="6459" y="662"/>
                  </a:moveTo>
                  <a:cubicBezTo>
                    <a:pt x="6868" y="662"/>
                    <a:pt x="7183" y="977"/>
                    <a:pt x="7183" y="1355"/>
                  </a:cubicBezTo>
                  <a:cubicBezTo>
                    <a:pt x="7183" y="1765"/>
                    <a:pt x="6868" y="2080"/>
                    <a:pt x="6459" y="2080"/>
                  </a:cubicBezTo>
                  <a:lnTo>
                    <a:pt x="6459" y="1702"/>
                  </a:lnTo>
                  <a:cubicBezTo>
                    <a:pt x="6459" y="1513"/>
                    <a:pt x="6301" y="1355"/>
                    <a:pt x="6112" y="1355"/>
                  </a:cubicBezTo>
                  <a:lnTo>
                    <a:pt x="4726" y="1355"/>
                  </a:lnTo>
                  <a:cubicBezTo>
                    <a:pt x="4537" y="1355"/>
                    <a:pt x="4379" y="1513"/>
                    <a:pt x="4379" y="1702"/>
                  </a:cubicBezTo>
                  <a:lnTo>
                    <a:pt x="4379" y="2080"/>
                  </a:lnTo>
                  <a:cubicBezTo>
                    <a:pt x="3970" y="2017"/>
                    <a:pt x="3655" y="1702"/>
                    <a:pt x="3655" y="1355"/>
                  </a:cubicBezTo>
                  <a:cubicBezTo>
                    <a:pt x="3655" y="977"/>
                    <a:pt x="3970" y="662"/>
                    <a:pt x="4379" y="662"/>
                  </a:cubicBezTo>
                  <a:close/>
                  <a:moveTo>
                    <a:pt x="5387" y="4128"/>
                  </a:moveTo>
                  <a:cubicBezTo>
                    <a:pt x="5608" y="4128"/>
                    <a:pt x="5766" y="4285"/>
                    <a:pt x="5766" y="4474"/>
                  </a:cubicBezTo>
                  <a:lnTo>
                    <a:pt x="5766" y="4821"/>
                  </a:lnTo>
                  <a:lnTo>
                    <a:pt x="6112" y="4821"/>
                  </a:lnTo>
                  <a:cubicBezTo>
                    <a:pt x="6711" y="4821"/>
                    <a:pt x="7120" y="5293"/>
                    <a:pt x="7120" y="5860"/>
                  </a:cubicBezTo>
                  <a:cubicBezTo>
                    <a:pt x="7120" y="6049"/>
                    <a:pt x="6963" y="6207"/>
                    <a:pt x="6774" y="6207"/>
                  </a:cubicBezTo>
                  <a:cubicBezTo>
                    <a:pt x="6585" y="6207"/>
                    <a:pt x="6427" y="6049"/>
                    <a:pt x="6427" y="5860"/>
                  </a:cubicBezTo>
                  <a:cubicBezTo>
                    <a:pt x="6427" y="5640"/>
                    <a:pt x="6270" y="5482"/>
                    <a:pt x="6081" y="5482"/>
                  </a:cubicBezTo>
                  <a:lnTo>
                    <a:pt x="5703" y="5482"/>
                  </a:lnTo>
                  <a:lnTo>
                    <a:pt x="5703" y="6868"/>
                  </a:lnTo>
                  <a:lnTo>
                    <a:pt x="6081" y="6868"/>
                  </a:lnTo>
                  <a:cubicBezTo>
                    <a:pt x="6648" y="6868"/>
                    <a:pt x="7089" y="7341"/>
                    <a:pt x="7089" y="7908"/>
                  </a:cubicBezTo>
                  <a:lnTo>
                    <a:pt x="7089" y="8601"/>
                  </a:lnTo>
                  <a:cubicBezTo>
                    <a:pt x="7089" y="9200"/>
                    <a:pt x="6616" y="9641"/>
                    <a:pt x="6081" y="9641"/>
                  </a:cubicBezTo>
                  <a:lnTo>
                    <a:pt x="5703" y="9641"/>
                  </a:lnTo>
                  <a:lnTo>
                    <a:pt x="5703" y="9987"/>
                  </a:lnTo>
                  <a:cubicBezTo>
                    <a:pt x="5703" y="10176"/>
                    <a:pt x="5545" y="10334"/>
                    <a:pt x="5356" y="10334"/>
                  </a:cubicBezTo>
                  <a:cubicBezTo>
                    <a:pt x="5167" y="10334"/>
                    <a:pt x="5009" y="10176"/>
                    <a:pt x="5009" y="9987"/>
                  </a:cubicBezTo>
                  <a:lnTo>
                    <a:pt x="5009" y="9704"/>
                  </a:lnTo>
                  <a:lnTo>
                    <a:pt x="4631" y="9704"/>
                  </a:lnTo>
                  <a:cubicBezTo>
                    <a:pt x="4064" y="9704"/>
                    <a:pt x="3623" y="9231"/>
                    <a:pt x="3623" y="8664"/>
                  </a:cubicBezTo>
                  <a:cubicBezTo>
                    <a:pt x="3623" y="8475"/>
                    <a:pt x="3781" y="8318"/>
                    <a:pt x="3970" y="8318"/>
                  </a:cubicBezTo>
                  <a:cubicBezTo>
                    <a:pt x="4159" y="8318"/>
                    <a:pt x="4316" y="8475"/>
                    <a:pt x="4316" y="8664"/>
                  </a:cubicBezTo>
                  <a:cubicBezTo>
                    <a:pt x="4316" y="8885"/>
                    <a:pt x="4505" y="9042"/>
                    <a:pt x="4694" y="9042"/>
                  </a:cubicBezTo>
                  <a:lnTo>
                    <a:pt x="5041" y="9042"/>
                  </a:lnTo>
                  <a:lnTo>
                    <a:pt x="5041" y="7625"/>
                  </a:lnTo>
                  <a:lnTo>
                    <a:pt x="4694" y="7625"/>
                  </a:lnTo>
                  <a:lnTo>
                    <a:pt x="4694" y="7593"/>
                  </a:lnTo>
                  <a:cubicBezTo>
                    <a:pt x="4096" y="7593"/>
                    <a:pt x="3655" y="7120"/>
                    <a:pt x="3655" y="6553"/>
                  </a:cubicBezTo>
                  <a:lnTo>
                    <a:pt x="3655" y="5860"/>
                  </a:lnTo>
                  <a:cubicBezTo>
                    <a:pt x="3655" y="5262"/>
                    <a:pt x="4127" y="4821"/>
                    <a:pt x="4694" y="4821"/>
                  </a:cubicBezTo>
                  <a:lnTo>
                    <a:pt x="5041" y="4821"/>
                  </a:lnTo>
                  <a:lnTo>
                    <a:pt x="5041" y="4474"/>
                  </a:lnTo>
                  <a:cubicBezTo>
                    <a:pt x="5041" y="4285"/>
                    <a:pt x="5198" y="4128"/>
                    <a:pt x="5387" y="4128"/>
                  </a:cubicBezTo>
                  <a:close/>
                  <a:moveTo>
                    <a:pt x="4379" y="0"/>
                  </a:moveTo>
                  <a:cubicBezTo>
                    <a:pt x="3623" y="0"/>
                    <a:pt x="2993" y="662"/>
                    <a:pt x="2993" y="1387"/>
                  </a:cubicBezTo>
                  <a:cubicBezTo>
                    <a:pt x="2993" y="2143"/>
                    <a:pt x="3623" y="2773"/>
                    <a:pt x="4379" y="2773"/>
                  </a:cubicBezTo>
                  <a:lnTo>
                    <a:pt x="4379" y="2899"/>
                  </a:lnTo>
                  <a:cubicBezTo>
                    <a:pt x="3781" y="3025"/>
                    <a:pt x="3277" y="3277"/>
                    <a:pt x="2804" y="3592"/>
                  </a:cubicBezTo>
                  <a:lnTo>
                    <a:pt x="2332" y="3056"/>
                  </a:lnTo>
                  <a:lnTo>
                    <a:pt x="2584" y="2804"/>
                  </a:lnTo>
                  <a:cubicBezTo>
                    <a:pt x="2710" y="2710"/>
                    <a:pt x="2710" y="2458"/>
                    <a:pt x="2615" y="2332"/>
                  </a:cubicBezTo>
                  <a:lnTo>
                    <a:pt x="1701" y="1292"/>
                  </a:lnTo>
                  <a:cubicBezTo>
                    <a:pt x="1630" y="1203"/>
                    <a:pt x="1529" y="1165"/>
                    <a:pt x="1432" y="1165"/>
                  </a:cubicBezTo>
                  <a:cubicBezTo>
                    <a:pt x="1357" y="1165"/>
                    <a:pt x="1284" y="1188"/>
                    <a:pt x="1229" y="1229"/>
                  </a:cubicBezTo>
                  <a:lnTo>
                    <a:pt x="158" y="2143"/>
                  </a:lnTo>
                  <a:cubicBezTo>
                    <a:pt x="0" y="2269"/>
                    <a:pt x="0" y="2489"/>
                    <a:pt x="126" y="2615"/>
                  </a:cubicBezTo>
                  <a:lnTo>
                    <a:pt x="1040" y="3686"/>
                  </a:lnTo>
                  <a:cubicBezTo>
                    <a:pt x="1090" y="3770"/>
                    <a:pt x="1183" y="3809"/>
                    <a:pt x="1279" y="3809"/>
                  </a:cubicBezTo>
                  <a:cubicBezTo>
                    <a:pt x="1365" y="3809"/>
                    <a:pt x="1453" y="3777"/>
                    <a:pt x="1512" y="3718"/>
                  </a:cubicBezTo>
                  <a:lnTo>
                    <a:pt x="1764" y="3497"/>
                  </a:lnTo>
                  <a:lnTo>
                    <a:pt x="2237" y="4033"/>
                  </a:lnTo>
                  <a:cubicBezTo>
                    <a:pt x="1418" y="4852"/>
                    <a:pt x="914" y="5986"/>
                    <a:pt x="914" y="7247"/>
                  </a:cubicBezTo>
                  <a:cubicBezTo>
                    <a:pt x="914" y="9735"/>
                    <a:pt x="2930" y="11815"/>
                    <a:pt x="5387" y="11815"/>
                  </a:cubicBezTo>
                  <a:cubicBezTo>
                    <a:pt x="7876" y="11815"/>
                    <a:pt x="9893" y="9798"/>
                    <a:pt x="9893" y="7247"/>
                  </a:cubicBezTo>
                  <a:cubicBezTo>
                    <a:pt x="9893" y="5986"/>
                    <a:pt x="9389" y="4852"/>
                    <a:pt x="8538" y="4033"/>
                  </a:cubicBezTo>
                  <a:lnTo>
                    <a:pt x="9011" y="3497"/>
                  </a:lnTo>
                  <a:lnTo>
                    <a:pt x="9294" y="3718"/>
                  </a:lnTo>
                  <a:cubicBezTo>
                    <a:pt x="9368" y="3777"/>
                    <a:pt x="9450" y="3809"/>
                    <a:pt x="9528" y="3809"/>
                  </a:cubicBezTo>
                  <a:cubicBezTo>
                    <a:pt x="9616" y="3809"/>
                    <a:pt x="9700" y="3770"/>
                    <a:pt x="9767" y="3686"/>
                  </a:cubicBezTo>
                  <a:lnTo>
                    <a:pt x="10680" y="2615"/>
                  </a:lnTo>
                  <a:cubicBezTo>
                    <a:pt x="10806" y="2458"/>
                    <a:pt x="10806" y="2269"/>
                    <a:pt x="10649" y="2143"/>
                  </a:cubicBezTo>
                  <a:lnTo>
                    <a:pt x="9578" y="1229"/>
                  </a:lnTo>
                  <a:cubicBezTo>
                    <a:pt x="9509" y="1188"/>
                    <a:pt x="9434" y="1165"/>
                    <a:pt x="9361" y="1165"/>
                  </a:cubicBezTo>
                  <a:cubicBezTo>
                    <a:pt x="9267" y="1165"/>
                    <a:pt x="9176" y="1203"/>
                    <a:pt x="9105" y="1292"/>
                  </a:cubicBezTo>
                  <a:lnTo>
                    <a:pt x="8191" y="2332"/>
                  </a:lnTo>
                  <a:cubicBezTo>
                    <a:pt x="8065" y="2489"/>
                    <a:pt x="8065" y="2710"/>
                    <a:pt x="8223" y="2804"/>
                  </a:cubicBezTo>
                  <a:lnTo>
                    <a:pt x="8506" y="3056"/>
                  </a:lnTo>
                  <a:lnTo>
                    <a:pt x="8034" y="3592"/>
                  </a:lnTo>
                  <a:cubicBezTo>
                    <a:pt x="7561" y="3245"/>
                    <a:pt x="7057" y="3025"/>
                    <a:pt x="6459" y="2899"/>
                  </a:cubicBezTo>
                  <a:lnTo>
                    <a:pt x="6459" y="2773"/>
                  </a:lnTo>
                  <a:cubicBezTo>
                    <a:pt x="7215" y="2773"/>
                    <a:pt x="7845" y="2143"/>
                    <a:pt x="7845" y="1387"/>
                  </a:cubicBezTo>
                  <a:cubicBezTo>
                    <a:pt x="7845" y="662"/>
                    <a:pt x="7215" y="0"/>
                    <a:pt x="645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434" name="Google Shape;8434;p70"/>
          <p:cNvGrpSpPr/>
          <p:nvPr/>
        </p:nvGrpSpPr>
        <p:grpSpPr>
          <a:xfrm>
            <a:off x="8254507" y="3225222"/>
            <a:ext cx="469253" cy="465511"/>
            <a:chOff x="1672375" y="3982600"/>
            <a:chExt cx="297750" cy="295375"/>
          </a:xfrm>
        </p:grpSpPr>
        <p:sp>
          <p:nvSpPr>
            <p:cNvPr id="8435" name="Google Shape;8435;p70"/>
            <p:cNvSpPr/>
            <p:nvPr/>
          </p:nvSpPr>
          <p:spPr>
            <a:xfrm>
              <a:off x="1796825" y="3982600"/>
              <a:ext cx="51225" cy="51225"/>
            </a:xfrm>
            <a:custGeom>
              <a:avLst/>
              <a:gdLst/>
              <a:ahLst/>
              <a:cxnLst/>
              <a:rect l="l" t="t" r="r" b="b"/>
              <a:pathLst>
                <a:path w="2049" h="2049" extrusionOk="0">
                  <a:moveTo>
                    <a:pt x="1008" y="1"/>
                  </a:moveTo>
                  <a:cubicBezTo>
                    <a:pt x="441" y="1"/>
                    <a:pt x="0" y="442"/>
                    <a:pt x="0" y="1009"/>
                  </a:cubicBezTo>
                  <a:cubicBezTo>
                    <a:pt x="0" y="1576"/>
                    <a:pt x="441" y="2048"/>
                    <a:pt x="1008" y="2048"/>
                  </a:cubicBezTo>
                  <a:cubicBezTo>
                    <a:pt x="1576" y="2048"/>
                    <a:pt x="2048" y="1576"/>
                    <a:pt x="2048" y="1009"/>
                  </a:cubicBezTo>
                  <a:cubicBezTo>
                    <a:pt x="2048" y="442"/>
                    <a:pt x="1576" y="1"/>
                    <a:pt x="100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36" name="Google Shape;8436;p70"/>
            <p:cNvSpPr/>
            <p:nvPr/>
          </p:nvSpPr>
          <p:spPr>
            <a:xfrm>
              <a:off x="1672375" y="4092075"/>
              <a:ext cx="297750" cy="185900"/>
            </a:xfrm>
            <a:custGeom>
              <a:avLst/>
              <a:gdLst/>
              <a:ahLst/>
              <a:cxnLst/>
              <a:rect l="l" t="t" r="r" b="b"/>
              <a:pathLst>
                <a:path w="11910" h="7436" extrusionOk="0">
                  <a:moveTo>
                    <a:pt x="3498" y="1"/>
                  </a:moveTo>
                  <a:cubicBezTo>
                    <a:pt x="2174" y="316"/>
                    <a:pt x="1418" y="820"/>
                    <a:pt x="1418" y="1482"/>
                  </a:cubicBezTo>
                  <a:cubicBezTo>
                    <a:pt x="1418" y="2112"/>
                    <a:pt x="2080" y="2553"/>
                    <a:pt x="3088" y="2868"/>
                  </a:cubicBezTo>
                  <a:lnTo>
                    <a:pt x="1891" y="5357"/>
                  </a:lnTo>
                  <a:lnTo>
                    <a:pt x="1765" y="5357"/>
                  </a:lnTo>
                  <a:cubicBezTo>
                    <a:pt x="788" y="5357"/>
                    <a:pt x="1" y="5766"/>
                    <a:pt x="1" y="6365"/>
                  </a:cubicBezTo>
                  <a:cubicBezTo>
                    <a:pt x="1" y="6963"/>
                    <a:pt x="757" y="7404"/>
                    <a:pt x="1765" y="7404"/>
                  </a:cubicBezTo>
                  <a:cubicBezTo>
                    <a:pt x="2804" y="7404"/>
                    <a:pt x="3498" y="6963"/>
                    <a:pt x="3498" y="6365"/>
                  </a:cubicBezTo>
                  <a:cubicBezTo>
                    <a:pt x="3498" y="5987"/>
                    <a:pt x="3151" y="5609"/>
                    <a:pt x="2615" y="5451"/>
                  </a:cubicBezTo>
                  <a:lnTo>
                    <a:pt x="3781" y="3025"/>
                  </a:lnTo>
                  <a:cubicBezTo>
                    <a:pt x="4348" y="3151"/>
                    <a:pt x="4978" y="3183"/>
                    <a:pt x="5608" y="3214"/>
                  </a:cubicBezTo>
                  <a:lnTo>
                    <a:pt x="5608" y="5388"/>
                  </a:lnTo>
                  <a:cubicBezTo>
                    <a:pt x="4758" y="5451"/>
                    <a:pt x="4222" y="5892"/>
                    <a:pt x="4222" y="6396"/>
                  </a:cubicBezTo>
                  <a:cubicBezTo>
                    <a:pt x="4222" y="6995"/>
                    <a:pt x="4978" y="7436"/>
                    <a:pt x="5955" y="7436"/>
                  </a:cubicBezTo>
                  <a:cubicBezTo>
                    <a:pt x="6932" y="7436"/>
                    <a:pt x="7688" y="6995"/>
                    <a:pt x="7688" y="6396"/>
                  </a:cubicBezTo>
                  <a:cubicBezTo>
                    <a:pt x="7688" y="5892"/>
                    <a:pt x="7089" y="5451"/>
                    <a:pt x="6302" y="5388"/>
                  </a:cubicBezTo>
                  <a:lnTo>
                    <a:pt x="6302" y="3214"/>
                  </a:lnTo>
                  <a:cubicBezTo>
                    <a:pt x="6932" y="3214"/>
                    <a:pt x="7562" y="3151"/>
                    <a:pt x="8129" y="3025"/>
                  </a:cubicBezTo>
                  <a:lnTo>
                    <a:pt x="9295" y="5451"/>
                  </a:lnTo>
                  <a:cubicBezTo>
                    <a:pt x="8759" y="5609"/>
                    <a:pt x="8381" y="5987"/>
                    <a:pt x="8381" y="6365"/>
                  </a:cubicBezTo>
                  <a:cubicBezTo>
                    <a:pt x="8381" y="6963"/>
                    <a:pt x="9137" y="7404"/>
                    <a:pt x="10114" y="7404"/>
                  </a:cubicBezTo>
                  <a:cubicBezTo>
                    <a:pt x="11122" y="7404"/>
                    <a:pt x="11909" y="6963"/>
                    <a:pt x="11909" y="6365"/>
                  </a:cubicBezTo>
                  <a:cubicBezTo>
                    <a:pt x="11909" y="5766"/>
                    <a:pt x="11122" y="5357"/>
                    <a:pt x="10145" y="5357"/>
                  </a:cubicBezTo>
                  <a:lnTo>
                    <a:pt x="10019" y="5357"/>
                  </a:lnTo>
                  <a:lnTo>
                    <a:pt x="8822" y="2868"/>
                  </a:lnTo>
                  <a:cubicBezTo>
                    <a:pt x="9830" y="2584"/>
                    <a:pt x="10492" y="2112"/>
                    <a:pt x="10492" y="1482"/>
                  </a:cubicBezTo>
                  <a:cubicBezTo>
                    <a:pt x="10492" y="820"/>
                    <a:pt x="9736" y="316"/>
                    <a:pt x="8381" y="1"/>
                  </a:cubicBezTo>
                  <a:lnTo>
                    <a:pt x="8381" y="64"/>
                  </a:lnTo>
                  <a:lnTo>
                    <a:pt x="8381" y="1450"/>
                  </a:lnTo>
                  <a:cubicBezTo>
                    <a:pt x="8381" y="1639"/>
                    <a:pt x="8223" y="1797"/>
                    <a:pt x="8034" y="1797"/>
                  </a:cubicBezTo>
                  <a:lnTo>
                    <a:pt x="3876" y="1797"/>
                  </a:lnTo>
                  <a:cubicBezTo>
                    <a:pt x="3655" y="1797"/>
                    <a:pt x="3498" y="1639"/>
                    <a:pt x="3498" y="1450"/>
                  </a:cubicBezTo>
                  <a:lnTo>
                    <a:pt x="3498" y="64"/>
                  </a:lnTo>
                  <a:lnTo>
                    <a:pt x="349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37" name="Google Shape;8437;p70"/>
            <p:cNvSpPr/>
            <p:nvPr/>
          </p:nvSpPr>
          <p:spPr>
            <a:xfrm>
              <a:off x="1778700" y="4051125"/>
              <a:ext cx="86675" cy="69325"/>
            </a:xfrm>
            <a:custGeom>
              <a:avLst/>
              <a:gdLst/>
              <a:ahLst/>
              <a:cxnLst/>
              <a:rect l="l" t="t" r="r" b="b"/>
              <a:pathLst>
                <a:path w="3467" h="2773" extrusionOk="0">
                  <a:moveTo>
                    <a:pt x="1733" y="1"/>
                  </a:moveTo>
                  <a:cubicBezTo>
                    <a:pt x="788" y="1"/>
                    <a:pt x="1" y="757"/>
                    <a:pt x="1" y="1733"/>
                  </a:cubicBezTo>
                  <a:lnTo>
                    <a:pt x="1" y="2773"/>
                  </a:lnTo>
                  <a:lnTo>
                    <a:pt x="3466" y="2773"/>
                  </a:lnTo>
                  <a:lnTo>
                    <a:pt x="3466" y="1733"/>
                  </a:lnTo>
                  <a:cubicBezTo>
                    <a:pt x="3466" y="788"/>
                    <a:pt x="2679" y="1"/>
                    <a:pt x="173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438" name="Google Shape;8438;p70"/>
          <p:cNvGrpSpPr/>
          <p:nvPr/>
        </p:nvGrpSpPr>
        <p:grpSpPr>
          <a:xfrm>
            <a:off x="6510497" y="3844149"/>
            <a:ext cx="466772" cy="466772"/>
            <a:chOff x="3497300" y="3227275"/>
            <a:chExt cx="296175" cy="296175"/>
          </a:xfrm>
        </p:grpSpPr>
        <p:sp>
          <p:nvSpPr>
            <p:cNvPr id="8439" name="Google Shape;8439;p70"/>
            <p:cNvSpPr/>
            <p:nvPr/>
          </p:nvSpPr>
          <p:spPr>
            <a:xfrm>
              <a:off x="3609925" y="3339900"/>
              <a:ext cx="69350" cy="68550"/>
            </a:xfrm>
            <a:custGeom>
              <a:avLst/>
              <a:gdLst/>
              <a:ahLst/>
              <a:cxnLst/>
              <a:rect l="l" t="t" r="r" b="b"/>
              <a:pathLst>
                <a:path w="2774" h="2742" extrusionOk="0">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40" name="Google Shape;8440;p70"/>
            <p:cNvSpPr/>
            <p:nvPr/>
          </p:nvSpPr>
          <p:spPr>
            <a:xfrm>
              <a:off x="3531175" y="3227275"/>
              <a:ext cx="86650" cy="86675"/>
            </a:xfrm>
            <a:custGeom>
              <a:avLst/>
              <a:gdLst/>
              <a:ahLst/>
              <a:cxnLst/>
              <a:rect l="l" t="t" r="r" b="b"/>
              <a:pathLst>
                <a:path w="3466" h="3467" extrusionOk="0">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41" name="Google Shape;8441;p70"/>
            <p:cNvSpPr/>
            <p:nvPr/>
          </p:nvSpPr>
          <p:spPr>
            <a:xfrm>
              <a:off x="3670575" y="3227275"/>
              <a:ext cx="86675" cy="86675"/>
            </a:xfrm>
            <a:custGeom>
              <a:avLst/>
              <a:gdLst/>
              <a:ahLst/>
              <a:cxnLst/>
              <a:rect l="l" t="t" r="r" b="b"/>
              <a:pathLst>
                <a:path w="3467" h="3467" extrusionOk="0">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42" name="Google Shape;8442;p70"/>
            <p:cNvSpPr/>
            <p:nvPr/>
          </p:nvSpPr>
          <p:spPr>
            <a:xfrm>
              <a:off x="3622525" y="3421825"/>
              <a:ext cx="41775" cy="25225"/>
            </a:xfrm>
            <a:custGeom>
              <a:avLst/>
              <a:gdLst/>
              <a:ahLst/>
              <a:cxnLst/>
              <a:rect l="l" t="t" r="r" b="b"/>
              <a:pathLst>
                <a:path w="1671" h="1009" extrusionOk="0">
                  <a:moveTo>
                    <a:pt x="1" y="0"/>
                  </a:moveTo>
                  <a:lnTo>
                    <a:pt x="851" y="1008"/>
                  </a:lnTo>
                  <a:lnTo>
                    <a:pt x="1671" y="0"/>
                  </a:lnTo>
                  <a:lnTo>
                    <a:pt x="1671" y="0"/>
                  </a:lnTo>
                  <a:cubicBezTo>
                    <a:pt x="1450" y="126"/>
                    <a:pt x="1167" y="158"/>
                    <a:pt x="851" y="158"/>
                  </a:cubicBezTo>
                  <a:cubicBezTo>
                    <a:pt x="568" y="158"/>
                    <a:pt x="284" y="95"/>
                    <a:pt x="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43" name="Google Shape;8443;p70"/>
            <p:cNvSpPr/>
            <p:nvPr/>
          </p:nvSpPr>
          <p:spPr>
            <a:xfrm>
              <a:off x="3566600" y="3416300"/>
              <a:ext cx="70125" cy="106350"/>
            </a:xfrm>
            <a:custGeom>
              <a:avLst/>
              <a:gdLst/>
              <a:ahLst/>
              <a:cxnLst/>
              <a:rect l="l" t="t" r="r" b="b"/>
              <a:pathLst>
                <a:path w="2805" h="4254" extrusionOk="0">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44" name="Google Shape;8444;p70"/>
            <p:cNvSpPr/>
            <p:nvPr/>
          </p:nvSpPr>
          <p:spPr>
            <a:xfrm>
              <a:off x="3653250" y="3417100"/>
              <a:ext cx="70125" cy="106350"/>
            </a:xfrm>
            <a:custGeom>
              <a:avLst/>
              <a:gdLst/>
              <a:ahLst/>
              <a:cxnLst/>
              <a:rect l="l" t="t" r="r" b="b"/>
              <a:pathLst>
                <a:path w="2805" h="4254" extrusionOk="0">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45" name="Google Shape;8445;p70"/>
            <p:cNvSpPr/>
            <p:nvPr/>
          </p:nvSpPr>
          <p:spPr>
            <a:xfrm>
              <a:off x="3655625" y="3310775"/>
              <a:ext cx="137850" cy="108700"/>
            </a:xfrm>
            <a:custGeom>
              <a:avLst/>
              <a:gdLst/>
              <a:ahLst/>
              <a:cxnLst/>
              <a:rect l="l" t="t" r="r" b="b"/>
              <a:pathLst>
                <a:path w="5514" h="4348" extrusionOk="0">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46" name="Google Shape;8446;p70"/>
            <p:cNvSpPr/>
            <p:nvPr/>
          </p:nvSpPr>
          <p:spPr>
            <a:xfrm>
              <a:off x="3497300" y="3309975"/>
              <a:ext cx="136275" cy="108725"/>
            </a:xfrm>
            <a:custGeom>
              <a:avLst/>
              <a:gdLst/>
              <a:ahLst/>
              <a:cxnLst/>
              <a:rect l="l" t="t" r="r" b="b"/>
              <a:pathLst>
                <a:path w="5451" h="4349" extrusionOk="0">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447" name="Google Shape;8447;p70"/>
          <p:cNvGrpSpPr/>
          <p:nvPr/>
        </p:nvGrpSpPr>
        <p:grpSpPr>
          <a:xfrm>
            <a:off x="6511127" y="4443342"/>
            <a:ext cx="465511" cy="463029"/>
            <a:chOff x="3497300" y="3591950"/>
            <a:chExt cx="295375" cy="293800"/>
          </a:xfrm>
        </p:grpSpPr>
        <p:sp>
          <p:nvSpPr>
            <p:cNvPr id="8448" name="Google Shape;8448;p70"/>
            <p:cNvSpPr/>
            <p:nvPr/>
          </p:nvSpPr>
          <p:spPr>
            <a:xfrm>
              <a:off x="3628825" y="3724275"/>
              <a:ext cx="18150" cy="16550"/>
            </a:xfrm>
            <a:custGeom>
              <a:avLst/>
              <a:gdLst/>
              <a:ahLst/>
              <a:cxnLst/>
              <a:rect l="l" t="t" r="r" b="b"/>
              <a:pathLst>
                <a:path w="726" h="662" extrusionOk="0">
                  <a:moveTo>
                    <a:pt x="375" y="0"/>
                  </a:moveTo>
                  <a:cubicBezTo>
                    <a:pt x="292" y="0"/>
                    <a:pt x="206" y="32"/>
                    <a:pt x="127" y="95"/>
                  </a:cubicBezTo>
                  <a:cubicBezTo>
                    <a:pt x="1" y="221"/>
                    <a:pt x="1" y="441"/>
                    <a:pt x="127" y="567"/>
                  </a:cubicBezTo>
                  <a:cubicBezTo>
                    <a:pt x="190" y="630"/>
                    <a:pt x="277" y="662"/>
                    <a:pt x="363" y="662"/>
                  </a:cubicBezTo>
                  <a:cubicBezTo>
                    <a:pt x="450" y="662"/>
                    <a:pt x="536" y="630"/>
                    <a:pt x="599" y="567"/>
                  </a:cubicBezTo>
                  <a:cubicBezTo>
                    <a:pt x="725" y="441"/>
                    <a:pt x="725" y="221"/>
                    <a:pt x="599" y="95"/>
                  </a:cubicBezTo>
                  <a:cubicBezTo>
                    <a:pt x="536" y="32"/>
                    <a:pt x="458" y="0"/>
                    <a:pt x="37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49" name="Google Shape;8449;p70"/>
            <p:cNvSpPr/>
            <p:nvPr/>
          </p:nvSpPr>
          <p:spPr>
            <a:xfrm>
              <a:off x="3590250" y="3689400"/>
              <a:ext cx="94525" cy="86675"/>
            </a:xfrm>
            <a:custGeom>
              <a:avLst/>
              <a:gdLst/>
              <a:ahLst/>
              <a:cxnLst/>
              <a:rect l="l" t="t" r="r" b="b"/>
              <a:pathLst>
                <a:path w="3781" h="3467" extrusionOk="0">
                  <a:moveTo>
                    <a:pt x="1922" y="710"/>
                  </a:moveTo>
                  <a:cubicBezTo>
                    <a:pt x="2190" y="710"/>
                    <a:pt x="2458" y="812"/>
                    <a:pt x="2647" y="1017"/>
                  </a:cubicBezTo>
                  <a:cubicBezTo>
                    <a:pt x="3088" y="1395"/>
                    <a:pt x="3088" y="2088"/>
                    <a:pt x="2647" y="2466"/>
                  </a:cubicBezTo>
                  <a:cubicBezTo>
                    <a:pt x="2458" y="2671"/>
                    <a:pt x="2190" y="2773"/>
                    <a:pt x="1922" y="2773"/>
                  </a:cubicBezTo>
                  <a:cubicBezTo>
                    <a:pt x="1654" y="2773"/>
                    <a:pt x="1386" y="2671"/>
                    <a:pt x="1197" y="2466"/>
                  </a:cubicBezTo>
                  <a:cubicBezTo>
                    <a:pt x="788" y="2088"/>
                    <a:pt x="788" y="1395"/>
                    <a:pt x="1197" y="1017"/>
                  </a:cubicBezTo>
                  <a:cubicBezTo>
                    <a:pt x="1386" y="812"/>
                    <a:pt x="1654" y="710"/>
                    <a:pt x="1922" y="710"/>
                  </a:cubicBezTo>
                  <a:close/>
                  <a:moveTo>
                    <a:pt x="1930" y="1"/>
                  </a:moveTo>
                  <a:cubicBezTo>
                    <a:pt x="1489" y="1"/>
                    <a:pt x="1040" y="182"/>
                    <a:pt x="693" y="544"/>
                  </a:cubicBezTo>
                  <a:cubicBezTo>
                    <a:pt x="0" y="1206"/>
                    <a:pt x="0" y="2309"/>
                    <a:pt x="693" y="2970"/>
                  </a:cubicBezTo>
                  <a:cubicBezTo>
                    <a:pt x="1024" y="3301"/>
                    <a:pt x="1473" y="3466"/>
                    <a:pt x="1918" y="3466"/>
                  </a:cubicBezTo>
                  <a:cubicBezTo>
                    <a:pt x="2363" y="3466"/>
                    <a:pt x="2804" y="3301"/>
                    <a:pt x="3119" y="2970"/>
                  </a:cubicBezTo>
                  <a:cubicBezTo>
                    <a:pt x="3781" y="2309"/>
                    <a:pt x="3781" y="1206"/>
                    <a:pt x="3119" y="544"/>
                  </a:cubicBezTo>
                  <a:cubicBezTo>
                    <a:pt x="2804" y="182"/>
                    <a:pt x="2371" y="1"/>
                    <a:pt x="193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50" name="Google Shape;8450;p70"/>
            <p:cNvSpPr/>
            <p:nvPr/>
          </p:nvSpPr>
          <p:spPr>
            <a:xfrm>
              <a:off x="3674525" y="3601400"/>
              <a:ext cx="118150" cy="118950"/>
            </a:xfrm>
            <a:custGeom>
              <a:avLst/>
              <a:gdLst/>
              <a:ahLst/>
              <a:cxnLst/>
              <a:rect l="l" t="t" r="r" b="b"/>
              <a:pathLst>
                <a:path w="4726" h="4758" extrusionOk="0">
                  <a:moveTo>
                    <a:pt x="3533" y="0"/>
                  </a:moveTo>
                  <a:cubicBezTo>
                    <a:pt x="3442" y="0"/>
                    <a:pt x="3355" y="32"/>
                    <a:pt x="3308" y="95"/>
                  </a:cubicBezTo>
                  <a:lnTo>
                    <a:pt x="0" y="3308"/>
                  </a:lnTo>
                  <a:cubicBezTo>
                    <a:pt x="410" y="3623"/>
                    <a:pt x="788" y="4127"/>
                    <a:pt x="1953" y="4758"/>
                  </a:cubicBezTo>
                  <a:lnTo>
                    <a:pt x="4600" y="2678"/>
                  </a:lnTo>
                  <a:cubicBezTo>
                    <a:pt x="4663" y="2615"/>
                    <a:pt x="4726" y="2521"/>
                    <a:pt x="4726" y="2395"/>
                  </a:cubicBezTo>
                  <a:cubicBezTo>
                    <a:pt x="4726" y="1544"/>
                    <a:pt x="4348" y="693"/>
                    <a:pt x="3781" y="95"/>
                  </a:cubicBezTo>
                  <a:cubicBezTo>
                    <a:pt x="3718" y="32"/>
                    <a:pt x="3623" y="0"/>
                    <a:pt x="353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51" name="Google Shape;8451;p70"/>
            <p:cNvSpPr/>
            <p:nvPr/>
          </p:nvSpPr>
          <p:spPr>
            <a:xfrm>
              <a:off x="3631200" y="3774675"/>
              <a:ext cx="103200" cy="102400"/>
            </a:xfrm>
            <a:custGeom>
              <a:avLst/>
              <a:gdLst/>
              <a:ahLst/>
              <a:cxnLst/>
              <a:rect l="l" t="t" r="r" b="b"/>
              <a:pathLst>
                <a:path w="4128" h="4096" extrusionOk="0">
                  <a:moveTo>
                    <a:pt x="2048" y="0"/>
                  </a:moveTo>
                  <a:cubicBezTo>
                    <a:pt x="1985" y="32"/>
                    <a:pt x="1985" y="63"/>
                    <a:pt x="1954" y="126"/>
                  </a:cubicBezTo>
                  <a:cubicBezTo>
                    <a:pt x="1506" y="546"/>
                    <a:pt x="859" y="767"/>
                    <a:pt x="235" y="767"/>
                  </a:cubicBezTo>
                  <a:cubicBezTo>
                    <a:pt x="156" y="767"/>
                    <a:pt x="78" y="764"/>
                    <a:pt x="0" y="756"/>
                  </a:cubicBezTo>
                  <a:lnTo>
                    <a:pt x="0" y="756"/>
                  </a:lnTo>
                  <a:cubicBezTo>
                    <a:pt x="567" y="1670"/>
                    <a:pt x="1355" y="3749"/>
                    <a:pt x="1418" y="3875"/>
                  </a:cubicBezTo>
                  <a:cubicBezTo>
                    <a:pt x="1450" y="4001"/>
                    <a:pt x="1607" y="4096"/>
                    <a:pt x="1733" y="4096"/>
                  </a:cubicBezTo>
                  <a:cubicBezTo>
                    <a:pt x="1891" y="4096"/>
                    <a:pt x="1985" y="4033"/>
                    <a:pt x="2048" y="3875"/>
                  </a:cubicBezTo>
                  <a:lnTo>
                    <a:pt x="2426" y="2647"/>
                  </a:lnTo>
                  <a:lnTo>
                    <a:pt x="3182" y="2647"/>
                  </a:lnTo>
                  <a:cubicBezTo>
                    <a:pt x="4128" y="2647"/>
                    <a:pt x="2710" y="630"/>
                    <a:pt x="204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52" name="Google Shape;8452;p70"/>
            <p:cNvSpPr/>
            <p:nvPr/>
          </p:nvSpPr>
          <p:spPr>
            <a:xfrm>
              <a:off x="3691850" y="3726625"/>
              <a:ext cx="89800" cy="89050"/>
            </a:xfrm>
            <a:custGeom>
              <a:avLst/>
              <a:gdLst/>
              <a:ahLst/>
              <a:cxnLst/>
              <a:rect l="l" t="t" r="r" b="b"/>
              <a:pathLst>
                <a:path w="3592" h="3562" extrusionOk="0">
                  <a:moveTo>
                    <a:pt x="252" y="1"/>
                  </a:moveTo>
                  <a:cubicBezTo>
                    <a:pt x="284" y="410"/>
                    <a:pt x="189" y="883"/>
                    <a:pt x="0" y="1292"/>
                  </a:cubicBezTo>
                  <a:cubicBezTo>
                    <a:pt x="630" y="1922"/>
                    <a:pt x="1134" y="2615"/>
                    <a:pt x="1544" y="3466"/>
                  </a:cubicBezTo>
                  <a:cubicBezTo>
                    <a:pt x="1565" y="3530"/>
                    <a:pt x="1634" y="3562"/>
                    <a:pt x="1715" y="3562"/>
                  </a:cubicBezTo>
                  <a:cubicBezTo>
                    <a:pt x="1874" y="3562"/>
                    <a:pt x="2080" y="3443"/>
                    <a:pt x="2080" y="3214"/>
                  </a:cubicBezTo>
                  <a:lnTo>
                    <a:pt x="2080" y="2458"/>
                  </a:lnTo>
                  <a:lnTo>
                    <a:pt x="3308" y="2080"/>
                  </a:lnTo>
                  <a:cubicBezTo>
                    <a:pt x="3497" y="1985"/>
                    <a:pt x="3592" y="1891"/>
                    <a:pt x="3592" y="1733"/>
                  </a:cubicBezTo>
                  <a:cubicBezTo>
                    <a:pt x="3592" y="1576"/>
                    <a:pt x="3497" y="1450"/>
                    <a:pt x="3340" y="1418"/>
                  </a:cubicBezTo>
                  <a:cubicBezTo>
                    <a:pt x="3182" y="1355"/>
                    <a:pt x="1134" y="568"/>
                    <a:pt x="25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53" name="Google Shape;8453;p70"/>
            <p:cNvSpPr/>
            <p:nvPr/>
          </p:nvSpPr>
          <p:spPr>
            <a:xfrm>
              <a:off x="3505175" y="3767575"/>
              <a:ext cx="120525" cy="118175"/>
            </a:xfrm>
            <a:custGeom>
              <a:avLst/>
              <a:gdLst/>
              <a:ahLst/>
              <a:cxnLst/>
              <a:rect l="l" t="t" r="r" b="b"/>
              <a:pathLst>
                <a:path w="4821" h="4727" extrusionOk="0">
                  <a:moveTo>
                    <a:pt x="3372" y="1"/>
                  </a:moveTo>
                  <a:lnTo>
                    <a:pt x="95" y="3277"/>
                  </a:lnTo>
                  <a:cubicBezTo>
                    <a:pt x="1" y="3435"/>
                    <a:pt x="1" y="3687"/>
                    <a:pt x="158" y="3781"/>
                  </a:cubicBezTo>
                  <a:cubicBezTo>
                    <a:pt x="788" y="4411"/>
                    <a:pt x="1607" y="4727"/>
                    <a:pt x="2458" y="4727"/>
                  </a:cubicBezTo>
                  <a:cubicBezTo>
                    <a:pt x="2584" y="4727"/>
                    <a:pt x="2679" y="4695"/>
                    <a:pt x="2742" y="4632"/>
                  </a:cubicBezTo>
                  <a:lnTo>
                    <a:pt x="4821" y="1986"/>
                  </a:lnTo>
                  <a:cubicBezTo>
                    <a:pt x="4254" y="851"/>
                    <a:pt x="3718" y="442"/>
                    <a:pt x="337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54" name="Google Shape;8454;p70"/>
            <p:cNvSpPr/>
            <p:nvPr/>
          </p:nvSpPr>
          <p:spPr>
            <a:xfrm>
              <a:off x="3631200" y="3591950"/>
              <a:ext cx="104000" cy="84300"/>
            </a:xfrm>
            <a:custGeom>
              <a:avLst/>
              <a:gdLst/>
              <a:ahLst/>
              <a:cxnLst/>
              <a:rect l="l" t="t" r="r" b="b"/>
              <a:pathLst>
                <a:path w="4160" h="3372" extrusionOk="0">
                  <a:moveTo>
                    <a:pt x="2836" y="0"/>
                  </a:moveTo>
                  <a:cubicBezTo>
                    <a:pt x="2678" y="0"/>
                    <a:pt x="2584" y="32"/>
                    <a:pt x="2521" y="95"/>
                  </a:cubicBezTo>
                  <a:lnTo>
                    <a:pt x="0" y="3245"/>
                  </a:lnTo>
                  <a:cubicBezTo>
                    <a:pt x="90" y="3238"/>
                    <a:pt x="181" y="3234"/>
                    <a:pt x="272" y="3234"/>
                  </a:cubicBezTo>
                  <a:cubicBezTo>
                    <a:pt x="568" y="3234"/>
                    <a:pt x="870" y="3275"/>
                    <a:pt x="1135" y="3371"/>
                  </a:cubicBezTo>
                  <a:cubicBezTo>
                    <a:pt x="1324" y="3119"/>
                    <a:pt x="3939" y="567"/>
                    <a:pt x="4159" y="347"/>
                  </a:cubicBezTo>
                  <a:cubicBezTo>
                    <a:pt x="3718" y="158"/>
                    <a:pt x="3308" y="0"/>
                    <a:pt x="283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55" name="Google Shape;8455;p70"/>
            <p:cNvSpPr/>
            <p:nvPr/>
          </p:nvSpPr>
          <p:spPr>
            <a:xfrm>
              <a:off x="3497300" y="3721900"/>
              <a:ext cx="84300" cy="107150"/>
            </a:xfrm>
            <a:custGeom>
              <a:avLst/>
              <a:gdLst/>
              <a:ahLst/>
              <a:cxnLst/>
              <a:rect l="l" t="t" r="r" b="b"/>
              <a:pathLst>
                <a:path w="3372" h="4286" extrusionOk="0">
                  <a:moveTo>
                    <a:pt x="3246" y="1"/>
                  </a:moveTo>
                  <a:lnTo>
                    <a:pt x="95" y="2552"/>
                  </a:lnTo>
                  <a:cubicBezTo>
                    <a:pt x="32" y="2615"/>
                    <a:pt x="1" y="2710"/>
                    <a:pt x="1" y="2836"/>
                  </a:cubicBezTo>
                  <a:cubicBezTo>
                    <a:pt x="1" y="3340"/>
                    <a:pt x="95" y="3844"/>
                    <a:pt x="347" y="4285"/>
                  </a:cubicBezTo>
                  <a:lnTo>
                    <a:pt x="3372" y="1261"/>
                  </a:lnTo>
                  <a:cubicBezTo>
                    <a:pt x="3214" y="851"/>
                    <a:pt x="3183" y="410"/>
                    <a:pt x="324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456" name="Google Shape;8456;p70"/>
          <p:cNvGrpSpPr/>
          <p:nvPr/>
        </p:nvGrpSpPr>
        <p:grpSpPr>
          <a:xfrm>
            <a:off x="6511127" y="5076859"/>
            <a:ext cx="465511" cy="465551"/>
            <a:chOff x="3497300" y="3955025"/>
            <a:chExt cx="295375" cy="295400"/>
          </a:xfrm>
        </p:grpSpPr>
        <p:sp>
          <p:nvSpPr>
            <p:cNvPr id="8457" name="Google Shape;8457;p70"/>
            <p:cNvSpPr/>
            <p:nvPr/>
          </p:nvSpPr>
          <p:spPr>
            <a:xfrm>
              <a:off x="3660350" y="4035375"/>
              <a:ext cx="132325" cy="155175"/>
            </a:xfrm>
            <a:custGeom>
              <a:avLst/>
              <a:gdLst/>
              <a:ahLst/>
              <a:cxnLst/>
              <a:rect l="l" t="t" r="r" b="b"/>
              <a:pathLst>
                <a:path w="5293" h="6207" extrusionOk="0">
                  <a:moveTo>
                    <a:pt x="4663" y="0"/>
                  </a:moveTo>
                  <a:lnTo>
                    <a:pt x="0" y="2773"/>
                  </a:lnTo>
                  <a:lnTo>
                    <a:pt x="4127" y="6207"/>
                  </a:lnTo>
                  <a:cubicBezTo>
                    <a:pt x="4852" y="5199"/>
                    <a:pt x="5293" y="4033"/>
                    <a:pt x="5293" y="2678"/>
                  </a:cubicBezTo>
                  <a:cubicBezTo>
                    <a:pt x="5293" y="1733"/>
                    <a:pt x="5041" y="851"/>
                    <a:pt x="466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58" name="Google Shape;8458;p70"/>
            <p:cNvSpPr/>
            <p:nvPr/>
          </p:nvSpPr>
          <p:spPr>
            <a:xfrm>
              <a:off x="3653250" y="3955025"/>
              <a:ext cx="114225" cy="133150"/>
            </a:xfrm>
            <a:custGeom>
              <a:avLst/>
              <a:gdLst/>
              <a:ahLst/>
              <a:cxnLst/>
              <a:rect l="l" t="t" r="r" b="b"/>
              <a:pathLst>
                <a:path w="4569" h="5326" extrusionOk="0">
                  <a:moveTo>
                    <a:pt x="1" y="1"/>
                  </a:moveTo>
                  <a:lnTo>
                    <a:pt x="1" y="5325"/>
                  </a:lnTo>
                  <a:lnTo>
                    <a:pt x="4569" y="2679"/>
                  </a:lnTo>
                  <a:cubicBezTo>
                    <a:pt x="3561" y="1167"/>
                    <a:pt x="1891" y="127"/>
                    <a:pt x="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59" name="Google Shape;8459;p70"/>
            <p:cNvSpPr/>
            <p:nvPr/>
          </p:nvSpPr>
          <p:spPr>
            <a:xfrm>
              <a:off x="3497300" y="3955025"/>
              <a:ext cx="256000" cy="295400"/>
            </a:xfrm>
            <a:custGeom>
              <a:avLst/>
              <a:gdLst/>
              <a:ahLst/>
              <a:cxnLst/>
              <a:rect l="l" t="t" r="r" b="b"/>
              <a:pathLst>
                <a:path w="10240" h="11816" extrusionOk="0">
                  <a:moveTo>
                    <a:pt x="5577" y="1"/>
                  </a:moveTo>
                  <a:cubicBezTo>
                    <a:pt x="2521" y="190"/>
                    <a:pt x="1" y="2805"/>
                    <a:pt x="1" y="5892"/>
                  </a:cubicBezTo>
                  <a:cubicBezTo>
                    <a:pt x="1" y="9137"/>
                    <a:pt x="2678" y="11815"/>
                    <a:pt x="5923" y="11815"/>
                  </a:cubicBezTo>
                  <a:cubicBezTo>
                    <a:pt x="7625" y="11815"/>
                    <a:pt x="9168" y="11059"/>
                    <a:pt x="10240" y="9925"/>
                  </a:cubicBezTo>
                  <a:lnTo>
                    <a:pt x="5703" y="6176"/>
                  </a:lnTo>
                  <a:cubicBezTo>
                    <a:pt x="5608" y="6144"/>
                    <a:pt x="5577" y="5987"/>
                    <a:pt x="5577" y="5892"/>
                  </a:cubicBezTo>
                  <a:lnTo>
                    <a:pt x="557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460" name="Google Shape;8460;p70"/>
          <p:cNvGrpSpPr/>
          <p:nvPr/>
        </p:nvGrpSpPr>
        <p:grpSpPr>
          <a:xfrm>
            <a:off x="9477224" y="3845114"/>
            <a:ext cx="436985" cy="464841"/>
            <a:chOff x="5364750" y="3235150"/>
            <a:chExt cx="277275" cy="294950"/>
          </a:xfrm>
        </p:grpSpPr>
        <p:sp>
          <p:nvSpPr>
            <p:cNvPr id="8461" name="Google Shape;8461;p70"/>
            <p:cNvSpPr/>
            <p:nvPr/>
          </p:nvSpPr>
          <p:spPr>
            <a:xfrm>
              <a:off x="5502600" y="32351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62" name="Google Shape;8462;p70"/>
            <p:cNvSpPr/>
            <p:nvPr/>
          </p:nvSpPr>
          <p:spPr>
            <a:xfrm>
              <a:off x="5555375" y="3253850"/>
              <a:ext cx="35450" cy="34100"/>
            </a:xfrm>
            <a:custGeom>
              <a:avLst/>
              <a:gdLst/>
              <a:ahLst/>
              <a:cxnLst/>
              <a:rect l="l" t="t" r="r" b="b"/>
              <a:pathLst>
                <a:path w="1418" h="1364" extrusionOk="0">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63" name="Google Shape;8463;p70"/>
            <p:cNvSpPr/>
            <p:nvPr/>
          </p:nvSpPr>
          <p:spPr>
            <a:xfrm>
              <a:off x="5606550" y="3357225"/>
              <a:ext cx="35475" cy="18150"/>
            </a:xfrm>
            <a:custGeom>
              <a:avLst/>
              <a:gdLst/>
              <a:ahLst/>
              <a:cxnLst/>
              <a:rect l="l" t="t" r="r" b="b"/>
              <a:pathLst>
                <a:path w="1419" h="726" extrusionOk="0">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64" name="Google Shape;8464;p70"/>
            <p:cNvSpPr/>
            <p:nvPr/>
          </p:nvSpPr>
          <p:spPr>
            <a:xfrm>
              <a:off x="5364750" y="3357225"/>
              <a:ext cx="35475" cy="17350"/>
            </a:xfrm>
            <a:custGeom>
              <a:avLst/>
              <a:gdLst/>
              <a:ahLst/>
              <a:cxnLst/>
              <a:rect l="l" t="t" r="r" b="b"/>
              <a:pathLst>
                <a:path w="1419" h="694" extrusionOk="0">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65" name="Google Shape;8465;p70"/>
            <p:cNvSpPr/>
            <p:nvPr/>
          </p:nvSpPr>
          <p:spPr>
            <a:xfrm>
              <a:off x="5433275" y="3253850"/>
              <a:ext cx="35475" cy="34100"/>
            </a:xfrm>
            <a:custGeom>
              <a:avLst/>
              <a:gdLst/>
              <a:ahLst/>
              <a:cxnLst/>
              <a:rect l="l" t="t" r="r" b="b"/>
              <a:pathLst>
                <a:path w="1419" h="1364" extrusionOk="0">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66" name="Google Shape;8466;p70"/>
            <p:cNvSpPr/>
            <p:nvPr/>
          </p:nvSpPr>
          <p:spPr>
            <a:xfrm>
              <a:off x="5380500" y="3287775"/>
              <a:ext cx="37050" cy="25975"/>
            </a:xfrm>
            <a:custGeom>
              <a:avLst/>
              <a:gdLst/>
              <a:ahLst/>
              <a:cxnLst/>
              <a:rect l="l" t="t" r="r" b="b"/>
              <a:pathLst>
                <a:path w="1482" h="1039" extrusionOk="0">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67" name="Google Shape;8467;p70"/>
            <p:cNvSpPr/>
            <p:nvPr/>
          </p:nvSpPr>
          <p:spPr>
            <a:xfrm>
              <a:off x="5588450" y="3288075"/>
              <a:ext cx="37025" cy="26800"/>
            </a:xfrm>
            <a:custGeom>
              <a:avLst/>
              <a:gdLst/>
              <a:ahLst/>
              <a:cxnLst/>
              <a:rect l="l" t="t" r="r" b="b"/>
              <a:pathLst>
                <a:path w="1481" h="1072" extrusionOk="0">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68" name="Google Shape;8468;p70"/>
            <p:cNvSpPr/>
            <p:nvPr/>
          </p:nvSpPr>
          <p:spPr>
            <a:xfrm>
              <a:off x="5412025" y="3286350"/>
              <a:ext cx="177225" cy="243750"/>
            </a:xfrm>
            <a:custGeom>
              <a:avLst/>
              <a:gdLst/>
              <a:ahLst/>
              <a:cxnLst/>
              <a:rect l="l" t="t" r="r" b="b"/>
              <a:pathLst>
                <a:path w="7089" h="9750" extrusionOk="0">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469" name="Google Shape;8469;p70"/>
          <p:cNvGrpSpPr/>
          <p:nvPr/>
        </p:nvGrpSpPr>
        <p:grpSpPr>
          <a:xfrm>
            <a:off x="9461699" y="4440228"/>
            <a:ext cx="468032" cy="469253"/>
            <a:chOff x="5355300" y="3598250"/>
            <a:chExt cx="296975" cy="297750"/>
          </a:xfrm>
        </p:grpSpPr>
        <p:sp>
          <p:nvSpPr>
            <p:cNvPr id="8470" name="Google Shape;8470;p70"/>
            <p:cNvSpPr/>
            <p:nvPr/>
          </p:nvSpPr>
          <p:spPr>
            <a:xfrm>
              <a:off x="5355300" y="3703000"/>
              <a:ext cx="35475" cy="191425"/>
            </a:xfrm>
            <a:custGeom>
              <a:avLst/>
              <a:gdLst/>
              <a:ahLst/>
              <a:cxnLst/>
              <a:rect l="l" t="t" r="r" b="b"/>
              <a:pathLst>
                <a:path w="1419" h="7657" extrusionOk="0">
                  <a:moveTo>
                    <a:pt x="410" y="0"/>
                  </a:moveTo>
                  <a:cubicBezTo>
                    <a:pt x="221" y="0"/>
                    <a:pt x="64" y="158"/>
                    <a:pt x="64" y="347"/>
                  </a:cubicBezTo>
                  <a:cubicBezTo>
                    <a:pt x="1" y="2867"/>
                    <a:pt x="1" y="4789"/>
                    <a:pt x="1" y="7310"/>
                  </a:cubicBezTo>
                  <a:cubicBezTo>
                    <a:pt x="1" y="7530"/>
                    <a:pt x="158" y="7656"/>
                    <a:pt x="379" y="7656"/>
                  </a:cubicBezTo>
                  <a:cubicBezTo>
                    <a:pt x="568" y="7656"/>
                    <a:pt x="725" y="7530"/>
                    <a:pt x="725" y="7310"/>
                  </a:cubicBezTo>
                  <a:lnTo>
                    <a:pt x="725" y="1355"/>
                  </a:lnTo>
                  <a:lnTo>
                    <a:pt x="1418" y="1355"/>
                  </a:lnTo>
                  <a:lnTo>
                    <a:pt x="1418"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71" name="Google Shape;8471;p70"/>
            <p:cNvSpPr/>
            <p:nvPr/>
          </p:nvSpPr>
          <p:spPr>
            <a:xfrm>
              <a:off x="5389175" y="3773100"/>
              <a:ext cx="122900" cy="122900"/>
            </a:xfrm>
            <a:custGeom>
              <a:avLst/>
              <a:gdLst/>
              <a:ahLst/>
              <a:cxnLst/>
              <a:rect l="l" t="t" r="r" b="b"/>
              <a:pathLst>
                <a:path w="4916" h="4916" extrusionOk="0">
                  <a:moveTo>
                    <a:pt x="2080" y="0"/>
                  </a:moveTo>
                  <a:lnTo>
                    <a:pt x="2080" y="693"/>
                  </a:lnTo>
                  <a:lnTo>
                    <a:pt x="1733" y="693"/>
                  </a:lnTo>
                  <a:cubicBezTo>
                    <a:pt x="788" y="693"/>
                    <a:pt x="0" y="1481"/>
                    <a:pt x="0" y="2458"/>
                  </a:cubicBezTo>
                  <a:cubicBezTo>
                    <a:pt x="0" y="2678"/>
                    <a:pt x="158" y="2836"/>
                    <a:pt x="347" y="2836"/>
                  </a:cubicBezTo>
                  <a:lnTo>
                    <a:pt x="2080" y="2836"/>
                  </a:lnTo>
                  <a:lnTo>
                    <a:pt x="2080" y="3529"/>
                  </a:lnTo>
                  <a:lnTo>
                    <a:pt x="1072" y="3529"/>
                  </a:lnTo>
                  <a:cubicBezTo>
                    <a:pt x="473" y="3529"/>
                    <a:pt x="32" y="4001"/>
                    <a:pt x="32" y="4569"/>
                  </a:cubicBezTo>
                  <a:cubicBezTo>
                    <a:pt x="32" y="4758"/>
                    <a:pt x="189" y="4915"/>
                    <a:pt x="410" y="4915"/>
                  </a:cubicBezTo>
                  <a:cubicBezTo>
                    <a:pt x="599" y="4915"/>
                    <a:pt x="757" y="4758"/>
                    <a:pt x="757" y="4569"/>
                  </a:cubicBezTo>
                  <a:cubicBezTo>
                    <a:pt x="757" y="4348"/>
                    <a:pt x="914" y="4190"/>
                    <a:pt x="1103" y="4190"/>
                  </a:cubicBezTo>
                  <a:lnTo>
                    <a:pt x="2143" y="4190"/>
                  </a:lnTo>
                  <a:lnTo>
                    <a:pt x="2143" y="4569"/>
                  </a:lnTo>
                  <a:cubicBezTo>
                    <a:pt x="2143" y="4758"/>
                    <a:pt x="2300" y="4915"/>
                    <a:pt x="2489" y="4915"/>
                  </a:cubicBezTo>
                  <a:cubicBezTo>
                    <a:pt x="2678" y="4915"/>
                    <a:pt x="2836" y="4758"/>
                    <a:pt x="2836" y="4569"/>
                  </a:cubicBezTo>
                  <a:lnTo>
                    <a:pt x="2836" y="4190"/>
                  </a:lnTo>
                  <a:lnTo>
                    <a:pt x="3876" y="4190"/>
                  </a:lnTo>
                  <a:cubicBezTo>
                    <a:pt x="4065" y="4190"/>
                    <a:pt x="4222" y="4348"/>
                    <a:pt x="4222" y="4569"/>
                  </a:cubicBezTo>
                  <a:cubicBezTo>
                    <a:pt x="4222" y="4758"/>
                    <a:pt x="4380" y="4915"/>
                    <a:pt x="4569" y="4915"/>
                  </a:cubicBezTo>
                  <a:cubicBezTo>
                    <a:pt x="4758" y="4915"/>
                    <a:pt x="4915" y="4758"/>
                    <a:pt x="4915" y="4569"/>
                  </a:cubicBezTo>
                  <a:cubicBezTo>
                    <a:pt x="4915" y="3970"/>
                    <a:pt x="4443" y="3529"/>
                    <a:pt x="3907" y="3529"/>
                  </a:cubicBezTo>
                  <a:lnTo>
                    <a:pt x="2867" y="3529"/>
                  </a:lnTo>
                  <a:lnTo>
                    <a:pt x="2867" y="2836"/>
                  </a:lnTo>
                  <a:lnTo>
                    <a:pt x="4537" y="2836"/>
                  </a:lnTo>
                  <a:lnTo>
                    <a:pt x="4537" y="2773"/>
                  </a:lnTo>
                  <a:cubicBezTo>
                    <a:pt x="4726" y="2773"/>
                    <a:pt x="4884" y="2615"/>
                    <a:pt x="4884" y="2426"/>
                  </a:cubicBezTo>
                  <a:cubicBezTo>
                    <a:pt x="4884" y="1481"/>
                    <a:pt x="4096" y="662"/>
                    <a:pt x="3151" y="662"/>
                  </a:cubicBezTo>
                  <a:lnTo>
                    <a:pt x="2804" y="662"/>
                  </a:lnTo>
                  <a:lnTo>
                    <a:pt x="280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72" name="Google Shape;8472;p70"/>
            <p:cNvSpPr/>
            <p:nvPr/>
          </p:nvSpPr>
          <p:spPr>
            <a:xfrm>
              <a:off x="5527800" y="3598250"/>
              <a:ext cx="105550" cy="35450"/>
            </a:xfrm>
            <a:custGeom>
              <a:avLst/>
              <a:gdLst/>
              <a:ahLst/>
              <a:cxnLst/>
              <a:rect l="l" t="t" r="r" b="b"/>
              <a:pathLst>
                <a:path w="4222" h="1418" extrusionOk="0">
                  <a:moveTo>
                    <a:pt x="725" y="0"/>
                  </a:moveTo>
                  <a:cubicBezTo>
                    <a:pt x="315" y="0"/>
                    <a:pt x="0" y="315"/>
                    <a:pt x="0" y="725"/>
                  </a:cubicBezTo>
                  <a:cubicBezTo>
                    <a:pt x="63" y="1103"/>
                    <a:pt x="378" y="1418"/>
                    <a:pt x="725" y="1418"/>
                  </a:cubicBezTo>
                  <a:lnTo>
                    <a:pt x="3875" y="1418"/>
                  </a:lnTo>
                  <a:cubicBezTo>
                    <a:pt x="4064" y="1418"/>
                    <a:pt x="4222" y="1260"/>
                    <a:pt x="4222" y="1071"/>
                  </a:cubicBezTo>
                  <a:lnTo>
                    <a:pt x="4222" y="378"/>
                  </a:lnTo>
                  <a:cubicBezTo>
                    <a:pt x="4222" y="158"/>
                    <a:pt x="4064" y="0"/>
                    <a:pt x="387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73" name="Google Shape;8473;p70"/>
            <p:cNvSpPr/>
            <p:nvPr/>
          </p:nvSpPr>
          <p:spPr>
            <a:xfrm>
              <a:off x="5545900" y="3651800"/>
              <a:ext cx="104800" cy="35475"/>
            </a:xfrm>
            <a:custGeom>
              <a:avLst/>
              <a:gdLst/>
              <a:ahLst/>
              <a:cxnLst/>
              <a:rect l="l" t="t" r="r" b="b"/>
              <a:pathLst>
                <a:path w="4192" h="1419" extrusionOk="0">
                  <a:moveTo>
                    <a:pt x="694" y="1"/>
                  </a:moveTo>
                  <a:cubicBezTo>
                    <a:pt x="316" y="1"/>
                    <a:pt x="1" y="316"/>
                    <a:pt x="1" y="694"/>
                  </a:cubicBezTo>
                  <a:cubicBezTo>
                    <a:pt x="1" y="1103"/>
                    <a:pt x="316" y="1418"/>
                    <a:pt x="694" y="1418"/>
                  </a:cubicBezTo>
                  <a:lnTo>
                    <a:pt x="3845" y="1418"/>
                  </a:lnTo>
                  <a:cubicBezTo>
                    <a:pt x="4065" y="1418"/>
                    <a:pt x="4191" y="1261"/>
                    <a:pt x="4191" y="1072"/>
                  </a:cubicBezTo>
                  <a:lnTo>
                    <a:pt x="4191" y="347"/>
                  </a:lnTo>
                  <a:cubicBezTo>
                    <a:pt x="4191" y="158"/>
                    <a:pt x="4065" y="1"/>
                    <a:pt x="384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74" name="Google Shape;8474;p70"/>
            <p:cNvSpPr/>
            <p:nvPr/>
          </p:nvSpPr>
          <p:spPr>
            <a:xfrm>
              <a:off x="5529375" y="3754975"/>
              <a:ext cx="122100" cy="35475"/>
            </a:xfrm>
            <a:custGeom>
              <a:avLst/>
              <a:gdLst/>
              <a:ahLst/>
              <a:cxnLst/>
              <a:rect l="l" t="t" r="r" b="b"/>
              <a:pathLst>
                <a:path w="4884" h="1419" extrusionOk="0">
                  <a:moveTo>
                    <a:pt x="0" y="1"/>
                  </a:moveTo>
                  <a:lnTo>
                    <a:pt x="0" y="1418"/>
                  </a:lnTo>
                  <a:lnTo>
                    <a:pt x="4884" y="1418"/>
                  </a:lnTo>
                  <a:lnTo>
                    <a:pt x="4884" y="1"/>
                  </a:lnTo>
                  <a:lnTo>
                    <a:pt x="2773" y="1"/>
                  </a:lnTo>
                  <a:lnTo>
                    <a:pt x="2773" y="347"/>
                  </a:lnTo>
                  <a:cubicBezTo>
                    <a:pt x="2773" y="568"/>
                    <a:pt x="2615" y="725"/>
                    <a:pt x="2426" y="725"/>
                  </a:cubicBezTo>
                  <a:cubicBezTo>
                    <a:pt x="2237" y="725"/>
                    <a:pt x="2080" y="568"/>
                    <a:pt x="2080" y="347"/>
                  </a:cubicBezTo>
                  <a:lnTo>
                    <a:pt x="208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75" name="Google Shape;8475;p70"/>
            <p:cNvSpPr/>
            <p:nvPr/>
          </p:nvSpPr>
          <p:spPr>
            <a:xfrm>
              <a:off x="5511250" y="3703000"/>
              <a:ext cx="140225" cy="33900"/>
            </a:xfrm>
            <a:custGeom>
              <a:avLst/>
              <a:gdLst/>
              <a:ahLst/>
              <a:cxnLst/>
              <a:rect l="l" t="t" r="r" b="b"/>
              <a:pathLst>
                <a:path w="5609" h="1356" extrusionOk="0">
                  <a:moveTo>
                    <a:pt x="1" y="0"/>
                  </a:moveTo>
                  <a:lnTo>
                    <a:pt x="1" y="1355"/>
                  </a:lnTo>
                  <a:lnTo>
                    <a:pt x="5609" y="1355"/>
                  </a:lnTo>
                  <a:lnTo>
                    <a:pt x="5609" y="347"/>
                  </a:lnTo>
                  <a:cubicBezTo>
                    <a:pt x="5577" y="158"/>
                    <a:pt x="5451" y="0"/>
                    <a:pt x="523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76" name="Google Shape;8476;p70"/>
            <p:cNvSpPr/>
            <p:nvPr/>
          </p:nvSpPr>
          <p:spPr>
            <a:xfrm>
              <a:off x="5529375" y="3808550"/>
              <a:ext cx="122900" cy="87450"/>
            </a:xfrm>
            <a:custGeom>
              <a:avLst/>
              <a:gdLst/>
              <a:ahLst/>
              <a:cxnLst/>
              <a:rect l="l" t="t" r="r" b="b"/>
              <a:pathLst>
                <a:path w="4916" h="3498" extrusionOk="0">
                  <a:moveTo>
                    <a:pt x="0" y="0"/>
                  </a:moveTo>
                  <a:lnTo>
                    <a:pt x="0" y="3151"/>
                  </a:lnTo>
                  <a:cubicBezTo>
                    <a:pt x="0" y="3340"/>
                    <a:pt x="158" y="3497"/>
                    <a:pt x="347" y="3497"/>
                  </a:cubicBezTo>
                  <a:cubicBezTo>
                    <a:pt x="536" y="3497"/>
                    <a:pt x="693" y="3340"/>
                    <a:pt x="693" y="3151"/>
                  </a:cubicBezTo>
                  <a:lnTo>
                    <a:pt x="693" y="1418"/>
                  </a:lnTo>
                  <a:lnTo>
                    <a:pt x="4190" y="1418"/>
                  </a:lnTo>
                  <a:lnTo>
                    <a:pt x="4190" y="3151"/>
                  </a:lnTo>
                  <a:cubicBezTo>
                    <a:pt x="4190" y="3340"/>
                    <a:pt x="4348" y="3497"/>
                    <a:pt x="4569" y="3497"/>
                  </a:cubicBezTo>
                  <a:cubicBezTo>
                    <a:pt x="4758" y="3497"/>
                    <a:pt x="4915" y="3340"/>
                    <a:pt x="4915" y="3151"/>
                  </a:cubicBezTo>
                  <a:lnTo>
                    <a:pt x="4915" y="0"/>
                  </a:lnTo>
                  <a:lnTo>
                    <a:pt x="2773" y="0"/>
                  </a:lnTo>
                  <a:lnTo>
                    <a:pt x="2773" y="347"/>
                  </a:lnTo>
                  <a:cubicBezTo>
                    <a:pt x="2773" y="536"/>
                    <a:pt x="2615" y="693"/>
                    <a:pt x="2426" y="693"/>
                  </a:cubicBezTo>
                  <a:cubicBezTo>
                    <a:pt x="2237" y="693"/>
                    <a:pt x="2080" y="536"/>
                    <a:pt x="2080" y="347"/>
                  </a:cubicBezTo>
                  <a:lnTo>
                    <a:pt x="208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77" name="Google Shape;8477;p70"/>
            <p:cNvSpPr/>
            <p:nvPr/>
          </p:nvSpPr>
          <p:spPr>
            <a:xfrm>
              <a:off x="5408075" y="3651025"/>
              <a:ext cx="86675" cy="103975"/>
            </a:xfrm>
            <a:custGeom>
              <a:avLst/>
              <a:gdLst/>
              <a:ahLst/>
              <a:cxnLst/>
              <a:rect l="l" t="t" r="r" b="b"/>
              <a:pathLst>
                <a:path w="3467" h="4159" extrusionOk="0">
                  <a:moveTo>
                    <a:pt x="1733" y="0"/>
                  </a:moveTo>
                  <a:cubicBezTo>
                    <a:pt x="788" y="0"/>
                    <a:pt x="1" y="788"/>
                    <a:pt x="1" y="1733"/>
                  </a:cubicBezTo>
                  <a:lnTo>
                    <a:pt x="1" y="3812"/>
                  </a:lnTo>
                  <a:cubicBezTo>
                    <a:pt x="1" y="4001"/>
                    <a:pt x="158" y="4159"/>
                    <a:pt x="347" y="4159"/>
                  </a:cubicBezTo>
                  <a:lnTo>
                    <a:pt x="3120" y="4159"/>
                  </a:lnTo>
                  <a:cubicBezTo>
                    <a:pt x="3309" y="4159"/>
                    <a:pt x="3466" y="4001"/>
                    <a:pt x="3466" y="3812"/>
                  </a:cubicBezTo>
                  <a:lnTo>
                    <a:pt x="3466" y="1733"/>
                  </a:lnTo>
                  <a:cubicBezTo>
                    <a:pt x="3466" y="788"/>
                    <a:pt x="2678" y="0"/>
                    <a:pt x="173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478" name="Google Shape;8478;p70"/>
          <p:cNvGrpSpPr/>
          <p:nvPr/>
        </p:nvGrpSpPr>
        <p:grpSpPr>
          <a:xfrm>
            <a:off x="9467293" y="5158791"/>
            <a:ext cx="456843" cy="301685"/>
            <a:chOff x="5358450" y="4015675"/>
            <a:chExt cx="289875" cy="191425"/>
          </a:xfrm>
        </p:grpSpPr>
        <p:sp>
          <p:nvSpPr>
            <p:cNvPr id="8479" name="Google Shape;8479;p70"/>
            <p:cNvSpPr/>
            <p:nvPr/>
          </p:nvSpPr>
          <p:spPr>
            <a:xfrm>
              <a:off x="5358450" y="4015675"/>
              <a:ext cx="289875" cy="89025"/>
            </a:xfrm>
            <a:custGeom>
              <a:avLst/>
              <a:gdLst/>
              <a:ahLst/>
              <a:cxnLst/>
              <a:rect l="l" t="t" r="r" b="b"/>
              <a:pathLst>
                <a:path w="11595" h="3561" extrusionOk="0">
                  <a:moveTo>
                    <a:pt x="5798" y="1"/>
                  </a:moveTo>
                  <a:cubicBezTo>
                    <a:pt x="2773" y="1"/>
                    <a:pt x="316" y="3120"/>
                    <a:pt x="1" y="3561"/>
                  </a:cubicBezTo>
                  <a:cubicBezTo>
                    <a:pt x="1229" y="2679"/>
                    <a:pt x="3561" y="1734"/>
                    <a:pt x="5798" y="1734"/>
                  </a:cubicBezTo>
                  <a:cubicBezTo>
                    <a:pt x="7751" y="1734"/>
                    <a:pt x="10051" y="2490"/>
                    <a:pt x="11595" y="3561"/>
                  </a:cubicBezTo>
                  <a:cubicBezTo>
                    <a:pt x="11280" y="3120"/>
                    <a:pt x="8822" y="1"/>
                    <a:pt x="579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80" name="Google Shape;8480;p70"/>
            <p:cNvSpPr/>
            <p:nvPr/>
          </p:nvSpPr>
          <p:spPr>
            <a:xfrm>
              <a:off x="5494725" y="4101525"/>
              <a:ext cx="17350" cy="18150"/>
            </a:xfrm>
            <a:custGeom>
              <a:avLst/>
              <a:gdLst/>
              <a:ahLst/>
              <a:cxnLst/>
              <a:rect l="l" t="t" r="r" b="b"/>
              <a:pathLst>
                <a:path w="694" h="726" extrusionOk="0">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81" name="Google Shape;8481;p70"/>
            <p:cNvSpPr/>
            <p:nvPr/>
          </p:nvSpPr>
          <p:spPr>
            <a:xfrm>
              <a:off x="5460050" y="4077125"/>
              <a:ext cx="86675" cy="78000"/>
            </a:xfrm>
            <a:custGeom>
              <a:avLst/>
              <a:gdLst/>
              <a:ahLst/>
              <a:cxnLst/>
              <a:rect l="l" t="t" r="r" b="b"/>
              <a:pathLst>
                <a:path w="3467" h="3120" extrusionOk="0">
                  <a:moveTo>
                    <a:pt x="1734" y="315"/>
                  </a:moveTo>
                  <a:cubicBezTo>
                    <a:pt x="2332" y="315"/>
                    <a:pt x="2773" y="788"/>
                    <a:pt x="2773" y="1323"/>
                  </a:cubicBezTo>
                  <a:cubicBezTo>
                    <a:pt x="2773" y="1922"/>
                    <a:pt x="2269" y="2363"/>
                    <a:pt x="1734" y="2363"/>
                  </a:cubicBezTo>
                  <a:cubicBezTo>
                    <a:pt x="1135" y="2363"/>
                    <a:pt x="694" y="1890"/>
                    <a:pt x="694" y="1323"/>
                  </a:cubicBezTo>
                  <a:cubicBezTo>
                    <a:pt x="663" y="788"/>
                    <a:pt x="1135" y="315"/>
                    <a:pt x="1734" y="315"/>
                  </a:cubicBezTo>
                  <a:close/>
                  <a:moveTo>
                    <a:pt x="1734" y="0"/>
                  </a:moveTo>
                  <a:cubicBezTo>
                    <a:pt x="1324" y="0"/>
                    <a:pt x="978" y="32"/>
                    <a:pt x="599" y="63"/>
                  </a:cubicBezTo>
                  <a:cubicBezTo>
                    <a:pt x="190" y="378"/>
                    <a:pt x="1" y="851"/>
                    <a:pt x="1" y="1386"/>
                  </a:cubicBezTo>
                  <a:cubicBezTo>
                    <a:pt x="1" y="2332"/>
                    <a:pt x="789" y="3119"/>
                    <a:pt x="1734" y="3119"/>
                  </a:cubicBezTo>
                  <a:cubicBezTo>
                    <a:pt x="2679" y="3119"/>
                    <a:pt x="3466" y="2332"/>
                    <a:pt x="3466" y="1386"/>
                  </a:cubicBezTo>
                  <a:cubicBezTo>
                    <a:pt x="3466" y="851"/>
                    <a:pt x="3214" y="378"/>
                    <a:pt x="2868" y="63"/>
                  </a:cubicBezTo>
                  <a:cubicBezTo>
                    <a:pt x="2521" y="32"/>
                    <a:pt x="2112" y="0"/>
                    <a:pt x="173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82" name="Google Shape;8482;p70"/>
            <p:cNvSpPr/>
            <p:nvPr/>
          </p:nvSpPr>
          <p:spPr>
            <a:xfrm>
              <a:off x="5362400" y="4084200"/>
              <a:ext cx="282000" cy="122900"/>
            </a:xfrm>
            <a:custGeom>
              <a:avLst/>
              <a:gdLst/>
              <a:ahLst/>
              <a:cxnLst/>
              <a:rect l="l" t="t" r="r" b="b"/>
              <a:pathLst>
                <a:path w="11280" h="4916" extrusionOk="0">
                  <a:moveTo>
                    <a:pt x="3466" y="1"/>
                  </a:moveTo>
                  <a:lnTo>
                    <a:pt x="3466" y="1"/>
                  </a:lnTo>
                  <a:cubicBezTo>
                    <a:pt x="2332" y="253"/>
                    <a:pt x="1103" y="820"/>
                    <a:pt x="0" y="1576"/>
                  </a:cubicBezTo>
                  <a:cubicBezTo>
                    <a:pt x="693" y="2395"/>
                    <a:pt x="2899" y="4915"/>
                    <a:pt x="5640" y="4915"/>
                  </a:cubicBezTo>
                  <a:cubicBezTo>
                    <a:pt x="8349" y="4884"/>
                    <a:pt x="10617" y="2395"/>
                    <a:pt x="11279" y="1576"/>
                  </a:cubicBezTo>
                  <a:cubicBezTo>
                    <a:pt x="10176" y="820"/>
                    <a:pt x="8948" y="253"/>
                    <a:pt x="7814" y="1"/>
                  </a:cubicBezTo>
                  <a:lnTo>
                    <a:pt x="7814" y="1"/>
                  </a:lnTo>
                  <a:cubicBezTo>
                    <a:pt x="7971" y="347"/>
                    <a:pt x="8097" y="694"/>
                    <a:pt x="8097" y="1103"/>
                  </a:cubicBezTo>
                  <a:cubicBezTo>
                    <a:pt x="8097" y="2427"/>
                    <a:pt x="6994" y="3529"/>
                    <a:pt x="5640" y="3529"/>
                  </a:cubicBezTo>
                  <a:cubicBezTo>
                    <a:pt x="4316" y="3529"/>
                    <a:pt x="3214" y="2427"/>
                    <a:pt x="3214" y="1103"/>
                  </a:cubicBezTo>
                  <a:cubicBezTo>
                    <a:pt x="3214" y="694"/>
                    <a:pt x="3277" y="347"/>
                    <a:pt x="346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483" name="Google Shape;8483;p70"/>
          <p:cNvGrpSpPr/>
          <p:nvPr/>
        </p:nvGrpSpPr>
        <p:grpSpPr>
          <a:xfrm>
            <a:off x="8302604" y="5668832"/>
            <a:ext cx="468032" cy="433952"/>
            <a:chOff x="6543825" y="3202075"/>
            <a:chExt cx="296975" cy="275350"/>
          </a:xfrm>
        </p:grpSpPr>
        <p:sp>
          <p:nvSpPr>
            <p:cNvPr id="8484" name="Google Shape;8484;p70"/>
            <p:cNvSpPr/>
            <p:nvPr/>
          </p:nvSpPr>
          <p:spPr>
            <a:xfrm>
              <a:off x="6683250" y="3202075"/>
              <a:ext cx="17350" cy="43350"/>
            </a:xfrm>
            <a:custGeom>
              <a:avLst/>
              <a:gdLst/>
              <a:ahLst/>
              <a:cxnLst/>
              <a:rect l="l" t="t" r="r" b="b"/>
              <a:pathLst>
                <a:path w="694" h="1734" extrusionOk="0">
                  <a:moveTo>
                    <a:pt x="347" y="0"/>
                  </a:moveTo>
                  <a:cubicBezTo>
                    <a:pt x="158" y="0"/>
                    <a:pt x="0" y="158"/>
                    <a:pt x="0" y="347"/>
                  </a:cubicBezTo>
                  <a:lnTo>
                    <a:pt x="0" y="1355"/>
                  </a:lnTo>
                  <a:cubicBezTo>
                    <a:pt x="0" y="1576"/>
                    <a:pt x="158" y="1733"/>
                    <a:pt x="347" y="1733"/>
                  </a:cubicBezTo>
                  <a:cubicBezTo>
                    <a:pt x="536" y="1733"/>
                    <a:pt x="693" y="1576"/>
                    <a:pt x="693" y="1355"/>
                  </a:cubicBezTo>
                  <a:lnTo>
                    <a:pt x="693" y="347"/>
                  </a:lnTo>
                  <a:cubicBezTo>
                    <a:pt x="693" y="158"/>
                    <a:pt x="536" y="0"/>
                    <a:pt x="3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85" name="Google Shape;8485;p70"/>
            <p:cNvSpPr/>
            <p:nvPr/>
          </p:nvSpPr>
          <p:spPr>
            <a:xfrm>
              <a:off x="6613925" y="3236125"/>
              <a:ext cx="35475" cy="34700"/>
            </a:xfrm>
            <a:custGeom>
              <a:avLst/>
              <a:gdLst/>
              <a:ahLst/>
              <a:cxnLst/>
              <a:rect l="l" t="t" r="r" b="b"/>
              <a:pathLst>
                <a:path w="1419" h="1388" extrusionOk="0">
                  <a:moveTo>
                    <a:pt x="363" y="1"/>
                  </a:moveTo>
                  <a:cubicBezTo>
                    <a:pt x="276" y="1"/>
                    <a:pt x="190" y="40"/>
                    <a:pt x="127" y="119"/>
                  </a:cubicBezTo>
                  <a:cubicBezTo>
                    <a:pt x="1" y="245"/>
                    <a:pt x="1" y="466"/>
                    <a:pt x="127" y="592"/>
                  </a:cubicBezTo>
                  <a:lnTo>
                    <a:pt x="820" y="1316"/>
                  </a:lnTo>
                  <a:cubicBezTo>
                    <a:pt x="883" y="1364"/>
                    <a:pt x="969" y="1387"/>
                    <a:pt x="1056" y="1387"/>
                  </a:cubicBezTo>
                  <a:cubicBezTo>
                    <a:pt x="1143" y="1387"/>
                    <a:pt x="1229" y="1364"/>
                    <a:pt x="1292" y="1316"/>
                  </a:cubicBezTo>
                  <a:cubicBezTo>
                    <a:pt x="1418" y="1190"/>
                    <a:pt x="1418" y="938"/>
                    <a:pt x="1292" y="844"/>
                  </a:cubicBezTo>
                  <a:lnTo>
                    <a:pt x="599" y="119"/>
                  </a:lnTo>
                  <a:cubicBezTo>
                    <a:pt x="536" y="40"/>
                    <a:pt x="450" y="1"/>
                    <a:pt x="36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86" name="Google Shape;8486;p70"/>
            <p:cNvSpPr/>
            <p:nvPr/>
          </p:nvSpPr>
          <p:spPr>
            <a:xfrm>
              <a:off x="6734425" y="3236425"/>
              <a:ext cx="35475" cy="34400"/>
            </a:xfrm>
            <a:custGeom>
              <a:avLst/>
              <a:gdLst/>
              <a:ahLst/>
              <a:cxnLst/>
              <a:rect l="l" t="t" r="r" b="b"/>
              <a:pathLst>
                <a:path w="1419" h="1376" extrusionOk="0">
                  <a:moveTo>
                    <a:pt x="1054" y="0"/>
                  </a:moveTo>
                  <a:cubicBezTo>
                    <a:pt x="976" y="0"/>
                    <a:pt x="894" y="33"/>
                    <a:pt x="820" y="107"/>
                  </a:cubicBezTo>
                  <a:lnTo>
                    <a:pt x="95" y="832"/>
                  </a:lnTo>
                  <a:cubicBezTo>
                    <a:pt x="1" y="926"/>
                    <a:pt x="1" y="1178"/>
                    <a:pt x="95" y="1304"/>
                  </a:cubicBezTo>
                  <a:cubicBezTo>
                    <a:pt x="158" y="1352"/>
                    <a:pt x="253" y="1375"/>
                    <a:pt x="344" y="1375"/>
                  </a:cubicBezTo>
                  <a:cubicBezTo>
                    <a:pt x="434" y="1375"/>
                    <a:pt x="521" y="1352"/>
                    <a:pt x="568" y="1304"/>
                  </a:cubicBezTo>
                  <a:lnTo>
                    <a:pt x="1293" y="580"/>
                  </a:lnTo>
                  <a:cubicBezTo>
                    <a:pt x="1419" y="454"/>
                    <a:pt x="1419" y="233"/>
                    <a:pt x="1293" y="107"/>
                  </a:cubicBezTo>
                  <a:cubicBezTo>
                    <a:pt x="1226" y="41"/>
                    <a:pt x="1142" y="0"/>
                    <a:pt x="105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87" name="Google Shape;8487;p70"/>
            <p:cNvSpPr/>
            <p:nvPr/>
          </p:nvSpPr>
          <p:spPr>
            <a:xfrm>
              <a:off x="6805325" y="3322575"/>
              <a:ext cx="35475" cy="121325"/>
            </a:xfrm>
            <a:custGeom>
              <a:avLst/>
              <a:gdLst/>
              <a:ahLst/>
              <a:cxnLst/>
              <a:rect l="l" t="t" r="r" b="b"/>
              <a:pathLst>
                <a:path w="1419" h="4853" extrusionOk="0">
                  <a:moveTo>
                    <a:pt x="0" y="1"/>
                  </a:moveTo>
                  <a:lnTo>
                    <a:pt x="0" y="4852"/>
                  </a:lnTo>
                  <a:lnTo>
                    <a:pt x="1040" y="4852"/>
                  </a:lnTo>
                  <a:cubicBezTo>
                    <a:pt x="1261" y="4852"/>
                    <a:pt x="1418" y="4695"/>
                    <a:pt x="1418" y="4506"/>
                  </a:cubicBezTo>
                  <a:lnTo>
                    <a:pt x="1418" y="316"/>
                  </a:lnTo>
                  <a:cubicBezTo>
                    <a:pt x="1355" y="158"/>
                    <a:pt x="1198" y="1"/>
                    <a:pt x="104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88" name="Google Shape;8488;p70"/>
            <p:cNvSpPr/>
            <p:nvPr/>
          </p:nvSpPr>
          <p:spPr>
            <a:xfrm>
              <a:off x="6543825" y="3323275"/>
              <a:ext cx="35475" cy="121400"/>
            </a:xfrm>
            <a:custGeom>
              <a:avLst/>
              <a:gdLst/>
              <a:ahLst/>
              <a:cxnLst/>
              <a:rect l="l" t="t" r="r" b="b"/>
              <a:pathLst>
                <a:path w="1419" h="4856" extrusionOk="0">
                  <a:moveTo>
                    <a:pt x="323" y="0"/>
                  </a:moveTo>
                  <a:cubicBezTo>
                    <a:pt x="132" y="0"/>
                    <a:pt x="1" y="149"/>
                    <a:pt x="1" y="351"/>
                  </a:cubicBezTo>
                  <a:lnTo>
                    <a:pt x="1" y="4509"/>
                  </a:lnTo>
                  <a:cubicBezTo>
                    <a:pt x="1" y="4698"/>
                    <a:pt x="158" y="4856"/>
                    <a:pt x="379" y="4856"/>
                  </a:cubicBezTo>
                  <a:lnTo>
                    <a:pt x="1418" y="4856"/>
                  </a:lnTo>
                  <a:lnTo>
                    <a:pt x="1418" y="4"/>
                  </a:lnTo>
                  <a:lnTo>
                    <a:pt x="379" y="4"/>
                  </a:lnTo>
                  <a:cubicBezTo>
                    <a:pt x="360" y="1"/>
                    <a:pt x="341" y="0"/>
                    <a:pt x="32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89" name="Google Shape;8489;p70"/>
            <p:cNvSpPr/>
            <p:nvPr/>
          </p:nvSpPr>
          <p:spPr>
            <a:xfrm>
              <a:off x="6643075" y="3332025"/>
              <a:ext cx="143375" cy="104000"/>
            </a:xfrm>
            <a:custGeom>
              <a:avLst/>
              <a:gdLst/>
              <a:ahLst/>
              <a:cxnLst/>
              <a:rect l="l" t="t" r="r" b="b"/>
              <a:pathLst>
                <a:path w="5735" h="4160" extrusionOk="0">
                  <a:moveTo>
                    <a:pt x="1639" y="1"/>
                  </a:moveTo>
                  <a:cubicBezTo>
                    <a:pt x="1450" y="1"/>
                    <a:pt x="1198" y="158"/>
                    <a:pt x="1072" y="379"/>
                  </a:cubicBezTo>
                  <a:lnTo>
                    <a:pt x="0" y="2490"/>
                  </a:lnTo>
                  <a:cubicBezTo>
                    <a:pt x="158" y="2584"/>
                    <a:pt x="378" y="2616"/>
                    <a:pt x="567" y="2616"/>
                  </a:cubicBezTo>
                  <a:cubicBezTo>
                    <a:pt x="1072" y="2616"/>
                    <a:pt x="1544" y="2364"/>
                    <a:pt x="1796" y="1891"/>
                  </a:cubicBezTo>
                  <a:lnTo>
                    <a:pt x="2017" y="1418"/>
                  </a:lnTo>
                  <a:lnTo>
                    <a:pt x="2710" y="1418"/>
                  </a:lnTo>
                  <a:cubicBezTo>
                    <a:pt x="2899" y="1418"/>
                    <a:pt x="3056" y="1481"/>
                    <a:pt x="3182" y="1607"/>
                  </a:cubicBezTo>
                  <a:lnTo>
                    <a:pt x="5734" y="4159"/>
                  </a:lnTo>
                  <a:lnTo>
                    <a:pt x="573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90" name="Google Shape;8490;p70"/>
            <p:cNvSpPr/>
            <p:nvPr/>
          </p:nvSpPr>
          <p:spPr>
            <a:xfrm>
              <a:off x="6595025" y="3288700"/>
              <a:ext cx="175675" cy="188725"/>
            </a:xfrm>
            <a:custGeom>
              <a:avLst/>
              <a:gdLst/>
              <a:ahLst/>
              <a:cxnLst/>
              <a:rect l="l" t="t" r="r" b="b"/>
              <a:pathLst>
                <a:path w="7027" h="7549" extrusionOk="0">
                  <a:moveTo>
                    <a:pt x="2206" y="1"/>
                  </a:moveTo>
                  <a:cubicBezTo>
                    <a:pt x="1828" y="1"/>
                    <a:pt x="1481" y="221"/>
                    <a:pt x="1261" y="568"/>
                  </a:cubicBezTo>
                  <a:lnTo>
                    <a:pt x="946" y="1198"/>
                  </a:lnTo>
                  <a:cubicBezTo>
                    <a:pt x="914" y="1324"/>
                    <a:pt x="757" y="1419"/>
                    <a:pt x="631" y="1419"/>
                  </a:cubicBezTo>
                  <a:lnTo>
                    <a:pt x="1" y="1419"/>
                  </a:lnTo>
                  <a:lnTo>
                    <a:pt x="1" y="6239"/>
                  </a:lnTo>
                  <a:lnTo>
                    <a:pt x="1576" y="6239"/>
                  </a:lnTo>
                  <a:lnTo>
                    <a:pt x="2584" y="7247"/>
                  </a:lnTo>
                  <a:cubicBezTo>
                    <a:pt x="2768" y="7431"/>
                    <a:pt x="3054" y="7548"/>
                    <a:pt x="3330" y="7548"/>
                  </a:cubicBezTo>
                  <a:cubicBezTo>
                    <a:pt x="3431" y="7548"/>
                    <a:pt x="3531" y="7533"/>
                    <a:pt x="3624" y="7499"/>
                  </a:cubicBezTo>
                  <a:lnTo>
                    <a:pt x="6585" y="6554"/>
                  </a:lnTo>
                  <a:cubicBezTo>
                    <a:pt x="6743" y="6522"/>
                    <a:pt x="6900" y="6396"/>
                    <a:pt x="7026" y="6302"/>
                  </a:cubicBezTo>
                  <a:lnTo>
                    <a:pt x="4537" y="3813"/>
                  </a:lnTo>
                  <a:lnTo>
                    <a:pt x="4380" y="3813"/>
                  </a:lnTo>
                  <a:lnTo>
                    <a:pt x="4348" y="3844"/>
                  </a:lnTo>
                  <a:cubicBezTo>
                    <a:pt x="4033" y="4506"/>
                    <a:pt x="3340" y="4947"/>
                    <a:pt x="2647" y="5042"/>
                  </a:cubicBezTo>
                  <a:cubicBezTo>
                    <a:pt x="2601" y="5044"/>
                    <a:pt x="2556" y="5046"/>
                    <a:pt x="2511" y="5046"/>
                  </a:cubicBezTo>
                  <a:cubicBezTo>
                    <a:pt x="2046" y="5046"/>
                    <a:pt x="1698" y="4899"/>
                    <a:pt x="1324" y="4727"/>
                  </a:cubicBezTo>
                  <a:cubicBezTo>
                    <a:pt x="1103" y="4632"/>
                    <a:pt x="1040" y="4412"/>
                    <a:pt x="1166" y="4254"/>
                  </a:cubicBezTo>
                  <a:lnTo>
                    <a:pt x="2363" y="1797"/>
                  </a:lnTo>
                  <a:cubicBezTo>
                    <a:pt x="2615" y="1324"/>
                    <a:pt x="3088" y="1041"/>
                    <a:pt x="3592" y="1041"/>
                  </a:cubicBezTo>
                  <a:lnTo>
                    <a:pt x="5104" y="1041"/>
                  </a:lnTo>
                  <a:cubicBezTo>
                    <a:pt x="5167" y="852"/>
                    <a:pt x="5262" y="631"/>
                    <a:pt x="5262" y="347"/>
                  </a:cubicBezTo>
                  <a:cubicBezTo>
                    <a:pt x="5262" y="158"/>
                    <a:pt x="5104" y="1"/>
                    <a:pt x="488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491" name="Google Shape;8491;p70"/>
          <p:cNvGrpSpPr/>
          <p:nvPr/>
        </p:nvGrpSpPr>
        <p:grpSpPr>
          <a:xfrm>
            <a:off x="8845246" y="2041830"/>
            <a:ext cx="466772" cy="466772"/>
            <a:chOff x="2037825" y="3254050"/>
            <a:chExt cx="296175" cy="296175"/>
          </a:xfrm>
        </p:grpSpPr>
        <p:sp>
          <p:nvSpPr>
            <p:cNvPr id="8492" name="Google Shape;8492;p70"/>
            <p:cNvSpPr/>
            <p:nvPr/>
          </p:nvSpPr>
          <p:spPr>
            <a:xfrm>
              <a:off x="2063825" y="3254050"/>
              <a:ext cx="86675" cy="86675"/>
            </a:xfrm>
            <a:custGeom>
              <a:avLst/>
              <a:gdLst/>
              <a:ahLst/>
              <a:cxnLst/>
              <a:rect l="l" t="t" r="r" b="b"/>
              <a:pathLst>
                <a:path w="3467" h="3467" extrusionOk="0">
                  <a:moveTo>
                    <a:pt x="1733" y="1"/>
                  </a:moveTo>
                  <a:cubicBezTo>
                    <a:pt x="788" y="1"/>
                    <a:pt x="1" y="788"/>
                    <a:pt x="1" y="1733"/>
                  </a:cubicBezTo>
                  <a:cubicBezTo>
                    <a:pt x="1" y="2679"/>
                    <a:pt x="788" y="3466"/>
                    <a:pt x="1733" y="3466"/>
                  </a:cubicBezTo>
                  <a:cubicBezTo>
                    <a:pt x="2678" y="3466"/>
                    <a:pt x="3466" y="2679"/>
                    <a:pt x="3466" y="1733"/>
                  </a:cubicBezTo>
                  <a:cubicBezTo>
                    <a:pt x="3466" y="788"/>
                    <a:pt x="2678" y="1"/>
                    <a:pt x="173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93" name="Google Shape;8493;p70"/>
            <p:cNvSpPr/>
            <p:nvPr/>
          </p:nvSpPr>
          <p:spPr>
            <a:xfrm>
              <a:off x="2178025" y="3289500"/>
              <a:ext cx="104000" cy="67950"/>
            </a:xfrm>
            <a:custGeom>
              <a:avLst/>
              <a:gdLst/>
              <a:ahLst/>
              <a:cxnLst/>
              <a:rect l="l" t="t" r="r" b="b"/>
              <a:pathLst>
                <a:path w="4160" h="2718" extrusionOk="0">
                  <a:moveTo>
                    <a:pt x="347" y="0"/>
                  </a:moveTo>
                  <a:cubicBezTo>
                    <a:pt x="158" y="0"/>
                    <a:pt x="1" y="158"/>
                    <a:pt x="1" y="347"/>
                  </a:cubicBezTo>
                  <a:cubicBezTo>
                    <a:pt x="1" y="536"/>
                    <a:pt x="95" y="662"/>
                    <a:pt x="316" y="662"/>
                  </a:cubicBezTo>
                  <a:lnTo>
                    <a:pt x="2395" y="662"/>
                  </a:lnTo>
                  <a:cubicBezTo>
                    <a:pt x="2584" y="662"/>
                    <a:pt x="2742" y="820"/>
                    <a:pt x="2742" y="1009"/>
                  </a:cubicBezTo>
                  <a:lnTo>
                    <a:pt x="2742" y="1576"/>
                  </a:lnTo>
                  <a:lnTo>
                    <a:pt x="2616" y="1450"/>
                  </a:lnTo>
                  <a:cubicBezTo>
                    <a:pt x="2568" y="1387"/>
                    <a:pt x="2482" y="1355"/>
                    <a:pt x="2391" y="1355"/>
                  </a:cubicBezTo>
                  <a:cubicBezTo>
                    <a:pt x="2301" y="1355"/>
                    <a:pt x="2206" y="1387"/>
                    <a:pt x="2143" y="1450"/>
                  </a:cubicBezTo>
                  <a:cubicBezTo>
                    <a:pt x="2049" y="1576"/>
                    <a:pt x="2049" y="1796"/>
                    <a:pt x="2143" y="1922"/>
                  </a:cubicBezTo>
                  <a:lnTo>
                    <a:pt x="2868" y="2647"/>
                  </a:lnTo>
                  <a:cubicBezTo>
                    <a:pt x="2931" y="2694"/>
                    <a:pt x="3017" y="2718"/>
                    <a:pt x="3104" y="2718"/>
                  </a:cubicBezTo>
                  <a:cubicBezTo>
                    <a:pt x="3191" y="2718"/>
                    <a:pt x="3277" y="2694"/>
                    <a:pt x="3340" y="2647"/>
                  </a:cubicBezTo>
                  <a:lnTo>
                    <a:pt x="4033" y="1922"/>
                  </a:lnTo>
                  <a:cubicBezTo>
                    <a:pt x="4159" y="1796"/>
                    <a:pt x="4159" y="1576"/>
                    <a:pt x="4033" y="1450"/>
                  </a:cubicBezTo>
                  <a:cubicBezTo>
                    <a:pt x="3986" y="1387"/>
                    <a:pt x="3899" y="1355"/>
                    <a:pt x="3809" y="1355"/>
                  </a:cubicBezTo>
                  <a:cubicBezTo>
                    <a:pt x="3718" y="1355"/>
                    <a:pt x="3624" y="1387"/>
                    <a:pt x="3561" y="1450"/>
                  </a:cubicBezTo>
                  <a:lnTo>
                    <a:pt x="3466" y="1576"/>
                  </a:lnTo>
                  <a:lnTo>
                    <a:pt x="3466" y="1009"/>
                  </a:lnTo>
                  <a:cubicBezTo>
                    <a:pt x="3466" y="441"/>
                    <a:pt x="2994" y="0"/>
                    <a:pt x="242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94" name="Google Shape;8494;p70"/>
            <p:cNvSpPr/>
            <p:nvPr/>
          </p:nvSpPr>
          <p:spPr>
            <a:xfrm>
              <a:off x="2070125" y="3444225"/>
              <a:ext cx="106350" cy="69075"/>
            </a:xfrm>
            <a:custGeom>
              <a:avLst/>
              <a:gdLst/>
              <a:ahLst/>
              <a:cxnLst/>
              <a:rect l="l" t="t" r="r" b="b"/>
              <a:pathLst>
                <a:path w="4254" h="2763" extrusionOk="0">
                  <a:moveTo>
                    <a:pt x="1095" y="0"/>
                  </a:moveTo>
                  <a:cubicBezTo>
                    <a:pt x="1002" y="0"/>
                    <a:pt x="904" y="28"/>
                    <a:pt x="820" y="112"/>
                  </a:cubicBezTo>
                  <a:lnTo>
                    <a:pt x="127" y="805"/>
                  </a:lnTo>
                  <a:cubicBezTo>
                    <a:pt x="1" y="931"/>
                    <a:pt x="1" y="1184"/>
                    <a:pt x="127" y="1278"/>
                  </a:cubicBezTo>
                  <a:cubicBezTo>
                    <a:pt x="190" y="1341"/>
                    <a:pt x="276" y="1373"/>
                    <a:pt x="363" y="1373"/>
                  </a:cubicBezTo>
                  <a:cubicBezTo>
                    <a:pt x="449" y="1373"/>
                    <a:pt x="536" y="1341"/>
                    <a:pt x="599" y="1278"/>
                  </a:cubicBezTo>
                  <a:lnTo>
                    <a:pt x="725" y="1184"/>
                  </a:lnTo>
                  <a:lnTo>
                    <a:pt x="725" y="1719"/>
                  </a:lnTo>
                  <a:cubicBezTo>
                    <a:pt x="725" y="2318"/>
                    <a:pt x="1198" y="2759"/>
                    <a:pt x="1733" y="2759"/>
                  </a:cubicBezTo>
                  <a:lnTo>
                    <a:pt x="3813" y="2759"/>
                  </a:lnTo>
                  <a:cubicBezTo>
                    <a:pt x="3837" y="2761"/>
                    <a:pt x="3861" y="2763"/>
                    <a:pt x="3883" y="2763"/>
                  </a:cubicBezTo>
                  <a:cubicBezTo>
                    <a:pt x="4122" y="2763"/>
                    <a:pt x="4254" y="2616"/>
                    <a:pt x="4254" y="2444"/>
                  </a:cubicBezTo>
                  <a:cubicBezTo>
                    <a:pt x="4254" y="2223"/>
                    <a:pt x="4096" y="2066"/>
                    <a:pt x="3907" y="2066"/>
                  </a:cubicBezTo>
                  <a:lnTo>
                    <a:pt x="1828" y="2066"/>
                  </a:lnTo>
                  <a:cubicBezTo>
                    <a:pt x="1639" y="2066"/>
                    <a:pt x="1481" y="1908"/>
                    <a:pt x="1481" y="1719"/>
                  </a:cubicBezTo>
                  <a:lnTo>
                    <a:pt x="1481" y="1184"/>
                  </a:lnTo>
                  <a:lnTo>
                    <a:pt x="1576" y="1278"/>
                  </a:lnTo>
                  <a:cubicBezTo>
                    <a:pt x="1639" y="1341"/>
                    <a:pt x="1733" y="1373"/>
                    <a:pt x="1824" y="1373"/>
                  </a:cubicBezTo>
                  <a:cubicBezTo>
                    <a:pt x="1914" y="1373"/>
                    <a:pt x="2001" y="1341"/>
                    <a:pt x="2048" y="1278"/>
                  </a:cubicBezTo>
                  <a:cubicBezTo>
                    <a:pt x="2174" y="1184"/>
                    <a:pt x="2174" y="931"/>
                    <a:pt x="2048" y="805"/>
                  </a:cubicBezTo>
                  <a:lnTo>
                    <a:pt x="1355" y="112"/>
                  </a:lnTo>
                  <a:cubicBezTo>
                    <a:pt x="1292" y="81"/>
                    <a:pt x="1261" y="81"/>
                    <a:pt x="1229" y="18"/>
                  </a:cubicBezTo>
                  <a:cubicBezTo>
                    <a:pt x="1187" y="7"/>
                    <a:pt x="1142" y="0"/>
                    <a:pt x="109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95" name="Google Shape;8495;p70"/>
            <p:cNvSpPr/>
            <p:nvPr/>
          </p:nvSpPr>
          <p:spPr>
            <a:xfrm>
              <a:off x="2219775" y="3375350"/>
              <a:ext cx="89025" cy="85875"/>
            </a:xfrm>
            <a:custGeom>
              <a:avLst/>
              <a:gdLst/>
              <a:ahLst/>
              <a:cxnLst/>
              <a:rect l="l" t="t" r="r" b="b"/>
              <a:pathLst>
                <a:path w="3561" h="3435" extrusionOk="0">
                  <a:moveTo>
                    <a:pt x="1796" y="0"/>
                  </a:moveTo>
                  <a:cubicBezTo>
                    <a:pt x="788" y="0"/>
                    <a:pt x="0" y="788"/>
                    <a:pt x="0" y="1733"/>
                  </a:cubicBezTo>
                  <a:cubicBezTo>
                    <a:pt x="0" y="2647"/>
                    <a:pt x="788" y="3434"/>
                    <a:pt x="1796" y="3434"/>
                  </a:cubicBezTo>
                  <a:cubicBezTo>
                    <a:pt x="2741" y="3434"/>
                    <a:pt x="3561" y="2647"/>
                    <a:pt x="3561" y="1733"/>
                  </a:cubicBezTo>
                  <a:cubicBezTo>
                    <a:pt x="3561" y="788"/>
                    <a:pt x="2773" y="0"/>
                    <a:pt x="179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96" name="Google Shape;8496;p70"/>
            <p:cNvSpPr/>
            <p:nvPr/>
          </p:nvSpPr>
          <p:spPr>
            <a:xfrm>
              <a:off x="2037825" y="3339125"/>
              <a:ext cx="138650" cy="88225"/>
            </a:xfrm>
            <a:custGeom>
              <a:avLst/>
              <a:gdLst/>
              <a:ahLst/>
              <a:cxnLst/>
              <a:rect l="l" t="t" r="r" b="b"/>
              <a:pathLst>
                <a:path w="5546" h="3529" extrusionOk="0">
                  <a:moveTo>
                    <a:pt x="1072" y="0"/>
                  </a:moveTo>
                  <a:cubicBezTo>
                    <a:pt x="442" y="536"/>
                    <a:pt x="32" y="1292"/>
                    <a:pt x="32" y="2143"/>
                  </a:cubicBezTo>
                  <a:lnTo>
                    <a:pt x="32" y="3182"/>
                  </a:lnTo>
                  <a:cubicBezTo>
                    <a:pt x="1" y="3371"/>
                    <a:pt x="158" y="3529"/>
                    <a:pt x="347" y="3529"/>
                  </a:cubicBezTo>
                  <a:lnTo>
                    <a:pt x="5199" y="3529"/>
                  </a:lnTo>
                  <a:cubicBezTo>
                    <a:pt x="5388" y="3529"/>
                    <a:pt x="5546" y="3371"/>
                    <a:pt x="5546" y="3182"/>
                  </a:cubicBezTo>
                  <a:lnTo>
                    <a:pt x="5546" y="2143"/>
                  </a:lnTo>
                  <a:cubicBezTo>
                    <a:pt x="5546" y="1292"/>
                    <a:pt x="5168" y="536"/>
                    <a:pt x="4538" y="0"/>
                  </a:cubicBezTo>
                  <a:cubicBezTo>
                    <a:pt x="4096" y="473"/>
                    <a:pt x="3466" y="756"/>
                    <a:pt x="2805" y="756"/>
                  </a:cubicBezTo>
                  <a:cubicBezTo>
                    <a:pt x="2143" y="756"/>
                    <a:pt x="1513" y="504"/>
                    <a:pt x="107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497" name="Google Shape;8497;p70"/>
            <p:cNvSpPr/>
            <p:nvPr/>
          </p:nvSpPr>
          <p:spPr>
            <a:xfrm>
              <a:off x="2193775" y="3460400"/>
              <a:ext cx="140225" cy="89825"/>
            </a:xfrm>
            <a:custGeom>
              <a:avLst/>
              <a:gdLst/>
              <a:ahLst/>
              <a:cxnLst/>
              <a:rect l="l" t="t" r="r" b="b"/>
              <a:pathLst>
                <a:path w="5609" h="3593" extrusionOk="0">
                  <a:moveTo>
                    <a:pt x="1009" y="1"/>
                  </a:moveTo>
                  <a:cubicBezTo>
                    <a:pt x="379" y="537"/>
                    <a:pt x="1" y="1261"/>
                    <a:pt x="1" y="2143"/>
                  </a:cubicBezTo>
                  <a:lnTo>
                    <a:pt x="1" y="3246"/>
                  </a:lnTo>
                  <a:cubicBezTo>
                    <a:pt x="1" y="3435"/>
                    <a:pt x="158" y="3592"/>
                    <a:pt x="347" y="3592"/>
                  </a:cubicBezTo>
                  <a:lnTo>
                    <a:pt x="5262" y="3592"/>
                  </a:lnTo>
                  <a:cubicBezTo>
                    <a:pt x="5451" y="3592"/>
                    <a:pt x="5609" y="3435"/>
                    <a:pt x="5609" y="3246"/>
                  </a:cubicBezTo>
                  <a:lnTo>
                    <a:pt x="5609" y="2143"/>
                  </a:lnTo>
                  <a:cubicBezTo>
                    <a:pt x="5577" y="1261"/>
                    <a:pt x="5199" y="537"/>
                    <a:pt x="4569" y="1"/>
                  </a:cubicBezTo>
                  <a:cubicBezTo>
                    <a:pt x="4128" y="474"/>
                    <a:pt x="3498" y="757"/>
                    <a:pt x="2773" y="757"/>
                  </a:cubicBezTo>
                  <a:cubicBezTo>
                    <a:pt x="2080" y="757"/>
                    <a:pt x="1450" y="474"/>
                    <a:pt x="100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498" name="Google Shape;8498;p70"/>
          <p:cNvGrpSpPr/>
          <p:nvPr/>
        </p:nvGrpSpPr>
        <p:grpSpPr>
          <a:xfrm>
            <a:off x="8842763" y="2630052"/>
            <a:ext cx="471736" cy="465235"/>
            <a:chOff x="2034675" y="3617925"/>
            <a:chExt cx="299325" cy="295200"/>
          </a:xfrm>
        </p:grpSpPr>
        <p:sp>
          <p:nvSpPr>
            <p:cNvPr id="8499" name="Google Shape;8499;p70"/>
            <p:cNvSpPr/>
            <p:nvPr/>
          </p:nvSpPr>
          <p:spPr>
            <a:xfrm>
              <a:off x="2195350" y="3721900"/>
              <a:ext cx="69350" cy="33900"/>
            </a:xfrm>
            <a:custGeom>
              <a:avLst/>
              <a:gdLst/>
              <a:ahLst/>
              <a:cxnLst/>
              <a:rect l="l" t="t" r="r" b="b"/>
              <a:pathLst>
                <a:path w="2774" h="1356" extrusionOk="0">
                  <a:moveTo>
                    <a:pt x="1387" y="1"/>
                  </a:moveTo>
                  <a:cubicBezTo>
                    <a:pt x="631" y="1"/>
                    <a:pt x="1" y="631"/>
                    <a:pt x="1" y="1355"/>
                  </a:cubicBezTo>
                  <a:lnTo>
                    <a:pt x="2773" y="1355"/>
                  </a:lnTo>
                  <a:cubicBezTo>
                    <a:pt x="2773" y="599"/>
                    <a:pt x="2143" y="1"/>
                    <a:pt x="138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00" name="Google Shape;8500;p70"/>
            <p:cNvSpPr/>
            <p:nvPr/>
          </p:nvSpPr>
          <p:spPr>
            <a:xfrm>
              <a:off x="2211900" y="3669125"/>
              <a:ext cx="35475" cy="35475"/>
            </a:xfrm>
            <a:custGeom>
              <a:avLst/>
              <a:gdLst/>
              <a:ahLst/>
              <a:cxnLst/>
              <a:rect l="l" t="t" r="r" b="b"/>
              <a:pathLst>
                <a:path w="1419" h="1419" extrusionOk="0">
                  <a:moveTo>
                    <a:pt x="725" y="1"/>
                  </a:moveTo>
                  <a:cubicBezTo>
                    <a:pt x="315" y="1"/>
                    <a:pt x="0" y="316"/>
                    <a:pt x="0" y="725"/>
                  </a:cubicBezTo>
                  <a:cubicBezTo>
                    <a:pt x="0" y="1103"/>
                    <a:pt x="315" y="1418"/>
                    <a:pt x="725" y="1418"/>
                  </a:cubicBezTo>
                  <a:cubicBezTo>
                    <a:pt x="1103" y="1418"/>
                    <a:pt x="1418" y="1103"/>
                    <a:pt x="1418" y="725"/>
                  </a:cubicBezTo>
                  <a:cubicBezTo>
                    <a:pt x="1418" y="316"/>
                    <a:pt x="1103" y="1"/>
                    <a:pt x="72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01" name="Google Shape;8501;p70"/>
            <p:cNvSpPr/>
            <p:nvPr/>
          </p:nvSpPr>
          <p:spPr>
            <a:xfrm>
              <a:off x="2125250" y="3617925"/>
              <a:ext cx="208750" cy="208750"/>
            </a:xfrm>
            <a:custGeom>
              <a:avLst/>
              <a:gdLst/>
              <a:ahLst/>
              <a:cxnLst/>
              <a:rect l="l" t="t" r="r" b="b"/>
              <a:pathLst>
                <a:path w="8350" h="8350" extrusionOk="0">
                  <a:moveTo>
                    <a:pt x="4128" y="1387"/>
                  </a:moveTo>
                  <a:cubicBezTo>
                    <a:pt x="4884" y="1387"/>
                    <a:pt x="5514" y="2017"/>
                    <a:pt x="5514" y="2773"/>
                  </a:cubicBezTo>
                  <a:cubicBezTo>
                    <a:pt x="5514" y="3120"/>
                    <a:pt x="5357" y="3466"/>
                    <a:pt x="5136" y="3718"/>
                  </a:cubicBezTo>
                  <a:cubicBezTo>
                    <a:pt x="5766" y="4065"/>
                    <a:pt x="6176" y="4727"/>
                    <a:pt x="6176" y="5514"/>
                  </a:cubicBezTo>
                  <a:lnTo>
                    <a:pt x="6176" y="5892"/>
                  </a:lnTo>
                  <a:lnTo>
                    <a:pt x="6270" y="5892"/>
                  </a:lnTo>
                  <a:cubicBezTo>
                    <a:pt x="6270" y="6081"/>
                    <a:pt x="6113" y="6239"/>
                    <a:pt x="5924" y="6239"/>
                  </a:cubicBezTo>
                  <a:lnTo>
                    <a:pt x="2458" y="6239"/>
                  </a:lnTo>
                  <a:cubicBezTo>
                    <a:pt x="2238" y="6239"/>
                    <a:pt x="2080" y="6081"/>
                    <a:pt x="2080" y="5892"/>
                  </a:cubicBezTo>
                  <a:lnTo>
                    <a:pt x="2080" y="5514"/>
                  </a:lnTo>
                  <a:cubicBezTo>
                    <a:pt x="2080" y="4727"/>
                    <a:pt x="2521" y="4065"/>
                    <a:pt x="3151" y="3718"/>
                  </a:cubicBezTo>
                  <a:cubicBezTo>
                    <a:pt x="2931" y="3466"/>
                    <a:pt x="2773" y="3120"/>
                    <a:pt x="2773" y="2773"/>
                  </a:cubicBezTo>
                  <a:cubicBezTo>
                    <a:pt x="2773" y="2017"/>
                    <a:pt x="3403" y="1387"/>
                    <a:pt x="4128" y="1387"/>
                  </a:cubicBezTo>
                  <a:close/>
                  <a:moveTo>
                    <a:pt x="4191" y="1"/>
                  </a:moveTo>
                  <a:cubicBezTo>
                    <a:pt x="1891" y="1"/>
                    <a:pt x="1" y="1860"/>
                    <a:pt x="1" y="4191"/>
                  </a:cubicBezTo>
                  <a:cubicBezTo>
                    <a:pt x="1" y="6522"/>
                    <a:pt x="1860" y="8350"/>
                    <a:pt x="4191" y="8350"/>
                  </a:cubicBezTo>
                  <a:cubicBezTo>
                    <a:pt x="6459" y="8350"/>
                    <a:pt x="8350" y="6522"/>
                    <a:pt x="8350" y="4191"/>
                  </a:cubicBezTo>
                  <a:cubicBezTo>
                    <a:pt x="8350" y="1860"/>
                    <a:pt x="6459" y="1"/>
                    <a:pt x="419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02" name="Google Shape;8502;p70"/>
            <p:cNvSpPr/>
            <p:nvPr/>
          </p:nvSpPr>
          <p:spPr>
            <a:xfrm>
              <a:off x="2107150" y="3771525"/>
              <a:ext cx="73275" cy="72475"/>
            </a:xfrm>
            <a:custGeom>
              <a:avLst/>
              <a:gdLst/>
              <a:ahLst/>
              <a:cxnLst/>
              <a:rect l="l" t="t" r="r" b="b"/>
              <a:pathLst>
                <a:path w="2931" h="2899" extrusionOk="0">
                  <a:moveTo>
                    <a:pt x="504" y="0"/>
                  </a:moveTo>
                  <a:lnTo>
                    <a:pt x="378" y="126"/>
                  </a:lnTo>
                  <a:cubicBezTo>
                    <a:pt x="0" y="536"/>
                    <a:pt x="0" y="1198"/>
                    <a:pt x="378" y="1576"/>
                  </a:cubicBezTo>
                  <a:lnTo>
                    <a:pt x="1355" y="2584"/>
                  </a:lnTo>
                  <a:cubicBezTo>
                    <a:pt x="1576" y="2773"/>
                    <a:pt x="1828" y="2899"/>
                    <a:pt x="2111" y="2899"/>
                  </a:cubicBezTo>
                  <a:cubicBezTo>
                    <a:pt x="2395" y="2899"/>
                    <a:pt x="2678" y="2773"/>
                    <a:pt x="2867" y="2584"/>
                  </a:cubicBezTo>
                  <a:lnTo>
                    <a:pt x="2930" y="2458"/>
                  </a:lnTo>
                  <a:cubicBezTo>
                    <a:pt x="1828" y="1985"/>
                    <a:pt x="977" y="1071"/>
                    <a:pt x="50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03" name="Google Shape;8503;p70"/>
            <p:cNvSpPr/>
            <p:nvPr/>
          </p:nvSpPr>
          <p:spPr>
            <a:xfrm>
              <a:off x="2034675" y="3816425"/>
              <a:ext cx="100050" cy="96700"/>
            </a:xfrm>
            <a:custGeom>
              <a:avLst/>
              <a:gdLst/>
              <a:ahLst/>
              <a:cxnLst/>
              <a:rect l="l" t="t" r="r" b="b"/>
              <a:pathLst>
                <a:path w="4002" h="3868" extrusionOk="0">
                  <a:moveTo>
                    <a:pt x="2521" y="0"/>
                  </a:moveTo>
                  <a:lnTo>
                    <a:pt x="410" y="2111"/>
                  </a:lnTo>
                  <a:cubicBezTo>
                    <a:pt x="1" y="2520"/>
                    <a:pt x="1" y="3182"/>
                    <a:pt x="410" y="3560"/>
                  </a:cubicBezTo>
                  <a:cubicBezTo>
                    <a:pt x="599" y="3765"/>
                    <a:pt x="867" y="3867"/>
                    <a:pt x="1135" y="3867"/>
                  </a:cubicBezTo>
                  <a:cubicBezTo>
                    <a:pt x="1403" y="3867"/>
                    <a:pt x="1671" y="3765"/>
                    <a:pt x="1860" y="3560"/>
                  </a:cubicBezTo>
                  <a:lnTo>
                    <a:pt x="4002" y="1449"/>
                  </a:lnTo>
                  <a:cubicBezTo>
                    <a:pt x="3907" y="1418"/>
                    <a:pt x="3844" y="1323"/>
                    <a:pt x="3750" y="1260"/>
                  </a:cubicBezTo>
                  <a:lnTo>
                    <a:pt x="2773" y="252"/>
                  </a:lnTo>
                  <a:cubicBezTo>
                    <a:pt x="2679" y="189"/>
                    <a:pt x="2616" y="95"/>
                    <a:pt x="252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504" name="Google Shape;8504;p70"/>
          <p:cNvGrpSpPr/>
          <p:nvPr/>
        </p:nvGrpSpPr>
        <p:grpSpPr>
          <a:xfrm>
            <a:off x="8845246" y="3225222"/>
            <a:ext cx="466772" cy="465511"/>
            <a:chOff x="2037825" y="3981825"/>
            <a:chExt cx="296175" cy="295375"/>
          </a:xfrm>
        </p:grpSpPr>
        <p:sp>
          <p:nvSpPr>
            <p:cNvPr id="8505" name="Google Shape;8505;p70"/>
            <p:cNvSpPr/>
            <p:nvPr/>
          </p:nvSpPr>
          <p:spPr>
            <a:xfrm>
              <a:off x="2072500" y="4085775"/>
              <a:ext cx="88225" cy="86675"/>
            </a:xfrm>
            <a:custGeom>
              <a:avLst/>
              <a:gdLst/>
              <a:ahLst/>
              <a:cxnLst/>
              <a:rect l="l" t="t" r="r" b="b"/>
              <a:pathLst>
                <a:path w="3529" h="3467" extrusionOk="0">
                  <a:moveTo>
                    <a:pt x="1764" y="1"/>
                  </a:moveTo>
                  <a:cubicBezTo>
                    <a:pt x="819" y="1"/>
                    <a:pt x="0" y="788"/>
                    <a:pt x="0" y="1734"/>
                  </a:cubicBezTo>
                  <a:cubicBezTo>
                    <a:pt x="0" y="2679"/>
                    <a:pt x="819" y="3466"/>
                    <a:pt x="1764" y="3466"/>
                  </a:cubicBezTo>
                  <a:cubicBezTo>
                    <a:pt x="2709" y="3466"/>
                    <a:pt x="3529" y="2679"/>
                    <a:pt x="3529" y="1734"/>
                  </a:cubicBezTo>
                  <a:cubicBezTo>
                    <a:pt x="3529" y="788"/>
                    <a:pt x="2741" y="1"/>
                    <a:pt x="176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06" name="Google Shape;8506;p70"/>
            <p:cNvSpPr/>
            <p:nvPr/>
          </p:nvSpPr>
          <p:spPr>
            <a:xfrm>
              <a:off x="2176450" y="3981825"/>
              <a:ext cx="157550" cy="155975"/>
            </a:xfrm>
            <a:custGeom>
              <a:avLst/>
              <a:gdLst/>
              <a:ahLst/>
              <a:cxnLst/>
              <a:rect l="l" t="t" r="r" b="b"/>
              <a:pathLst>
                <a:path w="6302" h="6239" extrusionOk="0">
                  <a:moveTo>
                    <a:pt x="3151" y="1733"/>
                  </a:moveTo>
                  <a:cubicBezTo>
                    <a:pt x="3372" y="1733"/>
                    <a:pt x="3529" y="1890"/>
                    <a:pt x="3529" y="2079"/>
                  </a:cubicBezTo>
                  <a:cubicBezTo>
                    <a:pt x="3529" y="2268"/>
                    <a:pt x="3372" y="2426"/>
                    <a:pt x="3151" y="2426"/>
                  </a:cubicBezTo>
                  <a:cubicBezTo>
                    <a:pt x="2962" y="2426"/>
                    <a:pt x="2805" y="2268"/>
                    <a:pt x="2805" y="2079"/>
                  </a:cubicBezTo>
                  <a:cubicBezTo>
                    <a:pt x="2805" y="1890"/>
                    <a:pt x="2962" y="1733"/>
                    <a:pt x="3151" y="1733"/>
                  </a:cubicBezTo>
                  <a:close/>
                  <a:moveTo>
                    <a:pt x="3151" y="2773"/>
                  </a:moveTo>
                  <a:cubicBezTo>
                    <a:pt x="3372" y="2773"/>
                    <a:pt x="3529" y="2930"/>
                    <a:pt x="3529" y="3151"/>
                  </a:cubicBezTo>
                  <a:lnTo>
                    <a:pt x="3529" y="4505"/>
                  </a:lnTo>
                  <a:cubicBezTo>
                    <a:pt x="3529" y="4726"/>
                    <a:pt x="3372" y="4883"/>
                    <a:pt x="3151" y="4883"/>
                  </a:cubicBezTo>
                  <a:cubicBezTo>
                    <a:pt x="2962" y="4883"/>
                    <a:pt x="2805" y="4726"/>
                    <a:pt x="2805" y="4505"/>
                  </a:cubicBezTo>
                  <a:lnTo>
                    <a:pt x="2805" y="3151"/>
                  </a:lnTo>
                  <a:cubicBezTo>
                    <a:pt x="2805" y="2930"/>
                    <a:pt x="2962" y="2773"/>
                    <a:pt x="3151" y="2773"/>
                  </a:cubicBezTo>
                  <a:close/>
                  <a:moveTo>
                    <a:pt x="3151" y="0"/>
                  </a:moveTo>
                  <a:cubicBezTo>
                    <a:pt x="1418" y="0"/>
                    <a:pt x="64" y="1418"/>
                    <a:pt x="64" y="3088"/>
                  </a:cubicBezTo>
                  <a:cubicBezTo>
                    <a:pt x="64" y="3655"/>
                    <a:pt x="158" y="4159"/>
                    <a:pt x="442" y="4631"/>
                  </a:cubicBezTo>
                  <a:lnTo>
                    <a:pt x="64" y="5765"/>
                  </a:lnTo>
                  <a:cubicBezTo>
                    <a:pt x="1" y="5892"/>
                    <a:pt x="64" y="6018"/>
                    <a:pt x="127" y="6112"/>
                  </a:cubicBezTo>
                  <a:cubicBezTo>
                    <a:pt x="190" y="6207"/>
                    <a:pt x="379" y="6238"/>
                    <a:pt x="473" y="6238"/>
                  </a:cubicBezTo>
                  <a:lnTo>
                    <a:pt x="1796" y="5923"/>
                  </a:lnTo>
                  <a:cubicBezTo>
                    <a:pt x="2206" y="6175"/>
                    <a:pt x="2679" y="6238"/>
                    <a:pt x="3214" y="6238"/>
                  </a:cubicBezTo>
                  <a:cubicBezTo>
                    <a:pt x="4947" y="6238"/>
                    <a:pt x="6302" y="4820"/>
                    <a:pt x="6302" y="3119"/>
                  </a:cubicBezTo>
                  <a:cubicBezTo>
                    <a:pt x="6270" y="1418"/>
                    <a:pt x="4884" y="0"/>
                    <a:pt x="315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07" name="Google Shape;8507;p70"/>
            <p:cNvSpPr/>
            <p:nvPr/>
          </p:nvSpPr>
          <p:spPr>
            <a:xfrm>
              <a:off x="2037825" y="4168475"/>
              <a:ext cx="157550" cy="108725"/>
            </a:xfrm>
            <a:custGeom>
              <a:avLst/>
              <a:gdLst/>
              <a:ahLst/>
              <a:cxnLst/>
              <a:rect l="l" t="t" r="r" b="b"/>
              <a:pathLst>
                <a:path w="6302" h="4349" extrusionOk="0">
                  <a:moveTo>
                    <a:pt x="1356" y="1"/>
                  </a:moveTo>
                  <a:cubicBezTo>
                    <a:pt x="568" y="568"/>
                    <a:pt x="1" y="1513"/>
                    <a:pt x="1" y="2553"/>
                  </a:cubicBezTo>
                  <a:lnTo>
                    <a:pt x="1" y="3970"/>
                  </a:lnTo>
                  <a:cubicBezTo>
                    <a:pt x="1" y="4222"/>
                    <a:pt x="158" y="4348"/>
                    <a:pt x="347" y="4348"/>
                  </a:cubicBezTo>
                  <a:lnTo>
                    <a:pt x="5955" y="4348"/>
                  </a:lnTo>
                  <a:cubicBezTo>
                    <a:pt x="6144" y="4348"/>
                    <a:pt x="6302" y="4191"/>
                    <a:pt x="6302" y="3970"/>
                  </a:cubicBezTo>
                  <a:lnTo>
                    <a:pt x="6302" y="2553"/>
                  </a:lnTo>
                  <a:cubicBezTo>
                    <a:pt x="6302" y="1513"/>
                    <a:pt x="5798" y="599"/>
                    <a:pt x="4947" y="1"/>
                  </a:cubicBezTo>
                  <a:cubicBezTo>
                    <a:pt x="4538" y="505"/>
                    <a:pt x="3844" y="820"/>
                    <a:pt x="3151" y="820"/>
                  </a:cubicBezTo>
                  <a:cubicBezTo>
                    <a:pt x="2427" y="820"/>
                    <a:pt x="1765" y="505"/>
                    <a:pt x="135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508" name="Google Shape;8508;p70"/>
          <p:cNvGrpSpPr/>
          <p:nvPr/>
        </p:nvGrpSpPr>
        <p:grpSpPr>
          <a:xfrm>
            <a:off x="7091937" y="3886977"/>
            <a:ext cx="466772" cy="381116"/>
            <a:chOff x="3860400" y="3254050"/>
            <a:chExt cx="296175" cy="241825"/>
          </a:xfrm>
        </p:grpSpPr>
        <p:sp>
          <p:nvSpPr>
            <p:cNvPr id="8509" name="Google Shape;8509;p70"/>
            <p:cNvSpPr/>
            <p:nvPr/>
          </p:nvSpPr>
          <p:spPr>
            <a:xfrm>
              <a:off x="4112425" y="3358025"/>
              <a:ext cx="44150" cy="18125"/>
            </a:xfrm>
            <a:custGeom>
              <a:avLst/>
              <a:gdLst/>
              <a:ahLst/>
              <a:cxnLst/>
              <a:rect l="l" t="t" r="r" b="b"/>
              <a:pathLst>
                <a:path w="1766" h="725" extrusionOk="0">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10" name="Google Shape;8510;p70"/>
            <p:cNvSpPr/>
            <p:nvPr/>
          </p:nvSpPr>
          <p:spPr>
            <a:xfrm>
              <a:off x="4102200" y="3393475"/>
              <a:ext cx="37050" cy="33875"/>
            </a:xfrm>
            <a:custGeom>
              <a:avLst/>
              <a:gdLst/>
              <a:ahLst/>
              <a:cxnLst/>
              <a:rect l="l" t="t" r="r" b="b"/>
              <a:pathLst>
                <a:path w="1482" h="1355" extrusionOk="0">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11" name="Google Shape;8511;p70"/>
            <p:cNvSpPr/>
            <p:nvPr/>
          </p:nvSpPr>
          <p:spPr>
            <a:xfrm>
              <a:off x="4103775" y="3306025"/>
              <a:ext cx="35475" cy="34500"/>
            </a:xfrm>
            <a:custGeom>
              <a:avLst/>
              <a:gdLst/>
              <a:ahLst/>
              <a:cxnLst/>
              <a:rect l="l" t="t" r="r" b="b"/>
              <a:pathLst>
                <a:path w="1419" h="1380" extrusionOk="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12" name="Google Shape;8512;p70"/>
            <p:cNvSpPr/>
            <p:nvPr/>
          </p:nvSpPr>
          <p:spPr>
            <a:xfrm>
              <a:off x="3860400" y="3306025"/>
              <a:ext cx="105550" cy="104800"/>
            </a:xfrm>
            <a:custGeom>
              <a:avLst/>
              <a:gdLst/>
              <a:ahLst/>
              <a:cxnLst/>
              <a:rect l="l" t="t" r="r" b="b"/>
              <a:pathLst>
                <a:path w="4222" h="4192" extrusionOk="0">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13" name="Google Shape;8513;p70"/>
            <p:cNvSpPr/>
            <p:nvPr/>
          </p:nvSpPr>
          <p:spPr>
            <a:xfrm>
              <a:off x="4050225" y="3254050"/>
              <a:ext cx="35450" cy="208750"/>
            </a:xfrm>
            <a:custGeom>
              <a:avLst/>
              <a:gdLst/>
              <a:ahLst/>
              <a:cxnLst/>
              <a:rect l="l" t="t" r="r" b="b"/>
              <a:pathLst>
                <a:path w="1418" h="8350" extrusionOk="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14" name="Google Shape;8514;p70"/>
            <p:cNvSpPr/>
            <p:nvPr/>
          </p:nvSpPr>
          <p:spPr>
            <a:xfrm>
              <a:off x="3912375" y="3426550"/>
              <a:ext cx="51225" cy="69325"/>
            </a:xfrm>
            <a:custGeom>
              <a:avLst/>
              <a:gdLst/>
              <a:ahLst/>
              <a:cxnLst/>
              <a:rect l="l" t="t" r="r" b="b"/>
              <a:pathLst>
                <a:path w="2049" h="2773" extrusionOk="0">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15" name="Google Shape;8515;p70"/>
            <p:cNvSpPr/>
            <p:nvPr/>
          </p:nvSpPr>
          <p:spPr>
            <a:xfrm>
              <a:off x="3982475" y="3275325"/>
              <a:ext cx="52000" cy="163850"/>
            </a:xfrm>
            <a:custGeom>
              <a:avLst/>
              <a:gdLst/>
              <a:ahLst/>
              <a:cxnLst/>
              <a:rect l="l" t="t" r="r" b="b"/>
              <a:pathLst>
                <a:path w="2080" h="6554" extrusionOk="0">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516" name="Google Shape;8516;p70"/>
          <p:cNvGrpSpPr/>
          <p:nvPr/>
        </p:nvGrpSpPr>
        <p:grpSpPr>
          <a:xfrm>
            <a:off x="7091305" y="4441470"/>
            <a:ext cx="468032" cy="466772"/>
            <a:chOff x="3859600" y="3591950"/>
            <a:chExt cx="296975" cy="296175"/>
          </a:xfrm>
        </p:grpSpPr>
        <p:sp>
          <p:nvSpPr>
            <p:cNvPr id="8517" name="Google Shape;8517;p70"/>
            <p:cNvSpPr/>
            <p:nvPr/>
          </p:nvSpPr>
          <p:spPr>
            <a:xfrm>
              <a:off x="4034450" y="3766000"/>
              <a:ext cx="122125" cy="122125"/>
            </a:xfrm>
            <a:custGeom>
              <a:avLst/>
              <a:gdLst/>
              <a:ahLst/>
              <a:cxnLst/>
              <a:rect l="l" t="t" r="r" b="b"/>
              <a:pathLst>
                <a:path w="4885" h="4885" extrusionOk="0">
                  <a:moveTo>
                    <a:pt x="2395" y="1324"/>
                  </a:moveTo>
                  <a:cubicBezTo>
                    <a:pt x="2616" y="1324"/>
                    <a:pt x="2773" y="1482"/>
                    <a:pt x="2773" y="1702"/>
                  </a:cubicBezTo>
                  <a:lnTo>
                    <a:pt x="2773" y="2049"/>
                  </a:lnTo>
                  <a:lnTo>
                    <a:pt x="3120" y="2049"/>
                  </a:lnTo>
                  <a:cubicBezTo>
                    <a:pt x="3309" y="2049"/>
                    <a:pt x="3466" y="2206"/>
                    <a:pt x="3466" y="2395"/>
                  </a:cubicBezTo>
                  <a:cubicBezTo>
                    <a:pt x="3466" y="2584"/>
                    <a:pt x="3309" y="2742"/>
                    <a:pt x="3120" y="2742"/>
                  </a:cubicBezTo>
                  <a:lnTo>
                    <a:pt x="2395" y="2742"/>
                  </a:lnTo>
                  <a:cubicBezTo>
                    <a:pt x="2206" y="2742"/>
                    <a:pt x="2049" y="2584"/>
                    <a:pt x="2049" y="2395"/>
                  </a:cubicBezTo>
                  <a:lnTo>
                    <a:pt x="2049" y="1702"/>
                  </a:lnTo>
                  <a:cubicBezTo>
                    <a:pt x="2049" y="1482"/>
                    <a:pt x="2206" y="1324"/>
                    <a:pt x="2395" y="1324"/>
                  </a:cubicBezTo>
                  <a:close/>
                  <a:moveTo>
                    <a:pt x="2458" y="1"/>
                  </a:moveTo>
                  <a:cubicBezTo>
                    <a:pt x="1104" y="1"/>
                    <a:pt x="1" y="1103"/>
                    <a:pt x="1" y="2427"/>
                  </a:cubicBezTo>
                  <a:cubicBezTo>
                    <a:pt x="1" y="3781"/>
                    <a:pt x="1104" y="4884"/>
                    <a:pt x="2458" y="4884"/>
                  </a:cubicBezTo>
                  <a:cubicBezTo>
                    <a:pt x="3782" y="4884"/>
                    <a:pt x="4884" y="3781"/>
                    <a:pt x="4884" y="2427"/>
                  </a:cubicBezTo>
                  <a:cubicBezTo>
                    <a:pt x="4853" y="1072"/>
                    <a:pt x="3782" y="1"/>
                    <a:pt x="245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18" name="Google Shape;8518;p70"/>
            <p:cNvSpPr/>
            <p:nvPr/>
          </p:nvSpPr>
          <p:spPr>
            <a:xfrm>
              <a:off x="3860400" y="3679375"/>
              <a:ext cx="260725" cy="173300"/>
            </a:xfrm>
            <a:custGeom>
              <a:avLst/>
              <a:gdLst/>
              <a:ahLst/>
              <a:cxnLst/>
              <a:rect l="l" t="t" r="r" b="b"/>
              <a:pathLst>
                <a:path w="10429" h="6932" extrusionOk="0">
                  <a:moveTo>
                    <a:pt x="2426" y="662"/>
                  </a:moveTo>
                  <a:cubicBezTo>
                    <a:pt x="2647" y="662"/>
                    <a:pt x="2804" y="819"/>
                    <a:pt x="2804" y="1008"/>
                  </a:cubicBezTo>
                  <a:cubicBezTo>
                    <a:pt x="2804" y="1197"/>
                    <a:pt x="2647" y="1355"/>
                    <a:pt x="2426" y="1355"/>
                  </a:cubicBezTo>
                  <a:lnTo>
                    <a:pt x="1733" y="1355"/>
                  </a:lnTo>
                  <a:cubicBezTo>
                    <a:pt x="1544" y="1355"/>
                    <a:pt x="1387" y="1197"/>
                    <a:pt x="1387" y="1008"/>
                  </a:cubicBezTo>
                  <a:cubicBezTo>
                    <a:pt x="1387" y="819"/>
                    <a:pt x="1544" y="662"/>
                    <a:pt x="1733" y="662"/>
                  </a:cubicBezTo>
                  <a:close/>
                  <a:moveTo>
                    <a:pt x="4537" y="662"/>
                  </a:moveTo>
                  <a:cubicBezTo>
                    <a:pt x="4726" y="662"/>
                    <a:pt x="4884" y="819"/>
                    <a:pt x="4884" y="1008"/>
                  </a:cubicBezTo>
                  <a:cubicBezTo>
                    <a:pt x="4884" y="1197"/>
                    <a:pt x="4695" y="1355"/>
                    <a:pt x="4537" y="1355"/>
                  </a:cubicBezTo>
                  <a:lnTo>
                    <a:pt x="3812" y="1355"/>
                  </a:lnTo>
                  <a:cubicBezTo>
                    <a:pt x="3623" y="1355"/>
                    <a:pt x="3466" y="1197"/>
                    <a:pt x="3466" y="1008"/>
                  </a:cubicBezTo>
                  <a:cubicBezTo>
                    <a:pt x="3466" y="819"/>
                    <a:pt x="3623" y="662"/>
                    <a:pt x="3812" y="662"/>
                  </a:cubicBezTo>
                  <a:close/>
                  <a:moveTo>
                    <a:pt x="6648" y="662"/>
                  </a:moveTo>
                  <a:cubicBezTo>
                    <a:pt x="6837" y="662"/>
                    <a:pt x="6994" y="819"/>
                    <a:pt x="6994" y="1008"/>
                  </a:cubicBezTo>
                  <a:cubicBezTo>
                    <a:pt x="6994" y="1197"/>
                    <a:pt x="6837" y="1355"/>
                    <a:pt x="6648" y="1355"/>
                  </a:cubicBezTo>
                  <a:lnTo>
                    <a:pt x="5955" y="1355"/>
                  </a:lnTo>
                  <a:cubicBezTo>
                    <a:pt x="5734" y="1355"/>
                    <a:pt x="5577" y="1197"/>
                    <a:pt x="5577" y="1008"/>
                  </a:cubicBezTo>
                  <a:cubicBezTo>
                    <a:pt x="5577" y="819"/>
                    <a:pt x="5734" y="662"/>
                    <a:pt x="5955" y="662"/>
                  </a:cubicBezTo>
                  <a:close/>
                  <a:moveTo>
                    <a:pt x="8727" y="662"/>
                  </a:moveTo>
                  <a:cubicBezTo>
                    <a:pt x="8948" y="662"/>
                    <a:pt x="9105" y="819"/>
                    <a:pt x="9105" y="1008"/>
                  </a:cubicBezTo>
                  <a:cubicBezTo>
                    <a:pt x="9105" y="1197"/>
                    <a:pt x="8948" y="1355"/>
                    <a:pt x="8727" y="1355"/>
                  </a:cubicBezTo>
                  <a:lnTo>
                    <a:pt x="8034" y="1355"/>
                  </a:lnTo>
                  <a:cubicBezTo>
                    <a:pt x="7845" y="1355"/>
                    <a:pt x="7688" y="1197"/>
                    <a:pt x="7688" y="1008"/>
                  </a:cubicBezTo>
                  <a:cubicBezTo>
                    <a:pt x="7688" y="819"/>
                    <a:pt x="7845" y="662"/>
                    <a:pt x="8034" y="662"/>
                  </a:cubicBezTo>
                  <a:close/>
                  <a:moveTo>
                    <a:pt x="2426" y="2080"/>
                  </a:moveTo>
                  <a:cubicBezTo>
                    <a:pt x="2647" y="2080"/>
                    <a:pt x="2804" y="2237"/>
                    <a:pt x="2804" y="2426"/>
                  </a:cubicBezTo>
                  <a:cubicBezTo>
                    <a:pt x="2804" y="2647"/>
                    <a:pt x="2647" y="2773"/>
                    <a:pt x="2426" y="2773"/>
                  </a:cubicBezTo>
                  <a:lnTo>
                    <a:pt x="1733" y="2773"/>
                  </a:lnTo>
                  <a:cubicBezTo>
                    <a:pt x="1544" y="2773"/>
                    <a:pt x="1387" y="2647"/>
                    <a:pt x="1387" y="2426"/>
                  </a:cubicBezTo>
                  <a:cubicBezTo>
                    <a:pt x="1387" y="2206"/>
                    <a:pt x="1544" y="2080"/>
                    <a:pt x="1733" y="2080"/>
                  </a:cubicBezTo>
                  <a:close/>
                  <a:moveTo>
                    <a:pt x="4537" y="2080"/>
                  </a:moveTo>
                  <a:cubicBezTo>
                    <a:pt x="4726" y="2080"/>
                    <a:pt x="4884" y="2237"/>
                    <a:pt x="4884" y="2426"/>
                  </a:cubicBezTo>
                  <a:cubicBezTo>
                    <a:pt x="4884" y="2647"/>
                    <a:pt x="4695" y="2773"/>
                    <a:pt x="4537" y="2773"/>
                  </a:cubicBezTo>
                  <a:lnTo>
                    <a:pt x="3812" y="2773"/>
                  </a:lnTo>
                  <a:cubicBezTo>
                    <a:pt x="3623" y="2773"/>
                    <a:pt x="3466" y="2647"/>
                    <a:pt x="3466" y="2426"/>
                  </a:cubicBezTo>
                  <a:cubicBezTo>
                    <a:pt x="3466" y="2206"/>
                    <a:pt x="3623" y="2080"/>
                    <a:pt x="3812" y="2080"/>
                  </a:cubicBezTo>
                  <a:close/>
                  <a:moveTo>
                    <a:pt x="6648" y="2080"/>
                  </a:moveTo>
                  <a:cubicBezTo>
                    <a:pt x="6837" y="2080"/>
                    <a:pt x="6994" y="2237"/>
                    <a:pt x="6994" y="2426"/>
                  </a:cubicBezTo>
                  <a:cubicBezTo>
                    <a:pt x="6994" y="2647"/>
                    <a:pt x="6837" y="2773"/>
                    <a:pt x="6648" y="2773"/>
                  </a:cubicBezTo>
                  <a:lnTo>
                    <a:pt x="5955" y="2773"/>
                  </a:lnTo>
                  <a:cubicBezTo>
                    <a:pt x="5734" y="2773"/>
                    <a:pt x="5577" y="2647"/>
                    <a:pt x="5577" y="2426"/>
                  </a:cubicBezTo>
                  <a:cubicBezTo>
                    <a:pt x="5577" y="2206"/>
                    <a:pt x="5734" y="2080"/>
                    <a:pt x="5955" y="2080"/>
                  </a:cubicBezTo>
                  <a:close/>
                  <a:moveTo>
                    <a:pt x="8727" y="2080"/>
                  </a:moveTo>
                  <a:cubicBezTo>
                    <a:pt x="8948" y="2080"/>
                    <a:pt x="9105" y="2237"/>
                    <a:pt x="9105" y="2426"/>
                  </a:cubicBezTo>
                  <a:cubicBezTo>
                    <a:pt x="9105" y="2647"/>
                    <a:pt x="8948" y="2773"/>
                    <a:pt x="8727" y="2773"/>
                  </a:cubicBezTo>
                  <a:lnTo>
                    <a:pt x="8034" y="2773"/>
                  </a:lnTo>
                  <a:cubicBezTo>
                    <a:pt x="7845" y="2773"/>
                    <a:pt x="7688" y="2647"/>
                    <a:pt x="7688" y="2426"/>
                  </a:cubicBezTo>
                  <a:cubicBezTo>
                    <a:pt x="7688" y="2206"/>
                    <a:pt x="7845" y="2080"/>
                    <a:pt x="8034" y="2080"/>
                  </a:cubicBezTo>
                  <a:close/>
                  <a:moveTo>
                    <a:pt x="2426" y="3466"/>
                  </a:moveTo>
                  <a:cubicBezTo>
                    <a:pt x="2647" y="3466"/>
                    <a:pt x="2804" y="3623"/>
                    <a:pt x="2804" y="3812"/>
                  </a:cubicBezTo>
                  <a:cubicBezTo>
                    <a:pt x="2804" y="4001"/>
                    <a:pt x="2647" y="4159"/>
                    <a:pt x="2426" y="4159"/>
                  </a:cubicBezTo>
                  <a:lnTo>
                    <a:pt x="1733" y="4159"/>
                  </a:lnTo>
                  <a:cubicBezTo>
                    <a:pt x="1544" y="4159"/>
                    <a:pt x="1387" y="4001"/>
                    <a:pt x="1387" y="3812"/>
                  </a:cubicBezTo>
                  <a:cubicBezTo>
                    <a:pt x="1387" y="3623"/>
                    <a:pt x="1544" y="3466"/>
                    <a:pt x="1733" y="3466"/>
                  </a:cubicBezTo>
                  <a:close/>
                  <a:moveTo>
                    <a:pt x="4537" y="3466"/>
                  </a:moveTo>
                  <a:cubicBezTo>
                    <a:pt x="4726" y="3466"/>
                    <a:pt x="4884" y="3623"/>
                    <a:pt x="4884" y="3812"/>
                  </a:cubicBezTo>
                  <a:cubicBezTo>
                    <a:pt x="4884" y="4001"/>
                    <a:pt x="4695" y="4159"/>
                    <a:pt x="4537" y="4159"/>
                  </a:cubicBezTo>
                  <a:lnTo>
                    <a:pt x="3812" y="4159"/>
                  </a:lnTo>
                  <a:cubicBezTo>
                    <a:pt x="3623" y="4159"/>
                    <a:pt x="3466" y="4001"/>
                    <a:pt x="3466" y="3812"/>
                  </a:cubicBezTo>
                  <a:cubicBezTo>
                    <a:pt x="3466" y="3623"/>
                    <a:pt x="3623" y="3466"/>
                    <a:pt x="3812" y="3466"/>
                  </a:cubicBezTo>
                  <a:close/>
                  <a:moveTo>
                    <a:pt x="6648" y="3466"/>
                  </a:moveTo>
                  <a:cubicBezTo>
                    <a:pt x="6837" y="3466"/>
                    <a:pt x="6994" y="3623"/>
                    <a:pt x="6994" y="3812"/>
                  </a:cubicBezTo>
                  <a:cubicBezTo>
                    <a:pt x="6994" y="4001"/>
                    <a:pt x="6837" y="4159"/>
                    <a:pt x="6648" y="4159"/>
                  </a:cubicBezTo>
                  <a:lnTo>
                    <a:pt x="5955" y="4159"/>
                  </a:lnTo>
                  <a:cubicBezTo>
                    <a:pt x="5734" y="4159"/>
                    <a:pt x="5577" y="4001"/>
                    <a:pt x="5577" y="3812"/>
                  </a:cubicBezTo>
                  <a:cubicBezTo>
                    <a:pt x="5577" y="3623"/>
                    <a:pt x="5734" y="3466"/>
                    <a:pt x="5955" y="3466"/>
                  </a:cubicBezTo>
                  <a:close/>
                  <a:moveTo>
                    <a:pt x="2426" y="4852"/>
                  </a:moveTo>
                  <a:cubicBezTo>
                    <a:pt x="2647" y="4852"/>
                    <a:pt x="2804" y="5010"/>
                    <a:pt x="2804" y="5199"/>
                  </a:cubicBezTo>
                  <a:cubicBezTo>
                    <a:pt x="2804" y="5388"/>
                    <a:pt x="2647" y="5545"/>
                    <a:pt x="2426" y="5545"/>
                  </a:cubicBezTo>
                  <a:lnTo>
                    <a:pt x="1733" y="5545"/>
                  </a:lnTo>
                  <a:cubicBezTo>
                    <a:pt x="1544" y="5545"/>
                    <a:pt x="1387" y="5388"/>
                    <a:pt x="1387" y="5199"/>
                  </a:cubicBezTo>
                  <a:cubicBezTo>
                    <a:pt x="1387" y="5010"/>
                    <a:pt x="1544" y="4852"/>
                    <a:pt x="1733" y="4852"/>
                  </a:cubicBezTo>
                  <a:close/>
                  <a:moveTo>
                    <a:pt x="4537" y="4852"/>
                  </a:moveTo>
                  <a:cubicBezTo>
                    <a:pt x="4726" y="4852"/>
                    <a:pt x="4884" y="5010"/>
                    <a:pt x="4884" y="5199"/>
                  </a:cubicBezTo>
                  <a:cubicBezTo>
                    <a:pt x="4884" y="5388"/>
                    <a:pt x="4695" y="5545"/>
                    <a:pt x="4537" y="5545"/>
                  </a:cubicBezTo>
                  <a:lnTo>
                    <a:pt x="3812" y="5545"/>
                  </a:lnTo>
                  <a:cubicBezTo>
                    <a:pt x="3623" y="5545"/>
                    <a:pt x="3466" y="5388"/>
                    <a:pt x="3466" y="5199"/>
                  </a:cubicBezTo>
                  <a:cubicBezTo>
                    <a:pt x="3466" y="5010"/>
                    <a:pt x="3623" y="4852"/>
                    <a:pt x="3812" y="4852"/>
                  </a:cubicBezTo>
                  <a:close/>
                  <a:moveTo>
                    <a:pt x="0" y="0"/>
                  </a:moveTo>
                  <a:lnTo>
                    <a:pt x="0" y="5892"/>
                  </a:lnTo>
                  <a:cubicBezTo>
                    <a:pt x="0" y="6459"/>
                    <a:pt x="473" y="6931"/>
                    <a:pt x="1071" y="6931"/>
                  </a:cubicBezTo>
                  <a:lnTo>
                    <a:pt x="6490" y="6931"/>
                  </a:lnTo>
                  <a:cubicBezTo>
                    <a:pt x="6364" y="6616"/>
                    <a:pt x="6301" y="6270"/>
                    <a:pt x="6301" y="5892"/>
                  </a:cubicBezTo>
                  <a:cubicBezTo>
                    <a:pt x="6301" y="5797"/>
                    <a:pt x="6333" y="5671"/>
                    <a:pt x="6333" y="5545"/>
                  </a:cubicBezTo>
                  <a:lnTo>
                    <a:pt x="5955" y="5545"/>
                  </a:lnTo>
                  <a:cubicBezTo>
                    <a:pt x="5734" y="5545"/>
                    <a:pt x="5577" y="5388"/>
                    <a:pt x="5577" y="5199"/>
                  </a:cubicBezTo>
                  <a:cubicBezTo>
                    <a:pt x="5577" y="5010"/>
                    <a:pt x="5734" y="4852"/>
                    <a:pt x="5955" y="4852"/>
                  </a:cubicBezTo>
                  <a:lnTo>
                    <a:pt x="6490" y="4852"/>
                  </a:lnTo>
                  <a:cubicBezTo>
                    <a:pt x="6931" y="3623"/>
                    <a:pt x="8066" y="2741"/>
                    <a:pt x="9420" y="2741"/>
                  </a:cubicBezTo>
                  <a:cubicBezTo>
                    <a:pt x="9767" y="2741"/>
                    <a:pt x="10113" y="2836"/>
                    <a:pt x="10428" y="2962"/>
                  </a:cubicBezTo>
                  <a:lnTo>
                    <a:pt x="10428"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19" name="Google Shape;8519;p70"/>
            <p:cNvSpPr/>
            <p:nvPr/>
          </p:nvSpPr>
          <p:spPr>
            <a:xfrm>
              <a:off x="3859600" y="3591950"/>
              <a:ext cx="261525" cy="70900"/>
            </a:xfrm>
            <a:custGeom>
              <a:avLst/>
              <a:gdLst/>
              <a:ahLst/>
              <a:cxnLst/>
              <a:rect l="l" t="t" r="r" b="b"/>
              <a:pathLst>
                <a:path w="10461" h="2836" extrusionOk="0">
                  <a:moveTo>
                    <a:pt x="1734" y="0"/>
                  </a:moveTo>
                  <a:cubicBezTo>
                    <a:pt x="1513" y="0"/>
                    <a:pt x="1356" y="158"/>
                    <a:pt x="1356" y="347"/>
                  </a:cubicBezTo>
                  <a:lnTo>
                    <a:pt x="1356" y="693"/>
                  </a:lnTo>
                  <a:lnTo>
                    <a:pt x="1009" y="693"/>
                  </a:lnTo>
                  <a:cubicBezTo>
                    <a:pt x="410" y="693"/>
                    <a:pt x="1" y="1166"/>
                    <a:pt x="1" y="1733"/>
                  </a:cubicBezTo>
                  <a:lnTo>
                    <a:pt x="1" y="2836"/>
                  </a:lnTo>
                  <a:lnTo>
                    <a:pt x="10429" y="2836"/>
                  </a:lnTo>
                  <a:lnTo>
                    <a:pt x="10429" y="1733"/>
                  </a:lnTo>
                  <a:lnTo>
                    <a:pt x="10460" y="1733"/>
                  </a:lnTo>
                  <a:cubicBezTo>
                    <a:pt x="10460" y="1134"/>
                    <a:pt x="9988" y="693"/>
                    <a:pt x="9421" y="693"/>
                  </a:cubicBezTo>
                  <a:lnTo>
                    <a:pt x="9074" y="693"/>
                  </a:lnTo>
                  <a:lnTo>
                    <a:pt x="9074" y="347"/>
                  </a:lnTo>
                  <a:cubicBezTo>
                    <a:pt x="9074" y="158"/>
                    <a:pt x="8917" y="0"/>
                    <a:pt x="8728" y="0"/>
                  </a:cubicBezTo>
                  <a:cubicBezTo>
                    <a:pt x="8539" y="0"/>
                    <a:pt x="8381" y="158"/>
                    <a:pt x="8381" y="347"/>
                  </a:cubicBezTo>
                  <a:lnTo>
                    <a:pt x="8381" y="693"/>
                  </a:lnTo>
                  <a:lnTo>
                    <a:pt x="6995" y="693"/>
                  </a:lnTo>
                  <a:lnTo>
                    <a:pt x="6995" y="347"/>
                  </a:lnTo>
                  <a:cubicBezTo>
                    <a:pt x="6995" y="158"/>
                    <a:pt x="6837" y="0"/>
                    <a:pt x="6648" y="0"/>
                  </a:cubicBezTo>
                  <a:cubicBezTo>
                    <a:pt x="6459" y="0"/>
                    <a:pt x="6302" y="158"/>
                    <a:pt x="6302" y="347"/>
                  </a:cubicBezTo>
                  <a:lnTo>
                    <a:pt x="6302" y="693"/>
                  </a:lnTo>
                  <a:lnTo>
                    <a:pt x="4159" y="693"/>
                  </a:lnTo>
                  <a:lnTo>
                    <a:pt x="4159" y="347"/>
                  </a:lnTo>
                  <a:cubicBezTo>
                    <a:pt x="4159" y="158"/>
                    <a:pt x="4002" y="0"/>
                    <a:pt x="3813" y="0"/>
                  </a:cubicBezTo>
                  <a:cubicBezTo>
                    <a:pt x="3624" y="0"/>
                    <a:pt x="3466" y="158"/>
                    <a:pt x="3466" y="347"/>
                  </a:cubicBezTo>
                  <a:lnTo>
                    <a:pt x="3466" y="693"/>
                  </a:lnTo>
                  <a:lnTo>
                    <a:pt x="2080" y="693"/>
                  </a:lnTo>
                  <a:lnTo>
                    <a:pt x="2080" y="347"/>
                  </a:lnTo>
                  <a:cubicBezTo>
                    <a:pt x="2080" y="158"/>
                    <a:pt x="1923" y="0"/>
                    <a:pt x="173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520" name="Google Shape;8520;p70"/>
          <p:cNvGrpSpPr/>
          <p:nvPr/>
        </p:nvGrpSpPr>
        <p:grpSpPr>
          <a:xfrm>
            <a:off x="7091937" y="5076249"/>
            <a:ext cx="466772" cy="466772"/>
            <a:chOff x="3860400" y="3955025"/>
            <a:chExt cx="296175" cy="296175"/>
          </a:xfrm>
        </p:grpSpPr>
        <p:sp>
          <p:nvSpPr>
            <p:cNvPr id="8521" name="Google Shape;8521;p70"/>
            <p:cNvSpPr/>
            <p:nvPr/>
          </p:nvSpPr>
          <p:spPr>
            <a:xfrm>
              <a:off x="3973825" y="3955025"/>
              <a:ext cx="68525" cy="68550"/>
            </a:xfrm>
            <a:custGeom>
              <a:avLst/>
              <a:gdLst/>
              <a:ahLst/>
              <a:cxnLst/>
              <a:rect l="l" t="t" r="r" b="b"/>
              <a:pathLst>
                <a:path w="2741" h="2742" extrusionOk="0">
                  <a:moveTo>
                    <a:pt x="1355" y="1"/>
                  </a:moveTo>
                  <a:cubicBezTo>
                    <a:pt x="630" y="1"/>
                    <a:pt x="0" y="631"/>
                    <a:pt x="0" y="1387"/>
                  </a:cubicBezTo>
                  <a:cubicBezTo>
                    <a:pt x="0" y="2112"/>
                    <a:pt x="630" y="2742"/>
                    <a:pt x="1355" y="2742"/>
                  </a:cubicBezTo>
                  <a:cubicBezTo>
                    <a:pt x="2111" y="2742"/>
                    <a:pt x="2741" y="2112"/>
                    <a:pt x="2741" y="1387"/>
                  </a:cubicBezTo>
                  <a:cubicBezTo>
                    <a:pt x="2741" y="631"/>
                    <a:pt x="2142" y="1"/>
                    <a:pt x="135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22" name="Google Shape;8522;p70"/>
            <p:cNvSpPr/>
            <p:nvPr/>
          </p:nvSpPr>
          <p:spPr>
            <a:xfrm>
              <a:off x="3947025" y="4021975"/>
              <a:ext cx="122125" cy="71700"/>
            </a:xfrm>
            <a:custGeom>
              <a:avLst/>
              <a:gdLst/>
              <a:ahLst/>
              <a:cxnLst/>
              <a:rect l="l" t="t" r="r" b="b"/>
              <a:pathLst>
                <a:path w="4885" h="2868" extrusionOk="0">
                  <a:moveTo>
                    <a:pt x="820" y="1"/>
                  </a:moveTo>
                  <a:cubicBezTo>
                    <a:pt x="316" y="442"/>
                    <a:pt x="1" y="1104"/>
                    <a:pt x="1" y="1797"/>
                  </a:cubicBezTo>
                  <a:lnTo>
                    <a:pt x="1" y="2521"/>
                  </a:lnTo>
                  <a:cubicBezTo>
                    <a:pt x="1" y="2710"/>
                    <a:pt x="158" y="2868"/>
                    <a:pt x="347" y="2868"/>
                  </a:cubicBezTo>
                  <a:lnTo>
                    <a:pt x="4506" y="2868"/>
                  </a:lnTo>
                  <a:cubicBezTo>
                    <a:pt x="4727" y="2868"/>
                    <a:pt x="4884" y="2710"/>
                    <a:pt x="4884" y="2521"/>
                  </a:cubicBezTo>
                  <a:lnTo>
                    <a:pt x="4884" y="1860"/>
                  </a:lnTo>
                  <a:cubicBezTo>
                    <a:pt x="4884" y="1135"/>
                    <a:pt x="4569" y="473"/>
                    <a:pt x="4034" y="32"/>
                  </a:cubicBezTo>
                  <a:cubicBezTo>
                    <a:pt x="3655" y="473"/>
                    <a:pt x="3120" y="788"/>
                    <a:pt x="2427" y="788"/>
                  </a:cubicBezTo>
                  <a:cubicBezTo>
                    <a:pt x="1797" y="788"/>
                    <a:pt x="1198" y="473"/>
                    <a:pt x="82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23" name="Google Shape;8523;p70"/>
            <p:cNvSpPr/>
            <p:nvPr/>
          </p:nvSpPr>
          <p:spPr>
            <a:xfrm>
              <a:off x="4086450" y="4145650"/>
              <a:ext cx="70125" cy="104775"/>
            </a:xfrm>
            <a:custGeom>
              <a:avLst/>
              <a:gdLst/>
              <a:ahLst/>
              <a:cxnLst/>
              <a:rect l="l" t="t" r="r" b="b"/>
              <a:pathLst>
                <a:path w="2805" h="4191" extrusionOk="0">
                  <a:moveTo>
                    <a:pt x="0" y="0"/>
                  </a:moveTo>
                  <a:lnTo>
                    <a:pt x="0" y="4190"/>
                  </a:lnTo>
                  <a:lnTo>
                    <a:pt x="2458" y="4190"/>
                  </a:lnTo>
                  <a:cubicBezTo>
                    <a:pt x="2647" y="4190"/>
                    <a:pt x="2804" y="4033"/>
                    <a:pt x="2804" y="3844"/>
                  </a:cubicBezTo>
                  <a:lnTo>
                    <a:pt x="2804" y="315"/>
                  </a:lnTo>
                  <a:cubicBezTo>
                    <a:pt x="2773" y="158"/>
                    <a:pt x="2647" y="0"/>
                    <a:pt x="245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24" name="Google Shape;8524;p70"/>
            <p:cNvSpPr/>
            <p:nvPr/>
          </p:nvSpPr>
          <p:spPr>
            <a:xfrm>
              <a:off x="3860400" y="4180300"/>
              <a:ext cx="70125" cy="70125"/>
            </a:xfrm>
            <a:custGeom>
              <a:avLst/>
              <a:gdLst/>
              <a:ahLst/>
              <a:cxnLst/>
              <a:rect l="l" t="t" r="r" b="b"/>
              <a:pathLst>
                <a:path w="2805" h="2805" extrusionOk="0">
                  <a:moveTo>
                    <a:pt x="347" y="0"/>
                  </a:moveTo>
                  <a:cubicBezTo>
                    <a:pt x="158" y="0"/>
                    <a:pt x="0" y="189"/>
                    <a:pt x="0" y="347"/>
                  </a:cubicBezTo>
                  <a:lnTo>
                    <a:pt x="0" y="2458"/>
                  </a:lnTo>
                  <a:cubicBezTo>
                    <a:pt x="0" y="2678"/>
                    <a:pt x="158" y="2804"/>
                    <a:pt x="347" y="2804"/>
                  </a:cubicBezTo>
                  <a:lnTo>
                    <a:pt x="2804" y="2804"/>
                  </a:lnTo>
                  <a:lnTo>
                    <a:pt x="280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25" name="Google Shape;8525;p70"/>
            <p:cNvSpPr/>
            <p:nvPr/>
          </p:nvSpPr>
          <p:spPr>
            <a:xfrm>
              <a:off x="3947025" y="4111775"/>
              <a:ext cx="122125" cy="139425"/>
            </a:xfrm>
            <a:custGeom>
              <a:avLst/>
              <a:gdLst/>
              <a:ahLst/>
              <a:cxnLst/>
              <a:rect l="l" t="t" r="r" b="b"/>
              <a:pathLst>
                <a:path w="4885" h="5577" extrusionOk="0">
                  <a:moveTo>
                    <a:pt x="2466" y="1377"/>
                  </a:moveTo>
                  <a:cubicBezTo>
                    <a:pt x="2522" y="1377"/>
                    <a:pt x="2582" y="1392"/>
                    <a:pt x="2647" y="1418"/>
                  </a:cubicBezTo>
                  <a:cubicBezTo>
                    <a:pt x="2742" y="1450"/>
                    <a:pt x="2836" y="1607"/>
                    <a:pt x="2836" y="1733"/>
                  </a:cubicBezTo>
                  <a:lnTo>
                    <a:pt x="2836" y="3497"/>
                  </a:lnTo>
                  <a:lnTo>
                    <a:pt x="3183" y="3497"/>
                  </a:lnTo>
                  <a:cubicBezTo>
                    <a:pt x="3372" y="3497"/>
                    <a:pt x="3529" y="3655"/>
                    <a:pt x="3529" y="3844"/>
                  </a:cubicBezTo>
                  <a:cubicBezTo>
                    <a:pt x="3529" y="4033"/>
                    <a:pt x="3340" y="4159"/>
                    <a:pt x="3151" y="4159"/>
                  </a:cubicBezTo>
                  <a:lnTo>
                    <a:pt x="1765" y="4159"/>
                  </a:lnTo>
                  <a:cubicBezTo>
                    <a:pt x="1576" y="4159"/>
                    <a:pt x="1419" y="4002"/>
                    <a:pt x="1419" y="3812"/>
                  </a:cubicBezTo>
                  <a:cubicBezTo>
                    <a:pt x="1419" y="3623"/>
                    <a:pt x="1576" y="3466"/>
                    <a:pt x="1765" y="3466"/>
                  </a:cubicBezTo>
                  <a:lnTo>
                    <a:pt x="2112" y="3466"/>
                  </a:lnTo>
                  <a:lnTo>
                    <a:pt x="2112" y="2552"/>
                  </a:lnTo>
                  <a:lnTo>
                    <a:pt x="1986" y="2678"/>
                  </a:lnTo>
                  <a:cubicBezTo>
                    <a:pt x="1938" y="2726"/>
                    <a:pt x="1852" y="2749"/>
                    <a:pt x="1765" y="2749"/>
                  </a:cubicBezTo>
                  <a:cubicBezTo>
                    <a:pt x="1679" y="2749"/>
                    <a:pt x="1592" y="2726"/>
                    <a:pt x="1545" y="2678"/>
                  </a:cubicBezTo>
                  <a:cubicBezTo>
                    <a:pt x="1419" y="2552"/>
                    <a:pt x="1419" y="2300"/>
                    <a:pt x="1545" y="2206"/>
                  </a:cubicBezTo>
                  <a:lnTo>
                    <a:pt x="2238" y="1481"/>
                  </a:lnTo>
                  <a:cubicBezTo>
                    <a:pt x="2312" y="1407"/>
                    <a:pt x="2385" y="1377"/>
                    <a:pt x="2466" y="1377"/>
                  </a:cubicBezTo>
                  <a:close/>
                  <a:moveTo>
                    <a:pt x="347" y="0"/>
                  </a:moveTo>
                  <a:cubicBezTo>
                    <a:pt x="158" y="0"/>
                    <a:pt x="1" y="158"/>
                    <a:pt x="1" y="347"/>
                  </a:cubicBezTo>
                  <a:lnTo>
                    <a:pt x="1" y="5577"/>
                  </a:lnTo>
                  <a:lnTo>
                    <a:pt x="4853" y="5577"/>
                  </a:lnTo>
                  <a:cubicBezTo>
                    <a:pt x="4884" y="3245"/>
                    <a:pt x="4884" y="2678"/>
                    <a:pt x="4884" y="347"/>
                  </a:cubicBezTo>
                  <a:cubicBezTo>
                    <a:pt x="4884" y="158"/>
                    <a:pt x="4727" y="0"/>
                    <a:pt x="453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526" name="Google Shape;8526;p70"/>
          <p:cNvGrpSpPr/>
          <p:nvPr/>
        </p:nvGrpSpPr>
        <p:grpSpPr>
          <a:xfrm>
            <a:off x="10045556" y="3844779"/>
            <a:ext cx="474219" cy="465511"/>
            <a:chOff x="5716825" y="3235950"/>
            <a:chExt cx="300900" cy="295375"/>
          </a:xfrm>
        </p:grpSpPr>
        <p:sp>
          <p:nvSpPr>
            <p:cNvPr id="8527" name="Google Shape;8527;p70"/>
            <p:cNvSpPr/>
            <p:nvPr/>
          </p:nvSpPr>
          <p:spPr>
            <a:xfrm>
              <a:off x="5716825" y="3309975"/>
              <a:ext cx="137075" cy="146525"/>
            </a:xfrm>
            <a:custGeom>
              <a:avLst/>
              <a:gdLst/>
              <a:ahLst/>
              <a:cxnLst/>
              <a:rect l="l" t="t" r="r" b="b"/>
              <a:pathLst>
                <a:path w="5483" h="5861" extrusionOk="0">
                  <a:moveTo>
                    <a:pt x="2584" y="1"/>
                  </a:moveTo>
                  <a:lnTo>
                    <a:pt x="410" y="2206"/>
                  </a:lnTo>
                  <a:cubicBezTo>
                    <a:pt x="1" y="2615"/>
                    <a:pt x="1" y="3277"/>
                    <a:pt x="410" y="3655"/>
                  </a:cubicBezTo>
                  <a:lnTo>
                    <a:pt x="2584" y="5860"/>
                  </a:lnTo>
                  <a:lnTo>
                    <a:pt x="3781" y="4632"/>
                  </a:lnTo>
                  <a:cubicBezTo>
                    <a:pt x="3844" y="4584"/>
                    <a:pt x="3939" y="4561"/>
                    <a:pt x="4029" y="4561"/>
                  </a:cubicBezTo>
                  <a:cubicBezTo>
                    <a:pt x="4120" y="4561"/>
                    <a:pt x="4206" y="4584"/>
                    <a:pt x="4254" y="4632"/>
                  </a:cubicBezTo>
                  <a:lnTo>
                    <a:pt x="4726" y="5104"/>
                  </a:lnTo>
                  <a:cubicBezTo>
                    <a:pt x="4789" y="5167"/>
                    <a:pt x="4884" y="5199"/>
                    <a:pt x="4974" y="5199"/>
                  </a:cubicBezTo>
                  <a:cubicBezTo>
                    <a:pt x="5065" y="5199"/>
                    <a:pt x="5152" y="5167"/>
                    <a:pt x="5199" y="5104"/>
                  </a:cubicBezTo>
                  <a:cubicBezTo>
                    <a:pt x="5325" y="5010"/>
                    <a:pt x="5325" y="4758"/>
                    <a:pt x="5199" y="4632"/>
                  </a:cubicBezTo>
                  <a:lnTo>
                    <a:pt x="4726" y="4159"/>
                  </a:lnTo>
                  <a:cubicBezTo>
                    <a:pt x="4632" y="4065"/>
                    <a:pt x="4632" y="3813"/>
                    <a:pt x="4726" y="3687"/>
                  </a:cubicBezTo>
                  <a:lnTo>
                    <a:pt x="5482" y="2962"/>
                  </a:lnTo>
                  <a:lnTo>
                    <a:pt x="5010" y="2489"/>
                  </a:lnTo>
                  <a:lnTo>
                    <a:pt x="4789" y="2710"/>
                  </a:lnTo>
                  <a:cubicBezTo>
                    <a:pt x="4584" y="2915"/>
                    <a:pt x="4317" y="3017"/>
                    <a:pt x="4049" y="3017"/>
                  </a:cubicBezTo>
                  <a:cubicBezTo>
                    <a:pt x="3781" y="3017"/>
                    <a:pt x="3513" y="2915"/>
                    <a:pt x="3309" y="2710"/>
                  </a:cubicBezTo>
                  <a:cubicBezTo>
                    <a:pt x="2930" y="2332"/>
                    <a:pt x="2930" y="1670"/>
                    <a:pt x="3309" y="1261"/>
                  </a:cubicBezTo>
                  <a:lnTo>
                    <a:pt x="3561" y="1040"/>
                  </a:lnTo>
                  <a:lnTo>
                    <a:pt x="258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28" name="Google Shape;8528;p70"/>
            <p:cNvSpPr/>
            <p:nvPr/>
          </p:nvSpPr>
          <p:spPr>
            <a:xfrm>
              <a:off x="5794025" y="3235950"/>
              <a:ext cx="145725" cy="133900"/>
            </a:xfrm>
            <a:custGeom>
              <a:avLst/>
              <a:gdLst/>
              <a:ahLst/>
              <a:cxnLst/>
              <a:rect l="l" t="t" r="r" b="b"/>
              <a:pathLst>
                <a:path w="5829" h="5356" extrusionOk="0">
                  <a:moveTo>
                    <a:pt x="2926" y="0"/>
                  </a:moveTo>
                  <a:cubicBezTo>
                    <a:pt x="2662" y="0"/>
                    <a:pt x="2394" y="95"/>
                    <a:pt x="2205" y="284"/>
                  </a:cubicBezTo>
                  <a:lnTo>
                    <a:pt x="0" y="2457"/>
                  </a:lnTo>
                  <a:lnTo>
                    <a:pt x="1229" y="3686"/>
                  </a:lnTo>
                  <a:cubicBezTo>
                    <a:pt x="1323" y="3781"/>
                    <a:pt x="1323" y="4033"/>
                    <a:pt x="1229" y="4127"/>
                  </a:cubicBezTo>
                  <a:lnTo>
                    <a:pt x="725" y="4600"/>
                  </a:lnTo>
                  <a:cubicBezTo>
                    <a:pt x="630" y="4726"/>
                    <a:pt x="630" y="4978"/>
                    <a:pt x="725" y="5072"/>
                  </a:cubicBezTo>
                  <a:cubicBezTo>
                    <a:pt x="788" y="5135"/>
                    <a:pt x="882" y="5167"/>
                    <a:pt x="977" y="5167"/>
                  </a:cubicBezTo>
                  <a:cubicBezTo>
                    <a:pt x="1071" y="5167"/>
                    <a:pt x="1166" y="5135"/>
                    <a:pt x="1229" y="5072"/>
                  </a:cubicBezTo>
                  <a:lnTo>
                    <a:pt x="1701" y="4600"/>
                  </a:lnTo>
                  <a:cubicBezTo>
                    <a:pt x="1749" y="4553"/>
                    <a:pt x="1835" y="4529"/>
                    <a:pt x="1926" y="4529"/>
                  </a:cubicBezTo>
                  <a:cubicBezTo>
                    <a:pt x="2016" y="4529"/>
                    <a:pt x="2111" y="4553"/>
                    <a:pt x="2174" y="4600"/>
                  </a:cubicBezTo>
                  <a:lnTo>
                    <a:pt x="2898" y="5356"/>
                  </a:lnTo>
                  <a:lnTo>
                    <a:pt x="3371" y="4883"/>
                  </a:lnTo>
                  <a:lnTo>
                    <a:pt x="3151" y="4663"/>
                  </a:lnTo>
                  <a:cubicBezTo>
                    <a:pt x="2741" y="4253"/>
                    <a:pt x="2741" y="3592"/>
                    <a:pt x="3151" y="3214"/>
                  </a:cubicBezTo>
                  <a:cubicBezTo>
                    <a:pt x="3340" y="3009"/>
                    <a:pt x="3607" y="2906"/>
                    <a:pt x="3875" y="2906"/>
                  </a:cubicBezTo>
                  <a:cubicBezTo>
                    <a:pt x="4143" y="2906"/>
                    <a:pt x="4411" y="3009"/>
                    <a:pt x="4600" y="3214"/>
                  </a:cubicBezTo>
                  <a:lnTo>
                    <a:pt x="4852" y="3434"/>
                  </a:lnTo>
                  <a:lnTo>
                    <a:pt x="5828" y="2457"/>
                  </a:lnTo>
                  <a:lnTo>
                    <a:pt x="3623" y="284"/>
                  </a:lnTo>
                  <a:cubicBezTo>
                    <a:pt x="3450" y="95"/>
                    <a:pt x="3190" y="0"/>
                    <a:pt x="292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29" name="Google Shape;8529;p70"/>
            <p:cNvSpPr/>
            <p:nvPr/>
          </p:nvSpPr>
          <p:spPr>
            <a:xfrm>
              <a:off x="5880650" y="3309975"/>
              <a:ext cx="137075" cy="145725"/>
            </a:xfrm>
            <a:custGeom>
              <a:avLst/>
              <a:gdLst/>
              <a:ahLst/>
              <a:cxnLst/>
              <a:rect l="l" t="t" r="r" b="b"/>
              <a:pathLst>
                <a:path w="5483" h="5829" extrusionOk="0">
                  <a:moveTo>
                    <a:pt x="2899" y="1"/>
                  </a:moveTo>
                  <a:lnTo>
                    <a:pt x="1702" y="1229"/>
                  </a:lnTo>
                  <a:cubicBezTo>
                    <a:pt x="1639" y="1292"/>
                    <a:pt x="1544" y="1324"/>
                    <a:pt x="1450" y="1324"/>
                  </a:cubicBezTo>
                  <a:cubicBezTo>
                    <a:pt x="1355" y="1324"/>
                    <a:pt x="1261" y="1292"/>
                    <a:pt x="1198" y="1229"/>
                  </a:cubicBezTo>
                  <a:lnTo>
                    <a:pt x="725" y="757"/>
                  </a:lnTo>
                  <a:cubicBezTo>
                    <a:pt x="678" y="694"/>
                    <a:pt x="591" y="662"/>
                    <a:pt x="501" y="662"/>
                  </a:cubicBezTo>
                  <a:cubicBezTo>
                    <a:pt x="410" y="662"/>
                    <a:pt x="316" y="694"/>
                    <a:pt x="253" y="757"/>
                  </a:cubicBezTo>
                  <a:cubicBezTo>
                    <a:pt x="158" y="883"/>
                    <a:pt x="158" y="1103"/>
                    <a:pt x="253" y="1229"/>
                  </a:cubicBezTo>
                  <a:lnTo>
                    <a:pt x="725" y="1702"/>
                  </a:lnTo>
                  <a:cubicBezTo>
                    <a:pt x="851" y="1828"/>
                    <a:pt x="851" y="2048"/>
                    <a:pt x="725" y="2174"/>
                  </a:cubicBezTo>
                  <a:lnTo>
                    <a:pt x="1" y="2899"/>
                  </a:lnTo>
                  <a:lnTo>
                    <a:pt x="473" y="3372"/>
                  </a:lnTo>
                  <a:lnTo>
                    <a:pt x="694" y="3151"/>
                  </a:lnTo>
                  <a:cubicBezTo>
                    <a:pt x="898" y="2946"/>
                    <a:pt x="1166" y="2844"/>
                    <a:pt x="1434" y="2844"/>
                  </a:cubicBezTo>
                  <a:cubicBezTo>
                    <a:pt x="1702" y="2844"/>
                    <a:pt x="1970" y="2946"/>
                    <a:pt x="2174" y="3151"/>
                  </a:cubicBezTo>
                  <a:cubicBezTo>
                    <a:pt x="2552" y="3529"/>
                    <a:pt x="2552" y="4222"/>
                    <a:pt x="2174" y="4600"/>
                  </a:cubicBezTo>
                  <a:lnTo>
                    <a:pt x="1922" y="4852"/>
                  </a:lnTo>
                  <a:lnTo>
                    <a:pt x="2899" y="5829"/>
                  </a:lnTo>
                  <a:lnTo>
                    <a:pt x="5073" y="3655"/>
                  </a:lnTo>
                  <a:cubicBezTo>
                    <a:pt x="5482" y="3277"/>
                    <a:pt x="5482" y="2615"/>
                    <a:pt x="5073" y="2206"/>
                  </a:cubicBezTo>
                  <a:lnTo>
                    <a:pt x="289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30" name="Google Shape;8530;p70"/>
            <p:cNvSpPr/>
            <p:nvPr/>
          </p:nvSpPr>
          <p:spPr>
            <a:xfrm>
              <a:off x="5794025" y="3396625"/>
              <a:ext cx="147300" cy="134700"/>
            </a:xfrm>
            <a:custGeom>
              <a:avLst/>
              <a:gdLst/>
              <a:ahLst/>
              <a:cxnLst/>
              <a:rect l="l" t="t" r="r" b="b"/>
              <a:pathLst>
                <a:path w="5892" h="5388" extrusionOk="0">
                  <a:moveTo>
                    <a:pt x="2993" y="0"/>
                  </a:moveTo>
                  <a:lnTo>
                    <a:pt x="2520" y="473"/>
                  </a:lnTo>
                  <a:lnTo>
                    <a:pt x="2741" y="725"/>
                  </a:lnTo>
                  <a:cubicBezTo>
                    <a:pt x="3151" y="1103"/>
                    <a:pt x="3151" y="1764"/>
                    <a:pt x="2741" y="2174"/>
                  </a:cubicBezTo>
                  <a:cubicBezTo>
                    <a:pt x="2505" y="2363"/>
                    <a:pt x="2221" y="2457"/>
                    <a:pt x="1949" y="2457"/>
                  </a:cubicBezTo>
                  <a:cubicBezTo>
                    <a:pt x="1678" y="2457"/>
                    <a:pt x="1418" y="2363"/>
                    <a:pt x="1229" y="2174"/>
                  </a:cubicBezTo>
                  <a:lnTo>
                    <a:pt x="977" y="1922"/>
                  </a:lnTo>
                  <a:lnTo>
                    <a:pt x="0" y="2930"/>
                  </a:lnTo>
                  <a:lnTo>
                    <a:pt x="2205" y="5072"/>
                  </a:lnTo>
                  <a:cubicBezTo>
                    <a:pt x="2394" y="5293"/>
                    <a:pt x="2678" y="5387"/>
                    <a:pt x="2930" y="5387"/>
                  </a:cubicBezTo>
                  <a:cubicBezTo>
                    <a:pt x="3214" y="5387"/>
                    <a:pt x="3497" y="5293"/>
                    <a:pt x="3686" y="5072"/>
                  </a:cubicBezTo>
                  <a:lnTo>
                    <a:pt x="5891" y="2930"/>
                  </a:lnTo>
                  <a:lnTo>
                    <a:pt x="4663" y="1701"/>
                  </a:lnTo>
                  <a:cubicBezTo>
                    <a:pt x="4568" y="1575"/>
                    <a:pt x="4568" y="1355"/>
                    <a:pt x="4663" y="1229"/>
                  </a:cubicBezTo>
                  <a:lnTo>
                    <a:pt x="5167" y="756"/>
                  </a:lnTo>
                  <a:cubicBezTo>
                    <a:pt x="5261" y="630"/>
                    <a:pt x="5261" y="410"/>
                    <a:pt x="5167" y="284"/>
                  </a:cubicBezTo>
                  <a:cubicBezTo>
                    <a:pt x="5104" y="221"/>
                    <a:pt x="5009" y="189"/>
                    <a:pt x="4915" y="189"/>
                  </a:cubicBezTo>
                  <a:cubicBezTo>
                    <a:pt x="4820" y="189"/>
                    <a:pt x="4726" y="221"/>
                    <a:pt x="4663" y="284"/>
                  </a:cubicBezTo>
                  <a:lnTo>
                    <a:pt x="4190" y="756"/>
                  </a:lnTo>
                  <a:cubicBezTo>
                    <a:pt x="4143" y="819"/>
                    <a:pt x="4056" y="851"/>
                    <a:pt x="3966" y="851"/>
                  </a:cubicBezTo>
                  <a:cubicBezTo>
                    <a:pt x="3875" y="851"/>
                    <a:pt x="3781" y="819"/>
                    <a:pt x="3718" y="756"/>
                  </a:cubicBezTo>
                  <a:lnTo>
                    <a:pt x="299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531" name="Google Shape;8531;p70"/>
          <p:cNvGrpSpPr/>
          <p:nvPr/>
        </p:nvGrpSpPr>
        <p:grpSpPr>
          <a:xfrm>
            <a:off x="10062933" y="4456364"/>
            <a:ext cx="439468" cy="436985"/>
            <a:chOff x="5727850" y="3609275"/>
            <a:chExt cx="278850" cy="277275"/>
          </a:xfrm>
        </p:grpSpPr>
        <p:sp>
          <p:nvSpPr>
            <p:cNvPr id="8532" name="Google Shape;8532;p70"/>
            <p:cNvSpPr/>
            <p:nvPr/>
          </p:nvSpPr>
          <p:spPr>
            <a:xfrm>
              <a:off x="5884600" y="3765225"/>
              <a:ext cx="122100" cy="121325"/>
            </a:xfrm>
            <a:custGeom>
              <a:avLst/>
              <a:gdLst/>
              <a:ahLst/>
              <a:cxnLst/>
              <a:rect l="l" t="t" r="r" b="b"/>
              <a:pathLst>
                <a:path w="4884" h="4853" extrusionOk="0">
                  <a:moveTo>
                    <a:pt x="2426" y="662"/>
                  </a:moveTo>
                  <a:cubicBezTo>
                    <a:pt x="2646" y="662"/>
                    <a:pt x="2804" y="819"/>
                    <a:pt x="2804" y="1008"/>
                  </a:cubicBezTo>
                  <a:cubicBezTo>
                    <a:pt x="2804" y="1197"/>
                    <a:pt x="2646" y="1355"/>
                    <a:pt x="2426" y="1355"/>
                  </a:cubicBezTo>
                  <a:cubicBezTo>
                    <a:pt x="2237" y="1355"/>
                    <a:pt x="2079" y="1197"/>
                    <a:pt x="2079" y="1008"/>
                  </a:cubicBezTo>
                  <a:cubicBezTo>
                    <a:pt x="2079" y="819"/>
                    <a:pt x="2237" y="662"/>
                    <a:pt x="2426" y="662"/>
                  </a:cubicBezTo>
                  <a:close/>
                  <a:moveTo>
                    <a:pt x="2426" y="1670"/>
                  </a:moveTo>
                  <a:cubicBezTo>
                    <a:pt x="2646" y="1670"/>
                    <a:pt x="2804" y="1828"/>
                    <a:pt x="2804" y="2048"/>
                  </a:cubicBezTo>
                  <a:lnTo>
                    <a:pt x="2804" y="3781"/>
                  </a:lnTo>
                  <a:cubicBezTo>
                    <a:pt x="2804" y="3970"/>
                    <a:pt x="2646" y="4127"/>
                    <a:pt x="2426" y="4127"/>
                  </a:cubicBezTo>
                  <a:cubicBezTo>
                    <a:pt x="2237" y="4127"/>
                    <a:pt x="2079" y="3970"/>
                    <a:pt x="2079" y="3781"/>
                  </a:cubicBezTo>
                  <a:lnTo>
                    <a:pt x="2079" y="2048"/>
                  </a:lnTo>
                  <a:cubicBezTo>
                    <a:pt x="2079" y="1828"/>
                    <a:pt x="2237" y="1670"/>
                    <a:pt x="2426" y="1670"/>
                  </a:cubicBezTo>
                  <a:close/>
                  <a:moveTo>
                    <a:pt x="2426" y="0"/>
                  </a:moveTo>
                  <a:cubicBezTo>
                    <a:pt x="1103" y="0"/>
                    <a:pt x="0" y="1103"/>
                    <a:pt x="0" y="2426"/>
                  </a:cubicBezTo>
                  <a:cubicBezTo>
                    <a:pt x="0" y="3749"/>
                    <a:pt x="1103" y="4852"/>
                    <a:pt x="2426" y="4852"/>
                  </a:cubicBezTo>
                  <a:cubicBezTo>
                    <a:pt x="3781" y="4852"/>
                    <a:pt x="4883" y="3749"/>
                    <a:pt x="4883" y="2426"/>
                  </a:cubicBezTo>
                  <a:cubicBezTo>
                    <a:pt x="4883" y="1040"/>
                    <a:pt x="3781" y="0"/>
                    <a:pt x="242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33" name="Google Shape;8533;p70"/>
            <p:cNvSpPr/>
            <p:nvPr/>
          </p:nvSpPr>
          <p:spPr>
            <a:xfrm>
              <a:off x="5727850" y="3669125"/>
              <a:ext cx="35475" cy="216625"/>
            </a:xfrm>
            <a:custGeom>
              <a:avLst/>
              <a:gdLst/>
              <a:ahLst/>
              <a:cxnLst/>
              <a:rect l="l" t="t" r="r" b="b"/>
              <a:pathLst>
                <a:path w="1419" h="8665" extrusionOk="0">
                  <a:moveTo>
                    <a:pt x="32" y="1"/>
                  </a:moveTo>
                  <a:lnTo>
                    <a:pt x="32" y="7310"/>
                  </a:lnTo>
                  <a:cubicBezTo>
                    <a:pt x="1" y="8034"/>
                    <a:pt x="631" y="8665"/>
                    <a:pt x="1418" y="8665"/>
                  </a:cubicBezTo>
                  <a:lnTo>
                    <a:pt x="1418" y="347"/>
                  </a:lnTo>
                  <a:lnTo>
                    <a:pt x="1072" y="347"/>
                  </a:lnTo>
                  <a:cubicBezTo>
                    <a:pt x="662" y="347"/>
                    <a:pt x="316" y="253"/>
                    <a:pt x="3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34" name="Google Shape;8534;p70"/>
            <p:cNvSpPr/>
            <p:nvPr/>
          </p:nvSpPr>
          <p:spPr>
            <a:xfrm>
              <a:off x="5779825" y="3677800"/>
              <a:ext cx="174900" cy="207950"/>
            </a:xfrm>
            <a:custGeom>
              <a:avLst/>
              <a:gdLst/>
              <a:ahLst/>
              <a:cxnLst/>
              <a:rect l="l" t="t" r="r" b="b"/>
              <a:pathLst>
                <a:path w="6996" h="8318" extrusionOk="0">
                  <a:moveTo>
                    <a:pt x="5262" y="693"/>
                  </a:moveTo>
                  <a:cubicBezTo>
                    <a:pt x="5451" y="693"/>
                    <a:pt x="5609" y="851"/>
                    <a:pt x="5609" y="1040"/>
                  </a:cubicBezTo>
                  <a:cubicBezTo>
                    <a:pt x="5609" y="1229"/>
                    <a:pt x="5451" y="1386"/>
                    <a:pt x="5262" y="1386"/>
                  </a:cubicBezTo>
                  <a:lnTo>
                    <a:pt x="1072" y="1386"/>
                  </a:lnTo>
                  <a:cubicBezTo>
                    <a:pt x="883" y="1386"/>
                    <a:pt x="726" y="1229"/>
                    <a:pt x="726" y="1040"/>
                  </a:cubicBezTo>
                  <a:cubicBezTo>
                    <a:pt x="726" y="851"/>
                    <a:pt x="883" y="693"/>
                    <a:pt x="1072" y="693"/>
                  </a:cubicBezTo>
                  <a:close/>
                  <a:moveTo>
                    <a:pt x="5262" y="2080"/>
                  </a:moveTo>
                  <a:cubicBezTo>
                    <a:pt x="5451" y="2080"/>
                    <a:pt x="5609" y="2237"/>
                    <a:pt x="5609" y="2426"/>
                  </a:cubicBezTo>
                  <a:cubicBezTo>
                    <a:pt x="5609" y="2615"/>
                    <a:pt x="5451" y="2773"/>
                    <a:pt x="5262" y="2773"/>
                  </a:cubicBezTo>
                  <a:lnTo>
                    <a:pt x="1072" y="2773"/>
                  </a:lnTo>
                  <a:cubicBezTo>
                    <a:pt x="883" y="2773"/>
                    <a:pt x="726" y="2615"/>
                    <a:pt x="726" y="2426"/>
                  </a:cubicBezTo>
                  <a:cubicBezTo>
                    <a:pt x="726" y="2237"/>
                    <a:pt x="883" y="2080"/>
                    <a:pt x="1072" y="2080"/>
                  </a:cubicBezTo>
                  <a:close/>
                  <a:moveTo>
                    <a:pt x="1" y="0"/>
                  </a:moveTo>
                  <a:lnTo>
                    <a:pt x="1" y="8318"/>
                  </a:lnTo>
                  <a:lnTo>
                    <a:pt x="4695" y="8318"/>
                  </a:lnTo>
                  <a:cubicBezTo>
                    <a:pt x="4002" y="7750"/>
                    <a:pt x="3498" y="6868"/>
                    <a:pt x="3498" y="5892"/>
                  </a:cubicBezTo>
                  <a:cubicBezTo>
                    <a:pt x="3498" y="5766"/>
                    <a:pt x="3561" y="5640"/>
                    <a:pt x="3561" y="5545"/>
                  </a:cubicBezTo>
                  <a:lnTo>
                    <a:pt x="1072" y="5545"/>
                  </a:lnTo>
                  <a:cubicBezTo>
                    <a:pt x="883" y="5545"/>
                    <a:pt x="726" y="5388"/>
                    <a:pt x="726" y="5167"/>
                  </a:cubicBezTo>
                  <a:lnTo>
                    <a:pt x="726" y="3812"/>
                  </a:lnTo>
                  <a:cubicBezTo>
                    <a:pt x="726" y="3592"/>
                    <a:pt x="883" y="3434"/>
                    <a:pt x="1072" y="3434"/>
                  </a:cubicBezTo>
                  <a:lnTo>
                    <a:pt x="4695" y="3434"/>
                  </a:lnTo>
                  <a:cubicBezTo>
                    <a:pt x="5199" y="3056"/>
                    <a:pt x="5861" y="2773"/>
                    <a:pt x="6617" y="2773"/>
                  </a:cubicBezTo>
                  <a:cubicBezTo>
                    <a:pt x="6743" y="2773"/>
                    <a:pt x="6869" y="2804"/>
                    <a:pt x="6995" y="2804"/>
                  </a:cubicBezTo>
                  <a:lnTo>
                    <a:pt x="699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35" name="Google Shape;8535;p70"/>
            <p:cNvSpPr/>
            <p:nvPr/>
          </p:nvSpPr>
          <p:spPr>
            <a:xfrm>
              <a:off x="5815275" y="3781750"/>
              <a:ext cx="66200" cy="17350"/>
            </a:xfrm>
            <a:custGeom>
              <a:avLst/>
              <a:gdLst/>
              <a:ahLst/>
              <a:cxnLst/>
              <a:rect l="l" t="t" r="r" b="b"/>
              <a:pathLst>
                <a:path w="2648" h="694" extrusionOk="0">
                  <a:moveTo>
                    <a:pt x="1" y="1"/>
                  </a:moveTo>
                  <a:lnTo>
                    <a:pt x="1" y="694"/>
                  </a:lnTo>
                  <a:lnTo>
                    <a:pt x="2301" y="694"/>
                  </a:lnTo>
                  <a:cubicBezTo>
                    <a:pt x="2364" y="473"/>
                    <a:pt x="2490" y="221"/>
                    <a:pt x="26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36" name="Google Shape;8536;p70"/>
            <p:cNvSpPr/>
            <p:nvPr/>
          </p:nvSpPr>
          <p:spPr>
            <a:xfrm>
              <a:off x="5727850" y="3609275"/>
              <a:ext cx="226075" cy="51225"/>
            </a:xfrm>
            <a:custGeom>
              <a:avLst/>
              <a:gdLst/>
              <a:ahLst/>
              <a:cxnLst/>
              <a:rect l="l" t="t" r="r" b="b"/>
              <a:pathLst>
                <a:path w="9043" h="2049" extrusionOk="0">
                  <a:moveTo>
                    <a:pt x="1072" y="0"/>
                  </a:moveTo>
                  <a:cubicBezTo>
                    <a:pt x="473" y="0"/>
                    <a:pt x="32" y="473"/>
                    <a:pt x="32" y="1040"/>
                  </a:cubicBezTo>
                  <a:cubicBezTo>
                    <a:pt x="1" y="1576"/>
                    <a:pt x="473" y="2048"/>
                    <a:pt x="1072" y="2048"/>
                  </a:cubicBezTo>
                  <a:lnTo>
                    <a:pt x="9043" y="2048"/>
                  </a:lnTo>
                  <a:cubicBezTo>
                    <a:pt x="8475" y="2048"/>
                    <a:pt x="8034" y="1576"/>
                    <a:pt x="8034" y="1040"/>
                  </a:cubicBezTo>
                  <a:cubicBezTo>
                    <a:pt x="8034" y="441"/>
                    <a:pt x="8507" y="0"/>
                    <a:pt x="904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537" name="Google Shape;8537;p70"/>
          <p:cNvGrpSpPr/>
          <p:nvPr/>
        </p:nvGrpSpPr>
        <p:grpSpPr>
          <a:xfrm>
            <a:off x="10077845" y="5076879"/>
            <a:ext cx="409641" cy="465511"/>
            <a:chOff x="5736525" y="3963700"/>
            <a:chExt cx="259925" cy="295375"/>
          </a:xfrm>
        </p:grpSpPr>
        <p:sp>
          <p:nvSpPr>
            <p:cNvPr id="8538" name="Google Shape;8538;p70"/>
            <p:cNvSpPr/>
            <p:nvPr/>
          </p:nvSpPr>
          <p:spPr>
            <a:xfrm>
              <a:off x="5736525" y="4153525"/>
              <a:ext cx="121300" cy="105550"/>
            </a:xfrm>
            <a:custGeom>
              <a:avLst/>
              <a:gdLst/>
              <a:ahLst/>
              <a:cxnLst/>
              <a:rect l="l" t="t" r="r" b="b"/>
              <a:pathLst>
                <a:path w="4852" h="4222" extrusionOk="0">
                  <a:moveTo>
                    <a:pt x="1733" y="0"/>
                  </a:moveTo>
                  <a:cubicBezTo>
                    <a:pt x="788" y="0"/>
                    <a:pt x="0" y="788"/>
                    <a:pt x="0" y="1733"/>
                  </a:cubicBezTo>
                  <a:lnTo>
                    <a:pt x="0" y="3875"/>
                  </a:lnTo>
                  <a:cubicBezTo>
                    <a:pt x="0" y="4064"/>
                    <a:pt x="158" y="4222"/>
                    <a:pt x="378" y="4222"/>
                  </a:cubicBezTo>
                  <a:lnTo>
                    <a:pt x="4852" y="4222"/>
                  </a:lnTo>
                  <a:lnTo>
                    <a:pt x="4852" y="2584"/>
                  </a:lnTo>
                  <a:lnTo>
                    <a:pt x="230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39" name="Google Shape;8539;p70"/>
            <p:cNvSpPr/>
            <p:nvPr/>
          </p:nvSpPr>
          <p:spPr>
            <a:xfrm>
              <a:off x="5833400" y="4168475"/>
              <a:ext cx="66975" cy="33900"/>
            </a:xfrm>
            <a:custGeom>
              <a:avLst/>
              <a:gdLst/>
              <a:ahLst/>
              <a:cxnLst/>
              <a:rect l="l" t="t" r="r" b="b"/>
              <a:pathLst>
                <a:path w="2679" h="1356" extrusionOk="0">
                  <a:moveTo>
                    <a:pt x="2678" y="1"/>
                  </a:moveTo>
                  <a:lnTo>
                    <a:pt x="2678" y="1"/>
                  </a:lnTo>
                  <a:cubicBezTo>
                    <a:pt x="2458" y="32"/>
                    <a:pt x="2237" y="127"/>
                    <a:pt x="1985" y="127"/>
                  </a:cubicBezTo>
                  <a:lnTo>
                    <a:pt x="662" y="127"/>
                  </a:lnTo>
                  <a:cubicBezTo>
                    <a:pt x="441" y="127"/>
                    <a:pt x="221" y="95"/>
                    <a:pt x="0" y="1"/>
                  </a:cubicBezTo>
                  <a:lnTo>
                    <a:pt x="0" y="1"/>
                  </a:lnTo>
                  <a:lnTo>
                    <a:pt x="1323" y="1355"/>
                  </a:lnTo>
                  <a:lnTo>
                    <a:pt x="267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40" name="Google Shape;8540;p70"/>
            <p:cNvSpPr/>
            <p:nvPr/>
          </p:nvSpPr>
          <p:spPr>
            <a:xfrm>
              <a:off x="5875925" y="4153525"/>
              <a:ext cx="120525" cy="105550"/>
            </a:xfrm>
            <a:custGeom>
              <a:avLst/>
              <a:gdLst/>
              <a:ahLst/>
              <a:cxnLst/>
              <a:rect l="l" t="t" r="r" b="b"/>
              <a:pathLst>
                <a:path w="4821" h="4222" extrusionOk="0">
                  <a:moveTo>
                    <a:pt x="2426" y="2048"/>
                  </a:moveTo>
                  <a:cubicBezTo>
                    <a:pt x="2615" y="2048"/>
                    <a:pt x="2773" y="2205"/>
                    <a:pt x="2773" y="2426"/>
                  </a:cubicBezTo>
                  <a:cubicBezTo>
                    <a:pt x="2773" y="2615"/>
                    <a:pt x="2615" y="2773"/>
                    <a:pt x="2426" y="2773"/>
                  </a:cubicBezTo>
                  <a:lnTo>
                    <a:pt x="1733" y="2773"/>
                  </a:lnTo>
                  <a:cubicBezTo>
                    <a:pt x="1513" y="2773"/>
                    <a:pt x="1355" y="2615"/>
                    <a:pt x="1355" y="2426"/>
                  </a:cubicBezTo>
                  <a:cubicBezTo>
                    <a:pt x="1355" y="2205"/>
                    <a:pt x="1513" y="2048"/>
                    <a:pt x="1733" y="2048"/>
                  </a:cubicBezTo>
                  <a:close/>
                  <a:moveTo>
                    <a:pt x="2552" y="0"/>
                  </a:moveTo>
                  <a:lnTo>
                    <a:pt x="1" y="2584"/>
                  </a:lnTo>
                  <a:lnTo>
                    <a:pt x="1" y="4222"/>
                  </a:lnTo>
                  <a:lnTo>
                    <a:pt x="4474" y="4222"/>
                  </a:lnTo>
                  <a:cubicBezTo>
                    <a:pt x="4663" y="4222"/>
                    <a:pt x="4821" y="4064"/>
                    <a:pt x="4821" y="3875"/>
                  </a:cubicBezTo>
                  <a:lnTo>
                    <a:pt x="4821" y="1733"/>
                  </a:lnTo>
                  <a:cubicBezTo>
                    <a:pt x="4821" y="788"/>
                    <a:pt x="4033" y="0"/>
                    <a:pt x="308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41" name="Google Shape;8541;p70"/>
            <p:cNvSpPr/>
            <p:nvPr/>
          </p:nvSpPr>
          <p:spPr>
            <a:xfrm>
              <a:off x="5754625" y="3963700"/>
              <a:ext cx="224500" cy="154400"/>
            </a:xfrm>
            <a:custGeom>
              <a:avLst/>
              <a:gdLst/>
              <a:ahLst/>
              <a:cxnLst/>
              <a:rect l="l" t="t" r="r" b="b"/>
              <a:pathLst>
                <a:path w="8980" h="6176" extrusionOk="0">
                  <a:moveTo>
                    <a:pt x="3120" y="1"/>
                  </a:moveTo>
                  <a:cubicBezTo>
                    <a:pt x="1387" y="1"/>
                    <a:pt x="1" y="1418"/>
                    <a:pt x="1" y="3119"/>
                  </a:cubicBezTo>
                  <a:lnTo>
                    <a:pt x="1" y="4506"/>
                  </a:lnTo>
                  <a:cubicBezTo>
                    <a:pt x="1" y="5325"/>
                    <a:pt x="568" y="6018"/>
                    <a:pt x="1355" y="6175"/>
                  </a:cubicBezTo>
                  <a:lnTo>
                    <a:pt x="1355" y="2773"/>
                  </a:lnTo>
                  <a:lnTo>
                    <a:pt x="1009" y="2773"/>
                  </a:lnTo>
                  <a:cubicBezTo>
                    <a:pt x="914" y="2773"/>
                    <a:pt x="820" y="2804"/>
                    <a:pt x="694" y="2804"/>
                  </a:cubicBezTo>
                  <a:cubicBezTo>
                    <a:pt x="851" y="1607"/>
                    <a:pt x="1860" y="662"/>
                    <a:pt x="3120" y="662"/>
                  </a:cubicBezTo>
                  <a:lnTo>
                    <a:pt x="5861" y="662"/>
                  </a:lnTo>
                  <a:cubicBezTo>
                    <a:pt x="7089" y="662"/>
                    <a:pt x="8098" y="1607"/>
                    <a:pt x="8255" y="2804"/>
                  </a:cubicBezTo>
                  <a:cubicBezTo>
                    <a:pt x="8161" y="2773"/>
                    <a:pt x="8066" y="2773"/>
                    <a:pt x="7940" y="2773"/>
                  </a:cubicBezTo>
                  <a:lnTo>
                    <a:pt x="7593" y="2773"/>
                  </a:lnTo>
                  <a:lnTo>
                    <a:pt x="7593" y="6175"/>
                  </a:lnTo>
                  <a:cubicBezTo>
                    <a:pt x="8381" y="6018"/>
                    <a:pt x="8980" y="5325"/>
                    <a:pt x="8980" y="4506"/>
                  </a:cubicBezTo>
                  <a:lnTo>
                    <a:pt x="8980" y="3119"/>
                  </a:lnTo>
                  <a:cubicBezTo>
                    <a:pt x="8980" y="1387"/>
                    <a:pt x="7562" y="1"/>
                    <a:pt x="586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42" name="Google Shape;8542;p70"/>
            <p:cNvSpPr/>
            <p:nvPr/>
          </p:nvSpPr>
          <p:spPr>
            <a:xfrm>
              <a:off x="5806625" y="3998350"/>
              <a:ext cx="69325" cy="52025"/>
            </a:xfrm>
            <a:custGeom>
              <a:avLst/>
              <a:gdLst/>
              <a:ahLst/>
              <a:cxnLst/>
              <a:rect l="l" t="t" r="r" b="b"/>
              <a:pathLst>
                <a:path w="2773" h="2081" extrusionOk="0">
                  <a:moveTo>
                    <a:pt x="1733" y="1"/>
                  </a:moveTo>
                  <a:cubicBezTo>
                    <a:pt x="788" y="1"/>
                    <a:pt x="0" y="788"/>
                    <a:pt x="0" y="1733"/>
                  </a:cubicBezTo>
                  <a:lnTo>
                    <a:pt x="0" y="2080"/>
                  </a:lnTo>
                  <a:lnTo>
                    <a:pt x="1733" y="2080"/>
                  </a:lnTo>
                  <a:cubicBezTo>
                    <a:pt x="2300" y="2049"/>
                    <a:pt x="2773" y="1607"/>
                    <a:pt x="2773" y="1009"/>
                  </a:cubicBezTo>
                  <a:lnTo>
                    <a:pt x="277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43" name="Google Shape;8543;p70"/>
            <p:cNvSpPr/>
            <p:nvPr/>
          </p:nvSpPr>
          <p:spPr>
            <a:xfrm>
              <a:off x="5893250" y="3999150"/>
              <a:ext cx="34675" cy="51225"/>
            </a:xfrm>
            <a:custGeom>
              <a:avLst/>
              <a:gdLst/>
              <a:ahLst/>
              <a:cxnLst/>
              <a:rect l="l" t="t" r="r" b="b"/>
              <a:pathLst>
                <a:path w="1387" h="2049" extrusionOk="0">
                  <a:moveTo>
                    <a:pt x="1" y="0"/>
                  </a:moveTo>
                  <a:lnTo>
                    <a:pt x="1" y="1040"/>
                  </a:lnTo>
                  <a:cubicBezTo>
                    <a:pt x="1" y="1607"/>
                    <a:pt x="473" y="2048"/>
                    <a:pt x="1040" y="2048"/>
                  </a:cubicBezTo>
                  <a:lnTo>
                    <a:pt x="1387" y="2048"/>
                  </a:lnTo>
                  <a:lnTo>
                    <a:pt x="1387" y="1701"/>
                  </a:lnTo>
                  <a:cubicBezTo>
                    <a:pt x="1387" y="882"/>
                    <a:pt x="788" y="158"/>
                    <a:pt x="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44" name="Google Shape;8544;p70"/>
            <p:cNvSpPr/>
            <p:nvPr/>
          </p:nvSpPr>
          <p:spPr>
            <a:xfrm>
              <a:off x="5806625" y="4049550"/>
              <a:ext cx="121300" cy="104000"/>
            </a:xfrm>
            <a:custGeom>
              <a:avLst/>
              <a:gdLst/>
              <a:ahLst/>
              <a:cxnLst/>
              <a:rect l="l" t="t" r="r" b="b"/>
              <a:pathLst>
                <a:path w="4852" h="4160" extrusionOk="0">
                  <a:moveTo>
                    <a:pt x="3119" y="1"/>
                  </a:moveTo>
                  <a:cubicBezTo>
                    <a:pt x="2804" y="442"/>
                    <a:pt x="2300" y="694"/>
                    <a:pt x="1733" y="694"/>
                  </a:cubicBezTo>
                  <a:lnTo>
                    <a:pt x="0" y="694"/>
                  </a:lnTo>
                  <a:lnTo>
                    <a:pt x="0" y="2426"/>
                  </a:lnTo>
                  <a:cubicBezTo>
                    <a:pt x="0" y="3372"/>
                    <a:pt x="788" y="4159"/>
                    <a:pt x="1733" y="4159"/>
                  </a:cubicBezTo>
                  <a:lnTo>
                    <a:pt x="3119" y="4159"/>
                  </a:lnTo>
                  <a:cubicBezTo>
                    <a:pt x="4064" y="4159"/>
                    <a:pt x="4852" y="3372"/>
                    <a:pt x="4852" y="2426"/>
                  </a:cubicBezTo>
                  <a:lnTo>
                    <a:pt x="4852" y="694"/>
                  </a:lnTo>
                  <a:lnTo>
                    <a:pt x="4505" y="694"/>
                  </a:lnTo>
                  <a:cubicBezTo>
                    <a:pt x="3938" y="694"/>
                    <a:pt x="3434" y="442"/>
                    <a:pt x="311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8545" name="Google Shape;8545;p70"/>
          <p:cNvGrpSpPr/>
          <p:nvPr/>
        </p:nvGrpSpPr>
        <p:grpSpPr>
          <a:xfrm>
            <a:off x="8866617" y="5675981"/>
            <a:ext cx="468032" cy="466772"/>
            <a:chOff x="6553275" y="3604550"/>
            <a:chExt cx="296975" cy="296175"/>
          </a:xfrm>
        </p:grpSpPr>
        <p:sp>
          <p:nvSpPr>
            <p:cNvPr id="8546" name="Google Shape;8546;p70"/>
            <p:cNvSpPr/>
            <p:nvPr/>
          </p:nvSpPr>
          <p:spPr>
            <a:xfrm>
              <a:off x="6657250" y="3604550"/>
              <a:ext cx="86650" cy="86650"/>
            </a:xfrm>
            <a:custGeom>
              <a:avLst/>
              <a:gdLst/>
              <a:ahLst/>
              <a:cxnLst/>
              <a:rect l="l" t="t" r="r" b="b"/>
              <a:pathLst>
                <a:path w="3466" h="3466" extrusionOk="0">
                  <a:moveTo>
                    <a:pt x="1733" y="0"/>
                  </a:moveTo>
                  <a:cubicBezTo>
                    <a:pt x="788" y="0"/>
                    <a:pt x="0" y="788"/>
                    <a:pt x="0" y="1733"/>
                  </a:cubicBezTo>
                  <a:cubicBezTo>
                    <a:pt x="0" y="2678"/>
                    <a:pt x="788" y="3466"/>
                    <a:pt x="1733" y="3466"/>
                  </a:cubicBezTo>
                  <a:cubicBezTo>
                    <a:pt x="2678" y="3466"/>
                    <a:pt x="3466" y="2678"/>
                    <a:pt x="3466" y="1733"/>
                  </a:cubicBezTo>
                  <a:cubicBezTo>
                    <a:pt x="3466" y="788"/>
                    <a:pt x="2678" y="0"/>
                    <a:pt x="173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47" name="Google Shape;8547;p70"/>
            <p:cNvSpPr/>
            <p:nvPr/>
          </p:nvSpPr>
          <p:spPr>
            <a:xfrm>
              <a:off x="6553275" y="3777825"/>
              <a:ext cx="296975" cy="122900"/>
            </a:xfrm>
            <a:custGeom>
              <a:avLst/>
              <a:gdLst/>
              <a:ahLst/>
              <a:cxnLst/>
              <a:rect l="l" t="t" r="r" b="b"/>
              <a:pathLst>
                <a:path w="11879" h="4916" extrusionOk="0">
                  <a:moveTo>
                    <a:pt x="694" y="0"/>
                  </a:moveTo>
                  <a:cubicBezTo>
                    <a:pt x="316" y="0"/>
                    <a:pt x="1" y="315"/>
                    <a:pt x="1" y="693"/>
                  </a:cubicBezTo>
                  <a:cubicBezTo>
                    <a:pt x="1" y="1103"/>
                    <a:pt x="316" y="1418"/>
                    <a:pt x="694" y="1418"/>
                  </a:cubicBezTo>
                  <a:lnTo>
                    <a:pt x="694" y="4569"/>
                  </a:lnTo>
                  <a:cubicBezTo>
                    <a:pt x="694" y="4758"/>
                    <a:pt x="851" y="4915"/>
                    <a:pt x="1040" y="4915"/>
                  </a:cubicBezTo>
                  <a:lnTo>
                    <a:pt x="10807" y="4915"/>
                  </a:lnTo>
                  <a:cubicBezTo>
                    <a:pt x="11028" y="4915"/>
                    <a:pt x="11185" y="4758"/>
                    <a:pt x="11185" y="4569"/>
                  </a:cubicBezTo>
                  <a:lnTo>
                    <a:pt x="11185" y="1418"/>
                  </a:lnTo>
                  <a:cubicBezTo>
                    <a:pt x="11563" y="1418"/>
                    <a:pt x="11878" y="1103"/>
                    <a:pt x="11878" y="693"/>
                  </a:cubicBezTo>
                  <a:cubicBezTo>
                    <a:pt x="11815" y="315"/>
                    <a:pt x="11500" y="0"/>
                    <a:pt x="1112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48" name="Google Shape;8548;p70"/>
            <p:cNvSpPr/>
            <p:nvPr/>
          </p:nvSpPr>
          <p:spPr>
            <a:xfrm>
              <a:off x="6755700" y="3640000"/>
              <a:ext cx="74850" cy="121300"/>
            </a:xfrm>
            <a:custGeom>
              <a:avLst/>
              <a:gdLst/>
              <a:ahLst/>
              <a:cxnLst/>
              <a:rect l="l" t="t" r="r" b="b"/>
              <a:pathLst>
                <a:path w="2994" h="4852" extrusionOk="0">
                  <a:moveTo>
                    <a:pt x="190" y="0"/>
                  </a:moveTo>
                  <a:cubicBezTo>
                    <a:pt x="190" y="126"/>
                    <a:pt x="253" y="221"/>
                    <a:pt x="253" y="347"/>
                  </a:cubicBezTo>
                  <a:cubicBezTo>
                    <a:pt x="253" y="693"/>
                    <a:pt x="158" y="1071"/>
                    <a:pt x="1" y="1386"/>
                  </a:cubicBezTo>
                  <a:cubicBezTo>
                    <a:pt x="977" y="2079"/>
                    <a:pt x="1607" y="3182"/>
                    <a:pt x="1607" y="4474"/>
                  </a:cubicBezTo>
                  <a:lnTo>
                    <a:pt x="1607" y="4852"/>
                  </a:lnTo>
                  <a:lnTo>
                    <a:pt x="2994" y="4852"/>
                  </a:lnTo>
                  <a:lnTo>
                    <a:pt x="2489" y="756"/>
                  </a:lnTo>
                  <a:cubicBezTo>
                    <a:pt x="2363" y="315"/>
                    <a:pt x="1922" y="0"/>
                    <a:pt x="145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49" name="Google Shape;8549;p70"/>
            <p:cNvSpPr/>
            <p:nvPr/>
          </p:nvSpPr>
          <p:spPr>
            <a:xfrm>
              <a:off x="6570600" y="3640000"/>
              <a:ext cx="74850" cy="121300"/>
            </a:xfrm>
            <a:custGeom>
              <a:avLst/>
              <a:gdLst/>
              <a:ahLst/>
              <a:cxnLst/>
              <a:rect l="l" t="t" r="r" b="b"/>
              <a:pathLst>
                <a:path w="2994" h="4852" extrusionOk="0">
                  <a:moveTo>
                    <a:pt x="1545" y="0"/>
                  </a:moveTo>
                  <a:cubicBezTo>
                    <a:pt x="1072" y="0"/>
                    <a:pt x="663" y="315"/>
                    <a:pt x="505" y="788"/>
                  </a:cubicBezTo>
                  <a:lnTo>
                    <a:pt x="1" y="4852"/>
                  </a:lnTo>
                  <a:lnTo>
                    <a:pt x="1356" y="4852"/>
                  </a:lnTo>
                  <a:lnTo>
                    <a:pt x="1356" y="4474"/>
                  </a:lnTo>
                  <a:lnTo>
                    <a:pt x="1387" y="4474"/>
                  </a:lnTo>
                  <a:cubicBezTo>
                    <a:pt x="1387" y="3182"/>
                    <a:pt x="2017" y="2048"/>
                    <a:pt x="2994" y="1386"/>
                  </a:cubicBezTo>
                  <a:cubicBezTo>
                    <a:pt x="2836" y="1071"/>
                    <a:pt x="2773" y="693"/>
                    <a:pt x="2773" y="347"/>
                  </a:cubicBezTo>
                  <a:cubicBezTo>
                    <a:pt x="2773" y="221"/>
                    <a:pt x="2773" y="95"/>
                    <a:pt x="280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50" name="Google Shape;8550;p70"/>
            <p:cNvSpPr/>
            <p:nvPr/>
          </p:nvSpPr>
          <p:spPr>
            <a:xfrm>
              <a:off x="6707650" y="3688025"/>
              <a:ext cx="70925" cy="70925"/>
            </a:xfrm>
            <a:custGeom>
              <a:avLst/>
              <a:gdLst/>
              <a:ahLst/>
              <a:cxnLst/>
              <a:rect l="l" t="t" r="r" b="b"/>
              <a:pathLst>
                <a:path w="2837" h="2837" extrusionOk="0">
                  <a:moveTo>
                    <a:pt x="1482" y="1"/>
                  </a:moveTo>
                  <a:cubicBezTo>
                    <a:pt x="1450" y="32"/>
                    <a:pt x="1418" y="64"/>
                    <a:pt x="1324" y="127"/>
                  </a:cubicBezTo>
                  <a:cubicBezTo>
                    <a:pt x="1324" y="190"/>
                    <a:pt x="1292" y="253"/>
                    <a:pt x="1261" y="284"/>
                  </a:cubicBezTo>
                  <a:lnTo>
                    <a:pt x="1" y="1923"/>
                  </a:lnTo>
                  <a:lnTo>
                    <a:pt x="1" y="2836"/>
                  </a:lnTo>
                  <a:lnTo>
                    <a:pt x="2742" y="2836"/>
                  </a:lnTo>
                  <a:lnTo>
                    <a:pt x="2742" y="2553"/>
                  </a:lnTo>
                  <a:lnTo>
                    <a:pt x="2836" y="2553"/>
                  </a:lnTo>
                  <a:cubicBezTo>
                    <a:pt x="2836" y="1513"/>
                    <a:pt x="2332" y="599"/>
                    <a:pt x="148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8551" name="Google Shape;8551;p70"/>
            <p:cNvSpPr/>
            <p:nvPr/>
          </p:nvSpPr>
          <p:spPr>
            <a:xfrm>
              <a:off x="6621025" y="3688825"/>
              <a:ext cx="70900" cy="73275"/>
            </a:xfrm>
            <a:custGeom>
              <a:avLst/>
              <a:gdLst/>
              <a:ahLst/>
              <a:cxnLst/>
              <a:rect l="l" t="t" r="r" b="b"/>
              <a:pathLst>
                <a:path w="2836" h="2931" extrusionOk="0">
                  <a:moveTo>
                    <a:pt x="1323" y="0"/>
                  </a:moveTo>
                  <a:cubicBezTo>
                    <a:pt x="536" y="567"/>
                    <a:pt x="0" y="1513"/>
                    <a:pt x="0" y="2584"/>
                  </a:cubicBezTo>
                  <a:lnTo>
                    <a:pt x="0" y="2930"/>
                  </a:lnTo>
                  <a:lnTo>
                    <a:pt x="2741" y="2930"/>
                  </a:lnTo>
                  <a:lnTo>
                    <a:pt x="2741" y="1922"/>
                  </a:lnTo>
                  <a:lnTo>
                    <a:pt x="2836" y="1922"/>
                  </a:lnTo>
                  <a:lnTo>
                    <a:pt x="1575" y="284"/>
                  </a:lnTo>
                  <a:cubicBezTo>
                    <a:pt x="1512" y="252"/>
                    <a:pt x="1512" y="158"/>
                    <a:pt x="1481" y="126"/>
                  </a:cubicBezTo>
                  <a:cubicBezTo>
                    <a:pt x="1449" y="95"/>
                    <a:pt x="1355" y="63"/>
                    <a:pt x="132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509" name="Dikdörtgen 508"/>
          <p:cNvSpPr/>
          <p:nvPr/>
        </p:nvSpPr>
        <p:spPr>
          <a:xfrm>
            <a:off x="-27447" y="-9813"/>
            <a:ext cx="10911016" cy="1077218"/>
          </a:xfrm>
          <a:prstGeom prst="rect">
            <a:avLst/>
          </a:prstGeom>
        </p:spPr>
        <p:txBody>
          <a:bodyPr wrap="square">
            <a:spAutoFit/>
          </a:bodyPr>
          <a:lstStyle/>
          <a:p>
            <a:pPr fontAlgn="ctr">
              <a:defRPr/>
            </a:pPr>
            <a:r>
              <a:rPr lang="tr-TR" sz="3200" b="1" noProof="1">
                <a:cs typeface="Helvetica" panose="020B0604020202020204" pitchFamily="34" charset="0"/>
                <a:sym typeface="Flama Ziraat Medium" charset="0"/>
              </a:rPr>
              <a:t>Sunumlarda Kullanılabilecek Çeşitli Şekiller</a:t>
            </a:r>
          </a:p>
          <a:p>
            <a:pPr fontAlgn="ctr">
              <a:defRPr/>
            </a:pPr>
            <a:r>
              <a:rPr lang="tr-TR" sz="3200" b="1" i="1" noProof="1">
                <a:solidFill>
                  <a:srgbClr val="C00000"/>
                </a:solidFill>
                <a:cs typeface="Helvetica" panose="020B0604020202020204" pitchFamily="34" charset="0"/>
                <a:sym typeface="Flama Ziraat Medium" charset="0"/>
              </a:rPr>
              <a:t>Hepsi Farklı Renklerde Boyanabilir ya da Değiştirilebilirdir…</a:t>
            </a:r>
          </a:p>
        </p:txBody>
      </p:sp>
    </p:spTree>
    <p:extLst>
      <p:ext uri="{BB962C8B-B14F-4D97-AF65-F5344CB8AC3E}">
        <p14:creationId xmlns:p14="http://schemas.microsoft.com/office/powerpoint/2010/main" val="27740529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175"/>
        <p:cNvGrpSpPr/>
        <p:nvPr/>
      </p:nvGrpSpPr>
      <p:grpSpPr>
        <a:xfrm>
          <a:off x="0" y="0"/>
          <a:ext cx="0" cy="0"/>
          <a:chOff x="0" y="0"/>
          <a:chExt cx="0" cy="0"/>
        </a:xfrm>
      </p:grpSpPr>
      <p:graphicFrame>
        <p:nvGraphicFramePr>
          <p:cNvPr id="2" name="Nesne 1" hidden="1"/>
          <p:cNvGraphicFramePr>
            <a:graphicFrameLocks noChangeAspect="1"/>
          </p:cNvGraphicFramePr>
          <p:nvPr>
            <p:custDataLst>
              <p:tags r:id="rId1"/>
            </p:custDataLst>
            <p:extLst>
              <p:ext uri="{D42A27DB-BD31-4B8C-83A1-F6EECF244321}">
                <p14:modId xmlns:p14="http://schemas.microsoft.com/office/powerpoint/2010/main" val="659859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9178" name="Google Shape;9178;p72"/>
          <p:cNvGrpSpPr/>
          <p:nvPr/>
        </p:nvGrpSpPr>
        <p:grpSpPr>
          <a:xfrm>
            <a:off x="1180901" y="2052332"/>
            <a:ext cx="368004" cy="476400"/>
            <a:chOff x="-50469125" y="3183175"/>
            <a:chExt cx="233150" cy="301825"/>
          </a:xfrm>
        </p:grpSpPr>
        <p:sp>
          <p:nvSpPr>
            <p:cNvPr id="9179" name="Google Shape;9179;p72"/>
            <p:cNvSpPr/>
            <p:nvPr/>
          </p:nvSpPr>
          <p:spPr>
            <a:xfrm>
              <a:off x="-50388775" y="3227275"/>
              <a:ext cx="70900" cy="70900"/>
            </a:xfrm>
            <a:custGeom>
              <a:avLst/>
              <a:gdLst/>
              <a:ahLst/>
              <a:cxnLst/>
              <a:rect l="l" t="t" r="r" b="b"/>
              <a:pathLst>
                <a:path w="2836" h="2836" extrusionOk="0">
                  <a:moveTo>
                    <a:pt x="1418" y="1072"/>
                  </a:moveTo>
                  <a:cubicBezTo>
                    <a:pt x="1638" y="1072"/>
                    <a:pt x="1796" y="1229"/>
                    <a:pt x="1796" y="1418"/>
                  </a:cubicBezTo>
                  <a:cubicBezTo>
                    <a:pt x="1796" y="1607"/>
                    <a:pt x="1638" y="1765"/>
                    <a:pt x="1418" y="1765"/>
                  </a:cubicBezTo>
                  <a:cubicBezTo>
                    <a:pt x="1229" y="1765"/>
                    <a:pt x="1071" y="1607"/>
                    <a:pt x="1071" y="1418"/>
                  </a:cubicBezTo>
                  <a:cubicBezTo>
                    <a:pt x="1071" y="1229"/>
                    <a:pt x="1229" y="1072"/>
                    <a:pt x="1418" y="1072"/>
                  </a:cubicBezTo>
                  <a:close/>
                  <a:moveTo>
                    <a:pt x="1418" y="1"/>
                  </a:moveTo>
                  <a:cubicBezTo>
                    <a:pt x="630" y="1"/>
                    <a:pt x="0" y="631"/>
                    <a:pt x="0" y="1418"/>
                  </a:cubicBezTo>
                  <a:cubicBezTo>
                    <a:pt x="0" y="2206"/>
                    <a:pt x="630" y="2836"/>
                    <a:pt x="1418" y="2836"/>
                  </a:cubicBezTo>
                  <a:cubicBezTo>
                    <a:pt x="2206" y="2836"/>
                    <a:pt x="2836" y="2206"/>
                    <a:pt x="2836" y="1418"/>
                  </a:cubicBezTo>
                  <a:cubicBezTo>
                    <a:pt x="2836" y="631"/>
                    <a:pt x="2206" y="1"/>
                    <a:pt x="141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180" name="Google Shape;9180;p72"/>
            <p:cNvSpPr/>
            <p:nvPr/>
          </p:nvSpPr>
          <p:spPr>
            <a:xfrm>
              <a:off x="-50469125" y="3290275"/>
              <a:ext cx="233150" cy="194725"/>
            </a:xfrm>
            <a:custGeom>
              <a:avLst/>
              <a:gdLst/>
              <a:ahLst/>
              <a:cxnLst/>
              <a:rect l="l" t="t" r="r" b="b"/>
              <a:pathLst>
                <a:path w="9326" h="7789" extrusionOk="0">
                  <a:moveTo>
                    <a:pt x="4663" y="1072"/>
                  </a:moveTo>
                  <a:lnTo>
                    <a:pt x="6018" y="3907"/>
                  </a:lnTo>
                  <a:cubicBezTo>
                    <a:pt x="5672" y="4034"/>
                    <a:pt x="5356" y="4097"/>
                    <a:pt x="5010" y="4128"/>
                  </a:cubicBezTo>
                  <a:lnTo>
                    <a:pt x="5010" y="3813"/>
                  </a:lnTo>
                  <a:cubicBezTo>
                    <a:pt x="5010" y="3624"/>
                    <a:pt x="4852" y="3466"/>
                    <a:pt x="4663" y="3466"/>
                  </a:cubicBezTo>
                  <a:cubicBezTo>
                    <a:pt x="4443" y="3466"/>
                    <a:pt x="4285" y="3624"/>
                    <a:pt x="4285" y="3813"/>
                  </a:cubicBezTo>
                  <a:lnTo>
                    <a:pt x="4285" y="4128"/>
                  </a:lnTo>
                  <a:cubicBezTo>
                    <a:pt x="3939" y="4097"/>
                    <a:pt x="3592" y="4034"/>
                    <a:pt x="3277" y="3907"/>
                  </a:cubicBezTo>
                  <a:lnTo>
                    <a:pt x="4663" y="1072"/>
                  </a:lnTo>
                  <a:close/>
                  <a:moveTo>
                    <a:pt x="2836" y="1"/>
                  </a:moveTo>
                  <a:lnTo>
                    <a:pt x="1576" y="2647"/>
                  </a:lnTo>
                  <a:cubicBezTo>
                    <a:pt x="1387" y="2395"/>
                    <a:pt x="1229" y="2143"/>
                    <a:pt x="1103" y="1860"/>
                  </a:cubicBezTo>
                  <a:cubicBezTo>
                    <a:pt x="1034" y="1721"/>
                    <a:pt x="914" y="1634"/>
                    <a:pt x="781" y="1634"/>
                  </a:cubicBezTo>
                  <a:cubicBezTo>
                    <a:pt x="732" y="1634"/>
                    <a:pt x="681" y="1645"/>
                    <a:pt x="631" y="1671"/>
                  </a:cubicBezTo>
                  <a:cubicBezTo>
                    <a:pt x="442" y="1734"/>
                    <a:pt x="347" y="1923"/>
                    <a:pt x="442" y="2143"/>
                  </a:cubicBezTo>
                  <a:cubicBezTo>
                    <a:pt x="631" y="2553"/>
                    <a:pt x="914" y="2994"/>
                    <a:pt x="1229" y="3340"/>
                  </a:cubicBezTo>
                  <a:lnTo>
                    <a:pt x="158" y="5546"/>
                  </a:lnTo>
                  <a:cubicBezTo>
                    <a:pt x="1" y="5955"/>
                    <a:pt x="64" y="6396"/>
                    <a:pt x="347" y="6711"/>
                  </a:cubicBezTo>
                  <a:lnTo>
                    <a:pt x="127" y="7247"/>
                  </a:lnTo>
                  <a:cubicBezTo>
                    <a:pt x="32" y="7405"/>
                    <a:pt x="127" y="7657"/>
                    <a:pt x="284" y="7720"/>
                  </a:cubicBezTo>
                  <a:cubicBezTo>
                    <a:pt x="328" y="7746"/>
                    <a:pt x="376" y="7757"/>
                    <a:pt x="425" y="7757"/>
                  </a:cubicBezTo>
                  <a:cubicBezTo>
                    <a:pt x="554" y="7757"/>
                    <a:pt x="688" y="7676"/>
                    <a:pt x="757" y="7562"/>
                  </a:cubicBezTo>
                  <a:lnTo>
                    <a:pt x="977" y="7026"/>
                  </a:lnTo>
                  <a:cubicBezTo>
                    <a:pt x="1025" y="7032"/>
                    <a:pt x="1072" y="7035"/>
                    <a:pt x="1118" y="7035"/>
                  </a:cubicBezTo>
                  <a:cubicBezTo>
                    <a:pt x="1562" y="7035"/>
                    <a:pt x="1937" y="6770"/>
                    <a:pt x="2080" y="6428"/>
                  </a:cubicBezTo>
                  <a:lnTo>
                    <a:pt x="2962" y="4601"/>
                  </a:lnTo>
                  <a:cubicBezTo>
                    <a:pt x="3372" y="4758"/>
                    <a:pt x="3813" y="4884"/>
                    <a:pt x="4285" y="4916"/>
                  </a:cubicBezTo>
                  <a:lnTo>
                    <a:pt x="4285" y="5294"/>
                  </a:lnTo>
                  <a:cubicBezTo>
                    <a:pt x="4285" y="5483"/>
                    <a:pt x="4443" y="5640"/>
                    <a:pt x="4632" y="5640"/>
                  </a:cubicBezTo>
                  <a:cubicBezTo>
                    <a:pt x="4852" y="5640"/>
                    <a:pt x="5010" y="5483"/>
                    <a:pt x="5010" y="5294"/>
                  </a:cubicBezTo>
                  <a:lnTo>
                    <a:pt x="5010" y="4916"/>
                  </a:lnTo>
                  <a:cubicBezTo>
                    <a:pt x="5483" y="4884"/>
                    <a:pt x="5892" y="4821"/>
                    <a:pt x="6333" y="4601"/>
                  </a:cubicBezTo>
                  <a:lnTo>
                    <a:pt x="7215" y="6428"/>
                  </a:lnTo>
                  <a:cubicBezTo>
                    <a:pt x="7365" y="6787"/>
                    <a:pt x="7741" y="7060"/>
                    <a:pt x="8237" y="7060"/>
                  </a:cubicBezTo>
                  <a:cubicBezTo>
                    <a:pt x="8264" y="7060"/>
                    <a:pt x="8291" y="7060"/>
                    <a:pt x="8318" y="7058"/>
                  </a:cubicBezTo>
                  <a:lnTo>
                    <a:pt x="8538" y="7594"/>
                  </a:lnTo>
                  <a:cubicBezTo>
                    <a:pt x="8607" y="7708"/>
                    <a:pt x="8742" y="7789"/>
                    <a:pt x="8871" y="7789"/>
                  </a:cubicBezTo>
                  <a:cubicBezTo>
                    <a:pt x="8920" y="7789"/>
                    <a:pt x="8968" y="7777"/>
                    <a:pt x="9011" y="7751"/>
                  </a:cubicBezTo>
                  <a:cubicBezTo>
                    <a:pt x="9169" y="7562"/>
                    <a:pt x="9263" y="7373"/>
                    <a:pt x="9169" y="7215"/>
                  </a:cubicBezTo>
                  <a:lnTo>
                    <a:pt x="8948" y="6648"/>
                  </a:lnTo>
                  <a:cubicBezTo>
                    <a:pt x="9200" y="6333"/>
                    <a:pt x="9326" y="5924"/>
                    <a:pt x="9137" y="5514"/>
                  </a:cubicBezTo>
                  <a:lnTo>
                    <a:pt x="8066" y="3340"/>
                  </a:lnTo>
                  <a:cubicBezTo>
                    <a:pt x="8381" y="2994"/>
                    <a:pt x="8665" y="2553"/>
                    <a:pt x="8854" y="2143"/>
                  </a:cubicBezTo>
                  <a:cubicBezTo>
                    <a:pt x="8948" y="1923"/>
                    <a:pt x="8854" y="1734"/>
                    <a:pt x="8665" y="1671"/>
                  </a:cubicBezTo>
                  <a:cubicBezTo>
                    <a:pt x="8614" y="1645"/>
                    <a:pt x="8561" y="1634"/>
                    <a:pt x="8509" y="1634"/>
                  </a:cubicBezTo>
                  <a:cubicBezTo>
                    <a:pt x="8369" y="1634"/>
                    <a:pt x="8238" y="1721"/>
                    <a:pt x="8192" y="1860"/>
                  </a:cubicBezTo>
                  <a:cubicBezTo>
                    <a:pt x="8066" y="2143"/>
                    <a:pt x="7908" y="2395"/>
                    <a:pt x="7719" y="2647"/>
                  </a:cubicBezTo>
                  <a:lnTo>
                    <a:pt x="6459" y="1"/>
                  </a:lnTo>
                  <a:cubicBezTo>
                    <a:pt x="6113" y="631"/>
                    <a:pt x="5420" y="1041"/>
                    <a:pt x="4632" y="1041"/>
                  </a:cubicBezTo>
                  <a:cubicBezTo>
                    <a:pt x="3844" y="1041"/>
                    <a:pt x="3183" y="599"/>
                    <a:pt x="283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181" name="Google Shape;9181;p72"/>
            <p:cNvSpPr/>
            <p:nvPr/>
          </p:nvSpPr>
          <p:spPr>
            <a:xfrm>
              <a:off x="-50379325" y="3183175"/>
              <a:ext cx="52775" cy="34675"/>
            </a:xfrm>
            <a:custGeom>
              <a:avLst/>
              <a:gdLst/>
              <a:ahLst/>
              <a:cxnLst/>
              <a:rect l="l" t="t" r="r" b="b"/>
              <a:pathLst>
                <a:path w="2111" h="1387" extrusionOk="0">
                  <a:moveTo>
                    <a:pt x="1071" y="0"/>
                  </a:moveTo>
                  <a:cubicBezTo>
                    <a:pt x="473" y="0"/>
                    <a:pt x="0" y="473"/>
                    <a:pt x="0" y="1071"/>
                  </a:cubicBezTo>
                  <a:lnTo>
                    <a:pt x="0" y="1386"/>
                  </a:lnTo>
                  <a:cubicBezTo>
                    <a:pt x="315" y="1166"/>
                    <a:pt x="662" y="1103"/>
                    <a:pt x="1071" y="1103"/>
                  </a:cubicBezTo>
                  <a:cubicBezTo>
                    <a:pt x="1449" y="1103"/>
                    <a:pt x="1796" y="1166"/>
                    <a:pt x="2111" y="1386"/>
                  </a:cubicBezTo>
                  <a:lnTo>
                    <a:pt x="2111" y="1071"/>
                  </a:lnTo>
                  <a:cubicBezTo>
                    <a:pt x="2111" y="473"/>
                    <a:pt x="1638" y="0"/>
                    <a:pt x="107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182" name="Google Shape;9182;p72"/>
          <p:cNvGrpSpPr/>
          <p:nvPr/>
        </p:nvGrpSpPr>
        <p:grpSpPr>
          <a:xfrm>
            <a:off x="1127433" y="2632868"/>
            <a:ext cx="474940" cy="473717"/>
            <a:chOff x="-50504575" y="3550975"/>
            <a:chExt cx="300900" cy="300125"/>
          </a:xfrm>
        </p:grpSpPr>
        <p:sp>
          <p:nvSpPr>
            <p:cNvPr id="9183" name="Google Shape;9183;p72"/>
            <p:cNvSpPr/>
            <p:nvPr/>
          </p:nvSpPr>
          <p:spPr>
            <a:xfrm>
              <a:off x="-50504575" y="3550975"/>
              <a:ext cx="300900" cy="176475"/>
            </a:xfrm>
            <a:custGeom>
              <a:avLst/>
              <a:gdLst/>
              <a:ahLst/>
              <a:cxnLst/>
              <a:rect l="l" t="t" r="r" b="b"/>
              <a:pathLst>
                <a:path w="12036" h="7059" extrusionOk="0">
                  <a:moveTo>
                    <a:pt x="1072" y="1"/>
                  </a:moveTo>
                  <a:cubicBezTo>
                    <a:pt x="473" y="1"/>
                    <a:pt x="1" y="474"/>
                    <a:pt x="1" y="1072"/>
                  </a:cubicBezTo>
                  <a:cubicBezTo>
                    <a:pt x="1" y="1671"/>
                    <a:pt x="473" y="2143"/>
                    <a:pt x="1072" y="2143"/>
                  </a:cubicBezTo>
                  <a:cubicBezTo>
                    <a:pt x="1545" y="2143"/>
                    <a:pt x="1891" y="1828"/>
                    <a:pt x="2049" y="1419"/>
                  </a:cubicBezTo>
                  <a:lnTo>
                    <a:pt x="3592" y="1419"/>
                  </a:lnTo>
                  <a:cubicBezTo>
                    <a:pt x="2364" y="2175"/>
                    <a:pt x="1576" y="3467"/>
                    <a:pt x="1450" y="4916"/>
                  </a:cubicBezTo>
                  <a:lnTo>
                    <a:pt x="1072" y="4916"/>
                  </a:lnTo>
                  <a:cubicBezTo>
                    <a:pt x="883" y="4916"/>
                    <a:pt x="726" y="5073"/>
                    <a:pt x="726" y="5294"/>
                  </a:cubicBezTo>
                  <a:lnTo>
                    <a:pt x="726" y="6712"/>
                  </a:lnTo>
                  <a:cubicBezTo>
                    <a:pt x="726" y="6901"/>
                    <a:pt x="883" y="7058"/>
                    <a:pt x="1072" y="7058"/>
                  </a:cubicBezTo>
                  <a:lnTo>
                    <a:pt x="2490" y="7058"/>
                  </a:lnTo>
                  <a:cubicBezTo>
                    <a:pt x="2679" y="7058"/>
                    <a:pt x="2836" y="6901"/>
                    <a:pt x="2836" y="6712"/>
                  </a:cubicBezTo>
                  <a:lnTo>
                    <a:pt x="2836" y="5294"/>
                  </a:lnTo>
                  <a:cubicBezTo>
                    <a:pt x="2836" y="5073"/>
                    <a:pt x="2679" y="4916"/>
                    <a:pt x="2490" y="4916"/>
                  </a:cubicBezTo>
                  <a:lnTo>
                    <a:pt x="2175" y="4916"/>
                  </a:lnTo>
                  <a:cubicBezTo>
                    <a:pt x="2332" y="3309"/>
                    <a:pt x="3435" y="2017"/>
                    <a:pt x="4979" y="1576"/>
                  </a:cubicBezTo>
                  <a:lnTo>
                    <a:pt x="4979" y="1765"/>
                  </a:lnTo>
                  <a:cubicBezTo>
                    <a:pt x="4979" y="1986"/>
                    <a:pt x="5136" y="2143"/>
                    <a:pt x="5325" y="2143"/>
                  </a:cubicBezTo>
                  <a:lnTo>
                    <a:pt x="6743" y="2143"/>
                  </a:lnTo>
                  <a:cubicBezTo>
                    <a:pt x="6932" y="2143"/>
                    <a:pt x="7090" y="1986"/>
                    <a:pt x="7090" y="1765"/>
                  </a:cubicBezTo>
                  <a:lnTo>
                    <a:pt x="7090" y="1576"/>
                  </a:lnTo>
                  <a:cubicBezTo>
                    <a:pt x="8633" y="2017"/>
                    <a:pt x="9736" y="3340"/>
                    <a:pt x="9893" y="4916"/>
                  </a:cubicBezTo>
                  <a:lnTo>
                    <a:pt x="9578" y="4916"/>
                  </a:lnTo>
                  <a:cubicBezTo>
                    <a:pt x="9389" y="4916"/>
                    <a:pt x="9232" y="5073"/>
                    <a:pt x="9232" y="5294"/>
                  </a:cubicBezTo>
                  <a:lnTo>
                    <a:pt x="9232" y="6712"/>
                  </a:lnTo>
                  <a:cubicBezTo>
                    <a:pt x="9232" y="6901"/>
                    <a:pt x="9389" y="7058"/>
                    <a:pt x="9578" y="7058"/>
                  </a:cubicBezTo>
                  <a:lnTo>
                    <a:pt x="10996" y="7058"/>
                  </a:lnTo>
                  <a:cubicBezTo>
                    <a:pt x="11185" y="7058"/>
                    <a:pt x="11343" y="6901"/>
                    <a:pt x="11343" y="6712"/>
                  </a:cubicBezTo>
                  <a:lnTo>
                    <a:pt x="11343" y="5294"/>
                  </a:lnTo>
                  <a:cubicBezTo>
                    <a:pt x="11343" y="5073"/>
                    <a:pt x="11185" y="4916"/>
                    <a:pt x="10996" y="4916"/>
                  </a:cubicBezTo>
                  <a:lnTo>
                    <a:pt x="10587" y="4916"/>
                  </a:lnTo>
                  <a:cubicBezTo>
                    <a:pt x="10492" y="3467"/>
                    <a:pt x="9704" y="2175"/>
                    <a:pt x="8476" y="1419"/>
                  </a:cubicBezTo>
                  <a:lnTo>
                    <a:pt x="10020" y="1419"/>
                  </a:lnTo>
                  <a:cubicBezTo>
                    <a:pt x="10146" y="1860"/>
                    <a:pt x="10555" y="2143"/>
                    <a:pt x="10996" y="2143"/>
                  </a:cubicBezTo>
                  <a:cubicBezTo>
                    <a:pt x="11563" y="2143"/>
                    <a:pt x="12036" y="1671"/>
                    <a:pt x="12036" y="1072"/>
                  </a:cubicBezTo>
                  <a:cubicBezTo>
                    <a:pt x="12036" y="474"/>
                    <a:pt x="11563" y="1"/>
                    <a:pt x="10996" y="1"/>
                  </a:cubicBezTo>
                  <a:cubicBezTo>
                    <a:pt x="10524" y="1"/>
                    <a:pt x="10146" y="285"/>
                    <a:pt x="9988" y="726"/>
                  </a:cubicBezTo>
                  <a:lnTo>
                    <a:pt x="7090" y="726"/>
                  </a:lnTo>
                  <a:lnTo>
                    <a:pt x="7090" y="379"/>
                  </a:lnTo>
                  <a:cubicBezTo>
                    <a:pt x="7090" y="159"/>
                    <a:pt x="6932" y="1"/>
                    <a:pt x="6743" y="1"/>
                  </a:cubicBezTo>
                  <a:lnTo>
                    <a:pt x="5325" y="1"/>
                  </a:lnTo>
                  <a:cubicBezTo>
                    <a:pt x="5105" y="1"/>
                    <a:pt x="4979" y="159"/>
                    <a:pt x="4979" y="379"/>
                  </a:cubicBezTo>
                  <a:lnTo>
                    <a:pt x="4979" y="726"/>
                  </a:lnTo>
                  <a:lnTo>
                    <a:pt x="2049" y="726"/>
                  </a:lnTo>
                  <a:cubicBezTo>
                    <a:pt x="1891" y="316"/>
                    <a:pt x="1545" y="1"/>
                    <a:pt x="107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184" name="Google Shape;9184;p72"/>
            <p:cNvSpPr/>
            <p:nvPr/>
          </p:nvSpPr>
          <p:spPr>
            <a:xfrm>
              <a:off x="-50432100" y="3622650"/>
              <a:ext cx="157550" cy="175675"/>
            </a:xfrm>
            <a:custGeom>
              <a:avLst/>
              <a:gdLst/>
              <a:ahLst/>
              <a:cxnLst/>
              <a:rect l="l" t="t" r="r" b="b"/>
              <a:pathLst>
                <a:path w="6302" h="7027" extrusionOk="0">
                  <a:moveTo>
                    <a:pt x="3182" y="1"/>
                  </a:moveTo>
                  <a:cubicBezTo>
                    <a:pt x="3064" y="1"/>
                    <a:pt x="2946" y="64"/>
                    <a:pt x="2899" y="190"/>
                  </a:cubicBezTo>
                  <a:lnTo>
                    <a:pt x="95" y="5105"/>
                  </a:lnTo>
                  <a:cubicBezTo>
                    <a:pt x="0" y="5231"/>
                    <a:pt x="0" y="5357"/>
                    <a:pt x="95" y="5451"/>
                  </a:cubicBezTo>
                  <a:lnTo>
                    <a:pt x="1103" y="7026"/>
                  </a:lnTo>
                  <a:lnTo>
                    <a:pt x="2804" y="7026"/>
                  </a:lnTo>
                  <a:lnTo>
                    <a:pt x="2804" y="5577"/>
                  </a:lnTo>
                  <a:cubicBezTo>
                    <a:pt x="2426" y="5420"/>
                    <a:pt x="2111" y="5010"/>
                    <a:pt x="2111" y="4569"/>
                  </a:cubicBezTo>
                  <a:cubicBezTo>
                    <a:pt x="2111" y="4002"/>
                    <a:pt x="2584" y="3529"/>
                    <a:pt x="3151" y="3529"/>
                  </a:cubicBezTo>
                  <a:cubicBezTo>
                    <a:pt x="3749" y="3529"/>
                    <a:pt x="4222" y="4002"/>
                    <a:pt x="4222" y="4569"/>
                  </a:cubicBezTo>
                  <a:cubicBezTo>
                    <a:pt x="4222" y="5042"/>
                    <a:pt x="3939" y="5420"/>
                    <a:pt x="3529" y="5577"/>
                  </a:cubicBezTo>
                  <a:lnTo>
                    <a:pt x="3529" y="7026"/>
                  </a:lnTo>
                  <a:lnTo>
                    <a:pt x="5199" y="7026"/>
                  </a:lnTo>
                  <a:lnTo>
                    <a:pt x="6238" y="5451"/>
                  </a:lnTo>
                  <a:cubicBezTo>
                    <a:pt x="6301" y="5325"/>
                    <a:pt x="6301" y="5199"/>
                    <a:pt x="6238" y="5105"/>
                  </a:cubicBezTo>
                  <a:lnTo>
                    <a:pt x="3466" y="190"/>
                  </a:lnTo>
                  <a:cubicBezTo>
                    <a:pt x="3419" y="64"/>
                    <a:pt x="3301" y="1"/>
                    <a:pt x="318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185" name="Google Shape;9185;p72"/>
            <p:cNvSpPr/>
            <p:nvPr/>
          </p:nvSpPr>
          <p:spPr>
            <a:xfrm>
              <a:off x="-50414775" y="3815625"/>
              <a:ext cx="122900" cy="35475"/>
            </a:xfrm>
            <a:custGeom>
              <a:avLst/>
              <a:gdLst/>
              <a:ahLst/>
              <a:cxnLst/>
              <a:rect l="l" t="t" r="r" b="b"/>
              <a:pathLst>
                <a:path w="4916" h="1419" extrusionOk="0">
                  <a:moveTo>
                    <a:pt x="347" y="1"/>
                  </a:moveTo>
                  <a:cubicBezTo>
                    <a:pt x="158" y="1"/>
                    <a:pt x="0" y="158"/>
                    <a:pt x="0" y="379"/>
                  </a:cubicBezTo>
                  <a:lnTo>
                    <a:pt x="0" y="1072"/>
                  </a:lnTo>
                  <a:cubicBezTo>
                    <a:pt x="0" y="1261"/>
                    <a:pt x="158" y="1418"/>
                    <a:pt x="347" y="1418"/>
                  </a:cubicBezTo>
                  <a:lnTo>
                    <a:pt x="4569" y="1418"/>
                  </a:lnTo>
                  <a:cubicBezTo>
                    <a:pt x="4758" y="1418"/>
                    <a:pt x="4915" y="1261"/>
                    <a:pt x="4915" y="1072"/>
                  </a:cubicBezTo>
                  <a:lnTo>
                    <a:pt x="4915" y="379"/>
                  </a:lnTo>
                  <a:cubicBezTo>
                    <a:pt x="4915" y="190"/>
                    <a:pt x="4758" y="1"/>
                    <a:pt x="456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186" name="Google Shape;9186;p72"/>
            <p:cNvSpPr/>
            <p:nvPr/>
          </p:nvSpPr>
          <p:spPr>
            <a:xfrm>
              <a:off x="-50362000" y="3727425"/>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187" name="Google Shape;9187;p72"/>
          <p:cNvGrpSpPr/>
          <p:nvPr/>
        </p:nvGrpSpPr>
        <p:grpSpPr>
          <a:xfrm>
            <a:off x="1127433" y="3217191"/>
            <a:ext cx="474940" cy="472455"/>
            <a:chOff x="-50503000" y="3921175"/>
            <a:chExt cx="300900" cy="299325"/>
          </a:xfrm>
        </p:grpSpPr>
        <p:sp>
          <p:nvSpPr>
            <p:cNvPr id="9188" name="Google Shape;9188;p72"/>
            <p:cNvSpPr/>
            <p:nvPr/>
          </p:nvSpPr>
          <p:spPr>
            <a:xfrm>
              <a:off x="-50432900" y="3921175"/>
              <a:ext cx="177250" cy="53575"/>
            </a:xfrm>
            <a:custGeom>
              <a:avLst/>
              <a:gdLst/>
              <a:ahLst/>
              <a:cxnLst/>
              <a:rect l="l" t="t" r="r" b="b"/>
              <a:pathLst>
                <a:path w="7090" h="2143" extrusionOk="0">
                  <a:moveTo>
                    <a:pt x="1" y="0"/>
                  </a:moveTo>
                  <a:lnTo>
                    <a:pt x="1" y="2143"/>
                  </a:lnTo>
                  <a:lnTo>
                    <a:pt x="7089" y="2143"/>
                  </a:lnTo>
                  <a:lnTo>
                    <a:pt x="708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189" name="Google Shape;9189;p72"/>
            <p:cNvSpPr/>
            <p:nvPr/>
          </p:nvSpPr>
          <p:spPr>
            <a:xfrm>
              <a:off x="-50503000" y="3921175"/>
              <a:ext cx="52800" cy="53575"/>
            </a:xfrm>
            <a:custGeom>
              <a:avLst/>
              <a:gdLst/>
              <a:ahLst/>
              <a:cxnLst/>
              <a:rect l="l" t="t" r="r" b="b"/>
              <a:pathLst>
                <a:path w="2112" h="2143" extrusionOk="0">
                  <a:moveTo>
                    <a:pt x="1797" y="0"/>
                  </a:moveTo>
                  <a:cubicBezTo>
                    <a:pt x="1734" y="0"/>
                    <a:pt x="1671" y="0"/>
                    <a:pt x="1639" y="63"/>
                  </a:cubicBezTo>
                  <a:lnTo>
                    <a:pt x="221" y="756"/>
                  </a:lnTo>
                  <a:cubicBezTo>
                    <a:pt x="95" y="851"/>
                    <a:pt x="1" y="945"/>
                    <a:pt x="1" y="1071"/>
                  </a:cubicBezTo>
                  <a:cubicBezTo>
                    <a:pt x="1" y="1197"/>
                    <a:pt x="95" y="1323"/>
                    <a:pt x="221" y="1386"/>
                  </a:cubicBezTo>
                  <a:lnTo>
                    <a:pt x="1639" y="2111"/>
                  </a:lnTo>
                  <a:cubicBezTo>
                    <a:pt x="1671" y="2143"/>
                    <a:pt x="1765" y="2143"/>
                    <a:pt x="1797" y="2143"/>
                  </a:cubicBezTo>
                  <a:lnTo>
                    <a:pt x="2112" y="2143"/>
                  </a:lnTo>
                  <a:lnTo>
                    <a:pt x="211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190" name="Google Shape;9190;p72"/>
            <p:cNvSpPr/>
            <p:nvPr/>
          </p:nvSpPr>
          <p:spPr>
            <a:xfrm>
              <a:off x="-50237550" y="3921175"/>
              <a:ext cx="35450" cy="53575"/>
            </a:xfrm>
            <a:custGeom>
              <a:avLst/>
              <a:gdLst/>
              <a:ahLst/>
              <a:cxnLst/>
              <a:rect l="l" t="t" r="r" b="b"/>
              <a:pathLst>
                <a:path w="1418" h="2143" extrusionOk="0">
                  <a:moveTo>
                    <a:pt x="0" y="0"/>
                  </a:moveTo>
                  <a:lnTo>
                    <a:pt x="0" y="2143"/>
                  </a:lnTo>
                  <a:lnTo>
                    <a:pt x="347" y="2143"/>
                  </a:lnTo>
                  <a:cubicBezTo>
                    <a:pt x="945" y="2143"/>
                    <a:pt x="1418" y="1670"/>
                    <a:pt x="1418" y="1071"/>
                  </a:cubicBezTo>
                  <a:cubicBezTo>
                    <a:pt x="1418" y="473"/>
                    <a:pt x="945" y="0"/>
                    <a:pt x="3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191" name="Google Shape;9191;p72"/>
            <p:cNvSpPr/>
            <p:nvPr/>
          </p:nvSpPr>
          <p:spPr>
            <a:xfrm>
              <a:off x="-50414775" y="4045625"/>
              <a:ext cx="159125" cy="122875"/>
            </a:xfrm>
            <a:custGeom>
              <a:avLst/>
              <a:gdLst/>
              <a:ahLst/>
              <a:cxnLst/>
              <a:rect l="l" t="t" r="r" b="b"/>
              <a:pathLst>
                <a:path w="6365" h="4915" extrusionOk="0">
                  <a:moveTo>
                    <a:pt x="0" y="0"/>
                  </a:moveTo>
                  <a:lnTo>
                    <a:pt x="0" y="4915"/>
                  </a:lnTo>
                  <a:lnTo>
                    <a:pt x="6364" y="4915"/>
                  </a:lnTo>
                  <a:lnTo>
                    <a:pt x="636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192" name="Google Shape;9192;p72"/>
            <p:cNvSpPr/>
            <p:nvPr/>
          </p:nvSpPr>
          <p:spPr>
            <a:xfrm>
              <a:off x="-50503000" y="3992050"/>
              <a:ext cx="300900" cy="228450"/>
            </a:xfrm>
            <a:custGeom>
              <a:avLst/>
              <a:gdLst/>
              <a:ahLst/>
              <a:cxnLst/>
              <a:rect l="l" t="t" r="r" b="b"/>
              <a:pathLst>
                <a:path w="12036" h="9138" extrusionOk="0">
                  <a:moveTo>
                    <a:pt x="1797" y="1387"/>
                  </a:moveTo>
                  <a:cubicBezTo>
                    <a:pt x="1986" y="1387"/>
                    <a:pt x="2143" y="1544"/>
                    <a:pt x="2143" y="1733"/>
                  </a:cubicBezTo>
                  <a:lnTo>
                    <a:pt x="2143" y="3151"/>
                  </a:lnTo>
                  <a:cubicBezTo>
                    <a:pt x="2143" y="3372"/>
                    <a:pt x="1986" y="3529"/>
                    <a:pt x="1797" y="3529"/>
                  </a:cubicBezTo>
                  <a:cubicBezTo>
                    <a:pt x="1608" y="3529"/>
                    <a:pt x="1450" y="3372"/>
                    <a:pt x="1450" y="3151"/>
                  </a:cubicBezTo>
                  <a:lnTo>
                    <a:pt x="1450" y="1733"/>
                  </a:lnTo>
                  <a:cubicBezTo>
                    <a:pt x="1450" y="1544"/>
                    <a:pt x="1608" y="1387"/>
                    <a:pt x="1797" y="1387"/>
                  </a:cubicBezTo>
                  <a:close/>
                  <a:moveTo>
                    <a:pt x="1797" y="4222"/>
                  </a:moveTo>
                  <a:cubicBezTo>
                    <a:pt x="1986" y="4222"/>
                    <a:pt x="2143" y="4380"/>
                    <a:pt x="2143" y="4569"/>
                  </a:cubicBezTo>
                  <a:cubicBezTo>
                    <a:pt x="2143" y="4789"/>
                    <a:pt x="1986" y="4947"/>
                    <a:pt x="1797" y="4947"/>
                  </a:cubicBezTo>
                  <a:cubicBezTo>
                    <a:pt x="1576" y="4947"/>
                    <a:pt x="1419" y="4789"/>
                    <a:pt x="1419" y="4569"/>
                  </a:cubicBezTo>
                  <a:cubicBezTo>
                    <a:pt x="1419" y="4380"/>
                    <a:pt x="1576" y="4222"/>
                    <a:pt x="1797" y="4222"/>
                  </a:cubicBezTo>
                  <a:close/>
                  <a:moveTo>
                    <a:pt x="1797" y="5609"/>
                  </a:moveTo>
                  <a:cubicBezTo>
                    <a:pt x="1986" y="5609"/>
                    <a:pt x="2143" y="5766"/>
                    <a:pt x="2143" y="5955"/>
                  </a:cubicBezTo>
                  <a:lnTo>
                    <a:pt x="2143" y="7373"/>
                  </a:lnTo>
                  <a:cubicBezTo>
                    <a:pt x="2143" y="7562"/>
                    <a:pt x="1986" y="7719"/>
                    <a:pt x="1797" y="7719"/>
                  </a:cubicBezTo>
                  <a:cubicBezTo>
                    <a:pt x="1608" y="7719"/>
                    <a:pt x="1450" y="7562"/>
                    <a:pt x="1450" y="7373"/>
                  </a:cubicBezTo>
                  <a:lnTo>
                    <a:pt x="1450" y="5955"/>
                  </a:lnTo>
                  <a:cubicBezTo>
                    <a:pt x="1450" y="5766"/>
                    <a:pt x="1608" y="5609"/>
                    <a:pt x="1797" y="5609"/>
                  </a:cubicBezTo>
                  <a:close/>
                  <a:moveTo>
                    <a:pt x="10272" y="1387"/>
                  </a:moveTo>
                  <a:cubicBezTo>
                    <a:pt x="10461" y="1387"/>
                    <a:pt x="10618" y="1544"/>
                    <a:pt x="10618" y="1733"/>
                  </a:cubicBezTo>
                  <a:lnTo>
                    <a:pt x="10618" y="7373"/>
                  </a:lnTo>
                  <a:cubicBezTo>
                    <a:pt x="10618" y="7562"/>
                    <a:pt x="10461" y="7719"/>
                    <a:pt x="10272" y="7719"/>
                  </a:cubicBezTo>
                  <a:lnTo>
                    <a:pt x="3183" y="7719"/>
                  </a:lnTo>
                  <a:cubicBezTo>
                    <a:pt x="2962" y="7719"/>
                    <a:pt x="2805" y="7562"/>
                    <a:pt x="2805" y="7373"/>
                  </a:cubicBezTo>
                  <a:lnTo>
                    <a:pt x="2805" y="1733"/>
                  </a:lnTo>
                  <a:cubicBezTo>
                    <a:pt x="2805" y="1544"/>
                    <a:pt x="2962" y="1387"/>
                    <a:pt x="3183" y="1387"/>
                  </a:cubicBezTo>
                  <a:close/>
                  <a:moveTo>
                    <a:pt x="1072" y="1"/>
                  </a:moveTo>
                  <a:cubicBezTo>
                    <a:pt x="474" y="1"/>
                    <a:pt x="1" y="473"/>
                    <a:pt x="1" y="1072"/>
                  </a:cubicBezTo>
                  <a:lnTo>
                    <a:pt x="1" y="8097"/>
                  </a:lnTo>
                  <a:cubicBezTo>
                    <a:pt x="1" y="8664"/>
                    <a:pt x="474" y="9137"/>
                    <a:pt x="1072" y="9137"/>
                  </a:cubicBezTo>
                  <a:lnTo>
                    <a:pt x="10965" y="9137"/>
                  </a:lnTo>
                  <a:cubicBezTo>
                    <a:pt x="11563" y="9137"/>
                    <a:pt x="12036" y="8664"/>
                    <a:pt x="12036" y="8097"/>
                  </a:cubicBezTo>
                  <a:lnTo>
                    <a:pt x="12036" y="1072"/>
                  </a:lnTo>
                  <a:cubicBezTo>
                    <a:pt x="12036" y="473"/>
                    <a:pt x="11563" y="1"/>
                    <a:pt x="1096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193" name="Google Shape;9193;p72"/>
          <p:cNvGrpSpPr/>
          <p:nvPr/>
        </p:nvGrpSpPr>
        <p:grpSpPr>
          <a:xfrm>
            <a:off x="4066170" y="2078415"/>
            <a:ext cx="473677" cy="474940"/>
            <a:chOff x="-48630025" y="3199700"/>
            <a:chExt cx="300100" cy="300900"/>
          </a:xfrm>
        </p:grpSpPr>
        <p:sp>
          <p:nvSpPr>
            <p:cNvPr id="9194" name="Google Shape;9194;p72"/>
            <p:cNvSpPr/>
            <p:nvPr/>
          </p:nvSpPr>
          <p:spPr>
            <a:xfrm>
              <a:off x="-48630025" y="3199700"/>
              <a:ext cx="300100" cy="300900"/>
            </a:xfrm>
            <a:custGeom>
              <a:avLst/>
              <a:gdLst/>
              <a:ahLst/>
              <a:cxnLst/>
              <a:rect l="l" t="t" r="r" b="b"/>
              <a:pathLst>
                <a:path w="12004" h="12036" extrusionOk="0">
                  <a:moveTo>
                    <a:pt x="9893" y="1419"/>
                  </a:moveTo>
                  <a:lnTo>
                    <a:pt x="9893" y="1765"/>
                  </a:lnTo>
                  <a:cubicBezTo>
                    <a:pt x="9893" y="1986"/>
                    <a:pt x="10051" y="2143"/>
                    <a:pt x="10240" y="2143"/>
                  </a:cubicBezTo>
                  <a:lnTo>
                    <a:pt x="10586" y="2143"/>
                  </a:lnTo>
                  <a:lnTo>
                    <a:pt x="10586" y="5294"/>
                  </a:lnTo>
                  <a:cubicBezTo>
                    <a:pt x="9738" y="4603"/>
                    <a:pt x="8014" y="3599"/>
                    <a:pt x="6006" y="3592"/>
                  </a:cubicBezTo>
                  <a:lnTo>
                    <a:pt x="6006" y="3592"/>
                  </a:lnTo>
                  <a:cubicBezTo>
                    <a:pt x="6010" y="3592"/>
                    <a:pt x="6014" y="3592"/>
                    <a:pt x="6018" y="3592"/>
                  </a:cubicBezTo>
                  <a:lnTo>
                    <a:pt x="6018" y="3592"/>
                  </a:lnTo>
                  <a:cubicBezTo>
                    <a:pt x="6013" y="3592"/>
                    <a:pt x="6008" y="3592"/>
                    <a:pt x="6003" y="3592"/>
                  </a:cubicBezTo>
                  <a:lnTo>
                    <a:pt x="6003" y="3592"/>
                  </a:lnTo>
                  <a:cubicBezTo>
                    <a:pt x="5997" y="3592"/>
                    <a:pt x="5992" y="3592"/>
                    <a:pt x="5987" y="3592"/>
                  </a:cubicBezTo>
                  <a:cubicBezTo>
                    <a:pt x="5991" y="3592"/>
                    <a:pt x="5995" y="3592"/>
                    <a:pt x="5999" y="3592"/>
                  </a:cubicBezTo>
                  <a:lnTo>
                    <a:pt x="5999" y="3592"/>
                  </a:lnTo>
                  <a:cubicBezTo>
                    <a:pt x="4022" y="3599"/>
                    <a:pt x="2298" y="4666"/>
                    <a:pt x="1418" y="5294"/>
                  </a:cubicBezTo>
                  <a:lnTo>
                    <a:pt x="1418" y="2143"/>
                  </a:lnTo>
                  <a:lnTo>
                    <a:pt x="1765" y="2143"/>
                  </a:lnTo>
                  <a:cubicBezTo>
                    <a:pt x="1986" y="2143"/>
                    <a:pt x="2112" y="1986"/>
                    <a:pt x="2112" y="1765"/>
                  </a:cubicBezTo>
                  <a:lnTo>
                    <a:pt x="2112" y="1419"/>
                  </a:lnTo>
                  <a:close/>
                  <a:moveTo>
                    <a:pt x="6002" y="3592"/>
                  </a:moveTo>
                  <a:cubicBezTo>
                    <a:pt x="7319" y="3601"/>
                    <a:pt x="8413" y="4700"/>
                    <a:pt x="8413" y="6018"/>
                  </a:cubicBezTo>
                  <a:cubicBezTo>
                    <a:pt x="8413" y="7368"/>
                    <a:pt x="7319" y="8467"/>
                    <a:pt x="6002" y="8476"/>
                  </a:cubicBezTo>
                  <a:lnTo>
                    <a:pt x="6002" y="8476"/>
                  </a:lnTo>
                  <a:cubicBezTo>
                    <a:pt x="4686" y="8467"/>
                    <a:pt x="3592" y="7368"/>
                    <a:pt x="3592" y="6018"/>
                  </a:cubicBezTo>
                  <a:cubicBezTo>
                    <a:pt x="3592" y="4700"/>
                    <a:pt x="4686" y="3601"/>
                    <a:pt x="6002" y="3592"/>
                  </a:cubicBezTo>
                  <a:close/>
                  <a:moveTo>
                    <a:pt x="10586" y="6774"/>
                  </a:moveTo>
                  <a:lnTo>
                    <a:pt x="10586" y="9925"/>
                  </a:lnTo>
                  <a:lnTo>
                    <a:pt x="10240" y="9925"/>
                  </a:lnTo>
                  <a:cubicBezTo>
                    <a:pt x="10051" y="9925"/>
                    <a:pt x="9893" y="10082"/>
                    <a:pt x="9893" y="10271"/>
                  </a:cubicBezTo>
                  <a:lnTo>
                    <a:pt x="9893" y="10618"/>
                  </a:lnTo>
                  <a:lnTo>
                    <a:pt x="2112" y="10618"/>
                  </a:lnTo>
                  <a:lnTo>
                    <a:pt x="2112" y="10271"/>
                  </a:lnTo>
                  <a:cubicBezTo>
                    <a:pt x="2112" y="10082"/>
                    <a:pt x="1986" y="9925"/>
                    <a:pt x="1765" y="9925"/>
                  </a:cubicBezTo>
                  <a:lnTo>
                    <a:pt x="1418" y="9925"/>
                  </a:lnTo>
                  <a:lnTo>
                    <a:pt x="1418" y="6774"/>
                  </a:lnTo>
                  <a:cubicBezTo>
                    <a:pt x="2298" y="7434"/>
                    <a:pt x="4022" y="8469"/>
                    <a:pt x="5999" y="8476"/>
                  </a:cubicBezTo>
                  <a:lnTo>
                    <a:pt x="5999" y="8476"/>
                  </a:lnTo>
                  <a:cubicBezTo>
                    <a:pt x="5995" y="8476"/>
                    <a:pt x="5991" y="8476"/>
                    <a:pt x="5987" y="8476"/>
                  </a:cubicBezTo>
                  <a:cubicBezTo>
                    <a:pt x="5992" y="8476"/>
                    <a:pt x="5997" y="8476"/>
                    <a:pt x="6002" y="8476"/>
                  </a:cubicBezTo>
                  <a:lnTo>
                    <a:pt x="6002" y="8476"/>
                  </a:lnTo>
                  <a:cubicBezTo>
                    <a:pt x="6008" y="8476"/>
                    <a:pt x="6013" y="8476"/>
                    <a:pt x="6018" y="8476"/>
                  </a:cubicBezTo>
                  <a:cubicBezTo>
                    <a:pt x="6014" y="8476"/>
                    <a:pt x="6010" y="8476"/>
                    <a:pt x="6006" y="8476"/>
                  </a:cubicBezTo>
                  <a:lnTo>
                    <a:pt x="6006" y="8476"/>
                  </a:lnTo>
                  <a:cubicBezTo>
                    <a:pt x="8014" y="8469"/>
                    <a:pt x="9738" y="7402"/>
                    <a:pt x="10586" y="6774"/>
                  </a:cubicBezTo>
                  <a:close/>
                  <a:moveTo>
                    <a:pt x="347" y="1"/>
                  </a:moveTo>
                  <a:cubicBezTo>
                    <a:pt x="158" y="1"/>
                    <a:pt x="1" y="158"/>
                    <a:pt x="1" y="347"/>
                  </a:cubicBezTo>
                  <a:lnTo>
                    <a:pt x="1" y="1765"/>
                  </a:lnTo>
                  <a:cubicBezTo>
                    <a:pt x="1" y="1986"/>
                    <a:pt x="158" y="2143"/>
                    <a:pt x="347" y="2143"/>
                  </a:cubicBezTo>
                  <a:lnTo>
                    <a:pt x="694" y="2143"/>
                  </a:lnTo>
                  <a:lnTo>
                    <a:pt x="694" y="9925"/>
                  </a:lnTo>
                  <a:lnTo>
                    <a:pt x="347" y="9925"/>
                  </a:lnTo>
                  <a:cubicBezTo>
                    <a:pt x="158" y="9925"/>
                    <a:pt x="1" y="10082"/>
                    <a:pt x="1" y="10271"/>
                  </a:cubicBezTo>
                  <a:lnTo>
                    <a:pt x="1" y="11689"/>
                  </a:lnTo>
                  <a:cubicBezTo>
                    <a:pt x="1" y="11910"/>
                    <a:pt x="158" y="12036"/>
                    <a:pt x="347" y="12036"/>
                  </a:cubicBezTo>
                  <a:lnTo>
                    <a:pt x="1765" y="12036"/>
                  </a:lnTo>
                  <a:cubicBezTo>
                    <a:pt x="1986" y="12036"/>
                    <a:pt x="2112" y="11910"/>
                    <a:pt x="2112" y="11689"/>
                  </a:cubicBezTo>
                  <a:lnTo>
                    <a:pt x="2112" y="11343"/>
                  </a:lnTo>
                  <a:lnTo>
                    <a:pt x="9893" y="11343"/>
                  </a:lnTo>
                  <a:lnTo>
                    <a:pt x="9893" y="11689"/>
                  </a:lnTo>
                  <a:cubicBezTo>
                    <a:pt x="9893" y="11910"/>
                    <a:pt x="10051" y="12036"/>
                    <a:pt x="10240" y="12036"/>
                  </a:cubicBezTo>
                  <a:lnTo>
                    <a:pt x="11658" y="12036"/>
                  </a:lnTo>
                  <a:cubicBezTo>
                    <a:pt x="11847" y="12036"/>
                    <a:pt x="12004" y="11910"/>
                    <a:pt x="12004" y="11689"/>
                  </a:cubicBezTo>
                  <a:lnTo>
                    <a:pt x="12004" y="10271"/>
                  </a:lnTo>
                  <a:cubicBezTo>
                    <a:pt x="12004" y="10082"/>
                    <a:pt x="11847" y="9925"/>
                    <a:pt x="11658" y="9925"/>
                  </a:cubicBezTo>
                  <a:lnTo>
                    <a:pt x="11311" y="9925"/>
                  </a:lnTo>
                  <a:lnTo>
                    <a:pt x="11311" y="2143"/>
                  </a:lnTo>
                  <a:lnTo>
                    <a:pt x="11658" y="2143"/>
                  </a:lnTo>
                  <a:cubicBezTo>
                    <a:pt x="11847" y="2143"/>
                    <a:pt x="12004" y="1986"/>
                    <a:pt x="12004" y="1765"/>
                  </a:cubicBezTo>
                  <a:lnTo>
                    <a:pt x="12004" y="347"/>
                  </a:lnTo>
                  <a:cubicBezTo>
                    <a:pt x="12004" y="158"/>
                    <a:pt x="11847" y="1"/>
                    <a:pt x="11658" y="1"/>
                  </a:cubicBezTo>
                  <a:lnTo>
                    <a:pt x="10240" y="1"/>
                  </a:lnTo>
                  <a:cubicBezTo>
                    <a:pt x="10051" y="1"/>
                    <a:pt x="9893" y="158"/>
                    <a:pt x="9893" y="347"/>
                  </a:cubicBezTo>
                  <a:lnTo>
                    <a:pt x="9893" y="725"/>
                  </a:lnTo>
                  <a:lnTo>
                    <a:pt x="2112" y="725"/>
                  </a:lnTo>
                  <a:lnTo>
                    <a:pt x="2112" y="347"/>
                  </a:lnTo>
                  <a:cubicBezTo>
                    <a:pt x="2112" y="158"/>
                    <a:pt x="1986" y="1"/>
                    <a:pt x="176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195" name="Google Shape;9195;p72"/>
            <p:cNvSpPr/>
            <p:nvPr/>
          </p:nvSpPr>
          <p:spPr>
            <a:xfrm>
              <a:off x="-48524475" y="3306025"/>
              <a:ext cx="88225" cy="89050"/>
            </a:xfrm>
            <a:custGeom>
              <a:avLst/>
              <a:gdLst/>
              <a:ahLst/>
              <a:cxnLst/>
              <a:rect l="l" t="t" r="r" b="b"/>
              <a:pathLst>
                <a:path w="3529" h="3562" extrusionOk="0">
                  <a:moveTo>
                    <a:pt x="1765" y="726"/>
                  </a:moveTo>
                  <a:cubicBezTo>
                    <a:pt x="2363" y="726"/>
                    <a:pt x="2836" y="1198"/>
                    <a:pt x="2836" y="1765"/>
                  </a:cubicBezTo>
                  <a:cubicBezTo>
                    <a:pt x="2836" y="2364"/>
                    <a:pt x="2363" y="2836"/>
                    <a:pt x="1765" y="2836"/>
                  </a:cubicBezTo>
                  <a:cubicBezTo>
                    <a:pt x="1166" y="2836"/>
                    <a:pt x="694" y="2364"/>
                    <a:pt x="694" y="1765"/>
                  </a:cubicBezTo>
                  <a:cubicBezTo>
                    <a:pt x="694" y="1198"/>
                    <a:pt x="1166" y="726"/>
                    <a:pt x="1765" y="726"/>
                  </a:cubicBezTo>
                  <a:close/>
                  <a:moveTo>
                    <a:pt x="1765" y="1"/>
                  </a:moveTo>
                  <a:cubicBezTo>
                    <a:pt x="788" y="1"/>
                    <a:pt x="0" y="789"/>
                    <a:pt x="0" y="1765"/>
                  </a:cubicBezTo>
                  <a:cubicBezTo>
                    <a:pt x="0" y="2773"/>
                    <a:pt x="788" y="3561"/>
                    <a:pt x="1765" y="3561"/>
                  </a:cubicBezTo>
                  <a:cubicBezTo>
                    <a:pt x="2741" y="3561"/>
                    <a:pt x="3529" y="2773"/>
                    <a:pt x="3529" y="1765"/>
                  </a:cubicBezTo>
                  <a:cubicBezTo>
                    <a:pt x="3529" y="789"/>
                    <a:pt x="2741" y="1"/>
                    <a:pt x="176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196" name="Google Shape;9196;p72"/>
            <p:cNvSpPr/>
            <p:nvPr/>
          </p:nvSpPr>
          <p:spPr>
            <a:xfrm>
              <a:off x="-48489025" y="3341475"/>
              <a:ext cx="17350" cy="18150"/>
            </a:xfrm>
            <a:custGeom>
              <a:avLst/>
              <a:gdLst/>
              <a:ahLst/>
              <a:cxnLst/>
              <a:rect l="l" t="t" r="r" b="b"/>
              <a:pathLst>
                <a:path w="694" h="726" extrusionOk="0">
                  <a:moveTo>
                    <a:pt x="347" y="1"/>
                  </a:moveTo>
                  <a:cubicBezTo>
                    <a:pt x="158" y="1"/>
                    <a:pt x="0" y="158"/>
                    <a:pt x="0" y="347"/>
                  </a:cubicBezTo>
                  <a:cubicBezTo>
                    <a:pt x="0" y="536"/>
                    <a:pt x="158" y="725"/>
                    <a:pt x="347" y="725"/>
                  </a:cubicBezTo>
                  <a:cubicBezTo>
                    <a:pt x="536" y="725"/>
                    <a:pt x="693" y="536"/>
                    <a:pt x="693" y="347"/>
                  </a:cubicBezTo>
                  <a:cubicBezTo>
                    <a:pt x="693" y="158"/>
                    <a:pt x="536" y="1"/>
                    <a:pt x="3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197" name="Google Shape;9197;p72"/>
          <p:cNvGrpSpPr/>
          <p:nvPr/>
        </p:nvGrpSpPr>
        <p:grpSpPr>
          <a:xfrm>
            <a:off x="4066170" y="2661476"/>
            <a:ext cx="473677" cy="473677"/>
            <a:chOff x="-48630025" y="3569100"/>
            <a:chExt cx="300100" cy="300100"/>
          </a:xfrm>
        </p:grpSpPr>
        <p:sp>
          <p:nvSpPr>
            <p:cNvPr id="9198" name="Google Shape;9198;p72"/>
            <p:cNvSpPr/>
            <p:nvPr/>
          </p:nvSpPr>
          <p:spPr>
            <a:xfrm>
              <a:off x="-48400825" y="3710875"/>
              <a:ext cx="18150" cy="17350"/>
            </a:xfrm>
            <a:custGeom>
              <a:avLst/>
              <a:gdLst/>
              <a:ahLst/>
              <a:cxnLst/>
              <a:rect l="l" t="t" r="r" b="b"/>
              <a:pathLst>
                <a:path w="726" h="694" extrusionOk="0">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199" name="Google Shape;9199;p72"/>
            <p:cNvSpPr/>
            <p:nvPr/>
          </p:nvSpPr>
          <p:spPr>
            <a:xfrm>
              <a:off x="-48400825" y="3781750"/>
              <a:ext cx="18150" cy="17350"/>
            </a:xfrm>
            <a:custGeom>
              <a:avLst/>
              <a:gdLst/>
              <a:ahLst/>
              <a:cxnLst/>
              <a:rect l="l" t="t" r="r" b="b"/>
              <a:pathLst>
                <a:path w="726" h="694" extrusionOk="0">
                  <a:moveTo>
                    <a:pt x="379" y="1"/>
                  </a:moveTo>
                  <a:cubicBezTo>
                    <a:pt x="158" y="1"/>
                    <a:pt x="1" y="158"/>
                    <a:pt x="1" y="347"/>
                  </a:cubicBezTo>
                  <a:cubicBezTo>
                    <a:pt x="1" y="536"/>
                    <a:pt x="158" y="694"/>
                    <a:pt x="379" y="694"/>
                  </a:cubicBezTo>
                  <a:cubicBezTo>
                    <a:pt x="568" y="694"/>
                    <a:pt x="725" y="536"/>
                    <a:pt x="725" y="347"/>
                  </a:cubicBezTo>
                  <a:cubicBezTo>
                    <a:pt x="725" y="158"/>
                    <a:pt x="568" y="1"/>
                    <a:pt x="37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00" name="Google Shape;9200;p72"/>
            <p:cNvSpPr/>
            <p:nvPr/>
          </p:nvSpPr>
          <p:spPr>
            <a:xfrm>
              <a:off x="-48488250" y="3710875"/>
              <a:ext cx="18150" cy="17350"/>
            </a:xfrm>
            <a:custGeom>
              <a:avLst/>
              <a:gdLst/>
              <a:ahLst/>
              <a:cxnLst/>
              <a:rect l="l" t="t" r="r" b="b"/>
              <a:pathLst>
                <a:path w="726" h="694" extrusionOk="0">
                  <a:moveTo>
                    <a:pt x="347" y="0"/>
                  </a:moveTo>
                  <a:cubicBezTo>
                    <a:pt x="158" y="0"/>
                    <a:pt x="1" y="158"/>
                    <a:pt x="1" y="347"/>
                  </a:cubicBezTo>
                  <a:cubicBezTo>
                    <a:pt x="1" y="536"/>
                    <a:pt x="158" y="694"/>
                    <a:pt x="347" y="694"/>
                  </a:cubicBezTo>
                  <a:cubicBezTo>
                    <a:pt x="536" y="694"/>
                    <a:pt x="694" y="536"/>
                    <a:pt x="694" y="347"/>
                  </a:cubicBezTo>
                  <a:cubicBezTo>
                    <a:pt x="725" y="158"/>
                    <a:pt x="536" y="0"/>
                    <a:pt x="3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01" name="Google Shape;9201;p72"/>
            <p:cNvSpPr/>
            <p:nvPr/>
          </p:nvSpPr>
          <p:spPr>
            <a:xfrm>
              <a:off x="-48488250" y="3640000"/>
              <a:ext cx="18150" cy="17350"/>
            </a:xfrm>
            <a:custGeom>
              <a:avLst/>
              <a:gdLst/>
              <a:ahLst/>
              <a:cxnLst/>
              <a:rect l="l" t="t" r="r" b="b"/>
              <a:pathLst>
                <a:path w="726" h="694" extrusionOk="0">
                  <a:moveTo>
                    <a:pt x="347" y="0"/>
                  </a:moveTo>
                  <a:cubicBezTo>
                    <a:pt x="158" y="0"/>
                    <a:pt x="1" y="158"/>
                    <a:pt x="1" y="347"/>
                  </a:cubicBezTo>
                  <a:cubicBezTo>
                    <a:pt x="1" y="536"/>
                    <a:pt x="158" y="693"/>
                    <a:pt x="347" y="693"/>
                  </a:cubicBezTo>
                  <a:cubicBezTo>
                    <a:pt x="536" y="693"/>
                    <a:pt x="694" y="536"/>
                    <a:pt x="694" y="347"/>
                  </a:cubicBezTo>
                  <a:cubicBezTo>
                    <a:pt x="725" y="158"/>
                    <a:pt x="536" y="0"/>
                    <a:pt x="3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02" name="Google Shape;9202;p72"/>
            <p:cNvSpPr/>
            <p:nvPr/>
          </p:nvSpPr>
          <p:spPr>
            <a:xfrm>
              <a:off x="-48400825" y="3640000"/>
              <a:ext cx="18150" cy="17350"/>
            </a:xfrm>
            <a:custGeom>
              <a:avLst/>
              <a:gdLst/>
              <a:ahLst/>
              <a:cxnLst/>
              <a:rect l="l" t="t" r="r" b="b"/>
              <a:pathLst>
                <a:path w="726" h="694" extrusionOk="0">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03" name="Google Shape;9203;p72"/>
            <p:cNvSpPr/>
            <p:nvPr/>
          </p:nvSpPr>
          <p:spPr>
            <a:xfrm>
              <a:off x="-48541800" y="3569100"/>
              <a:ext cx="211875" cy="300100"/>
            </a:xfrm>
            <a:custGeom>
              <a:avLst/>
              <a:gdLst/>
              <a:ahLst/>
              <a:cxnLst/>
              <a:rect l="l" t="t" r="r" b="b"/>
              <a:pathLst>
                <a:path w="8475" h="12004" extrusionOk="0">
                  <a:moveTo>
                    <a:pt x="2489" y="2080"/>
                  </a:moveTo>
                  <a:cubicBezTo>
                    <a:pt x="3088" y="2080"/>
                    <a:pt x="3560" y="2552"/>
                    <a:pt x="3560" y="3151"/>
                  </a:cubicBezTo>
                  <a:cubicBezTo>
                    <a:pt x="3560" y="3750"/>
                    <a:pt x="3088" y="4222"/>
                    <a:pt x="2489" y="4222"/>
                  </a:cubicBezTo>
                  <a:cubicBezTo>
                    <a:pt x="1891" y="4222"/>
                    <a:pt x="1418" y="3750"/>
                    <a:pt x="1418" y="3151"/>
                  </a:cubicBezTo>
                  <a:cubicBezTo>
                    <a:pt x="1418" y="2552"/>
                    <a:pt x="1891" y="2080"/>
                    <a:pt x="2489" y="2080"/>
                  </a:cubicBezTo>
                  <a:close/>
                  <a:moveTo>
                    <a:pt x="6018" y="2080"/>
                  </a:moveTo>
                  <a:cubicBezTo>
                    <a:pt x="6585" y="2080"/>
                    <a:pt x="7057" y="2552"/>
                    <a:pt x="7057" y="3151"/>
                  </a:cubicBezTo>
                  <a:cubicBezTo>
                    <a:pt x="7057" y="3750"/>
                    <a:pt x="6585" y="4222"/>
                    <a:pt x="6018" y="4222"/>
                  </a:cubicBezTo>
                  <a:cubicBezTo>
                    <a:pt x="5419" y="4222"/>
                    <a:pt x="4947" y="3750"/>
                    <a:pt x="4947" y="3151"/>
                  </a:cubicBezTo>
                  <a:cubicBezTo>
                    <a:pt x="4947" y="2552"/>
                    <a:pt x="5419" y="2080"/>
                    <a:pt x="6018" y="2080"/>
                  </a:cubicBezTo>
                  <a:close/>
                  <a:moveTo>
                    <a:pt x="2489" y="4915"/>
                  </a:moveTo>
                  <a:cubicBezTo>
                    <a:pt x="3088" y="4915"/>
                    <a:pt x="3560" y="5388"/>
                    <a:pt x="3560" y="5987"/>
                  </a:cubicBezTo>
                  <a:cubicBezTo>
                    <a:pt x="3560" y="6585"/>
                    <a:pt x="3088" y="7058"/>
                    <a:pt x="2489" y="7058"/>
                  </a:cubicBezTo>
                  <a:cubicBezTo>
                    <a:pt x="1891" y="7058"/>
                    <a:pt x="1418" y="6585"/>
                    <a:pt x="1418" y="5987"/>
                  </a:cubicBezTo>
                  <a:cubicBezTo>
                    <a:pt x="1418" y="5388"/>
                    <a:pt x="1891" y="4915"/>
                    <a:pt x="2489" y="4915"/>
                  </a:cubicBezTo>
                  <a:close/>
                  <a:moveTo>
                    <a:pt x="6018" y="4915"/>
                  </a:moveTo>
                  <a:cubicBezTo>
                    <a:pt x="6585" y="4915"/>
                    <a:pt x="7057" y="5388"/>
                    <a:pt x="7057" y="5987"/>
                  </a:cubicBezTo>
                  <a:cubicBezTo>
                    <a:pt x="7057" y="6585"/>
                    <a:pt x="6585" y="7058"/>
                    <a:pt x="6018" y="7058"/>
                  </a:cubicBezTo>
                  <a:cubicBezTo>
                    <a:pt x="5419" y="7058"/>
                    <a:pt x="4947" y="6585"/>
                    <a:pt x="4947" y="5987"/>
                  </a:cubicBezTo>
                  <a:cubicBezTo>
                    <a:pt x="4947" y="5388"/>
                    <a:pt x="5419" y="4915"/>
                    <a:pt x="6018" y="4915"/>
                  </a:cubicBezTo>
                  <a:close/>
                  <a:moveTo>
                    <a:pt x="2489" y="7751"/>
                  </a:moveTo>
                  <a:cubicBezTo>
                    <a:pt x="3088" y="7751"/>
                    <a:pt x="3560" y="8223"/>
                    <a:pt x="3560" y="8822"/>
                  </a:cubicBezTo>
                  <a:cubicBezTo>
                    <a:pt x="3560" y="9421"/>
                    <a:pt x="3088" y="9862"/>
                    <a:pt x="2489" y="9862"/>
                  </a:cubicBezTo>
                  <a:cubicBezTo>
                    <a:pt x="1891" y="9862"/>
                    <a:pt x="1418" y="9421"/>
                    <a:pt x="1418" y="8822"/>
                  </a:cubicBezTo>
                  <a:cubicBezTo>
                    <a:pt x="1418" y="8223"/>
                    <a:pt x="1891" y="7751"/>
                    <a:pt x="2489" y="7751"/>
                  </a:cubicBezTo>
                  <a:close/>
                  <a:moveTo>
                    <a:pt x="6018" y="7751"/>
                  </a:moveTo>
                  <a:cubicBezTo>
                    <a:pt x="6585" y="7751"/>
                    <a:pt x="7057" y="8223"/>
                    <a:pt x="7057" y="8822"/>
                  </a:cubicBezTo>
                  <a:cubicBezTo>
                    <a:pt x="7057" y="9421"/>
                    <a:pt x="6585" y="9862"/>
                    <a:pt x="6018" y="9862"/>
                  </a:cubicBezTo>
                  <a:cubicBezTo>
                    <a:pt x="5419" y="9862"/>
                    <a:pt x="4947" y="9421"/>
                    <a:pt x="4947" y="8822"/>
                  </a:cubicBezTo>
                  <a:cubicBezTo>
                    <a:pt x="4947" y="8223"/>
                    <a:pt x="5419" y="7751"/>
                    <a:pt x="6018" y="7751"/>
                  </a:cubicBezTo>
                  <a:close/>
                  <a:moveTo>
                    <a:pt x="1796" y="1"/>
                  </a:moveTo>
                  <a:cubicBezTo>
                    <a:pt x="788" y="1"/>
                    <a:pt x="0" y="788"/>
                    <a:pt x="0" y="1765"/>
                  </a:cubicBezTo>
                  <a:lnTo>
                    <a:pt x="0" y="10240"/>
                  </a:lnTo>
                  <a:cubicBezTo>
                    <a:pt x="0" y="11216"/>
                    <a:pt x="788" y="12004"/>
                    <a:pt x="1796" y="12004"/>
                  </a:cubicBezTo>
                  <a:lnTo>
                    <a:pt x="6711" y="12004"/>
                  </a:lnTo>
                  <a:cubicBezTo>
                    <a:pt x="7687" y="12004"/>
                    <a:pt x="8475" y="11216"/>
                    <a:pt x="8475" y="10240"/>
                  </a:cubicBezTo>
                  <a:lnTo>
                    <a:pt x="8475" y="1765"/>
                  </a:lnTo>
                  <a:cubicBezTo>
                    <a:pt x="8475" y="788"/>
                    <a:pt x="7687" y="1"/>
                    <a:pt x="671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04" name="Google Shape;9204;p72"/>
            <p:cNvSpPr/>
            <p:nvPr/>
          </p:nvSpPr>
          <p:spPr>
            <a:xfrm>
              <a:off x="-48488250" y="3781750"/>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36" y="694"/>
                    <a:pt x="694" y="536"/>
                    <a:pt x="694" y="347"/>
                  </a:cubicBezTo>
                  <a:cubicBezTo>
                    <a:pt x="725" y="158"/>
                    <a:pt x="536" y="1"/>
                    <a:pt x="3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05" name="Google Shape;9205;p72"/>
            <p:cNvSpPr/>
            <p:nvPr/>
          </p:nvSpPr>
          <p:spPr>
            <a:xfrm>
              <a:off x="-48630025" y="3569900"/>
              <a:ext cx="71700" cy="87450"/>
            </a:xfrm>
            <a:custGeom>
              <a:avLst/>
              <a:gdLst/>
              <a:ahLst/>
              <a:cxnLst/>
              <a:rect l="l" t="t" r="r" b="b"/>
              <a:pathLst>
                <a:path w="2868" h="3498" extrusionOk="0">
                  <a:moveTo>
                    <a:pt x="2490" y="0"/>
                  </a:moveTo>
                  <a:cubicBezTo>
                    <a:pt x="1765" y="0"/>
                    <a:pt x="1229" y="32"/>
                    <a:pt x="631" y="630"/>
                  </a:cubicBezTo>
                  <a:cubicBezTo>
                    <a:pt x="221" y="1040"/>
                    <a:pt x="1" y="1575"/>
                    <a:pt x="1" y="2142"/>
                  </a:cubicBezTo>
                  <a:cubicBezTo>
                    <a:pt x="1" y="2867"/>
                    <a:pt x="631" y="3497"/>
                    <a:pt x="1418" y="3497"/>
                  </a:cubicBezTo>
                  <a:cubicBezTo>
                    <a:pt x="2017" y="3497"/>
                    <a:pt x="2553" y="3119"/>
                    <a:pt x="2742" y="2552"/>
                  </a:cubicBezTo>
                  <a:cubicBezTo>
                    <a:pt x="2868" y="2237"/>
                    <a:pt x="2805" y="1922"/>
                    <a:pt x="2584" y="1701"/>
                  </a:cubicBezTo>
                  <a:cubicBezTo>
                    <a:pt x="2395" y="1449"/>
                    <a:pt x="2269" y="1134"/>
                    <a:pt x="2742" y="567"/>
                  </a:cubicBezTo>
                  <a:cubicBezTo>
                    <a:pt x="2836" y="441"/>
                    <a:pt x="2868" y="315"/>
                    <a:pt x="2805" y="189"/>
                  </a:cubicBezTo>
                  <a:cubicBezTo>
                    <a:pt x="2742" y="95"/>
                    <a:pt x="2584" y="0"/>
                    <a:pt x="249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06" name="Google Shape;9206;p72"/>
            <p:cNvSpPr/>
            <p:nvPr/>
          </p:nvSpPr>
          <p:spPr>
            <a:xfrm>
              <a:off x="-48626875" y="3668350"/>
              <a:ext cx="64625" cy="42550"/>
            </a:xfrm>
            <a:custGeom>
              <a:avLst/>
              <a:gdLst/>
              <a:ahLst/>
              <a:cxnLst/>
              <a:rect l="l" t="t" r="r" b="b"/>
              <a:pathLst>
                <a:path w="2585" h="1702" extrusionOk="0">
                  <a:moveTo>
                    <a:pt x="316" y="0"/>
                  </a:moveTo>
                  <a:cubicBezTo>
                    <a:pt x="158" y="473"/>
                    <a:pt x="32" y="1103"/>
                    <a:pt x="1" y="1701"/>
                  </a:cubicBezTo>
                  <a:lnTo>
                    <a:pt x="2584" y="1701"/>
                  </a:lnTo>
                  <a:cubicBezTo>
                    <a:pt x="2521" y="1103"/>
                    <a:pt x="2427" y="504"/>
                    <a:pt x="2269" y="0"/>
                  </a:cubicBezTo>
                  <a:cubicBezTo>
                    <a:pt x="1954" y="158"/>
                    <a:pt x="1639" y="252"/>
                    <a:pt x="1292" y="252"/>
                  </a:cubicBezTo>
                  <a:cubicBezTo>
                    <a:pt x="946" y="252"/>
                    <a:pt x="631" y="158"/>
                    <a:pt x="31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07" name="Google Shape;9207;p72"/>
            <p:cNvSpPr/>
            <p:nvPr/>
          </p:nvSpPr>
          <p:spPr>
            <a:xfrm>
              <a:off x="-48630025" y="3727425"/>
              <a:ext cx="70925" cy="141775"/>
            </a:xfrm>
            <a:custGeom>
              <a:avLst/>
              <a:gdLst/>
              <a:ahLst/>
              <a:cxnLst/>
              <a:rect l="l" t="t" r="r" b="b"/>
              <a:pathLst>
                <a:path w="2837" h="5671" extrusionOk="0">
                  <a:moveTo>
                    <a:pt x="32" y="0"/>
                  </a:moveTo>
                  <a:cubicBezTo>
                    <a:pt x="1" y="347"/>
                    <a:pt x="1" y="756"/>
                    <a:pt x="1" y="1071"/>
                  </a:cubicBezTo>
                  <a:cubicBezTo>
                    <a:pt x="1" y="2741"/>
                    <a:pt x="316" y="5671"/>
                    <a:pt x="1418" y="5671"/>
                  </a:cubicBezTo>
                  <a:cubicBezTo>
                    <a:pt x="2521" y="5671"/>
                    <a:pt x="2836" y="2804"/>
                    <a:pt x="2836" y="1071"/>
                  </a:cubicBezTo>
                  <a:cubicBezTo>
                    <a:pt x="2836" y="756"/>
                    <a:pt x="2836" y="378"/>
                    <a:pt x="280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208" name="Google Shape;9208;p72"/>
          <p:cNvGrpSpPr/>
          <p:nvPr/>
        </p:nvGrpSpPr>
        <p:grpSpPr>
          <a:xfrm>
            <a:off x="4066802" y="3244537"/>
            <a:ext cx="472415" cy="471192"/>
            <a:chOff x="-48629225" y="3938500"/>
            <a:chExt cx="299300" cy="298525"/>
          </a:xfrm>
        </p:grpSpPr>
        <p:sp>
          <p:nvSpPr>
            <p:cNvPr id="9209" name="Google Shape;9209;p72"/>
            <p:cNvSpPr/>
            <p:nvPr/>
          </p:nvSpPr>
          <p:spPr>
            <a:xfrm>
              <a:off x="-48629225" y="3938500"/>
              <a:ext cx="299300" cy="298525"/>
            </a:xfrm>
            <a:custGeom>
              <a:avLst/>
              <a:gdLst/>
              <a:ahLst/>
              <a:cxnLst/>
              <a:rect l="l" t="t" r="r" b="b"/>
              <a:pathLst>
                <a:path w="11972" h="11941" extrusionOk="0">
                  <a:moveTo>
                    <a:pt x="5955" y="2111"/>
                  </a:moveTo>
                  <a:cubicBezTo>
                    <a:pt x="8097" y="2111"/>
                    <a:pt x="9830" y="3844"/>
                    <a:pt x="9830" y="5986"/>
                  </a:cubicBezTo>
                  <a:cubicBezTo>
                    <a:pt x="9798" y="8129"/>
                    <a:pt x="8066" y="9830"/>
                    <a:pt x="5955" y="9830"/>
                  </a:cubicBezTo>
                  <a:cubicBezTo>
                    <a:pt x="3875" y="9830"/>
                    <a:pt x="2080" y="8129"/>
                    <a:pt x="2080" y="5986"/>
                  </a:cubicBezTo>
                  <a:cubicBezTo>
                    <a:pt x="2080" y="3844"/>
                    <a:pt x="3812" y="2111"/>
                    <a:pt x="5955" y="2111"/>
                  </a:cubicBezTo>
                  <a:close/>
                  <a:moveTo>
                    <a:pt x="5293" y="0"/>
                  </a:moveTo>
                  <a:cubicBezTo>
                    <a:pt x="5167" y="0"/>
                    <a:pt x="5041" y="63"/>
                    <a:pt x="4978" y="189"/>
                  </a:cubicBezTo>
                  <a:lnTo>
                    <a:pt x="4631" y="882"/>
                  </a:lnTo>
                  <a:cubicBezTo>
                    <a:pt x="4190" y="1009"/>
                    <a:pt x="3749" y="1166"/>
                    <a:pt x="3371" y="1418"/>
                  </a:cubicBezTo>
                  <a:lnTo>
                    <a:pt x="2615" y="1166"/>
                  </a:lnTo>
                  <a:cubicBezTo>
                    <a:pt x="2584" y="1158"/>
                    <a:pt x="2550" y="1154"/>
                    <a:pt x="2517" y="1154"/>
                  </a:cubicBezTo>
                  <a:cubicBezTo>
                    <a:pt x="2416" y="1154"/>
                    <a:pt x="2316" y="1190"/>
                    <a:pt x="2269" y="1261"/>
                  </a:cubicBezTo>
                  <a:lnTo>
                    <a:pt x="1260" y="2237"/>
                  </a:lnTo>
                  <a:cubicBezTo>
                    <a:pt x="1197" y="2300"/>
                    <a:pt x="1166" y="2458"/>
                    <a:pt x="1197" y="2584"/>
                  </a:cubicBezTo>
                  <a:lnTo>
                    <a:pt x="1418" y="3340"/>
                  </a:lnTo>
                  <a:cubicBezTo>
                    <a:pt x="1197" y="3718"/>
                    <a:pt x="1040" y="4159"/>
                    <a:pt x="914" y="4600"/>
                  </a:cubicBezTo>
                  <a:lnTo>
                    <a:pt x="221" y="4947"/>
                  </a:lnTo>
                  <a:cubicBezTo>
                    <a:pt x="95" y="5010"/>
                    <a:pt x="0" y="5136"/>
                    <a:pt x="0" y="5262"/>
                  </a:cubicBezTo>
                  <a:lnTo>
                    <a:pt x="0" y="6679"/>
                  </a:lnTo>
                  <a:cubicBezTo>
                    <a:pt x="0" y="6805"/>
                    <a:pt x="95" y="6931"/>
                    <a:pt x="221" y="6994"/>
                  </a:cubicBezTo>
                  <a:lnTo>
                    <a:pt x="914" y="7341"/>
                  </a:lnTo>
                  <a:cubicBezTo>
                    <a:pt x="1040" y="7782"/>
                    <a:pt x="1229" y="8223"/>
                    <a:pt x="1418" y="8601"/>
                  </a:cubicBezTo>
                  <a:lnTo>
                    <a:pt x="1197" y="9357"/>
                  </a:lnTo>
                  <a:cubicBezTo>
                    <a:pt x="1166" y="9483"/>
                    <a:pt x="1197" y="9641"/>
                    <a:pt x="1260" y="9704"/>
                  </a:cubicBezTo>
                  <a:lnTo>
                    <a:pt x="2269" y="10680"/>
                  </a:lnTo>
                  <a:cubicBezTo>
                    <a:pt x="2316" y="10751"/>
                    <a:pt x="2416" y="10787"/>
                    <a:pt x="2517" y="10787"/>
                  </a:cubicBezTo>
                  <a:cubicBezTo>
                    <a:pt x="2550" y="10787"/>
                    <a:pt x="2584" y="10783"/>
                    <a:pt x="2615" y="10775"/>
                  </a:cubicBezTo>
                  <a:lnTo>
                    <a:pt x="3371" y="10523"/>
                  </a:lnTo>
                  <a:cubicBezTo>
                    <a:pt x="3749" y="10775"/>
                    <a:pt x="4190" y="10933"/>
                    <a:pt x="4631" y="11059"/>
                  </a:cubicBezTo>
                  <a:lnTo>
                    <a:pt x="4978" y="11752"/>
                  </a:lnTo>
                  <a:cubicBezTo>
                    <a:pt x="5041" y="11878"/>
                    <a:pt x="5167" y="11941"/>
                    <a:pt x="5293" y="11941"/>
                  </a:cubicBezTo>
                  <a:lnTo>
                    <a:pt x="6711" y="11941"/>
                  </a:lnTo>
                  <a:cubicBezTo>
                    <a:pt x="6837" y="11941"/>
                    <a:pt x="6931" y="11878"/>
                    <a:pt x="7026" y="11752"/>
                  </a:cubicBezTo>
                  <a:lnTo>
                    <a:pt x="7372" y="11059"/>
                  </a:lnTo>
                  <a:cubicBezTo>
                    <a:pt x="7813" y="10933"/>
                    <a:pt x="8255" y="10775"/>
                    <a:pt x="8633" y="10523"/>
                  </a:cubicBezTo>
                  <a:lnTo>
                    <a:pt x="9389" y="10775"/>
                  </a:lnTo>
                  <a:cubicBezTo>
                    <a:pt x="9420" y="10783"/>
                    <a:pt x="9452" y="10787"/>
                    <a:pt x="9483" y="10787"/>
                  </a:cubicBezTo>
                  <a:cubicBezTo>
                    <a:pt x="9576" y="10787"/>
                    <a:pt x="9664" y="10751"/>
                    <a:pt x="9735" y="10680"/>
                  </a:cubicBezTo>
                  <a:lnTo>
                    <a:pt x="10712" y="9704"/>
                  </a:lnTo>
                  <a:cubicBezTo>
                    <a:pt x="10806" y="9641"/>
                    <a:pt x="10838" y="9483"/>
                    <a:pt x="10806" y="9357"/>
                  </a:cubicBezTo>
                  <a:lnTo>
                    <a:pt x="10554" y="8601"/>
                  </a:lnTo>
                  <a:cubicBezTo>
                    <a:pt x="10806" y="8223"/>
                    <a:pt x="10964" y="7782"/>
                    <a:pt x="11058" y="7341"/>
                  </a:cubicBezTo>
                  <a:lnTo>
                    <a:pt x="11783" y="6994"/>
                  </a:lnTo>
                  <a:cubicBezTo>
                    <a:pt x="11909" y="6931"/>
                    <a:pt x="11972" y="6805"/>
                    <a:pt x="11972" y="6679"/>
                  </a:cubicBezTo>
                  <a:lnTo>
                    <a:pt x="11972" y="5262"/>
                  </a:lnTo>
                  <a:cubicBezTo>
                    <a:pt x="11972" y="5136"/>
                    <a:pt x="11909" y="5041"/>
                    <a:pt x="11783" y="4947"/>
                  </a:cubicBezTo>
                  <a:lnTo>
                    <a:pt x="11058" y="4600"/>
                  </a:lnTo>
                  <a:cubicBezTo>
                    <a:pt x="10964" y="4159"/>
                    <a:pt x="10743" y="3718"/>
                    <a:pt x="10554" y="3340"/>
                  </a:cubicBezTo>
                  <a:lnTo>
                    <a:pt x="10806" y="2584"/>
                  </a:lnTo>
                  <a:cubicBezTo>
                    <a:pt x="10838" y="2458"/>
                    <a:pt x="10806" y="2300"/>
                    <a:pt x="10712" y="2237"/>
                  </a:cubicBezTo>
                  <a:lnTo>
                    <a:pt x="9735" y="1261"/>
                  </a:lnTo>
                  <a:cubicBezTo>
                    <a:pt x="9664" y="1190"/>
                    <a:pt x="9558" y="1154"/>
                    <a:pt x="9469" y="1154"/>
                  </a:cubicBezTo>
                  <a:cubicBezTo>
                    <a:pt x="9440" y="1154"/>
                    <a:pt x="9412" y="1158"/>
                    <a:pt x="9389" y="1166"/>
                  </a:cubicBezTo>
                  <a:lnTo>
                    <a:pt x="8633" y="1418"/>
                  </a:lnTo>
                  <a:cubicBezTo>
                    <a:pt x="8255" y="1166"/>
                    <a:pt x="7813" y="1009"/>
                    <a:pt x="7372" y="882"/>
                  </a:cubicBezTo>
                  <a:lnTo>
                    <a:pt x="7026" y="189"/>
                  </a:lnTo>
                  <a:cubicBezTo>
                    <a:pt x="6931" y="63"/>
                    <a:pt x="6837" y="0"/>
                    <a:pt x="671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10" name="Google Shape;9210;p72"/>
            <p:cNvSpPr/>
            <p:nvPr/>
          </p:nvSpPr>
          <p:spPr>
            <a:xfrm>
              <a:off x="-48496900" y="4119650"/>
              <a:ext cx="35450" cy="47275"/>
            </a:xfrm>
            <a:custGeom>
              <a:avLst/>
              <a:gdLst/>
              <a:ahLst/>
              <a:cxnLst/>
              <a:rect l="l" t="t" r="r" b="b"/>
              <a:pathLst>
                <a:path w="1418" h="1891" extrusionOk="0">
                  <a:moveTo>
                    <a:pt x="0" y="0"/>
                  </a:moveTo>
                  <a:lnTo>
                    <a:pt x="0" y="1796"/>
                  </a:lnTo>
                  <a:cubicBezTo>
                    <a:pt x="221" y="1828"/>
                    <a:pt x="473" y="1891"/>
                    <a:pt x="693" y="1891"/>
                  </a:cubicBezTo>
                  <a:cubicBezTo>
                    <a:pt x="945" y="1891"/>
                    <a:pt x="1166" y="1828"/>
                    <a:pt x="1418" y="1796"/>
                  </a:cubicBezTo>
                  <a:lnTo>
                    <a:pt x="1418" y="0"/>
                  </a:lnTo>
                  <a:cubicBezTo>
                    <a:pt x="1166" y="63"/>
                    <a:pt x="945" y="95"/>
                    <a:pt x="693" y="95"/>
                  </a:cubicBezTo>
                  <a:cubicBezTo>
                    <a:pt x="473" y="95"/>
                    <a:pt x="189" y="63"/>
                    <a:pt x="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11" name="Google Shape;9211;p72"/>
            <p:cNvSpPr/>
            <p:nvPr/>
          </p:nvSpPr>
          <p:spPr>
            <a:xfrm>
              <a:off x="-48495325" y="4073175"/>
              <a:ext cx="29950" cy="31325"/>
            </a:xfrm>
            <a:custGeom>
              <a:avLst/>
              <a:gdLst/>
              <a:ahLst/>
              <a:cxnLst/>
              <a:rect l="l" t="t" r="r" b="b"/>
              <a:pathLst>
                <a:path w="1198" h="1253" extrusionOk="0">
                  <a:moveTo>
                    <a:pt x="599" y="1"/>
                  </a:moveTo>
                  <a:lnTo>
                    <a:pt x="0" y="1135"/>
                  </a:lnTo>
                  <a:cubicBezTo>
                    <a:pt x="205" y="1214"/>
                    <a:pt x="410" y="1253"/>
                    <a:pt x="610" y="1253"/>
                  </a:cubicBezTo>
                  <a:cubicBezTo>
                    <a:pt x="811" y="1253"/>
                    <a:pt x="1008" y="1214"/>
                    <a:pt x="1197" y="1135"/>
                  </a:cubicBezTo>
                  <a:lnTo>
                    <a:pt x="59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12" name="Google Shape;9212;p72"/>
            <p:cNvSpPr/>
            <p:nvPr/>
          </p:nvSpPr>
          <p:spPr>
            <a:xfrm>
              <a:off x="-48559125" y="4009375"/>
              <a:ext cx="159900" cy="149675"/>
            </a:xfrm>
            <a:custGeom>
              <a:avLst/>
              <a:gdLst/>
              <a:ahLst/>
              <a:cxnLst/>
              <a:rect l="l" t="t" r="r" b="b"/>
              <a:pathLst>
                <a:path w="6396" h="5987" extrusionOk="0">
                  <a:moveTo>
                    <a:pt x="3151" y="1"/>
                  </a:moveTo>
                  <a:cubicBezTo>
                    <a:pt x="1418" y="1"/>
                    <a:pt x="0" y="1418"/>
                    <a:pt x="0" y="3151"/>
                  </a:cubicBezTo>
                  <a:cubicBezTo>
                    <a:pt x="0" y="4348"/>
                    <a:pt x="725" y="5420"/>
                    <a:pt x="1764" y="5987"/>
                  </a:cubicBezTo>
                  <a:lnTo>
                    <a:pt x="1764" y="3844"/>
                  </a:lnTo>
                  <a:cubicBezTo>
                    <a:pt x="1764" y="3687"/>
                    <a:pt x="2804" y="1734"/>
                    <a:pt x="2867" y="1608"/>
                  </a:cubicBezTo>
                  <a:cubicBezTo>
                    <a:pt x="2930" y="1482"/>
                    <a:pt x="3064" y="1418"/>
                    <a:pt x="3194" y="1418"/>
                  </a:cubicBezTo>
                  <a:cubicBezTo>
                    <a:pt x="3324" y="1418"/>
                    <a:pt x="3450" y="1482"/>
                    <a:pt x="3497" y="1608"/>
                  </a:cubicBezTo>
                  <a:cubicBezTo>
                    <a:pt x="3592" y="1734"/>
                    <a:pt x="4600" y="3718"/>
                    <a:pt x="4600" y="3844"/>
                  </a:cubicBezTo>
                  <a:lnTo>
                    <a:pt x="4600" y="5987"/>
                  </a:lnTo>
                  <a:cubicBezTo>
                    <a:pt x="5640" y="5451"/>
                    <a:pt x="6396" y="4411"/>
                    <a:pt x="6396" y="3151"/>
                  </a:cubicBezTo>
                  <a:cubicBezTo>
                    <a:pt x="6333" y="1418"/>
                    <a:pt x="4915" y="1"/>
                    <a:pt x="315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213" name="Google Shape;9213;p72"/>
          <p:cNvGrpSpPr/>
          <p:nvPr/>
        </p:nvGrpSpPr>
        <p:grpSpPr>
          <a:xfrm>
            <a:off x="2380672" y="3872993"/>
            <a:ext cx="415277" cy="472455"/>
            <a:chOff x="-46762575" y="3200500"/>
            <a:chExt cx="263100" cy="299325"/>
          </a:xfrm>
        </p:grpSpPr>
        <p:sp>
          <p:nvSpPr>
            <p:cNvPr id="9214" name="Google Shape;9214;p72"/>
            <p:cNvSpPr/>
            <p:nvPr/>
          </p:nvSpPr>
          <p:spPr>
            <a:xfrm>
              <a:off x="-46762575" y="3393475"/>
              <a:ext cx="263100" cy="106350"/>
            </a:xfrm>
            <a:custGeom>
              <a:avLst/>
              <a:gdLst/>
              <a:ahLst/>
              <a:cxnLst/>
              <a:rect l="l" t="t" r="r" b="b"/>
              <a:pathLst>
                <a:path w="10524" h="4254" extrusionOk="0">
                  <a:moveTo>
                    <a:pt x="7814" y="1418"/>
                  </a:moveTo>
                  <a:lnTo>
                    <a:pt x="8003" y="2142"/>
                  </a:lnTo>
                  <a:lnTo>
                    <a:pt x="2553" y="2142"/>
                  </a:lnTo>
                  <a:lnTo>
                    <a:pt x="2710" y="1418"/>
                  </a:lnTo>
                  <a:close/>
                  <a:moveTo>
                    <a:pt x="726" y="0"/>
                  </a:moveTo>
                  <a:lnTo>
                    <a:pt x="726" y="725"/>
                  </a:lnTo>
                  <a:lnTo>
                    <a:pt x="379" y="725"/>
                  </a:lnTo>
                  <a:cubicBezTo>
                    <a:pt x="159" y="725"/>
                    <a:pt x="1" y="882"/>
                    <a:pt x="1" y="1071"/>
                  </a:cubicBezTo>
                  <a:cubicBezTo>
                    <a:pt x="1" y="1260"/>
                    <a:pt x="159" y="1418"/>
                    <a:pt x="379" y="1418"/>
                  </a:cubicBezTo>
                  <a:lnTo>
                    <a:pt x="2017" y="1418"/>
                  </a:lnTo>
                  <a:lnTo>
                    <a:pt x="1419" y="3844"/>
                  </a:lnTo>
                  <a:cubicBezTo>
                    <a:pt x="1387" y="4033"/>
                    <a:pt x="1513" y="4222"/>
                    <a:pt x="1671" y="4253"/>
                  </a:cubicBezTo>
                  <a:lnTo>
                    <a:pt x="1734" y="4253"/>
                  </a:lnTo>
                  <a:cubicBezTo>
                    <a:pt x="1891" y="4253"/>
                    <a:pt x="2049" y="4159"/>
                    <a:pt x="2112" y="4001"/>
                  </a:cubicBezTo>
                  <a:lnTo>
                    <a:pt x="2364" y="2804"/>
                  </a:lnTo>
                  <a:lnTo>
                    <a:pt x="8161" y="2804"/>
                  </a:lnTo>
                  <a:lnTo>
                    <a:pt x="8444" y="4001"/>
                  </a:lnTo>
                  <a:cubicBezTo>
                    <a:pt x="8476" y="4159"/>
                    <a:pt x="8633" y="4253"/>
                    <a:pt x="8791" y="4253"/>
                  </a:cubicBezTo>
                  <a:lnTo>
                    <a:pt x="8854" y="4253"/>
                  </a:lnTo>
                  <a:cubicBezTo>
                    <a:pt x="9074" y="4222"/>
                    <a:pt x="9169" y="4033"/>
                    <a:pt x="9106" y="3844"/>
                  </a:cubicBezTo>
                  <a:lnTo>
                    <a:pt x="8507" y="1418"/>
                  </a:lnTo>
                  <a:lnTo>
                    <a:pt x="10177" y="1418"/>
                  </a:lnTo>
                  <a:cubicBezTo>
                    <a:pt x="10366" y="1418"/>
                    <a:pt x="10524" y="1260"/>
                    <a:pt x="10524" y="1071"/>
                  </a:cubicBezTo>
                  <a:cubicBezTo>
                    <a:pt x="10524" y="882"/>
                    <a:pt x="10398" y="725"/>
                    <a:pt x="10209" y="725"/>
                  </a:cubicBezTo>
                  <a:lnTo>
                    <a:pt x="9862" y="725"/>
                  </a:lnTo>
                  <a:lnTo>
                    <a:pt x="986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15" name="Google Shape;9215;p72"/>
            <p:cNvSpPr/>
            <p:nvPr/>
          </p:nvSpPr>
          <p:spPr>
            <a:xfrm>
              <a:off x="-46743650" y="3200500"/>
              <a:ext cx="228425" cy="176450"/>
            </a:xfrm>
            <a:custGeom>
              <a:avLst/>
              <a:gdLst/>
              <a:ahLst/>
              <a:cxnLst/>
              <a:rect l="l" t="t" r="r" b="b"/>
              <a:pathLst>
                <a:path w="9137" h="7058" extrusionOk="0">
                  <a:moveTo>
                    <a:pt x="4568" y="725"/>
                  </a:moveTo>
                  <a:cubicBezTo>
                    <a:pt x="5041" y="725"/>
                    <a:pt x="5419" y="1040"/>
                    <a:pt x="5545" y="1418"/>
                  </a:cubicBezTo>
                  <a:lnTo>
                    <a:pt x="3592" y="1418"/>
                  </a:lnTo>
                  <a:cubicBezTo>
                    <a:pt x="3686" y="1040"/>
                    <a:pt x="4096" y="725"/>
                    <a:pt x="4568" y="725"/>
                  </a:cubicBezTo>
                  <a:close/>
                  <a:moveTo>
                    <a:pt x="4568" y="2804"/>
                  </a:moveTo>
                  <a:cubicBezTo>
                    <a:pt x="5167" y="2804"/>
                    <a:pt x="5640" y="3277"/>
                    <a:pt x="5640" y="3875"/>
                  </a:cubicBezTo>
                  <a:cubicBezTo>
                    <a:pt x="5576" y="4474"/>
                    <a:pt x="5104" y="4947"/>
                    <a:pt x="4568" y="4947"/>
                  </a:cubicBezTo>
                  <a:cubicBezTo>
                    <a:pt x="3970" y="4947"/>
                    <a:pt x="3497" y="4474"/>
                    <a:pt x="3497" y="3875"/>
                  </a:cubicBezTo>
                  <a:cubicBezTo>
                    <a:pt x="3497" y="3277"/>
                    <a:pt x="3970" y="2804"/>
                    <a:pt x="4568" y="2804"/>
                  </a:cubicBezTo>
                  <a:close/>
                  <a:moveTo>
                    <a:pt x="4568" y="0"/>
                  </a:moveTo>
                  <a:cubicBezTo>
                    <a:pt x="3718" y="0"/>
                    <a:pt x="2993" y="630"/>
                    <a:pt x="2836" y="1418"/>
                  </a:cubicBezTo>
                  <a:lnTo>
                    <a:pt x="1071" y="1418"/>
                  </a:lnTo>
                  <a:cubicBezTo>
                    <a:pt x="473" y="1418"/>
                    <a:pt x="0" y="1891"/>
                    <a:pt x="0" y="2489"/>
                  </a:cubicBezTo>
                  <a:lnTo>
                    <a:pt x="0" y="7057"/>
                  </a:lnTo>
                  <a:lnTo>
                    <a:pt x="914" y="7057"/>
                  </a:lnTo>
                  <a:lnTo>
                    <a:pt x="2899" y="5041"/>
                  </a:lnTo>
                  <a:cubicBezTo>
                    <a:pt x="2962" y="4978"/>
                    <a:pt x="3056" y="4947"/>
                    <a:pt x="3155" y="4947"/>
                  </a:cubicBezTo>
                  <a:cubicBezTo>
                    <a:pt x="3253" y="4947"/>
                    <a:pt x="3355" y="4978"/>
                    <a:pt x="3434" y="5041"/>
                  </a:cubicBezTo>
                  <a:lnTo>
                    <a:pt x="4600" y="6238"/>
                  </a:lnTo>
                  <a:lnTo>
                    <a:pt x="5703" y="5041"/>
                  </a:lnTo>
                  <a:cubicBezTo>
                    <a:pt x="5766" y="4962"/>
                    <a:pt x="5852" y="4923"/>
                    <a:pt x="5943" y="4923"/>
                  </a:cubicBezTo>
                  <a:cubicBezTo>
                    <a:pt x="6033" y="4923"/>
                    <a:pt x="6128" y="4962"/>
                    <a:pt x="6207" y="5041"/>
                  </a:cubicBezTo>
                  <a:lnTo>
                    <a:pt x="8223" y="7057"/>
                  </a:lnTo>
                  <a:lnTo>
                    <a:pt x="9137" y="7057"/>
                  </a:lnTo>
                  <a:lnTo>
                    <a:pt x="9137" y="2489"/>
                  </a:lnTo>
                  <a:cubicBezTo>
                    <a:pt x="9137" y="1891"/>
                    <a:pt x="8664" y="1418"/>
                    <a:pt x="8065" y="1418"/>
                  </a:cubicBezTo>
                  <a:lnTo>
                    <a:pt x="6301" y="1418"/>
                  </a:lnTo>
                  <a:cubicBezTo>
                    <a:pt x="6144" y="630"/>
                    <a:pt x="5450" y="0"/>
                    <a:pt x="456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16" name="Google Shape;9216;p72"/>
            <p:cNvSpPr/>
            <p:nvPr/>
          </p:nvSpPr>
          <p:spPr>
            <a:xfrm>
              <a:off x="-46638125" y="3289500"/>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17" name="Google Shape;9217;p72"/>
            <p:cNvSpPr/>
            <p:nvPr/>
          </p:nvSpPr>
          <p:spPr>
            <a:xfrm>
              <a:off x="-46696400" y="3345425"/>
              <a:ext cx="63025" cy="31525"/>
            </a:xfrm>
            <a:custGeom>
              <a:avLst/>
              <a:gdLst/>
              <a:ahLst/>
              <a:cxnLst/>
              <a:rect l="l" t="t" r="r" b="b"/>
              <a:pathLst>
                <a:path w="2521" h="1261" extrusionOk="0">
                  <a:moveTo>
                    <a:pt x="1261" y="0"/>
                  </a:moveTo>
                  <a:lnTo>
                    <a:pt x="0" y="1260"/>
                  </a:lnTo>
                  <a:lnTo>
                    <a:pt x="2521" y="1260"/>
                  </a:lnTo>
                  <a:lnTo>
                    <a:pt x="126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18" name="Google Shape;9218;p72"/>
            <p:cNvSpPr/>
            <p:nvPr/>
          </p:nvSpPr>
          <p:spPr>
            <a:xfrm>
              <a:off x="-46616850" y="3345425"/>
              <a:ext cx="53575" cy="31525"/>
            </a:xfrm>
            <a:custGeom>
              <a:avLst/>
              <a:gdLst/>
              <a:ahLst/>
              <a:cxnLst/>
              <a:rect l="l" t="t" r="r" b="b"/>
              <a:pathLst>
                <a:path w="2143" h="1261" extrusionOk="0">
                  <a:moveTo>
                    <a:pt x="883" y="0"/>
                  </a:moveTo>
                  <a:lnTo>
                    <a:pt x="0" y="945"/>
                  </a:lnTo>
                  <a:lnTo>
                    <a:pt x="315" y="1260"/>
                  </a:lnTo>
                  <a:lnTo>
                    <a:pt x="2143" y="1260"/>
                  </a:lnTo>
                  <a:lnTo>
                    <a:pt x="88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219" name="Google Shape;9219;p72"/>
          <p:cNvGrpSpPr/>
          <p:nvPr/>
        </p:nvGrpSpPr>
        <p:grpSpPr>
          <a:xfrm>
            <a:off x="2351452" y="4484622"/>
            <a:ext cx="473717" cy="416500"/>
            <a:chOff x="-46779900" y="3588000"/>
            <a:chExt cx="300125" cy="263875"/>
          </a:xfrm>
        </p:grpSpPr>
        <p:sp>
          <p:nvSpPr>
            <p:cNvPr id="9220" name="Google Shape;9220;p72"/>
            <p:cNvSpPr/>
            <p:nvPr/>
          </p:nvSpPr>
          <p:spPr>
            <a:xfrm>
              <a:off x="-46746025" y="3588000"/>
              <a:ext cx="230800" cy="263875"/>
            </a:xfrm>
            <a:custGeom>
              <a:avLst/>
              <a:gdLst/>
              <a:ahLst/>
              <a:cxnLst/>
              <a:rect l="l" t="t" r="r" b="b"/>
              <a:pathLst>
                <a:path w="9232" h="10555" extrusionOk="0">
                  <a:moveTo>
                    <a:pt x="4632" y="1"/>
                  </a:moveTo>
                  <a:cubicBezTo>
                    <a:pt x="3309" y="1"/>
                    <a:pt x="2017" y="442"/>
                    <a:pt x="1040" y="1355"/>
                  </a:cubicBezTo>
                  <a:cubicBezTo>
                    <a:pt x="694" y="1670"/>
                    <a:pt x="599" y="2206"/>
                    <a:pt x="851" y="2679"/>
                  </a:cubicBezTo>
                  <a:cubicBezTo>
                    <a:pt x="284" y="3403"/>
                    <a:pt x="1" y="4317"/>
                    <a:pt x="1" y="5262"/>
                  </a:cubicBezTo>
                  <a:lnTo>
                    <a:pt x="1" y="9484"/>
                  </a:lnTo>
                  <a:cubicBezTo>
                    <a:pt x="1" y="10082"/>
                    <a:pt x="473" y="10555"/>
                    <a:pt x="1072" y="10555"/>
                  </a:cubicBezTo>
                  <a:cubicBezTo>
                    <a:pt x="1670" y="10555"/>
                    <a:pt x="2143" y="10082"/>
                    <a:pt x="2143" y="9484"/>
                  </a:cubicBezTo>
                  <a:lnTo>
                    <a:pt x="2143" y="6680"/>
                  </a:lnTo>
                  <a:cubicBezTo>
                    <a:pt x="2143" y="6081"/>
                    <a:pt x="1670" y="5609"/>
                    <a:pt x="1072" y="5609"/>
                  </a:cubicBezTo>
                  <a:cubicBezTo>
                    <a:pt x="946" y="5609"/>
                    <a:pt x="851" y="5672"/>
                    <a:pt x="725" y="5703"/>
                  </a:cubicBezTo>
                  <a:lnTo>
                    <a:pt x="725" y="5262"/>
                  </a:lnTo>
                  <a:cubicBezTo>
                    <a:pt x="725" y="4474"/>
                    <a:pt x="946" y="3750"/>
                    <a:pt x="1387" y="3151"/>
                  </a:cubicBezTo>
                  <a:cubicBezTo>
                    <a:pt x="1499" y="3182"/>
                    <a:pt x="1620" y="3199"/>
                    <a:pt x="1745" y="3199"/>
                  </a:cubicBezTo>
                  <a:cubicBezTo>
                    <a:pt x="2005" y="3199"/>
                    <a:pt x="2276" y="3123"/>
                    <a:pt x="2489" y="2931"/>
                  </a:cubicBezTo>
                  <a:cubicBezTo>
                    <a:pt x="3057" y="2427"/>
                    <a:pt x="3836" y="2175"/>
                    <a:pt x="4616" y="2175"/>
                  </a:cubicBezTo>
                  <a:cubicBezTo>
                    <a:pt x="5396" y="2175"/>
                    <a:pt x="6176" y="2427"/>
                    <a:pt x="6743" y="2931"/>
                  </a:cubicBezTo>
                  <a:cubicBezTo>
                    <a:pt x="6942" y="3107"/>
                    <a:pt x="7187" y="3207"/>
                    <a:pt x="7468" y="3207"/>
                  </a:cubicBezTo>
                  <a:cubicBezTo>
                    <a:pt x="7588" y="3207"/>
                    <a:pt x="7714" y="3189"/>
                    <a:pt x="7845" y="3151"/>
                  </a:cubicBezTo>
                  <a:cubicBezTo>
                    <a:pt x="8286" y="3781"/>
                    <a:pt x="8507" y="4506"/>
                    <a:pt x="8507" y="5262"/>
                  </a:cubicBezTo>
                  <a:lnTo>
                    <a:pt x="8507" y="5703"/>
                  </a:lnTo>
                  <a:cubicBezTo>
                    <a:pt x="8412" y="5640"/>
                    <a:pt x="8286" y="5609"/>
                    <a:pt x="8160" y="5609"/>
                  </a:cubicBezTo>
                  <a:cubicBezTo>
                    <a:pt x="7562" y="5609"/>
                    <a:pt x="7089" y="6081"/>
                    <a:pt x="7089" y="6680"/>
                  </a:cubicBezTo>
                  <a:lnTo>
                    <a:pt x="7089" y="9484"/>
                  </a:lnTo>
                  <a:cubicBezTo>
                    <a:pt x="7089" y="10082"/>
                    <a:pt x="7562" y="10555"/>
                    <a:pt x="8160" y="10555"/>
                  </a:cubicBezTo>
                  <a:cubicBezTo>
                    <a:pt x="8759" y="10555"/>
                    <a:pt x="9232" y="10082"/>
                    <a:pt x="9232" y="9484"/>
                  </a:cubicBezTo>
                  <a:lnTo>
                    <a:pt x="9232" y="5262"/>
                  </a:lnTo>
                  <a:cubicBezTo>
                    <a:pt x="9232" y="4317"/>
                    <a:pt x="8948" y="3466"/>
                    <a:pt x="8412" y="2679"/>
                  </a:cubicBezTo>
                  <a:cubicBezTo>
                    <a:pt x="8664" y="2206"/>
                    <a:pt x="8570" y="1670"/>
                    <a:pt x="8223" y="1355"/>
                  </a:cubicBezTo>
                  <a:cubicBezTo>
                    <a:pt x="7215" y="442"/>
                    <a:pt x="5955" y="1"/>
                    <a:pt x="463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21" name="Google Shape;9221;p72"/>
            <p:cNvSpPr/>
            <p:nvPr/>
          </p:nvSpPr>
          <p:spPr>
            <a:xfrm>
              <a:off x="-46674350" y="3710075"/>
              <a:ext cx="91400" cy="122900"/>
            </a:xfrm>
            <a:custGeom>
              <a:avLst/>
              <a:gdLst/>
              <a:ahLst/>
              <a:cxnLst/>
              <a:rect l="l" t="t" r="r" b="b"/>
              <a:pathLst>
                <a:path w="3656" h="4916" extrusionOk="0">
                  <a:moveTo>
                    <a:pt x="1765" y="1"/>
                  </a:moveTo>
                  <a:cubicBezTo>
                    <a:pt x="1544" y="1"/>
                    <a:pt x="1418" y="158"/>
                    <a:pt x="1418" y="348"/>
                  </a:cubicBezTo>
                  <a:lnTo>
                    <a:pt x="1418" y="2868"/>
                  </a:lnTo>
                  <a:cubicBezTo>
                    <a:pt x="1292" y="2805"/>
                    <a:pt x="1166" y="2773"/>
                    <a:pt x="1040" y="2773"/>
                  </a:cubicBezTo>
                  <a:cubicBezTo>
                    <a:pt x="473" y="2773"/>
                    <a:pt x="1" y="3246"/>
                    <a:pt x="1" y="3845"/>
                  </a:cubicBezTo>
                  <a:cubicBezTo>
                    <a:pt x="1" y="4443"/>
                    <a:pt x="473" y="4916"/>
                    <a:pt x="1040" y="4916"/>
                  </a:cubicBezTo>
                  <a:cubicBezTo>
                    <a:pt x="1639" y="4916"/>
                    <a:pt x="2111" y="4443"/>
                    <a:pt x="2111" y="3845"/>
                  </a:cubicBezTo>
                  <a:lnTo>
                    <a:pt x="2111" y="1450"/>
                  </a:lnTo>
                  <a:cubicBezTo>
                    <a:pt x="2363" y="1513"/>
                    <a:pt x="2521" y="1639"/>
                    <a:pt x="2584" y="1797"/>
                  </a:cubicBezTo>
                  <a:cubicBezTo>
                    <a:pt x="2868" y="2112"/>
                    <a:pt x="2931" y="2584"/>
                    <a:pt x="2836" y="3057"/>
                  </a:cubicBezTo>
                  <a:cubicBezTo>
                    <a:pt x="2773" y="3246"/>
                    <a:pt x="2899" y="3435"/>
                    <a:pt x="3057" y="3498"/>
                  </a:cubicBezTo>
                  <a:lnTo>
                    <a:pt x="3151" y="3498"/>
                  </a:lnTo>
                  <a:cubicBezTo>
                    <a:pt x="3309" y="3498"/>
                    <a:pt x="3466" y="3372"/>
                    <a:pt x="3498" y="3214"/>
                  </a:cubicBezTo>
                  <a:cubicBezTo>
                    <a:pt x="3655" y="2553"/>
                    <a:pt x="3529" y="1828"/>
                    <a:pt x="3151" y="1324"/>
                  </a:cubicBezTo>
                  <a:cubicBezTo>
                    <a:pt x="2899" y="1041"/>
                    <a:pt x="2552" y="820"/>
                    <a:pt x="2111" y="726"/>
                  </a:cubicBezTo>
                  <a:lnTo>
                    <a:pt x="2111" y="348"/>
                  </a:lnTo>
                  <a:cubicBezTo>
                    <a:pt x="2111" y="158"/>
                    <a:pt x="1954" y="1"/>
                    <a:pt x="176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22" name="Google Shape;9222;p72"/>
            <p:cNvSpPr/>
            <p:nvPr/>
          </p:nvSpPr>
          <p:spPr>
            <a:xfrm>
              <a:off x="-46779900" y="3754200"/>
              <a:ext cx="17350" cy="70125"/>
            </a:xfrm>
            <a:custGeom>
              <a:avLst/>
              <a:gdLst/>
              <a:ahLst/>
              <a:cxnLst/>
              <a:rect l="l" t="t" r="r" b="b"/>
              <a:pathLst>
                <a:path w="694" h="2805" extrusionOk="0">
                  <a:moveTo>
                    <a:pt x="694" y="0"/>
                  </a:moveTo>
                  <a:cubicBezTo>
                    <a:pt x="253" y="347"/>
                    <a:pt x="1" y="819"/>
                    <a:pt x="1" y="1418"/>
                  </a:cubicBezTo>
                  <a:cubicBezTo>
                    <a:pt x="1" y="2017"/>
                    <a:pt x="253" y="2458"/>
                    <a:pt x="694" y="2804"/>
                  </a:cubicBezTo>
                  <a:lnTo>
                    <a:pt x="69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23" name="Google Shape;9223;p72"/>
            <p:cNvSpPr/>
            <p:nvPr/>
          </p:nvSpPr>
          <p:spPr>
            <a:xfrm>
              <a:off x="-46497925" y="3754200"/>
              <a:ext cx="18150" cy="70125"/>
            </a:xfrm>
            <a:custGeom>
              <a:avLst/>
              <a:gdLst/>
              <a:ahLst/>
              <a:cxnLst/>
              <a:rect l="l" t="t" r="r" b="b"/>
              <a:pathLst>
                <a:path w="726" h="2805" extrusionOk="0">
                  <a:moveTo>
                    <a:pt x="1" y="0"/>
                  </a:moveTo>
                  <a:lnTo>
                    <a:pt x="1" y="2804"/>
                  </a:lnTo>
                  <a:cubicBezTo>
                    <a:pt x="442" y="2489"/>
                    <a:pt x="725" y="1954"/>
                    <a:pt x="725" y="1418"/>
                  </a:cubicBezTo>
                  <a:cubicBezTo>
                    <a:pt x="725" y="851"/>
                    <a:pt x="442" y="347"/>
                    <a:pt x="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224" name="Google Shape;9224;p72"/>
          <p:cNvGrpSpPr/>
          <p:nvPr/>
        </p:nvGrpSpPr>
        <p:grpSpPr>
          <a:xfrm>
            <a:off x="2352083" y="5037851"/>
            <a:ext cx="472455" cy="471192"/>
            <a:chOff x="-46779100" y="3938500"/>
            <a:chExt cx="299325" cy="298525"/>
          </a:xfrm>
        </p:grpSpPr>
        <p:sp>
          <p:nvSpPr>
            <p:cNvPr id="9225" name="Google Shape;9225;p72"/>
            <p:cNvSpPr/>
            <p:nvPr/>
          </p:nvSpPr>
          <p:spPr>
            <a:xfrm>
              <a:off x="-46656225" y="4061375"/>
              <a:ext cx="53575" cy="52775"/>
            </a:xfrm>
            <a:custGeom>
              <a:avLst/>
              <a:gdLst/>
              <a:ahLst/>
              <a:cxnLst/>
              <a:rect l="l" t="t" r="r" b="b"/>
              <a:pathLst>
                <a:path w="2143" h="2111" extrusionOk="0">
                  <a:moveTo>
                    <a:pt x="1071" y="0"/>
                  </a:moveTo>
                  <a:cubicBezTo>
                    <a:pt x="473" y="0"/>
                    <a:pt x="0" y="473"/>
                    <a:pt x="0" y="1071"/>
                  </a:cubicBezTo>
                  <a:cubicBezTo>
                    <a:pt x="0" y="1638"/>
                    <a:pt x="473" y="2111"/>
                    <a:pt x="1071" y="2111"/>
                  </a:cubicBezTo>
                  <a:cubicBezTo>
                    <a:pt x="1670" y="2111"/>
                    <a:pt x="2143" y="1638"/>
                    <a:pt x="2143" y="1071"/>
                  </a:cubicBezTo>
                  <a:cubicBezTo>
                    <a:pt x="2079" y="473"/>
                    <a:pt x="1607" y="0"/>
                    <a:pt x="107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26" name="Google Shape;9226;p72"/>
            <p:cNvSpPr/>
            <p:nvPr/>
          </p:nvSpPr>
          <p:spPr>
            <a:xfrm>
              <a:off x="-46779100" y="3938500"/>
              <a:ext cx="299325" cy="298525"/>
            </a:xfrm>
            <a:custGeom>
              <a:avLst/>
              <a:gdLst/>
              <a:ahLst/>
              <a:cxnLst/>
              <a:rect l="l" t="t" r="r" b="b"/>
              <a:pathLst>
                <a:path w="11973" h="11941" extrusionOk="0">
                  <a:moveTo>
                    <a:pt x="6301" y="1418"/>
                  </a:moveTo>
                  <a:cubicBezTo>
                    <a:pt x="8538" y="1607"/>
                    <a:pt x="10366" y="3371"/>
                    <a:pt x="10523" y="5608"/>
                  </a:cubicBezTo>
                  <a:lnTo>
                    <a:pt x="9798" y="5608"/>
                  </a:lnTo>
                  <a:cubicBezTo>
                    <a:pt x="9641" y="3781"/>
                    <a:pt x="8160" y="2300"/>
                    <a:pt x="6301" y="2111"/>
                  </a:cubicBezTo>
                  <a:lnTo>
                    <a:pt x="6301" y="1418"/>
                  </a:lnTo>
                  <a:close/>
                  <a:moveTo>
                    <a:pt x="5640" y="1450"/>
                  </a:moveTo>
                  <a:lnTo>
                    <a:pt x="5640" y="2143"/>
                  </a:lnTo>
                  <a:cubicBezTo>
                    <a:pt x="3781" y="2300"/>
                    <a:pt x="2332" y="3812"/>
                    <a:pt x="2111" y="5671"/>
                  </a:cubicBezTo>
                  <a:lnTo>
                    <a:pt x="1418" y="5671"/>
                  </a:lnTo>
                  <a:cubicBezTo>
                    <a:pt x="1576" y="3371"/>
                    <a:pt x="3371" y="1607"/>
                    <a:pt x="5640" y="1450"/>
                  </a:cubicBezTo>
                  <a:close/>
                  <a:moveTo>
                    <a:pt x="6333" y="2899"/>
                  </a:moveTo>
                  <a:cubicBezTo>
                    <a:pt x="7782" y="3056"/>
                    <a:pt x="8948" y="4190"/>
                    <a:pt x="9105" y="5671"/>
                  </a:cubicBezTo>
                  <a:lnTo>
                    <a:pt x="8790" y="5671"/>
                  </a:lnTo>
                  <a:cubicBezTo>
                    <a:pt x="8570" y="5671"/>
                    <a:pt x="8412" y="5829"/>
                    <a:pt x="8412" y="6018"/>
                  </a:cubicBezTo>
                  <a:cubicBezTo>
                    <a:pt x="8412" y="6175"/>
                    <a:pt x="8570" y="6333"/>
                    <a:pt x="8790" y="6333"/>
                  </a:cubicBezTo>
                  <a:lnTo>
                    <a:pt x="9105" y="6333"/>
                  </a:lnTo>
                  <a:cubicBezTo>
                    <a:pt x="8948" y="7782"/>
                    <a:pt x="7782" y="8916"/>
                    <a:pt x="6333" y="9137"/>
                  </a:cubicBezTo>
                  <a:lnTo>
                    <a:pt x="6333" y="8822"/>
                  </a:lnTo>
                  <a:cubicBezTo>
                    <a:pt x="6333" y="8601"/>
                    <a:pt x="6175" y="8444"/>
                    <a:pt x="5986" y="8444"/>
                  </a:cubicBezTo>
                  <a:cubicBezTo>
                    <a:pt x="5797" y="8444"/>
                    <a:pt x="5640" y="8601"/>
                    <a:pt x="5640" y="8822"/>
                  </a:cubicBezTo>
                  <a:lnTo>
                    <a:pt x="5640" y="9137"/>
                  </a:lnTo>
                  <a:cubicBezTo>
                    <a:pt x="4191" y="8979"/>
                    <a:pt x="3025" y="7814"/>
                    <a:pt x="2867" y="6364"/>
                  </a:cubicBezTo>
                  <a:lnTo>
                    <a:pt x="3182" y="6364"/>
                  </a:lnTo>
                  <a:cubicBezTo>
                    <a:pt x="3403" y="6364"/>
                    <a:pt x="3560" y="6207"/>
                    <a:pt x="3560" y="6018"/>
                  </a:cubicBezTo>
                  <a:cubicBezTo>
                    <a:pt x="3560" y="5829"/>
                    <a:pt x="3403" y="5671"/>
                    <a:pt x="3182" y="5671"/>
                  </a:cubicBezTo>
                  <a:lnTo>
                    <a:pt x="2867" y="5671"/>
                  </a:lnTo>
                  <a:cubicBezTo>
                    <a:pt x="3025" y="4190"/>
                    <a:pt x="4191" y="3056"/>
                    <a:pt x="5640" y="2899"/>
                  </a:cubicBezTo>
                  <a:lnTo>
                    <a:pt x="5640" y="3214"/>
                  </a:lnTo>
                  <a:cubicBezTo>
                    <a:pt x="5640" y="3403"/>
                    <a:pt x="5797" y="3560"/>
                    <a:pt x="5986" y="3560"/>
                  </a:cubicBezTo>
                  <a:cubicBezTo>
                    <a:pt x="6175" y="3560"/>
                    <a:pt x="6333" y="3403"/>
                    <a:pt x="6333" y="3214"/>
                  </a:cubicBezTo>
                  <a:lnTo>
                    <a:pt x="6333" y="2899"/>
                  </a:lnTo>
                  <a:close/>
                  <a:moveTo>
                    <a:pt x="2111" y="6333"/>
                  </a:moveTo>
                  <a:cubicBezTo>
                    <a:pt x="2269" y="8192"/>
                    <a:pt x="3781" y="9641"/>
                    <a:pt x="5640" y="9830"/>
                  </a:cubicBezTo>
                  <a:lnTo>
                    <a:pt x="5640" y="10554"/>
                  </a:lnTo>
                  <a:cubicBezTo>
                    <a:pt x="3371" y="10334"/>
                    <a:pt x="1576" y="8570"/>
                    <a:pt x="1418" y="6333"/>
                  </a:cubicBezTo>
                  <a:close/>
                  <a:moveTo>
                    <a:pt x="10523" y="6333"/>
                  </a:moveTo>
                  <a:cubicBezTo>
                    <a:pt x="10366" y="8570"/>
                    <a:pt x="8538" y="10334"/>
                    <a:pt x="6301" y="10554"/>
                  </a:cubicBezTo>
                  <a:lnTo>
                    <a:pt x="6301" y="9830"/>
                  </a:lnTo>
                  <a:cubicBezTo>
                    <a:pt x="8160" y="9672"/>
                    <a:pt x="9609" y="8192"/>
                    <a:pt x="9798" y="6333"/>
                  </a:cubicBezTo>
                  <a:close/>
                  <a:moveTo>
                    <a:pt x="5986" y="0"/>
                  </a:moveTo>
                  <a:cubicBezTo>
                    <a:pt x="5797" y="0"/>
                    <a:pt x="5640" y="158"/>
                    <a:pt x="5640" y="347"/>
                  </a:cubicBezTo>
                  <a:lnTo>
                    <a:pt x="5640" y="725"/>
                  </a:lnTo>
                  <a:cubicBezTo>
                    <a:pt x="2993" y="882"/>
                    <a:pt x="914" y="3025"/>
                    <a:pt x="757" y="5608"/>
                  </a:cubicBezTo>
                  <a:lnTo>
                    <a:pt x="347" y="5608"/>
                  </a:lnTo>
                  <a:cubicBezTo>
                    <a:pt x="158" y="5608"/>
                    <a:pt x="0" y="5766"/>
                    <a:pt x="0" y="5986"/>
                  </a:cubicBezTo>
                  <a:cubicBezTo>
                    <a:pt x="0" y="6175"/>
                    <a:pt x="158" y="6333"/>
                    <a:pt x="347" y="6333"/>
                  </a:cubicBezTo>
                  <a:lnTo>
                    <a:pt x="757" y="6333"/>
                  </a:lnTo>
                  <a:cubicBezTo>
                    <a:pt x="914" y="8979"/>
                    <a:pt x="3025" y="11059"/>
                    <a:pt x="5640" y="11216"/>
                  </a:cubicBezTo>
                  <a:lnTo>
                    <a:pt x="5640" y="11594"/>
                  </a:lnTo>
                  <a:cubicBezTo>
                    <a:pt x="5640" y="11783"/>
                    <a:pt x="5797" y="11941"/>
                    <a:pt x="5986" y="11941"/>
                  </a:cubicBezTo>
                  <a:cubicBezTo>
                    <a:pt x="6175" y="11941"/>
                    <a:pt x="6333" y="11783"/>
                    <a:pt x="6333" y="11594"/>
                  </a:cubicBezTo>
                  <a:lnTo>
                    <a:pt x="6333" y="11216"/>
                  </a:lnTo>
                  <a:cubicBezTo>
                    <a:pt x="8979" y="11059"/>
                    <a:pt x="11059" y="8916"/>
                    <a:pt x="11216" y="6333"/>
                  </a:cubicBezTo>
                  <a:lnTo>
                    <a:pt x="11626" y="6333"/>
                  </a:lnTo>
                  <a:cubicBezTo>
                    <a:pt x="11815" y="6333"/>
                    <a:pt x="11972" y="6175"/>
                    <a:pt x="11972" y="5986"/>
                  </a:cubicBezTo>
                  <a:cubicBezTo>
                    <a:pt x="11972" y="5766"/>
                    <a:pt x="11815" y="5608"/>
                    <a:pt x="11626" y="5608"/>
                  </a:cubicBezTo>
                  <a:lnTo>
                    <a:pt x="11216" y="5608"/>
                  </a:lnTo>
                  <a:cubicBezTo>
                    <a:pt x="11059" y="2993"/>
                    <a:pt x="8948" y="882"/>
                    <a:pt x="6333" y="725"/>
                  </a:cubicBezTo>
                  <a:lnTo>
                    <a:pt x="6333" y="347"/>
                  </a:lnTo>
                  <a:cubicBezTo>
                    <a:pt x="6333" y="158"/>
                    <a:pt x="6175" y="0"/>
                    <a:pt x="598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227" name="Google Shape;9227;p72"/>
          <p:cNvGrpSpPr/>
          <p:nvPr/>
        </p:nvGrpSpPr>
        <p:grpSpPr>
          <a:xfrm>
            <a:off x="5295734" y="3881674"/>
            <a:ext cx="473677" cy="473717"/>
            <a:chOff x="-44924250" y="3206000"/>
            <a:chExt cx="300100" cy="300125"/>
          </a:xfrm>
        </p:grpSpPr>
        <p:sp>
          <p:nvSpPr>
            <p:cNvPr id="9228" name="Google Shape;9228;p72"/>
            <p:cNvSpPr/>
            <p:nvPr/>
          </p:nvSpPr>
          <p:spPr>
            <a:xfrm>
              <a:off x="-44747025" y="3365100"/>
              <a:ext cx="122875" cy="87450"/>
            </a:xfrm>
            <a:custGeom>
              <a:avLst/>
              <a:gdLst/>
              <a:ahLst/>
              <a:cxnLst/>
              <a:rect l="l" t="t" r="r" b="b"/>
              <a:pathLst>
                <a:path w="4915" h="3498" extrusionOk="0">
                  <a:moveTo>
                    <a:pt x="0" y="1"/>
                  </a:moveTo>
                  <a:lnTo>
                    <a:pt x="0" y="3498"/>
                  </a:lnTo>
                  <a:lnTo>
                    <a:pt x="4915" y="3498"/>
                  </a:lnTo>
                  <a:lnTo>
                    <a:pt x="491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29" name="Google Shape;9229;p72"/>
            <p:cNvSpPr/>
            <p:nvPr/>
          </p:nvSpPr>
          <p:spPr>
            <a:xfrm>
              <a:off x="-44747025" y="3470650"/>
              <a:ext cx="122875" cy="35475"/>
            </a:xfrm>
            <a:custGeom>
              <a:avLst/>
              <a:gdLst/>
              <a:ahLst/>
              <a:cxnLst/>
              <a:rect l="l" t="t" r="r" b="b"/>
              <a:pathLst>
                <a:path w="4915" h="1419" extrusionOk="0">
                  <a:moveTo>
                    <a:pt x="0" y="0"/>
                  </a:moveTo>
                  <a:lnTo>
                    <a:pt x="0" y="347"/>
                  </a:lnTo>
                  <a:cubicBezTo>
                    <a:pt x="0" y="946"/>
                    <a:pt x="473" y="1418"/>
                    <a:pt x="1071" y="1418"/>
                  </a:cubicBezTo>
                  <a:lnTo>
                    <a:pt x="3875" y="1418"/>
                  </a:lnTo>
                  <a:cubicBezTo>
                    <a:pt x="4442" y="1418"/>
                    <a:pt x="4915" y="946"/>
                    <a:pt x="4915" y="347"/>
                  </a:cubicBezTo>
                  <a:lnTo>
                    <a:pt x="491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30" name="Google Shape;9230;p72"/>
            <p:cNvSpPr/>
            <p:nvPr/>
          </p:nvSpPr>
          <p:spPr>
            <a:xfrm>
              <a:off x="-44747025" y="3313125"/>
              <a:ext cx="122875" cy="35475"/>
            </a:xfrm>
            <a:custGeom>
              <a:avLst/>
              <a:gdLst/>
              <a:ahLst/>
              <a:cxnLst/>
              <a:rect l="l" t="t" r="r" b="b"/>
              <a:pathLst>
                <a:path w="4915" h="1419" extrusionOk="0">
                  <a:moveTo>
                    <a:pt x="1071" y="1"/>
                  </a:moveTo>
                  <a:cubicBezTo>
                    <a:pt x="473" y="1"/>
                    <a:pt x="0" y="473"/>
                    <a:pt x="0" y="1072"/>
                  </a:cubicBezTo>
                  <a:lnTo>
                    <a:pt x="0" y="1418"/>
                  </a:lnTo>
                  <a:lnTo>
                    <a:pt x="4915" y="1418"/>
                  </a:lnTo>
                  <a:lnTo>
                    <a:pt x="4915" y="1072"/>
                  </a:lnTo>
                  <a:cubicBezTo>
                    <a:pt x="4915" y="473"/>
                    <a:pt x="4442" y="1"/>
                    <a:pt x="387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31" name="Google Shape;9231;p72"/>
            <p:cNvSpPr/>
            <p:nvPr/>
          </p:nvSpPr>
          <p:spPr>
            <a:xfrm>
              <a:off x="-44924250" y="3384000"/>
              <a:ext cx="159125" cy="69350"/>
            </a:xfrm>
            <a:custGeom>
              <a:avLst/>
              <a:gdLst/>
              <a:ahLst/>
              <a:cxnLst/>
              <a:rect l="l" t="t" r="r" b="b"/>
              <a:pathLst>
                <a:path w="6365" h="2774" extrusionOk="0">
                  <a:moveTo>
                    <a:pt x="1" y="1"/>
                  </a:moveTo>
                  <a:lnTo>
                    <a:pt x="1" y="316"/>
                  </a:lnTo>
                  <a:lnTo>
                    <a:pt x="32" y="316"/>
                  </a:lnTo>
                  <a:cubicBezTo>
                    <a:pt x="32" y="915"/>
                    <a:pt x="505" y="1387"/>
                    <a:pt x="1103" y="1387"/>
                  </a:cubicBezTo>
                  <a:lnTo>
                    <a:pt x="4254" y="1387"/>
                  </a:lnTo>
                  <a:lnTo>
                    <a:pt x="4254" y="2080"/>
                  </a:lnTo>
                  <a:lnTo>
                    <a:pt x="3183" y="2080"/>
                  </a:lnTo>
                  <a:cubicBezTo>
                    <a:pt x="2994" y="2080"/>
                    <a:pt x="2836" y="2238"/>
                    <a:pt x="2836" y="2427"/>
                  </a:cubicBezTo>
                  <a:cubicBezTo>
                    <a:pt x="2836" y="2647"/>
                    <a:pt x="2994" y="2773"/>
                    <a:pt x="3183" y="2773"/>
                  </a:cubicBezTo>
                  <a:lnTo>
                    <a:pt x="6365" y="2773"/>
                  </a:lnTo>
                  <a:lnTo>
                    <a:pt x="636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32" name="Google Shape;9232;p72"/>
            <p:cNvSpPr/>
            <p:nvPr/>
          </p:nvSpPr>
          <p:spPr>
            <a:xfrm>
              <a:off x="-44924250" y="3206000"/>
              <a:ext cx="264675" cy="159125"/>
            </a:xfrm>
            <a:custGeom>
              <a:avLst/>
              <a:gdLst/>
              <a:ahLst/>
              <a:cxnLst/>
              <a:rect l="l" t="t" r="r" b="b"/>
              <a:pathLst>
                <a:path w="10587" h="6365" extrusionOk="0">
                  <a:moveTo>
                    <a:pt x="1072" y="1"/>
                  </a:moveTo>
                  <a:cubicBezTo>
                    <a:pt x="473" y="1"/>
                    <a:pt x="1" y="473"/>
                    <a:pt x="1" y="1041"/>
                  </a:cubicBezTo>
                  <a:lnTo>
                    <a:pt x="1" y="6365"/>
                  </a:lnTo>
                  <a:lnTo>
                    <a:pt x="6365" y="6365"/>
                  </a:lnTo>
                  <a:lnTo>
                    <a:pt x="6365" y="5357"/>
                  </a:lnTo>
                  <a:cubicBezTo>
                    <a:pt x="6365" y="4349"/>
                    <a:pt x="7152" y="3561"/>
                    <a:pt x="8160" y="3561"/>
                  </a:cubicBezTo>
                  <a:lnTo>
                    <a:pt x="10586" y="3561"/>
                  </a:lnTo>
                  <a:lnTo>
                    <a:pt x="10586" y="1041"/>
                  </a:lnTo>
                  <a:cubicBezTo>
                    <a:pt x="10586" y="473"/>
                    <a:pt x="10114" y="1"/>
                    <a:pt x="951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233" name="Google Shape;9233;p72"/>
          <p:cNvGrpSpPr/>
          <p:nvPr/>
        </p:nvGrpSpPr>
        <p:grpSpPr>
          <a:xfrm>
            <a:off x="1715048" y="2052332"/>
            <a:ext cx="473677" cy="473677"/>
            <a:chOff x="-50134375" y="3183175"/>
            <a:chExt cx="300100" cy="300100"/>
          </a:xfrm>
        </p:grpSpPr>
        <p:sp>
          <p:nvSpPr>
            <p:cNvPr id="9234" name="Google Shape;9234;p72"/>
            <p:cNvSpPr/>
            <p:nvPr/>
          </p:nvSpPr>
          <p:spPr>
            <a:xfrm>
              <a:off x="-50134375" y="3270600"/>
              <a:ext cx="87450" cy="53575"/>
            </a:xfrm>
            <a:custGeom>
              <a:avLst/>
              <a:gdLst/>
              <a:ahLst/>
              <a:cxnLst/>
              <a:rect l="l" t="t" r="r" b="b"/>
              <a:pathLst>
                <a:path w="3498" h="2143" extrusionOk="0">
                  <a:moveTo>
                    <a:pt x="0" y="0"/>
                  </a:moveTo>
                  <a:lnTo>
                    <a:pt x="0" y="2143"/>
                  </a:lnTo>
                  <a:lnTo>
                    <a:pt x="3497" y="2143"/>
                  </a:lnTo>
                  <a:lnTo>
                    <a:pt x="349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35" name="Google Shape;9235;p72"/>
            <p:cNvSpPr/>
            <p:nvPr/>
          </p:nvSpPr>
          <p:spPr>
            <a:xfrm>
              <a:off x="-50134375" y="3340700"/>
              <a:ext cx="87450" cy="54375"/>
            </a:xfrm>
            <a:custGeom>
              <a:avLst/>
              <a:gdLst/>
              <a:ahLst/>
              <a:cxnLst/>
              <a:rect l="l" t="t" r="r" b="b"/>
              <a:pathLst>
                <a:path w="3498" h="2175" extrusionOk="0">
                  <a:moveTo>
                    <a:pt x="0" y="0"/>
                  </a:moveTo>
                  <a:lnTo>
                    <a:pt x="0" y="2174"/>
                  </a:lnTo>
                  <a:cubicBezTo>
                    <a:pt x="441" y="1701"/>
                    <a:pt x="1071" y="1418"/>
                    <a:pt x="1765" y="1418"/>
                  </a:cubicBezTo>
                  <a:cubicBezTo>
                    <a:pt x="2426" y="1418"/>
                    <a:pt x="3056" y="1670"/>
                    <a:pt x="3497" y="2174"/>
                  </a:cubicBezTo>
                  <a:lnTo>
                    <a:pt x="349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36" name="Google Shape;9236;p72"/>
            <p:cNvSpPr/>
            <p:nvPr/>
          </p:nvSpPr>
          <p:spPr>
            <a:xfrm>
              <a:off x="-50134375" y="3183175"/>
              <a:ext cx="87450" cy="70125"/>
            </a:xfrm>
            <a:custGeom>
              <a:avLst/>
              <a:gdLst/>
              <a:ahLst/>
              <a:cxnLst/>
              <a:rect l="l" t="t" r="r" b="b"/>
              <a:pathLst>
                <a:path w="3498" h="2805" extrusionOk="0">
                  <a:moveTo>
                    <a:pt x="347" y="0"/>
                  </a:moveTo>
                  <a:cubicBezTo>
                    <a:pt x="158" y="0"/>
                    <a:pt x="0" y="158"/>
                    <a:pt x="0" y="347"/>
                  </a:cubicBezTo>
                  <a:lnTo>
                    <a:pt x="0" y="2804"/>
                  </a:lnTo>
                  <a:lnTo>
                    <a:pt x="3497" y="2804"/>
                  </a:lnTo>
                  <a:lnTo>
                    <a:pt x="3497" y="347"/>
                  </a:lnTo>
                  <a:cubicBezTo>
                    <a:pt x="3497" y="158"/>
                    <a:pt x="3340" y="0"/>
                    <a:pt x="315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37" name="Google Shape;9237;p72"/>
            <p:cNvSpPr/>
            <p:nvPr/>
          </p:nvSpPr>
          <p:spPr>
            <a:xfrm>
              <a:off x="-50028050" y="3363525"/>
              <a:ext cx="37050" cy="75650"/>
            </a:xfrm>
            <a:custGeom>
              <a:avLst/>
              <a:gdLst/>
              <a:ahLst/>
              <a:cxnLst/>
              <a:rect l="l" t="t" r="r" b="b"/>
              <a:pathLst>
                <a:path w="1482" h="3026" extrusionOk="0">
                  <a:moveTo>
                    <a:pt x="0" y="1"/>
                  </a:moveTo>
                  <a:lnTo>
                    <a:pt x="0" y="3025"/>
                  </a:lnTo>
                  <a:lnTo>
                    <a:pt x="1481" y="1482"/>
                  </a:lnTo>
                  <a:lnTo>
                    <a:pt x="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38" name="Google Shape;9238;p72"/>
            <p:cNvSpPr/>
            <p:nvPr/>
          </p:nvSpPr>
          <p:spPr>
            <a:xfrm>
              <a:off x="-50028050" y="3287125"/>
              <a:ext cx="88225" cy="101625"/>
            </a:xfrm>
            <a:custGeom>
              <a:avLst/>
              <a:gdLst/>
              <a:ahLst/>
              <a:cxnLst/>
              <a:rect l="l" t="t" r="r" b="b"/>
              <a:pathLst>
                <a:path w="3529" h="4065" extrusionOk="0">
                  <a:moveTo>
                    <a:pt x="1072" y="1"/>
                  </a:moveTo>
                  <a:lnTo>
                    <a:pt x="0" y="1104"/>
                  </a:lnTo>
                  <a:lnTo>
                    <a:pt x="0" y="2049"/>
                  </a:lnTo>
                  <a:lnTo>
                    <a:pt x="2017" y="4065"/>
                  </a:lnTo>
                  <a:lnTo>
                    <a:pt x="3529" y="2490"/>
                  </a:lnTo>
                  <a:lnTo>
                    <a:pt x="107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39" name="Google Shape;9239;p72"/>
            <p:cNvSpPr/>
            <p:nvPr/>
          </p:nvSpPr>
          <p:spPr>
            <a:xfrm>
              <a:off x="-49988675" y="3225700"/>
              <a:ext cx="111875" cy="111875"/>
            </a:xfrm>
            <a:custGeom>
              <a:avLst/>
              <a:gdLst/>
              <a:ahLst/>
              <a:cxnLst/>
              <a:rect l="l" t="t" r="r" b="b"/>
              <a:pathLst>
                <a:path w="4475" h="4475" extrusionOk="0">
                  <a:moveTo>
                    <a:pt x="2155" y="0"/>
                  </a:moveTo>
                  <a:cubicBezTo>
                    <a:pt x="2064" y="0"/>
                    <a:pt x="1970" y="32"/>
                    <a:pt x="1891" y="95"/>
                  </a:cubicBezTo>
                  <a:lnTo>
                    <a:pt x="1" y="1985"/>
                  </a:lnTo>
                  <a:lnTo>
                    <a:pt x="2490" y="4474"/>
                  </a:lnTo>
                  <a:lnTo>
                    <a:pt x="4380" y="2584"/>
                  </a:lnTo>
                  <a:cubicBezTo>
                    <a:pt x="4474" y="2458"/>
                    <a:pt x="4474" y="2237"/>
                    <a:pt x="4380" y="2080"/>
                  </a:cubicBezTo>
                  <a:lnTo>
                    <a:pt x="2395" y="95"/>
                  </a:lnTo>
                  <a:cubicBezTo>
                    <a:pt x="2332" y="32"/>
                    <a:pt x="2245" y="0"/>
                    <a:pt x="215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40" name="Google Shape;9240;p72"/>
            <p:cNvSpPr/>
            <p:nvPr/>
          </p:nvSpPr>
          <p:spPr>
            <a:xfrm>
              <a:off x="-50134375" y="3395050"/>
              <a:ext cx="89025" cy="88225"/>
            </a:xfrm>
            <a:custGeom>
              <a:avLst/>
              <a:gdLst/>
              <a:ahLst/>
              <a:cxnLst/>
              <a:rect l="l" t="t" r="r" b="b"/>
              <a:pathLst>
                <a:path w="3561" h="3529" extrusionOk="0">
                  <a:moveTo>
                    <a:pt x="1765" y="1418"/>
                  </a:moveTo>
                  <a:cubicBezTo>
                    <a:pt x="1985" y="1418"/>
                    <a:pt x="2111" y="1575"/>
                    <a:pt x="2111" y="1764"/>
                  </a:cubicBezTo>
                  <a:cubicBezTo>
                    <a:pt x="2111" y="1953"/>
                    <a:pt x="1985" y="2111"/>
                    <a:pt x="1765" y="2111"/>
                  </a:cubicBezTo>
                  <a:cubicBezTo>
                    <a:pt x="1576" y="2111"/>
                    <a:pt x="1418" y="1953"/>
                    <a:pt x="1418" y="1764"/>
                  </a:cubicBezTo>
                  <a:cubicBezTo>
                    <a:pt x="1418" y="1575"/>
                    <a:pt x="1576" y="1418"/>
                    <a:pt x="1765" y="1418"/>
                  </a:cubicBezTo>
                  <a:close/>
                  <a:moveTo>
                    <a:pt x="1765" y="0"/>
                  </a:moveTo>
                  <a:cubicBezTo>
                    <a:pt x="788" y="0"/>
                    <a:pt x="0" y="788"/>
                    <a:pt x="0" y="1764"/>
                  </a:cubicBezTo>
                  <a:cubicBezTo>
                    <a:pt x="0" y="2741"/>
                    <a:pt x="788" y="3529"/>
                    <a:pt x="1765" y="3529"/>
                  </a:cubicBezTo>
                  <a:cubicBezTo>
                    <a:pt x="2773" y="3529"/>
                    <a:pt x="3560" y="2741"/>
                    <a:pt x="3560" y="1764"/>
                  </a:cubicBezTo>
                  <a:cubicBezTo>
                    <a:pt x="3497" y="788"/>
                    <a:pt x="2710" y="0"/>
                    <a:pt x="176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41" name="Google Shape;9241;p72"/>
            <p:cNvSpPr/>
            <p:nvPr/>
          </p:nvSpPr>
          <p:spPr>
            <a:xfrm>
              <a:off x="-50045375" y="3428900"/>
              <a:ext cx="52800" cy="53600"/>
            </a:xfrm>
            <a:custGeom>
              <a:avLst/>
              <a:gdLst/>
              <a:ahLst/>
              <a:cxnLst/>
              <a:rect l="l" t="t" r="r" b="b"/>
              <a:pathLst>
                <a:path w="2112" h="2144" extrusionOk="0">
                  <a:moveTo>
                    <a:pt x="2111" y="1"/>
                  </a:moveTo>
                  <a:lnTo>
                    <a:pt x="0" y="2143"/>
                  </a:lnTo>
                  <a:lnTo>
                    <a:pt x="2111" y="2143"/>
                  </a:lnTo>
                  <a:lnTo>
                    <a:pt x="211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42" name="Google Shape;9242;p72"/>
            <p:cNvSpPr/>
            <p:nvPr/>
          </p:nvSpPr>
          <p:spPr>
            <a:xfrm>
              <a:off x="-49975275" y="3395050"/>
              <a:ext cx="52775" cy="87450"/>
            </a:xfrm>
            <a:custGeom>
              <a:avLst/>
              <a:gdLst/>
              <a:ahLst/>
              <a:cxnLst/>
              <a:rect l="l" t="t" r="r" b="b"/>
              <a:pathLst>
                <a:path w="2111" h="3498" extrusionOk="0">
                  <a:moveTo>
                    <a:pt x="693" y="0"/>
                  </a:moveTo>
                  <a:lnTo>
                    <a:pt x="0" y="662"/>
                  </a:lnTo>
                  <a:lnTo>
                    <a:pt x="0" y="3497"/>
                  </a:lnTo>
                  <a:lnTo>
                    <a:pt x="2111" y="3497"/>
                  </a:lnTo>
                  <a:lnTo>
                    <a:pt x="211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43" name="Google Shape;9243;p72"/>
            <p:cNvSpPr/>
            <p:nvPr/>
          </p:nvSpPr>
          <p:spPr>
            <a:xfrm>
              <a:off x="-49905175" y="3395050"/>
              <a:ext cx="70900" cy="87450"/>
            </a:xfrm>
            <a:custGeom>
              <a:avLst/>
              <a:gdLst/>
              <a:ahLst/>
              <a:cxnLst/>
              <a:rect l="l" t="t" r="r" b="b"/>
              <a:pathLst>
                <a:path w="2836" h="3498" extrusionOk="0">
                  <a:moveTo>
                    <a:pt x="0" y="0"/>
                  </a:moveTo>
                  <a:lnTo>
                    <a:pt x="0" y="3497"/>
                  </a:lnTo>
                  <a:lnTo>
                    <a:pt x="2489" y="3497"/>
                  </a:lnTo>
                  <a:cubicBezTo>
                    <a:pt x="2678" y="3497"/>
                    <a:pt x="2836" y="3340"/>
                    <a:pt x="2836" y="3151"/>
                  </a:cubicBezTo>
                  <a:lnTo>
                    <a:pt x="2836" y="347"/>
                  </a:lnTo>
                  <a:cubicBezTo>
                    <a:pt x="2836" y="158"/>
                    <a:pt x="2678" y="0"/>
                    <a:pt x="248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244" name="Google Shape;9244;p72"/>
          <p:cNvGrpSpPr/>
          <p:nvPr/>
        </p:nvGrpSpPr>
        <p:grpSpPr>
          <a:xfrm>
            <a:off x="1715048" y="2632868"/>
            <a:ext cx="473677" cy="473717"/>
            <a:chOff x="-50134375" y="3550975"/>
            <a:chExt cx="300100" cy="300125"/>
          </a:xfrm>
        </p:grpSpPr>
        <p:sp>
          <p:nvSpPr>
            <p:cNvPr id="9245" name="Google Shape;9245;p72"/>
            <p:cNvSpPr/>
            <p:nvPr/>
          </p:nvSpPr>
          <p:spPr>
            <a:xfrm>
              <a:off x="-50134375" y="3550975"/>
              <a:ext cx="300100" cy="300125"/>
            </a:xfrm>
            <a:custGeom>
              <a:avLst/>
              <a:gdLst/>
              <a:ahLst/>
              <a:cxnLst/>
              <a:rect l="l" t="t" r="r" b="b"/>
              <a:pathLst>
                <a:path w="12004" h="12005" extrusionOk="0">
                  <a:moveTo>
                    <a:pt x="9893" y="1419"/>
                  </a:moveTo>
                  <a:lnTo>
                    <a:pt x="9893" y="1797"/>
                  </a:lnTo>
                  <a:cubicBezTo>
                    <a:pt x="9893" y="1986"/>
                    <a:pt x="10050" y="2143"/>
                    <a:pt x="10239" y="2143"/>
                  </a:cubicBezTo>
                  <a:lnTo>
                    <a:pt x="10586" y="2143"/>
                  </a:lnTo>
                  <a:lnTo>
                    <a:pt x="10586" y="9893"/>
                  </a:lnTo>
                  <a:lnTo>
                    <a:pt x="10239" y="9893"/>
                  </a:lnTo>
                  <a:cubicBezTo>
                    <a:pt x="10050" y="9893"/>
                    <a:pt x="9893" y="10051"/>
                    <a:pt x="9893" y="10240"/>
                  </a:cubicBezTo>
                  <a:lnTo>
                    <a:pt x="9893" y="10587"/>
                  </a:lnTo>
                  <a:lnTo>
                    <a:pt x="2143" y="10587"/>
                  </a:lnTo>
                  <a:lnTo>
                    <a:pt x="2143" y="10240"/>
                  </a:lnTo>
                  <a:cubicBezTo>
                    <a:pt x="2143" y="10051"/>
                    <a:pt x="1985" y="9893"/>
                    <a:pt x="1765" y="9893"/>
                  </a:cubicBezTo>
                  <a:lnTo>
                    <a:pt x="1418" y="9893"/>
                  </a:lnTo>
                  <a:lnTo>
                    <a:pt x="1418" y="2143"/>
                  </a:lnTo>
                  <a:lnTo>
                    <a:pt x="1765" y="2143"/>
                  </a:lnTo>
                  <a:cubicBezTo>
                    <a:pt x="1985" y="2143"/>
                    <a:pt x="2143" y="1986"/>
                    <a:pt x="2143" y="1797"/>
                  </a:cubicBezTo>
                  <a:lnTo>
                    <a:pt x="2143" y="1419"/>
                  </a:lnTo>
                  <a:close/>
                  <a:moveTo>
                    <a:pt x="347" y="1"/>
                  </a:moveTo>
                  <a:cubicBezTo>
                    <a:pt x="158" y="1"/>
                    <a:pt x="0" y="159"/>
                    <a:pt x="0" y="348"/>
                  </a:cubicBezTo>
                  <a:lnTo>
                    <a:pt x="0" y="1797"/>
                  </a:lnTo>
                  <a:cubicBezTo>
                    <a:pt x="0" y="1986"/>
                    <a:pt x="158" y="2143"/>
                    <a:pt x="347" y="2143"/>
                  </a:cubicBezTo>
                  <a:lnTo>
                    <a:pt x="693" y="2143"/>
                  </a:lnTo>
                  <a:lnTo>
                    <a:pt x="693" y="9893"/>
                  </a:lnTo>
                  <a:lnTo>
                    <a:pt x="347" y="9893"/>
                  </a:lnTo>
                  <a:cubicBezTo>
                    <a:pt x="158" y="9893"/>
                    <a:pt x="0" y="10051"/>
                    <a:pt x="0" y="10240"/>
                  </a:cubicBezTo>
                  <a:lnTo>
                    <a:pt x="0" y="11658"/>
                  </a:lnTo>
                  <a:cubicBezTo>
                    <a:pt x="0" y="11847"/>
                    <a:pt x="158" y="12004"/>
                    <a:pt x="347" y="12004"/>
                  </a:cubicBezTo>
                  <a:lnTo>
                    <a:pt x="1765" y="12004"/>
                  </a:lnTo>
                  <a:cubicBezTo>
                    <a:pt x="1985" y="12004"/>
                    <a:pt x="2111" y="11847"/>
                    <a:pt x="2111" y="11658"/>
                  </a:cubicBezTo>
                  <a:lnTo>
                    <a:pt x="2111" y="11311"/>
                  </a:lnTo>
                  <a:lnTo>
                    <a:pt x="9893" y="11311"/>
                  </a:lnTo>
                  <a:lnTo>
                    <a:pt x="9893" y="11658"/>
                  </a:lnTo>
                  <a:cubicBezTo>
                    <a:pt x="9893" y="11847"/>
                    <a:pt x="10050" y="12004"/>
                    <a:pt x="10239" y="12004"/>
                  </a:cubicBezTo>
                  <a:lnTo>
                    <a:pt x="11657" y="12004"/>
                  </a:lnTo>
                  <a:cubicBezTo>
                    <a:pt x="11846" y="12004"/>
                    <a:pt x="12004" y="11847"/>
                    <a:pt x="12004" y="11658"/>
                  </a:cubicBezTo>
                  <a:lnTo>
                    <a:pt x="12004" y="10240"/>
                  </a:lnTo>
                  <a:cubicBezTo>
                    <a:pt x="12004" y="10051"/>
                    <a:pt x="11846" y="9893"/>
                    <a:pt x="11657" y="9893"/>
                  </a:cubicBezTo>
                  <a:lnTo>
                    <a:pt x="11311" y="9893"/>
                  </a:lnTo>
                  <a:lnTo>
                    <a:pt x="11311" y="2143"/>
                  </a:lnTo>
                  <a:lnTo>
                    <a:pt x="11657" y="2143"/>
                  </a:lnTo>
                  <a:cubicBezTo>
                    <a:pt x="11846" y="2143"/>
                    <a:pt x="12004" y="1986"/>
                    <a:pt x="12004" y="1797"/>
                  </a:cubicBezTo>
                  <a:lnTo>
                    <a:pt x="12004" y="348"/>
                  </a:lnTo>
                  <a:cubicBezTo>
                    <a:pt x="12004" y="159"/>
                    <a:pt x="11846" y="1"/>
                    <a:pt x="11657" y="1"/>
                  </a:cubicBezTo>
                  <a:lnTo>
                    <a:pt x="10239" y="1"/>
                  </a:lnTo>
                  <a:cubicBezTo>
                    <a:pt x="10050" y="1"/>
                    <a:pt x="9893" y="159"/>
                    <a:pt x="9893" y="348"/>
                  </a:cubicBezTo>
                  <a:lnTo>
                    <a:pt x="9893" y="726"/>
                  </a:lnTo>
                  <a:lnTo>
                    <a:pt x="2111" y="726"/>
                  </a:lnTo>
                  <a:lnTo>
                    <a:pt x="2111" y="348"/>
                  </a:lnTo>
                  <a:cubicBezTo>
                    <a:pt x="2111" y="159"/>
                    <a:pt x="1985" y="1"/>
                    <a:pt x="176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46" name="Google Shape;9246;p72"/>
            <p:cNvSpPr/>
            <p:nvPr/>
          </p:nvSpPr>
          <p:spPr>
            <a:xfrm>
              <a:off x="-50054825" y="3603750"/>
              <a:ext cx="141800" cy="194575"/>
            </a:xfrm>
            <a:custGeom>
              <a:avLst/>
              <a:gdLst/>
              <a:ahLst/>
              <a:cxnLst/>
              <a:rect l="l" t="t" r="r" b="b"/>
              <a:pathLst>
                <a:path w="5672" h="7783" extrusionOk="0">
                  <a:moveTo>
                    <a:pt x="347" y="1"/>
                  </a:moveTo>
                  <a:cubicBezTo>
                    <a:pt x="158" y="1"/>
                    <a:pt x="0" y="158"/>
                    <a:pt x="0" y="347"/>
                  </a:cubicBezTo>
                  <a:lnTo>
                    <a:pt x="0" y="1765"/>
                  </a:lnTo>
                  <a:cubicBezTo>
                    <a:pt x="0" y="1873"/>
                    <a:pt x="74" y="1922"/>
                    <a:pt x="151" y="1922"/>
                  </a:cubicBezTo>
                  <a:cubicBezTo>
                    <a:pt x="186" y="1922"/>
                    <a:pt x="222" y="1911"/>
                    <a:pt x="252" y="1891"/>
                  </a:cubicBezTo>
                  <a:lnTo>
                    <a:pt x="725" y="1419"/>
                  </a:lnTo>
                  <a:lnTo>
                    <a:pt x="2143" y="1419"/>
                  </a:lnTo>
                  <a:lnTo>
                    <a:pt x="2143" y="7089"/>
                  </a:lnTo>
                  <a:lnTo>
                    <a:pt x="1670" y="7562"/>
                  </a:lnTo>
                  <a:cubicBezTo>
                    <a:pt x="1576" y="7625"/>
                    <a:pt x="1670" y="7782"/>
                    <a:pt x="1765" y="7782"/>
                  </a:cubicBezTo>
                  <a:lnTo>
                    <a:pt x="3907" y="7782"/>
                  </a:lnTo>
                  <a:cubicBezTo>
                    <a:pt x="4064" y="7782"/>
                    <a:pt x="4096" y="7625"/>
                    <a:pt x="4033" y="7562"/>
                  </a:cubicBezTo>
                  <a:lnTo>
                    <a:pt x="3560" y="7089"/>
                  </a:lnTo>
                  <a:lnTo>
                    <a:pt x="3560" y="1419"/>
                  </a:lnTo>
                  <a:lnTo>
                    <a:pt x="4978" y="1419"/>
                  </a:lnTo>
                  <a:lnTo>
                    <a:pt x="5451" y="1891"/>
                  </a:lnTo>
                  <a:cubicBezTo>
                    <a:pt x="5467" y="1908"/>
                    <a:pt x="5491" y="1916"/>
                    <a:pt x="5517" y="1916"/>
                  </a:cubicBezTo>
                  <a:cubicBezTo>
                    <a:pt x="5587" y="1916"/>
                    <a:pt x="5671" y="1857"/>
                    <a:pt x="5671" y="1765"/>
                  </a:cubicBezTo>
                  <a:lnTo>
                    <a:pt x="5671" y="347"/>
                  </a:lnTo>
                  <a:cubicBezTo>
                    <a:pt x="5671" y="158"/>
                    <a:pt x="5514" y="1"/>
                    <a:pt x="532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247" name="Google Shape;9247;p72"/>
          <p:cNvGrpSpPr/>
          <p:nvPr/>
        </p:nvGrpSpPr>
        <p:grpSpPr>
          <a:xfrm>
            <a:off x="1715048" y="3216245"/>
            <a:ext cx="473677" cy="473401"/>
            <a:chOff x="-50134375" y="3920575"/>
            <a:chExt cx="300100" cy="299925"/>
          </a:xfrm>
        </p:grpSpPr>
        <p:sp>
          <p:nvSpPr>
            <p:cNvPr id="9248" name="Google Shape;9248;p72"/>
            <p:cNvSpPr/>
            <p:nvPr/>
          </p:nvSpPr>
          <p:spPr>
            <a:xfrm>
              <a:off x="-49985525" y="3920575"/>
              <a:ext cx="151250" cy="151850"/>
            </a:xfrm>
            <a:custGeom>
              <a:avLst/>
              <a:gdLst/>
              <a:ahLst/>
              <a:cxnLst/>
              <a:rect l="l" t="t" r="r" b="b"/>
              <a:pathLst>
                <a:path w="6050" h="6074" extrusionOk="0">
                  <a:moveTo>
                    <a:pt x="1986" y="1"/>
                  </a:moveTo>
                  <a:cubicBezTo>
                    <a:pt x="1537" y="1"/>
                    <a:pt x="1088" y="166"/>
                    <a:pt x="757" y="497"/>
                  </a:cubicBezTo>
                  <a:lnTo>
                    <a:pt x="1" y="1284"/>
                  </a:lnTo>
                  <a:lnTo>
                    <a:pt x="4758" y="6073"/>
                  </a:lnTo>
                  <a:lnTo>
                    <a:pt x="5546" y="5317"/>
                  </a:lnTo>
                  <a:cubicBezTo>
                    <a:pt x="5861" y="5002"/>
                    <a:pt x="6050" y="4529"/>
                    <a:pt x="6050" y="4057"/>
                  </a:cubicBezTo>
                  <a:cubicBezTo>
                    <a:pt x="6050" y="3616"/>
                    <a:pt x="5861" y="3143"/>
                    <a:pt x="5546" y="2828"/>
                  </a:cubicBezTo>
                  <a:lnTo>
                    <a:pt x="3214" y="497"/>
                  </a:lnTo>
                  <a:cubicBezTo>
                    <a:pt x="2883" y="166"/>
                    <a:pt x="2434" y="1"/>
                    <a:pt x="198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49" name="Google Shape;9249;p72"/>
            <p:cNvSpPr/>
            <p:nvPr/>
          </p:nvSpPr>
          <p:spPr>
            <a:xfrm>
              <a:off x="-50134375" y="4069250"/>
              <a:ext cx="151250" cy="151250"/>
            </a:xfrm>
            <a:custGeom>
              <a:avLst/>
              <a:gdLst/>
              <a:ahLst/>
              <a:cxnLst/>
              <a:rect l="l" t="t" r="r" b="b"/>
              <a:pathLst>
                <a:path w="6050" h="6050" extrusionOk="0">
                  <a:moveTo>
                    <a:pt x="1292" y="0"/>
                  </a:moveTo>
                  <a:lnTo>
                    <a:pt x="504" y="756"/>
                  </a:lnTo>
                  <a:cubicBezTo>
                    <a:pt x="189" y="1071"/>
                    <a:pt x="0" y="1544"/>
                    <a:pt x="0" y="2016"/>
                  </a:cubicBezTo>
                  <a:cubicBezTo>
                    <a:pt x="0" y="2489"/>
                    <a:pt x="189" y="2899"/>
                    <a:pt x="504" y="3277"/>
                  </a:cubicBezTo>
                  <a:lnTo>
                    <a:pt x="2804" y="5545"/>
                  </a:lnTo>
                  <a:cubicBezTo>
                    <a:pt x="3119" y="5860"/>
                    <a:pt x="3592" y="6049"/>
                    <a:pt x="4064" y="6049"/>
                  </a:cubicBezTo>
                  <a:cubicBezTo>
                    <a:pt x="4537" y="6049"/>
                    <a:pt x="4947" y="5860"/>
                    <a:pt x="5325" y="5545"/>
                  </a:cubicBezTo>
                  <a:lnTo>
                    <a:pt x="6049" y="4757"/>
                  </a:lnTo>
                  <a:lnTo>
                    <a:pt x="129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50" name="Google Shape;9250;p72"/>
            <p:cNvSpPr/>
            <p:nvPr/>
          </p:nvSpPr>
          <p:spPr>
            <a:xfrm>
              <a:off x="-50090275" y="3964500"/>
              <a:ext cx="211100" cy="211100"/>
            </a:xfrm>
            <a:custGeom>
              <a:avLst/>
              <a:gdLst/>
              <a:ahLst/>
              <a:cxnLst/>
              <a:rect l="l" t="t" r="r" b="b"/>
              <a:pathLst>
                <a:path w="8444" h="8444" extrusionOk="0">
                  <a:moveTo>
                    <a:pt x="2446" y="4316"/>
                  </a:moveTo>
                  <a:cubicBezTo>
                    <a:pt x="2537" y="4316"/>
                    <a:pt x="2631" y="4348"/>
                    <a:pt x="2710" y="4411"/>
                  </a:cubicBezTo>
                  <a:lnTo>
                    <a:pt x="4033" y="5734"/>
                  </a:lnTo>
                  <a:cubicBezTo>
                    <a:pt x="4191" y="5828"/>
                    <a:pt x="4191" y="6080"/>
                    <a:pt x="4033" y="6238"/>
                  </a:cubicBezTo>
                  <a:cubicBezTo>
                    <a:pt x="3970" y="6301"/>
                    <a:pt x="3884" y="6332"/>
                    <a:pt x="3789" y="6332"/>
                  </a:cubicBezTo>
                  <a:cubicBezTo>
                    <a:pt x="3694" y="6332"/>
                    <a:pt x="3592" y="6301"/>
                    <a:pt x="3498" y="6238"/>
                  </a:cubicBezTo>
                  <a:lnTo>
                    <a:pt x="2206" y="4946"/>
                  </a:lnTo>
                  <a:cubicBezTo>
                    <a:pt x="2080" y="4820"/>
                    <a:pt x="2080" y="4568"/>
                    <a:pt x="2206" y="4411"/>
                  </a:cubicBezTo>
                  <a:cubicBezTo>
                    <a:pt x="2269" y="4348"/>
                    <a:pt x="2356" y="4316"/>
                    <a:pt x="2446" y="4316"/>
                  </a:cubicBezTo>
                  <a:close/>
                  <a:moveTo>
                    <a:pt x="3687" y="0"/>
                  </a:moveTo>
                  <a:lnTo>
                    <a:pt x="1" y="3686"/>
                  </a:lnTo>
                  <a:lnTo>
                    <a:pt x="4789" y="8443"/>
                  </a:lnTo>
                  <a:lnTo>
                    <a:pt x="8444" y="4789"/>
                  </a:lnTo>
                  <a:lnTo>
                    <a:pt x="368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251" name="Google Shape;9251;p72"/>
          <p:cNvGrpSpPr/>
          <p:nvPr/>
        </p:nvGrpSpPr>
        <p:grpSpPr>
          <a:xfrm>
            <a:off x="4662681" y="2079678"/>
            <a:ext cx="476164" cy="473677"/>
            <a:chOff x="-48262200" y="3200500"/>
            <a:chExt cx="301675" cy="300100"/>
          </a:xfrm>
        </p:grpSpPr>
        <p:sp>
          <p:nvSpPr>
            <p:cNvPr id="9252" name="Google Shape;9252;p72"/>
            <p:cNvSpPr/>
            <p:nvPr/>
          </p:nvSpPr>
          <p:spPr>
            <a:xfrm>
              <a:off x="-48191325" y="3288700"/>
              <a:ext cx="51225" cy="51225"/>
            </a:xfrm>
            <a:custGeom>
              <a:avLst/>
              <a:gdLst/>
              <a:ahLst/>
              <a:cxnLst/>
              <a:rect l="l" t="t" r="r" b="b"/>
              <a:pathLst>
                <a:path w="2049" h="2049" extrusionOk="0">
                  <a:moveTo>
                    <a:pt x="1072" y="1"/>
                  </a:moveTo>
                  <a:cubicBezTo>
                    <a:pt x="474" y="1"/>
                    <a:pt x="1" y="473"/>
                    <a:pt x="1" y="1041"/>
                  </a:cubicBezTo>
                  <a:cubicBezTo>
                    <a:pt x="1" y="1513"/>
                    <a:pt x="285" y="1891"/>
                    <a:pt x="726" y="2049"/>
                  </a:cubicBezTo>
                  <a:lnTo>
                    <a:pt x="726" y="1041"/>
                  </a:lnTo>
                  <a:cubicBezTo>
                    <a:pt x="726" y="852"/>
                    <a:pt x="883" y="694"/>
                    <a:pt x="1072" y="694"/>
                  </a:cubicBezTo>
                  <a:lnTo>
                    <a:pt x="2049" y="694"/>
                  </a:lnTo>
                  <a:cubicBezTo>
                    <a:pt x="1891" y="253"/>
                    <a:pt x="1513" y="1"/>
                    <a:pt x="107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53" name="Google Shape;9253;p72"/>
            <p:cNvSpPr/>
            <p:nvPr/>
          </p:nvSpPr>
          <p:spPr>
            <a:xfrm>
              <a:off x="-48155875" y="3324150"/>
              <a:ext cx="15775" cy="15775"/>
            </a:xfrm>
            <a:custGeom>
              <a:avLst/>
              <a:gdLst/>
              <a:ahLst/>
              <a:cxnLst/>
              <a:rect l="l" t="t" r="r" b="b"/>
              <a:pathLst>
                <a:path w="631" h="631" extrusionOk="0">
                  <a:moveTo>
                    <a:pt x="1" y="1"/>
                  </a:moveTo>
                  <a:lnTo>
                    <a:pt x="1" y="631"/>
                  </a:lnTo>
                  <a:cubicBezTo>
                    <a:pt x="284" y="505"/>
                    <a:pt x="536" y="253"/>
                    <a:pt x="63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54" name="Google Shape;9254;p72"/>
            <p:cNvSpPr/>
            <p:nvPr/>
          </p:nvSpPr>
          <p:spPr>
            <a:xfrm>
              <a:off x="-48085775" y="3206000"/>
              <a:ext cx="47275" cy="47300"/>
            </a:xfrm>
            <a:custGeom>
              <a:avLst/>
              <a:gdLst/>
              <a:ahLst/>
              <a:cxnLst/>
              <a:rect l="l" t="t" r="r" b="b"/>
              <a:pathLst>
                <a:path w="1891" h="1892" extrusionOk="0">
                  <a:moveTo>
                    <a:pt x="1" y="1"/>
                  </a:moveTo>
                  <a:lnTo>
                    <a:pt x="1" y="1891"/>
                  </a:lnTo>
                  <a:lnTo>
                    <a:pt x="1891" y="1891"/>
                  </a:lnTo>
                  <a:lnTo>
                    <a:pt x="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55" name="Google Shape;9255;p72"/>
            <p:cNvSpPr/>
            <p:nvPr/>
          </p:nvSpPr>
          <p:spPr>
            <a:xfrm>
              <a:off x="-48262200" y="3200500"/>
              <a:ext cx="228425" cy="300100"/>
            </a:xfrm>
            <a:custGeom>
              <a:avLst/>
              <a:gdLst/>
              <a:ahLst/>
              <a:cxnLst/>
              <a:rect l="l" t="t" r="r" b="b"/>
              <a:pathLst>
                <a:path w="9137" h="12004" extrusionOk="0">
                  <a:moveTo>
                    <a:pt x="3907" y="2773"/>
                  </a:moveTo>
                  <a:cubicBezTo>
                    <a:pt x="4789" y="2773"/>
                    <a:pt x="5482" y="3371"/>
                    <a:pt x="5640" y="4190"/>
                  </a:cubicBezTo>
                  <a:lnTo>
                    <a:pt x="6743" y="4190"/>
                  </a:lnTo>
                  <a:cubicBezTo>
                    <a:pt x="6900" y="4222"/>
                    <a:pt x="7058" y="4380"/>
                    <a:pt x="7058" y="4569"/>
                  </a:cubicBezTo>
                  <a:lnTo>
                    <a:pt x="7058" y="7372"/>
                  </a:lnTo>
                  <a:cubicBezTo>
                    <a:pt x="7058" y="7562"/>
                    <a:pt x="6900" y="7719"/>
                    <a:pt x="6711" y="7719"/>
                  </a:cubicBezTo>
                  <a:lnTo>
                    <a:pt x="3907" y="7719"/>
                  </a:lnTo>
                  <a:cubicBezTo>
                    <a:pt x="3718" y="7719"/>
                    <a:pt x="3561" y="7562"/>
                    <a:pt x="3561" y="7372"/>
                  </a:cubicBezTo>
                  <a:lnTo>
                    <a:pt x="3561" y="6270"/>
                  </a:lnTo>
                  <a:cubicBezTo>
                    <a:pt x="2773" y="6112"/>
                    <a:pt x="2143" y="5419"/>
                    <a:pt x="2143" y="4537"/>
                  </a:cubicBezTo>
                  <a:cubicBezTo>
                    <a:pt x="2143" y="3560"/>
                    <a:pt x="2931" y="2773"/>
                    <a:pt x="3907" y="2773"/>
                  </a:cubicBezTo>
                  <a:close/>
                  <a:moveTo>
                    <a:pt x="5293" y="8475"/>
                  </a:moveTo>
                  <a:cubicBezTo>
                    <a:pt x="5482" y="8475"/>
                    <a:pt x="5640" y="8633"/>
                    <a:pt x="5640" y="8822"/>
                  </a:cubicBezTo>
                  <a:cubicBezTo>
                    <a:pt x="5640" y="9042"/>
                    <a:pt x="5482" y="9200"/>
                    <a:pt x="5293" y="9200"/>
                  </a:cubicBezTo>
                  <a:lnTo>
                    <a:pt x="2489" y="9200"/>
                  </a:lnTo>
                  <a:cubicBezTo>
                    <a:pt x="2300" y="9200"/>
                    <a:pt x="2143" y="9042"/>
                    <a:pt x="2143" y="8822"/>
                  </a:cubicBezTo>
                  <a:cubicBezTo>
                    <a:pt x="2143" y="8633"/>
                    <a:pt x="2300" y="8475"/>
                    <a:pt x="2489" y="8475"/>
                  </a:cubicBezTo>
                  <a:close/>
                  <a:moveTo>
                    <a:pt x="6711" y="8475"/>
                  </a:moveTo>
                  <a:cubicBezTo>
                    <a:pt x="6900" y="8475"/>
                    <a:pt x="7058" y="8633"/>
                    <a:pt x="7058" y="8822"/>
                  </a:cubicBezTo>
                  <a:cubicBezTo>
                    <a:pt x="7058" y="9042"/>
                    <a:pt x="6900" y="9200"/>
                    <a:pt x="6711" y="9200"/>
                  </a:cubicBezTo>
                  <a:cubicBezTo>
                    <a:pt x="6522" y="9200"/>
                    <a:pt x="6365" y="9042"/>
                    <a:pt x="6365" y="8822"/>
                  </a:cubicBezTo>
                  <a:cubicBezTo>
                    <a:pt x="6365" y="8633"/>
                    <a:pt x="6522" y="8475"/>
                    <a:pt x="6711" y="8475"/>
                  </a:cubicBezTo>
                  <a:close/>
                  <a:moveTo>
                    <a:pt x="6711" y="9893"/>
                  </a:moveTo>
                  <a:cubicBezTo>
                    <a:pt x="6900" y="9893"/>
                    <a:pt x="7058" y="10050"/>
                    <a:pt x="7058" y="10239"/>
                  </a:cubicBezTo>
                  <a:cubicBezTo>
                    <a:pt x="7058" y="10428"/>
                    <a:pt x="6900" y="10617"/>
                    <a:pt x="6711" y="10617"/>
                  </a:cubicBezTo>
                  <a:lnTo>
                    <a:pt x="2489" y="10617"/>
                  </a:lnTo>
                  <a:cubicBezTo>
                    <a:pt x="2300" y="10617"/>
                    <a:pt x="2143" y="10460"/>
                    <a:pt x="2143" y="10239"/>
                  </a:cubicBezTo>
                  <a:cubicBezTo>
                    <a:pt x="2143" y="10050"/>
                    <a:pt x="2300" y="9893"/>
                    <a:pt x="2489" y="9893"/>
                  </a:cubicBezTo>
                  <a:close/>
                  <a:moveTo>
                    <a:pt x="379" y="0"/>
                  </a:moveTo>
                  <a:cubicBezTo>
                    <a:pt x="158" y="0"/>
                    <a:pt x="1" y="158"/>
                    <a:pt x="1" y="378"/>
                  </a:cubicBezTo>
                  <a:lnTo>
                    <a:pt x="1" y="11657"/>
                  </a:lnTo>
                  <a:cubicBezTo>
                    <a:pt x="1" y="11878"/>
                    <a:pt x="158" y="12004"/>
                    <a:pt x="379" y="12004"/>
                  </a:cubicBezTo>
                  <a:lnTo>
                    <a:pt x="8790" y="12004"/>
                  </a:lnTo>
                  <a:cubicBezTo>
                    <a:pt x="8979" y="12004"/>
                    <a:pt x="9137" y="11878"/>
                    <a:pt x="9137" y="11657"/>
                  </a:cubicBezTo>
                  <a:lnTo>
                    <a:pt x="9137" y="2804"/>
                  </a:lnTo>
                  <a:lnTo>
                    <a:pt x="6711" y="2804"/>
                  </a:lnTo>
                  <a:cubicBezTo>
                    <a:pt x="6522" y="2804"/>
                    <a:pt x="6365" y="2647"/>
                    <a:pt x="6365" y="2458"/>
                  </a:cubicBezTo>
                  <a:lnTo>
                    <a:pt x="636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56" name="Google Shape;9256;p72"/>
            <p:cNvSpPr/>
            <p:nvPr/>
          </p:nvSpPr>
          <p:spPr>
            <a:xfrm>
              <a:off x="-48155075" y="3322575"/>
              <a:ext cx="52775" cy="53575"/>
            </a:xfrm>
            <a:custGeom>
              <a:avLst/>
              <a:gdLst/>
              <a:ahLst/>
              <a:cxnLst/>
              <a:rect l="l" t="t" r="r" b="b"/>
              <a:pathLst>
                <a:path w="2111" h="2143" extrusionOk="0">
                  <a:moveTo>
                    <a:pt x="1355" y="1"/>
                  </a:moveTo>
                  <a:cubicBezTo>
                    <a:pt x="1197" y="725"/>
                    <a:pt x="662" y="1261"/>
                    <a:pt x="0" y="1387"/>
                  </a:cubicBezTo>
                  <a:lnTo>
                    <a:pt x="0" y="2143"/>
                  </a:lnTo>
                  <a:lnTo>
                    <a:pt x="2111" y="2143"/>
                  </a:lnTo>
                  <a:lnTo>
                    <a:pt x="211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57" name="Google Shape;9257;p72"/>
            <p:cNvSpPr/>
            <p:nvPr/>
          </p:nvSpPr>
          <p:spPr>
            <a:xfrm>
              <a:off x="-48014100" y="3417100"/>
              <a:ext cx="53575" cy="18125"/>
            </a:xfrm>
            <a:custGeom>
              <a:avLst/>
              <a:gdLst/>
              <a:ahLst/>
              <a:cxnLst/>
              <a:rect l="l" t="t" r="r" b="b"/>
              <a:pathLst>
                <a:path w="2143" h="725" extrusionOk="0">
                  <a:moveTo>
                    <a:pt x="1" y="0"/>
                  </a:moveTo>
                  <a:lnTo>
                    <a:pt x="1" y="725"/>
                  </a:lnTo>
                  <a:lnTo>
                    <a:pt x="2143" y="725"/>
                  </a:lnTo>
                  <a:lnTo>
                    <a:pt x="214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58" name="Google Shape;9258;p72"/>
            <p:cNvSpPr/>
            <p:nvPr/>
          </p:nvSpPr>
          <p:spPr>
            <a:xfrm>
              <a:off x="-48014100" y="3289500"/>
              <a:ext cx="53575" cy="110300"/>
            </a:xfrm>
            <a:custGeom>
              <a:avLst/>
              <a:gdLst/>
              <a:ahLst/>
              <a:cxnLst/>
              <a:rect l="l" t="t" r="r" b="b"/>
              <a:pathLst>
                <a:path w="2143" h="4412" extrusionOk="0">
                  <a:moveTo>
                    <a:pt x="1" y="0"/>
                  </a:moveTo>
                  <a:lnTo>
                    <a:pt x="1" y="4411"/>
                  </a:lnTo>
                  <a:lnTo>
                    <a:pt x="2143" y="4411"/>
                  </a:lnTo>
                  <a:lnTo>
                    <a:pt x="214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59" name="Google Shape;9259;p72"/>
            <p:cNvSpPr/>
            <p:nvPr/>
          </p:nvSpPr>
          <p:spPr>
            <a:xfrm>
              <a:off x="-48014100" y="3451750"/>
              <a:ext cx="53575" cy="48075"/>
            </a:xfrm>
            <a:custGeom>
              <a:avLst/>
              <a:gdLst/>
              <a:ahLst/>
              <a:cxnLst/>
              <a:rect l="l" t="t" r="r" b="b"/>
              <a:pathLst>
                <a:path w="2143" h="1923" extrusionOk="0">
                  <a:moveTo>
                    <a:pt x="1" y="0"/>
                  </a:moveTo>
                  <a:lnTo>
                    <a:pt x="1" y="883"/>
                  </a:lnTo>
                  <a:cubicBezTo>
                    <a:pt x="1" y="1450"/>
                    <a:pt x="473" y="1922"/>
                    <a:pt x="1072" y="1922"/>
                  </a:cubicBezTo>
                  <a:cubicBezTo>
                    <a:pt x="1670" y="1922"/>
                    <a:pt x="2143" y="1450"/>
                    <a:pt x="2143" y="883"/>
                  </a:cubicBezTo>
                  <a:lnTo>
                    <a:pt x="214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60" name="Google Shape;9260;p72"/>
            <p:cNvSpPr/>
            <p:nvPr/>
          </p:nvSpPr>
          <p:spPr>
            <a:xfrm>
              <a:off x="-48011725" y="3220375"/>
              <a:ext cx="48050" cy="51025"/>
            </a:xfrm>
            <a:custGeom>
              <a:avLst/>
              <a:gdLst/>
              <a:ahLst/>
              <a:cxnLst/>
              <a:rect l="l" t="t" r="r" b="b"/>
              <a:pathLst>
                <a:path w="1922" h="2041" extrusionOk="0">
                  <a:moveTo>
                    <a:pt x="985" y="1"/>
                  </a:moveTo>
                  <a:cubicBezTo>
                    <a:pt x="843" y="1"/>
                    <a:pt x="693" y="72"/>
                    <a:pt x="630" y="213"/>
                  </a:cubicBezTo>
                  <a:lnTo>
                    <a:pt x="0" y="2041"/>
                  </a:lnTo>
                  <a:lnTo>
                    <a:pt x="1922" y="2041"/>
                  </a:lnTo>
                  <a:lnTo>
                    <a:pt x="1292" y="213"/>
                  </a:lnTo>
                  <a:cubicBezTo>
                    <a:pt x="1260" y="72"/>
                    <a:pt x="1126" y="1"/>
                    <a:pt x="98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261" name="Google Shape;9261;p72"/>
          <p:cNvGrpSpPr/>
          <p:nvPr/>
        </p:nvGrpSpPr>
        <p:grpSpPr>
          <a:xfrm>
            <a:off x="4701845" y="2662463"/>
            <a:ext cx="397836" cy="472692"/>
            <a:chOff x="-48233050" y="3569725"/>
            <a:chExt cx="252050" cy="299475"/>
          </a:xfrm>
        </p:grpSpPr>
        <p:sp>
          <p:nvSpPr>
            <p:cNvPr id="9262" name="Google Shape;9262;p72"/>
            <p:cNvSpPr/>
            <p:nvPr/>
          </p:nvSpPr>
          <p:spPr>
            <a:xfrm>
              <a:off x="-48233050" y="3569725"/>
              <a:ext cx="252050" cy="299475"/>
            </a:xfrm>
            <a:custGeom>
              <a:avLst/>
              <a:gdLst/>
              <a:ahLst/>
              <a:cxnLst/>
              <a:rect l="l" t="t" r="r" b="b"/>
              <a:pathLst>
                <a:path w="10082" h="11979" extrusionOk="0">
                  <a:moveTo>
                    <a:pt x="5230" y="1393"/>
                  </a:moveTo>
                  <a:cubicBezTo>
                    <a:pt x="5419" y="1393"/>
                    <a:pt x="5577" y="1551"/>
                    <a:pt x="5577" y="1740"/>
                  </a:cubicBezTo>
                  <a:lnTo>
                    <a:pt x="5577" y="1960"/>
                  </a:lnTo>
                  <a:cubicBezTo>
                    <a:pt x="5703" y="2023"/>
                    <a:pt x="5829" y="2086"/>
                    <a:pt x="5923" y="2181"/>
                  </a:cubicBezTo>
                  <a:lnTo>
                    <a:pt x="6144" y="2055"/>
                  </a:lnTo>
                  <a:cubicBezTo>
                    <a:pt x="6194" y="2025"/>
                    <a:pt x="6251" y="2011"/>
                    <a:pt x="6308" y="2011"/>
                  </a:cubicBezTo>
                  <a:cubicBezTo>
                    <a:pt x="6430" y="2011"/>
                    <a:pt x="6552" y="2074"/>
                    <a:pt x="6616" y="2181"/>
                  </a:cubicBezTo>
                  <a:lnTo>
                    <a:pt x="7309" y="3410"/>
                  </a:lnTo>
                  <a:cubicBezTo>
                    <a:pt x="7467" y="3725"/>
                    <a:pt x="7246" y="3819"/>
                    <a:pt x="6963" y="3977"/>
                  </a:cubicBezTo>
                  <a:lnTo>
                    <a:pt x="6963" y="4386"/>
                  </a:lnTo>
                  <a:cubicBezTo>
                    <a:pt x="7246" y="4544"/>
                    <a:pt x="7467" y="4670"/>
                    <a:pt x="7309" y="4985"/>
                  </a:cubicBezTo>
                  <a:lnTo>
                    <a:pt x="6616" y="6182"/>
                  </a:lnTo>
                  <a:cubicBezTo>
                    <a:pt x="6531" y="6289"/>
                    <a:pt x="6417" y="6366"/>
                    <a:pt x="6303" y="6366"/>
                  </a:cubicBezTo>
                  <a:cubicBezTo>
                    <a:pt x="6249" y="6366"/>
                    <a:pt x="6195" y="6349"/>
                    <a:pt x="6144" y="6308"/>
                  </a:cubicBezTo>
                  <a:lnTo>
                    <a:pt x="5923" y="6182"/>
                  </a:lnTo>
                  <a:cubicBezTo>
                    <a:pt x="5829" y="6277"/>
                    <a:pt x="5703" y="6340"/>
                    <a:pt x="5577" y="6403"/>
                  </a:cubicBezTo>
                  <a:lnTo>
                    <a:pt x="5577" y="6623"/>
                  </a:lnTo>
                  <a:cubicBezTo>
                    <a:pt x="5577" y="6812"/>
                    <a:pt x="5419" y="6970"/>
                    <a:pt x="5230" y="6970"/>
                  </a:cubicBezTo>
                  <a:lnTo>
                    <a:pt x="3812" y="6970"/>
                  </a:lnTo>
                  <a:cubicBezTo>
                    <a:pt x="3623" y="6970"/>
                    <a:pt x="3466" y="6812"/>
                    <a:pt x="3466" y="6623"/>
                  </a:cubicBezTo>
                  <a:lnTo>
                    <a:pt x="3466" y="6403"/>
                  </a:lnTo>
                  <a:cubicBezTo>
                    <a:pt x="3340" y="6340"/>
                    <a:pt x="3214" y="6277"/>
                    <a:pt x="3119" y="6182"/>
                  </a:cubicBezTo>
                  <a:lnTo>
                    <a:pt x="2899" y="6308"/>
                  </a:lnTo>
                  <a:cubicBezTo>
                    <a:pt x="2848" y="6338"/>
                    <a:pt x="2791" y="6352"/>
                    <a:pt x="2734" y="6352"/>
                  </a:cubicBezTo>
                  <a:cubicBezTo>
                    <a:pt x="2613" y="6352"/>
                    <a:pt x="2490" y="6289"/>
                    <a:pt x="2426" y="6182"/>
                  </a:cubicBezTo>
                  <a:lnTo>
                    <a:pt x="1733" y="4985"/>
                  </a:lnTo>
                  <a:cubicBezTo>
                    <a:pt x="1638" y="4827"/>
                    <a:pt x="1670" y="4575"/>
                    <a:pt x="1859" y="4512"/>
                  </a:cubicBezTo>
                  <a:lnTo>
                    <a:pt x="2048" y="4386"/>
                  </a:lnTo>
                  <a:lnTo>
                    <a:pt x="2048" y="3977"/>
                  </a:lnTo>
                  <a:lnTo>
                    <a:pt x="1859" y="3882"/>
                  </a:lnTo>
                  <a:cubicBezTo>
                    <a:pt x="1702" y="3788"/>
                    <a:pt x="1607" y="3536"/>
                    <a:pt x="1733" y="3410"/>
                  </a:cubicBezTo>
                  <a:lnTo>
                    <a:pt x="2426" y="2181"/>
                  </a:lnTo>
                  <a:cubicBezTo>
                    <a:pt x="2490" y="2074"/>
                    <a:pt x="2612" y="1997"/>
                    <a:pt x="2733" y="1997"/>
                  </a:cubicBezTo>
                  <a:cubicBezTo>
                    <a:pt x="2790" y="1997"/>
                    <a:pt x="2848" y="2014"/>
                    <a:pt x="2899" y="2055"/>
                  </a:cubicBezTo>
                  <a:lnTo>
                    <a:pt x="3119" y="2181"/>
                  </a:lnTo>
                  <a:cubicBezTo>
                    <a:pt x="3214" y="2086"/>
                    <a:pt x="3340" y="2023"/>
                    <a:pt x="3466" y="1960"/>
                  </a:cubicBezTo>
                  <a:lnTo>
                    <a:pt x="3466" y="1740"/>
                  </a:lnTo>
                  <a:cubicBezTo>
                    <a:pt x="3466" y="1551"/>
                    <a:pt x="3623" y="1393"/>
                    <a:pt x="3812" y="1393"/>
                  </a:cubicBezTo>
                  <a:close/>
                  <a:moveTo>
                    <a:pt x="4547" y="0"/>
                  </a:moveTo>
                  <a:cubicBezTo>
                    <a:pt x="3499" y="0"/>
                    <a:pt x="2484" y="337"/>
                    <a:pt x="1670" y="984"/>
                  </a:cubicBezTo>
                  <a:cubicBezTo>
                    <a:pt x="630" y="1866"/>
                    <a:pt x="0" y="3158"/>
                    <a:pt x="0" y="4544"/>
                  </a:cubicBezTo>
                  <a:cubicBezTo>
                    <a:pt x="0" y="5804"/>
                    <a:pt x="504" y="6970"/>
                    <a:pt x="1418" y="7852"/>
                  </a:cubicBezTo>
                  <a:lnTo>
                    <a:pt x="1418" y="11632"/>
                  </a:lnTo>
                  <a:cubicBezTo>
                    <a:pt x="1418" y="11821"/>
                    <a:pt x="1575" y="11979"/>
                    <a:pt x="1765" y="11979"/>
                  </a:cubicBezTo>
                  <a:lnTo>
                    <a:pt x="5986" y="11979"/>
                  </a:lnTo>
                  <a:cubicBezTo>
                    <a:pt x="6175" y="11979"/>
                    <a:pt x="6333" y="11821"/>
                    <a:pt x="6333" y="11632"/>
                  </a:cubicBezTo>
                  <a:lnTo>
                    <a:pt x="6333" y="10530"/>
                  </a:lnTo>
                  <a:lnTo>
                    <a:pt x="8097" y="10530"/>
                  </a:lnTo>
                  <a:cubicBezTo>
                    <a:pt x="8286" y="10530"/>
                    <a:pt x="8444" y="10372"/>
                    <a:pt x="8444" y="10183"/>
                  </a:cubicBezTo>
                  <a:lnTo>
                    <a:pt x="8444" y="8387"/>
                  </a:lnTo>
                  <a:lnTo>
                    <a:pt x="9042" y="8387"/>
                  </a:lnTo>
                  <a:cubicBezTo>
                    <a:pt x="9389" y="8387"/>
                    <a:pt x="9767" y="8198"/>
                    <a:pt x="9956" y="7883"/>
                  </a:cubicBezTo>
                  <a:cubicBezTo>
                    <a:pt x="10082" y="7568"/>
                    <a:pt x="10082" y="7190"/>
                    <a:pt x="9924" y="6875"/>
                  </a:cubicBezTo>
                  <a:lnTo>
                    <a:pt x="9042" y="5237"/>
                  </a:lnTo>
                  <a:cubicBezTo>
                    <a:pt x="9137" y="4701"/>
                    <a:pt x="9137" y="4134"/>
                    <a:pt x="9011" y="3599"/>
                  </a:cubicBezTo>
                  <a:cubicBezTo>
                    <a:pt x="8664" y="1866"/>
                    <a:pt x="7246" y="480"/>
                    <a:pt x="5545" y="102"/>
                  </a:cubicBezTo>
                  <a:cubicBezTo>
                    <a:pt x="5213" y="34"/>
                    <a:pt x="4878" y="0"/>
                    <a:pt x="45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63" name="Google Shape;9263;p72"/>
            <p:cNvSpPr/>
            <p:nvPr/>
          </p:nvSpPr>
          <p:spPr>
            <a:xfrm>
              <a:off x="-48170050" y="3622650"/>
              <a:ext cx="100050" cy="103225"/>
            </a:xfrm>
            <a:custGeom>
              <a:avLst/>
              <a:gdLst/>
              <a:ahLst/>
              <a:cxnLst/>
              <a:rect l="l" t="t" r="r" b="b"/>
              <a:pathLst>
                <a:path w="4002" h="4129" extrusionOk="0">
                  <a:moveTo>
                    <a:pt x="1985" y="1009"/>
                  </a:moveTo>
                  <a:cubicBezTo>
                    <a:pt x="2584" y="1009"/>
                    <a:pt x="3057" y="1482"/>
                    <a:pt x="3057" y="2080"/>
                  </a:cubicBezTo>
                  <a:cubicBezTo>
                    <a:pt x="3057" y="2647"/>
                    <a:pt x="2584" y="3120"/>
                    <a:pt x="1985" y="3120"/>
                  </a:cubicBezTo>
                  <a:cubicBezTo>
                    <a:pt x="1418" y="3120"/>
                    <a:pt x="946" y="2647"/>
                    <a:pt x="946" y="2080"/>
                  </a:cubicBezTo>
                  <a:cubicBezTo>
                    <a:pt x="946" y="1482"/>
                    <a:pt x="1418" y="1009"/>
                    <a:pt x="1985" y="1009"/>
                  </a:cubicBezTo>
                  <a:close/>
                  <a:moveTo>
                    <a:pt x="1639" y="1"/>
                  </a:moveTo>
                  <a:lnTo>
                    <a:pt x="1639" y="127"/>
                  </a:lnTo>
                  <a:cubicBezTo>
                    <a:pt x="1639" y="284"/>
                    <a:pt x="1576" y="410"/>
                    <a:pt x="1418" y="442"/>
                  </a:cubicBezTo>
                  <a:cubicBezTo>
                    <a:pt x="1198" y="537"/>
                    <a:pt x="1009" y="631"/>
                    <a:pt x="851" y="757"/>
                  </a:cubicBezTo>
                  <a:cubicBezTo>
                    <a:pt x="770" y="818"/>
                    <a:pt x="689" y="853"/>
                    <a:pt x="607" y="853"/>
                  </a:cubicBezTo>
                  <a:cubicBezTo>
                    <a:pt x="562" y="853"/>
                    <a:pt x="518" y="842"/>
                    <a:pt x="473" y="820"/>
                  </a:cubicBezTo>
                  <a:lnTo>
                    <a:pt x="347" y="726"/>
                  </a:lnTo>
                  <a:lnTo>
                    <a:pt x="1" y="1324"/>
                  </a:lnTo>
                  <a:lnTo>
                    <a:pt x="127" y="1387"/>
                  </a:lnTo>
                  <a:cubicBezTo>
                    <a:pt x="221" y="1482"/>
                    <a:pt x="316" y="1639"/>
                    <a:pt x="253" y="1765"/>
                  </a:cubicBezTo>
                  <a:cubicBezTo>
                    <a:pt x="221" y="1986"/>
                    <a:pt x="221" y="2143"/>
                    <a:pt x="253" y="2395"/>
                  </a:cubicBezTo>
                  <a:cubicBezTo>
                    <a:pt x="316" y="2553"/>
                    <a:pt x="221" y="2647"/>
                    <a:pt x="127" y="2742"/>
                  </a:cubicBezTo>
                  <a:lnTo>
                    <a:pt x="1" y="2805"/>
                  </a:lnTo>
                  <a:lnTo>
                    <a:pt x="347" y="3403"/>
                  </a:lnTo>
                  <a:lnTo>
                    <a:pt x="473" y="3340"/>
                  </a:lnTo>
                  <a:cubicBezTo>
                    <a:pt x="532" y="3297"/>
                    <a:pt x="590" y="3273"/>
                    <a:pt x="649" y="3273"/>
                  </a:cubicBezTo>
                  <a:cubicBezTo>
                    <a:pt x="716" y="3273"/>
                    <a:pt x="784" y="3304"/>
                    <a:pt x="851" y="3372"/>
                  </a:cubicBezTo>
                  <a:cubicBezTo>
                    <a:pt x="1009" y="3529"/>
                    <a:pt x="1198" y="3592"/>
                    <a:pt x="1418" y="3687"/>
                  </a:cubicBezTo>
                  <a:cubicBezTo>
                    <a:pt x="1576" y="3718"/>
                    <a:pt x="1639" y="3876"/>
                    <a:pt x="1639" y="4002"/>
                  </a:cubicBezTo>
                  <a:lnTo>
                    <a:pt x="1639" y="4128"/>
                  </a:lnTo>
                  <a:lnTo>
                    <a:pt x="2364" y="4128"/>
                  </a:lnTo>
                  <a:lnTo>
                    <a:pt x="2364" y="4002"/>
                  </a:lnTo>
                  <a:cubicBezTo>
                    <a:pt x="2364" y="3845"/>
                    <a:pt x="2427" y="3718"/>
                    <a:pt x="2584" y="3687"/>
                  </a:cubicBezTo>
                  <a:cubicBezTo>
                    <a:pt x="2805" y="3592"/>
                    <a:pt x="2994" y="3498"/>
                    <a:pt x="3151" y="3372"/>
                  </a:cubicBezTo>
                  <a:cubicBezTo>
                    <a:pt x="3224" y="3317"/>
                    <a:pt x="3298" y="3283"/>
                    <a:pt x="3371" y="3283"/>
                  </a:cubicBezTo>
                  <a:cubicBezTo>
                    <a:pt x="3424" y="3283"/>
                    <a:pt x="3476" y="3301"/>
                    <a:pt x="3529" y="3340"/>
                  </a:cubicBezTo>
                  <a:lnTo>
                    <a:pt x="3655" y="3403"/>
                  </a:lnTo>
                  <a:lnTo>
                    <a:pt x="4002" y="2805"/>
                  </a:lnTo>
                  <a:lnTo>
                    <a:pt x="3876" y="2742"/>
                  </a:lnTo>
                  <a:cubicBezTo>
                    <a:pt x="3781" y="2647"/>
                    <a:pt x="3687" y="2490"/>
                    <a:pt x="3750" y="2395"/>
                  </a:cubicBezTo>
                  <a:cubicBezTo>
                    <a:pt x="3781" y="2143"/>
                    <a:pt x="3781" y="1986"/>
                    <a:pt x="3750" y="1765"/>
                  </a:cubicBezTo>
                  <a:cubicBezTo>
                    <a:pt x="3687" y="1608"/>
                    <a:pt x="3781" y="1482"/>
                    <a:pt x="3876" y="1387"/>
                  </a:cubicBezTo>
                  <a:lnTo>
                    <a:pt x="4002" y="1324"/>
                  </a:lnTo>
                  <a:lnTo>
                    <a:pt x="3655" y="726"/>
                  </a:lnTo>
                  <a:lnTo>
                    <a:pt x="3529" y="820"/>
                  </a:lnTo>
                  <a:cubicBezTo>
                    <a:pt x="3477" y="846"/>
                    <a:pt x="3425" y="861"/>
                    <a:pt x="3373" y="861"/>
                  </a:cubicBezTo>
                  <a:cubicBezTo>
                    <a:pt x="3299" y="861"/>
                    <a:pt x="3225" y="831"/>
                    <a:pt x="3151" y="757"/>
                  </a:cubicBezTo>
                  <a:cubicBezTo>
                    <a:pt x="2994" y="600"/>
                    <a:pt x="2805" y="537"/>
                    <a:pt x="2584" y="442"/>
                  </a:cubicBezTo>
                  <a:cubicBezTo>
                    <a:pt x="2427" y="410"/>
                    <a:pt x="2364" y="253"/>
                    <a:pt x="2364" y="127"/>
                  </a:cubicBezTo>
                  <a:lnTo>
                    <a:pt x="236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64" name="Google Shape;9264;p72"/>
            <p:cNvSpPr/>
            <p:nvPr/>
          </p:nvSpPr>
          <p:spPr>
            <a:xfrm>
              <a:off x="-48129100" y="3665200"/>
              <a:ext cx="18150" cy="18125"/>
            </a:xfrm>
            <a:custGeom>
              <a:avLst/>
              <a:gdLst/>
              <a:ahLst/>
              <a:cxnLst/>
              <a:rect l="l" t="t" r="r" b="b"/>
              <a:pathLst>
                <a:path w="726" h="725" extrusionOk="0">
                  <a:moveTo>
                    <a:pt x="347" y="0"/>
                  </a:moveTo>
                  <a:cubicBezTo>
                    <a:pt x="158" y="0"/>
                    <a:pt x="1" y="158"/>
                    <a:pt x="1" y="378"/>
                  </a:cubicBezTo>
                  <a:cubicBezTo>
                    <a:pt x="1" y="567"/>
                    <a:pt x="158" y="725"/>
                    <a:pt x="347" y="725"/>
                  </a:cubicBezTo>
                  <a:cubicBezTo>
                    <a:pt x="568" y="725"/>
                    <a:pt x="726" y="567"/>
                    <a:pt x="726" y="378"/>
                  </a:cubicBezTo>
                  <a:cubicBezTo>
                    <a:pt x="726" y="158"/>
                    <a:pt x="568" y="0"/>
                    <a:pt x="3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265" name="Google Shape;9265;p72"/>
          <p:cNvGrpSpPr/>
          <p:nvPr/>
        </p:nvGrpSpPr>
        <p:grpSpPr>
          <a:xfrm>
            <a:off x="4733531" y="3240788"/>
            <a:ext cx="334463" cy="477427"/>
            <a:chOff x="-48216525" y="3936125"/>
            <a:chExt cx="211900" cy="302475"/>
          </a:xfrm>
        </p:grpSpPr>
        <p:sp>
          <p:nvSpPr>
            <p:cNvPr id="9266" name="Google Shape;9266;p72"/>
            <p:cNvSpPr/>
            <p:nvPr/>
          </p:nvSpPr>
          <p:spPr>
            <a:xfrm>
              <a:off x="-48207850" y="3955825"/>
              <a:ext cx="105550" cy="158325"/>
            </a:xfrm>
            <a:custGeom>
              <a:avLst/>
              <a:gdLst/>
              <a:ahLst/>
              <a:cxnLst/>
              <a:rect l="l" t="t" r="r" b="b"/>
              <a:pathLst>
                <a:path w="4222" h="6333" extrusionOk="0">
                  <a:moveTo>
                    <a:pt x="2080" y="2080"/>
                  </a:moveTo>
                  <a:cubicBezTo>
                    <a:pt x="2300" y="2080"/>
                    <a:pt x="2458" y="2237"/>
                    <a:pt x="2458" y="2458"/>
                  </a:cubicBezTo>
                  <a:lnTo>
                    <a:pt x="2458" y="3151"/>
                  </a:lnTo>
                  <a:cubicBezTo>
                    <a:pt x="2458" y="3340"/>
                    <a:pt x="2300" y="3497"/>
                    <a:pt x="2080" y="3497"/>
                  </a:cubicBezTo>
                  <a:cubicBezTo>
                    <a:pt x="1891" y="3497"/>
                    <a:pt x="1733" y="3340"/>
                    <a:pt x="1733" y="3151"/>
                  </a:cubicBezTo>
                  <a:lnTo>
                    <a:pt x="1733" y="2458"/>
                  </a:lnTo>
                  <a:cubicBezTo>
                    <a:pt x="1733" y="2237"/>
                    <a:pt x="1891" y="2080"/>
                    <a:pt x="2080" y="2080"/>
                  </a:cubicBezTo>
                  <a:close/>
                  <a:moveTo>
                    <a:pt x="2080" y="4222"/>
                  </a:moveTo>
                  <a:cubicBezTo>
                    <a:pt x="2300" y="4222"/>
                    <a:pt x="2458" y="4380"/>
                    <a:pt x="2458" y="4569"/>
                  </a:cubicBezTo>
                  <a:lnTo>
                    <a:pt x="2458" y="5293"/>
                  </a:lnTo>
                  <a:cubicBezTo>
                    <a:pt x="2458" y="5482"/>
                    <a:pt x="2300" y="5640"/>
                    <a:pt x="2080" y="5640"/>
                  </a:cubicBezTo>
                  <a:cubicBezTo>
                    <a:pt x="1891" y="5640"/>
                    <a:pt x="1733" y="5482"/>
                    <a:pt x="1733" y="5293"/>
                  </a:cubicBezTo>
                  <a:lnTo>
                    <a:pt x="1733" y="4569"/>
                  </a:lnTo>
                  <a:cubicBezTo>
                    <a:pt x="1733" y="4380"/>
                    <a:pt x="1891" y="4222"/>
                    <a:pt x="2080" y="4222"/>
                  </a:cubicBezTo>
                  <a:close/>
                  <a:moveTo>
                    <a:pt x="2111" y="0"/>
                  </a:moveTo>
                  <a:cubicBezTo>
                    <a:pt x="1891" y="0"/>
                    <a:pt x="1733" y="158"/>
                    <a:pt x="1733" y="347"/>
                  </a:cubicBezTo>
                  <a:lnTo>
                    <a:pt x="1733" y="757"/>
                  </a:lnTo>
                  <a:cubicBezTo>
                    <a:pt x="1544" y="788"/>
                    <a:pt x="1355" y="914"/>
                    <a:pt x="1198" y="1072"/>
                  </a:cubicBezTo>
                  <a:lnTo>
                    <a:pt x="883" y="757"/>
                  </a:lnTo>
                  <a:cubicBezTo>
                    <a:pt x="820" y="694"/>
                    <a:pt x="733" y="662"/>
                    <a:pt x="642" y="662"/>
                  </a:cubicBezTo>
                  <a:cubicBezTo>
                    <a:pt x="552" y="662"/>
                    <a:pt x="457" y="694"/>
                    <a:pt x="378" y="757"/>
                  </a:cubicBezTo>
                  <a:cubicBezTo>
                    <a:pt x="252" y="883"/>
                    <a:pt x="252" y="1103"/>
                    <a:pt x="378" y="1261"/>
                  </a:cubicBezTo>
                  <a:lnTo>
                    <a:pt x="788" y="1702"/>
                  </a:lnTo>
                  <a:cubicBezTo>
                    <a:pt x="757" y="1859"/>
                    <a:pt x="725" y="2017"/>
                    <a:pt x="725" y="2174"/>
                  </a:cubicBezTo>
                  <a:lnTo>
                    <a:pt x="378" y="2174"/>
                  </a:lnTo>
                  <a:cubicBezTo>
                    <a:pt x="158" y="2174"/>
                    <a:pt x="0" y="2332"/>
                    <a:pt x="0" y="2521"/>
                  </a:cubicBezTo>
                  <a:cubicBezTo>
                    <a:pt x="0" y="2710"/>
                    <a:pt x="158" y="2867"/>
                    <a:pt x="378" y="2867"/>
                  </a:cubicBezTo>
                  <a:lnTo>
                    <a:pt x="725" y="2867"/>
                  </a:lnTo>
                  <a:lnTo>
                    <a:pt x="725" y="3592"/>
                  </a:lnTo>
                  <a:lnTo>
                    <a:pt x="378" y="3592"/>
                  </a:lnTo>
                  <a:cubicBezTo>
                    <a:pt x="158" y="3592"/>
                    <a:pt x="0" y="3750"/>
                    <a:pt x="0" y="3939"/>
                  </a:cubicBezTo>
                  <a:cubicBezTo>
                    <a:pt x="0" y="4128"/>
                    <a:pt x="158" y="4285"/>
                    <a:pt x="378" y="4285"/>
                  </a:cubicBezTo>
                  <a:lnTo>
                    <a:pt x="725" y="4285"/>
                  </a:lnTo>
                  <a:lnTo>
                    <a:pt x="725" y="5010"/>
                  </a:lnTo>
                  <a:lnTo>
                    <a:pt x="347" y="5010"/>
                  </a:lnTo>
                  <a:lnTo>
                    <a:pt x="347" y="4915"/>
                  </a:lnTo>
                  <a:cubicBezTo>
                    <a:pt x="158" y="4915"/>
                    <a:pt x="0" y="5073"/>
                    <a:pt x="0" y="5293"/>
                  </a:cubicBezTo>
                  <a:cubicBezTo>
                    <a:pt x="0" y="5482"/>
                    <a:pt x="158" y="5640"/>
                    <a:pt x="347" y="5640"/>
                  </a:cubicBezTo>
                  <a:lnTo>
                    <a:pt x="725" y="5640"/>
                  </a:lnTo>
                  <a:lnTo>
                    <a:pt x="725" y="6333"/>
                  </a:lnTo>
                  <a:lnTo>
                    <a:pt x="3497" y="6333"/>
                  </a:lnTo>
                  <a:lnTo>
                    <a:pt x="3497" y="5640"/>
                  </a:lnTo>
                  <a:lnTo>
                    <a:pt x="3876" y="5640"/>
                  </a:lnTo>
                  <a:cubicBezTo>
                    <a:pt x="4065" y="5640"/>
                    <a:pt x="4222" y="5482"/>
                    <a:pt x="4222" y="5293"/>
                  </a:cubicBezTo>
                  <a:cubicBezTo>
                    <a:pt x="4222" y="5073"/>
                    <a:pt x="4065" y="4915"/>
                    <a:pt x="3876" y="4915"/>
                  </a:cubicBezTo>
                  <a:lnTo>
                    <a:pt x="3497" y="4915"/>
                  </a:lnTo>
                  <a:lnTo>
                    <a:pt x="3497" y="4222"/>
                  </a:lnTo>
                  <a:lnTo>
                    <a:pt x="3876" y="4222"/>
                  </a:lnTo>
                  <a:cubicBezTo>
                    <a:pt x="4065" y="4222"/>
                    <a:pt x="4222" y="4065"/>
                    <a:pt x="4222" y="3876"/>
                  </a:cubicBezTo>
                  <a:cubicBezTo>
                    <a:pt x="4222" y="3655"/>
                    <a:pt x="4065" y="3497"/>
                    <a:pt x="3876" y="3497"/>
                  </a:cubicBezTo>
                  <a:lnTo>
                    <a:pt x="3497" y="3497"/>
                  </a:lnTo>
                  <a:lnTo>
                    <a:pt x="3497" y="2804"/>
                  </a:lnTo>
                  <a:lnTo>
                    <a:pt x="3876" y="2804"/>
                  </a:lnTo>
                  <a:cubicBezTo>
                    <a:pt x="4065" y="2804"/>
                    <a:pt x="4222" y="2647"/>
                    <a:pt x="4222" y="2458"/>
                  </a:cubicBezTo>
                  <a:cubicBezTo>
                    <a:pt x="4222" y="2237"/>
                    <a:pt x="4065" y="2080"/>
                    <a:pt x="3876" y="2080"/>
                  </a:cubicBezTo>
                  <a:lnTo>
                    <a:pt x="3497" y="2080"/>
                  </a:lnTo>
                  <a:cubicBezTo>
                    <a:pt x="3497" y="1418"/>
                    <a:pt x="3088" y="914"/>
                    <a:pt x="2458" y="757"/>
                  </a:cubicBezTo>
                  <a:lnTo>
                    <a:pt x="2458" y="347"/>
                  </a:lnTo>
                  <a:cubicBezTo>
                    <a:pt x="2458" y="158"/>
                    <a:pt x="2300" y="0"/>
                    <a:pt x="211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67" name="Google Shape;9267;p72"/>
            <p:cNvSpPr/>
            <p:nvPr/>
          </p:nvSpPr>
          <p:spPr>
            <a:xfrm>
              <a:off x="-48192100" y="4184225"/>
              <a:ext cx="163850" cy="54375"/>
            </a:xfrm>
            <a:custGeom>
              <a:avLst/>
              <a:gdLst/>
              <a:ahLst/>
              <a:cxnLst/>
              <a:rect l="l" t="t" r="r" b="b"/>
              <a:pathLst>
                <a:path w="6554" h="2175" extrusionOk="0">
                  <a:moveTo>
                    <a:pt x="0" y="1"/>
                  </a:moveTo>
                  <a:lnTo>
                    <a:pt x="442" y="1891"/>
                  </a:lnTo>
                  <a:cubicBezTo>
                    <a:pt x="473" y="2049"/>
                    <a:pt x="631" y="2175"/>
                    <a:pt x="788" y="2175"/>
                  </a:cubicBezTo>
                  <a:lnTo>
                    <a:pt x="5703" y="2175"/>
                  </a:lnTo>
                  <a:cubicBezTo>
                    <a:pt x="5860" y="2175"/>
                    <a:pt x="6018" y="2049"/>
                    <a:pt x="6081" y="1891"/>
                  </a:cubicBezTo>
                  <a:lnTo>
                    <a:pt x="655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68" name="Google Shape;9268;p72"/>
            <p:cNvSpPr/>
            <p:nvPr/>
          </p:nvSpPr>
          <p:spPr>
            <a:xfrm>
              <a:off x="-48216525" y="4131475"/>
              <a:ext cx="211900" cy="34675"/>
            </a:xfrm>
            <a:custGeom>
              <a:avLst/>
              <a:gdLst/>
              <a:ahLst/>
              <a:cxnLst/>
              <a:rect l="l" t="t" r="r" b="b"/>
              <a:pathLst>
                <a:path w="8476" h="1387" extrusionOk="0">
                  <a:moveTo>
                    <a:pt x="347" y="0"/>
                  </a:moveTo>
                  <a:cubicBezTo>
                    <a:pt x="158" y="0"/>
                    <a:pt x="1" y="126"/>
                    <a:pt x="1" y="347"/>
                  </a:cubicBezTo>
                  <a:cubicBezTo>
                    <a:pt x="1" y="914"/>
                    <a:pt x="473" y="1386"/>
                    <a:pt x="1072" y="1386"/>
                  </a:cubicBezTo>
                  <a:lnTo>
                    <a:pt x="7405" y="1386"/>
                  </a:lnTo>
                  <a:cubicBezTo>
                    <a:pt x="8003" y="1386"/>
                    <a:pt x="8476" y="914"/>
                    <a:pt x="8476" y="347"/>
                  </a:cubicBezTo>
                  <a:cubicBezTo>
                    <a:pt x="8413" y="158"/>
                    <a:pt x="8255" y="0"/>
                    <a:pt x="806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69" name="Google Shape;9269;p72"/>
            <p:cNvSpPr/>
            <p:nvPr/>
          </p:nvSpPr>
          <p:spPr>
            <a:xfrm>
              <a:off x="-48113350" y="3936125"/>
              <a:ext cx="98475" cy="178025"/>
            </a:xfrm>
            <a:custGeom>
              <a:avLst/>
              <a:gdLst/>
              <a:ahLst/>
              <a:cxnLst/>
              <a:rect l="l" t="t" r="r" b="b"/>
              <a:pathLst>
                <a:path w="3939" h="7121" extrusionOk="0">
                  <a:moveTo>
                    <a:pt x="1860" y="2175"/>
                  </a:moveTo>
                  <a:cubicBezTo>
                    <a:pt x="2049" y="2175"/>
                    <a:pt x="2206" y="2332"/>
                    <a:pt x="2206" y="2521"/>
                  </a:cubicBezTo>
                  <a:lnTo>
                    <a:pt x="2206" y="3246"/>
                  </a:lnTo>
                  <a:cubicBezTo>
                    <a:pt x="2206" y="3435"/>
                    <a:pt x="2049" y="3592"/>
                    <a:pt x="1860" y="3592"/>
                  </a:cubicBezTo>
                  <a:cubicBezTo>
                    <a:pt x="1671" y="3592"/>
                    <a:pt x="1513" y="3435"/>
                    <a:pt x="1513" y="3246"/>
                  </a:cubicBezTo>
                  <a:lnTo>
                    <a:pt x="1513" y="2521"/>
                  </a:lnTo>
                  <a:cubicBezTo>
                    <a:pt x="1513" y="2332"/>
                    <a:pt x="1671" y="2175"/>
                    <a:pt x="1860" y="2175"/>
                  </a:cubicBezTo>
                  <a:close/>
                  <a:moveTo>
                    <a:pt x="1860" y="4285"/>
                  </a:moveTo>
                  <a:cubicBezTo>
                    <a:pt x="2049" y="4285"/>
                    <a:pt x="2206" y="4443"/>
                    <a:pt x="2206" y="4632"/>
                  </a:cubicBezTo>
                  <a:lnTo>
                    <a:pt x="2206" y="5357"/>
                  </a:lnTo>
                  <a:cubicBezTo>
                    <a:pt x="2206" y="5546"/>
                    <a:pt x="2049" y="5703"/>
                    <a:pt x="1860" y="5703"/>
                  </a:cubicBezTo>
                  <a:cubicBezTo>
                    <a:pt x="1671" y="5703"/>
                    <a:pt x="1513" y="5546"/>
                    <a:pt x="1513" y="5357"/>
                  </a:cubicBezTo>
                  <a:lnTo>
                    <a:pt x="1513" y="4632"/>
                  </a:lnTo>
                  <a:cubicBezTo>
                    <a:pt x="1513" y="4443"/>
                    <a:pt x="1671" y="4285"/>
                    <a:pt x="1860" y="4285"/>
                  </a:cubicBezTo>
                  <a:close/>
                  <a:moveTo>
                    <a:pt x="1860" y="1"/>
                  </a:moveTo>
                  <a:cubicBezTo>
                    <a:pt x="1671" y="1"/>
                    <a:pt x="1513" y="158"/>
                    <a:pt x="1513" y="347"/>
                  </a:cubicBezTo>
                  <a:lnTo>
                    <a:pt x="1513" y="757"/>
                  </a:lnTo>
                  <a:cubicBezTo>
                    <a:pt x="1324" y="788"/>
                    <a:pt x="1104" y="914"/>
                    <a:pt x="946" y="1072"/>
                  </a:cubicBezTo>
                  <a:lnTo>
                    <a:pt x="631" y="757"/>
                  </a:lnTo>
                  <a:cubicBezTo>
                    <a:pt x="584" y="694"/>
                    <a:pt x="497" y="662"/>
                    <a:pt x="403" y="662"/>
                  </a:cubicBezTo>
                  <a:cubicBezTo>
                    <a:pt x="308" y="662"/>
                    <a:pt x="206" y="694"/>
                    <a:pt x="127" y="757"/>
                  </a:cubicBezTo>
                  <a:cubicBezTo>
                    <a:pt x="1" y="883"/>
                    <a:pt x="1" y="1104"/>
                    <a:pt x="127" y="1261"/>
                  </a:cubicBezTo>
                  <a:lnTo>
                    <a:pt x="505" y="1702"/>
                  </a:lnTo>
                  <a:cubicBezTo>
                    <a:pt x="474" y="1860"/>
                    <a:pt x="442" y="2017"/>
                    <a:pt x="442" y="2175"/>
                  </a:cubicBezTo>
                  <a:lnTo>
                    <a:pt x="442" y="2238"/>
                  </a:lnTo>
                  <a:cubicBezTo>
                    <a:pt x="820" y="2395"/>
                    <a:pt x="1135" y="2742"/>
                    <a:pt x="1135" y="3214"/>
                  </a:cubicBezTo>
                  <a:cubicBezTo>
                    <a:pt x="1135" y="3498"/>
                    <a:pt x="1041" y="3750"/>
                    <a:pt x="883" y="3939"/>
                  </a:cubicBezTo>
                  <a:cubicBezTo>
                    <a:pt x="1041" y="4128"/>
                    <a:pt x="1135" y="4380"/>
                    <a:pt x="1135" y="4632"/>
                  </a:cubicBezTo>
                  <a:cubicBezTo>
                    <a:pt x="1135" y="4916"/>
                    <a:pt x="1041" y="5168"/>
                    <a:pt x="883" y="5357"/>
                  </a:cubicBezTo>
                  <a:cubicBezTo>
                    <a:pt x="1041" y="5546"/>
                    <a:pt x="1135" y="5798"/>
                    <a:pt x="1135" y="6081"/>
                  </a:cubicBezTo>
                  <a:cubicBezTo>
                    <a:pt x="1135" y="6554"/>
                    <a:pt x="883" y="6932"/>
                    <a:pt x="442" y="7058"/>
                  </a:cubicBezTo>
                  <a:lnTo>
                    <a:pt x="442" y="7121"/>
                  </a:lnTo>
                  <a:lnTo>
                    <a:pt x="3246" y="7121"/>
                  </a:lnTo>
                  <a:lnTo>
                    <a:pt x="3246" y="5703"/>
                  </a:lnTo>
                  <a:lnTo>
                    <a:pt x="3593" y="5703"/>
                  </a:lnTo>
                  <a:cubicBezTo>
                    <a:pt x="3782" y="5703"/>
                    <a:pt x="3939" y="5546"/>
                    <a:pt x="3939" y="5357"/>
                  </a:cubicBezTo>
                  <a:cubicBezTo>
                    <a:pt x="3939" y="5168"/>
                    <a:pt x="3782" y="5010"/>
                    <a:pt x="3593" y="5010"/>
                  </a:cubicBezTo>
                  <a:lnTo>
                    <a:pt x="3246" y="5010"/>
                  </a:lnTo>
                  <a:lnTo>
                    <a:pt x="3246" y="4285"/>
                  </a:lnTo>
                  <a:lnTo>
                    <a:pt x="3593" y="4285"/>
                  </a:lnTo>
                  <a:cubicBezTo>
                    <a:pt x="3782" y="4285"/>
                    <a:pt x="3939" y="4128"/>
                    <a:pt x="3939" y="3939"/>
                  </a:cubicBezTo>
                  <a:cubicBezTo>
                    <a:pt x="3939" y="3750"/>
                    <a:pt x="3782" y="3592"/>
                    <a:pt x="3593" y="3592"/>
                  </a:cubicBezTo>
                  <a:lnTo>
                    <a:pt x="3246" y="3592"/>
                  </a:lnTo>
                  <a:lnTo>
                    <a:pt x="3246" y="2868"/>
                  </a:lnTo>
                  <a:lnTo>
                    <a:pt x="3593" y="2868"/>
                  </a:lnTo>
                  <a:cubicBezTo>
                    <a:pt x="3782" y="2868"/>
                    <a:pt x="3939" y="2710"/>
                    <a:pt x="3939" y="2521"/>
                  </a:cubicBezTo>
                  <a:cubicBezTo>
                    <a:pt x="3939" y="2332"/>
                    <a:pt x="3782" y="2175"/>
                    <a:pt x="3593" y="2175"/>
                  </a:cubicBezTo>
                  <a:lnTo>
                    <a:pt x="3246" y="2175"/>
                  </a:lnTo>
                  <a:cubicBezTo>
                    <a:pt x="3246" y="2017"/>
                    <a:pt x="3183" y="1860"/>
                    <a:pt x="3151" y="1702"/>
                  </a:cubicBezTo>
                  <a:lnTo>
                    <a:pt x="3593" y="1261"/>
                  </a:lnTo>
                  <a:cubicBezTo>
                    <a:pt x="3719" y="1135"/>
                    <a:pt x="3719" y="914"/>
                    <a:pt x="3593" y="757"/>
                  </a:cubicBezTo>
                  <a:cubicBezTo>
                    <a:pt x="3530" y="694"/>
                    <a:pt x="3443" y="662"/>
                    <a:pt x="3352" y="662"/>
                  </a:cubicBezTo>
                  <a:cubicBezTo>
                    <a:pt x="3262" y="662"/>
                    <a:pt x="3167" y="694"/>
                    <a:pt x="3088" y="757"/>
                  </a:cubicBezTo>
                  <a:lnTo>
                    <a:pt x="2773" y="1072"/>
                  </a:lnTo>
                  <a:cubicBezTo>
                    <a:pt x="2616" y="946"/>
                    <a:pt x="2427" y="820"/>
                    <a:pt x="2206" y="757"/>
                  </a:cubicBezTo>
                  <a:lnTo>
                    <a:pt x="2206" y="347"/>
                  </a:lnTo>
                  <a:cubicBezTo>
                    <a:pt x="2206" y="158"/>
                    <a:pt x="2049" y="1"/>
                    <a:pt x="186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270" name="Google Shape;9270;p72"/>
          <p:cNvGrpSpPr/>
          <p:nvPr/>
        </p:nvGrpSpPr>
        <p:grpSpPr>
          <a:xfrm>
            <a:off x="2941155" y="3874215"/>
            <a:ext cx="473677" cy="473717"/>
            <a:chOff x="-46410500" y="3201275"/>
            <a:chExt cx="300100" cy="300125"/>
          </a:xfrm>
        </p:grpSpPr>
        <p:sp>
          <p:nvSpPr>
            <p:cNvPr id="9271" name="Google Shape;9271;p72"/>
            <p:cNvSpPr/>
            <p:nvPr/>
          </p:nvSpPr>
          <p:spPr>
            <a:xfrm>
              <a:off x="-46358500" y="3201275"/>
              <a:ext cx="37825" cy="87450"/>
            </a:xfrm>
            <a:custGeom>
              <a:avLst/>
              <a:gdLst/>
              <a:ahLst/>
              <a:cxnLst/>
              <a:rect l="l" t="t" r="r" b="b"/>
              <a:pathLst>
                <a:path w="1513" h="3498" extrusionOk="0">
                  <a:moveTo>
                    <a:pt x="768" y="1"/>
                  </a:moveTo>
                  <a:cubicBezTo>
                    <a:pt x="677" y="1"/>
                    <a:pt x="583" y="32"/>
                    <a:pt x="504" y="95"/>
                  </a:cubicBezTo>
                  <a:cubicBezTo>
                    <a:pt x="0" y="599"/>
                    <a:pt x="0" y="1482"/>
                    <a:pt x="504" y="1986"/>
                  </a:cubicBezTo>
                  <a:cubicBezTo>
                    <a:pt x="725" y="2238"/>
                    <a:pt x="725" y="2616"/>
                    <a:pt x="504" y="2899"/>
                  </a:cubicBezTo>
                  <a:cubicBezTo>
                    <a:pt x="378" y="3025"/>
                    <a:pt x="378" y="3246"/>
                    <a:pt x="504" y="3403"/>
                  </a:cubicBezTo>
                  <a:cubicBezTo>
                    <a:pt x="567" y="3466"/>
                    <a:pt x="654" y="3498"/>
                    <a:pt x="744" y="3498"/>
                  </a:cubicBezTo>
                  <a:cubicBezTo>
                    <a:pt x="835" y="3498"/>
                    <a:pt x="929" y="3466"/>
                    <a:pt x="1008" y="3403"/>
                  </a:cubicBezTo>
                  <a:cubicBezTo>
                    <a:pt x="1512" y="2899"/>
                    <a:pt x="1512" y="2017"/>
                    <a:pt x="1008" y="1513"/>
                  </a:cubicBezTo>
                  <a:cubicBezTo>
                    <a:pt x="788" y="1293"/>
                    <a:pt x="788" y="851"/>
                    <a:pt x="1008" y="599"/>
                  </a:cubicBezTo>
                  <a:cubicBezTo>
                    <a:pt x="1134" y="505"/>
                    <a:pt x="1134" y="253"/>
                    <a:pt x="1008" y="95"/>
                  </a:cubicBezTo>
                  <a:cubicBezTo>
                    <a:pt x="945" y="32"/>
                    <a:pt x="859" y="1"/>
                    <a:pt x="76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72" name="Google Shape;9272;p72"/>
            <p:cNvSpPr/>
            <p:nvPr/>
          </p:nvSpPr>
          <p:spPr>
            <a:xfrm>
              <a:off x="-46307325" y="3201275"/>
              <a:ext cx="38625" cy="88250"/>
            </a:xfrm>
            <a:custGeom>
              <a:avLst/>
              <a:gdLst/>
              <a:ahLst/>
              <a:cxnLst/>
              <a:rect l="l" t="t" r="r" b="b"/>
              <a:pathLst>
                <a:path w="1545" h="3530" extrusionOk="0">
                  <a:moveTo>
                    <a:pt x="781" y="1"/>
                  </a:moveTo>
                  <a:cubicBezTo>
                    <a:pt x="686" y="1"/>
                    <a:pt x="584" y="32"/>
                    <a:pt x="505" y="95"/>
                  </a:cubicBezTo>
                  <a:cubicBezTo>
                    <a:pt x="1" y="599"/>
                    <a:pt x="1" y="1482"/>
                    <a:pt x="505" y="1986"/>
                  </a:cubicBezTo>
                  <a:cubicBezTo>
                    <a:pt x="788" y="2238"/>
                    <a:pt x="788" y="2616"/>
                    <a:pt x="536" y="2899"/>
                  </a:cubicBezTo>
                  <a:cubicBezTo>
                    <a:pt x="410" y="3025"/>
                    <a:pt x="410" y="3246"/>
                    <a:pt x="536" y="3403"/>
                  </a:cubicBezTo>
                  <a:cubicBezTo>
                    <a:pt x="631" y="3498"/>
                    <a:pt x="694" y="3529"/>
                    <a:pt x="788" y="3529"/>
                  </a:cubicBezTo>
                  <a:cubicBezTo>
                    <a:pt x="851" y="3529"/>
                    <a:pt x="978" y="3498"/>
                    <a:pt x="1009" y="3403"/>
                  </a:cubicBezTo>
                  <a:cubicBezTo>
                    <a:pt x="1545" y="2899"/>
                    <a:pt x="1545" y="2017"/>
                    <a:pt x="1009" y="1513"/>
                  </a:cubicBezTo>
                  <a:cubicBezTo>
                    <a:pt x="788" y="1293"/>
                    <a:pt x="788" y="851"/>
                    <a:pt x="1009" y="599"/>
                  </a:cubicBezTo>
                  <a:cubicBezTo>
                    <a:pt x="1135" y="505"/>
                    <a:pt x="1135" y="253"/>
                    <a:pt x="1009" y="95"/>
                  </a:cubicBezTo>
                  <a:cubicBezTo>
                    <a:pt x="962" y="32"/>
                    <a:pt x="875" y="1"/>
                    <a:pt x="78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73" name="Google Shape;9273;p72"/>
            <p:cNvSpPr/>
            <p:nvPr/>
          </p:nvSpPr>
          <p:spPr>
            <a:xfrm>
              <a:off x="-46253750" y="3201275"/>
              <a:ext cx="38600" cy="87450"/>
            </a:xfrm>
            <a:custGeom>
              <a:avLst/>
              <a:gdLst/>
              <a:ahLst/>
              <a:cxnLst/>
              <a:rect l="l" t="t" r="r" b="b"/>
              <a:pathLst>
                <a:path w="1544" h="3498" extrusionOk="0">
                  <a:moveTo>
                    <a:pt x="800" y="1"/>
                  </a:moveTo>
                  <a:cubicBezTo>
                    <a:pt x="709" y="1"/>
                    <a:pt x="615" y="32"/>
                    <a:pt x="536" y="95"/>
                  </a:cubicBezTo>
                  <a:cubicBezTo>
                    <a:pt x="0" y="599"/>
                    <a:pt x="0" y="1482"/>
                    <a:pt x="536" y="1986"/>
                  </a:cubicBezTo>
                  <a:cubicBezTo>
                    <a:pt x="756" y="2238"/>
                    <a:pt x="756" y="2616"/>
                    <a:pt x="536" y="2899"/>
                  </a:cubicBezTo>
                  <a:cubicBezTo>
                    <a:pt x="410" y="3025"/>
                    <a:pt x="410" y="3246"/>
                    <a:pt x="536" y="3403"/>
                  </a:cubicBezTo>
                  <a:cubicBezTo>
                    <a:pt x="599" y="3466"/>
                    <a:pt x="685" y="3498"/>
                    <a:pt x="776" y="3498"/>
                  </a:cubicBezTo>
                  <a:cubicBezTo>
                    <a:pt x="867" y="3498"/>
                    <a:pt x="961" y="3466"/>
                    <a:pt x="1040" y="3403"/>
                  </a:cubicBezTo>
                  <a:cubicBezTo>
                    <a:pt x="1544" y="2899"/>
                    <a:pt x="1544" y="2017"/>
                    <a:pt x="1040" y="1513"/>
                  </a:cubicBezTo>
                  <a:cubicBezTo>
                    <a:pt x="788" y="1293"/>
                    <a:pt x="788" y="851"/>
                    <a:pt x="1040" y="599"/>
                  </a:cubicBezTo>
                  <a:cubicBezTo>
                    <a:pt x="1166" y="505"/>
                    <a:pt x="1166" y="253"/>
                    <a:pt x="1040" y="95"/>
                  </a:cubicBezTo>
                  <a:cubicBezTo>
                    <a:pt x="977" y="32"/>
                    <a:pt x="890" y="1"/>
                    <a:pt x="80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74" name="Google Shape;9274;p72"/>
            <p:cNvSpPr/>
            <p:nvPr/>
          </p:nvSpPr>
          <p:spPr>
            <a:xfrm>
              <a:off x="-46410500" y="3306025"/>
              <a:ext cx="300100" cy="141025"/>
            </a:xfrm>
            <a:custGeom>
              <a:avLst/>
              <a:gdLst/>
              <a:ahLst/>
              <a:cxnLst/>
              <a:rect l="l" t="t" r="r" b="b"/>
              <a:pathLst>
                <a:path w="12004" h="5641" extrusionOk="0">
                  <a:moveTo>
                    <a:pt x="10933" y="1419"/>
                  </a:moveTo>
                  <a:cubicBezTo>
                    <a:pt x="11122" y="1419"/>
                    <a:pt x="11279" y="1576"/>
                    <a:pt x="11279" y="1765"/>
                  </a:cubicBezTo>
                  <a:cubicBezTo>
                    <a:pt x="11248" y="3057"/>
                    <a:pt x="10208" y="4128"/>
                    <a:pt x="8980" y="4223"/>
                  </a:cubicBezTo>
                  <a:cubicBezTo>
                    <a:pt x="9389" y="3404"/>
                    <a:pt x="9673" y="2458"/>
                    <a:pt x="9799" y="1419"/>
                  </a:cubicBezTo>
                  <a:close/>
                  <a:moveTo>
                    <a:pt x="347" y="1"/>
                  </a:moveTo>
                  <a:cubicBezTo>
                    <a:pt x="158" y="1"/>
                    <a:pt x="1" y="159"/>
                    <a:pt x="1" y="348"/>
                  </a:cubicBezTo>
                  <a:cubicBezTo>
                    <a:pt x="1" y="2458"/>
                    <a:pt x="694" y="4412"/>
                    <a:pt x="1923" y="5640"/>
                  </a:cubicBezTo>
                  <a:lnTo>
                    <a:pt x="7971" y="5640"/>
                  </a:lnTo>
                  <a:cubicBezTo>
                    <a:pt x="8192" y="5420"/>
                    <a:pt x="8381" y="5168"/>
                    <a:pt x="8539" y="4916"/>
                  </a:cubicBezTo>
                  <a:lnTo>
                    <a:pt x="8854" y="4916"/>
                  </a:lnTo>
                  <a:cubicBezTo>
                    <a:pt x="10586" y="4916"/>
                    <a:pt x="12004" y="3498"/>
                    <a:pt x="12004" y="1765"/>
                  </a:cubicBezTo>
                  <a:cubicBezTo>
                    <a:pt x="11941" y="1198"/>
                    <a:pt x="11469" y="726"/>
                    <a:pt x="10933" y="726"/>
                  </a:cubicBezTo>
                  <a:lnTo>
                    <a:pt x="9862" y="726"/>
                  </a:lnTo>
                  <a:lnTo>
                    <a:pt x="9862" y="348"/>
                  </a:lnTo>
                  <a:cubicBezTo>
                    <a:pt x="9862" y="159"/>
                    <a:pt x="9704" y="1"/>
                    <a:pt x="951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75" name="Google Shape;9275;p72"/>
            <p:cNvSpPr/>
            <p:nvPr/>
          </p:nvSpPr>
          <p:spPr>
            <a:xfrm>
              <a:off x="-46401050" y="3465925"/>
              <a:ext cx="226075" cy="35475"/>
            </a:xfrm>
            <a:custGeom>
              <a:avLst/>
              <a:gdLst/>
              <a:ahLst/>
              <a:cxnLst/>
              <a:rect l="l" t="t" r="r" b="b"/>
              <a:pathLst>
                <a:path w="9043" h="1419" extrusionOk="0">
                  <a:moveTo>
                    <a:pt x="473" y="0"/>
                  </a:moveTo>
                  <a:cubicBezTo>
                    <a:pt x="158" y="0"/>
                    <a:pt x="1" y="379"/>
                    <a:pt x="221" y="631"/>
                  </a:cubicBezTo>
                  <a:cubicBezTo>
                    <a:pt x="757" y="1135"/>
                    <a:pt x="1450" y="1418"/>
                    <a:pt x="2206" y="1418"/>
                  </a:cubicBezTo>
                  <a:lnTo>
                    <a:pt x="6837" y="1418"/>
                  </a:lnTo>
                  <a:cubicBezTo>
                    <a:pt x="7593" y="1418"/>
                    <a:pt x="8318" y="1135"/>
                    <a:pt x="8822" y="631"/>
                  </a:cubicBezTo>
                  <a:cubicBezTo>
                    <a:pt x="9043" y="379"/>
                    <a:pt x="8948" y="0"/>
                    <a:pt x="860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276" name="Google Shape;9276;p72"/>
          <p:cNvGrpSpPr/>
          <p:nvPr/>
        </p:nvGrpSpPr>
        <p:grpSpPr>
          <a:xfrm>
            <a:off x="2941155" y="4454790"/>
            <a:ext cx="473677" cy="474940"/>
            <a:chOff x="-46409700" y="3569100"/>
            <a:chExt cx="300100" cy="300900"/>
          </a:xfrm>
        </p:grpSpPr>
        <p:sp>
          <p:nvSpPr>
            <p:cNvPr id="9277" name="Google Shape;9277;p72"/>
            <p:cNvSpPr/>
            <p:nvPr/>
          </p:nvSpPr>
          <p:spPr>
            <a:xfrm>
              <a:off x="-46234850" y="3569100"/>
              <a:ext cx="18125" cy="52800"/>
            </a:xfrm>
            <a:custGeom>
              <a:avLst/>
              <a:gdLst/>
              <a:ahLst/>
              <a:cxnLst/>
              <a:rect l="l" t="t" r="r" b="b"/>
              <a:pathLst>
                <a:path w="725" h="2112" extrusionOk="0">
                  <a:moveTo>
                    <a:pt x="0" y="1"/>
                  </a:moveTo>
                  <a:lnTo>
                    <a:pt x="0" y="2111"/>
                  </a:lnTo>
                  <a:lnTo>
                    <a:pt x="725" y="2111"/>
                  </a:lnTo>
                  <a:lnTo>
                    <a:pt x="72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78" name="Google Shape;9278;p72"/>
            <p:cNvSpPr/>
            <p:nvPr/>
          </p:nvSpPr>
          <p:spPr>
            <a:xfrm>
              <a:off x="-46270300" y="3745525"/>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79" name="Google Shape;9279;p72"/>
            <p:cNvSpPr/>
            <p:nvPr/>
          </p:nvSpPr>
          <p:spPr>
            <a:xfrm>
              <a:off x="-46305750" y="3710875"/>
              <a:ext cx="89025" cy="88225"/>
            </a:xfrm>
            <a:custGeom>
              <a:avLst/>
              <a:gdLst/>
              <a:ahLst/>
              <a:cxnLst/>
              <a:rect l="l" t="t" r="r" b="b"/>
              <a:pathLst>
                <a:path w="3561" h="3529" extrusionOk="0">
                  <a:moveTo>
                    <a:pt x="1765" y="662"/>
                  </a:moveTo>
                  <a:cubicBezTo>
                    <a:pt x="2364" y="662"/>
                    <a:pt x="2836" y="1135"/>
                    <a:pt x="2836" y="1733"/>
                  </a:cubicBezTo>
                  <a:cubicBezTo>
                    <a:pt x="2836" y="2332"/>
                    <a:pt x="2364" y="2804"/>
                    <a:pt x="1765" y="2804"/>
                  </a:cubicBezTo>
                  <a:cubicBezTo>
                    <a:pt x="1198" y="2804"/>
                    <a:pt x="725" y="2332"/>
                    <a:pt x="725" y="1733"/>
                  </a:cubicBezTo>
                  <a:cubicBezTo>
                    <a:pt x="725" y="1135"/>
                    <a:pt x="1198" y="662"/>
                    <a:pt x="1765" y="662"/>
                  </a:cubicBezTo>
                  <a:close/>
                  <a:moveTo>
                    <a:pt x="1765" y="0"/>
                  </a:moveTo>
                  <a:cubicBezTo>
                    <a:pt x="788" y="0"/>
                    <a:pt x="1" y="788"/>
                    <a:pt x="1" y="1765"/>
                  </a:cubicBezTo>
                  <a:cubicBezTo>
                    <a:pt x="1" y="2741"/>
                    <a:pt x="788" y="3529"/>
                    <a:pt x="1765" y="3529"/>
                  </a:cubicBezTo>
                  <a:cubicBezTo>
                    <a:pt x="2773" y="3529"/>
                    <a:pt x="3561" y="2741"/>
                    <a:pt x="3561" y="1765"/>
                  </a:cubicBezTo>
                  <a:cubicBezTo>
                    <a:pt x="3561" y="788"/>
                    <a:pt x="2773" y="0"/>
                    <a:pt x="176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80" name="Google Shape;9280;p72"/>
            <p:cNvSpPr/>
            <p:nvPr/>
          </p:nvSpPr>
          <p:spPr>
            <a:xfrm>
              <a:off x="-46409700" y="3569900"/>
              <a:ext cx="300100" cy="300100"/>
            </a:xfrm>
            <a:custGeom>
              <a:avLst/>
              <a:gdLst/>
              <a:ahLst/>
              <a:cxnLst/>
              <a:rect l="l" t="t" r="r" b="b"/>
              <a:pathLst>
                <a:path w="12004" h="12004" extrusionOk="0">
                  <a:moveTo>
                    <a:pt x="5923" y="4978"/>
                  </a:moveTo>
                  <a:cubicBezTo>
                    <a:pt x="7278" y="4978"/>
                    <a:pt x="8381" y="6081"/>
                    <a:pt x="8381" y="7404"/>
                  </a:cubicBezTo>
                  <a:cubicBezTo>
                    <a:pt x="8412" y="8758"/>
                    <a:pt x="7309" y="9830"/>
                    <a:pt x="5923" y="9830"/>
                  </a:cubicBezTo>
                  <a:cubicBezTo>
                    <a:pt x="4600" y="9830"/>
                    <a:pt x="3497" y="8727"/>
                    <a:pt x="3497" y="7404"/>
                  </a:cubicBezTo>
                  <a:cubicBezTo>
                    <a:pt x="3497" y="6081"/>
                    <a:pt x="4600" y="4978"/>
                    <a:pt x="5923" y="4978"/>
                  </a:cubicBezTo>
                  <a:close/>
                  <a:moveTo>
                    <a:pt x="2426" y="9861"/>
                  </a:moveTo>
                  <a:cubicBezTo>
                    <a:pt x="2647" y="9861"/>
                    <a:pt x="2773" y="10019"/>
                    <a:pt x="2773" y="10208"/>
                  </a:cubicBezTo>
                  <a:cubicBezTo>
                    <a:pt x="2773" y="10397"/>
                    <a:pt x="2647" y="10554"/>
                    <a:pt x="2426" y="10554"/>
                  </a:cubicBezTo>
                  <a:lnTo>
                    <a:pt x="1733" y="10554"/>
                  </a:lnTo>
                  <a:cubicBezTo>
                    <a:pt x="1512" y="10554"/>
                    <a:pt x="1386" y="10397"/>
                    <a:pt x="1386" y="10208"/>
                  </a:cubicBezTo>
                  <a:cubicBezTo>
                    <a:pt x="1386" y="10019"/>
                    <a:pt x="1512" y="9861"/>
                    <a:pt x="1733" y="9861"/>
                  </a:cubicBezTo>
                  <a:close/>
                  <a:moveTo>
                    <a:pt x="347" y="0"/>
                  </a:moveTo>
                  <a:cubicBezTo>
                    <a:pt x="158" y="0"/>
                    <a:pt x="0" y="158"/>
                    <a:pt x="0" y="347"/>
                  </a:cubicBezTo>
                  <a:lnTo>
                    <a:pt x="0" y="11657"/>
                  </a:lnTo>
                  <a:cubicBezTo>
                    <a:pt x="0" y="11846"/>
                    <a:pt x="158" y="12003"/>
                    <a:pt x="347" y="12003"/>
                  </a:cubicBezTo>
                  <a:lnTo>
                    <a:pt x="11657" y="12003"/>
                  </a:lnTo>
                  <a:cubicBezTo>
                    <a:pt x="11846" y="12003"/>
                    <a:pt x="12004" y="11846"/>
                    <a:pt x="12004" y="11657"/>
                  </a:cubicBezTo>
                  <a:lnTo>
                    <a:pt x="12004" y="2489"/>
                  </a:lnTo>
                  <a:cubicBezTo>
                    <a:pt x="11909" y="2331"/>
                    <a:pt x="11878" y="2237"/>
                    <a:pt x="11846" y="2205"/>
                  </a:cubicBezTo>
                  <a:lnTo>
                    <a:pt x="9830" y="189"/>
                  </a:lnTo>
                  <a:lnTo>
                    <a:pt x="9830" y="3875"/>
                  </a:lnTo>
                  <a:cubicBezTo>
                    <a:pt x="9830" y="4064"/>
                    <a:pt x="9672" y="4222"/>
                    <a:pt x="9483" y="4222"/>
                  </a:cubicBezTo>
                  <a:lnTo>
                    <a:pt x="2458" y="4222"/>
                  </a:lnTo>
                  <a:cubicBezTo>
                    <a:pt x="2269" y="4222"/>
                    <a:pt x="2111" y="4064"/>
                    <a:pt x="2111" y="3875"/>
                  </a:cubicBezTo>
                  <a:lnTo>
                    <a:pt x="211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81" name="Google Shape;9281;p72"/>
            <p:cNvSpPr/>
            <p:nvPr/>
          </p:nvSpPr>
          <p:spPr>
            <a:xfrm>
              <a:off x="-46341175" y="3569100"/>
              <a:ext cx="159125" cy="87450"/>
            </a:xfrm>
            <a:custGeom>
              <a:avLst/>
              <a:gdLst/>
              <a:ahLst/>
              <a:cxnLst/>
              <a:rect l="l" t="t" r="r" b="b"/>
              <a:pathLst>
                <a:path w="6365" h="3498" extrusionOk="0">
                  <a:moveTo>
                    <a:pt x="0" y="1"/>
                  </a:moveTo>
                  <a:lnTo>
                    <a:pt x="0" y="3498"/>
                  </a:lnTo>
                  <a:lnTo>
                    <a:pt x="6364" y="3498"/>
                  </a:lnTo>
                  <a:lnTo>
                    <a:pt x="6364" y="1"/>
                  </a:lnTo>
                  <a:lnTo>
                    <a:pt x="5640" y="1"/>
                  </a:lnTo>
                  <a:lnTo>
                    <a:pt x="5640" y="2426"/>
                  </a:lnTo>
                  <a:cubicBezTo>
                    <a:pt x="5640" y="2647"/>
                    <a:pt x="5482" y="2773"/>
                    <a:pt x="5293" y="2773"/>
                  </a:cubicBezTo>
                  <a:lnTo>
                    <a:pt x="3875" y="2773"/>
                  </a:lnTo>
                  <a:cubicBezTo>
                    <a:pt x="3655" y="2773"/>
                    <a:pt x="3497" y="2647"/>
                    <a:pt x="3497" y="2426"/>
                  </a:cubicBezTo>
                  <a:lnTo>
                    <a:pt x="349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282" name="Google Shape;9282;p72"/>
          <p:cNvGrpSpPr/>
          <p:nvPr/>
        </p:nvGrpSpPr>
        <p:grpSpPr>
          <a:xfrm>
            <a:off x="2924997" y="5035365"/>
            <a:ext cx="505996" cy="477427"/>
            <a:chOff x="-46422300" y="3936925"/>
            <a:chExt cx="320575" cy="302475"/>
          </a:xfrm>
        </p:grpSpPr>
        <p:sp>
          <p:nvSpPr>
            <p:cNvPr id="9283" name="Google Shape;9283;p72"/>
            <p:cNvSpPr/>
            <p:nvPr/>
          </p:nvSpPr>
          <p:spPr>
            <a:xfrm>
              <a:off x="-46254550" y="3936925"/>
              <a:ext cx="152825" cy="300900"/>
            </a:xfrm>
            <a:custGeom>
              <a:avLst/>
              <a:gdLst/>
              <a:ahLst/>
              <a:cxnLst/>
              <a:rect l="l" t="t" r="r" b="b"/>
              <a:pathLst>
                <a:path w="6113" h="12036" extrusionOk="0">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84" name="Google Shape;9284;p72"/>
            <p:cNvSpPr/>
            <p:nvPr/>
          </p:nvSpPr>
          <p:spPr>
            <a:xfrm>
              <a:off x="-46422300" y="3938500"/>
              <a:ext cx="152025" cy="300900"/>
            </a:xfrm>
            <a:custGeom>
              <a:avLst/>
              <a:gdLst/>
              <a:ahLst/>
              <a:cxnLst/>
              <a:rect l="l" t="t" r="r" b="b"/>
              <a:pathLst>
                <a:path w="6081" h="12036" extrusionOk="0">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285" name="Google Shape;9285;p72"/>
          <p:cNvGrpSpPr/>
          <p:nvPr/>
        </p:nvGrpSpPr>
        <p:grpSpPr>
          <a:xfrm>
            <a:off x="5295102" y="4441136"/>
            <a:ext cx="474940" cy="473677"/>
            <a:chOff x="-44914800" y="3560450"/>
            <a:chExt cx="300900" cy="300100"/>
          </a:xfrm>
        </p:grpSpPr>
        <p:sp>
          <p:nvSpPr>
            <p:cNvPr id="9286" name="Google Shape;9286;p72"/>
            <p:cNvSpPr/>
            <p:nvPr/>
          </p:nvSpPr>
          <p:spPr>
            <a:xfrm>
              <a:off x="-44914800" y="3560450"/>
              <a:ext cx="300900" cy="300100"/>
            </a:xfrm>
            <a:custGeom>
              <a:avLst/>
              <a:gdLst/>
              <a:ahLst/>
              <a:cxnLst/>
              <a:rect l="l" t="t" r="r" b="b"/>
              <a:pathLst>
                <a:path w="12036" h="12004" extrusionOk="0">
                  <a:moveTo>
                    <a:pt x="9893" y="1418"/>
                  </a:moveTo>
                  <a:lnTo>
                    <a:pt x="9893" y="1764"/>
                  </a:lnTo>
                  <a:cubicBezTo>
                    <a:pt x="9893" y="1953"/>
                    <a:pt x="10051" y="2111"/>
                    <a:pt x="10240" y="2111"/>
                  </a:cubicBezTo>
                  <a:lnTo>
                    <a:pt x="10618" y="2111"/>
                  </a:lnTo>
                  <a:lnTo>
                    <a:pt x="10618" y="9924"/>
                  </a:lnTo>
                  <a:lnTo>
                    <a:pt x="10240" y="9924"/>
                  </a:lnTo>
                  <a:cubicBezTo>
                    <a:pt x="10051" y="9924"/>
                    <a:pt x="9893" y="10082"/>
                    <a:pt x="9893" y="10271"/>
                  </a:cubicBezTo>
                  <a:lnTo>
                    <a:pt x="9893" y="10617"/>
                  </a:lnTo>
                  <a:lnTo>
                    <a:pt x="2143" y="10617"/>
                  </a:lnTo>
                  <a:lnTo>
                    <a:pt x="2143" y="10271"/>
                  </a:lnTo>
                  <a:cubicBezTo>
                    <a:pt x="2143" y="10082"/>
                    <a:pt x="1985" y="9924"/>
                    <a:pt x="1796" y="9924"/>
                  </a:cubicBezTo>
                  <a:lnTo>
                    <a:pt x="1450" y="9924"/>
                  </a:lnTo>
                  <a:lnTo>
                    <a:pt x="1450" y="2142"/>
                  </a:lnTo>
                  <a:lnTo>
                    <a:pt x="1796" y="2142"/>
                  </a:lnTo>
                  <a:cubicBezTo>
                    <a:pt x="1985" y="2142"/>
                    <a:pt x="2143" y="1985"/>
                    <a:pt x="2143" y="1796"/>
                  </a:cubicBezTo>
                  <a:lnTo>
                    <a:pt x="2143" y="1418"/>
                  </a:lnTo>
                  <a:close/>
                  <a:moveTo>
                    <a:pt x="379" y="0"/>
                  </a:moveTo>
                  <a:cubicBezTo>
                    <a:pt x="158" y="0"/>
                    <a:pt x="1" y="158"/>
                    <a:pt x="1" y="347"/>
                  </a:cubicBezTo>
                  <a:lnTo>
                    <a:pt x="1" y="1764"/>
                  </a:lnTo>
                  <a:cubicBezTo>
                    <a:pt x="1" y="1953"/>
                    <a:pt x="158" y="2111"/>
                    <a:pt x="379" y="2111"/>
                  </a:cubicBezTo>
                  <a:lnTo>
                    <a:pt x="725" y="2111"/>
                  </a:lnTo>
                  <a:lnTo>
                    <a:pt x="725" y="9861"/>
                  </a:lnTo>
                  <a:lnTo>
                    <a:pt x="379" y="9861"/>
                  </a:lnTo>
                  <a:cubicBezTo>
                    <a:pt x="158" y="9861"/>
                    <a:pt x="1" y="10019"/>
                    <a:pt x="1" y="10208"/>
                  </a:cubicBezTo>
                  <a:lnTo>
                    <a:pt x="1" y="11657"/>
                  </a:lnTo>
                  <a:cubicBezTo>
                    <a:pt x="1" y="11846"/>
                    <a:pt x="158" y="12003"/>
                    <a:pt x="379" y="12003"/>
                  </a:cubicBezTo>
                  <a:lnTo>
                    <a:pt x="1796" y="12003"/>
                  </a:lnTo>
                  <a:cubicBezTo>
                    <a:pt x="1985" y="12003"/>
                    <a:pt x="2143" y="11846"/>
                    <a:pt x="2143" y="11657"/>
                  </a:cubicBezTo>
                  <a:lnTo>
                    <a:pt x="2143" y="11279"/>
                  </a:lnTo>
                  <a:lnTo>
                    <a:pt x="9893" y="11279"/>
                  </a:lnTo>
                  <a:lnTo>
                    <a:pt x="9893" y="11657"/>
                  </a:lnTo>
                  <a:cubicBezTo>
                    <a:pt x="9893" y="11846"/>
                    <a:pt x="10051" y="12003"/>
                    <a:pt x="10240" y="12003"/>
                  </a:cubicBezTo>
                  <a:lnTo>
                    <a:pt x="11657" y="12003"/>
                  </a:lnTo>
                  <a:cubicBezTo>
                    <a:pt x="11878" y="12003"/>
                    <a:pt x="12036" y="11846"/>
                    <a:pt x="12036" y="11657"/>
                  </a:cubicBezTo>
                  <a:lnTo>
                    <a:pt x="12036" y="10208"/>
                  </a:lnTo>
                  <a:cubicBezTo>
                    <a:pt x="12036" y="10019"/>
                    <a:pt x="11878" y="9861"/>
                    <a:pt x="11657" y="9861"/>
                  </a:cubicBezTo>
                  <a:lnTo>
                    <a:pt x="11311" y="9861"/>
                  </a:lnTo>
                  <a:lnTo>
                    <a:pt x="11311" y="2111"/>
                  </a:lnTo>
                  <a:lnTo>
                    <a:pt x="11657" y="2111"/>
                  </a:lnTo>
                  <a:cubicBezTo>
                    <a:pt x="11878" y="2111"/>
                    <a:pt x="12036" y="1953"/>
                    <a:pt x="12036" y="1764"/>
                  </a:cubicBezTo>
                  <a:lnTo>
                    <a:pt x="12036" y="347"/>
                  </a:lnTo>
                  <a:cubicBezTo>
                    <a:pt x="12036" y="158"/>
                    <a:pt x="11878" y="0"/>
                    <a:pt x="11657" y="0"/>
                  </a:cubicBezTo>
                  <a:lnTo>
                    <a:pt x="10240" y="0"/>
                  </a:lnTo>
                  <a:cubicBezTo>
                    <a:pt x="10051" y="0"/>
                    <a:pt x="9893" y="158"/>
                    <a:pt x="9893" y="347"/>
                  </a:cubicBezTo>
                  <a:lnTo>
                    <a:pt x="9893" y="693"/>
                  </a:lnTo>
                  <a:lnTo>
                    <a:pt x="2143" y="693"/>
                  </a:lnTo>
                  <a:lnTo>
                    <a:pt x="2143" y="347"/>
                  </a:lnTo>
                  <a:cubicBezTo>
                    <a:pt x="2143" y="158"/>
                    <a:pt x="1985" y="0"/>
                    <a:pt x="179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87" name="Google Shape;9287;p72"/>
            <p:cNvSpPr/>
            <p:nvPr/>
          </p:nvSpPr>
          <p:spPr>
            <a:xfrm>
              <a:off x="-44861250" y="3632100"/>
              <a:ext cx="193800" cy="146525"/>
            </a:xfrm>
            <a:custGeom>
              <a:avLst/>
              <a:gdLst/>
              <a:ahLst/>
              <a:cxnLst/>
              <a:rect l="l" t="t" r="r" b="b"/>
              <a:pathLst>
                <a:path w="7752" h="5861" extrusionOk="0">
                  <a:moveTo>
                    <a:pt x="3845" y="1009"/>
                  </a:moveTo>
                  <a:cubicBezTo>
                    <a:pt x="4443" y="1009"/>
                    <a:pt x="4916" y="1482"/>
                    <a:pt x="4916" y="2080"/>
                  </a:cubicBezTo>
                  <a:cubicBezTo>
                    <a:pt x="4916" y="2679"/>
                    <a:pt x="4443" y="3151"/>
                    <a:pt x="3845" y="3151"/>
                  </a:cubicBezTo>
                  <a:cubicBezTo>
                    <a:pt x="3277" y="3151"/>
                    <a:pt x="2805" y="2679"/>
                    <a:pt x="2805" y="2080"/>
                  </a:cubicBezTo>
                  <a:cubicBezTo>
                    <a:pt x="2805" y="1482"/>
                    <a:pt x="3277" y="1009"/>
                    <a:pt x="3845" y="1009"/>
                  </a:cubicBezTo>
                  <a:close/>
                  <a:moveTo>
                    <a:pt x="348" y="1"/>
                  </a:moveTo>
                  <a:cubicBezTo>
                    <a:pt x="158" y="1"/>
                    <a:pt x="1" y="159"/>
                    <a:pt x="1" y="348"/>
                  </a:cubicBezTo>
                  <a:lnTo>
                    <a:pt x="1" y="5829"/>
                  </a:lnTo>
                  <a:lnTo>
                    <a:pt x="2206" y="3624"/>
                  </a:lnTo>
                  <a:cubicBezTo>
                    <a:pt x="2269" y="3561"/>
                    <a:pt x="2356" y="3530"/>
                    <a:pt x="2447" y="3530"/>
                  </a:cubicBezTo>
                  <a:cubicBezTo>
                    <a:pt x="2537" y="3530"/>
                    <a:pt x="2632" y="3561"/>
                    <a:pt x="2710" y="3624"/>
                  </a:cubicBezTo>
                  <a:lnTo>
                    <a:pt x="3939" y="4821"/>
                  </a:lnTo>
                  <a:lnTo>
                    <a:pt x="5042" y="3656"/>
                  </a:lnTo>
                  <a:cubicBezTo>
                    <a:pt x="5136" y="3561"/>
                    <a:pt x="5199" y="3530"/>
                    <a:pt x="5294" y="3530"/>
                  </a:cubicBezTo>
                  <a:cubicBezTo>
                    <a:pt x="5388" y="3530"/>
                    <a:pt x="5483" y="3561"/>
                    <a:pt x="5546" y="3656"/>
                  </a:cubicBezTo>
                  <a:lnTo>
                    <a:pt x="7751" y="5861"/>
                  </a:lnTo>
                  <a:lnTo>
                    <a:pt x="7751" y="379"/>
                  </a:lnTo>
                  <a:cubicBezTo>
                    <a:pt x="7720" y="159"/>
                    <a:pt x="7562" y="1"/>
                    <a:pt x="737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88" name="Google Shape;9288;p72"/>
            <p:cNvSpPr/>
            <p:nvPr/>
          </p:nvSpPr>
          <p:spPr>
            <a:xfrm>
              <a:off x="-44773800" y="3675425"/>
              <a:ext cx="18125" cy="17350"/>
            </a:xfrm>
            <a:custGeom>
              <a:avLst/>
              <a:gdLst/>
              <a:ahLst/>
              <a:cxnLst/>
              <a:rect l="l" t="t" r="r" b="b"/>
              <a:pathLst>
                <a:path w="725" h="694" extrusionOk="0">
                  <a:moveTo>
                    <a:pt x="347" y="1"/>
                  </a:moveTo>
                  <a:cubicBezTo>
                    <a:pt x="158" y="1"/>
                    <a:pt x="0" y="158"/>
                    <a:pt x="0" y="347"/>
                  </a:cubicBezTo>
                  <a:cubicBezTo>
                    <a:pt x="0" y="536"/>
                    <a:pt x="158" y="694"/>
                    <a:pt x="347" y="694"/>
                  </a:cubicBezTo>
                  <a:cubicBezTo>
                    <a:pt x="567" y="694"/>
                    <a:pt x="725" y="536"/>
                    <a:pt x="725" y="347"/>
                  </a:cubicBezTo>
                  <a:cubicBezTo>
                    <a:pt x="725" y="158"/>
                    <a:pt x="567" y="1"/>
                    <a:pt x="3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89" name="Google Shape;9289;p72"/>
            <p:cNvSpPr/>
            <p:nvPr/>
          </p:nvSpPr>
          <p:spPr>
            <a:xfrm>
              <a:off x="-44750975" y="3741600"/>
              <a:ext cx="70900" cy="48050"/>
            </a:xfrm>
            <a:custGeom>
              <a:avLst/>
              <a:gdLst/>
              <a:ahLst/>
              <a:cxnLst/>
              <a:rect l="l" t="t" r="r" b="b"/>
              <a:pathLst>
                <a:path w="2836" h="1922" extrusionOk="0">
                  <a:moveTo>
                    <a:pt x="883" y="0"/>
                  </a:moveTo>
                  <a:lnTo>
                    <a:pt x="1" y="945"/>
                  </a:lnTo>
                  <a:lnTo>
                    <a:pt x="1009" y="1922"/>
                  </a:lnTo>
                  <a:lnTo>
                    <a:pt x="2836" y="1922"/>
                  </a:lnTo>
                  <a:lnTo>
                    <a:pt x="88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90" name="Google Shape;9290;p72"/>
            <p:cNvSpPr/>
            <p:nvPr/>
          </p:nvSpPr>
          <p:spPr>
            <a:xfrm>
              <a:off x="-44848625" y="3740025"/>
              <a:ext cx="97675" cy="49625"/>
            </a:xfrm>
            <a:custGeom>
              <a:avLst/>
              <a:gdLst/>
              <a:ahLst/>
              <a:cxnLst/>
              <a:rect l="l" t="t" r="r" b="b"/>
              <a:pathLst>
                <a:path w="3907" h="1985" extrusionOk="0">
                  <a:moveTo>
                    <a:pt x="1985" y="0"/>
                  </a:moveTo>
                  <a:lnTo>
                    <a:pt x="0" y="1985"/>
                  </a:lnTo>
                  <a:lnTo>
                    <a:pt x="3907" y="1985"/>
                  </a:lnTo>
                  <a:lnTo>
                    <a:pt x="198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291" name="Google Shape;9291;p72"/>
          <p:cNvGrpSpPr/>
          <p:nvPr/>
        </p:nvGrpSpPr>
        <p:grpSpPr>
          <a:xfrm>
            <a:off x="2301838" y="2052648"/>
            <a:ext cx="472415" cy="472139"/>
            <a:chOff x="-49764975" y="3183375"/>
            <a:chExt cx="299300" cy="299125"/>
          </a:xfrm>
        </p:grpSpPr>
        <p:sp>
          <p:nvSpPr>
            <p:cNvPr id="9292" name="Google Shape;9292;p72"/>
            <p:cNvSpPr/>
            <p:nvPr/>
          </p:nvSpPr>
          <p:spPr>
            <a:xfrm>
              <a:off x="-49606675" y="3233575"/>
              <a:ext cx="70125" cy="103200"/>
            </a:xfrm>
            <a:custGeom>
              <a:avLst/>
              <a:gdLst/>
              <a:ahLst/>
              <a:cxnLst/>
              <a:rect l="l" t="t" r="r" b="b"/>
              <a:pathLst>
                <a:path w="2805" h="4128" extrusionOk="0">
                  <a:moveTo>
                    <a:pt x="2805" y="1"/>
                  </a:moveTo>
                  <a:lnTo>
                    <a:pt x="1" y="1355"/>
                  </a:lnTo>
                  <a:lnTo>
                    <a:pt x="1" y="4128"/>
                  </a:lnTo>
                  <a:lnTo>
                    <a:pt x="2805" y="2710"/>
                  </a:lnTo>
                  <a:lnTo>
                    <a:pt x="280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93" name="Google Shape;9293;p72"/>
            <p:cNvSpPr/>
            <p:nvPr/>
          </p:nvSpPr>
          <p:spPr>
            <a:xfrm>
              <a:off x="-49676775" y="3364325"/>
              <a:ext cx="52000" cy="118175"/>
            </a:xfrm>
            <a:custGeom>
              <a:avLst/>
              <a:gdLst/>
              <a:ahLst/>
              <a:cxnLst/>
              <a:rect l="l" t="t" r="r" b="b"/>
              <a:pathLst>
                <a:path w="2080" h="4727" extrusionOk="0">
                  <a:moveTo>
                    <a:pt x="2080" y="0"/>
                  </a:moveTo>
                  <a:lnTo>
                    <a:pt x="1" y="1072"/>
                  </a:lnTo>
                  <a:lnTo>
                    <a:pt x="1" y="4726"/>
                  </a:lnTo>
                  <a:lnTo>
                    <a:pt x="2080" y="3529"/>
                  </a:lnTo>
                  <a:lnTo>
                    <a:pt x="208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94" name="Google Shape;9294;p72"/>
            <p:cNvSpPr/>
            <p:nvPr/>
          </p:nvSpPr>
          <p:spPr>
            <a:xfrm>
              <a:off x="-49694100" y="3233575"/>
              <a:ext cx="69325" cy="103200"/>
            </a:xfrm>
            <a:custGeom>
              <a:avLst/>
              <a:gdLst/>
              <a:ahLst/>
              <a:cxnLst/>
              <a:rect l="l" t="t" r="r" b="b"/>
              <a:pathLst>
                <a:path w="2773" h="4128" extrusionOk="0">
                  <a:moveTo>
                    <a:pt x="1" y="1"/>
                  </a:moveTo>
                  <a:lnTo>
                    <a:pt x="1" y="2710"/>
                  </a:lnTo>
                  <a:lnTo>
                    <a:pt x="2773" y="4128"/>
                  </a:lnTo>
                  <a:lnTo>
                    <a:pt x="2773" y="1355"/>
                  </a:lnTo>
                  <a:lnTo>
                    <a:pt x="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95" name="Google Shape;9295;p72"/>
            <p:cNvSpPr/>
            <p:nvPr/>
          </p:nvSpPr>
          <p:spPr>
            <a:xfrm>
              <a:off x="-49756325" y="3314700"/>
              <a:ext cx="121325" cy="61450"/>
            </a:xfrm>
            <a:custGeom>
              <a:avLst/>
              <a:gdLst/>
              <a:ahLst/>
              <a:cxnLst/>
              <a:rect l="l" t="t" r="r" b="b"/>
              <a:pathLst>
                <a:path w="4853" h="2458" extrusionOk="0">
                  <a:moveTo>
                    <a:pt x="2048" y="1"/>
                  </a:moveTo>
                  <a:lnTo>
                    <a:pt x="1" y="1040"/>
                  </a:lnTo>
                  <a:lnTo>
                    <a:pt x="2836" y="2458"/>
                  </a:lnTo>
                  <a:lnTo>
                    <a:pt x="4852" y="1418"/>
                  </a:lnTo>
                  <a:lnTo>
                    <a:pt x="204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96" name="Google Shape;9296;p72"/>
            <p:cNvSpPr/>
            <p:nvPr/>
          </p:nvSpPr>
          <p:spPr>
            <a:xfrm>
              <a:off x="-49606675" y="3364325"/>
              <a:ext cx="52000" cy="118175"/>
            </a:xfrm>
            <a:custGeom>
              <a:avLst/>
              <a:gdLst/>
              <a:ahLst/>
              <a:cxnLst/>
              <a:rect l="l" t="t" r="r" b="b"/>
              <a:pathLst>
                <a:path w="2080" h="4727" extrusionOk="0">
                  <a:moveTo>
                    <a:pt x="1" y="0"/>
                  </a:moveTo>
                  <a:lnTo>
                    <a:pt x="1" y="3529"/>
                  </a:lnTo>
                  <a:lnTo>
                    <a:pt x="2080" y="4726"/>
                  </a:lnTo>
                  <a:lnTo>
                    <a:pt x="2080" y="1072"/>
                  </a:lnTo>
                  <a:lnTo>
                    <a:pt x="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97" name="Google Shape;9297;p72"/>
            <p:cNvSpPr/>
            <p:nvPr/>
          </p:nvSpPr>
          <p:spPr>
            <a:xfrm>
              <a:off x="-49595650" y="3314700"/>
              <a:ext cx="121325" cy="61450"/>
            </a:xfrm>
            <a:custGeom>
              <a:avLst/>
              <a:gdLst/>
              <a:ahLst/>
              <a:cxnLst/>
              <a:rect l="l" t="t" r="r" b="b"/>
              <a:pathLst>
                <a:path w="4853" h="2458" extrusionOk="0">
                  <a:moveTo>
                    <a:pt x="2773" y="1"/>
                  </a:moveTo>
                  <a:lnTo>
                    <a:pt x="1" y="1418"/>
                  </a:lnTo>
                  <a:lnTo>
                    <a:pt x="1985" y="2458"/>
                  </a:lnTo>
                  <a:lnTo>
                    <a:pt x="4852" y="1040"/>
                  </a:lnTo>
                  <a:lnTo>
                    <a:pt x="277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98" name="Google Shape;9298;p72"/>
            <p:cNvSpPr/>
            <p:nvPr/>
          </p:nvSpPr>
          <p:spPr>
            <a:xfrm>
              <a:off x="-49764975" y="3355650"/>
              <a:ext cx="70100" cy="126850"/>
            </a:xfrm>
            <a:custGeom>
              <a:avLst/>
              <a:gdLst/>
              <a:ahLst/>
              <a:cxnLst/>
              <a:rect l="l" t="t" r="r" b="b"/>
              <a:pathLst>
                <a:path w="2804" h="5074" extrusionOk="0">
                  <a:moveTo>
                    <a:pt x="0" y="1"/>
                  </a:moveTo>
                  <a:lnTo>
                    <a:pt x="0" y="3309"/>
                  </a:lnTo>
                  <a:cubicBezTo>
                    <a:pt x="0" y="3403"/>
                    <a:pt x="63" y="3529"/>
                    <a:pt x="189" y="3624"/>
                  </a:cubicBezTo>
                  <a:lnTo>
                    <a:pt x="2804" y="5073"/>
                  </a:lnTo>
                  <a:lnTo>
                    <a:pt x="2804" y="1419"/>
                  </a:lnTo>
                  <a:lnTo>
                    <a:pt x="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299" name="Google Shape;9299;p72"/>
            <p:cNvSpPr/>
            <p:nvPr/>
          </p:nvSpPr>
          <p:spPr>
            <a:xfrm>
              <a:off x="-49535775" y="3355650"/>
              <a:ext cx="70100" cy="126850"/>
            </a:xfrm>
            <a:custGeom>
              <a:avLst/>
              <a:gdLst/>
              <a:ahLst/>
              <a:cxnLst/>
              <a:rect l="l" t="t" r="r" b="b"/>
              <a:pathLst>
                <a:path w="2804" h="5074" extrusionOk="0">
                  <a:moveTo>
                    <a:pt x="2804" y="1"/>
                  </a:moveTo>
                  <a:lnTo>
                    <a:pt x="0" y="1419"/>
                  </a:lnTo>
                  <a:lnTo>
                    <a:pt x="0" y="5073"/>
                  </a:lnTo>
                  <a:lnTo>
                    <a:pt x="2583" y="3624"/>
                  </a:lnTo>
                  <a:cubicBezTo>
                    <a:pt x="2709" y="3529"/>
                    <a:pt x="2804" y="3403"/>
                    <a:pt x="2804" y="3309"/>
                  </a:cubicBezTo>
                  <a:lnTo>
                    <a:pt x="280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00" name="Google Shape;9300;p72"/>
            <p:cNvSpPr/>
            <p:nvPr/>
          </p:nvSpPr>
          <p:spPr>
            <a:xfrm>
              <a:off x="-49685425" y="3183375"/>
              <a:ext cx="140200" cy="69925"/>
            </a:xfrm>
            <a:custGeom>
              <a:avLst/>
              <a:gdLst/>
              <a:ahLst/>
              <a:cxnLst/>
              <a:rect l="l" t="t" r="r" b="b"/>
              <a:pathLst>
                <a:path w="5608" h="2797" extrusionOk="0">
                  <a:moveTo>
                    <a:pt x="2792" y="0"/>
                  </a:moveTo>
                  <a:cubicBezTo>
                    <a:pt x="2741" y="0"/>
                    <a:pt x="2694" y="8"/>
                    <a:pt x="2647" y="24"/>
                  </a:cubicBezTo>
                  <a:lnTo>
                    <a:pt x="0" y="1378"/>
                  </a:lnTo>
                  <a:lnTo>
                    <a:pt x="2804" y="2796"/>
                  </a:lnTo>
                  <a:lnTo>
                    <a:pt x="5608" y="1378"/>
                  </a:lnTo>
                  <a:lnTo>
                    <a:pt x="2962" y="24"/>
                  </a:lnTo>
                  <a:cubicBezTo>
                    <a:pt x="2899" y="8"/>
                    <a:pt x="2843" y="0"/>
                    <a:pt x="279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301" name="Google Shape;9301;p72"/>
          <p:cNvGrpSpPr/>
          <p:nvPr/>
        </p:nvGrpSpPr>
        <p:grpSpPr>
          <a:xfrm>
            <a:off x="2301838" y="2633264"/>
            <a:ext cx="472415" cy="474545"/>
            <a:chOff x="-49764975" y="3551225"/>
            <a:chExt cx="299300" cy="300650"/>
          </a:xfrm>
        </p:grpSpPr>
        <p:sp>
          <p:nvSpPr>
            <p:cNvPr id="9302" name="Google Shape;9302;p72"/>
            <p:cNvSpPr/>
            <p:nvPr/>
          </p:nvSpPr>
          <p:spPr>
            <a:xfrm>
              <a:off x="-49764975" y="3657325"/>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40" y="725"/>
                  </a:lnTo>
                  <a:cubicBezTo>
                    <a:pt x="1260" y="725"/>
                    <a:pt x="1418" y="567"/>
                    <a:pt x="1418" y="378"/>
                  </a:cubicBezTo>
                  <a:cubicBezTo>
                    <a:pt x="1386" y="158"/>
                    <a:pt x="1197" y="0"/>
                    <a:pt x="104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03" name="Google Shape;9303;p72"/>
            <p:cNvSpPr/>
            <p:nvPr/>
          </p:nvSpPr>
          <p:spPr>
            <a:xfrm>
              <a:off x="-49763400" y="3598250"/>
              <a:ext cx="31525" cy="29950"/>
            </a:xfrm>
            <a:custGeom>
              <a:avLst/>
              <a:gdLst/>
              <a:ahLst/>
              <a:cxnLst/>
              <a:rect l="l" t="t" r="r" b="b"/>
              <a:pathLst>
                <a:path w="1261" h="1198" extrusionOk="0">
                  <a:moveTo>
                    <a:pt x="390" y="0"/>
                  </a:moveTo>
                  <a:cubicBezTo>
                    <a:pt x="299" y="0"/>
                    <a:pt x="205" y="32"/>
                    <a:pt x="126" y="95"/>
                  </a:cubicBezTo>
                  <a:cubicBezTo>
                    <a:pt x="0" y="221"/>
                    <a:pt x="0" y="441"/>
                    <a:pt x="126" y="599"/>
                  </a:cubicBezTo>
                  <a:lnTo>
                    <a:pt x="630" y="1103"/>
                  </a:lnTo>
                  <a:cubicBezTo>
                    <a:pt x="693" y="1166"/>
                    <a:pt x="780" y="1197"/>
                    <a:pt x="870" y="1197"/>
                  </a:cubicBezTo>
                  <a:cubicBezTo>
                    <a:pt x="961" y="1197"/>
                    <a:pt x="1056" y="1166"/>
                    <a:pt x="1134" y="1103"/>
                  </a:cubicBezTo>
                  <a:cubicBezTo>
                    <a:pt x="1260" y="1008"/>
                    <a:pt x="1260" y="756"/>
                    <a:pt x="1134" y="599"/>
                  </a:cubicBezTo>
                  <a:lnTo>
                    <a:pt x="630" y="95"/>
                  </a:lnTo>
                  <a:cubicBezTo>
                    <a:pt x="567" y="32"/>
                    <a:pt x="481" y="0"/>
                    <a:pt x="39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04" name="Google Shape;9304;p72"/>
            <p:cNvSpPr/>
            <p:nvPr/>
          </p:nvSpPr>
          <p:spPr>
            <a:xfrm>
              <a:off x="-49763400" y="3703975"/>
              <a:ext cx="31525" cy="30550"/>
            </a:xfrm>
            <a:custGeom>
              <a:avLst/>
              <a:gdLst/>
              <a:ahLst/>
              <a:cxnLst/>
              <a:rect l="l" t="t" r="r" b="b"/>
              <a:pathLst>
                <a:path w="1261" h="1222" extrusionOk="0">
                  <a:moveTo>
                    <a:pt x="882" y="1"/>
                  </a:moveTo>
                  <a:cubicBezTo>
                    <a:pt x="796" y="1"/>
                    <a:pt x="709" y="40"/>
                    <a:pt x="630" y="119"/>
                  </a:cubicBezTo>
                  <a:lnTo>
                    <a:pt x="126" y="623"/>
                  </a:lnTo>
                  <a:cubicBezTo>
                    <a:pt x="0" y="749"/>
                    <a:pt x="0" y="970"/>
                    <a:pt x="126" y="1127"/>
                  </a:cubicBezTo>
                  <a:cubicBezTo>
                    <a:pt x="189" y="1190"/>
                    <a:pt x="276" y="1222"/>
                    <a:pt x="366" y="1222"/>
                  </a:cubicBezTo>
                  <a:cubicBezTo>
                    <a:pt x="457" y="1222"/>
                    <a:pt x="551" y="1190"/>
                    <a:pt x="630" y="1127"/>
                  </a:cubicBezTo>
                  <a:lnTo>
                    <a:pt x="1134" y="623"/>
                  </a:lnTo>
                  <a:cubicBezTo>
                    <a:pt x="1260" y="497"/>
                    <a:pt x="1260" y="276"/>
                    <a:pt x="1134" y="119"/>
                  </a:cubicBezTo>
                  <a:cubicBezTo>
                    <a:pt x="1056" y="40"/>
                    <a:pt x="969" y="1"/>
                    <a:pt x="88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05" name="Google Shape;9305;p72"/>
            <p:cNvSpPr/>
            <p:nvPr/>
          </p:nvSpPr>
          <p:spPr>
            <a:xfrm>
              <a:off x="-49501125" y="3657325"/>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06" name="Google Shape;9306;p72"/>
            <p:cNvSpPr/>
            <p:nvPr/>
          </p:nvSpPr>
          <p:spPr>
            <a:xfrm>
              <a:off x="-49499550" y="3598250"/>
              <a:ext cx="31525" cy="30550"/>
            </a:xfrm>
            <a:custGeom>
              <a:avLst/>
              <a:gdLst/>
              <a:ahLst/>
              <a:cxnLst/>
              <a:rect l="l" t="t" r="r" b="b"/>
              <a:pathLst>
                <a:path w="1261" h="1222" extrusionOk="0">
                  <a:moveTo>
                    <a:pt x="906" y="0"/>
                  </a:moveTo>
                  <a:cubicBezTo>
                    <a:pt x="812" y="0"/>
                    <a:pt x="709" y="32"/>
                    <a:pt x="630" y="95"/>
                  </a:cubicBezTo>
                  <a:lnTo>
                    <a:pt x="126" y="599"/>
                  </a:lnTo>
                  <a:cubicBezTo>
                    <a:pt x="0" y="725"/>
                    <a:pt x="0" y="945"/>
                    <a:pt x="126" y="1103"/>
                  </a:cubicBezTo>
                  <a:cubicBezTo>
                    <a:pt x="205" y="1182"/>
                    <a:pt x="292" y="1221"/>
                    <a:pt x="378" y="1221"/>
                  </a:cubicBezTo>
                  <a:cubicBezTo>
                    <a:pt x="465" y="1221"/>
                    <a:pt x="552" y="1182"/>
                    <a:pt x="630" y="1103"/>
                  </a:cubicBezTo>
                  <a:lnTo>
                    <a:pt x="1134" y="599"/>
                  </a:lnTo>
                  <a:cubicBezTo>
                    <a:pt x="1260" y="473"/>
                    <a:pt x="1260" y="252"/>
                    <a:pt x="1134" y="95"/>
                  </a:cubicBezTo>
                  <a:cubicBezTo>
                    <a:pt x="1087" y="32"/>
                    <a:pt x="1001" y="0"/>
                    <a:pt x="90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07" name="Google Shape;9307;p72"/>
            <p:cNvSpPr/>
            <p:nvPr/>
          </p:nvSpPr>
          <p:spPr>
            <a:xfrm>
              <a:off x="-49499550" y="3704575"/>
              <a:ext cx="31525" cy="29950"/>
            </a:xfrm>
            <a:custGeom>
              <a:avLst/>
              <a:gdLst/>
              <a:ahLst/>
              <a:cxnLst/>
              <a:rect l="l" t="t" r="r" b="b"/>
              <a:pathLst>
                <a:path w="1261" h="1198" extrusionOk="0">
                  <a:moveTo>
                    <a:pt x="390" y="0"/>
                  </a:moveTo>
                  <a:cubicBezTo>
                    <a:pt x="300" y="0"/>
                    <a:pt x="205" y="32"/>
                    <a:pt x="126" y="95"/>
                  </a:cubicBezTo>
                  <a:cubicBezTo>
                    <a:pt x="0" y="221"/>
                    <a:pt x="0" y="441"/>
                    <a:pt x="126" y="599"/>
                  </a:cubicBezTo>
                  <a:lnTo>
                    <a:pt x="630" y="1103"/>
                  </a:lnTo>
                  <a:cubicBezTo>
                    <a:pt x="693" y="1166"/>
                    <a:pt x="780" y="1198"/>
                    <a:pt x="871" y="1198"/>
                  </a:cubicBezTo>
                  <a:cubicBezTo>
                    <a:pt x="961" y="1198"/>
                    <a:pt x="1056" y="1166"/>
                    <a:pt x="1134" y="1103"/>
                  </a:cubicBezTo>
                  <a:cubicBezTo>
                    <a:pt x="1260" y="1009"/>
                    <a:pt x="1260" y="757"/>
                    <a:pt x="1134" y="599"/>
                  </a:cubicBezTo>
                  <a:lnTo>
                    <a:pt x="630" y="95"/>
                  </a:lnTo>
                  <a:cubicBezTo>
                    <a:pt x="567" y="32"/>
                    <a:pt x="481" y="0"/>
                    <a:pt x="39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08" name="Google Shape;9308;p72"/>
            <p:cNvSpPr/>
            <p:nvPr/>
          </p:nvSpPr>
          <p:spPr>
            <a:xfrm>
              <a:off x="-49725600" y="3551225"/>
              <a:ext cx="215050" cy="210875"/>
            </a:xfrm>
            <a:custGeom>
              <a:avLst/>
              <a:gdLst/>
              <a:ahLst/>
              <a:cxnLst/>
              <a:rect l="l" t="t" r="r" b="b"/>
              <a:pathLst>
                <a:path w="8602" h="8435" extrusionOk="0">
                  <a:moveTo>
                    <a:pt x="4354" y="0"/>
                  </a:moveTo>
                  <a:cubicBezTo>
                    <a:pt x="4070" y="0"/>
                    <a:pt x="3783" y="28"/>
                    <a:pt x="3497" y="86"/>
                  </a:cubicBezTo>
                  <a:cubicBezTo>
                    <a:pt x="1922" y="401"/>
                    <a:pt x="630" y="1724"/>
                    <a:pt x="252" y="3299"/>
                  </a:cubicBezTo>
                  <a:cubicBezTo>
                    <a:pt x="0" y="4654"/>
                    <a:pt x="347" y="6040"/>
                    <a:pt x="1261" y="7017"/>
                  </a:cubicBezTo>
                  <a:cubicBezTo>
                    <a:pt x="1607" y="7395"/>
                    <a:pt x="1828" y="7930"/>
                    <a:pt x="1922" y="8434"/>
                  </a:cubicBezTo>
                  <a:lnTo>
                    <a:pt x="3025" y="8434"/>
                  </a:lnTo>
                  <a:lnTo>
                    <a:pt x="3025" y="5284"/>
                  </a:lnTo>
                  <a:cubicBezTo>
                    <a:pt x="3025" y="5158"/>
                    <a:pt x="4064" y="3141"/>
                    <a:pt x="4127" y="3047"/>
                  </a:cubicBezTo>
                  <a:cubicBezTo>
                    <a:pt x="4190" y="2921"/>
                    <a:pt x="4317" y="2858"/>
                    <a:pt x="4443" y="2858"/>
                  </a:cubicBezTo>
                  <a:cubicBezTo>
                    <a:pt x="4569" y="2858"/>
                    <a:pt x="4695" y="2921"/>
                    <a:pt x="4758" y="3047"/>
                  </a:cubicBezTo>
                  <a:cubicBezTo>
                    <a:pt x="4852" y="3141"/>
                    <a:pt x="5860" y="5158"/>
                    <a:pt x="5860" y="5284"/>
                  </a:cubicBezTo>
                  <a:lnTo>
                    <a:pt x="5860" y="8434"/>
                  </a:lnTo>
                  <a:lnTo>
                    <a:pt x="6963" y="8434"/>
                  </a:lnTo>
                  <a:cubicBezTo>
                    <a:pt x="7057" y="7930"/>
                    <a:pt x="7278" y="7395"/>
                    <a:pt x="7625" y="6985"/>
                  </a:cubicBezTo>
                  <a:cubicBezTo>
                    <a:pt x="8255" y="6260"/>
                    <a:pt x="8601" y="5284"/>
                    <a:pt x="8601" y="4244"/>
                  </a:cubicBezTo>
                  <a:cubicBezTo>
                    <a:pt x="8601" y="2984"/>
                    <a:pt x="8066" y="1787"/>
                    <a:pt x="7026" y="936"/>
                  </a:cubicBezTo>
                  <a:cubicBezTo>
                    <a:pt x="6270" y="327"/>
                    <a:pt x="5327" y="0"/>
                    <a:pt x="435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09" name="Google Shape;9309;p72"/>
            <p:cNvSpPr/>
            <p:nvPr/>
          </p:nvSpPr>
          <p:spPr>
            <a:xfrm>
              <a:off x="-49633450" y="3697475"/>
              <a:ext cx="35475" cy="65400"/>
            </a:xfrm>
            <a:custGeom>
              <a:avLst/>
              <a:gdLst/>
              <a:ahLst/>
              <a:cxnLst/>
              <a:rect l="l" t="t" r="r" b="b"/>
              <a:pathLst>
                <a:path w="1419" h="2616" extrusionOk="0">
                  <a:moveTo>
                    <a:pt x="0" y="1"/>
                  </a:moveTo>
                  <a:lnTo>
                    <a:pt x="0" y="2616"/>
                  </a:lnTo>
                  <a:lnTo>
                    <a:pt x="1418" y="2616"/>
                  </a:lnTo>
                  <a:lnTo>
                    <a:pt x="1418" y="1"/>
                  </a:lnTo>
                  <a:cubicBezTo>
                    <a:pt x="1198" y="95"/>
                    <a:pt x="946" y="127"/>
                    <a:pt x="725" y="127"/>
                  </a:cubicBezTo>
                  <a:cubicBezTo>
                    <a:pt x="473" y="127"/>
                    <a:pt x="252" y="95"/>
                    <a:pt x="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10" name="Google Shape;9310;p72"/>
            <p:cNvSpPr/>
            <p:nvPr/>
          </p:nvSpPr>
          <p:spPr>
            <a:xfrm>
              <a:off x="-49676775" y="3780975"/>
              <a:ext cx="123675" cy="34675"/>
            </a:xfrm>
            <a:custGeom>
              <a:avLst/>
              <a:gdLst/>
              <a:ahLst/>
              <a:cxnLst/>
              <a:rect l="l" t="t" r="r" b="b"/>
              <a:pathLst>
                <a:path w="4947" h="1387" extrusionOk="0">
                  <a:moveTo>
                    <a:pt x="1" y="0"/>
                  </a:moveTo>
                  <a:lnTo>
                    <a:pt x="1" y="347"/>
                  </a:lnTo>
                  <a:cubicBezTo>
                    <a:pt x="1" y="946"/>
                    <a:pt x="473" y="1387"/>
                    <a:pt x="1072" y="1387"/>
                  </a:cubicBezTo>
                  <a:lnTo>
                    <a:pt x="3876" y="1387"/>
                  </a:lnTo>
                  <a:cubicBezTo>
                    <a:pt x="4474" y="1387"/>
                    <a:pt x="4947" y="946"/>
                    <a:pt x="4947" y="347"/>
                  </a:cubicBezTo>
                  <a:lnTo>
                    <a:pt x="494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11" name="Google Shape;9311;p72"/>
            <p:cNvSpPr/>
            <p:nvPr/>
          </p:nvSpPr>
          <p:spPr>
            <a:xfrm>
              <a:off x="-49630300" y="3651800"/>
              <a:ext cx="29150" cy="31325"/>
            </a:xfrm>
            <a:custGeom>
              <a:avLst/>
              <a:gdLst/>
              <a:ahLst/>
              <a:cxnLst/>
              <a:rect l="l" t="t" r="r" b="b"/>
              <a:pathLst>
                <a:path w="1166" h="1253" extrusionOk="0">
                  <a:moveTo>
                    <a:pt x="599" y="1"/>
                  </a:moveTo>
                  <a:lnTo>
                    <a:pt x="0" y="1135"/>
                  </a:lnTo>
                  <a:cubicBezTo>
                    <a:pt x="189" y="1214"/>
                    <a:pt x="386" y="1253"/>
                    <a:pt x="583" y="1253"/>
                  </a:cubicBezTo>
                  <a:cubicBezTo>
                    <a:pt x="780" y="1253"/>
                    <a:pt x="977" y="1214"/>
                    <a:pt x="1166" y="1135"/>
                  </a:cubicBezTo>
                  <a:lnTo>
                    <a:pt x="59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12" name="Google Shape;9312;p72"/>
            <p:cNvSpPr/>
            <p:nvPr/>
          </p:nvSpPr>
          <p:spPr>
            <a:xfrm>
              <a:off x="-49657875" y="3833750"/>
              <a:ext cx="85100" cy="18125"/>
            </a:xfrm>
            <a:custGeom>
              <a:avLst/>
              <a:gdLst/>
              <a:ahLst/>
              <a:cxnLst/>
              <a:rect l="l" t="t" r="r" b="b"/>
              <a:pathLst>
                <a:path w="3404" h="725" extrusionOk="0">
                  <a:moveTo>
                    <a:pt x="1" y="0"/>
                  </a:moveTo>
                  <a:cubicBezTo>
                    <a:pt x="158" y="410"/>
                    <a:pt x="536" y="725"/>
                    <a:pt x="977" y="725"/>
                  </a:cubicBezTo>
                  <a:lnTo>
                    <a:pt x="2395" y="725"/>
                  </a:lnTo>
                  <a:cubicBezTo>
                    <a:pt x="2868" y="725"/>
                    <a:pt x="3246" y="410"/>
                    <a:pt x="340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313" name="Google Shape;9313;p72"/>
          <p:cNvGrpSpPr/>
          <p:nvPr/>
        </p:nvGrpSpPr>
        <p:grpSpPr>
          <a:xfrm>
            <a:off x="2298721" y="3215614"/>
            <a:ext cx="478649" cy="474033"/>
            <a:chOff x="-49766550" y="3920175"/>
            <a:chExt cx="303250" cy="300325"/>
          </a:xfrm>
        </p:grpSpPr>
        <p:sp>
          <p:nvSpPr>
            <p:cNvPr id="9314" name="Google Shape;9314;p72"/>
            <p:cNvSpPr/>
            <p:nvPr/>
          </p:nvSpPr>
          <p:spPr>
            <a:xfrm>
              <a:off x="-49764975" y="3920175"/>
              <a:ext cx="228425" cy="89225"/>
            </a:xfrm>
            <a:custGeom>
              <a:avLst/>
              <a:gdLst/>
              <a:ahLst/>
              <a:cxnLst/>
              <a:rect l="l" t="t" r="r" b="b"/>
              <a:pathLst>
                <a:path w="9137" h="3569" extrusionOk="0">
                  <a:moveTo>
                    <a:pt x="4568" y="1"/>
                  </a:moveTo>
                  <a:cubicBezTo>
                    <a:pt x="2284" y="1"/>
                    <a:pt x="0" y="592"/>
                    <a:pt x="0" y="1773"/>
                  </a:cubicBezTo>
                  <a:cubicBezTo>
                    <a:pt x="0" y="2970"/>
                    <a:pt x="2300" y="3569"/>
                    <a:pt x="4568" y="3569"/>
                  </a:cubicBezTo>
                  <a:cubicBezTo>
                    <a:pt x="6837" y="3569"/>
                    <a:pt x="9137" y="2970"/>
                    <a:pt x="9137" y="1773"/>
                  </a:cubicBezTo>
                  <a:cubicBezTo>
                    <a:pt x="9137" y="592"/>
                    <a:pt x="6852" y="1"/>
                    <a:pt x="456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15" name="Google Shape;9315;p72"/>
            <p:cNvSpPr/>
            <p:nvPr/>
          </p:nvSpPr>
          <p:spPr>
            <a:xfrm>
              <a:off x="-49764975" y="3998350"/>
              <a:ext cx="141775" cy="115800"/>
            </a:xfrm>
            <a:custGeom>
              <a:avLst/>
              <a:gdLst/>
              <a:ahLst/>
              <a:cxnLst/>
              <a:rect l="l" t="t" r="r" b="b"/>
              <a:pathLst>
                <a:path w="5671" h="4632" extrusionOk="0">
                  <a:moveTo>
                    <a:pt x="0" y="1"/>
                  </a:moveTo>
                  <a:lnTo>
                    <a:pt x="0" y="3939"/>
                  </a:lnTo>
                  <a:cubicBezTo>
                    <a:pt x="0" y="4317"/>
                    <a:pt x="315" y="4632"/>
                    <a:pt x="693" y="4632"/>
                  </a:cubicBezTo>
                  <a:cubicBezTo>
                    <a:pt x="1103" y="4632"/>
                    <a:pt x="1418" y="4317"/>
                    <a:pt x="1418" y="3939"/>
                  </a:cubicBezTo>
                  <a:lnTo>
                    <a:pt x="1418" y="2868"/>
                  </a:lnTo>
                  <a:cubicBezTo>
                    <a:pt x="1418" y="2269"/>
                    <a:pt x="1890" y="1796"/>
                    <a:pt x="2457" y="1796"/>
                  </a:cubicBezTo>
                  <a:cubicBezTo>
                    <a:pt x="3056" y="1796"/>
                    <a:pt x="3529" y="2269"/>
                    <a:pt x="3529" y="2868"/>
                  </a:cubicBezTo>
                  <a:lnTo>
                    <a:pt x="3529" y="3592"/>
                  </a:lnTo>
                  <a:cubicBezTo>
                    <a:pt x="3529" y="3781"/>
                    <a:pt x="3686" y="3939"/>
                    <a:pt x="3875" y="3939"/>
                  </a:cubicBezTo>
                  <a:cubicBezTo>
                    <a:pt x="4096" y="3939"/>
                    <a:pt x="4253" y="3781"/>
                    <a:pt x="4253" y="3592"/>
                  </a:cubicBezTo>
                  <a:lnTo>
                    <a:pt x="4253" y="2868"/>
                  </a:lnTo>
                  <a:cubicBezTo>
                    <a:pt x="4253" y="2427"/>
                    <a:pt x="4568" y="1954"/>
                    <a:pt x="5041" y="1828"/>
                  </a:cubicBezTo>
                  <a:cubicBezTo>
                    <a:pt x="5104" y="1796"/>
                    <a:pt x="5198" y="1796"/>
                    <a:pt x="5293" y="1796"/>
                  </a:cubicBezTo>
                  <a:cubicBezTo>
                    <a:pt x="5513" y="1796"/>
                    <a:pt x="5671" y="1639"/>
                    <a:pt x="5671" y="1450"/>
                  </a:cubicBezTo>
                  <a:lnTo>
                    <a:pt x="5671" y="1040"/>
                  </a:lnTo>
                  <a:cubicBezTo>
                    <a:pt x="5293" y="1103"/>
                    <a:pt x="4946" y="1103"/>
                    <a:pt x="4600" y="1103"/>
                  </a:cubicBezTo>
                  <a:cubicBezTo>
                    <a:pt x="2899" y="1103"/>
                    <a:pt x="1008" y="788"/>
                    <a:pt x="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16" name="Google Shape;9316;p72"/>
            <p:cNvSpPr/>
            <p:nvPr/>
          </p:nvSpPr>
          <p:spPr>
            <a:xfrm>
              <a:off x="-49627150" y="3996000"/>
              <a:ext cx="163850" cy="148100"/>
            </a:xfrm>
            <a:custGeom>
              <a:avLst/>
              <a:gdLst/>
              <a:ahLst/>
              <a:cxnLst/>
              <a:rect l="l" t="t" r="r" b="b"/>
              <a:pathLst>
                <a:path w="6554" h="5924" extrusionOk="0">
                  <a:moveTo>
                    <a:pt x="3655" y="725"/>
                  </a:moveTo>
                  <a:cubicBezTo>
                    <a:pt x="4348" y="1040"/>
                    <a:pt x="5041" y="1544"/>
                    <a:pt x="5451" y="2206"/>
                  </a:cubicBezTo>
                  <a:cubicBezTo>
                    <a:pt x="5766" y="2678"/>
                    <a:pt x="5860" y="3308"/>
                    <a:pt x="5671" y="3875"/>
                  </a:cubicBezTo>
                  <a:cubicBezTo>
                    <a:pt x="5451" y="4411"/>
                    <a:pt x="5041" y="4852"/>
                    <a:pt x="4443" y="5041"/>
                  </a:cubicBezTo>
                  <a:cubicBezTo>
                    <a:pt x="4171" y="5132"/>
                    <a:pt x="3899" y="5193"/>
                    <a:pt x="3655" y="5198"/>
                  </a:cubicBezTo>
                  <a:lnTo>
                    <a:pt x="3655" y="5198"/>
                  </a:lnTo>
                  <a:lnTo>
                    <a:pt x="3655" y="725"/>
                  </a:lnTo>
                  <a:close/>
                  <a:moveTo>
                    <a:pt x="3718" y="0"/>
                  </a:moveTo>
                  <a:cubicBezTo>
                    <a:pt x="3088" y="599"/>
                    <a:pt x="1985" y="914"/>
                    <a:pt x="820" y="1071"/>
                  </a:cubicBezTo>
                  <a:lnTo>
                    <a:pt x="820" y="1544"/>
                  </a:lnTo>
                  <a:cubicBezTo>
                    <a:pt x="820" y="2048"/>
                    <a:pt x="473" y="2489"/>
                    <a:pt x="0" y="2584"/>
                  </a:cubicBezTo>
                  <a:lnTo>
                    <a:pt x="1009" y="3938"/>
                  </a:lnTo>
                  <a:cubicBezTo>
                    <a:pt x="1619" y="4793"/>
                    <a:pt x="2554" y="5263"/>
                    <a:pt x="3557" y="5263"/>
                  </a:cubicBezTo>
                  <a:cubicBezTo>
                    <a:pt x="3579" y="5263"/>
                    <a:pt x="3601" y="5263"/>
                    <a:pt x="3624" y="5262"/>
                  </a:cubicBezTo>
                  <a:lnTo>
                    <a:pt x="3624" y="5262"/>
                  </a:lnTo>
                  <a:lnTo>
                    <a:pt x="3624" y="5923"/>
                  </a:lnTo>
                  <a:cubicBezTo>
                    <a:pt x="3970" y="5923"/>
                    <a:pt x="4317" y="5829"/>
                    <a:pt x="4632" y="5734"/>
                  </a:cubicBezTo>
                  <a:cubicBezTo>
                    <a:pt x="5419" y="5451"/>
                    <a:pt x="6018" y="4852"/>
                    <a:pt x="6301" y="4096"/>
                  </a:cubicBezTo>
                  <a:cubicBezTo>
                    <a:pt x="6553" y="3371"/>
                    <a:pt x="6459" y="2521"/>
                    <a:pt x="6018" y="1859"/>
                  </a:cubicBezTo>
                  <a:cubicBezTo>
                    <a:pt x="5451" y="1040"/>
                    <a:pt x="4632" y="410"/>
                    <a:pt x="371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17" name="Google Shape;9317;p72"/>
            <p:cNvSpPr/>
            <p:nvPr/>
          </p:nvSpPr>
          <p:spPr>
            <a:xfrm>
              <a:off x="-49766550" y="4061375"/>
              <a:ext cx="230000" cy="159125"/>
            </a:xfrm>
            <a:custGeom>
              <a:avLst/>
              <a:gdLst/>
              <a:ahLst/>
              <a:cxnLst/>
              <a:rect l="l" t="t" r="r" b="b"/>
              <a:pathLst>
                <a:path w="9200" h="6365" extrusionOk="0">
                  <a:moveTo>
                    <a:pt x="2489" y="0"/>
                  </a:moveTo>
                  <a:cubicBezTo>
                    <a:pt x="2300" y="0"/>
                    <a:pt x="2142" y="158"/>
                    <a:pt x="2142" y="347"/>
                  </a:cubicBezTo>
                  <a:lnTo>
                    <a:pt x="2142" y="1418"/>
                  </a:lnTo>
                  <a:cubicBezTo>
                    <a:pt x="2142" y="2205"/>
                    <a:pt x="1481" y="2836"/>
                    <a:pt x="725" y="2836"/>
                  </a:cubicBezTo>
                  <a:cubicBezTo>
                    <a:pt x="441" y="2836"/>
                    <a:pt x="221" y="2741"/>
                    <a:pt x="0" y="2647"/>
                  </a:cubicBezTo>
                  <a:lnTo>
                    <a:pt x="0" y="4600"/>
                  </a:lnTo>
                  <a:cubicBezTo>
                    <a:pt x="0" y="5734"/>
                    <a:pt x="2331" y="6364"/>
                    <a:pt x="4631" y="6364"/>
                  </a:cubicBezTo>
                  <a:cubicBezTo>
                    <a:pt x="6900" y="6364"/>
                    <a:pt x="9200" y="5797"/>
                    <a:pt x="9200" y="4600"/>
                  </a:cubicBezTo>
                  <a:lnTo>
                    <a:pt x="9200" y="3340"/>
                  </a:lnTo>
                  <a:cubicBezTo>
                    <a:pt x="9121" y="3353"/>
                    <a:pt x="9033" y="3360"/>
                    <a:pt x="8938" y="3360"/>
                  </a:cubicBezTo>
                  <a:cubicBezTo>
                    <a:pt x="8153" y="3360"/>
                    <a:pt x="6857" y="2888"/>
                    <a:pt x="5986" y="1764"/>
                  </a:cubicBezTo>
                  <a:lnTo>
                    <a:pt x="4978" y="378"/>
                  </a:lnTo>
                  <a:lnTo>
                    <a:pt x="4978" y="1071"/>
                  </a:lnTo>
                  <a:cubicBezTo>
                    <a:pt x="4978" y="1638"/>
                    <a:pt x="4505" y="2111"/>
                    <a:pt x="3907" y="2111"/>
                  </a:cubicBezTo>
                  <a:cubicBezTo>
                    <a:pt x="3308" y="2111"/>
                    <a:pt x="2836" y="1638"/>
                    <a:pt x="2836" y="1071"/>
                  </a:cubicBezTo>
                  <a:lnTo>
                    <a:pt x="2836" y="347"/>
                  </a:lnTo>
                  <a:cubicBezTo>
                    <a:pt x="2836" y="158"/>
                    <a:pt x="2678" y="0"/>
                    <a:pt x="248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318" name="Google Shape;9318;p72"/>
          <p:cNvGrpSpPr/>
          <p:nvPr/>
        </p:nvGrpSpPr>
        <p:grpSpPr>
          <a:xfrm>
            <a:off x="5252762" y="2079678"/>
            <a:ext cx="476164" cy="472455"/>
            <a:chOff x="-47892800" y="3200500"/>
            <a:chExt cx="301675" cy="299325"/>
          </a:xfrm>
        </p:grpSpPr>
        <p:sp>
          <p:nvSpPr>
            <p:cNvPr id="9319" name="Google Shape;9319;p72"/>
            <p:cNvSpPr/>
            <p:nvPr/>
          </p:nvSpPr>
          <p:spPr>
            <a:xfrm>
              <a:off x="-47892800" y="3200500"/>
              <a:ext cx="301675" cy="177225"/>
            </a:xfrm>
            <a:custGeom>
              <a:avLst/>
              <a:gdLst/>
              <a:ahLst/>
              <a:cxnLst/>
              <a:rect l="l" t="t" r="r" b="b"/>
              <a:pathLst>
                <a:path w="12067" h="7089" extrusionOk="0">
                  <a:moveTo>
                    <a:pt x="347" y="0"/>
                  </a:moveTo>
                  <a:cubicBezTo>
                    <a:pt x="158" y="0"/>
                    <a:pt x="0" y="158"/>
                    <a:pt x="0" y="378"/>
                  </a:cubicBezTo>
                  <a:lnTo>
                    <a:pt x="0" y="1796"/>
                  </a:lnTo>
                  <a:cubicBezTo>
                    <a:pt x="0" y="1985"/>
                    <a:pt x="158" y="2143"/>
                    <a:pt x="347" y="2143"/>
                  </a:cubicBezTo>
                  <a:lnTo>
                    <a:pt x="1765" y="2143"/>
                  </a:lnTo>
                  <a:cubicBezTo>
                    <a:pt x="1985" y="2143"/>
                    <a:pt x="2143" y="1985"/>
                    <a:pt x="2143" y="1796"/>
                  </a:cubicBezTo>
                  <a:lnTo>
                    <a:pt x="2143" y="1418"/>
                  </a:lnTo>
                  <a:lnTo>
                    <a:pt x="5010" y="1418"/>
                  </a:lnTo>
                  <a:cubicBezTo>
                    <a:pt x="4915" y="1576"/>
                    <a:pt x="3277" y="4506"/>
                    <a:pt x="3182" y="4663"/>
                  </a:cubicBezTo>
                  <a:lnTo>
                    <a:pt x="4821" y="7089"/>
                  </a:lnTo>
                  <a:lnTo>
                    <a:pt x="5671" y="7089"/>
                  </a:lnTo>
                  <a:lnTo>
                    <a:pt x="5671" y="5577"/>
                  </a:lnTo>
                  <a:cubicBezTo>
                    <a:pt x="5293" y="5419"/>
                    <a:pt x="4978" y="5010"/>
                    <a:pt x="4978" y="4569"/>
                  </a:cubicBezTo>
                  <a:cubicBezTo>
                    <a:pt x="4978" y="4001"/>
                    <a:pt x="5451" y="3529"/>
                    <a:pt x="6018" y="3529"/>
                  </a:cubicBezTo>
                  <a:cubicBezTo>
                    <a:pt x="6616" y="3529"/>
                    <a:pt x="7089" y="4001"/>
                    <a:pt x="7089" y="4569"/>
                  </a:cubicBezTo>
                  <a:cubicBezTo>
                    <a:pt x="7089" y="5041"/>
                    <a:pt x="6805" y="5419"/>
                    <a:pt x="6396" y="5577"/>
                  </a:cubicBezTo>
                  <a:lnTo>
                    <a:pt x="6396" y="7026"/>
                  </a:lnTo>
                  <a:lnTo>
                    <a:pt x="7247" y="7026"/>
                  </a:lnTo>
                  <a:lnTo>
                    <a:pt x="8853" y="4569"/>
                  </a:lnTo>
                  <a:cubicBezTo>
                    <a:pt x="8790" y="4411"/>
                    <a:pt x="7120" y="1513"/>
                    <a:pt x="7057" y="1355"/>
                  </a:cubicBezTo>
                  <a:lnTo>
                    <a:pt x="9924" y="1355"/>
                  </a:lnTo>
                  <a:lnTo>
                    <a:pt x="9924" y="1702"/>
                  </a:lnTo>
                  <a:cubicBezTo>
                    <a:pt x="9924" y="1891"/>
                    <a:pt x="10082" y="2048"/>
                    <a:pt x="10271" y="2048"/>
                  </a:cubicBezTo>
                  <a:lnTo>
                    <a:pt x="11689" y="2048"/>
                  </a:lnTo>
                  <a:cubicBezTo>
                    <a:pt x="11909" y="2048"/>
                    <a:pt x="12067" y="1891"/>
                    <a:pt x="12067" y="1702"/>
                  </a:cubicBezTo>
                  <a:lnTo>
                    <a:pt x="12067" y="284"/>
                  </a:lnTo>
                  <a:cubicBezTo>
                    <a:pt x="12004" y="158"/>
                    <a:pt x="11846" y="0"/>
                    <a:pt x="11657" y="0"/>
                  </a:cubicBezTo>
                  <a:lnTo>
                    <a:pt x="10239" y="0"/>
                  </a:lnTo>
                  <a:cubicBezTo>
                    <a:pt x="10050" y="0"/>
                    <a:pt x="9893" y="158"/>
                    <a:pt x="9893" y="378"/>
                  </a:cubicBezTo>
                  <a:lnTo>
                    <a:pt x="9893" y="725"/>
                  </a:lnTo>
                  <a:lnTo>
                    <a:pt x="6616" y="725"/>
                  </a:lnTo>
                  <a:lnTo>
                    <a:pt x="6301" y="221"/>
                  </a:lnTo>
                  <a:cubicBezTo>
                    <a:pt x="6238" y="95"/>
                    <a:pt x="6120" y="32"/>
                    <a:pt x="6002" y="32"/>
                  </a:cubicBezTo>
                  <a:cubicBezTo>
                    <a:pt x="5884" y="32"/>
                    <a:pt x="5766" y="95"/>
                    <a:pt x="5703" y="221"/>
                  </a:cubicBezTo>
                  <a:lnTo>
                    <a:pt x="5388" y="725"/>
                  </a:lnTo>
                  <a:lnTo>
                    <a:pt x="2143" y="725"/>
                  </a:lnTo>
                  <a:lnTo>
                    <a:pt x="2143" y="378"/>
                  </a:lnTo>
                  <a:cubicBezTo>
                    <a:pt x="2143" y="158"/>
                    <a:pt x="1985" y="0"/>
                    <a:pt x="176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20" name="Google Shape;9320;p72"/>
            <p:cNvSpPr/>
            <p:nvPr/>
          </p:nvSpPr>
          <p:spPr>
            <a:xfrm>
              <a:off x="-47751825" y="3306025"/>
              <a:ext cx="17350" cy="18150"/>
            </a:xfrm>
            <a:custGeom>
              <a:avLst/>
              <a:gdLst/>
              <a:ahLst/>
              <a:cxnLst/>
              <a:rect l="l" t="t" r="r" b="b"/>
              <a:pathLst>
                <a:path w="694" h="726" extrusionOk="0">
                  <a:moveTo>
                    <a:pt x="347" y="1"/>
                  </a:moveTo>
                  <a:cubicBezTo>
                    <a:pt x="158" y="1"/>
                    <a:pt x="1" y="159"/>
                    <a:pt x="1" y="348"/>
                  </a:cubicBezTo>
                  <a:cubicBezTo>
                    <a:pt x="1" y="568"/>
                    <a:pt x="158" y="726"/>
                    <a:pt x="347" y="726"/>
                  </a:cubicBezTo>
                  <a:cubicBezTo>
                    <a:pt x="536" y="726"/>
                    <a:pt x="694" y="568"/>
                    <a:pt x="694" y="348"/>
                  </a:cubicBezTo>
                  <a:cubicBezTo>
                    <a:pt x="694" y="159"/>
                    <a:pt x="536" y="1"/>
                    <a:pt x="3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21" name="Google Shape;9321;p72"/>
            <p:cNvSpPr/>
            <p:nvPr/>
          </p:nvSpPr>
          <p:spPr>
            <a:xfrm>
              <a:off x="-47786475" y="3395050"/>
              <a:ext cx="87450" cy="17350"/>
            </a:xfrm>
            <a:custGeom>
              <a:avLst/>
              <a:gdLst/>
              <a:ahLst/>
              <a:cxnLst/>
              <a:rect l="l" t="t" r="r" b="b"/>
              <a:pathLst>
                <a:path w="3498" h="694" extrusionOk="0">
                  <a:moveTo>
                    <a:pt x="347" y="0"/>
                  </a:moveTo>
                  <a:cubicBezTo>
                    <a:pt x="158" y="0"/>
                    <a:pt x="1" y="158"/>
                    <a:pt x="1" y="347"/>
                  </a:cubicBezTo>
                  <a:lnTo>
                    <a:pt x="1" y="693"/>
                  </a:lnTo>
                  <a:lnTo>
                    <a:pt x="3498" y="693"/>
                  </a:lnTo>
                  <a:lnTo>
                    <a:pt x="3498" y="347"/>
                  </a:lnTo>
                  <a:cubicBezTo>
                    <a:pt x="3498" y="158"/>
                    <a:pt x="3372" y="0"/>
                    <a:pt x="315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22" name="Google Shape;9322;p72"/>
            <p:cNvSpPr/>
            <p:nvPr/>
          </p:nvSpPr>
          <p:spPr>
            <a:xfrm>
              <a:off x="-47692750" y="3271375"/>
              <a:ext cx="101625" cy="140225"/>
            </a:xfrm>
            <a:custGeom>
              <a:avLst/>
              <a:gdLst/>
              <a:ahLst/>
              <a:cxnLst/>
              <a:rect l="l" t="t" r="r" b="b"/>
              <a:pathLst>
                <a:path w="4065" h="5609" extrusionOk="0">
                  <a:moveTo>
                    <a:pt x="631" y="1"/>
                  </a:moveTo>
                  <a:lnTo>
                    <a:pt x="1576" y="1639"/>
                  </a:lnTo>
                  <a:cubicBezTo>
                    <a:pt x="1639" y="1734"/>
                    <a:pt x="1639" y="1891"/>
                    <a:pt x="1576" y="1986"/>
                  </a:cubicBezTo>
                  <a:lnTo>
                    <a:pt x="1" y="4348"/>
                  </a:lnTo>
                  <a:cubicBezTo>
                    <a:pt x="316" y="4537"/>
                    <a:pt x="505" y="4853"/>
                    <a:pt x="505" y="5262"/>
                  </a:cubicBezTo>
                  <a:lnTo>
                    <a:pt x="505" y="5609"/>
                  </a:lnTo>
                  <a:lnTo>
                    <a:pt x="4065" y="5609"/>
                  </a:lnTo>
                  <a:lnTo>
                    <a:pt x="4065" y="1040"/>
                  </a:lnTo>
                  <a:cubicBezTo>
                    <a:pt x="4002" y="473"/>
                    <a:pt x="3561" y="1"/>
                    <a:pt x="296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23" name="Google Shape;9323;p72"/>
            <p:cNvSpPr/>
            <p:nvPr/>
          </p:nvSpPr>
          <p:spPr>
            <a:xfrm>
              <a:off x="-47891225" y="3272950"/>
              <a:ext cx="100050" cy="140225"/>
            </a:xfrm>
            <a:custGeom>
              <a:avLst/>
              <a:gdLst/>
              <a:ahLst/>
              <a:cxnLst/>
              <a:rect l="l" t="t" r="r" b="b"/>
              <a:pathLst>
                <a:path w="4002" h="5609" extrusionOk="0">
                  <a:moveTo>
                    <a:pt x="1040" y="1"/>
                  </a:moveTo>
                  <a:cubicBezTo>
                    <a:pt x="473" y="1"/>
                    <a:pt x="0" y="442"/>
                    <a:pt x="0" y="1040"/>
                  </a:cubicBezTo>
                  <a:lnTo>
                    <a:pt x="0" y="5609"/>
                  </a:lnTo>
                  <a:lnTo>
                    <a:pt x="3529" y="5609"/>
                  </a:lnTo>
                  <a:lnTo>
                    <a:pt x="3529" y="5231"/>
                  </a:lnTo>
                  <a:lnTo>
                    <a:pt x="3497" y="5231"/>
                  </a:lnTo>
                  <a:cubicBezTo>
                    <a:pt x="3497" y="4821"/>
                    <a:pt x="3686" y="4506"/>
                    <a:pt x="4002" y="4317"/>
                  </a:cubicBezTo>
                  <a:lnTo>
                    <a:pt x="2426" y="1954"/>
                  </a:lnTo>
                  <a:cubicBezTo>
                    <a:pt x="2363" y="1828"/>
                    <a:pt x="2363" y="1734"/>
                    <a:pt x="2426" y="1608"/>
                  </a:cubicBezTo>
                  <a:lnTo>
                    <a:pt x="337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24" name="Google Shape;9324;p72"/>
            <p:cNvSpPr/>
            <p:nvPr/>
          </p:nvSpPr>
          <p:spPr>
            <a:xfrm>
              <a:off x="-47892800" y="3428900"/>
              <a:ext cx="300100" cy="70925"/>
            </a:xfrm>
            <a:custGeom>
              <a:avLst/>
              <a:gdLst/>
              <a:ahLst/>
              <a:cxnLst/>
              <a:rect l="l" t="t" r="r" b="b"/>
              <a:pathLst>
                <a:path w="12004" h="2837" extrusionOk="0">
                  <a:moveTo>
                    <a:pt x="0" y="1"/>
                  </a:moveTo>
                  <a:lnTo>
                    <a:pt x="0" y="379"/>
                  </a:lnTo>
                  <a:cubicBezTo>
                    <a:pt x="0" y="946"/>
                    <a:pt x="473" y="1418"/>
                    <a:pt x="1072" y="1418"/>
                  </a:cubicBezTo>
                  <a:lnTo>
                    <a:pt x="4978" y="1418"/>
                  </a:lnTo>
                  <a:lnTo>
                    <a:pt x="4978" y="2143"/>
                  </a:lnTo>
                  <a:lnTo>
                    <a:pt x="3907" y="2143"/>
                  </a:lnTo>
                  <a:cubicBezTo>
                    <a:pt x="3718" y="2143"/>
                    <a:pt x="3560" y="2301"/>
                    <a:pt x="3560" y="2490"/>
                  </a:cubicBezTo>
                  <a:cubicBezTo>
                    <a:pt x="3560" y="2679"/>
                    <a:pt x="3718" y="2836"/>
                    <a:pt x="3907" y="2836"/>
                  </a:cubicBezTo>
                  <a:lnTo>
                    <a:pt x="8129" y="2836"/>
                  </a:lnTo>
                  <a:cubicBezTo>
                    <a:pt x="8318" y="2836"/>
                    <a:pt x="8475" y="2679"/>
                    <a:pt x="8475" y="2490"/>
                  </a:cubicBezTo>
                  <a:cubicBezTo>
                    <a:pt x="8475" y="2301"/>
                    <a:pt x="8318" y="2143"/>
                    <a:pt x="8129" y="2143"/>
                  </a:cubicBezTo>
                  <a:lnTo>
                    <a:pt x="7057" y="2143"/>
                  </a:lnTo>
                  <a:lnTo>
                    <a:pt x="7057" y="1418"/>
                  </a:lnTo>
                  <a:lnTo>
                    <a:pt x="10964" y="1418"/>
                  </a:lnTo>
                  <a:cubicBezTo>
                    <a:pt x="11531" y="1418"/>
                    <a:pt x="12004" y="946"/>
                    <a:pt x="12004" y="379"/>
                  </a:cubicBezTo>
                  <a:lnTo>
                    <a:pt x="1200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325" name="Google Shape;9325;p72"/>
          <p:cNvGrpSpPr/>
          <p:nvPr/>
        </p:nvGrpSpPr>
        <p:grpSpPr>
          <a:xfrm>
            <a:off x="5337917" y="2661476"/>
            <a:ext cx="305855" cy="473677"/>
            <a:chOff x="-47839250" y="3569100"/>
            <a:chExt cx="193775" cy="300100"/>
          </a:xfrm>
        </p:grpSpPr>
        <p:sp>
          <p:nvSpPr>
            <p:cNvPr id="9326" name="Google Shape;9326;p72"/>
            <p:cNvSpPr/>
            <p:nvPr/>
          </p:nvSpPr>
          <p:spPr>
            <a:xfrm>
              <a:off x="-47786475" y="3657325"/>
              <a:ext cx="51225" cy="51200"/>
            </a:xfrm>
            <a:custGeom>
              <a:avLst/>
              <a:gdLst/>
              <a:ahLst/>
              <a:cxnLst/>
              <a:rect l="l" t="t" r="r" b="b"/>
              <a:pathLst>
                <a:path w="2049" h="2048" extrusionOk="0">
                  <a:moveTo>
                    <a:pt x="1072" y="0"/>
                  </a:moveTo>
                  <a:cubicBezTo>
                    <a:pt x="473" y="0"/>
                    <a:pt x="1" y="473"/>
                    <a:pt x="1" y="1071"/>
                  </a:cubicBezTo>
                  <a:cubicBezTo>
                    <a:pt x="1" y="1544"/>
                    <a:pt x="284" y="1890"/>
                    <a:pt x="725" y="2048"/>
                  </a:cubicBezTo>
                  <a:lnTo>
                    <a:pt x="725" y="1071"/>
                  </a:lnTo>
                  <a:cubicBezTo>
                    <a:pt x="725" y="882"/>
                    <a:pt x="883" y="725"/>
                    <a:pt x="1072" y="725"/>
                  </a:cubicBezTo>
                  <a:lnTo>
                    <a:pt x="2048" y="725"/>
                  </a:lnTo>
                  <a:cubicBezTo>
                    <a:pt x="1891" y="315"/>
                    <a:pt x="1513" y="0"/>
                    <a:pt x="107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27" name="Google Shape;9327;p72"/>
            <p:cNvSpPr/>
            <p:nvPr/>
          </p:nvSpPr>
          <p:spPr>
            <a:xfrm>
              <a:off x="-47751025" y="3692750"/>
              <a:ext cx="15775" cy="15775"/>
            </a:xfrm>
            <a:custGeom>
              <a:avLst/>
              <a:gdLst/>
              <a:ahLst/>
              <a:cxnLst/>
              <a:rect l="l" t="t" r="r" b="b"/>
              <a:pathLst>
                <a:path w="631" h="631" extrusionOk="0">
                  <a:moveTo>
                    <a:pt x="0" y="1"/>
                  </a:moveTo>
                  <a:lnTo>
                    <a:pt x="0" y="631"/>
                  </a:lnTo>
                  <a:cubicBezTo>
                    <a:pt x="315" y="536"/>
                    <a:pt x="504" y="284"/>
                    <a:pt x="63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28" name="Google Shape;9328;p72"/>
            <p:cNvSpPr/>
            <p:nvPr/>
          </p:nvSpPr>
          <p:spPr>
            <a:xfrm>
              <a:off x="-47838450" y="3569100"/>
              <a:ext cx="192975" cy="35475"/>
            </a:xfrm>
            <a:custGeom>
              <a:avLst/>
              <a:gdLst/>
              <a:ahLst/>
              <a:cxnLst/>
              <a:rect l="l" t="t" r="r" b="b"/>
              <a:pathLst>
                <a:path w="7719" h="1419" extrusionOk="0">
                  <a:moveTo>
                    <a:pt x="347" y="1"/>
                  </a:moveTo>
                  <a:cubicBezTo>
                    <a:pt x="158" y="1"/>
                    <a:pt x="0" y="158"/>
                    <a:pt x="0" y="347"/>
                  </a:cubicBezTo>
                  <a:lnTo>
                    <a:pt x="0" y="1418"/>
                  </a:lnTo>
                  <a:lnTo>
                    <a:pt x="7719" y="1418"/>
                  </a:lnTo>
                  <a:lnTo>
                    <a:pt x="7719" y="347"/>
                  </a:lnTo>
                  <a:cubicBezTo>
                    <a:pt x="7719" y="158"/>
                    <a:pt x="7561" y="1"/>
                    <a:pt x="737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29" name="Google Shape;9329;p72"/>
            <p:cNvSpPr/>
            <p:nvPr/>
          </p:nvSpPr>
          <p:spPr>
            <a:xfrm>
              <a:off x="-47751025" y="3691975"/>
              <a:ext cx="53575" cy="53575"/>
            </a:xfrm>
            <a:custGeom>
              <a:avLst/>
              <a:gdLst/>
              <a:ahLst/>
              <a:cxnLst/>
              <a:rect l="l" t="t" r="r" b="b"/>
              <a:pathLst>
                <a:path w="2143" h="2143" extrusionOk="0">
                  <a:moveTo>
                    <a:pt x="1386" y="0"/>
                  </a:moveTo>
                  <a:cubicBezTo>
                    <a:pt x="1229" y="662"/>
                    <a:pt x="725" y="1229"/>
                    <a:pt x="0" y="1387"/>
                  </a:cubicBezTo>
                  <a:lnTo>
                    <a:pt x="0" y="2143"/>
                  </a:lnTo>
                  <a:lnTo>
                    <a:pt x="2143" y="2143"/>
                  </a:lnTo>
                  <a:lnTo>
                    <a:pt x="214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30" name="Google Shape;9330;p72"/>
            <p:cNvSpPr/>
            <p:nvPr/>
          </p:nvSpPr>
          <p:spPr>
            <a:xfrm>
              <a:off x="-47839250" y="3621875"/>
              <a:ext cx="193000" cy="159125"/>
            </a:xfrm>
            <a:custGeom>
              <a:avLst/>
              <a:gdLst/>
              <a:ahLst/>
              <a:cxnLst/>
              <a:rect l="l" t="t" r="r" b="b"/>
              <a:pathLst>
                <a:path w="7720" h="6365" extrusionOk="0">
                  <a:moveTo>
                    <a:pt x="3183" y="725"/>
                  </a:moveTo>
                  <a:cubicBezTo>
                    <a:pt x="4033" y="725"/>
                    <a:pt x="4758" y="1324"/>
                    <a:pt x="4915" y="2143"/>
                  </a:cubicBezTo>
                  <a:lnTo>
                    <a:pt x="6018" y="2143"/>
                  </a:lnTo>
                  <a:cubicBezTo>
                    <a:pt x="6207" y="2143"/>
                    <a:pt x="6365" y="2300"/>
                    <a:pt x="6365" y="2489"/>
                  </a:cubicBezTo>
                  <a:lnTo>
                    <a:pt x="6365" y="5293"/>
                  </a:lnTo>
                  <a:cubicBezTo>
                    <a:pt x="6365" y="5482"/>
                    <a:pt x="6207" y="5640"/>
                    <a:pt x="6018" y="5640"/>
                  </a:cubicBezTo>
                  <a:lnTo>
                    <a:pt x="3214" y="5640"/>
                  </a:lnTo>
                  <a:cubicBezTo>
                    <a:pt x="3025" y="5640"/>
                    <a:pt x="2868" y="5482"/>
                    <a:pt x="2868" y="5293"/>
                  </a:cubicBezTo>
                  <a:lnTo>
                    <a:pt x="2868" y="4191"/>
                  </a:lnTo>
                  <a:cubicBezTo>
                    <a:pt x="2080" y="4033"/>
                    <a:pt x="1450" y="3308"/>
                    <a:pt x="1450" y="2458"/>
                  </a:cubicBezTo>
                  <a:cubicBezTo>
                    <a:pt x="1418" y="1513"/>
                    <a:pt x="2206" y="725"/>
                    <a:pt x="3183" y="725"/>
                  </a:cubicBezTo>
                  <a:close/>
                  <a:moveTo>
                    <a:pt x="1" y="0"/>
                  </a:moveTo>
                  <a:lnTo>
                    <a:pt x="1" y="6364"/>
                  </a:lnTo>
                  <a:lnTo>
                    <a:pt x="7719" y="6364"/>
                  </a:lnTo>
                  <a:lnTo>
                    <a:pt x="771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31" name="Google Shape;9331;p72"/>
            <p:cNvSpPr/>
            <p:nvPr/>
          </p:nvSpPr>
          <p:spPr>
            <a:xfrm>
              <a:off x="-47839250" y="3799075"/>
              <a:ext cx="193000" cy="70125"/>
            </a:xfrm>
            <a:custGeom>
              <a:avLst/>
              <a:gdLst/>
              <a:ahLst/>
              <a:cxnLst/>
              <a:rect l="l" t="t" r="r" b="b"/>
              <a:pathLst>
                <a:path w="7720" h="2805" extrusionOk="0">
                  <a:moveTo>
                    <a:pt x="4600" y="663"/>
                  </a:moveTo>
                  <a:cubicBezTo>
                    <a:pt x="4789" y="663"/>
                    <a:pt x="4947" y="820"/>
                    <a:pt x="4947" y="1041"/>
                  </a:cubicBezTo>
                  <a:cubicBezTo>
                    <a:pt x="4947" y="1230"/>
                    <a:pt x="4789" y="1387"/>
                    <a:pt x="4600" y="1387"/>
                  </a:cubicBezTo>
                  <a:lnTo>
                    <a:pt x="3183" y="1387"/>
                  </a:lnTo>
                  <a:cubicBezTo>
                    <a:pt x="2994" y="1387"/>
                    <a:pt x="2836" y="1230"/>
                    <a:pt x="2836" y="1041"/>
                  </a:cubicBezTo>
                  <a:cubicBezTo>
                    <a:pt x="2836" y="852"/>
                    <a:pt x="2994" y="663"/>
                    <a:pt x="3183" y="663"/>
                  </a:cubicBezTo>
                  <a:close/>
                  <a:moveTo>
                    <a:pt x="1" y="1"/>
                  </a:moveTo>
                  <a:lnTo>
                    <a:pt x="1" y="2458"/>
                  </a:lnTo>
                  <a:cubicBezTo>
                    <a:pt x="1" y="2647"/>
                    <a:pt x="158" y="2805"/>
                    <a:pt x="347" y="2805"/>
                  </a:cubicBezTo>
                  <a:lnTo>
                    <a:pt x="7341" y="2805"/>
                  </a:lnTo>
                  <a:cubicBezTo>
                    <a:pt x="7562" y="2805"/>
                    <a:pt x="7719" y="2647"/>
                    <a:pt x="7719" y="2458"/>
                  </a:cubicBezTo>
                  <a:lnTo>
                    <a:pt x="771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332" name="Google Shape;9332;p72"/>
          <p:cNvGrpSpPr/>
          <p:nvPr/>
        </p:nvGrpSpPr>
        <p:grpSpPr>
          <a:xfrm>
            <a:off x="5254004" y="3243275"/>
            <a:ext cx="473677" cy="474940"/>
            <a:chOff x="-47892800" y="3937700"/>
            <a:chExt cx="300100" cy="300900"/>
          </a:xfrm>
        </p:grpSpPr>
        <p:sp>
          <p:nvSpPr>
            <p:cNvPr id="9333" name="Google Shape;9333;p72"/>
            <p:cNvSpPr/>
            <p:nvPr/>
          </p:nvSpPr>
          <p:spPr>
            <a:xfrm>
              <a:off x="-47858150" y="3937700"/>
              <a:ext cx="70900" cy="44150"/>
            </a:xfrm>
            <a:custGeom>
              <a:avLst/>
              <a:gdLst/>
              <a:ahLst/>
              <a:cxnLst/>
              <a:rect l="l" t="t" r="r" b="b"/>
              <a:pathLst>
                <a:path w="2836" h="1766" extrusionOk="0">
                  <a:moveTo>
                    <a:pt x="1418" y="1"/>
                  </a:moveTo>
                  <a:cubicBezTo>
                    <a:pt x="631" y="1"/>
                    <a:pt x="1" y="694"/>
                    <a:pt x="1" y="1419"/>
                  </a:cubicBezTo>
                  <a:lnTo>
                    <a:pt x="1" y="1765"/>
                  </a:lnTo>
                  <a:cubicBezTo>
                    <a:pt x="442" y="1545"/>
                    <a:pt x="914" y="1419"/>
                    <a:pt x="1418" y="1419"/>
                  </a:cubicBezTo>
                  <a:cubicBezTo>
                    <a:pt x="1922" y="1419"/>
                    <a:pt x="2395" y="1545"/>
                    <a:pt x="2836" y="1765"/>
                  </a:cubicBezTo>
                  <a:lnTo>
                    <a:pt x="2836" y="1419"/>
                  </a:lnTo>
                  <a:cubicBezTo>
                    <a:pt x="2836" y="631"/>
                    <a:pt x="2206" y="1"/>
                    <a:pt x="141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34" name="Google Shape;9334;p72"/>
            <p:cNvSpPr/>
            <p:nvPr/>
          </p:nvSpPr>
          <p:spPr>
            <a:xfrm>
              <a:off x="-47892800" y="3991275"/>
              <a:ext cx="141000" cy="105550"/>
            </a:xfrm>
            <a:custGeom>
              <a:avLst/>
              <a:gdLst/>
              <a:ahLst/>
              <a:cxnLst/>
              <a:rect l="l" t="t" r="r" b="b"/>
              <a:pathLst>
                <a:path w="5640" h="4222" extrusionOk="0">
                  <a:moveTo>
                    <a:pt x="2836" y="0"/>
                  </a:moveTo>
                  <a:cubicBezTo>
                    <a:pt x="1292" y="0"/>
                    <a:pt x="32" y="1260"/>
                    <a:pt x="32" y="2804"/>
                  </a:cubicBezTo>
                  <a:lnTo>
                    <a:pt x="32" y="3875"/>
                  </a:lnTo>
                  <a:cubicBezTo>
                    <a:pt x="0" y="4064"/>
                    <a:pt x="158" y="4222"/>
                    <a:pt x="347" y="4222"/>
                  </a:cubicBezTo>
                  <a:lnTo>
                    <a:pt x="5293" y="4222"/>
                  </a:lnTo>
                  <a:cubicBezTo>
                    <a:pt x="5482" y="4222"/>
                    <a:pt x="5640" y="4064"/>
                    <a:pt x="5640" y="3875"/>
                  </a:cubicBezTo>
                  <a:lnTo>
                    <a:pt x="5640" y="2804"/>
                  </a:lnTo>
                  <a:cubicBezTo>
                    <a:pt x="5640" y="1260"/>
                    <a:pt x="4380" y="0"/>
                    <a:pt x="283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35" name="Google Shape;9335;p72"/>
            <p:cNvSpPr/>
            <p:nvPr/>
          </p:nvSpPr>
          <p:spPr>
            <a:xfrm>
              <a:off x="-47773875" y="3956600"/>
              <a:ext cx="119750" cy="89025"/>
            </a:xfrm>
            <a:custGeom>
              <a:avLst/>
              <a:gdLst/>
              <a:ahLst/>
              <a:cxnLst/>
              <a:rect l="l" t="t" r="r" b="b"/>
              <a:pathLst>
                <a:path w="4790" h="3561" extrusionOk="0">
                  <a:moveTo>
                    <a:pt x="1" y="1"/>
                  </a:moveTo>
                  <a:cubicBezTo>
                    <a:pt x="95" y="253"/>
                    <a:pt x="127" y="474"/>
                    <a:pt x="127" y="726"/>
                  </a:cubicBezTo>
                  <a:lnTo>
                    <a:pt x="127" y="1419"/>
                  </a:lnTo>
                  <a:lnTo>
                    <a:pt x="158" y="1419"/>
                  </a:lnTo>
                  <a:cubicBezTo>
                    <a:pt x="442" y="1639"/>
                    <a:pt x="694" y="1860"/>
                    <a:pt x="883" y="2143"/>
                  </a:cubicBezTo>
                  <a:cubicBezTo>
                    <a:pt x="1702" y="2301"/>
                    <a:pt x="2427" y="2805"/>
                    <a:pt x="2805" y="3561"/>
                  </a:cubicBezTo>
                  <a:cubicBezTo>
                    <a:pt x="3214" y="3120"/>
                    <a:pt x="3750" y="2805"/>
                    <a:pt x="4380" y="2805"/>
                  </a:cubicBezTo>
                  <a:cubicBezTo>
                    <a:pt x="4506" y="2805"/>
                    <a:pt x="4663" y="2805"/>
                    <a:pt x="4789" y="2836"/>
                  </a:cubicBezTo>
                  <a:cubicBezTo>
                    <a:pt x="4033" y="1167"/>
                    <a:pt x="2332" y="1"/>
                    <a:pt x="41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36" name="Google Shape;9336;p72"/>
            <p:cNvSpPr/>
            <p:nvPr/>
          </p:nvSpPr>
          <p:spPr>
            <a:xfrm>
              <a:off x="-47699050" y="4043250"/>
              <a:ext cx="71700" cy="70900"/>
            </a:xfrm>
            <a:custGeom>
              <a:avLst/>
              <a:gdLst/>
              <a:ahLst/>
              <a:cxnLst/>
              <a:rect l="l" t="t" r="r" b="b"/>
              <a:pathLst>
                <a:path w="2868" h="2836" extrusionOk="0">
                  <a:moveTo>
                    <a:pt x="1450" y="0"/>
                  </a:moveTo>
                  <a:cubicBezTo>
                    <a:pt x="662" y="0"/>
                    <a:pt x="1" y="694"/>
                    <a:pt x="1" y="1418"/>
                  </a:cubicBezTo>
                  <a:cubicBezTo>
                    <a:pt x="1" y="2206"/>
                    <a:pt x="662" y="2836"/>
                    <a:pt x="1450" y="2836"/>
                  </a:cubicBezTo>
                  <a:cubicBezTo>
                    <a:pt x="2237" y="2836"/>
                    <a:pt x="2868" y="2206"/>
                    <a:pt x="2868" y="1418"/>
                  </a:cubicBezTo>
                  <a:cubicBezTo>
                    <a:pt x="2868" y="631"/>
                    <a:pt x="2237" y="0"/>
                    <a:pt x="145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37" name="Google Shape;9337;p72"/>
            <p:cNvSpPr/>
            <p:nvPr/>
          </p:nvSpPr>
          <p:spPr>
            <a:xfrm>
              <a:off x="-47770725" y="4124375"/>
              <a:ext cx="178025" cy="114225"/>
            </a:xfrm>
            <a:custGeom>
              <a:avLst/>
              <a:gdLst/>
              <a:ahLst/>
              <a:cxnLst/>
              <a:rect l="l" t="t" r="r" b="b"/>
              <a:pathLst>
                <a:path w="7121" h="4569" extrusionOk="0">
                  <a:moveTo>
                    <a:pt x="3183" y="0"/>
                  </a:moveTo>
                  <a:lnTo>
                    <a:pt x="3183" y="2426"/>
                  </a:lnTo>
                  <a:lnTo>
                    <a:pt x="2490" y="2426"/>
                  </a:lnTo>
                  <a:lnTo>
                    <a:pt x="2490" y="2080"/>
                  </a:lnTo>
                  <a:cubicBezTo>
                    <a:pt x="2490" y="1891"/>
                    <a:pt x="2332" y="1733"/>
                    <a:pt x="2143" y="1733"/>
                  </a:cubicBezTo>
                  <a:cubicBezTo>
                    <a:pt x="1954" y="1733"/>
                    <a:pt x="1796" y="1891"/>
                    <a:pt x="1796" y="2080"/>
                  </a:cubicBezTo>
                  <a:lnTo>
                    <a:pt x="1796" y="2426"/>
                  </a:lnTo>
                  <a:cubicBezTo>
                    <a:pt x="788" y="2426"/>
                    <a:pt x="1" y="3214"/>
                    <a:pt x="1" y="4222"/>
                  </a:cubicBezTo>
                  <a:cubicBezTo>
                    <a:pt x="1" y="4411"/>
                    <a:pt x="158" y="4569"/>
                    <a:pt x="379" y="4569"/>
                  </a:cubicBezTo>
                  <a:lnTo>
                    <a:pt x="6711" y="4569"/>
                  </a:lnTo>
                  <a:cubicBezTo>
                    <a:pt x="6900" y="4569"/>
                    <a:pt x="7058" y="4411"/>
                    <a:pt x="7058" y="4222"/>
                  </a:cubicBezTo>
                  <a:cubicBezTo>
                    <a:pt x="7121" y="3214"/>
                    <a:pt x="6302" y="2426"/>
                    <a:pt x="5325" y="2426"/>
                  </a:cubicBezTo>
                  <a:lnTo>
                    <a:pt x="5325" y="0"/>
                  </a:lnTo>
                  <a:cubicBezTo>
                    <a:pt x="5010" y="190"/>
                    <a:pt x="4663" y="284"/>
                    <a:pt x="4254" y="284"/>
                  </a:cubicBezTo>
                  <a:cubicBezTo>
                    <a:pt x="3876" y="284"/>
                    <a:pt x="3529" y="158"/>
                    <a:pt x="318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38" name="Google Shape;9338;p72"/>
            <p:cNvSpPr/>
            <p:nvPr/>
          </p:nvSpPr>
          <p:spPr>
            <a:xfrm>
              <a:off x="-47830575" y="41322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39" name="Google Shape;9339;p72"/>
            <p:cNvSpPr/>
            <p:nvPr/>
          </p:nvSpPr>
          <p:spPr>
            <a:xfrm>
              <a:off x="-47785675" y="4112375"/>
              <a:ext cx="37825" cy="36250"/>
            </a:xfrm>
            <a:custGeom>
              <a:avLst/>
              <a:gdLst/>
              <a:ahLst/>
              <a:cxnLst/>
              <a:rect l="l" t="t" r="r" b="b"/>
              <a:pathLst>
                <a:path w="1513" h="1450" extrusionOk="0">
                  <a:moveTo>
                    <a:pt x="402" y="0"/>
                  </a:moveTo>
                  <a:cubicBezTo>
                    <a:pt x="307" y="0"/>
                    <a:pt x="205" y="24"/>
                    <a:pt x="126" y="71"/>
                  </a:cubicBezTo>
                  <a:cubicBezTo>
                    <a:pt x="0" y="197"/>
                    <a:pt x="0" y="449"/>
                    <a:pt x="126" y="607"/>
                  </a:cubicBezTo>
                  <a:lnTo>
                    <a:pt x="882" y="1331"/>
                  </a:lnTo>
                  <a:cubicBezTo>
                    <a:pt x="961" y="1410"/>
                    <a:pt x="1055" y="1449"/>
                    <a:pt x="1146" y="1449"/>
                  </a:cubicBezTo>
                  <a:cubicBezTo>
                    <a:pt x="1237" y="1449"/>
                    <a:pt x="1323" y="1410"/>
                    <a:pt x="1386" y="1331"/>
                  </a:cubicBezTo>
                  <a:cubicBezTo>
                    <a:pt x="1512" y="1237"/>
                    <a:pt x="1512" y="985"/>
                    <a:pt x="1386" y="827"/>
                  </a:cubicBezTo>
                  <a:lnTo>
                    <a:pt x="630" y="71"/>
                  </a:lnTo>
                  <a:cubicBezTo>
                    <a:pt x="583" y="24"/>
                    <a:pt x="496" y="0"/>
                    <a:pt x="40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40" name="Google Shape;9340;p72"/>
            <p:cNvSpPr/>
            <p:nvPr/>
          </p:nvSpPr>
          <p:spPr>
            <a:xfrm>
              <a:off x="-47892800" y="4112750"/>
              <a:ext cx="37825" cy="36250"/>
            </a:xfrm>
            <a:custGeom>
              <a:avLst/>
              <a:gdLst/>
              <a:ahLst/>
              <a:cxnLst/>
              <a:rect l="l" t="t" r="r" b="b"/>
              <a:pathLst>
                <a:path w="1513" h="1450" extrusionOk="0">
                  <a:moveTo>
                    <a:pt x="1111" y="1"/>
                  </a:moveTo>
                  <a:cubicBezTo>
                    <a:pt x="1016" y="1"/>
                    <a:pt x="930" y="40"/>
                    <a:pt x="883" y="119"/>
                  </a:cubicBezTo>
                  <a:lnTo>
                    <a:pt x="126" y="844"/>
                  </a:lnTo>
                  <a:cubicBezTo>
                    <a:pt x="0" y="970"/>
                    <a:pt x="0" y="1222"/>
                    <a:pt x="126" y="1379"/>
                  </a:cubicBezTo>
                  <a:cubicBezTo>
                    <a:pt x="189" y="1426"/>
                    <a:pt x="276" y="1450"/>
                    <a:pt x="367" y="1450"/>
                  </a:cubicBezTo>
                  <a:cubicBezTo>
                    <a:pt x="457" y="1450"/>
                    <a:pt x="552" y="1426"/>
                    <a:pt x="630" y="1379"/>
                  </a:cubicBezTo>
                  <a:lnTo>
                    <a:pt x="1387" y="623"/>
                  </a:lnTo>
                  <a:cubicBezTo>
                    <a:pt x="1513" y="497"/>
                    <a:pt x="1513" y="276"/>
                    <a:pt x="1387" y="119"/>
                  </a:cubicBezTo>
                  <a:cubicBezTo>
                    <a:pt x="1308" y="40"/>
                    <a:pt x="1205" y="1"/>
                    <a:pt x="111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341" name="Google Shape;9341;p72"/>
          <p:cNvGrpSpPr/>
          <p:nvPr/>
        </p:nvGrpSpPr>
        <p:grpSpPr>
          <a:xfrm>
            <a:off x="3527731" y="3901560"/>
            <a:ext cx="473677" cy="415277"/>
            <a:chOff x="-46042675" y="3218600"/>
            <a:chExt cx="300100" cy="263100"/>
          </a:xfrm>
        </p:grpSpPr>
        <p:sp>
          <p:nvSpPr>
            <p:cNvPr id="9342" name="Google Shape;9342;p72"/>
            <p:cNvSpPr/>
            <p:nvPr/>
          </p:nvSpPr>
          <p:spPr>
            <a:xfrm>
              <a:off x="-46042675" y="3302875"/>
              <a:ext cx="35475" cy="130000"/>
            </a:xfrm>
            <a:custGeom>
              <a:avLst/>
              <a:gdLst/>
              <a:ahLst/>
              <a:cxnLst/>
              <a:rect l="l" t="t" r="r" b="b"/>
              <a:pathLst>
                <a:path w="1419" h="5200" extrusionOk="0">
                  <a:moveTo>
                    <a:pt x="1" y="1"/>
                  </a:moveTo>
                  <a:lnTo>
                    <a:pt x="1" y="5199"/>
                  </a:lnTo>
                  <a:lnTo>
                    <a:pt x="1418" y="4506"/>
                  </a:lnTo>
                  <a:lnTo>
                    <a:pt x="1418" y="726"/>
                  </a:lnTo>
                  <a:lnTo>
                    <a:pt x="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43" name="Google Shape;9343;p72"/>
            <p:cNvSpPr/>
            <p:nvPr/>
          </p:nvSpPr>
          <p:spPr>
            <a:xfrm>
              <a:off x="-45919025" y="3341475"/>
              <a:ext cx="53600" cy="52800"/>
            </a:xfrm>
            <a:custGeom>
              <a:avLst/>
              <a:gdLst/>
              <a:ahLst/>
              <a:cxnLst/>
              <a:rect l="l" t="t" r="r" b="b"/>
              <a:pathLst>
                <a:path w="2144" h="2112" extrusionOk="0">
                  <a:moveTo>
                    <a:pt x="1072" y="1"/>
                  </a:moveTo>
                  <a:cubicBezTo>
                    <a:pt x="473" y="1"/>
                    <a:pt x="1" y="473"/>
                    <a:pt x="1" y="1072"/>
                  </a:cubicBezTo>
                  <a:cubicBezTo>
                    <a:pt x="1" y="1639"/>
                    <a:pt x="473" y="2112"/>
                    <a:pt x="1072" y="2112"/>
                  </a:cubicBezTo>
                  <a:cubicBezTo>
                    <a:pt x="1671" y="2112"/>
                    <a:pt x="2143" y="1639"/>
                    <a:pt x="2143" y="1072"/>
                  </a:cubicBezTo>
                  <a:cubicBezTo>
                    <a:pt x="2143" y="473"/>
                    <a:pt x="1639" y="1"/>
                    <a:pt x="107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44" name="Google Shape;9344;p72"/>
            <p:cNvSpPr/>
            <p:nvPr/>
          </p:nvSpPr>
          <p:spPr>
            <a:xfrm>
              <a:off x="-45778025" y="3302875"/>
              <a:ext cx="35450" cy="130000"/>
            </a:xfrm>
            <a:custGeom>
              <a:avLst/>
              <a:gdLst/>
              <a:ahLst/>
              <a:cxnLst/>
              <a:rect l="l" t="t" r="r" b="b"/>
              <a:pathLst>
                <a:path w="1418" h="5200" extrusionOk="0">
                  <a:moveTo>
                    <a:pt x="1418" y="1"/>
                  </a:moveTo>
                  <a:lnTo>
                    <a:pt x="0" y="726"/>
                  </a:lnTo>
                  <a:lnTo>
                    <a:pt x="0" y="4506"/>
                  </a:lnTo>
                  <a:lnTo>
                    <a:pt x="1418" y="5199"/>
                  </a:lnTo>
                  <a:lnTo>
                    <a:pt x="141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45" name="Google Shape;9345;p72"/>
            <p:cNvSpPr/>
            <p:nvPr/>
          </p:nvSpPr>
          <p:spPr>
            <a:xfrm>
              <a:off x="-46042675" y="3235950"/>
              <a:ext cx="300100" cy="245750"/>
            </a:xfrm>
            <a:custGeom>
              <a:avLst/>
              <a:gdLst/>
              <a:ahLst/>
              <a:cxnLst/>
              <a:rect l="l" t="t" r="r" b="b"/>
              <a:pathLst>
                <a:path w="12004" h="9830" extrusionOk="0">
                  <a:moveTo>
                    <a:pt x="6018" y="2142"/>
                  </a:moveTo>
                  <a:cubicBezTo>
                    <a:pt x="7751" y="2142"/>
                    <a:pt x="9168" y="3560"/>
                    <a:pt x="9168" y="5293"/>
                  </a:cubicBezTo>
                  <a:cubicBezTo>
                    <a:pt x="9168" y="7026"/>
                    <a:pt x="7751" y="8443"/>
                    <a:pt x="6018" y="8443"/>
                  </a:cubicBezTo>
                  <a:cubicBezTo>
                    <a:pt x="4285" y="8443"/>
                    <a:pt x="2867" y="7026"/>
                    <a:pt x="2867" y="5293"/>
                  </a:cubicBezTo>
                  <a:cubicBezTo>
                    <a:pt x="2867" y="3560"/>
                    <a:pt x="4285" y="2142"/>
                    <a:pt x="6018" y="2142"/>
                  </a:cubicBezTo>
                  <a:close/>
                  <a:moveTo>
                    <a:pt x="1765" y="0"/>
                  </a:moveTo>
                  <a:cubicBezTo>
                    <a:pt x="1576" y="0"/>
                    <a:pt x="1418" y="158"/>
                    <a:pt x="1418" y="378"/>
                  </a:cubicBezTo>
                  <a:lnTo>
                    <a:pt x="1418" y="725"/>
                  </a:lnTo>
                  <a:lnTo>
                    <a:pt x="1072" y="725"/>
                  </a:lnTo>
                  <a:cubicBezTo>
                    <a:pt x="473" y="725"/>
                    <a:pt x="1" y="1197"/>
                    <a:pt x="1" y="1796"/>
                  </a:cubicBezTo>
                  <a:lnTo>
                    <a:pt x="1" y="1890"/>
                  </a:lnTo>
                  <a:lnTo>
                    <a:pt x="1922" y="2835"/>
                  </a:lnTo>
                  <a:cubicBezTo>
                    <a:pt x="2048" y="2930"/>
                    <a:pt x="2143" y="3056"/>
                    <a:pt x="2143" y="3151"/>
                  </a:cubicBezTo>
                  <a:lnTo>
                    <a:pt x="2143" y="7372"/>
                  </a:lnTo>
                  <a:cubicBezTo>
                    <a:pt x="2143" y="7498"/>
                    <a:pt x="2048" y="7624"/>
                    <a:pt x="1922" y="7687"/>
                  </a:cubicBezTo>
                  <a:lnTo>
                    <a:pt x="1" y="8632"/>
                  </a:lnTo>
                  <a:lnTo>
                    <a:pt x="1" y="8758"/>
                  </a:lnTo>
                  <a:cubicBezTo>
                    <a:pt x="1" y="9357"/>
                    <a:pt x="473" y="9830"/>
                    <a:pt x="1072" y="9830"/>
                  </a:cubicBezTo>
                  <a:lnTo>
                    <a:pt x="10964" y="9830"/>
                  </a:lnTo>
                  <a:cubicBezTo>
                    <a:pt x="11531" y="9830"/>
                    <a:pt x="12004" y="9357"/>
                    <a:pt x="12004" y="8758"/>
                  </a:cubicBezTo>
                  <a:lnTo>
                    <a:pt x="12004" y="8632"/>
                  </a:lnTo>
                  <a:lnTo>
                    <a:pt x="10082" y="7687"/>
                  </a:lnTo>
                  <a:cubicBezTo>
                    <a:pt x="9956" y="7624"/>
                    <a:pt x="9893" y="7498"/>
                    <a:pt x="9893" y="7372"/>
                  </a:cubicBezTo>
                  <a:lnTo>
                    <a:pt x="9893" y="3151"/>
                  </a:lnTo>
                  <a:cubicBezTo>
                    <a:pt x="9893" y="3056"/>
                    <a:pt x="9956" y="2930"/>
                    <a:pt x="10082" y="2835"/>
                  </a:cubicBezTo>
                  <a:lnTo>
                    <a:pt x="12004" y="1890"/>
                  </a:lnTo>
                  <a:lnTo>
                    <a:pt x="12004" y="1796"/>
                  </a:lnTo>
                  <a:cubicBezTo>
                    <a:pt x="12004" y="1197"/>
                    <a:pt x="11531" y="725"/>
                    <a:pt x="10933" y="725"/>
                  </a:cubicBezTo>
                  <a:lnTo>
                    <a:pt x="2143" y="725"/>
                  </a:lnTo>
                  <a:lnTo>
                    <a:pt x="2143" y="378"/>
                  </a:lnTo>
                  <a:cubicBezTo>
                    <a:pt x="2143" y="158"/>
                    <a:pt x="1985" y="0"/>
                    <a:pt x="176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46" name="Google Shape;9346;p72"/>
            <p:cNvSpPr/>
            <p:nvPr/>
          </p:nvSpPr>
          <p:spPr>
            <a:xfrm>
              <a:off x="-45952875" y="3306025"/>
              <a:ext cx="122100" cy="122125"/>
            </a:xfrm>
            <a:custGeom>
              <a:avLst/>
              <a:gdLst/>
              <a:ahLst/>
              <a:cxnLst/>
              <a:rect l="l" t="t" r="r" b="b"/>
              <a:pathLst>
                <a:path w="4884" h="4885" extrusionOk="0">
                  <a:moveTo>
                    <a:pt x="2426" y="663"/>
                  </a:moveTo>
                  <a:cubicBezTo>
                    <a:pt x="3403" y="663"/>
                    <a:pt x="4190" y="1450"/>
                    <a:pt x="4190" y="2458"/>
                  </a:cubicBezTo>
                  <a:cubicBezTo>
                    <a:pt x="4159" y="3435"/>
                    <a:pt x="3371" y="4223"/>
                    <a:pt x="2426" y="4223"/>
                  </a:cubicBezTo>
                  <a:cubicBezTo>
                    <a:pt x="1449" y="4223"/>
                    <a:pt x="662" y="3435"/>
                    <a:pt x="662" y="2458"/>
                  </a:cubicBezTo>
                  <a:cubicBezTo>
                    <a:pt x="662" y="1450"/>
                    <a:pt x="1449" y="663"/>
                    <a:pt x="2426" y="663"/>
                  </a:cubicBezTo>
                  <a:close/>
                  <a:moveTo>
                    <a:pt x="2426" y="1"/>
                  </a:moveTo>
                  <a:cubicBezTo>
                    <a:pt x="1103" y="1"/>
                    <a:pt x="0" y="1104"/>
                    <a:pt x="0" y="2458"/>
                  </a:cubicBezTo>
                  <a:cubicBezTo>
                    <a:pt x="0" y="3782"/>
                    <a:pt x="1103" y="4884"/>
                    <a:pt x="2426" y="4884"/>
                  </a:cubicBezTo>
                  <a:cubicBezTo>
                    <a:pt x="3781" y="4884"/>
                    <a:pt x="4883" y="3782"/>
                    <a:pt x="4883" y="2458"/>
                  </a:cubicBezTo>
                  <a:cubicBezTo>
                    <a:pt x="4883" y="1104"/>
                    <a:pt x="3781" y="1"/>
                    <a:pt x="242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47" name="Google Shape;9347;p72"/>
            <p:cNvSpPr/>
            <p:nvPr/>
          </p:nvSpPr>
          <p:spPr>
            <a:xfrm>
              <a:off x="-45941075" y="3218600"/>
              <a:ext cx="98475" cy="17375"/>
            </a:xfrm>
            <a:custGeom>
              <a:avLst/>
              <a:gdLst/>
              <a:ahLst/>
              <a:cxnLst/>
              <a:rect l="l" t="t" r="r" b="b"/>
              <a:pathLst>
                <a:path w="3939" h="695" extrusionOk="0">
                  <a:moveTo>
                    <a:pt x="536" y="1"/>
                  </a:moveTo>
                  <a:cubicBezTo>
                    <a:pt x="410" y="1"/>
                    <a:pt x="316" y="64"/>
                    <a:pt x="221" y="190"/>
                  </a:cubicBezTo>
                  <a:lnTo>
                    <a:pt x="1" y="694"/>
                  </a:lnTo>
                  <a:lnTo>
                    <a:pt x="3939" y="694"/>
                  </a:lnTo>
                  <a:lnTo>
                    <a:pt x="3655" y="190"/>
                  </a:lnTo>
                  <a:cubicBezTo>
                    <a:pt x="3592" y="64"/>
                    <a:pt x="3466" y="1"/>
                    <a:pt x="334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348" name="Google Shape;9348;p72"/>
          <p:cNvGrpSpPr/>
          <p:nvPr/>
        </p:nvGrpSpPr>
        <p:grpSpPr>
          <a:xfrm>
            <a:off x="3527731" y="4454159"/>
            <a:ext cx="473677" cy="430824"/>
            <a:chOff x="-46042675" y="3568700"/>
            <a:chExt cx="300100" cy="272950"/>
          </a:xfrm>
        </p:grpSpPr>
        <p:sp>
          <p:nvSpPr>
            <p:cNvPr id="9349" name="Google Shape;9349;p72"/>
            <p:cNvSpPr/>
            <p:nvPr/>
          </p:nvSpPr>
          <p:spPr>
            <a:xfrm>
              <a:off x="-46042675" y="3758125"/>
              <a:ext cx="115025" cy="83525"/>
            </a:xfrm>
            <a:custGeom>
              <a:avLst/>
              <a:gdLst/>
              <a:ahLst/>
              <a:cxnLst/>
              <a:rect l="l" t="t" r="r" b="b"/>
              <a:pathLst>
                <a:path w="4601" h="3341" extrusionOk="0">
                  <a:moveTo>
                    <a:pt x="1985" y="1"/>
                  </a:moveTo>
                  <a:lnTo>
                    <a:pt x="127" y="1797"/>
                  </a:lnTo>
                  <a:cubicBezTo>
                    <a:pt x="32" y="1891"/>
                    <a:pt x="1" y="2017"/>
                    <a:pt x="32" y="2112"/>
                  </a:cubicBezTo>
                  <a:cubicBezTo>
                    <a:pt x="95" y="2238"/>
                    <a:pt x="158" y="2332"/>
                    <a:pt x="284" y="2364"/>
                  </a:cubicBezTo>
                  <a:lnTo>
                    <a:pt x="3277" y="3340"/>
                  </a:lnTo>
                  <a:lnTo>
                    <a:pt x="3403" y="3340"/>
                  </a:lnTo>
                  <a:cubicBezTo>
                    <a:pt x="3466" y="3340"/>
                    <a:pt x="3592" y="3309"/>
                    <a:pt x="3624" y="3214"/>
                  </a:cubicBezTo>
                  <a:lnTo>
                    <a:pt x="4600" y="2238"/>
                  </a:lnTo>
                  <a:lnTo>
                    <a:pt x="2395" y="1639"/>
                  </a:lnTo>
                  <a:cubicBezTo>
                    <a:pt x="2367" y="1650"/>
                    <a:pt x="2340" y="1656"/>
                    <a:pt x="2316" y="1656"/>
                  </a:cubicBezTo>
                  <a:cubicBezTo>
                    <a:pt x="2206" y="1656"/>
                    <a:pt x="2143" y="1548"/>
                    <a:pt x="2143" y="1418"/>
                  </a:cubicBezTo>
                  <a:lnTo>
                    <a:pt x="198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50" name="Google Shape;9350;p72"/>
            <p:cNvSpPr/>
            <p:nvPr/>
          </p:nvSpPr>
          <p:spPr>
            <a:xfrm>
              <a:off x="-45866250" y="3654175"/>
              <a:ext cx="37825" cy="37825"/>
            </a:xfrm>
            <a:custGeom>
              <a:avLst/>
              <a:gdLst/>
              <a:ahLst/>
              <a:cxnLst/>
              <a:rect l="l" t="t" r="r" b="b"/>
              <a:pathLst>
                <a:path w="1513" h="1513" extrusionOk="0">
                  <a:moveTo>
                    <a:pt x="1009" y="0"/>
                  </a:moveTo>
                  <a:lnTo>
                    <a:pt x="1" y="1008"/>
                  </a:lnTo>
                  <a:lnTo>
                    <a:pt x="505" y="1512"/>
                  </a:lnTo>
                  <a:lnTo>
                    <a:pt x="1513" y="504"/>
                  </a:lnTo>
                  <a:lnTo>
                    <a:pt x="100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51" name="Google Shape;9351;p72"/>
            <p:cNvSpPr/>
            <p:nvPr/>
          </p:nvSpPr>
          <p:spPr>
            <a:xfrm>
              <a:off x="-45828450" y="3629750"/>
              <a:ext cx="25225" cy="25225"/>
            </a:xfrm>
            <a:custGeom>
              <a:avLst/>
              <a:gdLst/>
              <a:ahLst/>
              <a:cxnLst/>
              <a:rect l="l" t="t" r="r" b="b"/>
              <a:pathLst>
                <a:path w="1009" h="1009" extrusionOk="0">
                  <a:moveTo>
                    <a:pt x="505" y="0"/>
                  </a:moveTo>
                  <a:lnTo>
                    <a:pt x="1" y="505"/>
                  </a:lnTo>
                  <a:lnTo>
                    <a:pt x="505" y="1009"/>
                  </a:lnTo>
                  <a:lnTo>
                    <a:pt x="1009" y="505"/>
                  </a:lnTo>
                  <a:lnTo>
                    <a:pt x="50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52" name="Google Shape;9352;p72"/>
            <p:cNvSpPr/>
            <p:nvPr/>
          </p:nvSpPr>
          <p:spPr>
            <a:xfrm>
              <a:off x="-45979675" y="3568700"/>
              <a:ext cx="237100" cy="237800"/>
            </a:xfrm>
            <a:custGeom>
              <a:avLst/>
              <a:gdLst/>
              <a:ahLst/>
              <a:cxnLst/>
              <a:rect l="l" t="t" r="r" b="b"/>
              <a:pathLst>
                <a:path w="9484" h="9512" extrusionOk="0">
                  <a:moveTo>
                    <a:pt x="6499" y="1615"/>
                  </a:moveTo>
                  <a:cubicBezTo>
                    <a:pt x="6593" y="1615"/>
                    <a:pt x="6696" y="1639"/>
                    <a:pt x="6774" y="1686"/>
                  </a:cubicBezTo>
                  <a:lnTo>
                    <a:pt x="7751" y="2695"/>
                  </a:lnTo>
                  <a:cubicBezTo>
                    <a:pt x="7909" y="2852"/>
                    <a:pt x="7909" y="3073"/>
                    <a:pt x="7751" y="3199"/>
                  </a:cubicBezTo>
                  <a:lnTo>
                    <a:pt x="5262" y="5687"/>
                  </a:lnTo>
                  <a:cubicBezTo>
                    <a:pt x="5215" y="5750"/>
                    <a:pt x="5128" y="5782"/>
                    <a:pt x="5034" y="5782"/>
                  </a:cubicBezTo>
                  <a:cubicBezTo>
                    <a:pt x="4939" y="5782"/>
                    <a:pt x="4837" y="5750"/>
                    <a:pt x="4758" y="5687"/>
                  </a:cubicBezTo>
                  <a:lnTo>
                    <a:pt x="3782" y="4711"/>
                  </a:lnTo>
                  <a:cubicBezTo>
                    <a:pt x="3656" y="4585"/>
                    <a:pt x="3656" y="4333"/>
                    <a:pt x="3782" y="4175"/>
                  </a:cubicBezTo>
                  <a:lnTo>
                    <a:pt x="6270" y="1686"/>
                  </a:lnTo>
                  <a:cubicBezTo>
                    <a:pt x="6318" y="1639"/>
                    <a:pt x="6404" y="1615"/>
                    <a:pt x="6499" y="1615"/>
                  </a:cubicBezTo>
                  <a:close/>
                  <a:moveTo>
                    <a:pt x="3506" y="5593"/>
                  </a:moveTo>
                  <a:cubicBezTo>
                    <a:pt x="3600" y="5593"/>
                    <a:pt x="3703" y="5624"/>
                    <a:pt x="3782" y="5687"/>
                  </a:cubicBezTo>
                  <a:cubicBezTo>
                    <a:pt x="3939" y="5845"/>
                    <a:pt x="3939" y="6034"/>
                    <a:pt x="3782" y="6192"/>
                  </a:cubicBezTo>
                  <a:lnTo>
                    <a:pt x="2553" y="7420"/>
                  </a:lnTo>
                  <a:cubicBezTo>
                    <a:pt x="2490" y="7483"/>
                    <a:pt x="2403" y="7515"/>
                    <a:pt x="2313" y="7515"/>
                  </a:cubicBezTo>
                  <a:cubicBezTo>
                    <a:pt x="2222" y="7515"/>
                    <a:pt x="2128" y="7483"/>
                    <a:pt x="2049" y="7420"/>
                  </a:cubicBezTo>
                  <a:cubicBezTo>
                    <a:pt x="1923" y="7294"/>
                    <a:pt x="1923" y="7074"/>
                    <a:pt x="2049" y="6916"/>
                  </a:cubicBezTo>
                  <a:lnTo>
                    <a:pt x="3277" y="5687"/>
                  </a:lnTo>
                  <a:cubicBezTo>
                    <a:pt x="3325" y="5624"/>
                    <a:pt x="3411" y="5593"/>
                    <a:pt x="3506" y="5593"/>
                  </a:cubicBezTo>
                  <a:close/>
                  <a:moveTo>
                    <a:pt x="7034" y="1"/>
                  </a:moveTo>
                  <a:cubicBezTo>
                    <a:pt x="6396" y="1"/>
                    <a:pt x="5766" y="237"/>
                    <a:pt x="5325" y="710"/>
                  </a:cubicBezTo>
                  <a:lnTo>
                    <a:pt x="127" y="5908"/>
                  </a:lnTo>
                  <a:cubicBezTo>
                    <a:pt x="32" y="6003"/>
                    <a:pt x="1" y="6129"/>
                    <a:pt x="1" y="6192"/>
                  </a:cubicBezTo>
                  <a:lnTo>
                    <a:pt x="221" y="8428"/>
                  </a:lnTo>
                  <a:cubicBezTo>
                    <a:pt x="221" y="8586"/>
                    <a:pt x="347" y="8712"/>
                    <a:pt x="505" y="8743"/>
                  </a:cubicBezTo>
                  <a:lnTo>
                    <a:pt x="3214" y="9500"/>
                  </a:lnTo>
                  <a:cubicBezTo>
                    <a:pt x="3248" y="9508"/>
                    <a:pt x="3282" y="9512"/>
                    <a:pt x="3316" y="9512"/>
                  </a:cubicBezTo>
                  <a:cubicBezTo>
                    <a:pt x="3408" y="9512"/>
                    <a:pt x="3500" y="9483"/>
                    <a:pt x="3592" y="9437"/>
                  </a:cubicBezTo>
                  <a:lnTo>
                    <a:pt x="8791" y="4238"/>
                  </a:lnTo>
                  <a:cubicBezTo>
                    <a:pt x="9263" y="3766"/>
                    <a:pt x="9484" y="3167"/>
                    <a:pt x="9484" y="2505"/>
                  </a:cubicBezTo>
                  <a:cubicBezTo>
                    <a:pt x="9484" y="1812"/>
                    <a:pt x="9200" y="1182"/>
                    <a:pt x="8791" y="710"/>
                  </a:cubicBezTo>
                  <a:cubicBezTo>
                    <a:pt x="8318" y="237"/>
                    <a:pt x="7672" y="1"/>
                    <a:pt x="703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353" name="Google Shape;9353;p72"/>
          <p:cNvGrpSpPr/>
          <p:nvPr/>
        </p:nvGrpSpPr>
        <p:grpSpPr>
          <a:xfrm>
            <a:off x="3583666" y="5036786"/>
            <a:ext cx="361809" cy="474743"/>
            <a:chOff x="-46007225" y="3937825"/>
            <a:chExt cx="229225" cy="300775"/>
          </a:xfrm>
        </p:grpSpPr>
        <p:sp>
          <p:nvSpPr>
            <p:cNvPr id="9354" name="Google Shape;9354;p72"/>
            <p:cNvSpPr/>
            <p:nvPr/>
          </p:nvSpPr>
          <p:spPr>
            <a:xfrm>
              <a:off x="-45813475" y="3990475"/>
              <a:ext cx="35475" cy="17350"/>
            </a:xfrm>
            <a:custGeom>
              <a:avLst/>
              <a:gdLst/>
              <a:ahLst/>
              <a:cxnLst/>
              <a:rect l="l" t="t" r="r" b="b"/>
              <a:pathLst>
                <a:path w="1419" h="694" extrusionOk="0">
                  <a:moveTo>
                    <a:pt x="347" y="1"/>
                  </a:moveTo>
                  <a:cubicBezTo>
                    <a:pt x="158" y="1"/>
                    <a:pt x="0" y="158"/>
                    <a:pt x="0" y="347"/>
                  </a:cubicBezTo>
                  <a:cubicBezTo>
                    <a:pt x="0" y="536"/>
                    <a:pt x="158" y="694"/>
                    <a:pt x="347" y="694"/>
                  </a:cubicBezTo>
                  <a:lnTo>
                    <a:pt x="1072" y="694"/>
                  </a:lnTo>
                  <a:cubicBezTo>
                    <a:pt x="1261" y="694"/>
                    <a:pt x="1418" y="536"/>
                    <a:pt x="1418" y="347"/>
                  </a:cubicBezTo>
                  <a:cubicBezTo>
                    <a:pt x="1418" y="158"/>
                    <a:pt x="1261" y="1"/>
                    <a:pt x="107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55" name="Google Shape;9355;p72"/>
            <p:cNvSpPr/>
            <p:nvPr/>
          </p:nvSpPr>
          <p:spPr>
            <a:xfrm>
              <a:off x="-46007225" y="3990475"/>
              <a:ext cx="35450" cy="17350"/>
            </a:xfrm>
            <a:custGeom>
              <a:avLst/>
              <a:gdLst/>
              <a:ahLst/>
              <a:cxnLst/>
              <a:rect l="l" t="t" r="r" b="b"/>
              <a:pathLst>
                <a:path w="1418" h="694" extrusionOk="0">
                  <a:moveTo>
                    <a:pt x="347" y="1"/>
                  </a:moveTo>
                  <a:cubicBezTo>
                    <a:pt x="158" y="1"/>
                    <a:pt x="0" y="158"/>
                    <a:pt x="0" y="347"/>
                  </a:cubicBezTo>
                  <a:cubicBezTo>
                    <a:pt x="0" y="536"/>
                    <a:pt x="158" y="694"/>
                    <a:pt x="347" y="694"/>
                  </a:cubicBezTo>
                  <a:lnTo>
                    <a:pt x="1071" y="694"/>
                  </a:lnTo>
                  <a:cubicBezTo>
                    <a:pt x="1260" y="694"/>
                    <a:pt x="1418" y="536"/>
                    <a:pt x="1418" y="347"/>
                  </a:cubicBezTo>
                  <a:cubicBezTo>
                    <a:pt x="1418" y="158"/>
                    <a:pt x="1260" y="1"/>
                    <a:pt x="107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56" name="Google Shape;9356;p72"/>
            <p:cNvSpPr/>
            <p:nvPr/>
          </p:nvSpPr>
          <p:spPr>
            <a:xfrm>
              <a:off x="-45826875" y="3937825"/>
              <a:ext cx="35475" cy="26750"/>
            </a:xfrm>
            <a:custGeom>
              <a:avLst/>
              <a:gdLst/>
              <a:ahLst/>
              <a:cxnLst/>
              <a:rect l="l" t="t" r="r" b="b"/>
              <a:pathLst>
                <a:path w="1419" h="1070" extrusionOk="0">
                  <a:moveTo>
                    <a:pt x="993" y="0"/>
                  </a:moveTo>
                  <a:cubicBezTo>
                    <a:pt x="932" y="0"/>
                    <a:pt x="871" y="18"/>
                    <a:pt x="820" y="59"/>
                  </a:cubicBezTo>
                  <a:lnTo>
                    <a:pt x="221" y="405"/>
                  </a:lnTo>
                  <a:cubicBezTo>
                    <a:pt x="64" y="500"/>
                    <a:pt x="1" y="720"/>
                    <a:pt x="127" y="878"/>
                  </a:cubicBezTo>
                  <a:cubicBezTo>
                    <a:pt x="188" y="1000"/>
                    <a:pt x="288" y="1070"/>
                    <a:pt x="403" y="1070"/>
                  </a:cubicBezTo>
                  <a:cubicBezTo>
                    <a:pt x="466" y="1070"/>
                    <a:pt x="533" y="1049"/>
                    <a:pt x="599" y="1004"/>
                  </a:cubicBezTo>
                  <a:lnTo>
                    <a:pt x="1167" y="657"/>
                  </a:lnTo>
                  <a:cubicBezTo>
                    <a:pt x="1324" y="563"/>
                    <a:pt x="1419" y="342"/>
                    <a:pt x="1293" y="185"/>
                  </a:cubicBezTo>
                  <a:cubicBezTo>
                    <a:pt x="1250" y="78"/>
                    <a:pt x="1121" y="0"/>
                    <a:pt x="99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57" name="Google Shape;9357;p72"/>
            <p:cNvSpPr/>
            <p:nvPr/>
          </p:nvSpPr>
          <p:spPr>
            <a:xfrm>
              <a:off x="-45993850" y="4034625"/>
              <a:ext cx="35475" cy="25850"/>
            </a:xfrm>
            <a:custGeom>
              <a:avLst/>
              <a:gdLst/>
              <a:ahLst/>
              <a:cxnLst/>
              <a:rect l="l" t="t" r="r" b="b"/>
              <a:pathLst>
                <a:path w="1419" h="1034" extrusionOk="0">
                  <a:moveTo>
                    <a:pt x="1014" y="0"/>
                  </a:moveTo>
                  <a:cubicBezTo>
                    <a:pt x="958" y="0"/>
                    <a:pt x="901" y="10"/>
                    <a:pt x="851" y="30"/>
                  </a:cubicBezTo>
                  <a:lnTo>
                    <a:pt x="253" y="377"/>
                  </a:lnTo>
                  <a:cubicBezTo>
                    <a:pt x="95" y="472"/>
                    <a:pt x="1" y="692"/>
                    <a:pt x="127" y="850"/>
                  </a:cubicBezTo>
                  <a:cubicBezTo>
                    <a:pt x="191" y="956"/>
                    <a:pt x="313" y="1034"/>
                    <a:pt x="433" y="1034"/>
                  </a:cubicBezTo>
                  <a:cubicBezTo>
                    <a:pt x="491" y="1034"/>
                    <a:pt x="549" y="1016"/>
                    <a:pt x="599" y="976"/>
                  </a:cubicBezTo>
                  <a:lnTo>
                    <a:pt x="1198" y="629"/>
                  </a:lnTo>
                  <a:cubicBezTo>
                    <a:pt x="1356" y="566"/>
                    <a:pt x="1419" y="314"/>
                    <a:pt x="1324" y="156"/>
                  </a:cubicBezTo>
                  <a:cubicBezTo>
                    <a:pt x="1259" y="49"/>
                    <a:pt x="1136" y="0"/>
                    <a:pt x="101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58" name="Google Shape;9358;p72"/>
            <p:cNvSpPr/>
            <p:nvPr/>
          </p:nvSpPr>
          <p:spPr>
            <a:xfrm>
              <a:off x="-45825300" y="4034625"/>
              <a:ext cx="34675" cy="25725"/>
            </a:xfrm>
            <a:custGeom>
              <a:avLst/>
              <a:gdLst/>
              <a:ahLst/>
              <a:cxnLst/>
              <a:rect l="l" t="t" r="r" b="b"/>
              <a:pathLst>
                <a:path w="1387" h="1029" extrusionOk="0">
                  <a:moveTo>
                    <a:pt x="399" y="0"/>
                  </a:moveTo>
                  <a:cubicBezTo>
                    <a:pt x="270" y="0"/>
                    <a:pt x="138" y="49"/>
                    <a:pt x="95" y="156"/>
                  </a:cubicBezTo>
                  <a:cubicBezTo>
                    <a:pt x="1" y="314"/>
                    <a:pt x="32" y="566"/>
                    <a:pt x="190" y="629"/>
                  </a:cubicBezTo>
                  <a:lnTo>
                    <a:pt x="789" y="976"/>
                  </a:lnTo>
                  <a:cubicBezTo>
                    <a:pt x="848" y="1011"/>
                    <a:pt x="920" y="1029"/>
                    <a:pt x="991" y="1029"/>
                  </a:cubicBezTo>
                  <a:cubicBezTo>
                    <a:pt x="1108" y="1029"/>
                    <a:pt x="1222" y="980"/>
                    <a:pt x="1261" y="881"/>
                  </a:cubicBezTo>
                  <a:cubicBezTo>
                    <a:pt x="1387" y="692"/>
                    <a:pt x="1324" y="503"/>
                    <a:pt x="1135" y="408"/>
                  </a:cubicBezTo>
                  <a:lnTo>
                    <a:pt x="568" y="30"/>
                  </a:lnTo>
                  <a:cubicBezTo>
                    <a:pt x="518" y="10"/>
                    <a:pt x="459" y="0"/>
                    <a:pt x="39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59" name="Google Shape;9359;p72"/>
            <p:cNvSpPr/>
            <p:nvPr/>
          </p:nvSpPr>
          <p:spPr>
            <a:xfrm>
              <a:off x="-45992275" y="3938175"/>
              <a:ext cx="33900" cy="25525"/>
            </a:xfrm>
            <a:custGeom>
              <a:avLst/>
              <a:gdLst/>
              <a:ahLst/>
              <a:cxnLst/>
              <a:rect l="l" t="t" r="r" b="b"/>
              <a:pathLst>
                <a:path w="1356" h="1021" extrusionOk="0">
                  <a:moveTo>
                    <a:pt x="372" y="0"/>
                  </a:moveTo>
                  <a:cubicBezTo>
                    <a:pt x="250" y="0"/>
                    <a:pt x="128" y="64"/>
                    <a:pt x="64" y="171"/>
                  </a:cubicBezTo>
                  <a:cubicBezTo>
                    <a:pt x="1" y="328"/>
                    <a:pt x="32" y="549"/>
                    <a:pt x="190" y="643"/>
                  </a:cubicBezTo>
                  <a:lnTo>
                    <a:pt x="788" y="990"/>
                  </a:lnTo>
                  <a:cubicBezTo>
                    <a:pt x="838" y="1010"/>
                    <a:pt x="895" y="1020"/>
                    <a:pt x="951" y="1020"/>
                  </a:cubicBezTo>
                  <a:cubicBezTo>
                    <a:pt x="1073" y="1020"/>
                    <a:pt x="1196" y="972"/>
                    <a:pt x="1261" y="864"/>
                  </a:cubicBezTo>
                  <a:cubicBezTo>
                    <a:pt x="1356" y="706"/>
                    <a:pt x="1293" y="517"/>
                    <a:pt x="1135" y="391"/>
                  </a:cubicBezTo>
                  <a:lnTo>
                    <a:pt x="536" y="45"/>
                  </a:lnTo>
                  <a:cubicBezTo>
                    <a:pt x="486" y="15"/>
                    <a:pt x="429" y="0"/>
                    <a:pt x="37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60" name="Google Shape;9360;p72"/>
            <p:cNvSpPr/>
            <p:nvPr/>
          </p:nvSpPr>
          <p:spPr>
            <a:xfrm>
              <a:off x="-45953675" y="4078700"/>
              <a:ext cx="122900" cy="35450"/>
            </a:xfrm>
            <a:custGeom>
              <a:avLst/>
              <a:gdLst/>
              <a:ahLst/>
              <a:cxnLst/>
              <a:rect l="l" t="t" r="r" b="b"/>
              <a:pathLst>
                <a:path w="4916" h="1418" extrusionOk="0">
                  <a:moveTo>
                    <a:pt x="347" y="0"/>
                  </a:moveTo>
                  <a:cubicBezTo>
                    <a:pt x="158" y="0"/>
                    <a:pt x="1" y="158"/>
                    <a:pt x="1" y="378"/>
                  </a:cubicBezTo>
                  <a:cubicBezTo>
                    <a:pt x="1" y="567"/>
                    <a:pt x="158" y="725"/>
                    <a:pt x="347" y="725"/>
                  </a:cubicBezTo>
                  <a:lnTo>
                    <a:pt x="1040" y="725"/>
                  </a:lnTo>
                  <a:lnTo>
                    <a:pt x="1040" y="1418"/>
                  </a:lnTo>
                  <a:lnTo>
                    <a:pt x="3844" y="1418"/>
                  </a:lnTo>
                  <a:lnTo>
                    <a:pt x="3844" y="725"/>
                  </a:lnTo>
                  <a:lnTo>
                    <a:pt x="4569" y="725"/>
                  </a:lnTo>
                  <a:cubicBezTo>
                    <a:pt x="4758" y="725"/>
                    <a:pt x="4915" y="567"/>
                    <a:pt x="4915" y="378"/>
                  </a:cubicBezTo>
                  <a:cubicBezTo>
                    <a:pt x="4915" y="158"/>
                    <a:pt x="4758" y="0"/>
                    <a:pt x="453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61" name="Google Shape;9361;p72"/>
            <p:cNvSpPr/>
            <p:nvPr/>
          </p:nvSpPr>
          <p:spPr>
            <a:xfrm>
              <a:off x="-45956025" y="3938325"/>
              <a:ext cx="126025" cy="123075"/>
            </a:xfrm>
            <a:custGeom>
              <a:avLst/>
              <a:gdLst/>
              <a:ahLst/>
              <a:cxnLst/>
              <a:rect l="l" t="t" r="r" b="b"/>
              <a:pathLst>
                <a:path w="5041" h="4923" extrusionOk="0">
                  <a:moveTo>
                    <a:pt x="2557" y="1"/>
                  </a:moveTo>
                  <a:cubicBezTo>
                    <a:pt x="2408" y="1"/>
                    <a:pt x="2259" y="13"/>
                    <a:pt x="2111" y="39"/>
                  </a:cubicBezTo>
                  <a:cubicBezTo>
                    <a:pt x="1134" y="196"/>
                    <a:pt x="315" y="1016"/>
                    <a:pt x="158" y="1992"/>
                  </a:cubicBezTo>
                  <a:cubicBezTo>
                    <a:pt x="0" y="2874"/>
                    <a:pt x="284" y="3410"/>
                    <a:pt x="693" y="4103"/>
                  </a:cubicBezTo>
                  <a:cubicBezTo>
                    <a:pt x="914" y="4355"/>
                    <a:pt x="1071" y="4639"/>
                    <a:pt x="1134" y="4922"/>
                  </a:cubicBezTo>
                  <a:lnTo>
                    <a:pt x="2237" y="4922"/>
                  </a:lnTo>
                  <a:lnTo>
                    <a:pt x="2237" y="2780"/>
                  </a:lnTo>
                  <a:lnTo>
                    <a:pt x="1890" y="2780"/>
                  </a:lnTo>
                  <a:cubicBezTo>
                    <a:pt x="1701" y="2780"/>
                    <a:pt x="1544" y="2622"/>
                    <a:pt x="1544" y="2433"/>
                  </a:cubicBezTo>
                  <a:cubicBezTo>
                    <a:pt x="1544" y="2244"/>
                    <a:pt x="1701" y="2087"/>
                    <a:pt x="1890" y="2087"/>
                  </a:cubicBezTo>
                  <a:lnTo>
                    <a:pt x="3308" y="2087"/>
                  </a:lnTo>
                  <a:cubicBezTo>
                    <a:pt x="3497" y="2087"/>
                    <a:pt x="3655" y="2244"/>
                    <a:pt x="3655" y="2433"/>
                  </a:cubicBezTo>
                  <a:cubicBezTo>
                    <a:pt x="3655" y="2622"/>
                    <a:pt x="3497" y="2780"/>
                    <a:pt x="3308" y="2780"/>
                  </a:cubicBezTo>
                  <a:lnTo>
                    <a:pt x="2962" y="2780"/>
                  </a:lnTo>
                  <a:lnTo>
                    <a:pt x="2962" y="4922"/>
                  </a:lnTo>
                  <a:lnTo>
                    <a:pt x="4064" y="4922"/>
                  </a:lnTo>
                  <a:cubicBezTo>
                    <a:pt x="4127" y="4639"/>
                    <a:pt x="4348" y="4355"/>
                    <a:pt x="4505" y="4040"/>
                  </a:cubicBezTo>
                  <a:cubicBezTo>
                    <a:pt x="4820" y="3536"/>
                    <a:pt x="5041" y="3158"/>
                    <a:pt x="5041" y="2433"/>
                  </a:cubicBezTo>
                  <a:cubicBezTo>
                    <a:pt x="5041" y="1740"/>
                    <a:pt x="4726" y="1016"/>
                    <a:pt x="4190" y="543"/>
                  </a:cubicBezTo>
                  <a:cubicBezTo>
                    <a:pt x="3714" y="192"/>
                    <a:pt x="3138" y="1"/>
                    <a:pt x="255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62" name="Google Shape;9362;p72"/>
            <p:cNvSpPr/>
            <p:nvPr/>
          </p:nvSpPr>
          <p:spPr>
            <a:xfrm>
              <a:off x="-45927675" y="4132250"/>
              <a:ext cx="70125" cy="39400"/>
            </a:xfrm>
            <a:custGeom>
              <a:avLst/>
              <a:gdLst/>
              <a:ahLst/>
              <a:cxnLst/>
              <a:rect l="l" t="t" r="r" b="b"/>
              <a:pathLst>
                <a:path w="2805" h="1576" extrusionOk="0">
                  <a:moveTo>
                    <a:pt x="0" y="1"/>
                  </a:moveTo>
                  <a:lnTo>
                    <a:pt x="0" y="1576"/>
                  </a:lnTo>
                  <a:lnTo>
                    <a:pt x="158" y="1450"/>
                  </a:lnTo>
                  <a:cubicBezTo>
                    <a:pt x="536" y="1198"/>
                    <a:pt x="969" y="1072"/>
                    <a:pt x="1402" y="1072"/>
                  </a:cubicBezTo>
                  <a:cubicBezTo>
                    <a:pt x="1835" y="1072"/>
                    <a:pt x="2269" y="1198"/>
                    <a:pt x="2647" y="1450"/>
                  </a:cubicBezTo>
                  <a:lnTo>
                    <a:pt x="2804" y="1576"/>
                  </a:lnTo>
                  <a:lnTo>
                    <a:pt x="280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63" name="Google Shape;9363;p72"/>
            <p:cNvSpPr/>
            <p:nvPr/>
          </p:nvSpPr>
          <p:spPr>
            <a:xfrm>
              <a:off x="-45921375" y="4176950"/>
              <a:ext cx="59100" cy="61650"/>
            </a:xfrm>
            <a:custGeom>
              <a:avLst/>
              <a:gdLst/>
              <a:ahLst/>
              <a:cxnLst/>
              <a:rect l="l" t="t" r="r" b="b"/>
              <a:pathLst>
                <a:path w="2364" h="2466" extrusionOk="0">
                  <a:moveTo>
                    <a:pt x="1158" y="0"/>
                  </a:moveTo>
                  <a:cubicBezTo>
                    <a:pt x="859" y="0"/>
                    <a:pt x="567" y="87"/>
                    <a:pt x="315" y="260"/>
                  </a:cubicBezTo>
                  <a:lnTo>
                    <a:pt x="0" y="481"/>
                  </a:lnTo>
                  <a:lnTo>
                    <a:pt x="851" y="2277"/>
                  </a:lnTo>
                  <a:cubicBezTo>
                    <a:pt x="945" y="2371"/>
                    <a:pt x="1040" y="2466"/>
                    <a:pt x="1166" y="2466"/>
                  </a:cubicBezTo>
                  <a:cubicBezTo>
                    <a:pt x="1292" y="2466"/>
                    <a:pt x="1418" y="2371"/>
                    <a:pt x="1481" y="2277"/>
                  </a:cubicBezTo>
                  <a:lnTo>
                    <a:pt x="2363" y="481"/>
                  </a:lnTo>
                  <a:lnTo>
                    <a:pt x="2048" y="260"/>
                  </a:lnTo>
                  <a:cubicBezTo>
                    <a:pt x="1765" y="87"/>
                    <a:pt x="1457" y="0"/>
                    <a:pt x="115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364" name="Google Shape;9364;p72"/>
          <p:cNvGrpSpPr/>
          <p:nvPr/>
        </p:nvGrpSpPr>
        <p:grpSpPr>
          <a:xfrm>
            <a:off x="5324322" y="5023567"/>
            <a:ext cx="416500" cy="476795"/>
            <a:chOff x="-44895900" y="3929450"/>
            <a:chExt cx="263875" cy="302075"/>
          </a:xfrm>
        </p:grpSpPr>
        <p:sp>
          <p:nvSpPr>
            <p:cNvPr id="9365" name="Google Shape;9365;p72"/>
            <p:cNvSpPr/>
            <p:nvPr/>
          </p:nvSpPr>
          <p:spPr>
            <a:xfrm>
              <a:off x="-44813975" y="4100750"/>
              <a:ext cx="101625" cy="50425"/>
            </a:xfrm>
            <a:custGeom>
              <a:avLst/>
              <a:gdLst/>
              <a:ahLst/>
              <a:cxnLst/>
              <a:rect l="l" t="t" r="r" b="b"/>
              <a:pathLst>
                <a:path w="4065" h="2017" extrusionOk="0">
                  <a:moveTo>
                    <a:pt x="2017" y="0"/>
                  </a:moveTo>
                  <a:lnTo>
                    <a:pt x="0" y="977"/>
                  </a:lnTo>
                  <a:lnTo>
                    <a:pt x="2017" y="2017"/>
                  </a:lnTo>
                  <a:lnTo>
                    <a:pt x="4064" y="977"/>
                  </a:lnTo>
                  <a:lnTo>
                    <a:pt x="201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66" name="Google Shape;9366;p72"/>
            <p:cNvSpPr/>
            <p:nvPr/>
          </p:nvSpPr>
          <p:spPr>
            <a:xfrm>
              <a:off x="-44885650" y="3929450"/>
              <a:ext cx="244175" cy="87825"/>
            </a:xfrm>
            <a:custGeom>
              <a:avLst/>
              <a:gdLst/>
              <a:ahLst/>
              <a:cxnLst/>
              <a:rect l="l" t="t" r="r" b="b"/>
              <a:pathLst>
                <a:path w="9767" h="3513" extrusionOk="0">
                  <a:moveTo>
                    <a:pt x="4832" y="0"/>
                  </a:moveTo>
                  <a:cubicBezTo>
                    <a:pt x="4781" y="0"/>
                    <a:pt x="4726" y="16"/>
                    <a:pt x="4663" y="47"/>
                  </a:cubicBezTo>
                  <a:lnTo>
                    <a:pt x="0" y="2410"/>
                  </a:lnTo>
                  <a:lnTo>
                    <a:pt x="2080" y="3513"/>
                  </a:lnTo>
                  <a:lnTo>
                    <a:pt x="4726" y="2158"/>
                  </a:lnTo>
                  <a:cubicBezTo>
                    <a:pt x="4758" y="2142"/>
                    <a:pt x="4805" y="2134"/>
                    <a:pt x="4852" y="2134"/>
                  </a:cubicBezTo>
                  <a:cubicBezTo>
                    <a:pt x="4899" y="2134"/>
                    <a:pt x="4947" y="2142"/>
                    <a:pt x="4978" y="2158"/>
                  </a:cubicBezTo>
                  <a:lnTo>
                    <a:pt x="7625" y="3513"/>
                  </a:lnTo>
                  <a:lnTo>
                    <a:pt x="9767" y="2442"/>
                  </a:lnTo>
                  <a:lnTo>
                    <a:pt x="4978" y="47"/>
                  </a:lnTo>
                  <a:cubicBezTo>
                    <a:pt x="4931" y="16"/>
                    <a:pt x="4884" y="0"/>
                    <a:pt x="483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67" name="Google Shape;9367;p72"/>
            <p:cNvSpPr/>
            <p:nvPr/>
          </p:nvSpPr>
          <p:spPr>
            <a:xfrm>
              <a:off x="-44825000" y="4006225"/>
              <a:ext cx="52000" cy="105575"/>
            </a:xfrm>
            <a:custGeom>
              <a:avLst/>
              <a:gdLst/>
              <a:ahLst/>
              <a:cxnLst/>
              <a:rect l="l" t="t" r="r" b="b"/>
              <a:pathLst>
                <a:path w="2080" h="4223" extrusionOk="0">
                  <a:moveTo>
                    <a:pt x="2080" y="1"/>
                  </a:moveTo>
                  <a:lnTo>
                    <a:pt x="0" y="1009"/>
                  </a:lnTo>
                  <a:lnTo>
                    <a:pt x="0" y="4222"/>
                  </a:lnTo>
                  <a:lnTo>
                    <a:pt x="2080" y="3151"/>
                  </a:lnTo>
                  <a:lnTo>
                    <a:pt x="208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68" name="Google Shape;9368;p72"/>
            <p:cNvSpPr/>
            <p:nvPr/>
          </p:nvSpPr>
          <p:spPr>
            <a:xfrm>
              <a:off x="-44754900" y="4005450"/>
              <a:ext cx="122875" cy="222925"/>
            </a:xfrm>
            <a:custGeom>
              <a:avLst/>
              <a:gdLst/>
              <a:ahLst/>
              <a:cxnLst/>
              <a:rect l="l" t="t" r="r" b="b"/>
              <a:pathLst>
                <a:path w="4915" h="8917" extrusionOk="0">
                  <a:moveTo>
                    <a:pt x="4915" y="0"/>
                  </a:moveTo>
                  <a:lnTo>
                    <a:pt x="2804" y="1040"/>
                  </a:lnTo>
                  <a:lnTo>
                    <a:pt x="2804" y="4789"/>
                  </a:lnTo>
                  <a:cubicBezTo>
                    <a:pt x="2804" y="4915"/>
                    <a:pt x="2710" y="5041"/>
                    <a:pt x="2615" y="5104"/>
                  </a:cubicBezTo>
                  <a:lnTo>
                    <a:pt x="0" y="6396"/>
                  </a:lnTo>
                  <a:lnTo>
                    <a:pt x="0" y="8916"/>
                  </a:lnTo>
                  <a:lnTo>
                    <a:pt x="4726" y="6396"/>
                  </a:lnTo>
                  <a:cubicBezTo>
                    <a:pt x="4852" y="6333"/>
                    <a:pt x="4915" y="6207"/>
                    <a:pt x="4915" y="6081"/>
                  </a:cubicBezTo>
                  <a:lnTo>
                    <a:pt x="491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69" name="Google Shape;9369;p72"/>
            <p:cNvSpPr/>
            <p:nvPr/>
          </p:nvSpPr>
          <p:spPr>
            <a:xfrm>
              <a:off x="-44754900" y="4006225"/>
              <a:ext cx="52775" cy="105575"/>
            </a:xfrm>
            <a:custGeom>
              <a:avLst/>
              <a:gdLst/>
              <a:ahLst/>
              <a:cxnLst/>
              <a:rect l="l" t="t" r="r" b="b"/>
              <a:pathLst>
                <a:path w="2111" h="4223" extrusionOk="0">
                  <a:moveTo>
                    <a:pt x="0" y="1"/>
                  </a:moveTo>
                  <a:lnTo>
                    <a:pt x="0" y="3151"/>
                  </a:lnTo>
                  <a:lnTo>
                    <a:pt x="2111" y="4222"/>
                  </a:lnTo>
                  <a:lnTo>
                    <a:pt x="2111" y="1009"/>
                  </a:lnTo>
                  <a:lnTo>
                    <a:pt x="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70" name="Google Shape;9370;p72"/>
            <p:cNvSpPr/>
            <p:nvPr/>
          </p:nvSpPr>
          <p:spPr>
            <a:xfrm>
              <a:off x="-44895900" y="4006225"/>
              <a:ext cx="122900" cy="225300"/>
            </a:xfrm>
            <a:custGeom>
              <a:avLst/>
              <a:gdLst/>
              <a:ahLst/>
              <a:cxnLst/>
              <a:rect l="l" t="t" r="r" b="b"/>
              <a:pathLst>
                <a:path w="4916" h="9012" extrusionOk="0">
                  <a:moveTo>
                    <a:pt x="1" y="1"/>
                  </a:moveTo>
                  <a:lnTo>
                    <a:pt x="1" y="6176"/>
                  </a:lnTo>
                  <a:cubicBezTo>
                    <a:pt x="1" y="6302"/>
                    <a:pt x="95" y="6428"/>
                    <a:pt x="190" y="6491"/>
                  </a:cubicBezTo>
                  <a:lnTo>
                    <a:pt x="4916" y="9011"/>
                  </a:lnTo>
                  <a:lnTo>
                    <a:pt x="4916" y="6428"/>
                  </a:lnTo>
                  <a:lnTo>
                    <a:pt x="2332" y="5105"/>
                  </a:lnTo>
                  <a:lnTo>
                    <a:pt x="2301" y="5105"/>
                  </a:lnTo>
                  <a:cubicBezTo>
                    <a:pt x="2206" y="5073"/>
                    <a:pt x="2143" y="4947"/>
                    <a:pt x="2143" y="4853"/>
                  </a:cubicBezTo>
                  <a:lnTo>
                    <a:pt x="2143" y="1103"/>
                  </a:lnTo>
                  <a:lnTo>
                    <a:pt x="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371" name="Google Shape;9371;p72"/>
          <p:cNvGrpSpPr/>
          <p:nvPr/>
        </p:nvGrpSpPr>
        <p:grpSpPr>
          <a:xfrm>
            <a:off x="2889414" y="2067249"/>
            <a:ext cx="474940" cy="443847"/>
            <a:chOff x="-49397175" y="3192625"/>
            <a:chExt cx="300900" cy="281200"/>
          </a:xfrm>
        </p:grpSpPr>
        <p:sp>
          <p:nvSpPr>
            <p:cNvPr id="9372" name="Google Shape;9372;p72"/>
            <p:cNvSpPr/>
            <p:nvPr/>
          </p:nvSpPr>
          <p:spPr>
            <a:xfrm>
              <a:off x="-49325500" y="3297975"/>
              <a:ext cx="64625" cy="58500"/>
            </a:xfrm>
            <a:custGeom>
              <a:avLst/>
              <a:gdLst/>
              <a:ahLst/>
              <a:cxnLst/>
              <a:rect l="l" t="t" r="r" b="b"/>
              <a:pathLst>
                <a:path w="2585" h="2340" extrusionOk="0">
                  <a:moveTo>
                    <a:pt x="1045" y="1"/>
                  </a:moveTo>
                  <a:cubicBezTo>
                    <a:pt x="692" y="1"/>
                    <a:pt x="336" y="54"/>
                    <a:pt x="1" y="165"/>
                  </a:cubicBezTo>
                  <a:cubicBezTo>
                    <a:pt x="158" y="1079"/>
                    <a:pt x="694" y="1867"/>
                    <a:pt x="1482" y="2339"/>
                  </a:cubicBezTo>
                  <a:cubicBezTo>
                    <a:pt x="1639" y="1583"/>
                    <a:pt x="2017" y="890"/>
                    <a:pt x="2584" y="354"/>
                  </a:cubicBezTo>
                  <a:cubicBezTo>
                    <a:pt x="2126" y="126"/>
                    <a:pt x="1588" y="1"/>
                    <a:pt x="104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73" name="Google Shape;9373;p72"/>
            <p:cNvSpPr/>
            <p:nvPr/>
          </p:nvSpPr>
          <p:spPr>
            <a:xfrm>
              <a:off x="-49345975" y="3192625"/>
              <a:ext cx="199300" cy="103975"/>
            </a:xfrm>
            <a:custGeom>
              <a:avLst/>
              <a:gdLst/>
              <a:ahLst/>
              <a:cxnLst/>
              <a:rect l="l" t="t" r="r" b="b"/>
              <a:pathLst>
                <a:path w="7972" h="4159" extrusionOk="0">
                  <a:moveTo>
                    <a:pt x="3970" y="0"/>
                  </a:moveTo>
                  <a:cubicBezTo>
                    <a:pt x="1670" y="0"/>
                    <a:pt x="1" y="2048"/>
                    <a:pt x="127" y="3907"/>
                  </a:cubicBezTo>
                  <a:cubicBezTo>
                    <a:pt x="743" y="3639"/>
                    <a:pt x="1342" y="3513"/>
                    <a:pt x="1908" y="3513"/>
                  </a:cubicBezTo>
                  <a:cubicBezTo>
                    <a:pt x="2671" y="3513"/>
                    <a:pt x="3373" y="3743"/>
                    <a:pt x="3970" y="4159"/>
                  </a:cubicBezTo>
                  <a:cubicBezTo>
                    <a:pt x="4586" y="3743"/>
                    <a:pt x="5274" y="3513"/>
                    <a:pt x="6036" y="3513"/>
                  </a:cubicBezTo>
                  <a:cubicBezTo>
                    <a:pt x="6599" y="3513"/>
                    <a:pt x="7202" y="3639"/>
                    <a:pt x="7845" y="3907"/>
                  </a:cubicBezTo>
                  <a:cubicBezTo>
                    <a:pt x="7971" y="2048"/>
                    <a:pt x="6302" y="0"/>
                    <a:pt x="397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74" name="Google Shape;9374;p72"/>
            <p:cNvSpPr/>
            <p:nvPr/>
          </p:nvSpPr>
          <p:spPr>
            <a:xfrm>
              <a:off x="-49272725" y="3381650"/>
              <a:ext cx="52800" cy="53575"/>
            </a:xfrm>
            <a:custGeom>
              <a:avLst/>
              <a:gdLst/>
              <a:ahLst/>
              <a:cxnLst/>
              <a:rect l="l" t="t" r="r" b="b"/>
              <a:pathLst>
                <a:path w="2112" h="2143" extrusionOk="0">
                  <a:moveTo>
                    <a:pt x="2112" y="0"/>
                  </a:moveTo>
                  <a:cubicBezTo>
                    <a:pt x="1765" y="111"/>
                    <a:pt x="1403" y="166"/>
                    <a:pt x="1044" y="166"/>
                  </a:cubicBezTo>
                  <a:cubicBezTo>
                    <a:pt x="686" y="166"/>
                    <a:pt x="331" y="111"/>
                    <a:pt x="1" y="0"/>
                  </a:cubicBezTo>
                  <a:lnTo>
                    <a:pt x="1" y="0"/>
                  </a:lnTo>
                  <a:cubicBezTo>
                    <a:pt x="32" y="851"/>
                    <a:pt x="442" y="1576"/>
                    <a:pt x="1040" y="2143"/>
                  </a:cubicBezTo>
                  <a:cubicBezTo>
                    <a:pt x="1702" y="1576"/>
                    <a:pt x="2049" y="788"/>
                    <a:pt x="211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75" name="Google Shape;9375;p72"/>
            <p:cNvSpPr/>
            <p:nvPr/>
          </p:nvSpPr>
          <p:spPr>
            <a:xfrm>
              <a:off x="-49231775" y="3298075"/>
              <a:ext cx="63050" cy="58400"/>
            </a:xfrm>
            <a:custGeom>
              <a:avLst/>
              <a:gdLst/>
              <a:ahLst/>
              <a:cxnLst/>
              <a:rect l="l" t="t" r="r" b="b"/>
              <a:pathLst>
                <a:path w="2522" h="2336" extrusionOk="0">
                  <a:moveTo>
                    <a:pt x="1547" y="0"/>
                  </a:moveTo>
                  <a:cubicBezTo>
                    <a:pt x="1009" y="0"/>
                    <a:pt x="469" y="141"/>
                    <a:pt x="1" y="414"/>
                  </a:cubicBezTo>
                  <a:cubicBezTo>
                    <a:pt x="568" y="918"/>
                    <a:pt x="915" y="1611"/>
                    <a:pt x="1072" y="2335"/>
                  </a:cubicBezTo>
                  <a:cubicBezTo>
                    <a:pt x="1860" y="1863"/>
                    <a:pt x="2364" y="1075"/>
                    <a:pt x="2521" y="161"/>
                  </a:cubicBezTo>
                  <a:cubicBezTo>
                    <a:pt x="2209" y="53"/>
                    <a:pt x="1879" y="0"/>
                    <a:pt x="15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76" name="Google Shape;9376;p72"/>
            <p:cNvSpPr/>
            <p:nvPr/>
          </p:nvSpPr>
          <p:spPr>
            <a:xfrm>
              <a:off x="-49271925" y="3317850"/>
              <a:ext cx="48850" cy="49850"/>
            </a:xfrm>
            <a:custGeom>
              <a:avLst/>
              <a:gdLst/>
              <a:ahLst/>
              <a:cxnLst/>
              <a:rect l="l" t="t" r="r" b="b"/>
              <a:pathLst>
                <a:path w="1954" h="1994" extrusionOk="0">
                  <a:moveTo>
                    <a:pt x="977" y="1"/>
                  </a:moveTo>
                  <a:cubicBezTo>
                    <a:pt x="441" y="505"/>
                    <a:pt x="158" y="1040"/>
                    <a:pt x="0" y="1828"/>
                  </a:cubicBezTo>
                  <a:cubicBezTo>
                    <a:pt x="347" y="1938"/>
                    <a:pt x="670" y="1993"/>
                    <a:pt x="989" y="1993"/>
                  </a:cubicBezTo>
                  <a:cubicBezTo>
                    <a:pt x="1308" y="1993"/>
                    <a:pt x="1623" y="1938"/>
                    <a:pt x="1953" y="1828"/>
                  </a:cubicBezTo>
                  <a:cubicBezTo>
                    <a:pt x="1859" y="1103"/>
                    <a:pt x="1607" y="568"/>
                    <a:pt x="97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77" name="Google Shape;9377;p72"/>
            <p:cNvSpPr/>
            <p:nvPr/>
          </p:nvSpPr>
          <p:spPr>
            <a:xfrm>
              <a:off x="-49245950" y="3291075"/>
              <a:ext cx="149675" cy="182750"/>
            </a:xfrm>
            <a:custGeom>
              <a:avLst/>
              <a:gdLst/>
              <a:ahLst/>
              <a:cxnLst/>
              <a:rect l="l" t="t" r="r" b="b"/>
              <a:pathLst>
                <a:path w="5987" h="7310" extrusionOk="0">
                  <a:moveTo>
                    <a:pt x="3844" y="0"/>
                  </a:moveTo>
                  <a:cubicBezTo>
                    <a:pt x="3718" y="1670"/>
                    <a:pt x="2899" y="2773"/>
                    <a:pt x="1734" y="3371"/>
                  </a:cubicBezTo>
                  <a:cubicBezTo>
                    <a:pt x="1765" y="4537"/>
                    <a:pt x="1261" y="5734"/>
                    <a:pt x="1" y="6679"/>
                  </a:cubicBezTo>
                  <a:cubicBezTo>
                    <a:pt x="631" y="7057"/>
                    <a:pt x="1324" y="7310"/>
                    <a:pt x="2080" y="7310"/>
                  </a:cubicBezTo>
                  <a:cubicBezTo>
                    <a:pt x="4191" y="7310"/>
                    <a:pt x="5987" y="5577"/>
                    <a:pt x="5987" y="3434"/>
                  </a:cubicBezTo>
                  <a:cubicBezTo>
                    <a:pt x="5955" y="1985"/>
                    <a:pt x="5105" y="630"/>
                    <a:pt x="384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78" name="Google Shape;9378;p72"/>
            <p:cNvSpPr/>
            <p:nvPr/>
          </p:nvSpPr>
          <p:spPr>
            <a:xfrm>
              <a:off x="-49397175" y="3291075"/>
              <a:ext cx="149675" cy="182750"/>
            </a:xfrm>
            <a:custGeom>
              <a:avLst/>
              <a:gdLst/>
              <a:ahLst/>
              <a:cxnLst/>
              <a:rect l="l" t="t" r="r" b="b"/>
              <a:pathLst>
                <a:path w="5987" h="7310" extrusionOk="0">
                  <a:moveTo>
                    <a:pt x="2143" y="0"/>
                  </a:moveTo>
                  <a:cubicBezTo>
                    <a:pt x="852" y="694"/>
                    <a:pt x="1" y="1985"/>
                    <a:pt x="1" y="3434"/>
                  </a:cubicBezTo>
                  <a:cubicBezTo>
                    <a:pt x="1" y="5577"/>
                    <a:pt x="1797" y="7310"/>
                    <a:pt x="3908" y="7310"/>
                  </a:cubicBezTo>
                  <a:cubicBezTo>
                    <a:pt x="4664" y="7310"/>
                    <a:pt x="5357" y="7057"/>
                    <a:pt x="5987" y="6679"/>
                  </a:cubicBezTo>
                  <a:cubicBezTo>
                    <a:pt x="4727" y="5734"/>
                    <a:pt x="4223" y="4537"/>
                    <a:pt x="4254" y="3371"/>
                  </a:cubicBezTo>
                  <a:cubicBezTo>
                    <a:pt x="3088" y="2773"/>
                    <a:pt x="2301" y="1670"/>
                    <a:pt x="214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379" name="Google Shape;9379;p72"/>
          <p:cNvGrpSpPr/>
          <p:nvPr/>
        </p:nvGrpSpPr>
        <p:grpSpPr>
          <a:xfrm>
            <a:off x="2924218" y="2632869"/>
            <a:ext cx="405333" cy="474940"/>
            <a:chOff x="-49375900" y="3550975"/>
            <a:chExt cx="256800" cy="300900"/>
          </a:xfrm>
        </p:grpSpPr>
        <p:sp>
          <p:nvSpPr>
            <p:cNvPr id="9380" name="Google Shape;9380;p72"/>
            <p:cNvSpPr/>
            <p:nvPr/>
          </p:nvSpPr>
          <p:spPr>
            <a:xfrm>
              <a:off x="-49231775" y="3638425"/>
              <a:ext cx="59100" cy="59075"/>
            </a:xfrm>
            <a:custGeom>
              <a:avLst/>
              <a:gdLst/>
              <a:ahLst/>
              <a:cxnLst/>
              <a:rect l="l" t="t" r="r" b="b"/>
              <a:pathLst>
                <a:path w="2364" h="2363" extrusionOk="0">
                  <a:moveTo>
                    <a:pt x="1" y="0"/>
                  </a:moveTo>
                  <a:lnTo>
                    <a:pt x="1513" y="2363"/>
                  </a:lnTo>
                  <a:lnTo>
                    <a:pt x="236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81" name="Google Shape;9381;p72"/>
            <p:cNvSpPr/>
            <p:nvPr/>
          </p:nvSpPr>
          <p:spPr>
            <a:xfrm>
              <a:off x="-49291625" y="3726625"/>
              <a:ext cx="87450" cy="123675"/>
            </a:xfrm>
            <a:custGeom>
              <a:avLst/>
              <a:gdLst/>
              <a:ahLst/>
              <a:cxnLst/>
              <a:rect l="l" t="t" r="r" b="b"/>
              <a:pathLst>
                <a:path w="3498" h="4947" extrusionOk="0">
                  <a:moveTo>
                    <a:pt x="1" y="1"/>
                  </a:moveTo>
                  <a:lnTo>
                    <a:pt x="1733" y="4947"/>
                  </a:lnTo>
                  <a:lnTo>
                    <a:pt x="349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82" name="Google Shape;9382;p72"/>
            <p:cNvSpPr/>
            <p:nvPr/>
          </p:nvSpPr>
          <p:spPr>
            <a:xfrm>
              <a:off x="-49288475" y="3647075"/>
              <a:ext cx="81150" cy="61450"/>
            </a:xfrm>
            <a:custGeom>
              <a:avLst/>
              <a:gdLst/>
              <a:ahLst/>
              <a:cxnLst/>
              <a:rect l="l" t="t" r="r" b="b"/>
              <a:pathLst>
                <a:path w="3246" h="2458" extrusionOk="0">
                  <a:moveTo>
                    <a:pt x="1607" y="1"/>
                  </a:moveTo>
                  <a:lnTo>
                    <a:pt x="1" y="2458"/>
                  </a:lnTo>
                  <a:lnTo>
                    <a:pt x="3246" y="2458"/>
                  </a:lnTo>
                  <a:lnTo>
                    <a:pt x="160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83" name="Google Shape;9383;p72"/>
            <p:cNvSpPr/>
            <p:nvPr/>
          </p:nvSpPr>
          <p:spPr>
            <a:xfrm>
              <a:off x="-49375900" y="3648650"/>
              <a:ext cx="59100" cy="59875"/>
            </a:xfrm>
            <a:custGeom>
              <a:avLst/>
              <a:gdLst/>
              <a:ahLst/>
              <a:cxnLst/>
              <a:rect l="l" t="t" r="r" b="b"/>
              <a:pathLst>
                <a:path w="2364" h="2395" extrusionOk="0">
                  <a:moveTo>
                    <a:pt x="1513" y="1"/>
                  </a:moveTo>
                  <a:lnTo>
                    <a:pt x="1" y="2395"/>
                  </a:lnTo>
                  <a:lnTo>
                    <a:pt x="2363" y="2395"/>
                  </a:lnTo>
                  <a:lnTo>
                    <a:pt x="151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84" name="Google Shape;9384;p72"/>
            <p:cNvSpPr/>
            <p:nvPr/>
          </p:nvSpPr>
          <p:spPr>
            <a:xfrm>
              <a:off x="-49229400" y="3726625"/>
              <a:ext cx="109500" cy="125250"/>
            </a:xfrm>
            <a:custGeom>
              <a:avLst/>
              <a:gdLst/>
              <a:ahLst/>
              <a:cxnLst/>
              <a:rect l="l" t="t" r="r" b="b"/>
              <a:pathLst>
                <a:path w="4380" h="5010" extrusionOk="0">
                  <a:moveTo>
                    <a:pt x="1765" y="1"/>
                  </a:moveTo>
                  <a:lnTo>
                    <a:pt x="0" y="5010"/>
                  </a:lnTo>
                  <a:lnTo>
                    <a:pt x="438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85" name="Google Shape;9385;p72"/>
            <p:cNvSpPr/>
            <p:nvPr/>
          </p:nvSpPr>
          <p:spPr>
            <a:xfrm>
              <a:off x="-49179000" y="3648650"/>
              <a:ext cx="59900" cy="59875"/>
            </a:xfrm>
            <a:custGeom>
              <a:avLst/>
              <a:gdLst/>
              <a:ahLst/>
              <a:cxnLst/>
              <a:rect l="l" t="t" r="r" b="b"/>
              <a:pathLst>
                <a:path w="2396" h="2395" extrusionOk="0">
                  <a:moveTo>
                    <a:pt x="851" y="1"/>
                  </a:moveTo>
                  <a:lnTo>
                    <a:pt x="1" y="2395"/>
                  </a:lnTo>
                  <a:lnTo>
                    <a:pt x="2395" y="2395"/>
                  </a:lnTo>
                  <a:lnTo>
                    <a:pt x="85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86" name="Google Shape;9386;p72"/>
            <p:cNvSpPr/>
            <p:nvPr/>
          </p:nvSpPr>
          <p:spPr>
            <a:xfrm>
              <a:off x="-49323125" y="3638425"/>
              <a:ext cx="59100" cy="59075"/>
            </a:xfrm>
            <a:custGeom>
              <a:avLst/>
              <a:gdLst/>
              <a:ahLst/>
              <a:cxnLst/>
              <a:rect l="l" t="t" r="r" b="b"/>
              <a:pathLst>
                <a:path w="2364" h="2363" extrusionOk="0">
                  <a:moveTo>
                    <a:pt x="0" y="0"/>
                  </a:moveTo>
                  <a:lnTo>
                    <a:pt x="819" y="2363"/>
                  </a:lnTo>
                  <a:lnTo>
                    <a:pt x="236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87" name="Google Shape;9387;p72"/>
            <p:cNvSpPr/>
            <p:nvPr/>
          </p:nvSpPr>
          <p:spPr>
            <a:xfrm>
              <a:off x="-49375100" y="3726625"/>
              <a:ext cx="108700" cy="125250"/>
            </a:xfrm>
            <a:custGeom>
              <a:avLst/>
              <a:gdLst/>
              <a:ahLst/>
              <a:cxnLst/>
              <a:rect l="l" t="t" r="r" b="b"/>
              <a:pathLst>
                <a:path w="4348" h="5010" extrusionOk="0">
                  <a:moveTo>
                    <a:pt x="0" y="1"/>
                  </a:moveTo>
                  <a:lnTo>
                    <a:pt x="4348" y="5010"/>
                  </a:lnTo>
                  <a:lnTo>
                    <a:pt x="258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88" name="Google Shape;9388;p72"/>
            <p:cNvSpPr/>
            <p:nvPr/>
          </p:nvSpPr>
          <p:spPr>
            <a:xfrm>
              <a:off x="-49256975" y="3550975"/>
              <a:ext cx="17350" cy="53600"/>
            </a:xfrm>
            <a:custGeom>
              <a:avLst/>
              <a:gdLst/>
              <a:ahLst/>
              <a:cxnLst/>
              <a:rect l="l" t="t" r="r" b="b"/>
              <a:pathLst>
                <a:path w="694" h="2144" extrusionOk="0">
                  <a:moveTo>
                    <a:pt x="347" y="1"/>
                  </a:moveTo>
                  <a:cubicBezTo>
                    <a:pt x="158" y="1"/>
                    <a:pt x="1" y="159"/>
                    <a:pt x="1" y="348"/>
                  </a:cubicBezTo>
                  <a:lnTo>
                    <a:pt x="1" y="1797"/>
                  </a:lnTo>
                  <a:cubicBezTo>
                    <a:pt x="1" y="1986"/>
                    <a:pt x="158" y="2143"/>
                    <a:pt x="347" y="2143"/>
                  </a:cubicBezTo>
                  <a:cubicBezTo>
                    <a:pt x="536" y="2143"/>
                    <a:pt x="694" y="1986"/>
                    <a:pt x="694" y="1797"/>
                  </a:cubicBezTo>
                  <a:lnTo>
                    <a:pt x="694" y="348"/>
                  </a:lnTo>
                  <a:cubicBezTo>
                    <a:pt x="694" y="159"/>
                    <a:pt x="536" y="1"/>
                    <a:pt x="3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89" name="Google Shape;9389;p72"/>
            <p:cNvSpPr/>
            <p:nvPr/>
          </p:nvSpPr>
          <p:spPr>
            <a:xfrm>
              <a:off x="-49323125" y="3575850"/>
              <a:ext cx="43350" cy="32650"/>
            </a:xfrm>
            <a:custGeom>
              <a:avLst/>
              <a:gdLst/>
              <a:ahLst/>
              <a:cxnLst/>
              <a:rect l="l" t="t" r="r" b="b"/>
              <a:pathLst>
                <a:path w="1734" h="1306" extrusionOk="0">
                  <a:moveTo>
                    <a:pt x="371" y="0"/>
                  </a:moveTo>
                  <a:cubicBezTo>
                    <a:pt x="259" y="0"/>
                    <a:pt x="147" y="56"/>
                    <a:pt x="63" y="140"/>
                  </a:cubicBezTo>
                  <a:cubicBezTo>
                    <a:pt x="0" y="298"/>
                    <a:pt x="32" y="518"/>
                    <a:pt x="189" y="613"/>
                  </a:cubicBezTo>
                  <a:lnTo>
                    <a:pt x="1166" y="1274"/>
                  </a:lnTo>
                  <a:cubicBezTo>
                    <a:pt x="1261" y="1306"/>
                    <a:pt x="1292" y="1306"/>
                    <a:pt x="1387" y="1306"/>
                  </a:cubicBezTo>
                  <a:cubicBezTo>
                    <a:pt x="1481" y="1306"/>
                    <a:pt x="1607" y="1211"/>
                    <a:pt x="1639" y="1148"/>
                  </a:cubicBezTo>
                  <a:cubicBezTo>
                    <a:pt x="1733" y="991"/>
                    <a:pt x="1702" y="802"/>
                    <a:pt x="1544" y="676"/>
                  </a:cubicBezTo>
                  <a:lnTo>
                    <a:pt x="536" y="46"/>
                  </a:lnTo>
                  <a:cubicBezTo>
                    <a:pt x="483" y="14"/>
                    <a:pt x="427" y="0"/>
                    <a:pt x="37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90" name="Google Shape;9390;p72"/>
            <p:cNvSpPr/>
            <p:nvPr/>
          </p:nvSpPr>
          <p:spPr>
            <a:xfrm>
              <a:off x="-49217575" y="3575525"/>
              <a:ext cx="44900" cy="32975"/>
            </a:xfrm>
            <a:custGeom>
              <a:avLst/>
              <a:gdLst/>
              <a:ahLst/>
              <a:cxnLst/>
              <a:rect l="l" t="t" r="r" b="b"/>
              <a:pathLst>
                <a:path w="1796" h="1319" extrusionOk="0">
                  <a:moveTo>
                    <a:pt x="1370" y="0"/>
                  </a:moveTo>
                  <a:cubicBezTo>
                    <a:pt x="1309" y="0"/>
                    <a:pt x="1248" y="18"/>
                    <a:pt x="1197" y="59"/>
                  </a:cubicBezTo>
                  <a:lnTo>
                    <a:pt x="221" y="689"/>
                  </a:lnTo>
                  <a:cubicBezTo>
                    <a:pt x="63" y="752"/>
                    <a:pt x="0" y="1004"/>
                    <a:pt x="95" y="1161"/>
                  </a:cubicBezTo>
                  <a:cubicBezTo>
                    <a:pt x="158" y="1287"/>
                    <a:pt x="252" y="1319"/>
                    <a:pt x="378" y="1319"/>
                  </a:cubicBezTo>
                  <a:cubicBezTo>
                    <a:pt x="473" y="1319"/>
                    <a:pt x="536" y="1287"/>
                    <a:pt x="567" y="1287"/>
                  </a:cubicBezTo>
                  <a:lnTo>
                    <a:pt x="1575" y="657"/>
                  </a:lnTo>
                  <a:cubicBezTo>
                    <a:pt x="1733" y="563"/>
                    <a:pt x="1796" y="342"/>
                    <a:pt x="1670" y="185"/>
                  </a:cubicBezTo>
                  <a:cubicBezTo>
                    <a:pt x="1627" y="78"/>
                    <a:pt x="1498" y="0"/>
                    <a:pt x="137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391" name="Google Shape;9391;p72"/>
          <p:cNvGrpSpPr/>
          <p:nvPr/>
        </p:nvGrpSpPr>
        <p:grpSpPr>
          <a:xfrm>
            <a:off x="2918022" y="3215929"/>
            <a:ext cx="417724" cy="474940"/>
            <a:chOff x="-49378250" y="3920375"/>
            <a:chExt cx="264650" cy="300900"/>
          </a:xfrm>
        </p:grpSpPr>
        <p:sp>
          <p:nvSpPr>
            <p:cNvPr id="9392" name="Google Shape;9392;p72"/>
            <p:cNvSpPr/>
            <p:nvPr/>
          </p:nvSpPr>
          <p:spPr>
            <a:xfrm>
              <a:off x="-49272725" y="4185025"/>
              <a:ext cx="70925" cy="35475"/>
            </a:xfrm>
            <a:custGeom>
              <a:avLst/>
              <a:gdLst/>
              <a:ahLst/>
              <a:cxnLst/>
              <a:rect l="l" t="t" r="r" b="b"/>
              <a:pathLst>
                <a:path w="2837" h="1419" extrusionOk="0">
                  <a:moveTo>
                    <a:pt x="32" y="0"/>
                  </a:moveTo>
                  <a:lnTo>
                    <a:pt x="32" y="378"/>
                  </a:lnTo>
                  <a:lnTo>
                    <a:pt x="1" y="378"/>
                  </a:lnTo>
                  <a:cubicBezTo>
                    <a:pt x="1" y="945"/>
                    <a:pt x="473" y="1418"/>
                    <a:pt x="1040" y="1418"/>
                  </a:cubicBezTo>
                  <a:lnTo>
                    <a:pt x="1765" y="1418"/>
                  </a:lnTo>
                  <a:cubicBezTo>
                    <a:pt x="2364" y="1418"/>
                    <a:pt x="2836" y="945"/>
                    <a:pt x="2836" y="378"/>
                  </a:cubicBezTo>
                  <a:lnTo>
                    <a:pt x="283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93" name="Google Shape;9393;p72"/>
            <p:cNvSpPr/>
            <p:nvPr/>
          </p:nvSpPr>
          <p:spPr>
            <a:xfrm>
              <a:off x="-49378250" y="3920375"/>
              <a:ext cx="87425" cy="300900"/>
            </a:xfrm>
            <a:custGeom>
              <a:avLst/>
              <a:gdLst/>
              <a:ahLst/>
              <a:cxnLst/>
              <a:rect l="l" t="t" r="r" b="b"/>
              <a:pathLst>
                <a:path w="3497" h="12036" extrusionOk="0">
                  <a:moveTo>
                    <a:pt x="347" y="1"/>
                  </a:moveTo>
                  <a:cubicBezTo>
                    <a:pt x="158" y="1"/>
                    <a:pt x="0" y="158"/>
                    <a:pt x="0" y="347"/>
                  </a:cubicBezTo>
                  <a:lnTo>
                    <a:pt x="0" y="1418"/>
                  </a:lnTo>
                  <a:lnTo>
                    <a:pt x="1764" y="1418"/>
                  </a:lnTo>
                  <a:cubicBezTo>
                    <a:pt x="1953" y="1418"/>
                    <a:pt x="2111" y="1576"/>
                    <a:pt x="2111" y="1765"/>
                  </a:cubicBezTo>
                  <a:cubicBezTo>
                    <a:pt x="2111" y="1954"/>
                    <a:pt x="1953" y="2112"/>
                    <a:pt x="1764" y="2112"/>
                  </a:cubicBezTo>
                  <a:lnTo>
                    <a:pt x="0" y="2112"/>
                  </a:lnTo>
                  <a:lnTo>
                    <a:pt x="0" y="2836"/>
                  </a:lnTo>
                  <a:lnTo>
                    <a:pt x="1071" y="2836"/>
                  </a:lnTo>
                  <a:cubicBezTo>
                    <a:pt x="1260" y="2836"/>
                    <a:pt x="1418" y="2994"/>
                    <a:pt x="1418" y="3183"/>
                  </a:cubicBezTo>
                  <a:cubicBezTo>
                    <a:pt x="1418" y="3372"/>
                    <a:pt x="1260" y="3529"/>
                    <a:pt x="1071" y="3529"/>
                  </a:cubicBezTo>
                  <a:lnTo>
                    <a:pt x="0" y="3529"/>
                  </a:lnTo>
                  <a:lnTo>
                    <a:pt x="0" y="4254"/>
                  </a:lnTo>
                  <a:lnTo>
                    <a:pt x="1764" y="4254"/>
                  </a:lnTo>
                  <a:cubicBezTo>
                    <a:pt x="1953" y="4254"/>
                    <a:pt x="2111" y="4411"/>
                    <a:pt x="2111" y="4600"/>
                  </a:cubicBezTo>
                  <a:cubicBezTo>
                    <a:pt x="2111" y="4789"/>
                    <a:pt x="1953" y="4947"/>
                    <a:pt x="1764" y="4947"/>
                  </a:cubicBezTo>
                  <a:lnTo>
                    <a:pt x="0" y="4947"/>
                  </a:lnTo>
                  <a:lnTo>
                    <a:pt x="0" y="5672"/>
                  </a:lnTo>
                  <a:lnTo>
                    <a:pt x="1071" y="5672"/>
                  </a:lnTo>
                  <a:cubicBezTo>
                    <a:pt x="1260" y="5672"/>
                    <a:pt x="1418" y="5829"/>
                    <a:pt x="1418" y="6018"/>
                  </a:cubicBezTo>
                  <a:cubicBezTo>
                    <a:pt x="1418" y="6207"/>
                    <a:pt x="1260" y="6365"/>
                    <a:pt x="1071" y="6365"/>
                  </a:cubicBezTo>
                  <a:lnTo>
                    <a:pt x="0" y="6365"/>
                  </a:lnTo>
                  <a:lnTo>
                    <a:pt x="0" y="7089"/>
                  </a:lnTo>
                  <a:lnTo>
                    <a:pt x="1764" y="7089"/>
                  </a:lnTo>
                  <a:cubicBezTo>
                    <a:pt x="1953" y="7089"/>
                    <a:pt x="2111" y="7247"/>
                    <a:pt x="2111" y="7436"/>
                  </a:cubicBezTo>
                  <a:cubicBezTo>
                    <a:pt x="2111" y="7625"/>
                    <a:pt x="1953" y="7782"/>
                    <a:pt x="1764" y="7782"/>
                  </a:cubicBezTo>
                  <a:lnTo>
                    <a:pt x="0" y="7782"/>
                  </a:lnTo>
                  <a:lnTo>
                    <a:pt x="0" y="8507"/>
                  </a:lnTo>
                  <a:lnTo>
                    <a:pt x="1071" y="8507"/>
                  </a:lnTo>
                  <a:cubicBezTo>
                    <a:pt x="1260" y="8507"/>
                    <a:pt x="1418" y="8665"/>
                    <a:pt x="1418" y="8854"/>
                  </a:cubicBezTo>
                  <a:cubicBezTo>
                    <a:pt x="1418" y="9043"/>
                    <a:pt x="1260" y="9200"/>
                    <a:pt x="1071" y="9200"/>
                  </a:cubicBezTo>
                  <a:lnTo>
                    <a:pt x="0" y="9200"/>
                  </a:lnTo>
                  <a:lnTo>
                    <a:pt x="0" y="9925"/>
                  </a:lnTo>
                  <a:lnTo>
                    <a:pt x="1764" y="9925"/>
                  </a:lnTo>
                  <a:cubicBezTo>
                    <a:pt x="1953" y="9925"/>
                    <a:pt x="2111" y="10082"/>
                    <a:pt x="2111" y="10271"/>
                  </a:cubicBezTo>
                  <a:cubicBezTo>
                    <a:pt x="2111" y="10460"/>
                    <a:pt x="1953" y="10618"/>
                    <a:pt x="1764" y="10618"/>
                  </a:cubicBezTo>
                  <a:lnTo>
                    <a:pt x="0" y="10618"/>
                  </a:lnTo>
                  <a:lnTo>
                    <a:pt x="0" y="11689"/>
                  </a:lnTo>
                  <a:cubicBezTo>
                    <a:pt x="0" y="11878"/>
                    <a:pt x="158" y="12036"/>
                    <a:pt x="347" y="12036"/>
                  </a:cubicBezTo>
                  <a:lnTo>
                    <a:pt x="3151" y="12036"/>
                  </a:lnTo>
                  <a:cubicBezTo>
                    <a:pt x="3340" y="12036"/>
                    <a:pt x="3497" y="11878"/>
                    <a:pt x="3497" y="11689"/>
                  </a:cubicBezTo>
                  <a:lnTo>
                    <a:pt x="3497" y="379"/>
                  </a:lnTo>
                  <a:cubicBezTo>
                    <a:pt x="3497" y="158"/>
                    <a:pt x="3340" y="1"/>
                    <a:pt x="315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94" name="Google Shape;9394;p72"/>
            <p:cNvSpPr/>
            <p:nvPr/>
          </p:nvSpPr>
          <p:spPr>
            <a:xfrm>
              <a:off x="-49185300" y="3920375"/>
              <a:ext cx="71700" cy="87450"/>
            </a:xfrm>
            <a:custGeom>
              <a:avLst/>
              <a:gdLst/>
              <a:ahLst/>
              <a:cxnLst/>
              <a:rect l="l" t="t" r="r" b="b"/>
              <a:pathLst>
                <a:path w="2868" h="3498" extrusionOk="0">
                  <a:moveTo>
                    <a:pt x="2490" y="1"/>
                  </a:moveTo>
                  <a:cubicBezTo>
                    <a:pt x="1765" y="1"/>
                    <a:pt x="1229" y="32"/>
                    <a:pt x="631" y="631"/>
                  </a:cubicBezTo>
                  <a:cubicBezTo>
                    <a:pt x="253" y="1040"/>
                    <a:pt x="1" y="1576"/>
                    <a:pt x="1" y="2143"/>
                  </a:cubicBezTo>
                  <a:cubicBezTo>
                    <a:pt x="1" y="2868"/>
                    <a:pt x="631" y="3498"/>
                    <a:pt x="1418" y="3498"/>
                  </a:cubicBezTo>
                  <a:cubicBezTo>
                    <a:pt x="2017" y="3498"/>
                    <a:pt x="2553" y="3120"/>
                    <a:pt x="2742" y="2553"/>
                  </a:cubicBezTo>
                  <a:cubicBezTo>
                    <a:pt x="2868" y="2238"/>
                    <a:pt x="2805" y="1923"/>
                    <a:pt x="2616" y="1702"/>
                  </a:cubicBezTo>
                  <a:cubicBezTo>
                    <a:pt x="2395" y="1450"/>
                    <a:pt x="2269" y="1135"/>
                    <a:pt x="2742" y="568"/>
                  </a:cubicBezTo>
                  <a:cubicBezTo>
                    <a:pt x="2836" y="442"/>
                    <a:pt x="2868" y="316"/>
                    <a:pt x="2805" y="190"/>
                  </a:cubicBezTo>
                  <a:cubicBezTo>
                    <a:pt x="2742" y="95"/>
                    <a:pt x="2616" y="1"/>
                    <a:pt x="249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95" name="Google Shape;9395;p72"/>
            <p:cNvSpPr/>
            <p:nvPr/>
          </p:nvSpPr>
          <p:spPr>
            <a:xfrm>
              <a:off x="-49182150" y="4019625"/>
              <a:ext cx="64625" cy="42550"/>
            </a:xfrm>
            <a:custGeom>
              <a:avLst/>
              <a:gdLst/>
              <a:ahLst/>
              <a:cxnLst/>
              <a:rect l="l" t="t" r="r" b="b"/>
              <a:pathLst>
                <a:path w="2585" h="1702" extrusionOk="0">
                  <a:moveTo>
                    <a:pt x="316" y="0"/>
                  </a:moveTo>
                  <a:cubicBezTo>
                    <a:pt x="158" y="473"/>
                    <a:pt x="32" y="1103"/>
                    <a:pt x="1" y="1702"/>
                  </a:cubicBezTo>
                  <a:lnTo>
                    <a:pt x="2584" y="1702"/>
                  </a:lnTo>
                  <a:cubicBezTo>
                    <a:pt x="2521" y="1103"/>
                    <a:pt x="2427" y="504"/>
                    <a:pt x="2269" y="0"/>
                  </a:cubicBezTo>
                  <a:cubicBezTo>
                    <a:pt x="1954" y="158"/>
                    <a:pt x="1639" y="252"/>
                    <a:pt x="1292" y="252"/>
                  </a:cubicBezTo>
                  <a:cubicBezTo>
                    <a:pt x="946" y="252"/>
                    <a:pt x="631" y="158"/>
                    <a:pt x="31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96" name="Google Shape;9396;p72"/>
            <p:cNvSpPr/>
            <p:nvPr/>
          </p:nvSpPr>
          <p:spPr>
            <a:xfrm>
              <a:off x="-49185300" y="4078700"/>
              <a:ext cx="70925" cy="141800"/>
            </a:xfrm>
            <a:custGeom>
              <a:avLst/>
              <a:gdLst/>
              <a:ahLst/>
              <a:cxnLst/>
              <a:rect l="l" t="t" r="r" b="b"/>
              <a:pathLst>
                <a:path w="2837" h="5672" extrusionOk="0">
                  <a:moveTo>
                    <a:pt x="32" y="0"/>
                  </a:moveTo>
                  <a:cubicBezTo>
                    <a:pt x="1" y="378"/>
                    <a:pt x="1" y="756"/>
                    <a:pt x="1" y="1071"/>
                  </a:cubicBezTo>
                  <a:cubicBezTo>
                    <a:pt x="1" y="2773"/>
                    <a:pt x="316" y="5671"/>
                    <a:pt x="1418" y="5671"/>
                  </a:cubicBezTo>
                  <a:cubicBezTo>
                    <a:pt x="2521" y="5671"/>
                    <a:pt x="2836" y="2804"/>
                    <a:pt x="2836" y="1071"/>
                  </a:cubicBezTo>
                  <a:cubicBezTo>
                    <a:pt x="2805" y="756"/>
                    <a:pt x="2805" y="410"/>
                    <a:pt x="274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97" name="Google Shape;9397;p72"/>
            <p:cNvSpPr/>
            <p:nvPr/>
          </p:nvSpPr>
          <p:spPr>
            <a:xfrm>
              <a:off x="-49271150" y="3920375"/>
              <a:ext cx="65400" cy="70125"/>
            </a:xfrm>
            <a:custGeom>
              <a:avLst/>
              <a:gdLst/>
              <a:ahLst/>
              <a:cxnLst/>
              <a:rect l="l" t="t" r="r" b="b"/>
              <a:pathLst>
                <a:path w="2616" h="2805" extrusionOk="0">
                  <a:moveTo>
                    <a:pt x="1324" y="1"/>
                  </a:moveTo>
                  <a:cubicBezTo>
                    <a:pt x="1182" y="1"/>
                    <a:pt x="1040" y="64"/>
                    <a:pt x="977" y="190"/>
                  </a:cubicBezTo>
                  <a:lnTo>
                    <a:pt x="1" y="2805"/>
                  </a:lnTo>
                  <a:lnTo>
                    <a:pt x="2616" y="2805"/>
                  </a:lnTo>
                  <a:lnTo>
                    <a:pt x="1670" y="190"/>
                  </a:lnTo>
                  <a:cubicBezTo>
                    <a:pt x="1607" y="64"/>
                    <a:pt x="1466" y="1"/>
                    <a:pt x="132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398" name="Google Shape;9398;p72"/>
            <p:cNvSpPr/>
            <p:nvPr/>
          </p:nvSpPr>
          <p:spPr>
            <a:xfrm>
              <a:off x="-49272725" y="4007800"/>
              <a:ext cx="70125" cy="159925"/>
            </a:xfrm>
            <a:custGeom>
              <a:avLst/>
              <a:gdLst/>
              <a:ahLst/>
              <a:cxnLst/>
              <a:rect l="l" t="t" r="r" b="b"/>
              <a:pathLst>
                <a:path w="2805" h="6397" extrusionOk="0">
                  <a:moveTo>
                    <a:pt x="1" y="1"/>
                  </a:moveTo>
                  <a:lnTo>
                    <a:pt x="1" y="6396"/>
                  </a:lnTo>
                  <a:lnTo>
                    <a:pt x="2805" y="6396"/>
                  </a:lnTo>
                  <a:lnTo>
                    <a:pt x="280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399" name="Google Shape;9399;p72"/>
          <p:cNvGrpSpPr/>
          <p:nvPr/>
        </p:nvGrpSpPr>
        <p:grpSpPr>
          <a:xfrm>
            <a:off x="1210006" y="3872993"/>
            <a:ext cx="416500" cy="476164"/>
            <a:chOff x="-47505300" y="3200500"/>
            <a:chExt cx="263875" cy="301675"/>
          </a:xfrm>
        </p:grpSpPr>
        <p:sp>
          <p:nvSpPr>
            <p:cNvPr id="9400" name="Google Shape;9400;p72"/>
            <p:cNvSpPr/>
            <p:nvPr/>
          </p:nvSpPr>
          <p:spPr>
            <a:xfrm>
              <a:off x="-47382425" y="3306025"/>
              <a:ext cx="52800" cy="53600"/>
            </a:xfrm>
            <a:custGeom>
              <a:avLst/>
              <a:gdLst/>
              <a:ahLst/>
              <a:cxnLst/>
              <a:rect l="l" t="t" r="r" b="b"/>
              <a:pathLst>
                <a:path w="2112" h="2144" extrusionOk="0">
                  <a:moveTo>
                    <a:pt x="1387" y="1"/>
                  </a:moveTo>
                  <a:cubicBezTo>
                    <a:pt x="1198" y="726"/>
                    <a:pt x="694" y="1261"/>
                    <a:pt x="1" y="1387"/>
                  </a:cubicBezTo>
                  <a:lnTo>
                    <a:pt x="1" y="2143"/>
                  </a:lnTo>
                  <a:lnTo>
                    <a:pt x="2111" y="2143"/>
                  </a:lnTo>
                  <a:lnTo>
                    <a:pt x="211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01" name="Google Shape;9401;p72"/>
            <p:cNvSpPr/>
            <p:nvPr/>
          </p:nvSpPr>
          <p:spPr>
            <a:xfrm>
              <a:off x="-47382425" y="3306025"/>
              <a:ext cx="15775" cy="15800"/>
            </a:xfrm>
            <a:custGeom>
              <a:avLst/>
              <a:gdLst/>
              <a:ahLst/>
              <a:cxnLst/>
              <a:rect l="l" t="t" r="r" b="b"/>
              <a:pathLst>
                <a:path w="631" h="632" extrusionOk="0">
                  <a:moveTo>
                    <a:pt x="1" y="1"/>
                  </a:moveTo>
                  <a:lnTo>
                    <a:pt x="1" y="631"/>
                  </a:lnTo>
                  <a:cubicBezTo>
                    <a:pt x="316" y="568"/>
                    <a:pt x="536" y="316"/>
                    <a:pt x="63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02" name="Google Shape;9402;p72"/>
            <p:cNvSpPr/>
            <p:nvPr/>
          </p:nvSpPr>
          <p:spPr>
            <a:xfrm>
              <a:off x="-47487975" y="3200500"/>
              <a:ext cx="210325" cy="301675"/>
            </a:xfrm>
            <a:custGeom>
              <a:avLst/>
              <a:gdLst/>
              <a:ahLst/>
              <a:cxnLst/>
              <a:rect l="l" t="t" r="r" b="b"/>
              <a:pathLst>
                <a:path w="8413" h="12067" extrusionOk="0">
                  <a:moveTo>
                    <a:pt x="3845" y="2111"/>
                  </a:moveTo>
                  <a:cubicBezTo>
                    <a:pt x="4727" y="2111"/>
                    <a:pt x="5420" y="2678"/>
                    <a:pt x="5577" y="3529"/>
                  </a:cubicBezTo>
                  <a:lnTo>
                    <a:pt x="6680" y="3529"/>
                  </a:lnTo>
                  <a:cubicBezTo>
                    <a:pt x="6901" y="3529"/>
                    <a:pt x="7058" y="3686"/>
                    <a:pt x="7058" y="3875"/>
                  </a:cubicBezTo>
                  <a:lnTo>
                    <a:pt x="7058" y="6711"/>
                  </a:lnTo>
                  <a:lnTo>
                    <a:pt x="6995" y="6711"/>
                  </a:lnTo>
                  <a:cubicBezTo>
                    <a:pt x="6995" y="6900"/>
                    <a:pt x="6838" y="7057"/>
                    <a:pt x="6648" y="7057"/>
                  </a:cubicBezTo>
                  <a:lnTo>
                    <a:pt x="3845" y="7057"/>
                  </a:lnTo>
                  <a:cubicBezTo>
                    <a:pt x="3656" y="7057"/>
                    <a:pt x="3498" y="6900"/>
                    <a:pt x="3498" y="6711"/>
                  </a:cubicBezTo>
                  <a:lnTo>
                    <a:pt x="3498" y="5608"/>
                  </a:lnTo>
                  <a:cubicBezTo>
                    <a:pt x="2710" y="5451"/>
                    <a:pt x="2080" y="4726"/>
                    <a:pt x="2080" y="3875"/>
                  </a:cubicBezTo>
                  <a:cubicBezTo>
                    <a:pt x="2080" y="2899"/>
                    <a:pt x="2868" y="2111"/>
                    <a:pt x="3845" y="2111"/>
                  </a:cubicBezTo>
                  <a:close/>
                  <a:moveTo>
                    <a:pt x="5262" y="8444"/>
                  </a:moveTo>
                  <a:cubicBezTo>
                    <a:pt x="5483" y="8444"/>
                    <a:pt x="5640" y="8601"/>
                    <a:pt x="5640" y="8790"/>
                  </a:cubicBezTo>
                  <a:cubicBezTo>
                    <a:pt x="5640" y="8979"/>
                    <a:pt x="5483" y="9137"/>
                    <a:pt x="5262" y="9137"/>
                  </a:cubicBezTo>
                  <a:lnTo>
                    <a:pt x="2490" y="9137"/>
                  </a:lnTo>
                  <a:cubicBezTo>
                    <a:pt x="2269" y="9137"/>
                    <a:pt x="2112" y="8979"/>
                    <a:pt x="2112" y="8790"/>
                  </a:cubicBezTo>
                  <a:cubicBezTo>
                    <a:pt x="2112" y="8601"/>
                    <a:pt x="2269" y="8444"/>
                    <a:pt x="2490" y="8444"/>
                  </a:cubicBezTo>
                  <a:close/>
                  <a:moveTo>
                    <a:pt x="6680" y="8444"/>
                  </a:moveTo>
                  <a:cubicBezTo>
                    <a:pt x="6901" y="8444"/>
                    <a:pt x="7058" y="8601"/>
                    <a:pt x="7058" y="8790"/>
                  </a:cubicBezTo>
                  <a:cubicBezTo>
                    <a:pt x="6995" y="8979"/>
                    <a:pt x="6838" y="9137"/>
                    <a:pt x="6680" y="9137"/>
                  </a:cubicBezTo>
                  <a:cubicBezTo>
                    <a:pt x="6491" y="9137"/>
                    <a:pt x="6333" y="8979"/>
                    <a:pt x="6333" y="8790"/>
                  </a:cubicBezTo>
                  <a:cubicBezTo>
                    <a:pt x="6333" y="8601"/>
                    <a:pt x="6491" y="8444"/>
                    <a:pt x="6680" y="8444"/>
                  </a:cubicBezTo>
                  <a:close/>
                  <a:moveTo>
                    <a:pt x="6680" y="9861"/>
                  </a:moveTo>
                  <a:cubicBezTo>
                    <a:pt x="6901" y="9861"/>
                    <a:pt x="7058" y="10019"/>
                    <a:pt x="7058" y="10208"/>
                  </a:cubicBezTo>
                  <a:cubicBezTo>
                    <a:pt x="7058" y="10397"/>
                    <a:pt x="6838" y="10554"/>
                    <a:pt x="6680" y="10554"/>
                  </a:cubicBezTo>
                  <a:lnTo>
                    <a:pt x="2490" y="10554"/>
                  </a:lnTo>
                  <a:cubicBezTo>
                    <a:pt x="2269" y="10554"/>
                    <a:pt x="2112" y="10397"/>
                    <a:pt x="2112" y="10208"/>
                  </a:cubicBezTo>
                  <a:cubicBezTo>
                    <a:pt x="2112" y="10019"/>
                    <a:pt x="2269" y="9861"/>
                    <a:pt x="2490" y="9861"/>
                  </a:cubicBezTo>
                  <a:close/>
                  <a:moveTo>
                    <a:pt x="347" y="0"/>
                  </a:moveTo>
                  <a:cubicBezTo>
                    <a:pt x="158" y="0"/>
                    <a:pt x="1" y="158"/>
                    <a:pt x="1" y="378"/>
                  </a:cubicBezTo>
                  <a:lnTo>
                    <a:pt x="1" y="1418"/>
                  </a:lnTo>
                  <a:lnTo>
                    <a:pt x="1072" y="1418"/>
                  </a:lnTo>
                  <a:cubicBezTo>
                    <a:pt x="1261" y="1418"/>
                    <a:pt x="1419" y="1576"/>
                    <a:pt x="1419" y="1796"/>
                  </a:cubicBezTo>
                  <a:cubicBezTo>
                    <a:pt x="1419" y="1985"/>
                    <a:pt x="1261" y="2143"/>
                    <a:pt x="1072" y="2143"/>
                  </a:cubicBezTo>
                  <a:lnTo>
                    <a:pt x="1" y="2143"/>
                  </a:lnTo>
                  <a:lnTo>
                    <a:pt x="1" y="3560"/>
                  </a:lnTo>
                  <a:lnTo>
                    <a:pt x="1072" y="3560"/>
                  </a:lnTo>
                  <a:cubicBezTo>
                    <a:pt x="1261" y="3560"/>
                    <a:pt x="1419" y="3718"/>
                    <a:pt x="1419" y="3907"/>
                  </a:cubicBezTo>
                  <a:cubicBezTo>
                    <a:pt x="1419" y="4096"/>
                    <a:pt x="1261" y="4253"/>
                    <a:pt x="1072" y="4253"/>
                  </a:cubicBezTo>
                  <a:lnTo>
                    <a:pt x="1" y="4253"/>
                  </a:lnTo>
                  <a:lnTo>
                    <a:pt x="1" y="5671"/>
                  </a:lnTo>
                  <a:lnTo>
                    <a:pt x="1072" y="5671"/>
                  </a:lnTo>
                  <a:cubicBezTo>
                    <a:pt x="1261" y="5671"/>
                    <a:pt x="1419" y="5829"/>
                    <a:pt x="1419" y="6049"/>
                  </a:cubicBezTo>
                  <a:cubicBezTo>
                    <a:pt x="1419" y="6238"/>
                    <a:pt x="1261" y="6396"/>
                    <a:pt x="1072" y="6396"/>
                  </a:cubicBezTo>
                  <a:lnTo>
                    <a:pt x="1" y="6396"/>
                  </a:lnTo>
                  <a:lnTo>
                    <a:pt x="1" y="7814"/>
                  </a:lnTo>
                  <a:lnTo>
                    <a:pt x="1072" y="7814"/>
                  </a:lnTo>
                  <a:cubicBezTo>
                    <a:pt x="1261" y="7814"/>
                    <a:pt x="1419" y="7971"/>
                    <a:pt x="1419" y="8160"/>
                  </a:cubicBezTo>
                  <a:cubicBezTo>
                    <a:pt x="1419" y="8349"/>
                    <a:pt x="1261" y="8507"/>
                    <a:pt x="1072" y="8507"/>
                  </a:cubicBezTo>
                  <a:lnTo>
                    <a:pt x="1" y="8507"/>
                  </a:lnTo>
                  <a:lnTo>
                    <a:pt x="1" y="9924"/>
                  </a:lnTo>
                  <a:lnTo>
                    <a:pt x="1072" y="9924"/>
                  </a:lnTo>
                  <a:cubicBezTo>
                    <a:pt x="1261" y="9924"/>
                    <a:pt x="1419" y="10082"/>
                    <a:pt x="1419" y="10302"/>
                  </a:cubicBezTo>
                  <a:cubicBezTo>
                    <a:pt x="1419" y="10491"/>
                    <a:pt x="1261" y="10649"/>
                    <a:pt x="1072" y="10649"/>
                  </a:cubicBezTo>
                  <a:lnTo>
                    <a:pt x="1" y="10649"/>
                  </a:lnTo>
                  <a:lnTo>
                    <a:pt x="1" y="11689"/>
                  </a:lnTo>
                  <a:cubicBezTo>
                    <a:pt x="1" y="11909"/>
                    <a:pt x="158" y="12067"/>
                    <a:pt x="347" y="12067"/>
                  </a:cubicBezTo>
                  <a:lnTo>
                    <a:pt x="8066" y="12067"/>
                  </a:lnTo>
                  <a:cubicBezTo>
                    <a:pt x="8255" y="12067"/>
                    <a:pt x="8413" y="11909"/>
                    <a:pt x="8413" y="11689"/>
                  </a:cubicBezTo>
                  <a:lnTo>
                    <a:pt x="8413" y="410"/>
                  </a:lnTo>
                  <a:cubicBezTo>
                    <a:pt x="8413" y="158"/>
                    <a:pt x="8255" y="0"/>
                    <a:pt x="806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03" name="Google Shape;9403;p72"/>
            <p:cNvSpPr/>
            <p:nvPr/>
          </p:nvSpPr>
          <p:spPr>
            <a:xfrm>
              <a:off x="-47417875" y="3271375"/>
              <a:ext cx="51225" cy="51225"/>
            </a:xfrm>
            <a:custGeom>
              <a:avLst/>
              <a:gdLst/>
              <a:ahLst/>
              <a:cxnLst/>
              <a:rect l="l" t="t" r="r" b="b"/>
              <a:pathLst>
                <a:path w="2049" h="2049" extrusionOk="0">
                  <a:moveTo>
                    <a:pt x="1041" y="1"/>
                  </a:moveTo>
                  <a:cubicBezTo>
                    <a:pt x="473" y="1"/>
                    <a:pt x="1" y="473"/>
                    <a:pt x="1" y="1072"/>
                  </a:cubicBezTo>
                  <a:cubicBezTo>
                    <a:pt x="1" y="1545"/>
                    <a:pt x="253" y="1891"/>
                    <a:pt x="694" y="2049"/>
                  </a:cubicBezTo>
                  <a:lnTo>
                    <a:pt x="694" y="1072"/>
                  </a:lnTo>
                  <a:cubicBezTo>
                    <a:pt x="694" y="883"/>
                    <a:pt x="852" y="725"/>
                    <a:pt x="1041" y="725"/>
                  </a:cubicBezTo>
                  <a:lnTo>
                    <a:pt x="2049" y="725"/>
                  </a:lnTo>
                  <a:cubicBezTo>
                    <a:pt x="1923" y="284"/>
                    <a:pt x="1513" y="1"/>
                    <a:pt x="104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04" name="Google Shape;9404;p72"/>
            <p:cNvSpPr/>
            <p:nvPr/>
          </p:nvSpPr>
          <p:spPr>
            <a:xfrm>
              <a:off x="-47505300" y="3235950"/>
              <a:ext cx="17350" cy="18125"/>
            </a:xfrm>
            <a:custGeom>
              <a:avLst/>
              <a:gdLst/>
              <a:ahLst/>
              <a:cxnLst/>
              <a:rect l="l" t="t" r="r" b="b"/>
              <a:pathLst>
                <a:path w="694" h="725" extrusionOk="0">
                  <a:moveTo>
                    <a:pt x="347" y="0"/>
                  </a:moveTo>
                  <a:cubicBezTo>
                    <a:pt x="127" y="0"/>
                    <a:pt x="1" y="158"/>
                    <a:pt x="1" y="378"/>
                  </a:cubicBezTo>
                  <a:cubicBezTo>
                    <a:pt x="1" y="567"/>
                    <a:pt x="127" y="725"/>
                    <a:pt x="347" y="725"/>
                  </a:cubicBezTo>
                  <a:lnTo>
                    <a:pt x="694" y="725"/>
                  </a:lnTo>
                  <a:lnTo>
                    <a:pt x="69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05" name="Google Shape;9405;p72"/>
            <p:cNvSpPr/>
            <p:nvPr/>
          </p:nvSpPr>
          <p:spPr>
            <a:xfrm>
              <a:off x="-47505300" y="3447025"/>
              <a:ext cx="17350" cy="17350"/>
            </a:xfrm>
            <a:custGeom>
              <a:avLst/>
              <a:gdLst/>
              <a:ahLst/>
              <a:cxnLst/>
              <a:rect l="l" t="t" r="r" b="b"/>
              <a:pathLst>
                <a:path w="694" h="694" extrusionOk="0">
                  <a:moveTo>
                    <a:pt x="347" y="0"/>
                  </a:moveTo>
                  <a:cubicBezTo>
                    <a:pt x="127" y="0"/>
                    <a:pt x="1" y="158"/>
                    <a:pt x="1" y="347"/>
                  </a:cubicBezTo>
                  <a:cubicBezTo>
                    <a:pt x="1" y="536"/>
                    <a:pt x="127" y="693"/>
                    <a:pt x="347" y="693"/>
                  </a:cubicBezTo>
                  <a:lnTo>
                    <a:pt x="694" y="693"/>
                  </a:lnTo>
                  <a:lnTo>
                    <a:pt x="69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06" name="Google Shape;9406;p72"/>
            <p:cNvSpPr/>
            <p:nvPr/>
          </p:nvSpPr>
          <p:spPr>
            <a:xfrm>
              <a:off x="-47505300" y="3394250"/>
              <a:ext cx="17350" cy="18150"/>
            </a:xfrm>
            <a:custGeom>
              <a:avLst/>
              <a:gdLst/>
              <a:ahLst/>
              <a:cxnLst/>
              <a:rect l="l" t="t" r="r" b="b"/>
              <a:pathLst>
                <a:path w="694" h="726" extrusionOk="0">
                  <a:moveTo>
                    <a:pt x="347" y="1"/>
                  </a:moveTo>
                  <a:lnTo>
                    <a:pt x="347" y="32"/>
                  </a:lnTo>
                  <a:cubicBezTo>
                    <a:pt x="127" y="32"/>
                    <a:pt x="1" y="190"/>
                    <a:pt x="1" y="379"/>
                  </a:cubicBezTo>
                  <a:cubicBezTo>
                    <a:pt x="1" y="568"/>
                    <a:pt x="127" y="725"/>
                    <a:pt x="347" y="725"/>
                  </a:cubicBezTo>
                  <a:lnTo>
                    <a:pt x="694" y="725"/>
                  </a:lnTo>
                  <a:lnTo>
                    <a:pt x="69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07" name="Google Shape;9407;p72"/>
            <p:cNvSpPr/>
            <p:nvPr/>
          </p:nvSpPr>
          <p:spPr>
            <a:xfrm>
              <a:off x="-47505300" y="3341475"/>
              <a:ext cx="17350" cy="18150"/>
            </a:xfrm>
            <a:custGeom>
              <a:avLst/>
              <a:gdLst/>
              <a:ahLst/>
              <a:cxnLst/>
              <a:rect l="l" t="t" r="r" b="b"/>
              <a:pathLst>
                <a:path w="694" h="726" extrusionOk="0">
                  <a:moveTo>
                    <a:pt x="347" y="1"/>
                  </a:moveTo>
                  <a:cubicBezTo>
                    <a:pt x="127" y="1"/>
                    <a:pt x="1" y="158"/>
                    <a:pt x="1" y="347"/>
                  </a:cubicBezTo>
                  <a:cubicBezTo>
                    <a:pt x="1" y="568"/>
                    <a:pt x="127" y="725"/>
                    <a:pt x="347" y="725"/>
                  </a:cubicBezTo>
                  <a:lnTo>
                    <a:pt x="694" y="725"/>
                  </a:lnTo>
                  <a:lnTo>
                    <a:pt x="69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08" name="Google Shape;9408;p72"/>
            <p:cNvSpPr/>
            <p:nvPr/>
          </p:nvSpPr>
          <p:spPr>
            <a:xfrm>
              <a:off x="-47505300" y="3289500"/>
              <a:ext cx="17350" cy="17350"/>
            </a:xfrm>
            <a:custGeom>
              <a:avLst/>
              <a:gdLst/>
              <a:ahLst/>
              <a:cxnLst/>
              <a:rect l="l" t="t" r="r" b="b"/>
              <a:pathLst>
                <a:path w="694" h="694" extrusionOk="0">
                  <a:moveTo>
                    <a:pt x="347" y="0"/>
                  </a:moveTo>
                  <a:cubicBezTo>
                    <a:pt x="127" y="0"/>
                    <a:pt x="1" y="158"/>
                    <a:pt x="1" y="347"/>
                  </a:cubicBezTo>
                  <a:cubicBezTo>
                    <a:pt x="1" y="536"/>
                    <a:pt x="127" y="693"/>
                    <a:pt x="347" y="693"/>
                  </a:cubicBezTo>
                  <a:lnTo>
                    <a:pt x="694" y="693"/>
                  </a:lnTo>
                  <a:lnTo>
                    <a:pt x="69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09" name="Google Shape;9409;p72"/>
            <p:cNvSpPr/>
            <p:nvPr/>
          </p:nvSpPr>
          <p:spPr>
            <a:xfrm>
              <a:off x="-47259550" y="3411575"/>
              <a:ext cx="18125" cy="51225"/>
            </a:xfrm>
            <a:custGeom>
              <a:avLst/>
              <a:gdLst/>
              <a:ahLst/>
              <a:cxnLst/>
              <a:rect l="l" t="t" r="r" b="b"/>
              <a:pathLst>
                <a:path w="725" h="2049" extrusionOk="0">
                  <a:moveTo>
                    <a:pt x="0" y="1"/>
                  </a:moveTo>
                  <a:lnTo>
                    <a:pt x="0" y="2048"/>
                  </a:lnTo>
                  <a:cubicBezTo>
                    <a:pt x="410" y="1891"/>
                    <a:pt x="725" y="1481"/>
                    <a:pt x="725" y="1072"/>
                  </a:cubicBezTo>
                  <a:lnTo>
                    <a:pt x="72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10" name="Google Shape;9410;p72"/>
            <p:cNvSpPr/>
            <p:nvPr/>
          </p:nvSpPr>
          <p:spPr>
            <a:xfrm>
              <a:off x="-47259550" y="3306025"/>
              <a:ext cx="18125" cy="35475"/>
            </a:xfrm>
            <a:custGeom>
              <a:avLst/>
              <a:gdLst/>
              <a:ahLst/>
              <a:cxnLst/>
              <a:rect l="l" t="t" r="r" b="b"/>
              <a:pathLst>
                <a:path w="725" h="1419" extrusionOk="0">
                  <a:moveTo>
                    <a:pt x="0" y="1"/>
                  </a:moveTo>
                  <a:lnTo>
                    <a:pt x="0" y="1419"/>
                  </a:lnTo>
                  <a:lnTo>
                    <a:pt x="725" y="1419"/>
                  </a:lnTo>
                  <a:lnTo>
                    <a:pt x="72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11" name="Google Shape;9411;p72"/>
            <p:cNvSpPr/>
            <p:nvPr/>
          </p:nvSpPr>
          <p:spPr>
            <a:xfrm>
              <a:off x="-47259550" y="3359600"/>
              <a:ext cx="18125" cy="34675"/>
            </a:xfrm>
            <a:custGeom>
              <a:avLst/>
              <a:gdLst/>
              <a:ahLst/>
              <a:cxnLst/>
              <a:rect l="l" t="t" r="r" b="b"/>
              <a:pathLst>
                <a:path w="725" h="1387" extrusionOk="0">
                  <a:moveTo>
                    <a:pt x="0" y="0"/>
                  </a:moveTo>
                  <a:lnTo>
                    <a:pt x="0" y="1387"/>
                  </a:lnTo>
                  <a:lnTo>
                    <a:pt x="725" y="1387"/>
                  </a:lnTo>
                  <a:lnTo>
                    <a:pt x="72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12" name="Google Shape;9412;p72"/>
            <p:cNvSpPr/>
            <p:nvPr/>
          </p:nvSpPr>
          <p:spPr>
            <a:xfrm>
              <a:off x="-47259550" y="3238300"/>
              <a:ext cx="18125" cy="51225"/>
            </a:xfrm>
            <a:custGeom>
              <a:avLst/>
              <a:gdLst/>
              <a:ahLst/>
              <a:cxnLst/>
              <a:rect l="l" t="t" r="r" b="b"/>
              <a:pathLst>
                <a:path w="725" h="2049" extrusionOk="0">
                  <a:moveTo>
                    <a:pt x="0" y="1"/>
                  </a:moveTo>
                  <a:lnTo>
                    <a:pt x="0" y="2048"/>
                  </a:lnTo>
                  <a:lnTo>
                    <a:pt x="725" y="2048"/>
                  </a:lnTo>
                  <a:lnTo>
                    <a:pt x="725" y="977"/>
                  </a:lnTo>
                  <a:cubicBezTo>
                    <a:pt x="693" y="505"/>
                    <a:pt x="410" y="127"/>
                    <a:pt x="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413" name="Google Shape;9413;p72"/>
          <p:cNvGrpSpPr/>
          <p:nvPr/>
        </p:nvGrpSpPr>
        <p:grpSpPr>
          <a:xfrm>
            <a:off x="1180806" y="4454790"/>
            <a:ext cx="474901" cy="473401"/>
            <a:chOff x="-47524975" y="3569100"/>
            <a:chExt cx="300875" cy="299925"/>
          </a:xfrm>
        </p:grpSpPr>
        <p:sp>
          <p:nvSpPr>
            <p:cNvPr id="9414" name="Google Shape;9414;p72"/>
            <p:cNvSpPr/>
            <p:nvPr/>
          </p:nvSpPr>
          <p:spPr>
            <a:xfrm>
              <a:off x="-47524975" y="3755775"/>
              <a:ext cx="115000" cy="113250"/>
            </a:xfrm>
            <a:custGeom>
              <a:avLst/>
              <a:gdLst/>
              <a:ahLst/>
              <a:cxnLst/>
              <a:rect l="l" t="t" r="r" b="b"/>
              <a:pathLst>
                <a:path w="4600" h="4530" extrusionOk="0">
                  <a:moveTo>
                    <a:pt x="3088" y="0"/>
                  </a:moveTo>
                  <a:lnTo>
                    <a:pt x="378" y="2741"/>
                  </a:lnTo>
                  <a:cubicBezTo>
                    <a:pt x="0" y="3119"/>
                    <a:pt x="0" y="3781"/>
                    <a:pt x="378" y="4222"/>
                  </a:cubicBezTo>
                  <a:cubicBezTo>
                    <a:pt x="583" y="4427"/>
                    <a:pt x="851" y="4529"/>
                    <a:pt x="1123" y="4529"/>
                  </a:cubicBezTo>
                  <a:cubicBezTo>
                    <a:pt x="1394" y="4529"/>
                    <a:pt x="1670" y="4427"/>
                    <a:pt x="1890" y="4222"/>
                  </a:cubicBezTo>
                  <a:lnTo>
                    <a:pt x="4600" y="1512"/>
                  </a:lnTo>
                  <a:cubicBezTo>
                    <a:pt x="4001" y="1103"/>
                    <a:pt x="3497" y="599"/>
                    <a:pt x="308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15" name="Google Shape;9415;p72"/>
            <p:cNvSpPr/>
            <p:nvPr/>
          </p:nvSpPr>
          <p:spPr>
            <a:xfrm>
              <a:off x="-47346200" y="3674650"/>
              <a:ext cx="15775" cy="15775"/>
            </a:xfrm>
            <a:custGeom>
              <a:avLst/>
              <a:gdLst/>
              <a:ahLst/>
              <a:cxnLst/>
              <a:rect l="l" t="t" r="r" b="b"/>
              <a:pathLst>
                <a:path w="631" h="631" extrusionOk="0">
                  <a:moveTo>
                    <a:pt x="1" y="0"/>
                  </a:moveTo>
                  <a:lnTo>
                    <a:pt x="1" y="630"/>
                  </a:lnTo>
                  <a:cubicBezTo>
                    <a:pt x="284" y="536"/>
                    <a:pt x="505" y="315"/>
                    <a:pt x="63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16" name="Google Shape;9416;p72"/>
            <p:cNvSpPr/>
            <p:nvPr/>
          </p:nvSpPr>
          <p:spPr>
            <a:xfrm>
              <a:off x="-47382425" y="3640000"/>
              <a:ext cx="51225" cy="51200"/>
            </a:xfrm>
            <a:custGeom>
              <a:avLst/>
              <a:gdLst/>
              <a:ahLst/>
              <a:cxnLst/>
              <a:rect l="l" t="t" r="r" b="b"/>
              <a:pathLst>
                <a:path w="2049" h="2048" extrusionOk="0">
                  <a:moveTo>
                    <a:pt x="1040" y="0"/>
                  </a:moveTo>
                  <a:cubicBezTo>
                    <a:pt x="473" y="0"/>
                    <a:pt x="1" y="473"/>
                    <a:pt x="1" y="1071"/>
                  </a:cubicBezTo>
                  <a:cubicBezTo>
                    <a:pt x="1" y="1512"/>
                    <a:pt x="253" y="1890"/>
                    <a:pt x="694" y="2048"/>
                  </a:cubicBezTo>
                  <a:lnTo>
                    <a:pt x="694" y="1071"/>
                  </a:lnTo>
                  <a:cubicBezTo>
                    <a:pt x="694" y="851"/>
                    <a:pt x="851" y="693"/>
                    <a:pt x="1040" y="693"/>
                  </a:cubicBezTo>
                  <a:lnTo>
                    <a:pt x="2048" y="693"/>
                  </a:lnTo>
                  <a:cubicBezTo>
                    <a:pt x="1922" y="284"/>
                    <a:pt x="1513" y="0"/>
                    <a:pt x="104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17" name="Google Shape;9417;p72"/>
            <p:cNvSpPr/>
            <p:nvPr/>
          </p:nvSpPr>
          <p:spPr>
            <a:xfrm>
              <a:off x="-47346975" y="3674650"/>
              <a:ext cx="52800" cy="52800"/>
            </a:xfrm>
            <a:custGeom>
              <a:avLst/>
              <a:gdLst/>
              <a:ahLst/>
              <a:cxnLst/>
              <a:rect l="l" t="t" r="r" b="b"/>
              <a:pathLst>
                <a:path w="2112" h="2112" extrusionOk="0">
                  <a:moveTo>
                    <a:pt x="1355" y="0"/>
                  </a:moveTo>
                  <a:cubicBezTo>
                    <a:pt x="1261" y="693"/>
                    <a:pt x="693" y="1260"/>
                    <a:pt x="0" y="1355"/>
                  </a:cubicBezTo>
                  <a:lnTo>
                    <a:pt x="0" y="2111"/>
                  </a:lnTo>
                  <a:lnTo>
                    <a:pt x="2111" y="2111"/>
                  </a:lnTo>
                  <a:lnTo>
                    <a:pt x="211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18" name="Google Shape;9418;p72"/>
            <p:cNvSpPr/>
            <p:nvPr/>
          </p:nvSpPr>
          <p:spPr>
            <a:xfrm>
              <a:off x="-47452525" y="3569100"/>
              <a:ext cx="228425" cy="228425"/>
            </a:xfrm>
            <a:custGeom>
              <a:avLst/>
              <a:gdLst/>
              <a:ahLst/>
              <a:cxnLst/>
              <a:rect l="l" t="t" r="r" b="b"/>
              <a:pathLst>
                <a:path w="9137" h="9137" extrusionOk="0">
                  <a:moveTo>
                    <a:pt x="3907" y="2080"/>
                  </a:moveTo>
                  <a:cubicBezTo>
                    <a:pt x="4758" y="2080"/>
                    <a:pt x="5483" y="2679"/>
                    <a:pt x="5640" y="3498"/>
                  </a:cubicBezTo>
                  <a:lnTo>
                    <a:pt x="6743" y="3498"/>
                  </a:lnTo>
                  <a:cubicBezTo>
                    <a:pt x="6932" y="3498"/>
                    <a:pt x="7089" y="3655"/>
                    <a:pt x="7089" y="3844"/>
                  </a:cubicBezTo>
                  <a:lnTo>
                    <a:pt x="7089" y="6680"/>
                  </a:lnTo>
                  <a:lnTo>
                    <a:pt x="7058" y="6680"/>
                  </a:lnTo>
                  <a:cubicBezTo>
                    <a:pt x="7058" y="6900"/>
                    <a:pt x="6900" y="7058"/>
                    <a:pt x="6680" y="7058"/>
                  </a:cubicBezTo>
                  <a:lnTo>
                    <a:pt x="3907" y="7058"/>
                  </a:lnTo>
                  <a:cubicBezTo>
                    <a:pt x="3687" y="7058"/>
                    <a:pt x="3529" y="6900"/>
                    <a:pt x="3529" y="6680"/>
                  </a:cubicBezTo>
                  <a:lnTo>
                    <a:pt x="3529" y="5577"/>
                  </a:lnTo>
                  <a:cubicBezTo>
                    <a:pt x="2742" y="5419"/>
                    <a:pt x="2111" y="4726"/>
                    <a:pt x="2111" y="3844"/>
                  </a:cubicBezTo>
                  <a:cubicBezTo>
                    <a:pt x="2111" y="2868"/>
                    <a:pt x="2899" y="2080"/>
                    <a:pt x="3907" y="2080"/>
                  </a:cubicBezTo>
                  <a:close/>
                  <a:moveTo>
                    <a:pt x="4569" y="1"/>
                  </a:moveTo>
                  <a:cubicBezTo>
                    <a:pt x="2048" y="1"/>
                    <a:pt x="1" y="2048"/>
                    <a:pt x="1" y="4569"/>
                  </a:cubicBezTo>
                  <a:cubicBezTo>
                    <a:pt x="1" y="7089"/>
                    <a:pt x="2048" y="9137"/>
                    <a:pt x="4569" y="9137"/>
                  </a:cubicBezTo>
                  <a:cubicBezTo>
                    <a:pt x="7089" y="9137"/>
                    <a:pt x="9137" y="7089"/>
                    <a:pt x="9137" y="4569"/>
                  </a:cubicBezTo>
                  <a:cubicBezTo>
                    <a:pt x="9137" y="2048"/>
                    <a:pt x="7089" y="1"/>
                    <a:pt x="456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419" name="Google Shape;9419;p72"/>
          <p:cNvGrpSpPr/>
          <p:nvPr/>
        </p:nvGrpSpPr>
        <p:grpSpPr>
          <a:xfrm>
            <a:off x="1181416" y="5093805"/>
            <a:ext cx="473677" cy="360547"/>
            <a:chOff x="-47523400" y="3973950"/>
            <a:chExt cx="300100" cy="228425"/>
          </a:xfrm>
        </p:grpSpPr>
        <p:sp>
          <p:nvSpPr>
            <p:cNvPr id="9420" name="Google Shape;9420;p72"/>
            <p:cNvSpPr/>
            <p:nvPr/>
          </p:nvSpPr>
          <p:spPr>
            <a:xfrm>
              <a:off x="-47417075" y="4061375"/>
              <a:ext cx="15775" cy="15775"/>
            </a:xfrm>
            <a:custGeom>
              <a:avLst/>
              <a:gdLst/>
              <a:ahLst/>
              <a:cxnLst/>
              <a:rect l="l" t="t" r="r" b="b"/>
              <a:pathLst>
                <a:path w="631" h="631" extrusionOk="0">
                  <a:moveTo>
                    <a:pt x="0" y="0"/>
                  </a:moveTo>
                  <a:lnTo>
                    <a:pt x="0" y="630"/>
                  </a:lnTo>
                  <a:cubicBezTo>
                    <a:pt x="284" y="536"/>
                    <a:pt x="504" y="315"/>
                    <a:pt x="63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21" name="Google Shape;9421;p72"/>
            <p:cNvSpPr/>
            <p:nvPr/>
          </p:nvSpPr>
          <p:spPr>
            <a:xfrm>
              <a:off x="-47417875" y="4061375"/>
              <a:ext cx="52800" cy="52775"/>
            </a:xfrm>
            <a:custGeom>
              <a:avLst/>
              <a:gdLst/>
              <a:ahLst/>
              <a:cxnLst/>
              <a:rect l="l" t="t" r="r" b="b"/>
              <a:pathLst>
                <a:path w="2112" h="2111" extrusionOk="0">
                  <a:moveTo>
                    <a:pt x="1356" y="0"/>
                  </a:moveTo>
                  <a:cubicBezTo>
                    <a:pt x="1261" y="693"/>
                    <a:pt x="694" y="1260"/>
                    <a:pt x="1" y="1386"/>
                  </a:cubicBezTo>
                  <a:lnTo>
                    <a:pt x="1" y="2111"/>
                  </a:lnTo>
                  <a:lnTo>
                    <a:pt x="2112" y="2111"/>
                  </a:lnTo>
                  <a:lnTo>
                    <a:pt x="211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22" name="Google Shape;9422;p72"/>
            <p:cNvSpPr/>
            <p:nvPr/>
          </p:nvSpPr>
          <p:spPr>
            <a:xfrm>
              <a:off x="-47453300" y="4026700"/>
              <a:ext cx="51200" cy="51225"/>
            </a:xfrm>
            <a:custGeom>
              <a:avLst/>
              <a:gdLst/>
              <a:ahLst/>
              <a:cxnLst/>
              <a:rect l="l" t="t" r="r" b="b"/>
              <a:pathLst>
                <a:path w="2048" h="2049" extrusionOk="0">
                  <a:moveTo>
                    <a:pt x="1071" y="1"/>
                  </a:moveTo>
                  <a:cubicBezTo>
                    <a:pt x="473" y="1"/>
                    <a:pt x="0" y="473"/>
                    <a:pt x="0" y="1072"/>
                  </a:cubicBezTo>
                  <a:cubicBezTo>
                    <a:pt x="0" y="1545"/>
                    <a:pt x="284" y="1891"/>
                    <a:pt x="693" y="2049"/>
                  </a:cubicBezTo>
                  <a:lnTo>
                    <a:pt x="693" y="1072"/>
                  </a:lnTo>
                  <a:cubicBezTo>
                    <a:pt x="693" y="883"/>
                    <a:pt x="851" y="725"/>
                    <a:pt x="1071" y="725"/>
                  </a:cubicBezTo>
                  <a:lnTo>
                    <a:pt x="2048" y="725"/>
                  </a:lnTo>
                  <a:cubicBezTo>
                    <a:pt x="1922" y="284"/>
                    <a:pt x="1512" y="1"/>
                    <a:pt x="107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23" name="Google Shape;9423;p72"/>
            <p:cNvSpPr/>
            <p:nvPr/>
          </p:nvSpPr>
          <p:spPr>
            <a:xfrm>
              <a:off x="-47506875" y="3973950"/>
              <a:ext cx="264675" cy="174875"/>
            </a:xfrm>
            <a:custGeom>
              <a:avLst/>
              <a:gdLst/>
              <a:ahLst/>
              <a:cxnLst/>
              <a:rect l="l" t="t" r="r" b="b"/>
              <a:pathLst>
                <a:path w="10587" h="6995" extrusionOk="0">
                  <a:moveTo>
                    <a:pt x="8854" y="1418"/>
                  </a:moveTo>
                  <a:cubicBezTo>
                    <a:pt x="9074" y="1418"/>
                    <a:pt x="9232" y="1575"/>
                    <a:pt x="9232" y="1764"/>
                  </a:cubicBezTo>
                  <a:cubicBezTo>
                    <a:pt x="9232" y="1953"/>
                    <a:pt x="9074" y="2111"/>
                    <a:pt x="8854" y="2111"/>
                  </a:cubicBezTo>
                  <a:lnTo>
                    <a:pt x="7436" y="2111"/>
                  </a:lnTo>
                  <a:cubicBezTo>
                    <a:pt x="7247" y="2111"/>
                    <a:pt x="7089" y="1953"/>
                    <a:pt x="7089" y="1764"/>
                  </a:cubicBezTo>
                  <a:cubicBezTo>
                    <a:pt x="7089" y="1575"/>
                    <a:pt x="7247" y="1418"/>
                    <a:pt x="7436" y="1418"/>
                  </a:cubicBezTo>
                  <a:close/>
                  <a:moveTo>
                    <a:pt x="8854" y="2772"/>
                  </a:moveTo>
                  <a:cubicBezTo>
                    <a:pt x="9074" y="2772"/>
                    <a:pt x="9232" y="2930"/>
                    <a:pt x="9232" y="3151"/>
                  </a:cubicBezTo>
                  <a:cubicBezTo>
                    <a:pt x="9232" y="3340"/>
                    <a:pt x="9074" y="3497"/>
                    <a:pt x="8854" y="3497"/>
                  </a:cubicBezTo>
                  <a:lnTo>
                    <a:pt x="7436" y="3497"/>
                  </a:lnTo>
                  <a:cubicBezTo>
                    <a:pt x="7247" y="3497"/>
                    <a:pt x="7089" y="3340"/>
                    <a:pt x="7089" y="3151"/>
                  </a:cubicBezTo>
                  <a:cubicBezTo>
                    <a:pt x="7089" y="2930"/>
                    <a:pt x="7247" y="2772"/>
                    <a:pt x="7436" y="2772"/>
                  </a:cubicBezTo>
                  <a:close/>
                  <a:moveTo>
                    <a:pt x="8854" y="4190"/>
                  </a:moveTo>
                  <a:cubicBezTo>
                    <a:pt x="9074" y="4190"/>
                    <a:pt x="9232" y="4348"/>
                    <a:pt x="9232" y="4568"/>
                  </a:cubicBezTo>
                  <a:cubicBezTo>
                    <a:pt x="9232" y="4757"/>
                    <a:pt x="9074" y="4915"/>
                    <a:pt x="8854" y="4915"/>
                  </a:cubicBezTo>
                  <a:lnTo>
                    <a:pt x="7436" y="4915"/>
                  </a:lnTo>
                  <a:cubicBezTo>
                    <a:pt x="7247" y="4915"/>
                    <a:pt x="7089" y="4757"/>
                    <a:pt x="7089" y="4568"/>
                  </a:cubicBezTo>
                  <a:cubicBezTo>
                    <a:pt x="7089" y="4348"/>
                    <a:pt x="7247" y="4190"/>
                    <a:pt x="7436" y="4190"/>
                  </a:cubicBezTo>
                  <a:close/>
                  <a:moveTo>
                    <a:pt x="3246" y="1355"/>
                  </a:moveTo>
                  <a:cubicBezTo>
                    <a:pt x="4096" y="1355"/>
                    <a:pt x="4821" y="1953"/>
                    <a:pt x="4979" y="2772"/>
                  </a:cubicBezTo>
                  <a:lnTo>
                    <a:pt x="6081" y="2772"/>
                  </a:lnTo>
                  <a:cubicBezTo>
                    <a:pt x="6270" y="2772"/>
                    <a:pt x="6428" y="2930"/>
                    <a:pt x="6428" y="3151"/>
                  </a:cubicBezTo>
                  <a:lnTo>
                    <a:pt x="6428" y="5986"/>
                  </a:lnTo>
                  <a:lnTo>
                    <a:pt x="6396" y="5986"/>
                  </a:lnTo>
                  <a:cubicBezTo>
                    <a:pt x="6396" y="6175"/>
                    <a:pt x="6239" y="6333"/>
                    <a:pt x="6018" y="6333"/>
                  </a:cubicBezTo>
                  <a:lnTo>
                    <a:pt x="3246" y="6333"/>
                  </a:lnTo>
                  <a:cubicBezTo>
                    <a:pt x="3025" y="6333"/>
                    <a:pt x="2868" y="6175"/>
                    <a:pt x="2868" y="5986"/>
                  </a:cubicBezTo>
                  <a:lnTo>
                    <a:pt x="2868" y="4883"/>
                  </a:lnTo>
                  <a:cubicBezTo>
                    <a:pt x="2080" y="4726"/>
                    <a:pt x="1450" y="4001"/>
                    <a:pt x="1450" y="3151"/>
                  </a:cubicBezTo>
                  <a:cubicBezTo>
                    <a:pt x="1450" y="2142"/>
                    <a:pt x="2238" y="1355"/>
                    <a:pt x="3246" y="1355"/>
                  </a:cubicBezTo>
                  <a:close/>
                  <a:moveTo>
                    <a:pt x="8854" y="5608"/>
                  </a:moveTo>
                  <a:cubicBezTo>
                    <a:pt x="9074" y="5608"/>
                    <a:pt x="9232" y="5765"/>
                    <a:pt x="9232" y="5986"/>
                  </a:cubicBezTo>
                  <a:cubicBezTo>
                    <a:pt x="9232" y="6175"/>
                    <a:pt x="9074" y="6333"/>
                    <a:pt x="8854" y="6333"/>
                  </a:cubicBezTo>
                  <a:lnTo>
                    <a:pt x="7436" y="6333"/>
                  </a:lnTo>
                  <a:cubicBezTo>
                    <a:pt x="7247" y="6333"/>
                    <a:pt x="7089" y="6175"/>
                    <a:pt x="7089" y="5986"/>
                  </a:cubicBezTo>
                  <a:cubicBezTo>
                    <a:pt x="7089" y="5765"/>
                    <a:pt x="7247" y="5608"/>
                    <a:pt x="7436" y="5608"/>
                  </a:cubicBezTo>
                  <a:close/>
                  <a:moveTo>
                    <a:pt x="347" y="0"/>
                  </a:moveTo>
                  <a:cubicBezTo>
                    <a:pt x="158" y="0"/>
                    <a:pt x="1" y="158"/>
                    <a:pt x="1" y="347"/>
                  </a:cubicBezTo>
                  <a:lnTo>
                    <a:pt x="1" y="6994"/>
                  </a:lnTo>
                  <a:lnTo>
                    <a:pt x="10586" y="6994"/>
                  </a:lnTo>
                  <a:lnTo>
                    <a:pt x="10586" y="347"/>
                  </a:lnTo>
                  <a:cubicBezTo>
                    <a:pt x="10586" y="158"/>
                    <a:pt x="10429" y="0"/>
                    <a:pt x="1024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24" name="Google Shape;9424;p72"/>
            <p:cNvSpPr/>
            <p:nvPr/>
          </p:nvSpPr>
          <p:spPr>
            <a:xfrm>
              <a:off x="-47523400" y="4166900"/>
              <a:ext cx="300100" cy="35475"/>
            </a:xfrm>
            <a:custGeom>
              <a:avLst/>
              <a:gdLst/>
              <a:ahLst/>
              <a:cxnLst/>
              <a:rect l="l" t="t" r="r" b="b"/>
              <a:pathLst>
                <a:path w="12004" h="1419" extrusionOk="0">
                  <a:moveTo>
                    <a:pt x="0" y="1"/>
                  </a:moveTo>
                  <a:lnTo>
                    <a:pt x="0" y="1040"/>
                  </a:lnTo>
                  <a:cubicBezTo>
                    <a:pt x="0" y="1261"/>
                    <a:pt x="158" y="1418"/>
                    <a:pt x="347" y="1418"/>
                  </a:cubicBezTo>
                  <a:lnTo>
                    <a:pt x="11657" y="1418"/>
                  </a:lnTo>
                  <a:cubicBezTo>
                    <a:pt x="11846" y="1418"/>
                    <a:pt x="12004" y="1261"/>
                    <a:pt x="12004" y="1040"/>
                  </a:cubicBezTo>
                  <a:lnTo>
                    <a:pt x="1200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425" name="Google Shape;9425;p72"/>
          <p:cNvGrpSpPr/>
          <p:nvPr/>
        </p:nvGrpSpPr>
        <p:grpSpPr>
          <a:xfrm>
            <a:off x="4121578" y="3871137"/>
            <a:ext cx="472455" cy="476795"/>
            <a:chOff x="-45673275" y="3199325"/>
            <a:chExt cx="299325" cy="302075"/>
          </a:xfrm>
        </p:grpSpPr>
        <p:sp>
          <p:nvSpPr>
            <p:cNvPr id="9426" name="Google Shape;9426;p72"/>
            <p:cNvSpPr/>
            <p:nvPr/>
          </p:nvSpPr>
          <p:spPr>
            <a:xfrm>
              <a:off x="-45672500" y="3199325"/>
              <a:ext cx="298550" cy="194175"/>
            </a:xfrm>
            <a:custGeom>
              <a:avLst/>
              <a:gdLst/>
              <a:ahLst/>
              <a:cxnLst/>
              <a:rect l="l" t="t" r="r" b="b"/>
              <a:pathLst>
                <a:path w="11942" h="7767" extrusionOk="0">
                  <a:moveTo>
                    <a:pt x="5947" y="0"/>
                  </a:moveTo>
                  <a:cubicBezTo>
                    <a:pt x="5884" y="0"/>
                    <a:pt x="5829" y="16"/>
                    <a:pt x="5798" y="47"/>
                  </a:cubicBezTo>
                  <a:lnTo>
                    <a:pt x="158" y="3607"/>
                  </a:lnTo>
                  <a:cubicBezTo>
                    <a:pt x="32" y="3670"/>
                    <a:pt x="1" y="3765"/>
                    <a:pt x="1" y="3922"/>
                  </a:cubicBezTo>
                  <a:cubicBezTo>
                    <a:pt x="1" y="4017"/>
                    <a:pt x="64" y="4143"/>
                    <a:pt x="158" y="4237"/>
                  </a:cubicBezTo>
                  <a:lnTo>
                    <a:pt x="5735" y="7735"/>
                  </a:lnTo>
                  <a:cubicBezTo>
                    <a:pt x="5798" y="7766"/>
                    <a:pt x="5861" y="7766"/>
                    <a:pt x="5955" y="7766"/>
                  </a:cubicBezTo>
                  <a:cubicBezTo>
                    <a:pt x="6018" y="7766"/>
                    <a:pt x="6050" y="7766"/>
                    <a:pt x="6144" y="7735"/>
                  </a:cubicBezTo>
                  <a:lnTo>
                    <a:pt x="11784" y="4237"/>
                  </a:lnTo>
                  <a:cubicBezTo>
                    <a:pt x="11878" y="4143"/>
                    <a:pt x="11941" y="4080"/>
                    <a:pt x="11941" y="3922"/>
                  </a:cubicBezTo>
                  <a:cubicBezTo>
                    <a:pt x="11941" y="3796"/>
                    <a:pt x="11847" y="3670"/>
                    <a:pt x="11784" y="3607"/>
                  </a:cubicBezTo>
                  <a:lnTo>
                    <a:pt x="6144" y="47"/>
                  </a:lnTo>
                  <a:cubicBezTo>
                    <a:pt x="6081" y="16"/>
                    <a:pt x="6010" y="0"/>
                    <a:pt x="59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27" name="Google Shape;9427;p72"/>
            <p:cNvSpPr/>
            <p:nvPr/>
          </p:nvSpPr>
          <p:spPr>
            <a:xfrm>
              <a:off x="-45673275" y="3387150"/>
              <a:ext cx="299325" cy="114250"/>
            </a:xfrm>
            <a:custGeom>
              <a:avLst/>
              <a:gdLst/>
              <a:ahLst/>
              <a:cxnLst/>
              <a:rect l="l" t="t" r="r" b="b"/>
              <a:pathLst>
                <a:path w="11973" h="4570" extrusionOk="0">
                  <a:moveTo>
                    <a:pt x="693" y="1"/>
                  </a:moveTo>
                  <a:lnTo>
                    <a:pt x="158" y="348"/>
                  </a:lnTo>
                  <a:cubicBezTo>
                    <a:pt x="32" y="411"/>
                    <a:pt x="0" y="505"/>
                    <a:pt x="0" y="663"/>
                  </a:cubicBezTo>
                  <a:cubicBezTo>
                    <a:pt x="0" y="789"/>
                    <a:pt x="63" y="883"/>
                    <a:pt x="158" y="978"/>
                  </a:cubicBezTo>
                  <a:lnTo>
                    <a:pt x="5797" y="4506"/>
                  </a:lnTo>
                  <a:cubicBezTo>
                    <a:pt x="5829" y="4569"/>
                    <a:pt x="5892" y="4569"/>
                    <a:pt x="5986" y="4569"/>
                  </a:cubicBezTo>
                  <a:cubicBezTo>
                    <a:pt x="6049" y="4569"/>
                    <a:pt x="6112" y="4569"/>
                    <a:pt x="6175" y="4506"/>
                  </a:cubicBezTo>
                  <a:lnTo>
                    <a:pt x="11815" y="978"/>
                  </a:lnTo>
                  <a:cubicBezTo>
                    <a:pt x="11941" y="883"/>
                    <a:pt x="11972" y="820"/>
                    <a:pt x="11972" y="663"/>
                  </a:cubicBezTo>
                  <a:cubicBezTo>
                    <a:pt x="11972" y="537"/>
                    <a:pt x="11878" y="411"/>
                    <a:pt x="11815" y="348"/>
                  </a:cubicBezTo>
                  <a:lnTo>
                    <a:pt x="11248" y="1"/>
                  </a:lnTo>
                  <a:lnTo>
                    <a:pt x="6175" y="3151"/>
                  </a:lnTo>
                  <a:cubicBezTo>
                    <a:pt x="6144" y="3183"/>
                    <a:pt x="6049" y="3183"/>
                    <a:pt x="5986" y="3183"/>
                  </a:cubicBezTo>
                  <a:cubicBezTo>
                    <a:pt x="5892" y="3183"/>
                    <a:pt x="5860" y="3183"/>
                    <a:pt x="5797" y="3151"/>
                  </a:cubicBezTo>
                  <a:lnTo>
                    <a:pt x="69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28" name="Google Shape;9428;p72"/>
            <p:cNvSpPr/>
            <p:nvPr/>
          </p:nvSpPr>
          <p:spPr>
            <a:xfrm>
              <a:off x="-45673275" y="3334400"/>
              <a:ext cx="299325" cy="113425"/>
            </a:xfrm>
            <a:custGeom>
              <a:avLst/>
              <a:gdLst/>
              <a:ahLst/>
              <a:cxnLst/>
              <a:rect l="l" t="t" r="r" b="b"/>
              <a:pathLst>
                <a:path w="11973" h="4537" extrusionOk="0">
                  <a:moveTo>
                    <a:pt x="693" y="0"/>
                  </a:moveTo>
                  <a:lnTo>
                    <a:pt x="158" y="378"/>
                  </a:lnTo>
                  <a:cubicBezTo>
                    <a:pt x="32" y="441"/>
                    <a:pt x="0" y="536"/>
                    <a:pt x="0" y="693"/>
                  </a:cubicBezTo>
                  <a:cubicBezTo>
                    <a:pt x="0" y="851"/>
                    <a:pt x="63" y="914"/>
                    <a:pt x="158" y="1008"/>
                  </a:cubicBezTo>
                  <a:lnTo>
                    <a:pt x="5797" y="4505"/>
                  </a:lnTo>
                  <a:cubicBezTo>
                    <a:pt x="5829" y="4537"/>
                    <a:pt x="5892" y="4537"/>
                    <a:pt x="5986" y="4537"/>
                  </a:cubicBezTo>
                  <a:cubicBezTo>
                    <a:pt x="6049" y="4537"/>
                    <a:pt x="6112" y="4537"/>
                    <a:pt x="6175" y="4505"/>
                  </a:cubicBezTo>
                  <a:lnTo>
                    <a:pt x="11815" y="1008"/>
                  </a:lnTo>
                  <a:cubicBezTo>
                    <a:pt x="11941" y="914"/>
                    <a:pt x="11972" y="851"/>
                    <a:pt x="11972" y="693"/>
                  </a:cubicBezTo>
                  <a:cubicBezTo>
                    <a:pt x="11972" y="536"/>
                    <a:pt x="11878" y="441"/>
                    <a:pt x="11815" y="378"/>
                  </a:cubicBezTo>
                  <a:lnTo>
                    <a:pt x="11248" y="0"/>
                  </a:lnTo>
                  <a:lnTo>
                    <a:pt x="6175" y="3214"/>
                  </a:lnTo>
                  <a:cubicBezTo>
                    <a:pt x="6144" y="3245"/>
                    <a:pt x="6049" y="3245"/>
                    <a:pt x="5986" y="3245"/>
                  </a:cubicBezTo>
                  <a:cubicBezTo>
                    <a:pt x="5892" y="3245"/>
                    <a:pt x="5860" y="3245"/>
                    <a:pt x="5797" y="3214"/>
                  </a:cubicBezTo>
                  <a:lnTo>
                    <a:pt x="69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429" name="Google Shape;9429;p72"/>
          <p:cNvGrpSpPr/>
          <p:nvPr/>
        </p:nvGrpSpPr>
        <p:grpSpPr>
          <a:xfrm>
            <a:off x="4120335" y="4482136"/>
            <a:ext cx="474940" cy="418987"/>
            <a:chOff x="-45674075" y="3586425"/>
            <a:chExt cx="300900" cy="265450"/>
          </a:xfrm>
        </p:grpSpPr>
        <p:sp>
          <p:nvSpPr>
            <p:cNvPr id="9430" name="Google Shape;9430;p72"/>
            <p:cNvSpPr/>
            <p:nvPr/>
          </p:nvSpPr>
          <p:spPr>
            <a:xfrm>
              <a:off x="-45674075" y="3586425"/>
              <a:ext cx="300125" cy="70925"/>
            </a:xfrm>
            <a:custGeom>
              <a:avLst/>
              <a:gdLst/>
              <a:ahLst/>
              <a:cxnLst/>
              <a:rect l="l" t="t" r="r" b="b"/>
              <a:pathLst>
                <a:path w="12005" h="2837" extrusionOk="0">
                  <a:moveTo>
                    <a:pt x="6018" y="1418"/>
                  </a:moveTo>
                  <a:cubicBezTo>
                    <a:pt x="6207" y="1418"/>
                    <a:pt x="6365" y="1576"/>
                    <a:pt x="6365" y="1765"/>
                  </a:cubicBezTo>
                  <a:cubicBezTo>
                    <a:pt x="6365" y="1986"/>
                    <a:pt x="6207" y="2143"/>
                    <a:pt x="6018" y="2143"/>
                  </a:cubicBezTo>
                  <a:lnTo>
                    <a:pt x="5294" y="2143"/>
                  </a:lnTo>
                  <a:cubicBezTo>
                    <a:pt x="5105" y="2143"/>
                    <a:pt x="4947" y="1986"/>
                    <a:pt x="4947" y="1765"/>
                  </a:cubicBezTo>
                  <a:cubicBezTo>
                    <a:pt x="4947" y="1576"/>
                    <a:pt x="5105" y="1418"/>
                    <a:pt x="5294" y="1418"/>
                  </a:cubicBezTo>
                  <a:close/>
                  <a:moveTo>
                    <a:pt x="8129" y="1418"/>
                  </a:moveTo>
                  <a:cubicBezTo>
                    <a:pt x="8318" y="1418"/>
                    <a:pt x="8476" y="1576"/>
                    <a:pt x="8476" y="1765"/>
                  </a:cubicBezTo>
                  <a:cubicBezTo>
                    <a:pt x="8476" y="1986"/>
                    <a:pt x="8318" y="2143"/>
                    <a:pt x="8129" y="2143"/>
                  </a:cubicBezTo>
                  <a:lnTo>
                    <a:pt x="7436" y="2143"/>
                  </a:lnTo>
                  <a:cubicBezTo>
                    <a:pt x="7215" y="2143"/>
                    <a:pt x="7089" y="1986"/>
                    <a:pt x="7089" y="1765"/>
                  </a:cubicBezTo>
                  <a:cubicBezTo>
                    <a:pt x="7089" y="1576"/>
                    <a:pt x="7215" y="1418"/>
                    <a:pt x="7436" y="1418"/>
                  </a:cubicBezTo>
                  <a:close/>
                  <a:moveTo>
                    <a:pt x="10240" y="1418"/>
                  </a:moveTo>
                  <a:cubicBezTo>
                    <a:pt x="10429" y="1418"/>
                    <a:pt x="10587" y="1576"/>
                    <a:pt x="10587" y="1765"/>
                  </a:cubicBezTo>
                  <a:cubicBezTo>
                    <a:pt x="10587" y="1986"/>
                    <a:pt x="10429" y="2143"/>
                    <a:pt x="10240" y="2143"/>
                  </a:cubicBezTo>
                  <a:lnTo>
                    <a:pt x="9515" y="2143"/>
                  </a:lnTo>
                  <a:cubicBezTo>
                    <a:pt x="9326" y="2143"/>
                    <a:pt x="9169" y="1986"/>
                    <a:pt x="9169" y="1765"/>
                  </a:cubicBezTo>
                  <a:cubicBezTo>
                    <a:pt x="9169" y="1576"/>
                    <a:pt x="9326" y="1418"/>
                    <a:pt x="9515" y="1418"/>
                  </a:cubicBezTo>
                  <a:close/>
                  <a:moveTo>
                    <a:pt x="1041" y="1"/>
                  </a:moveTo>
                  <a:cubicBezTo>
                    <a:pt x="442" y="1"/>
                    <a:pt x="1" y="473"/>
                    <a:pt x="1" y="1072"/>
                  </a:cubicBezTo>
                  <a:lnTo>
                    <a:pt x="1" y="2836"/>
                  </a:lnTo>
                  <a:lnTo>
                    <a:pt x="12004" y="2836"/>
                  </a:lnTo>
                  <a:lnTo>
                    <a:pt x="12004" y="1072"/>
                  </a:lnTo>
                  <a:cubicBezTo>
                    <a:pt x="12004" y="473"/>
                    <a:pt x="11532" y="1"/>
                    <a:pt x="1093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31" name="Google Shape;9431;p72"/>
            <p:cNvSpPr/>
            <p:nvPr/>
          </p:nvSpPr>
          <p:spPr>
            <a:xfrm>
              <a:off x="-45673275" y="3675425"/>
              <a:ext cx="300100" cy="176450"/>
            </a:xfrm>
            <a:custGeom>
              <a:avLst/>
              <a:gdLst/>
              <a:ahLst/>
              <a:cxnLst/>
              <a:rect l="l" t="t" r="r" b="b"/>
              <a:pathLst>
                <a:path w="12004" h="7058" extrusionOk="0">
                  <a:moveTo>
                    <a:pt x="3852" y="1387"/>
                  </a:moveTo>
                  <a:cubicBezTo>
                    <a:pt x="3946" y="1387"/>
                    <a:pt x="4049" y="1418"/>
                    <a:pt x="4128" y="1481"/>
                  </a:cubicBezTo>
                  <a:cubicBezTo>
                    <a:pt x="4254" y="1607"/>
                    <a:pt x="4254" y="1828"/>
                    <a:pt x="4128" y="2017"/>
                  </a:cubicBezTo>
                  <a:lnTo>
                    <a:pt x="2993" y="3151"/>
                  </a:lnTo>
                  <a:lnTo>
                    <a:pt x="4128" y="4317"/>
                  </a:lnTo>
                  <a:cubicBezTo>
                    <a:pt x="4254" y="4443"/>
                    <a:pt x="4254" y="4695"/>
                    <a:pt x="4128" y="4852"/>
                  </a:cubicBezTo>
                  <a:cubicBezTo>
                    <a:pt x="4064" y="4900"/>
                    <a:pt x="3978" y="4923"/>
                    <a:pt x="3887" y="4923"/>
                  </a:cubicBezTo>
                  <a:cubicBezTo>
                    <a:pt x="3797" y="4923"/>
                    <a:pt x="3702" y="4900"/>
                    <a:pt x="3623" y="4852"/>
                  </a:cubicBezTo>
                  <a:lnTo>
                    <a:pt x="2206" y="3435"/>
                  </a:lnTo>
                  <a:cubicBezTo>
                    <a:pt x="2080" y="3309"/>
                    <a:pt x="2080" y="3057"/>
                    <a:pt x="2206" y="2899"/>
                  </a:cubicBezTo>
                  <a:lnTo>
                    <a:pt x="3623" y="1481"/>
                  </a:lnTo>
                  <a:cubicBezTo>
                    <a:pt x="3671" y="1418"/>
                    <a:pt x="3757" y="1387"/>
                    <a:pt x="3852" y="1387"/>
                  </a:cubicBezTo>
                  <a:close/>
                  <a:moveTo>
                    <a:pt x="8070" y="1450"/>
                  </a:moveTo>
                  <a:cubicBezTo>
                    <a:pt x="8168" y="1450"/>
                    <a:pt x="8270" y="1481"/>
                    <a:pt x="8349" y="1544"/>
                  </a:cubicBezTo>
                  <a:lnTo>
                    <a:pt x="9767" y="2962"/>
                  </a:lnTo>
                  <a:cubicBezTo>
                    <a:pt x="9861" y="3025"/>
                    <a:pt x="9861" y="3246"/>
                    <a:pt x="9767" y="3435"/>
                  </a:cubicBezTo>
                  <a:lnTo>
                    <a:pt x="8349" y="4852"/>
                  </a:lnTo>
                  <a:cubicBezTo>
                    <a:pt x="8286" y="4900"/>
                    <a:pt x="8192" y="4923"/>
                    <a:pt x="8093" y="4923"/>
                  </a:cubicBezTo>
                  <a:cubicBezTo>
                    <a:pt x="7995" y="4923"/>
                    <a:pt x="7892" y="4900"/>
                    <a:pt x="7814" y="4852"/>
                  </a:cubicBezTo>
                  <a:cubicBezTo>
                    <a:pt x="7719" y="4726"/>
                    <a:pt x="7719" y="4474"/>
                    <a:pt x="7814" y="4317"/>
                  </a:cubicBezTo>
                  <a:lnTo>
                    <a:pt x="8979" y="3183"/>
                  </a:lnTo>
                  <a:lnTo>
                    <a:pt x="7814" y="2049"/>
                  </a:lnTo>
                  <a:cubicBezTo>
                    <a:pt x="7719" y="1923"/>
                    <a:pt x="7719" y="1702"/>
                    <a:pt x="7814" y="1544"/>
                  </a:cubicBezTo>
                  <a:cubicBezTo>
                    <a:pt x="7877" y="1481"/>
                    <a:pt x="7971" y="1450"/>
                    <a:pt x="8070" y="1450"/>
                  </a:cubicBezTo>
                  <a:close/>
                  <a:moveTo>
                    <a:pt x="6704" y="737"/>
                  </a:moveTo>
                  <a:cubicBezTo>
                    <a:pt x="6738" y="737"/>
                    <a:pt x="6773" y="744"/>
                    <a:pt x="6805" y="757"/>
                  </a:cubicBezTo>
                  <a:cubicBezTo>
                    <a:pt x="6994" y="788"/>
                    <a:pt x="7089" y="977"/>
                    <a:pt x="7057" y="1166"/>
                  </a:cubicBezTo>
                  <a:lnTo>
                    <a:pt x="5608" y="5388"/>
                  </a:lnTo>
                  <a:cubicBezTo>
                    <a:pt x="5553" y="5553"/>
                    <a:pt x="5402" y="5646"/>
                    <a:pt x="5260" y="5646"/>
                  </a:cubicBezTo>
                  <a:cubicBezTo>
                    <a:pt x="5239" y="5646"/>
                    <a:pt x="5219" y="5644"/>
                    <a:pt x="5199" y="5640"/>
                  </a:cubicBezTo>
                  <a:cubicBezTo>
                    <a:pt x="4978" y="5546"/>
                    <a:pt x="4915" y="5357"/>
                    <a:pt x="4947" y="5199"/>
                  </a:cubicBezTo>
                  <a:lnTo>
                    <a:pt x="6364" y="977"/>
                  </a:lnTo>
                  <a:cubicBezTo>
                    <a:pt x="6439" y="828"/>
                    <a:pt x="6573" y="737"/>
                    <a:pt x="6704" y="737"/>
                  </a:cubicBezTo>
                  <a:close/>
                  <a:moveTo>
                    <a:pt x="0" y="1"/>
                  </a:moveTo>
                  <a:lnTo>
                    <a:pt x="0" y="5987"/>
                  </a:lnTo>
                  <a:cubicBezTo>
                    <a:pt x="0" y="6585"/>
                    <a:pt x="473" y="7058"/>
                    <a:pt x="1040" y="7058"/>
                  </a:cubicBezTo>
                  <a:lnTo>
                    <a:pt x="10933" y="7058"/>
                  </a:lnTo>
                  <a:cubicBezTo>
                    <a:pt x="11531" y="7058"/>
                    <a:pt x="12004" y="6585"/>
                    <a:pt x="12004" y="5987"/>
                  </a:cubicBezTo>
                  <a:lnTo>
                    <a:pt x="1200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432" name="Google Shape;9432;p72"/>
          <p:cNvGrpSpPr/>
          <p:nvPr/>
        </p:nvGrpSpPr>
        <p:grpSpPr>
          <a:xfrm>
            <a:off x="4121578" y="5036589"/>
            <a:ext cx="472455" cy="474940"/>
            <a:chOff x="-45673275" y="3937700"/>
            <a:chExt cx="299325" cy="300900"/>
          </a:xfrm>
        </p:grpSpPr>
        <p:sp>
          <p:nvSpPr>
            <p:cNvPr id="9433" name="Google Shape;9433;p72"/>
            <p:cNvSpPr/>
            <p:nvPr/>
          </p:nvSpPr>
          <p:spPr>
            <a:xfrm>
              <a:off x="-45673275" y="3937700"/>
              <a:ext cx="285925" cy="135500"/>
            </a:xfrm>
            <a:custGeom>
              <a:avLst/>
              <a:gdLst/>
              <a:ahLst/>
              <a:cxnLst/>
              <a:rect l="l" t="t" r="r" b="b"/>
              <a:pathLst>
                <a:path w="11437" h="5420" extrusionOk="0">
                  <a:moveTo>
                    <a:pt x="11437" y="1"/>
                  </a:moveTo>
                  <a:lnTo>
                    <a:pt x="221" y="3435"/>
                  </a:lnTo>
                  <a:cubicBezTo>
                    <a:pt x="63" y="3466"/>
                    <a:pt x="0" y="3624"/>
                    <a:pt x="0" y="3781"/>
                  </a:cubicBezTo>
                  <a:cubicBezTo>
                    <a:pt x="0" y="3939"/>
                    <a:pt x="95" y="4065"/>
                    <a:pt x="221" y="4159"/>
                  </a:cubicBezTo>
                  <a:lnTo>
                    <a:pt x="4348" y="5420"/>
                  </a:lnTo>
                  <a:lnTo>
                    <a:pt x="11405" y="64"/>
                  </a:lnTo>
                  <a:lnTo>
                    <a:pt x="1143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34" name="Google Shape;9434;p72"/>
            <p:cNvSpPr/>
            <p:nvPr/>
          </p:nvSpPr>
          <p:spPr>
            <a:xfrm>
              <a:off x="-45577975" y="3990475"/>
              <a:ext cx="151250" cy="150925"/>
            </a:xfrm>
            <a:custGeom>
              <a:avLst/>
              <a:gdLst/>
              <a:ahLst/>
              <a:cxnLst/>
              <a:rect l="l" t="t" r="r" b="b"/>
              <a:pathLst>
                <a:path w="6050" h="6037" extrusionOk="0">
                  <a:moveTo>
                    <a:pt x="6049" y="1"/>
                  </a:moveTo>
                  <a:lnTo>
                    <a:pt x="536" y="4159"/>
                  </a:lnTo>
                  <a:lnTo>
                    <a:pt x="32" y="5577"/>
                  </a:lnTo>
                  <a:cubicBezTo>
                    <a:pt x="0" y="5703"/>
                    <a:pt x="32" y="5861"/>
                    <a:pt x="126" y="5955"/>
                  </a:cubicBezTo>
                  <a:cubicBezTo>
                    <a:pt x="186" y="6015"/>
                    <a:pt x="259" y="6037"/>
                    <a:pt x="336" y="6037"/>
                  </a:cubicBezTo>
                  <a:cubicBezTo>
                    <a:pt x="381" y="6037"/>
                    <a:pt x="427" y="6030"/>
                    <a:pt x="473" y="6018"/>
                  </a:cubicBezTo>
                  <a:lnTo>
                    <a:pt x="1891" y="5514"/>
                  </a:lnTo>
                  <a:lnTo>
                    <a:pt x="604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35" name="Google Shape;9435;p72"/>
            <p:cNvSpPr/>
            <p:nvPr/>
          </p:nvSpPr>
          <p:spPr>
            <a:xfrm>
              <a:off x="-45509450" y="3951100"/>
              <a:ext cx="135500" cy="286725"/>
            </a:xfrm>
            <a:custGeom>
              <a:avLst/>
              <a:gdLst/>
              <a:ahLst/>
              <a:cxnLst/>
              <a:rect l="l" t="t" r="r" b="b"/>
              <a:pathLst>
                <a:path w="5420" h="11469" extrusionOk="0">
                  <a:moveTo>
                    <a:pt x="5419" y="0"/>
                  </a:moveTo>
                  <a:lnTo>
                    <a:pt x="5356" y="32"/>
                  </a:lnTo>
                  <a:lnTo>
                    <a:pt x="0" y="7089"/>
                  </a:lnTo>
                  <a:lnTo>
                    <a:pt x="1261" y="11216"/>
                  </a:lnTo>
                  <a:cubicBezTo>
                    <a:pt x="1324" y="11374"/>
                    <a:pt x="1481" y="11468"/>
                    <a:pt x="1639" y="11468"/>
                  </a:cubicBezTo>
                  <a:cubicBezTo>
                    <a:pt x="1796" y="11468"/>
                    <a:pt x="1891" y="11342"/>
                    <a:pt x="1985" y="11216"/>
                  </a:cubicBezTo>
                  <a:lnTo>
                    <a:pt x="541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36" name="Google Shape;9436;p72"/>
            <p:cNvSpPr/>
            <p:nvPr/>
          </p:nvSpPr>
          <p:spPr>
            <a:xfrm>
              <a:off x="-45670925" y="4114125"/>
              <a:ext cx="72500" cy="70325"/>
            </a:xfrm>
            <a:custGeom>
              <a:avLst/>
              <a:gdLst/>
              <a:ahLst/>
              <a:cxnLst/>
              <a:rect l="l" t="t" r="r" b="b"/>
              <a:pathLst>
                <a:path w="2900" h="2813" extrusionOk="0">
                  <a:moveTo>
                    <a:pt x="2521" y="1"/>
                  </a:moveTo>
                  <a:cubicBezTo>
                    <a:pt x="2435" y="1"/>
                    <a:pt x="2348" y="32"/>
                    <a:pt x="2269" y="95"/>
                  </a:cubicBezTo>
                  <a:lnTo>
                    <a:pt x="127" y="2206"/>
                  </a:lnTo>
                  <a:cubicBezTo>
                    <a:pt x="1" y="2332"/>
                    <a:pt x="1" y="2553"/>
                    <a:pt x="127" y="2742"/>
                  </a:cubicBezTo>
                  <a:cubicBezTo>
                    <a:pt x="190" y="2789"/>
                    <a:pt x="277" y="2813"/>
                    <a:pt x="371" y="2813"/>
                  </a:cubicBezTo>
                  <a:cubicBezTo>
                    <a:pt x="466" y="2813"/>
                    <a:pt x="568" y="2789"/>
                    <a:pt x="662" y="2742"/>
                  </a:cubicBezTo>
                  <a:lnTo>
                    <a:pt x="2773" y="600"/>
                  </a:lnTo>
                  <a:cubicBezTo>
                    <a:pt x="2899" y="473"/>
                    <a:pt x="2899" y="253"/>
                    <a:pt x="2773" y="95"/>
                  </a:cubicBezTo>
                  <a:cubicBezTo>
                    <a:pt x="2695" y="32"/>
                    <a:pt x="2608" y="1"/>
                    <a:pt x="252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37" name="Google Shape;9437;p72"/>
            <p:cNvSpPr/>
            <p:nvPr/>
          </p:nvSpPr>
          <p:spPr>
            <a:xfrm>
              <a:off x="-45620500" y="4163550"/>
              <a:ext cx="70900" cy="71125"/>
            </a:xfrm>
            <a:custGeom>
              <a:avLst/>
              <a:gdLst/>
              <a:ahLst/>
              <a:cxnLst/>
              <a:rect l="l" t="t" r="r" b="b"/>
              <a:pathLst>
                <a:path w="2836" h="2845" extrusionOk="0">
                  <a:moveTo>
                    <a:pt x="2489" y="1"/>
                  </a:moveTo>
                  <a:cubicBezTo>
                    <a:pt x="2395" y="1"/>
                    <a:pt x="2300" y="24"/>
                    <a:pt x="2237" y="72"/>
                  </a:cubicBezTo>
                  <a:lnTo>
                    <a:pt x="126" y="2214"/>
                  </a:lnTo>
                  <a:cubicBezTo>
                    <a:pt x="0" y="2340"/>
                    <a:pt x="0" y="2561"/>
                    <a:pt x="126" y="2718"/>
                  </a:cubicBezTo>
                  <a:cubicBezTo>
                    <a:pt x="221" y="2781"/>
                    <a:pt x="284" y="2844"/>
                    <a:pt x="378" y="2844"/>
                  </a:cubicBezTo>
                  <a:cubicBezTo>
                    <a:pt x="441" y="2844"/>
                    <a:pt x="567" y="2781"/>
                    <a:pt x="599" y="2718"/>
                  </a:cubicBezTo>
                  <a:lnTo>
                    <a:pt x="2741" y="607"/>
                  </a:lnTo>
                  <a:cubicBezTo>
                    <a:pt x="2836" y="481"/>
                    <a:pt x="2836" y="229"/>
                    <a:pt x="2741" y="72"/>
                  </a:cubicBezTo>
                  <a:cubicBezTo>
                    <a:pt x="2678" y="24"/>
                    <a:pt x="2584" y="1"/>
                    <a:pt x="248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38" name="Google Shape;9438;p72"/>
            <p:cNvSpPr/>
            <p:nvPr/>
          </p:nvSpPr>
          <p:spPr>
            <a:xfrm>
              <a:off x="-45673275" y="4159625"/>
              <a:ext cx="79575" cy="78975"/>
            </a:xfrm>
            <a:custGeom>
              <a:avLst/>
              <a:gdLst/>
              <a:ahLst/>
              <a:cxnLst/>
              <a:rect l="l" t="t" r="r" b="b"/>
              <a:pathLst>
                <a:path w="3183" h="3159" extrusionOk="0">
                  <a:moveTo>
                    <a:pt x="2816" y="0"/>
                  </a:moveTo>
                  <a:cubicBezTo>
                    <a:pt x="2726" y="0"/>
                    <a:pt x="2631" y="24"/>
                    <a:pt x="2552" y="71"/>
                  </a:cubicBezTo>
                  <a:lnTo>
                    <a:pt x="95" y="2529"/>
                  </a:lnTo>
                  <a:cubicBezTo>
                    <a:pt x="0" y="2655"/>
                    <a:pt x="0" y="2875"/>
                    <a:pt x="95" y="3033"/>
                  </a:cubicBezTo>
                  <a:cubicBezTo>
                    <a:pt x="189" y="3127"/>
                    <a:pt x="252" y="3159"/>
                    <a:pt x="347" y="3159"/>
                  </a:cubicBezTo>
                  <a:cubicBezTo>
                    <a:pt x="441" y="3159"/>
                    <a:pt x="536" y="3127"/>
                    <a:pt x="599" y="3033"/>
                  </a:cubicBezTo>
                  <a:lnTo>
                    <a:pt x="3025" y="607"/>
                  </a:lnTo>
                  <a:cubicBezTo>
                    <a:pt x="3182" y="449"/>
                    <a:pt x="3182" y="197"/>
                    <a:pt x="3056" y="71"/>
                  </a:cubicBezTo>
                  <a:cubicBezTo>
                    <a:pt x="2993" y="24"/>
                    <a:pt x="2907" y="0"/>
                    <a:pt x="281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439" name="Google Shape;9439;p72"/>
          <p:cNvGrpSpPr/>
          <p:nvPr/>
        </p:nvGrpSpPr>
        <p:grpSpPr>
          <a:xfrm>
            <a:off x="2940466" y="5693634"/>
            <a:ext cx="474940" cy="474940"/>
            <a:chOff x="-44512325" y="3176075"/>
            <a:chExt cx="300900" cy="300900"/>
          </a:xfrm>
        </p:grpSpPr>
        <p:sp>
          <p:nvSpPr>
            <p:cNvPr id="9440" name="Google Shape;9440;p72"/>
            <p:cNvSpPr/>
            <p:nvPr/>
          </p:nvSpPr>
          <p:spPr>
            <a:xfrm>
              <a:off x="-44512325" y="3176075"/>
              <a:ext cx="300900" cy="300900"/>
            </a:xfrm>
            <a:custGeom>
              <a:avLst/>
              <a:gdLst/>
              <a:ahLst/>
              <a:cxnLst/>
              <a:rect l="l" t="t" r="r" b="b"/>
              <a:pathLst>
                <a:path w="12036" h="12036" extrusionOk="0">
                  <a:moveTo>
                    <a:pt x="3246" y="2868"/>
                  </a:moveTo>
                  <a:cubicBezTo>
                    <a:pt x="3435" y="2868"/>
                    <a:pt x="3592" y="3025"/>
                    <a:pt x="3592" y="3246"/>
                  </a:cubicBezTo>
                  <a:cubicBezTo>
                    <a:pt x="3592" y="3435"/>
                    <a:pt x="3435" y="3592"/>
                    <a:pt x="3246" y="3592"/>
                  </a:cubicBezTo>
                  <a:cubicBezTo>
                    <a:pt x="3057" y="3592"/>
                    <a:pt x="2899" y="3435"/>
                    <a:pt x="2899" y="3246"/>
                  </a:cubicBezTo>
                  <a:cubicBezTo>
                    <a:pt x="2899" y="3025"/>
                    <a:pt x="3057" y="2868"/>
                    <a:pt x="3246" y="2868"/>
                  </a:cubicBezTo>
                  <a:close/>
                  <a:moveTo>
                    <a:pt x="8854" y="2868"/>
                  </a:moveTo>
                  <a:cubicBezTo>
                    <a:pt x="9043" y="2868"/>
                    <a:pt x="9200" y="3025"/>
                    <a:pt x="9200" y="3246"/>
                  </a:cubicBezTo>
                  <a:cubicBezTo>
                    <a:pt x="9200" y="3435"/>
                    <a:pt x="9043" y="3592"/>
                    <a:pt x="8854" y="3592"/>
                  </a:cubicBezTo>
                  <a:cubicBezTo>
                    <a:pt x="8665" y="3592"/>
                    <a:pt x="8507" y="3435"/>
                    <a:pt x="8507" y="3246"/>
                  </a:cubicBezTo>
                  <a:cubicBezTo>
                    <a:pt x="8507" y="3025"/>
                    <a:pt x="8665" y="2868"/>
                    <a:pt x="8854" y="2868"/>
                  </a:cubicBezTo>
                  <a:close/>
                  <a:moveTo>
                    <a:pt x="6774" y="3277"/>
                  </a:moveTo>
                  <a:cubicBezTo>
                    <a:pt x="6963" y="3277"/>
                    <a:pt x="7121" y="3435"/>
                    <a:pt x="7121" y="3624"/>
                  </a:cubicBezTo>
                  <a:lnTo>
                    <a:pt x="7121" y="3876"/>
                  </a:lnTo>
                  <a:cubicBezTo>
                    <a:pt x="7247" y="3907"/>
                    <a:pt x="7341" y="3970"/>
                    <a:pt x="7467" y="4065"/>
                  </a:cubicBezTo>
                  <a:lnTo>
                    <a:pt x="7656" y="3939"/>
                  </a:lnTo>
                  <a:cubicBezTo>
                    <a:pt x="7706" y="3919"/>
                    <a:pt x="7766" y="3908"/>
                    <a:pt x="7825" y="3908"/>
                  </a:cubicBezTo>
                  <a:cubicBezTo>
                    <a:pt x="7955" y="3908"/>
                    <a:pt x="8086" y="3957"/>
                    <a:pt x="8129" y="4065"/>
                  </a:cubicBezTo>
                  <a:lnTo>
                    <a:pt x="8854" y="5294"/>
                  </a:lnTo>
                  <a:cubicBezTo>
                    <a:pt x="8917" y="5451"/>
                    <a:pt x="8885" y="5672"/>
                    <a:pt x="8728" y="5735"/>
                  </a:cubicBezTo>
                  <a:lnTo>
                    <a:pt x="8539" y="5861"/>
                  </a:lnTo>
                  <a:lnTo>
                    <a:pt x="8539" y="6270"/>
                  </a:lnTo>
                  <a:lnTo>
                    <a:pt x="8728" y="6396"/>
                  </a:lnTo>
                  <a:cubicBezTo>
                    <a:pt x="8885" y="6459"/>
                    <a:pt x="8980" y="6711"/>
                    <a:pt x="8854" y="6869"/>
                  </a:cubicBezTo>
                  <a:lnTo>
                    <a:pt x="8129" y="8066"/>
                  </a:lnTo>
                  <a:cubicBezTo>
                    <a:pt x="8043" y="8174"/>
                    <a:pt x="7927" y="8222"/>
                    <a:pt x="7812" y="8222"/>
                  </a:cubicBezTo>
                  <a:cubicBezTo>
                    <a:pt x="7759" y="8222"/>
                    <a:pt x="7706" y="8212"/>
                    <a:pt x="7656" y="8192"/>
                  </a:cubicBezTo>
                  <a:lnTo>
                    <a:pt x="7467" y="8066"/>
                  </a:lnTo>
                  <a:cubicBezTo>
                    <a:pt x="7341" y="8160"/>
                    <a:pt x="7215" y="8223"/>
                    <a:pt x="7121" y="8255"/>
                  </a:cubicBezTo>
                  <a:lnTo>
                    <a:pt x="7121" y="8507"/>
                  </a:lnTo>
                  <a:cubicBezTo>
                    <a:pt x="7121" y="8696"/>
                    <a:pt x="6963" y="8854"/>
                    <a:pt x="6774" y="8854"/>
                  </a:cubicBezTo>
                  <a:lnTo>
                    <a:pt x="5357" y="8854"/>
                  </a:lnTo>
                  <a:cubicBezTo>
                    <a:pt x="5136" y="8854"/>
                    <a:pt x="4978" y="8696"/>
                    <a:pt x="4978" y="8507"/>
                  </a:cubicBezTo>
                  <a:lnTo>
                    <a:pt x="4978" y="8255"/>
                  </a:lnTo>
                  <a:cubicBezTo>
                    <a:pt x="4884" y="8223"/>
                    <a:pt x="4758" y="8160"/>
                    <a:pt x="4632" y="8066"/>
                  </a:cubicBezTo>
                  <a:lnTo>
                    <a:pt x="4443" y="8192"/>
                  </a:lnTo>
                  <a:cubicBezTo>
                    <a:pt x="4393" y="8212"/>
                    <a:pt x="4334" y="8222"/>
                    <a:pt x="4274" y="8222"/>
                  </a:cubicBezTo>
                  <a:cubicBezTo>
                    <a:pt x="4145" y="8222"/>
                    <a:pt x="4013" y="8174"/>
                    <a:pt x="3970" y="8066"/>
                  </a:cubicBezTo>
                  <a:lnTo>
                    <a:pt x="3246" y="6869"/>
                  </a:lnTo>
                  <a:cubicBezTo>
                    <a:pt x="3183" y="6680"/>
                    <a:pt x="3214" y="6459"/>
                    <a:pt x="3372" y="6396"/>
                  </a:cubicBezTo>
                  <a:lnTo>
                    <a:pt x="3561" y="6270"/>
                  </a:lnTo>
                  <a:lnTo>
                    <a:pt x="3561" y="5861"/>
                  </a:lnTo>
                  <a:lnTo>
                    <a:pt x="3372" y="5735"/>
                  </a:lnTo>
                  <a:cubicBezTo>
                    <a:pt x="3214" y="5672"/>
                    <a:pt x="3151" y="5420"/>
                    <a:pt x="3246" y="5294"/>
                  </a:cubicBezTo>
                  <a:lnTo>
                    <a:pt x="3970" y="4065"/>
                  </a:lnTo>
                  <a:cubicBezTo>
                    <a:pt x="4013" y="3958"/>
                    <a:pt x="4142" y="3880"/>
                    <a:pt x="4270" y="3880"/>
                  </a:cubicBezTo>
                  <a:cubicBezTo>
                    <a:pt x="4331" y="3880"/>
                    <a:pt x="4392" y="3898"/>
                    <a:pt x="4443" y="3939"/>
                  </a:cubicBezTo>
                  <a:lnTo>
                    <a:pt x="4632" y="4065"/>
                  </a:lnTo>
                  <a:cubicBezTo>
                    <a:pt x="4758" y="3970"/>
                    <a:pt x="4884" y="3907"/>
                    <a:pt x="4978" y="3876"/>
                  </a:cubicBezTo>
                  <a:lnTo>
                    <a:pt x="4978" y="3624"/>
                  </a:lnTo>
                  <a:cubicBezTo>
                    <a:pt x="4978" y="3435"/>
                    <a:pt x="5136" y="3277"/>
                    <a:pt x="5357" y="3277"/>
                  </a:cubicBezTo>
                  <a:close/>
                  <a:moveTo>
                    <a:pt x="3246" y="8475"/>
                  </a:moveTo>
                  <a:cubicBezTo>
                    <a:pt x="3435" y="8475"/>
                    <a:pt x="3592" y="8633"/>
                    <a:pt x="3592" y="8822"/>
                  </a:cubicBezTo>
                  <a:cubicBezTo>
                    <a:pt x="3592" y="9043"/>
                    <a:pt x="3435" y="9169"/>
                    <a:pt x="3246" y="9169"/>
                  </a:cubicBezTo>
                  <a:cubicBezTo>
                    <a:pt x="3057" y="9169"/>
                    <a:pt x="2899" y="9011"/>
                    <a:pt x="2899" y="8822"/>
                  </a:cubicBezTo>
                  <a:cubicBezTo>
                    <a:pt x="2899" y="8633"/>
                    <a:pt x="3057" y="8475"/>
                    <a:pt x="3246" y="8475"/>
                  </a:cubicBezTo>
                  <a:close/>
                  <a:moveTo>
                    <a:pt x="8854" y="8475"/>
                  </a:moveTo>
                  <a:cubicBezTo>
                    <a:pt x="9043" y="8475"/>
                    <a:pt x="9200" y="8633"/>
                    <a:pt x="9200" y="8822"/>
                  </a:cubicBezTo>
                  <a:cubicBezTo>
                    <a:pt x="9200" y="9043"/>
                    <a:pt x="9043" y="9169"/>
                    <a:pt x="8854" y="9169"/>
                  </a:cubicBezTo>
                  <a:cubicBezTo>
                    <a:pt x="8665" y="9169"/>
                    <a:pt x="8507" y="9011"/>
                    <a:pt x="8507" y="8822"/>
                  </a:cubicBezTo>
                  <a:cubicBezTo>
                    <a:pt x="8507" y="8633"/>
                    <a:pt x="8665" y="8475"/>
                    <a:pt x="8854" y="8475"/>
                  </a:cubicBezTo>
                  <a:close/>
                  <a:moveTo>
                    <a:pt x="3183" y="1"/>
                  </a:moveTo>
                  <a:cubicBezTo>
                    <a:pt x="2994" y="1"/>
                    <a:pt x="2836" y="158"/>
                    <a:pt x="2836" y="347"/>
                  </a:cubicBezTo>
                  <a:lnTo>
                    <a:pt x="2836" y="1418"/>
                  </a:lnTo>
                  <a:lnTo>
                    <a:pt x="2458" y="1418"/>
                  </a:lnTo>
                  <a:cubicBezTo>
                    <a:pt x="1891" y="1418"/>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1"/>
                    <a:pt x="1" y="4600"/>
                  </a:cubicBezTo>
                  <a:cubicBezTo>
                    <a:pt x="1" y="4821"/>
                    <a:pt x="158" y="4978"/>
                    <a:pt x="347" y="4978"/>
                  </a:cubicBezTo>
                  <a:lnTo>
                    <a:pt x="1418" y="4978"/>
                  </a:lnTo>
                  <a:lnTo>
                    <a:pt x="1418" y="5672"/>
                  </a:lnTo>
                  <a:lnTo>
                    <a:pt x="347" y="5672"/>
                  </a:lnTo>
                  <a:cubicBezTo>
                    <a:pt x="158" y="5672"/>
                    <a:pt x="1" y="5829"/>
                    <a:pt x="1" y="6018"/>
                  </a:cubicBezTo>
                  <a:cubicBezTo>
                    <a:pt x="1" y="6239"/>
                    <a:pt x="158" y="6396"/>
                    <a:pt x="347" y="6396"/>
                  </a:cubicBezTo>
                  <a:lnTo>
                    <a:pt x="1418" y="6396"/>
                  </a:lnTo>
                  <a:lnTo>
                    <a:pt x="1418" y="7089"/>
                  </a:lnTo>
                  <a:lnTo>
                    <a:pt x="347" y="7089"/>
                  </a:lnTo>
                  <a:cubicBezTo>
                    <a:pt x="158" y="7089"/>
                    <a:pt x="1" y="7247"/>
                    <a:pt x="1" y="7436"/>
                  </a:cubicBezTo>
                  <a:cubicBezTo>
                    <a:pt x="1" y="7656"/>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18"/>
                    <a:pt x="2458" y="10618"/>
                  </a:cubicBezTo>
                  <a:lnTo>
                    <a:pt x="2836" y="10618"/>
                  </a:lnTo>
                  <a:lnTo>
                    <a:pt x="2836" y="11689"/>
                  </a:lnTo>
                  <a:cubicBezTo>
                    <a:pt x="2836" y="11878"/>
                    <a:pt x="2994" y="12036"/>
                    <a:pt x="3183" y="12036"/>
                  </a:cubicBezTo>
                  <a:cubicBezTo>
                    <a:pt x="3372" y="12036"/>
                    <a:pt x="3529" y="11878"/>
                    <a:pt x="3529" y="11689"/>
                  </a:cubicBezTo>
                  <a:lnTo>
                    <a:pt x="3529" y="10618"/>
                  </a:lnTo>
                  <a:lnTo>
                    <a:pt x="4254" y="10618"/>
                  </a:lnTo>
                  <a:lnTo>
                    <a:pt x="4254" y="11689"/>
                  </a:lnTo>
                  <a:cubicBezTo>
                    <a:pt x="4254" y="11878"/>
                    <a:pt x="4411" y="12036"/>
                    <a:pt x="4600" y="12036"/>
                  </a:cubicBezTo>
                  <a:cubicBezTo>
                    <a:pt x="4789" y="12036"/>
                    <a:pt x="4947" y="11878"/>
                    <a:pt x="4947" y="11689"/>
                  </a:cubicBezTo>
                  <a:lnTo>
                    <a:pt x="4947" y="10618"/>
                  </a:lnTo>
                  <a:lnTo>
                    <a:pt x="5672" y="10618"/>
                  </a:lnTo>
                  <a:lnTo>
                    <a:pt x="5672" y="11689"/>
                  </a:lnTo>
                  <a:cubicBezTo>
                    <a:pt x="5672" y="11878"/>
                    <a:pt x="5829" y="12036"/>
                    <a:pt x="6018" y="12036"/>
                  </a:cubicBezTo>
                  <a:cubicBezTo>
                    <a:pt x="6207" y="12036"/>
                    <a:pt x="6365" y="11878"/>
                    <a:pt x="6365" y="11689"/>
                  </a:cubicBezTo>
                  <a:lnTo>
                    <a:pt x="6365" y="10618"/>
                  </a:lnTo>
                  <a:lnTo>
                    <a:pt x="7089" y="10618"/>
                  </a:lnTo>
                  <a:lnTo>
                    <a:pt x="7089" y="11689"/>
                  </a:lnTo>
                  <a:cubicBezTo>
                    <a:pt x="7089" y="11878"/>
                    <a:pt x="7247" y="12036"/>
                    <a:pt x="7436" y="12036"/>
                  </a:cubicBezTo>
                  <a:cubicBezTo>
                    <a:pt x="7625" y="12036"/>
                    <a:pt x="7782" y="11878"/>
                    <a:pt x="7782" y="11689"/>
                  </a:cubicBezTo>
                  <a:lnTo>
                    <a:pt x="7782" y="10618"/>
                  </a:lnTo>
                  <a:lnTo>
                    <a:pt x="8507" y="10618"/>
                  </a:lnTo>
                  <a:lnTo>
                    <a:pt x="8507" y="11689"/>
                  </a:lnTo>
                  <a:cubicBezTo>
                    <a:pt x="8507" y="11878"/>
                    <a:pt x="8665" y="12036"/>
                    <a:pt x="8854" y="12036"/>
                  </a:cubicBezTo>
                  <a:cubicBezTo>
                    <a:pt x="9043" y="12036"/>
                    <a:pt x="9200" y="11878"/>
                    <a:pt x="9200" y="11689"/>
                  </a:cubicBezTo>
                  <a:lnTo>
                    <a:pt x="9200" y="10618"/>
                  </a:lnTo>
                  <a:lnTo>
                    <a:pt x="9547" y="10618"/>
                  </a:lnTo>
                  <a:cubicBezTo>
                    <a:pt x="10145" y="10618"/>
                    <a:pt x="10618" y="10177"/>
                    <a:pt x="10618" y="9578"/>
                  </a:cubicBezTo>
                  <a:lnTo>
                    <a:pt x="10618" y="9232"/>
                  </a:lnTo>
                  <a:lnTo>
                    <a:pt x="11689" y="9232"/>
                  </a:lnTo>
                  <a:cubicBezTo>
                    <a:pt x="11878" y="9232"/>
                    <a:pt x="12036" y="9074"/>
                    <a:pt x="12036" y="8854"/>
                  </a:cubicBezTo>
                  <a:cubicBezTo>
                    <a:pt x="12036" y="8665"/>
                    <a:pt x="11878" y="8507"/>
                    <a:pt x="11689" y="8507"/>
                  </a:cubicBezTo>
                  <a:lnTo>
                    <a:pt x="10618" y="8507"/>
                  </a:lnTo>
                  <a:lnTo>
                    <a:pt x="10618" y="7814"/>
                  </a:lnTo>
                  <a:lnTo>
                    <a:pt x="11689" y="7814"/>
                  </a:lnTo>
                  <a:cubicBezTo>
                    <a:pt x="11878" y="7814"/>
                    <a:pt x="12036" y="7656"/>
                    <a:pt x="12036" y="7436"/>
                  </a:cubicBezTo>
                  <a:cubicBezTo>
                    <a:pt x="12036" y="7247"/>
                    <a:pt x="11878" y="7089"/>
                    <a:pt x="11689" y="7089"/>
                  </a:cubicBezTo>
                  <a:lnTo>
                    <a:pt x="10618" y="7089"/>
                  </a:lnTo>
                  <a:lnTo>
                    <a:pt x="10618" y="6396"/>
                  </a:lnTo>
                  <a:lnTo>
                    <a:pt x="11689" y="6396"/>
                  </a:lnTo>
                  <a:cubicBezTo>
                    <a:pt x="11878" y="6396"/>
                    <a:pt x="12036" y="6239"/>
                    <a:pt x="12036" y="6018"/>
                  </a:cubicBezTo>
                  <a:cubicBezTo>
                    <a:pt x="12036" y="5829"/>
                    <a:pt x="11878" y="5672"/>
                    <a:pt x="11689" y="5672"/>
                  </a:cubicBezTo>
                  <a:lnTo>
                    <a:pt x="10618" y="5672"/>
                  </a:lnTo>
                  <a:lnTo>
                    <a:pt x="10618" y="4978"/>
                  </a:lnTo>
                  <a:lnTo>
                    <a:pt x="11689" y="4978"/>
                  </a:lnTo>
                  <a:cubicBezTo>
                    <a:pt x="11878" y="4978"/>
                    <a:pt x="12036" y="4821"/>
                    <a:pt x="12036" y="4600"/>
                  </a:cubicBezTo>
                  <a:cubicBezTo>
                    <a:pt x="12036" y="4411"/>
                    <a:pt x="11878" y="4254"/>
                    <a:pt x="11689" y="4254"/>
                  </a:cubicBezTo>
                  <a:lnTo>
                    <a:pt x="10618" y="4254"/>
                  </a:lnTo>
                  <a:lnTo>
                    <a:pt x="10618" y="3529"/>
                  </a:lnTo>
                  <a:lnTo>
                    <a:pt x="11689" y="3529"/>
                  </a:lnTo>
                  <a:cubicBezTo>
                    <a:pt x="11878" y="3529"/>
                    <a:pt x="12036" y="3372"/>
                    <a:pt x="12036" y="3183"/>
                  </a:cubicBezTo>
                  <a:cubicBezTo>
                    <a:pt x="12036" y="2994"/>
                    <a:pt x="11878" y="2836"/>
                    <a:pt x="11689" y="2836"/>
                  </a:cubicBezTo>
                  <a:lnTo>
                    <a:pt x="10618" y="2836"/>
                  </a:lnTo>
                  <a:lnTo>
                    <a:pt x="10618" y="2490"/>
                  </a:lnTo>
                  <a:cubicBezTo>
                    <a:pt x="10618" y="1891"/>
                    <a:pt x="10145" y="1418"/>
                    <a:pt x="9547" y="1418"/>
                  </a:cubicBezTo>
                  <a:lnTo>
                    <a:pt x="9200" y="1418"/>
                  </a:lnTo>
                  <a:lnTo>
                    <a:pt x="9200" y="347"/>
                  </a:lnTo>
                  <a:cubicBezTo>
                    <a:pt x="9200" y="158"/>
                    <a:pt x="9043" y="1"/>
                    <a:pt x="8854" y="1"/>
                  </a:cubicBezTo>
                  <a:cubicBezTo>
                    <a:pt x="8665" y="1"/>
                    <a:pt x="8507" y="158"/>
                    <a:pt x="8507" y="347"/>
                  </a:cubicBezTo>
                  <a:lnTo>
                    <a:pt x="8507" y="1418"/>
                  </a:lnTo>
                  <a:lnTo>
                    <a:pt x="7782" y="1418"/>
                  </a:lnTo>
                  <a:lnTo>
                    <a:pt x="7782" y="347"/>
                  </a:lnTo>
                  <a:cubicBezTo>
                    <a:pt x="7782" y="158"/>
                    <a:pt x="7625" y="1"/>
                    <a:pt x="7436" y="1"/>
                  </a:cubicBezTo>
                  <a:cubicBezTo>
                    <a:pt x="7247" y="1"/>
                    <a:pt x="7089" y="158"/>
                    <a:pt x="7089" y="347"/>
                  </a:cubicBezTo>
                  <a:lnTo>
                    <a:pt x="7089" y="1418"/>
                  </a:lnTo>
                  <a:lnTo>
                    <a:pt x="6365" y="1418"/>
                  </a:lnTo>
                  <a:lnTo>
                    <a:pt x="6365" y="347"/>
                  </a:lnTo>
                  <a:cubicBezTo>
                    <a:pt x="6365" y="158"/>
                    <a:pt x="6207" y="1"/>
                    <a:pt x="6018" y="1"/>
                  </a:cubicBezTo>
                  <a:cubicBezTo>
                    <a:pt x="5829" y="1"/>
                    <a:pt x="5672" y="158"/>
                    <a:pt x="5672" y="347"/>
                  </a:cubicBezTo>
                  <a:lnTo>
                    <a:pt x="5672" y="1418"/>
                  </a:lnTo>
                  <a:lnTo>
                    <a:pt x="4947" y="1418"/>
                  </a:lnTo>
                  <a:lnTo>
                    <a:pt x="4947" y="347"/>
                  </a:lnTo>
                  <a:cubicBezTo>
                    <a:pt x="4947" y="158"/>
                    <a:pt x="4789" y="1"/>
                    <a:pt x="4600" y="1"/>
                  </a:cubicBezTo>
                  <a:cubicBezTo>
                    <a:pt x="4411" y="1"/>
                    <a:pt x="4254" y="158"/>
                    <a:pt x="4254" y="347"/>
                  </a:cubicBezTo>
                  <a:lnTo>
                    <a:pt x="4254" y="1418"/>
                  </a:lnTo>
                  <a:lnTo>
                    <a:pt x="3529" y="1418"/>
                  </a:lnTo>
                  <a:lnTo>
                    <a:pt x="3529" y="347"/>
                  </a:lnTo>
                  <a:cubicBezTo>
                    <a:pt x="3529" y="158"/>
                    <a:pt x="3372" y="1"/>
                    <a:pt x="318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41" name="Google Shape;9441;p72"/>
            <p:cNvSpPr/>
            <p:nvPr/>
          </p:nvSpPr>
          <p:spPr>
            <a:xfrm>
              <a:off x="-44369750" y="3317850"/>
              <a:ext cx="17350" cy="18150"/>
            </a:xfrm>
            <a:custGeom>
              <a:avLst/>
              <a:gdLst/>
              <a:ahLst/>
              <a:cxnLst/>
              <a:rect l="l" t="t" r="r" b="b"/>
              <a:pathLst>
                <a:path w="694" h="726" extrusionOk="0">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42" name="Google Shape;9442;p72"/>
            <p:cNvSpPr/>
            <p:nvPr/>
          </p:nvSpPr>
          <p:spPr>
            <a:xfrm>
              <a:off x="-44411500" y="3275325"/>
              <a:ext cx="100825" cy="102400"/>
            </a:xfrm>
            <a:custGeom>
              <a:avLst/>
              <a:gdLst/>
              <a:ahLst/>
              <a:cxnLst/>
              <a:rect l="l" t="t" r="r" b="b"/>
              <a:pathLst>
                <a:path w="4033" h="4096" extrusionOk="0">
                  <a:moveTo>
                    <a:pt x="2017" y="1008"/>
                  </a:moveTo>
                  <a:cubicBezTo>
                    <a:pt x="2615" y="1008"/>
                    <a:pt x="3088" y="1481"/>
                    <a:pt x="3088" y="2048"/>
                  </a:cubicBezTo>
                  <a:cubicBezTo>
                    <a:pt x="3088" y="2647"/>
                    <a:pt x="2615" y="3119"/>
                    <a:pt x="2017" y="3119"/>
                  </a:cubicBezTo>
                  <a:cubicBezTo>
                    <a:pt x="1418" y="3119"/>
                    <a:pt x="945" y="2647"/>
                    <a:pt x="945" y="2048"/>
                  </a:cubicBezTo>
                  <a:cubicBezTo>
                    <a:pt x="945" y="1481"/>
                    <a:pt x="1418" y="1008"/>
                    <a:pt x="2017" y="1008"/>
                  </a:cubicBezTo>
                  <a:close/>
                  <a:moveTo>
                    <a:pt x="1670" y="0"/>
                  </a:moveTo>
                  <a:lnTo>
                    <a:pt x="1670" y="126"/>
                  </a:lnTo>
                  <a:cubicBezTo>
                    <a:pt x="1670" y="284"/>
                    <a:pt x="1576" y="410"/>
                    <a:pt x="1418" y="441"/>
                  </a:cubicBezTo>
                  <a:cubicBezTo>
                    <a:pt x="1229" y="536"/>
                    <a:pt x="1040" y="630"/>
                    <a:pt x="882" y="756"/>
                  </a:cubicBezTo>
                  <a:cubicBezTo>
                    <a:pt x="809" y="811"/>
                    <a:pt x="725" y="845"/>
                    <a:pt x="643" y="845"/>
                  </a:cubicBezTo>
                  <a:cubicBezTo>
                    <a:pt x="584" y="845"/>
                    <a:pt x="526" y="828"/>
                    <a:pt x="473" y="788"/>
                  </a:cubicBezTo>
                  <a:lnTo>
                    <a:pt x="347" y="725"/>
                  </a:lnTo>
                  <a:lnTo>
                    <a:pt x="0" y="1324"/>
                  </a:lnTo>
                  <a:lnTo>
                    <a:pt x="126" y="1387"/>
                  </a:lnTo>
                  <a:cubicBezTo>
                    <a:pt x="252" y="1481"/>
                    <a:pt x="315" y="1639"/>
                    <a:pt x="284" y="1733"/>
                  </a:cubicBezTo>
                  <a:cubicBezTo>
                    <a:pt x="252" y="1985"/>
                    <a:pt x="252" y="2143"/>
                    <a:pt x="284" y="2363"/>
                  </a:cubicBezTo>
                  <a:cubicBezTo>
                    <a:pt x="315" y="2521"/>
                    <a:pt x="252" y="2647"/>
                    <a:pt x="126" y="2741"/>
                  </a:cubicBezTo>
                  <a:lnTo>
                    <a:pt x="0" y="2804"/>
                  </a:lnTo>
                  <a:lnTo>
                    <a:pt x="347" y="3403"/>
                  </a:lnTo>
                  <a:lnTo>
                    <a:pt x="473" y="3308"/>
                  </a:lnTo>
                  <a:cubicBezTo>
                    <a:pt x="518" y="3286"/>
                    <a:pt x="566" y="3276"/>
                    <a:pt x="616" y="3276"/>
                  </a:cubicBezTo>
                  <a:cubicBezTo>
                    <a:pt x="707" y="3276"/>
                    <a:pt x="801" y="3310"/>
                    <a:pt x="882" y="3371"/>
                  </a:cubicBezTo>
                  <a:cubicBezTo>
                    <a:pt x="1040" y="3529"/>
                    <a:pt x="1229" y="3592"/>
                    <a:pt x="1418" y="3686"/>
                  </a:cubicBezTo>
                  <a:cubicBezTo>
                    <a:pt x="1576" y="3718"/>
                    <a:pt x="1670" y="3875"/>
                    <a:pt x="1670" y="4001"/>
                  </a:cubicBezTo>
                  <a:lnTo>
                    <a:pt x="1670" y="4096"/>
                  </a:lnTo>
                  <a:lnTo>
                    <a:pt x="2363" y="4096"/>
                  </a:lnTo>
                  <a:lnTo>
                    <a:pt x="2363" y="4001"/>
                  </a:lnTo>
                  <a:cubicBezTo>
                    <a:pt x="2363" y="3844"/>
                    <a:pt x="2458" y="3718"/>
                    <a:pt x="2615" y="3686"/>
                  </a:cubicBezTo>
                  <a:cubicBezTo>
                    <a:pt x="2804" y="3592"/>
                    <a:pt x="2993" y="3466"/>
                    <a:pt x="3151" y="3371"/>
                  </a:cubicBezTo>
                  <a:cubicBezTo>
                    <a:pt x="3232" y="3310"/>
                    <a:pt x="3327" y="3276"/>
                    <a:pt x="3417" y="3276"/>
                  </a:cubicBezTo>
                  <a:cubicBezTo>
                    <a:pt x="3467" y="3276"/>
                    <a:pt x="3516" y="3286"/>
                    <a:pt x="3560" y="3308"/>
                  </a:cubicBezTo>
                  <a:lnTo>
                    <a:pt x="3686" y="3403"/>
                  </a:lnTo>
                  <a:lnTo>
                    <a:pt x="4033" y="2804"/>
                  </a:lnTo>
                  <a:lnTo>
                    <a:pt x="3907" y="2741"/>
                  </a:lnTo>
                  <a:cubicBezTo>
                    <a:pt x="3781" y="2647"/>
                    <a:pt x="3718" y="2489"/>
                    <a:pt x="3749" y="2363"/>
                  </a:cubicBezTo>
                  <a:cubicBezTo>
                    <a:pt x="3781" y="2143"/>
                    <a:pt x="3781" y="1985"/>
                    <a:pt x="3749" y="1733"/>
                  </a:cubicBezTo>
                  <a:cubicBezTo>
                    <a:pt x="3718" y="1576"/>
                    <a:pt x="3781" y="1481"/>
                    <a:pt x="3907" y="1387"/>
                  </a:cubicBezTo>
                  <a:lnTo>
                    <a:pt x="4033" y="1324"/>
                  </a:lnTo>
                  <a:lnTo>
                    <a:pt x="3686" y="725"/>
                  </a:lnTo>
                  <a:lnTo>
                    <a:pt x="3560" y="788"/>
                  </a:lnTo>
                  <a:cubicBezTo>
                    <a:pt x="3502" y="832"/>
                    <a:pt x="3437" y="855"/>
                    <a:pt x="3371" y="855"/>
                  </a:cubicBezTo>
                  <a:cubicBezTo>
                    <a:pt x="3295" y="855"/>
                    <a:pt x="3218" y="824"/>
                    <a:pt x="3151" y="756"/>
                  </a:cubicBezTo>
                  <a:cubicBezTo>
                    <a:pt x="2993" y="599"/>
                    <a:pt x="2804" y="536"/>
                    <a:pt x="2615" y="441"/>
                  </a:cubicBezTo>
                  <a:cubicBezTo>
                    <a:pt x="2458" y="410"/>
                    <a:pt x="2363" y="252"/>
                    <a:pt x="2363" y="126"/>
                  </a:cubicBezTo>
                  <a:lnTo>
                    <a:pt x="236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443" name="Google Shape;9443;p72"/>
          <p:cNvGrpSpPr/>
          <p:nvPr/>
        </p:nvGrpSpPr>
        <p:grpSpPr>
          <a:xfrm>
            <a:off x="3478253" y="2052333"/>
            <a:ext cx="472455" cy="472455"/>
            <a:chOff x="-49027775" y="3183175"/>
            <a:chExt cx="299325" cy="299325"/>
          </a:xfrm>
        </p:grpSpPr>
        <p:sp>
          <p:nvSpPr>
            <p:cNvPr id="9444" name="Google Shape;9444;p72"/>
            <p:cNvSpPr/>
            <p:nvPr/>
          </p:nvSpPr>
          <p:spPr>
            <a:xfrm>
              <a:off x="-48870250" y="3183175"/>
              <a:ext cx="141800" cy="185900"/>
            </a:xfrm>
            <a:custGeom>
              <a:avLst/>
              <a:gdLst/>
              <a:ahLst/>
              <a:cxnLst/>
              <a:rect l="l" t="t" r="r" b="b"/>
              <a:pathLst>
                <a:path w="5672" h="7436" extrusionOk="0">
                  <a:moveTo>
                    <a:pt x="1" y="0"/>
                  </a:moveTo>
                  <a:lnTo>
                    <a:pt x="1" y="1796"/>
                  </a:lnTo>
                  <a:lnTo>
                    <a:pt x="32" y="1796"/>
                  </a:lnTo>
                  <a:cubicBezTo>
                    <a:pt x="158" y="1765"/>
                    <a:pt x="284" y="1765"/>
                    <a:pt x="379" y="1765"/>
                  </a:cubicBezTo>
                  <a:cubicBezTo>
                    <a:pt x="1166" y="1765"/>
                    <a:pt x="1828" y="2395"/>
                    <a:pt x="1828" y="3182"/>
                  </a:cubicBezTo>
                  <a:cubicBezTo>
                    <a:pt x="1828" y="3970"/>
                    <a:pt x="1166" y="4600"/>
                    <a:pt x="379" y="4600"/>
                  </a:cubicBezTo>
                  <a:cubicBezTo>
                    <a:pt x="284" y="4600"/>
                    <a:pt x="158" y="4600"/>
                    <a:pt x="32" y="4568"/>
                  </a:cubicBezTo>
                  <a:lnTo>
                    <a:pt x="32" y="5671"/>
                  </a:lnTo>
                  <a:lnTo>
                    <a:pt x="1702" y="5671"/>
                  </a:lnTo>
                  <a:cubicBezTo>
                    <a:pt x="2017" y="5671"/>
                    <a:pt x="2175" y="6018"/>
                    <a:pt x="1954" y="6270"/>
                  </a:cubicBezTo>
                  <a:cubicBezTo>
                    <a:pt x="1860" y="6364"/>
                    <a:pt x="1765" y="6585"/>
                    <a:pt x="1765" y="6742"/>
                  </a:cubicBezTo>
                  <a:cubicBezTo>
                    <a:pt x="1765" y="7120"/>
                    <a:pt x="2080" y="7435"/>
                    <a:pt x="2490" y="7435"/>
                  </a:cubicBezTo>
                  <a:cubicBezTo>
                    <a:pt x="2868" y="7435"/>
                    <a:pt x="3183" y="7120"/>
                    <a:pt x="3183" y="6742"/>
                  </a:cubicBezTo>
                  <a:cubicBezTo>
                    <a:pt x="3183" y="6585"/>
                    <a:pt x="3120" y="6364"/>
                    <a:pt x="2994" y="6270"/>
                  </a:cubicBezTo>
                  <a:cubicBezTo>
                    <a:pt x="2805" y="6018"/>
                    <a:pt x="2962" y="5671"/>
                    <a:pt x="3277" y="5671"/>
                  </a:cubicBezTo>
                  <a:lnTo>
                    <a:pt x="5672" y="5671"/>
                  </a:lnTo>
                  <a:lnTo>
                    <a:pt x="5672" y="1765"/>
                  </a:lnTo>
                  <a:cubicBezTo>
                    <a:pt x="5672" y="788"/>
                    <a:pt x="4884" y="0"/>
                    <a:pt x="390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45" name="Google Shape;9445;p72"/>
            <p:cNvSpPr/>
            <p:nvPr/>
          </p:nvSpPr>
          <p:spPr>
            <a:xfrm>
              <a:off x="-49027775" y="3183175"/>
              <a:ext cx="185900" cy="141800"/>
            </a:xfrm>
            <a:custGeom>
              <a:avLst/>
              <a:gdLst/>
              <a:ahLst/>
              <a:cxnLst/>
              <a:rect l="l" t="t" r="r" b="b"/>
              <a:pathLst>
                <a:path w="7436" h="5672" extrusionOk="0">
                  <a:moveTo>
                    <a:pt x="1765" y="0"/>
                  </a:moveTo>
                  <a:cubicBezTo>
                    <a:pt x="788" y="0"/>
                    <a:pt x="1" y="788"/>
                    <a:pt x="1" y="1765"/>
                  </a:cubicBezTo>
                  <a:lnTo>
                    <a:pt x="1" y="5671"/>
                  </a:lnTo>
                  <a:lnTo>
                    <a:pt x="1828" y="5671"/>
                  </a:lnTo>
                  <a:lnTo>
                    <a:pt x="1828" y="5640"/>
                  </a:lnTo>
                  <a:cubicBezTo>
                    <a:pt x="1765" y="5514"/>
                    <a:pt x="1765" y="5388"/>
                    <a:pt x="1765" y="5262"/>
                  </a:cubicBezTo>
                  <a:cubicBezTo>
                    <a:pt x="1765" y="4474"/>
                    <a:pt x="2395" y="3844"/>
                    <a:pt x="3183" y="3844"/>
                  </a:cubicBezTo>
                  <a:cubicBezTo>
                    <a:pt x="3970" y="3844"/>
                    <a:pt x="4600" y="4474"/>
                    <a:pt x="4600" y="5262"/>
                  </a:cubicBezTo>
                  <a:cubicBezTo>
                    <a:pt x="4600" y="5388"/>
                    <a:pt x="4569" y="5514"/>
                    <a:pt x="4569" y="5640"/>
                  </a:cubicBezTo>
                  <a:lnTo>
                    <a:pt x="5672" y="5640"/>
                  </a:lnTo>
                  <a:lnTo>
                    <a:pt x="5672" y="3970"/>
                  </a:lnTo>
                  <a:cubicBezTo>
                    <a:pt x="5672" y="3748"/>
                    <a:pt x="5843" y="3605"/>
                    <a:pt x="6032" y="3605"/>
                  </a:cubicBezTo>
                  <a:cubicBezTo>
                    <a:pt x="6112" y="3605"/>
                    <a:pt x="6195" y="3630"/>
                    <a:pt x="6270" y="3686"/>
                  </a:cubicBezTo>
                  <a:cubicBezTo>
                    <a:pt x="6396" y="3812"/>
                    <a:pt x="6585" y="3907"/>
                    <a:pt x="6743" y="3907"/>
                  </a:cubicBezTo>
                  <a:cubicBezTo>
                    <a:pt x="7121" y="3907"/>
                    <a:pt x="7436" y="3592"/>
                    <a:pt x="7436" y="3182"/>
                  </a:cubicBezTo>
                  <a:cubicBezTo>
                    <a:pt x="7436" y="2804"/>
                    <a:pt x="7121" y="2489"/>
                    <a:pt x="6743" y="2489"/>
                  </a:cubicBezTo>
                  <a:cubicBezTo>
                    <a:pt x="6585" y="2489"/>
                    <a:pt x="6396" y="2552"/>
                    <a:pt x="6270" y="2678"/>
                  </a:cubicBezTo>
                  <a:cubicBezTo>
                    <a:pt x="6195" y="2734"/>
                    <a:pt x="6112" y="2760"/>
                    <a:pt x="6032" y="2760"/>
                  </a:cubicBezTo>
                  <a:cubicBezTo>
                    <a:pt x="5843" y="2760"/>
                    <a:pt x="5672" y="2616"/>
                    <a:pt x="5672" y="2395"/>
                  </a:cubicBezTo>
                  <a:lnTo>
                    <a:pt x="567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46" name="Google Shape;9446;p72"/>
            <p:cNvSpPr/>
            <p:nvPr/>
          </p:nvSpPr>
          <p:spPr>
            <a:xfrm>
              <a:off x="-49027775" y="3295800"/>
              <a:ext cx="141800" cy="186700"/>
            </a:xfrm>
            <a:custGeom>
              <a:avLst/>
              <a:gdLst/>
              <a:ahLst/>
              <a:cxnLst/>
              <a:rect l="l" t="t" r="r" b="b"/>
              <a:pathLst>
                <a:path w="5672" h="7468" extrusionOk="0">
                  <a:moveTo>
                    <a:pt x="3183" y="0"/>
                  </a:moveTo>
                  <a:cubicBezTo>
                    <a:pt x="2805" y="0"/>
                    <a:pt x="2490" y="315"/>
                    <a:pt x="2490" y="725"/>
                  </a:cubicBezTo>
                  <a:cubicBezTo>
                    <a:pt x="2490" y="883"/>
                    <a:pt x="2553" y="1072"/>
                    <a:pt x="2679" y="1198"/>
                  </a:cubicBezTo>
                  <a:cubicBezTo>
                    <a:pt x="2868" y="1418"/>
                    <a:pt x="2710" y="1796"/>
                    <a:pt x="2395" y="1796"/>
                  </a:cubicBezTo>
                  <a:lnTo>
                    <a:pt x="1" y="1796"/>
                  </a:lnTo>
                  <a:lnTo>
                    <a:pt x="1" y="5671"/>
                  </a:lnTo>
                  <a:cubicBezTo>
                    <a:pt x="1" y="6679"/>
                    <a:pt x="788" y="7467"/>
                    <a:pt x="1765" y="7467"/>
                  </a:cubicBezTo>
                  <a:lnTo>
                    <a:pt x="5672" y="7467"/>
                  </a:lnTo>
                  <a:lnTo>
                    <a:pt x="5672" y="5640"/>
                  </a:lnTo>
                  <a:lnTo>
                    <a:pt x="5640" y="5640"/>
                  </a:lnTo>
                  <a:cubicBezTo>
                    <a:pt x="5514" y="5703"/>
                    <a:pt x="5388" y="5703"/>
                    <a:pt x="5294" y="5703"/>
                  </a:cubicBezTo>
                  <a:cubicBezTo>
                    <a:pt x="4506" y="5703"/>
                    <a:pt x="3844" y="5041"/>
                    <a:pt x="3844" y="4254"/>
                  </a:cubicBezTo>
                  <a:cubicBezTo>
                    <a:pt x="3844" y="3466"/>
                    <a:pt x="4506" y="2867"/>
                    <a:pt x="5294" y="2867"/>
                  </a:cubicBezTo>
                  <a:cubicBezTo>
                    <a:pt x="5388" y="2867"/>
                    <a:pt x="5514" y="2867"/>
                    <a:pt x="5640" y="2899"/>
                  </a:cubicBezTo>
                  <a:lnTo>
                    <a:pt x="5640" y="1796"/>
                  </a:lnTo>
                  <a:lnTo>
                    <a:pt x="3970" y="1796"/>
                  </a:lnTo>
                  <a:cubicBezTo>
                    <a:pt x="3655" y="1796"/>
                    <a:pt x="3498" y="1418"/>
                    <a:pt x="3718" y="1198"/>
                  </a:cubicBezTo>
                  <a:cubicBezTo>
                    <a:pt x="3813" y="1072"/>
                    <a:pt x="3907" y="883"/>
                    <a:pt x="3907" y="725"/>
                  </a:cubicBezTo>
                  <a:cubicBezTo>
                    <a:pt x="3907" y="315"/>
                    <a:pt x="3592" y="0"/>
                    <a:pt x="318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47" name="Google Shape;9447;p72"/>
            <p:cNvSpPr/>
            <p:nvPr/>
          </p:nvSpPr>
          <p:spPr>
            <a:xfrm>
              <a:off x="-48914350" y="3340700"/>
              <a:ext cx="185900" cy="141800"/>
            </a:xfrm>
            <a:custGeom>
              <a:avLst/>
              <a:gdLst/>
              <a:ahLst/>
              <a:cxnLst/>
              <a:rect l="l" t="t" r="r" b="b"/>
              <a:pathLst>
                <a:path w="7436" h="5672" extrusionOk="0">
                  <a:moveTo>
                    <a:pt x="5608" y="0"/>
                  </a:moveTo>
                  <a:lnTo>
                    <a:pt x="5608" y="32"/>
                  </a:lnTo>
                  <a:cubicBezTo>
                    <a:pt x="5671" y="158"/>
                    <a:pt x="5671" y="284"/>
                    <a:pt x="5671" y="378"/>
                  </a:cubicBezTo>
                  <a:cubicBezTo>
                    <a:pt x="5671" y="1166"/>
                    <a:pt x="5041" y="1796"/>
                    <a:pt x="4254" y="1796"/>
                  </a:cubicBezTo>
                  <a:cubicBezTo>
                    <a:pt x="3466" y="1796"/>
                    <a:pt x="2836" y="1166"/>
                    <a:pt x="2836" y="378"/>
                  </a:cubicBezTo>
                  <a:cubicBezTo>
                    <a:pt x="2836" y="284"/>
                    <a:pt x="2867" y="158"/>
                    <a:pt x="2867" y="32"/>
                  </a:cubicBezTo>
                  <a:lnTo>
                    <a:pt x="1765" y="32"/>
                  </a:lnTo>
                  <a:lnTo>
                    <a:pt x="1765" y="1670"/>
                  </a:lnTo>
                  <a:cubicBezTo>
                    <a:pt x="1765" y="1907"/>
                    <a:pt x="1602" y="2041"/>
                    <a:pt x="1419" y="2041"/>
                  </a:cubicBezTo>
                  <a:cubicBezTo>
                    <a:pt x="1334" y="2041"/>
                    <a:pt x="1245" y="2013"/>
                    <a:pt x="1166" y="1954"/>
                  </a:cubicBezTo>
                  <a:cubicBezTo>
                    <a:pt x="1040" y="1827"/>
                    <a:pt x="851" y="1764"/>
                    <a:pt x="694" y="1764"/>
                  </a:cubicBezTo>
                  <a:cubicBezTo>
                    <a:pt x="315" y="1764"/>
                    <a:pt x="0" y="2080"/>
                    <a:pt x="0" y="2458"/>
                  </a:cubicBezTo>
                  <a:cubicBezTo>
                    <a:pt x="0" y="2867"/>
                    <a:pt x="315" y="3182"/>
                    <a:pt x="694" y="3182"/>
                  </a:cubicBezTo>
                  <a:cubicBezTo>
                    <a:pt x="851" y="3182"/>
                    <a:pt x="1040" y="3119"/>
                    <a:pt x="1166" y="2993"/>
                  </a:cubicBezTo>
                  <a:cubicBezTo>
                    <a:pt x="1247" y="2933"/>
                    <a:pt x="1337" y="2904"/>
                    <a:pt x="1423" y="2904"/>
                  </a:cubicBezTo>
                  <a:cubicBezTo>
                    <a:pt x="1605" y="2904"/>
                    <a:pt x="1765" y="3031"/>
                    <a:pt x="1765" y="3245"/>
                  </a:cubicBezTo>
                  <a:lnTo>
                    <a:pt x="1765" y="5671"/>
                  </a:lnTo>
                  <a:lnTo>
                    <a:pt x="5671" y="5671"/>
                  </a:lnTo>
                  <a:cubicBezTo>
                    <a:pt x="6648" y="5671"/>
                    <a:pt x="7436" y="4883"/>
                    <a:pt x="7436" y="3907"/>
                  </a:cubicBezTo>
                  <a:lnTo>
                    <a:pt x="743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448" name="Google Shape;9448;p72"/>
          <p:cNvGrpSpPr/>
          <p:nvPr/>
        </p:nvGrpSpPr>
        <p:grpSpPr>
          <a:xfrm>
            <a:off x="3477640" y="2632868"/>
            <a:ext cx="473677" cy="476203"/>
            <a:chOff x="-49027775" y="3550975"/>
            <a:chExt cx="300100" cy="301700"/>
          </a:xfrm>
        </p:grpSpPr>
        <p:sp>
          <p:nvSpPr>
            <p:cNvPr id="9449" name="Google Shape;9449;p72"/>
            <p:cNvSpPr/>
            <p:nvPr/>
          </p:nvSpPr>
          <p:spPr>
            <a:xfrm>
              <a:off x="-48941125" y="3613200"/>
              <a:ext cx="74050" cy="26825"/>
            </a:xfrm>
            <a:custGeom>
              <a:avLst/>
              <a:gdLst/>
              <a:ahLst/>
              <a:cxnLst/>
              <a:rect l="l" t="t" r="r" b="b"/>
              <a:pathLst>
                <a:path w="2962" h="1073" extrusionOk="0">
                  <a:moveTo>
                    <a:pt x="1260" y="1"/>
                  </a:moveTo>
                  <a:lnTo>
                    <a:pt x="0" y="1072"/>
                  </a:lnTo>
                  <a:lnTo>
                    <a:pt x="1702" y="1072"/>
                  </a:lnTo>
                  <a:lnTo>
                    <a:pt x="296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50" name="Google Shape;9450;p72"/>
            <p:cNvSpPr/>
            <p:nvPr/>
          </p:nvSpPr>
          <p:spPr>
            <a:xfrm>
              <a:off x="-48871025" y="3613200"/>
              <a:ext cx="73275" cy="26825"/>
            </a:xfrm>
            <a:custGeom>
              <a:avLst/>
              <a:gdLst/>
              <a:ahLst/>
              <a:cxnLst/>
              <a:rect l="l" t="t" r="r" b="b"/>
              <a:pathLst>
                <a:path w="2931" h="1073" extrusionOk="0">
                  <a:moveTo>
                    <a:pt x="1260" y="1"/>
                  </a:moveTo>
                  <a:lnTo>
                    <a:pt x="0" y="1072"/>
                  </a:lnTo>
                  <a:lnTo>
                    <a:pt x="1670" y="1072"/>
                  </a:lnTo>
                  <a:lnTo>
                    <a:pt x="293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51" name="Google Shape;9451;p72"/>
            <p:cNvSpPr/>
            <p:nvPr/>
          </p:nvSpPr>
          <p:spPr>
            <a:xfrm>
              <a:off x="-48893075" y="3552550"/>
              <a:ext cx="95325" cy="43350"/>
            </a:xfrm>
            <a:custGeom>
              <a:avLst/>
              <a:gdLst/>
              <a:ahLst/>
              <a:cxnLst/>
              <a:rect l="l" t="t" r="r" b="b"/>
              <a:pathLst>
                <a:path w="3813" h="1734" extrusionOk="0">
                  <a:moveTo>
                    <a:pt x="0" y="1"/>
                  </a:moveTo>
                  <a:lnTo>
                    <a:pt x="2142" y="1734"/>
                  </a:lnTo>
                  <a:lnTo>
                    <a:pt x="3812" y="1734"/>
                  </a:lnTo>
                  <a:lnTo>
                    <a:pt x="173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52" name="Google Shape;9452;p72"/>
            <p:cNvSpPr/>
            <p:nvPr/>
          </p:nvSpPr>
          <p:spPr>
            <a:xfrm>
              <a:off x="-49027775" y="3550975"/>
              <a:ext cx="100050" cy="87475"/>
            </a:xfrm>
            <a:custGeom>
              <a:avLst/>
              <a:gdLst/>
              <a:ahLst/>
              <a:cxnLst/>
              <a:rect l="l" t="t" r="r" b="b"/>
              <a:pathLst>
                <a:path w="4002" h="3499" extrusionOk="0">
                  <a:moveTo>
                    <a:pt x="2112" y="1797"/>
                  </a:moveTo>
                  <a:cubicBezTo>
                    <a:pt x="2332" y="1797"/>
                    <a:pt x="2490" y="1923"/>
                    <a:pt x="2490" y="2143"/>
                  </a:cubicBezTo>
                  <a:cubicBezTo>
                    <a:pt x="2490" y="2332"/>
                    <a:pt x="2332" y="2490"/>
                    <a:pt x="2112" y="2490"/>
                  </a:cubicBezTo>
                  <a:cubicBezTo>
                    <a:pt x="1923" y="2490"/>
                    <a:pt x="1765" y="2332"/>
                    <a:pt x="1765" y="2143"/>
                  </a:cubicBezTo>
                  <a:cubicBezTo>
                    <a:pt x="1765" y="1923"/>
                    <a:pt x="1923" y="1797"/>
                    <a:pt x="2112" y="1797"/>
                  </a:cubicBezTo>
                  <a:close/>
                  <a:moveTo>
                    <a:pt x="1072" y="1"/>
                  </a:moveTo>
                  <a:cubicBezTo>
                    <a:pt x="473" y="1"/>
                    <a:pt x="1" y="474"/>
                    <a:pt x="1" y="1072"/>
                  </a:cubicBezTo>
                  <a:lnTo>
                    <a:pt x="1" y="3498"/>
                  </a:lnTo>
                  <a:lnTo>
                    <a:pt x="2364" y="3498"/>
                  </a:lnTo>
                  <a:lnTo>
                    <a:pt x="4002" y="2143"/>
                  </a:lnTo>
                  <a:lnTo>
                    <a:pt x="148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53" name="Google Shape;9453;p72"/>
            <p:cNvSpPr/>
            <p:nvPr/>
          </p:nvSpPr>
          <p:spPr>
            <a:xfrm>
              <a:off x="-48962400" y="3552550"/>
              <a:ext cx="95325" cy="43350"/>
            </a:xfrm>
            <a:custGeom>
              <a:avLst/>
              <a:gdLst/>
              <a:ahLst/>
              <a:cxnLst/>
              <a:rect l="l" t="t" r="r" b="b"/>
              <a:pathLst>
                <a:path w="3813" h="1734" extrusionOk="0">
                  <a:moveTo>
                    <a:pt x="1" y="1"/>
                  </a:moveTo>
                  <a:lnTo>
                    <a:pt x="2111" y="1734"/>
                  </a:lnTo>
                  <a:lnTo>
                    <a:pt x="3813" y="1734"/>
                  </a:lnTo>
                  <a:lnTo>
                    <a:pt x="170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54" name="Google Shape;9454;p72"/>
            <p:cNvSpPr/>
            <p:nvPr/>
          </p:nvSpPr>
          <p:spPr>
            <a:xfrm>
              <a:off x="-49027775" y="3657325"/>
              <a:ext cx="300100" cy="195350"/>
            </a:xfrm>
            <a:custGeom>
              <a:avLst/>
              <a:gdLst/>
              <a:ahLst/>
              <a:cxnLst/>
              <a:rect l="l" t="t" r="r" b="b"/>
              <a:pathLst>
                <a:path w="12004" h="7814" extrusionOk="0">
                  <a:moveTo>
                    <a:pt x="5987" y="410"/>
                  </a:moveTo>
                  <a:cubicBezTo>
                    <a:pt x="7719" y="410"/>
                    <a:pt x="9137" y="1827"/>
                    <a:pt x="9137" y="3560"/>
                  </a:cubicBezTo>
                  <a:cubicBezTo>
                    <a:pt x="9137" y="5293"/>
                    <a:pt x="7719" y="6711"/>
                    <a:pt x="5987" y="6711"/>
                  </a:cubicBezTo>
                  <a:cubicBezTo>
                    <a:pt x="4254" y="6711"/>
                    <a:pt x="2836" y="5293"/>
                    <a:pt x="2836" y="3560"/>
                  </a:cubicBezTo>
                  <a:cubicBezTo>
                    <a:pt x="2836" y="1827"/>
                    <a:pt x="4254" y="410"/>
                    <a:pt x="5987" y="410"/>
                  </a:cubicBezTo>
                  <a:close/>
                  <a:moveTo>
                    <a:pt x="1" y="0"/>
                  </a:moveTo>
                  <a:lnTo>
                    <a:pt x="1" y="6742"/>
                  </a:lnTo>
                  <a:cubicBezTo>
                    <a:pt x="1" y="7341"/>
                    <a:pt x="473" y="7813"/>
                    <a:pt x="1072" y="7813"/>
                  </a:cubicBezTo>
                  <a:lnTo>
                    <a:pt x="10933" y="7813"/>
                  </a:lnTo>
                  <a:cubicBezTo>
                    <a:pt x="11532" y="7813"/>
                    <a:pt x="12004" y="7341"/>
                    <a:pt x="12004" y="6742"/>
                  </a:cubicBezTo>
                  <a:lnTo>
                    <a:pt x="1200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55" name="Google Shape;9455;p72"/>
            <p:cNvSpPr/>
            <p:nvPr/>
          </p:nvSpPr>
          <p:spPr>
            <a:xfrm>
              <a:off x="-48886775" y="3726625"/>
              <a:ext cx="28375" cy="37050"/>
            </a:xfrm>
            <a:custGeom>
              <a:avLst/>
              <a:gdLst/>
              <a:ahLst/>
              <a:cxnLst/>
              <a:rect l="l" t="t" r="r" b="b"/>
              <a:pathLst>
                <a:path w="1135" h="1482" extrusionOk="0">
                  <a:moveTo>
                    <a:pt x="0" y="1"/>
                  </a:moveTo>
                  <a:lnTo>
                    <a:pt x="0" y="1481"/>
                  </a:lnTo>
                  <a:lnTo>
                    <a:pt x="1134" y="757"/>
                  </a:lnTo>
                  <a:lnTo>
                    <a:pt x="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56" name="Google Shape;9456;p72"/>
            <p:cNvSpPr/>
            <p:nvPr/>
          </p:nvSpPr>
          <p:spPr>
            <a:xfrm>
              <a:off x="-48822975" y="3550975"/>
              <a:ext cx="94525" cy="44925"/>
            </a:xfrm>
            <a:custGeom>
              <a:avLst/>
              <a:gdLst/>
              <a:ahLst/>
              <a:cxnLst/>
              <a:rect l="l" t="t" r="r" b="b"/>
              <a:pathLst>
                <a:path w="3781" h="1797" extrusionOk="0">
                  <a:moveTo>
                    <a:pt x="0" y="1"/>
                  </a:moveTo>
                  <a:lnTo>
                    <a:pt x="2111" y="1797"/>
                  </a:lnTo>
                  <a:lnTo>
                    <a:pt x="3781" y="1797"/>
                  </a:lnTo>
                  <a:lnTo>
                    <a:pt x="3781" y="1072"/>
                  </a:lnTo>
                  <a:cubicBezTo>
                    <a:pt x="3781" y="474"/>
                    <a:pt x="3308" y="1"/>
                    <a:pt x="270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57" name="Google Shape;9457;p72"/>
            <p:cNvSpPr/>
            <p:nvPr/>
          </p:nvSpPr>
          <p:spPr>
            <a:xfrm>
              <a:off x="-48939550" y="3684100"/>
              <a:ext cx="122100" cy="122100"/>
            </a:xfrm>
            <a:custGeom>
              <a:avLst/>
              <a:gdLst/>
              <a:ahLst/>
              <a:cxnLst/>
              <a:rect l="l" t="t" r="r" b="b"/>
              <a:pathLst>
                <a:path w="4884" h="4884" extrusionOk="0">
                  <a:moveTo>
                    <a:pt x="1741" y="757"/>
                  </a:moveTo>
                  <a:cubicBezTo>
                    <a:pt x="1812" y="757"/>
                    <a:pt x="1885" y="777"/>
                    <a:pt x="1954" y="819"/>
                  </a:cubicBezTo>
                  <a:lnTo>
                    <a:pt x="4064" y="2237"/>
                  </a:lnTo>
                  <a:cubicBezTo>
                    <a:pt x="4253" y="2300"/>
                    <a:pt x="4253" y="2615"/>
                    <a:pt x="4064" y="2773"/>
                  </a:cubicBezTo>
                  <a:lnTo>
                    <a:pt x="1954" y="4190"/>
                  </a:lnTo>
                  <a:cubicBezTo>
                    <a:pt x="1885" y="4233"/>
                    <a:pt x="1812" y="4253"/>
                    <a:pt x="1741" y="4253"/>
                  </a:cubicBezTo>
                  <a:cubicBezTo>
                    <a:pt x="1553" y="4253"/>
                    <a:pt x="1387" y="4113"/>
                    <a:pt x="1387" y="3907"/>
                  </a:cubicBezTo>
                  <a:lnTo>
                    <a:pt x="1387" y="1103"/>
                  </a:lnTo>
                  <a:cubicBezTo>
                    <a:pt x="1387" y="897"/>
                    <a:pt x="1553" y="757"/>
                    <a:pt x="1741" y="757"/>
                  </a:cubicBezTo>
                  <a:close/>
                  <a:moveTo>
                    <a:pt x="2458" y="0"/>
                  </a:moveTo>
                  <a:cubicBezTo>
                    <a:pt x="1103" y="0"/>
                    <a:pt x="0" y="1103"/>
                    <a:pt x="0" y="2458"/>
                  </a:cubicBezTo>
                  <a:cubicBezTo>
                    <a:pt x="0" y="3781"/>
                    <a:pt x="1103" y="4884"/>
                    <a:pt x="2458" y="4884"/>
                  </a:cubicBezTo>
                  <a:cubicBezTo>
                    <a:pt x="3781" y="4884"/>
                    <a:pt x="4884" y="3781"/>
                    <a:pt x="4884" y="2458"/>
                  </a:cubicBezTo>
                  <a:cubicBezTo>
                    <a:pt x="4884" y="1103"/>
                    <a:pt x="3812" y="0"/>
                    <a:pt x="245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58" name="Google Shape;9458;p72"/>
            <p:cNvSpPr/>
            <p:nvPr/>
          </p:nvSpPr>
          <p:spPr>
            <a:xfrm>
              <a:off x="-48801725" y="3613200"/>
              <a:ext cx="73275" cy="26825"/>
            </a:xfrm>
            <a:custGeom>
              <a:avLst/>
              <a:gdLst/>
              <a:ahLst/>
              <a:cxnLst/>
              <a:rect l="l" t="t" r="r" b="b"/>
              <a:pathLst>
                <a:path w="2931" h="1073" extrusionOk="0">
                  <a:moveTo>
                    <a:pt x="1261" y="1"/>
                  </a:moveTo>
                  <a:lnTo>
                    <a:pt x="1" y="1072"/>
                  </a:lnTo>
                  <a:lnTo>
                    <a:pt x="2931" y="1072"/>
                  </a:lnTo>
                  <a:lnTo>
                    <a:pt x="293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459" name="Google Shape;9459;p72"/>
          <p:cNvGrpSpPr/>
          <p:nvPr/>
        </p:nvGrpSpPr>
        <p:grpSpPr>
          <a:xfrm>
            <a:off x="3475075" y="3215614"/>
            <a:ext cx="478808" cy="474033"/>
            <a:chOff x="-49031025" y="3920175"/>
            <a:chExt cx="303350" cy="300325"/>
          </a:xfrm>
        </p:grpSpPr>
        <p:sp>
          <p:nvSpPr>
            <p:cNvPr id="9460" name="Google Shape;9460;p72"/>
            <p:cNvSpPr/>
            <p:nvPr/>
          </p:nvSpPr>
          <p:spPr>
            <a:xfrm>
              <a:off x="-49031025" y="4131875"/>
              <a:ext cx="109600" cy="88625"/>
            </a:xfrm>
            <a:custGeom>
              <a:avLst/>
              <a:gdLst/>
              <a:ahLst/>
              <a:cxnLst/>
              <a:rect l="l" t="t" r="r" b="b"/>
              <a:pathLst>
                <a:path w="4384" h="3545" extrusionOk="0">
                  <a:moveTo>
                    <a:pt x="472" y="1"/>
                  </a:moveTo>
                  <a:cubicBezTo>
                    <a:pt x="202" y="1"/>
                    <a:pt x="0" y="326"/>
                    <a:pt x="225" y="551"/>
                  </a:cubicBezTo>
                  <a:lnTo>
                    <a:pt x="2336" y="3387"/>
                  </a:lnTo>
                  <a:cubicBezTo>
                    <a:pt x="2399" y="3481"/>
                    <a:pt x="2494" y="3544"/>
                    <a:pt x="2620" y="3544"/>
                  </a:cubicBezTo>
                  <a:lnTo>
                    <a:pt x="4384" y="3544"/>
                  </a:lnTo>
                  <a:lnTo>
                    <a:pt x="2620" y="583"/>
                  </a:lnTo>
                  <a:lnTo>
                    <a:pt x="572" y="16"/>
                  </a:lnTo>
                  <a:cubicBezTo>
                    <a:pt x="538" y="5"/>
                    <a:pt x="505" y="1"/>
                    <a:pt x="47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61" name="Google Shape;9461;p72"/>
            <p:cNvSpPr/>
            <p:nvPr/>
          </p:nvSpPr>
          <p:spPr>
            <a:xfrm>
              <a:off x="-48921450" y="3920175"/>
              <a:ext cx="79575" cy="130975"/>
            </a:xfrm>
            <a:custGeom>
              <a:avLst/>
              <a:gdLst/>
              <a:ahLst/>
              <a:cxnLst/>
              <a:rect l="l" t="t" r="r" b="b"/>
              <a:pathLst>
                <a:path w="3183" h="5239" extrusionOk="0">
                  <a:moveTo>
                    <a:pt x="302" y="1"/>
                  </a:moveTo>
                  <a:cubicBezTo>
                    <a:pt x="275" y="1"/>
                    <a:pt x="248" y="3"/>
                    <a:pt x="221" y="9"/>
                  </a:cubicBezTo>
                  <a:cubicBezTo>
                    <a:pt x="64" y="40"/>
                    <a:pt x="1" y="198"/>
                    <a:pt x="1" y="355"/>
                  </a:cubicBezTo>
                  <a:lnTo>
                    <a:pt x="64" y="1269"/>
                  </a:lnTo>
                  <a:lnTo>
                    <a:pt x="2584" y="5239"/>
                  </a:lnTo>
                  <a:lnTo>
                    <a:pt x="3183" y="4199"/>
                  </a:lnTo>
                  <a:lnTo>
                    <a:pt x="631" y="166"/>
                  </a:lnTo>
                  <a:cubicBezTo>
                    <a:pt x="553" y="62"/>
                    <a:pt x="431" y="1"/>
                    <a:pt x="30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62" name="Google Shape;9462;p72"/>
            <p:cNvSpPr/>
            <p:nvPr/>
          </p:nvSpPr>
          <p:spPr>
            <a:xfrm>
              <a:off x="-48842675" y="4008100"/>
              <a:ext cx="115000" cy="53300"/>
            </a:xfrm>
            <a:custGeom>
              <a:avLst/>
              <a:gdLst/>
              <a:ahLst/>
              <a:cxnLst/>
              <a:rect l="l" t="t" r="r" b="b"/>
              <a:pathLst>
                <a:path w="4600" h="2132" extrusionOk="0">
                  <a:moveTo>
                    <a:pt x="1359" y="0"/>
                  </a:moveTo>
                  <a:cubicBezTo>
                    <a:pt x="1245" y="0"/>
                    <a:pt x="1132" y="57"/>
                    <a:pt x="1072" y="178"/>
                  </a:cubicBezTo>
                  <a:lnTo>
                    <a:pt x="0" y="2131"/>
                  </a:lnTo>
                  <a:lnTo>
                    <a:pt x="4191" y="2131"/>
                  </a:lnTo>
                  <a:cubicBezTo>
                    <a:pt x="4317" y="2131"/>
                    <a:pt x="4506" y="2005"/>
                    <a:pt x="4537" y="1848"/>
                  </a:cubicBezTo>
                  <a:cubicBezTo>
                    <a:pt x="4600" y="1690"/>
                    <a:pt x="4537" y="1533"/>
                    <a:pt x="4380" y="1469"/>
                  </a:cubicBezTo>
                  <a:lnTo>
                    <a:pt x="1544" y="52"/>
                  </a:lnTo>
                  <a:cubicBezTo>
                    <a:pt x="1488" y="18"/>
                    <a:pt x="1423" y="0"/>
                    <a:pt x="135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63" name="Google Shape;9463;p72"/>
            <p:cNvSpPr/>
            <p:nvPr/>
          </p:nvSpPr>
          <p:spPr>
            <a:xfrm>
              <a:off x="-48838750" y="4078700"/>
              <a:ext cx="51225" cy="66975"/>
            </a:xfrm>
            <a:custGeom>
              <a:avLst/>
              <a:gdLst/>
              <a:ahLst/>
              <a:cxnLst/>
              <a:rect l="l" t="t" r="r" b="b"/>
              <a:pathLst>
                <a:path w="2049" h="2679" extrusionOk="0">
                  <a:moveTo>
                    <a:pt x="1" y="0"/>
                  </a:moveTo>
                  <a:lnTo>
                    <a:pt x="1734" y="2678"/>
                  </a:lnTo>
                  <a:lnTo>
                    <a:pt x="204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64" name="Google Shape;9464;p72"/>
            <p:cNvSpPr/>
            <p:nvPr/>
          </p:nvSpPr>
          <p:spPr>
            <a:xfrm>
              <a:off x="-48975000" y="3920575"/>
              <a:ext cx="173300" cy="248725"/>
            </a:xfrm>
            <a:custGeom>
              <a:avLst/>
              <a:gdLst/>
              <a:ahLst/>
              <a:cxnLst/>
              <a:rect l="l" t="t" r="r" b="b"/>
              <a:pathLst>
                <a:path w="6932" h="9949" extrusionOk="0">
                  <a:moveTo>
                    <a:pt x="374" y="0"/>
                  </a:moveTo>
                  <a:cubicBezTo>
                    <a:pt x="334" y="0"/>
                    <a:pt x="293" y="8"/>
                    <a:pt x="253" y="24"/>
                  </a:cubicBezTo>
                  <a:cubicBezTo>
                    <a:pt x="95" y="87"/>
                    <a:pt x="1" y="245"/>
                    <a:pt x="1" y="402"/>
                  </a:cubicBezTo>
                  <a:lnTo>
                    <a:pt x="694" y="7585"/>
                  </a:lnTo>
                  <a:lnTo>
                    <a:pt x="6932" y="9948"/>
                  </a:lnTo>
                  <a:lnTo>
                    <a:pt x="694" y="182"/>
                  </a:lnTo>
                  <a:cubicBezTo>
                    <a:pt x="600" y="65"/>
                    <a:pt x="489" y="0"/>
                    <a:pt x="37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65" name="Google Shape;9465;p72"/>
            <p:cNvSpPr/>
            <p:nvPr/>
          </p:nvSpPr>
          <p:spPr>
            <a:xfrm>
              <a:off x="-48955300" y="4129900"/>
              <a:ext cx="151250" cy="89800"/>
            </a:xfrm>
            <a:custGeom>
              <a:avLst/>
              <a:gdLst/>
              <a:ahLst/>
              <a:cxnLst/>
              <a:rect l="l" t="t" r="r" b="b"/>
              <a:pathLst>
                <a:path w="6050" h="3592" extrusionOk="0">
                  <a:moveTo>
                    <a:pt x="0" y="0"/>
                  </a:moveTo>
                  <a:lnTo>
                    <a:pt x="2174" y="3592"/>
                  </a:lnTo>
                  <a:lnTo>
                    <a:pt x="5167" y="3592"/>
                  </a:lnTo>
                  <a:cubicBezTo>
                    <a:pt x="5293" y="3592"/>
                    <a:pt x="5419" y="3529"/>
                    <a:pt x="5482" y="3403"/>
                  </a:cubicBezTo>
                  <a:lnTo>
                    <a:pt x="6049" y="2268"/>
                  </a:lnTo>
                  <a:lnTo>
                    <a:pt x="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466" name="Google Shape;9466;p72"/>
          <p:cNvGrpSpPr/>
          <p:nvPr/>
        </p:nvGrpSpPr>
        <p:grpSpPr>
          <a:xfrm>
            <a:off x="1763215" y="3872993"/>
            <a:ext cx="474901" cy="472455"/>
            <a:chOff x="-47155575" y="3200500"/>
            <a:chExt cx="300875" cy="299325"/>
          </a:xfrm>
        </p:grpSpPr>
        <p:sp>
          <p:nvSpPr>
            <p:cNvPr id="9467" name="Google Shape;9467;p72"/>
            <p:cNvSpPr/>
            <p:nvPr/>
          </p:nvSpPr>
          <p:spPr>
            <a:xfrm>
              <a:off x="-46943725" y="3206000"/>
              <a:ext cx="47300" cy="48075"/>
            </a:xfrm>
            <a:custGeom>
              <a:avLst/>
              <a:gdLst/>
              <a:ahLst/>
              <a:cxnLst/>
              <a:rect l="l" t="t" r="r" b="b"/>
              <a:pathLst>
                <a:path w="1892" h="1923" extrusionOk="0">
                  <a:moveTo>
                    <a:pt x="1" y="1"/>
                  </a:moveTo>
                  <a:lnTo>
                    <a:pt x="1" y="1923"/>
                  </a:lnTo>
                  <a:lnTo>
                    <a:pt x="1891" y="1923"/>
                  </a:lnTo>
                  <a:lnTo>
                    <a:pt x="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68" name="Google Shape;9468;p72"/>
            <p:cNvSpPr/>
            <p:nvPr/>
          </p:nvSpPr>
          <p:spPr>
            <a:xfrm>
              <a:off x="-47118575" y="3200500"/>
              <a:ext cx="228450" cy="89025"/>
            </a:xfrm>
            <a:custGeom>
              <a:avLst/>
              <a:gdLst/>
              <a:ahLst/>
              <a:cxnLst/>
              <a:rect l="l" t="t" r="r" b="b"/>
              <a:pathLst>
                <a:path w="9138" h="3561" extrusionOk="0">
                  <a:moveTo>
                    <a:pt x="347" y="0"/>
                  </a:moveTo>
                  <a:cubicBezTo>
                    <a:pt x="158" y="0"/>
                    <a:pt x="1" y="158"/>
                    <a:pt x="1" y="378"/>
                  </a:cubicBezTo>
                  <a:lnTo>
                    <a:pt x="1" y="2143"/>
                  </a:lnTo>
                  <a:lnTo>
                    <a:pt x="2017" y="2143"/>
                  </a:lnTo>
                  <a:cubicBezTo>
                    <a:pt x="2679" y="2143"/>
                    <a:pt x="3246" y="2489"/>
                    <a:pt x="3561" y="3119"/>
                  </a:cubicBezTo>
                  <a:lnTo>
                    <a:pt x="3813" y="3560"/>
                  </a:lnTo>
                  <a:lnTo>
                    <a:pt x="9137" y="3560"/>
                  </a:lnTo>
                  <a:lnTo>
                    <a:pt x="9137" y="2836"/>
                  </a:lnTo>
                  <a:lnTo>
                    <a:pt x="6680" y="2836"/>
                  </a:lnTo>
                  <a:cubicBezTo>
                    <a:pt x="6491" y="2836"/>
                    <a:pt x="6333" y="2678"/>
                    <a:pt x="6333" y="2489"/>
                  </a:cubicBezTo>
                  <a:lnTo>
                    <a:pt x="633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69" name="Google Shape;9469;p72"/>
            <p:cNvSpPr/>
            <p:nvPr/>
          </p:nvSpPr>
          <p:spPr>
            <a:xfrm>
              <a:off x="-47013825" y="3395050"/>
              <a:ext cx="15775" cy="15775"/>
            </a:xfrm>
            <a:custGeom>
              <a:avLst/>
              <a:gdLst/>
              <a:ahLst/>
              <a:cxnLst/>
              <a:rect l="l" t="t" r="r" b="b"/>
              <a:pathLst>
                <a:path w="631" h="631" extrusionOk="0">
                  <a:moveTo>
                    <a:pt x="1" y="0"/>
                  </a:moveTo>
                  <a:lnTo>
                    <a:pt x="1" y="630"/>
                  </a:lnTo>
                  <a:cubicBezTo>
                    <a:pt x="284" y="504"/>
                    <a:pt x="536" y="252"/>
                    <a:pt x="63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70" name="Google Shape;9470;p72"/>
            <p:cNvSpPr/>
            <p:nvPr/>
          </p:nvSpPr>
          <p:spPr>
            <a:xfrm>
              <a:off x="-47049250" y="3359600"/>
              <a:ext cx="51200" cy="51225"/>
            </a:xfrm>
            <a:custGeom>
              <a:avLst/>
              <a:gdLst/>
              <a:ahLst/>
              <a:cxnLst/>
              <a:rect l="l" t="t" r="r" b="b"/>
              <a:pathLst>
                <a:path w="2048" h="2049" extrusionOk="0">
                  <a:moveTo>
                    <a:pt x="1071" y="0"/>
                  </a:moveTo>
                  <a:cubicBezTo>
                    <a:pt x="473" y="0"/>
                    <a:pt x="0" y="473"/>
                    <a:pt x="0" y="1040"/>
                  </a:cubicBezTo>
                  <a:cubicBezTo>
                    <a:pt x="0" y="1513"/>
                    <a:pt x="284" y="1891"/>
                    <a:pt x="725" y="2048"/>
                  </a:cubicBezTo>
                  <a:lnTo>
                    <a:pt x="725" y="1040"/>
                  </a:lnTo>
                  <a:cubicBezTo>
                    <a:pt x="725" y="851"/>
                    <a:pt x="882" y="693"/>
                    <a:pt x="1071" y="693"/>
                  </a:cubicBezTo>
                  <a:lnTo>
                    <a:pt x="2048" y="693"/>
                  </a:lnTo>
                  <a:cubicBezTo>
                    <a:pt x="1890" y="252"/>
                    <a:pt x="1512" y="0"/>
                    <a:pt x="107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71" name="Google Shape;9471;p72"/>
            <p:cNvSpPr/>
            <p:nvPr/>
          </p:nvSpPr>
          <p:spPr>
            <a:xfrm>
              <a:off x="-47013025" y="3393475"/>
              <a:ext cx="52800" cy="53575"/>
            </a:xfrm>
            <a:custGeom>
              <a:avLst/>
              <a:gdLst/>
              <a:ahLst/>
              <a:cxnLst/>
              <a:rect l="l" t="t" r="r" b="b"/>
              <a:pathLst>
                <a:path w="2112" h="2143" extrusionOk="0">
                  <a:moveTo>
                    <a:pt x="1355" y="0"/>
                  </a:moveTo>
                  <a:cubicBezTo>
                    <a:pt x="1198" y="725"/>
                    <a:pt x="662" y="1260"/>
                    <a:pt x="0" y="1386"/>
                  </a:cubicBezTo>
                  <a:lnTo>
                    <a:pt x="0" y="2142"/>
                  </a:lnTo>
                  <a:lnTo>
                    <a:pt x="2111" y="2142"/>
                  </a:lnTo>
                  <a:lnTo>
                    <a:pt x="211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72" name="Google Shape;9472;p72"/>
            <p:cNvSpPr/>
            <p:nvPr/>
          </p:nvSpPr>
          <p:spPr>
            <a:xfrm>
              <a:off x="-47155575" y="3270600"/>
              <a:ext cx="300875" cy="229225"/>
            </a:xfrm>
            <a:custGeom>
              <a:avLst/>
              <a:gdLst/>
              <a:ahLst/>
              <a:cxnLst/>
              <a:rect l="l" t="t" r="r" b="b"/>
              <a:pathLst>
                <a:path w="12035" h="9169" extrusionOk="0">
                  <a:moveTo>
                    <a:pt x="5324" y="2804"/>
                  </a:moveTo>
                  <a:cubicBezTo>
                    <a:pt x="6206" y="2804"/>
                    <a:pt x="6900" y="3403"/>
                    <a:pt x="7057" y="4222"/>
                  </a:cubicBezTo>
                  <a:lnTo>
                    <a:pt x="8160" y="4222"/>
                  </a:lnTo>
                  <a:cubicBezTo>
                    <a:pt x="8349" y="4222"/>
                    <a:pt x="8506" y="4379"/>
                    <a:pt x="8506" y="4568"/>
                  </a:cubicBezTo>
                  <a:lnTo>
                    <a:pt x="8506" y="7404"/>
                  </a:lnTo>
                  <a:lnTo>
                    <a:pt x="8475" y="7404"/>
                  </a:lnTo>
                  <a:cubicBezTo>
                    <a:pt x="8475" y="7593"/>
                    <a:pt x="8317" y="7750"/>
                    <a:pt x="8128" y="7750"/>
                  </a:cubicBezTo>
                  <a:lnTo>
                    <a:pt x="5324" y="7750"/>
                  </a:lnTo>
                  <a:cubicBezTo>
                    <a:pt x="5135" y="7750"/>
                    <a:pt x="4978" y="7593"/>
                    <a:pt x="4978" y="7404"/>
                  </a:cubicBezTo>
                  <a:lnTo>
                    <a:pt x="4978" y="6301"/>
                  </a:lnTo>
                  <a:cubicBezTo>
                    <a:pt x="4190" y="6144"/>
                    <a:pt x="3560" y="5451"/>
                    <a:pt x="3560" y="4568"/>
                  </a:cubicBezTo>
                  <a:cubicBezTo>
                    <a:pt x="3560" y="3592"/>
                    <a:pt x="4348" y="2804"/>
                    <a:pt x="5324" y="2804"/>
                  </a:cubicBezTo>
                  <a:close/>
                  <a:moveTo>
                    <a:pt x="1071" y="0"/>
                  </a:moveTo>
                  <a:cubicBezTo>
                    <a:pt x="473" y="0"/>
                    <a:pt x="0" y="473"/>
                    <a:pt x="0" y="1071"/>
                  </a:cubicBezTo>
                  <a:lnTo>
                    <a:pt x="0" y="8097"/>
                  </a:lnTo>
                  <a:cubicBezTo>
                    <a:pt x="0" y="8696"/>
                    <a:pt x="473" y="9168"/>
                    <a:pt x="1071" y="9168"/>
                  </a:cubicBezTo>
                  <a:lnTo>
                    <a:pt x="10964" y="9168"/>
                  </a:lnTo>
                  <a:cubicBezTo>
                    <a:pt x="11562" y="9168"/>
                    <a:pt x="12035" y="8696"/>
                    <a:pt x="12035" y="8097"/>
                  </a:cubicBezTo>
                  <a:lnTo>
                    <a:pt x="12035" y="2489"/>
                  </a:lnTo>
                  <a:cubicBezTo>
                    <a:pt x="12035" y="1891"/>
                    <a:pt x="11562" y="1418"/>
                    <a:pt x="10964" y="1418"/>
                  </a:cubicBezTo>
                  <a:lnTo>
                    <a:pt x="4820" y="1418"/>
                  </a:lnTo>
                  <a:lnTo>
                    <a:pt x="4411" y="599"/>
                  </a:lnTo>
                  <a:cubicBezTo>
                    <a:pt x="4222" y="252"/>
                    <a:pt x="3875" y="0"/>
                    <a:pt x="346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473" name="Google Shape;9473;p72"/>
          <p:cNvGrpSpPr/>
          <p:nvPr/>
        </p:nvGrpSpPr>
        <p:grpSpPr>
          <a:xfrm>
            <a:off x="1763827" y="4454790"/>
            <a:ext cx="473677" cy="473677"/>
            <a:chOff x="-47154800" y="3569100"/>
            <a:chExt cx="300100" cy="300100"/>
          </a:xfrm>
        </p:grpSpPr>
        <p:sp>
          <p:nvSpPr>
            <p:cNvPr id="9474" name="Google Shape;9474;p72"/>
            <p:cNvSpPr/>
            <p:nvPr/>
          </p:nvSpPr>
          <p:spPr>
            <a:xfrm>
              <a:off x="-46994900" y="3728200"/>
              <a:ext cx="140200" cy="141000"/>
            </a:xfrm>
            <a:custGeom>
              <a:avLst/>
              <a:gdLst/>
              <a:ahLst/>
              <a:cxnLst/>
              <a:rect l="l" t="t" r="r" b="b"/>
              <a:pathLst>
                <a:path w="5608" h="5640" extrusionOk="0">
                  <a:moveTo>
                    <a:pt x="2772" y="1733"/>
                  </a:moveTo>
                  <a:cubicBezTo>
                    <a:pt x="2961" y="1733"/>
                    <a:pt x="3119" y="1891"/>
                    <a:pt x="3119" y="2111"/>
                  </a:cubicBezTo>
                  <a:lnTo>
                    <a:pt x="3119" y="2458"/>
                  </a:lnTo>
                  <a:lnTo>
                    <a:pt x="3466" y="2458"/>
                  </a:lnTo>
                  <a:cubicBezTo>
                    <a:pt x="3655" y="2458"/>
                    <a:pt x="3812" y="2615"/>
                    <a:pt x="3812" y="2804"/>
                  </a:cubicBezTo>
                  <a:cubicBezTo>
                    <a:pt x="3812" y="2994"/>
                    <a:pt x="3655" y="3151"/>
                    <a:pt x="3466" y="3151"/>
                  </a:cubicBezTo>
                  <a:lnTo>
                    <a:pt x="2772" y="3151"/>
                  </a:lnTo>
                  <a:cubicBezTo>
                    <a:pt x="2552" y="3151"/>
                    <a:pt x="2426" y="2994"/>
                    <a:pt x="2426" y="2804"/>
                  </a:cubicBezTo>
                  <a:lnTo>
                    <a:pt x="2426" y="2111"/>
                  </a:lnTo>
                  <a:cubicBezTo>
                    <a:pt x="2426" y="1891"/>
                    <a:pt x="2552" y="1733"/>
                    <a:pt x="2772" y="1733"/>
                  </a:cubicBezTo>
                  <a:close/>
                  <a:moveTo>
                    <a:pt x="2457" y="1"/>
                  </a:moveTo>
                  <a:cubicBezTo>
                    <a:pt x="1197" y="158"/>
                    <a:pt x="221" y="1166"/>
                    <a:pt x="0" y="2458"/>
                  </a:cubicBezTo>
                  <a:lnTo>
                    <a:pt x="693" y="2458"/>
                  </a:lnTo>
                  <a:cubicBezTo>
                    <a:pt x="882" y="2458"/>
                    <a:pt x="1040" y="2615"/>
                    <a:pt x="1040" y="2804"/>
                  </a:cubicBezTo>
                  <a:cubicBezTo>
                    <a:pt x="1040" y="2994"/>
                    <a:pt x="882" y="3151"/>
                    <a:pt x="693" y="3151"/>
                  </a:cubicBezTo>
                  <a:lnTo>
                    <a:pt x="0" y="3151"/>
                  </a:lnTo>
                  <a:cubicBezTo>
                    <a:pt x="158" y="4411"/>
                    <a:pt x="1166" y="5451"/>
                    <a:pt x="2457" y="5608"/>
                  </a:cubicBezTo>
                  <a:lnTo>
                    <a:pt x="2457" y="4947"/>
                  </a:lnTo>
                  <a:cubicBezTo>
                    <a:pt x="2457" y="4726"/>
                    <a:pt x="2615" y="4569"/>
                    <a:pt x="2804" y="4569"/>
                  </a:cubicBezTo>
                  <a:cubicBezTo>
                    <a:pt x="2993" y="4569"/>
                    <a:pt x="3151" y="4726"/>
                    <a:pt x="3151" y="4947"/>
                  </a:cubicBezTo>
                  <a:lnTo>
                    <a:pt x="3151" y="5640"/>
                  </a:lnTo>
                  <a:cubicBezTo>
                    <a:pt x="4411" y="5482"/>
                    <a:pt x="5450" y="4474"/>
                    <a:pt x="5608" y="3214"/>
                  </a:cubicBezTo>
                  <a:lnTo>
                    <a:pt x="4883" y="3214"/>
                  </a:lnTo>
                  <a:cubicBezTo>
                    <a:pt x="4694" y="3151"/>
                    <a:pt x="4537" y="2994"/>
                    <a:pt x="4537" y="2804"/>
                  </a:cubicBezTo>
                  <a:cubicBezTo>
                    <a:pt x="4537" y="2615"/>
                    <a:pt x="4694" y="2458"/>
                    <a:pt x="4883" y="2458"/>
                  </a:cubicBezTo>
                  <a:lnTo>
                    <a:pt x="5608" y="2458"/>
                  </a:lnTo>
                  <a:cubicBezTo>
                    <a:pt x="5450" y="1198"/>
                    <a:pt x="4411" y="221"/>
                    <a:pt x="3151" y="1"/>
                  </a:cubicBezTo>
                  <a:lnTo>
                    <a:pt x="3151" y="694"/>
                  </a:lnTo>
                  <a:cubicBezTo>
                    <a:pt x="3151" y="883"/>
                    <a:pt x="2993" y="1040"/>
                    <a:pt x="2804" y="1040"/>
                  </a:cubicBezTo>
                  <a:cubicBezTo>
                    <a:pt x="2615" y="1040"/>
                    <a:pt x="2457" y="883"/>
                    <a:pt x="2457" y="694"/>
                  </a:cubicBezTo>
                  <a:lnTo>
                    <a:pt x="245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75" name="Google Shape;9475;p72"/>
            <p:cNvSpPr/>
            <p:nvPr/>
          </p:nvSpPr>
          <p:spPr>
            <a:xfrm>
              <a:off x="-46978375" y="3574625"/>
              <a:ext cx="47275" cy="47275"/>
            </a:xfrm>
            <a:custGeom>
              <a:avLst/>
              <a:gdLst/>
              <a:ahLst/>
              <a:cxnLst/>
              <a:rect l="l" t="t" r="r" b="b"/>
              <a:pathLst>
                <a:path w="1891" h="1891" extrusionOk="0">
                  <a:moveTo>
                    <a:pt x="1" y="0"/>
                  </a:moveTo>
                  <a:lnTo>
                    <a:pt x="1" y="1890"/>
                  </a:lnTo>
                  <a:lnTo>
                    <a:pt x="1891" y="1890"/>
                  </a:lnTo>
                  <a:lnTo>
                    <a:pt x="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76" name="Google Shape;9476;p72"/>
            <p:cNvSpPr/>
            <p:nvPr/>
          </p:nvSpPr>
          <p:spPr>
            <a:xfrm>
              <a:off x="-47075250" y="3665200"/>
              <a:ext cx="15775" cy="15775"/>
            </a:xfrm>
            <a:custGeom>
              <a:avLst/>
              <a:gdLst/>
              <a:ahLst/>
              <a:cxnLst/>
              <a:rect l="l" t="t" r="r" b="b"/>
              <a:pathLst>
                <a:path w="631" h="631" extrusionOk="0">
                  <a:moveTo>
                    <a:pt x="1" y="0"/>
                  </a:moveTo>
                  <a:lnTo>
                    <a:pt x="1" y="630"/>
                  </a:lnTo>
                  <a:cubicBezTo>
                    <a:pt x="316" y="536"/>
                    <a:pt x="505" y="284"/>
                    <a:pt x="63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77" name="Google Shape;9477;p72"/>
            <p:cNvSpPr/>
            <p:nvPr/>
          </p:nvSpPr>
          <p:spPr>
            <a:xfrm>
              <a:off x="-47110700" y="3631325"/>
              <a:ext cx="51225" cy="51225"/>
            </a:xfrm>
            <a:custGeom>
              <a:avLst/>
              <a:gdLst/>
              <a:ahLst/>
              <a:cxnLst/>
              <a:rect l="l" t="t" r="r" b="b"/>
              <a:pathLst>
                <a:path w="2049" h="2049" extrusionOk="0">
                  <a:moveTo>
                    <a:pt x="1040" y="0"/>
                  </a:moveTo>
                  <a:cubicBezTo>
                    <a:pt x="473" y="0"/>
                    <a:pt x="1" y="473"/>
                    <a:pt x="1" y="1040"/>
                  </a:cubicBezTo>
                  <a:cubicBezTo>
                    <a:pt x="1" y="1481"/>
                    <a:pt x="253" y="1859"/>
                    <a:pt x="694" y="2048"/>
                  </a:cubicBezTo>
                  <a:lnTo>
                    <a:pt x="694" y="1040"/>
                  </a:lnTo>
                  <a:cubicBezTo>
                    <a:pt x="694" y="851"/>
                    <a:pt x="851" y="694"/>
                    <a:pt x="1040" y="694"/>
                  </a:cubicBezTo>
                  <a:lnTo>
                    <a:pt x="2049" y="694"/>
                  </a:lnTo>
                  <a:cubicBezTo>
                    <a:pt x="1891" y="316"/>
                    <a:pt x="1482" y="0"/>
                    <a:pt x="104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78" name="Google Shape;9478;p72"/>
            <p:cNvSpPr/>
            <p:nvPr/>
          </p:nvSpPr>
          <p:spPr>
            <a:xfrm>
              <a:off x="-47075250" y="3665200"/>
              <a:ext cx="53575" cy="54350"/>
            </a:xfrm>
            <a:custGeom>
              <a:avLst/>
              <a:gdLst/>
              <a:ahLst/>
              <a:cxnLst/>
              <a:rect l="l" t="t" r="r" b="b"/>
              <a:pathLst>
                <a:path w="2143" h="2174" extrusionOk="0">
                  <a:moveTo>
                    <a:pt x="1355" y="0"/>
                  </a:moveTo>
                  <a:cubicBezTo>
                    <a:pt x="1229" y="693"/>
                    <a:pt x="694" y="1229"/>
                    <a:pt x="1" y="1386"/>
                  </a:cubicBezTo>
                  <a:lnTo>
                    <a:pt x="1" y="2174"/>
                  </a:lnTo>
                  <a:lnTo>
                    <a:pt x="2143" y="2174"/>
                  </a:lnTo>
                  <a:lnTo>
                    <a:pt x="214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79" name="Google Shape;9479;p72"/>
            <p:cNvSpPr/>
            <p:nvPr/>
          </p:nvSpPr>
          <p:spPr>
            <a:xfrm>
              <a:off x="-47154800" y="3569100"/>
              <a:ext cx="229225" cy="300100"/>
            </a:xfrm>
            <a:custGeom>
              <a:avLst/>
              <a:gdLst/>
              <a:ahLst/>
              <a:cxnLst/>
              <a:rect l="l" t="t" r="r" b="b"/>
              <a:pathLst>
                <a:path w="9169" h="12004" extrusionOk="0">
                  <a:moveTo>
                    <a:pt x="2804" y="1765"/>
                  </a:moveTo>
                  <a:cubicBezTo>
                    <a:pt x="3687" y="1765"/>
                    <a:pt x="4380" y="2363"/>
                    <a:pt x="4537" y="3183"/>
                  </a:cubicBezTo>
                  <a:lnTo>
                    <a:pt x="5703" y="3183"/>
                  </a:lnTo>
                  <a:cubicBezTo>
                    <a:pt x="5892" y="3183"/>
                    <a:pt x="6049" y="3340"/>
                    <a:pt x="6049" y="3529"/>
                  </a:cubicBezTo>
                  <a:lnTo>
                    <a:pt x="6049" y="6428"/>
                  </a:lnTo>
                  <a:cubicBezTo>
                    <a:pt x="6049" y="6617"/>
                    <a:pt x="5892" y="6774"/>
                    <a:pt x="5703" y="6774"/>
                  </a:cubicBezTo>
                  <a:lnTo>
                    <a:pt x="2804" y="6774"/>
                  </a:lnTo>
                  <a:cubicBezTo>
                    <a:pt x="2615" y="6774"/>
                    <a:pt x="2458" y="6617"/>
                    <a:pt x="2458" y="6428"/>
                  </a:cubicBezTo>
                  <a:lnTo>
                    <a:pt x="2458" y="5262"/>
                  </a:lnTo>
                  <a:cubicBezTo>
                    <a:pt x="1670" y="5104"/>
                    <a:pt x="1040" y="4411"/>
                    <a:pt x="1040" y="3529"/>
                  </a:cubicBezTo>
                  <a:cubicBezTo>
                    <a:pt x="1040" y="2552"/>
                    <a:pt x="1828" y="1765"/>
                    <a:pt x="2804" y="1765"/>
                  </a:cubicBezTo>
                  <a:close/>
                  <a:moveTo>
                    <a:pt x="4191" y="8160"/>
                  </a:moveTo>
                  <a:cubicBezTo>
                    <a:pt x="4380" y="8160"/>
                    <a:pt x="4537" y="8318"/>
                    <a:pt x="4537" y="8507"/>
                  </a:cubicBezTo>
                  <a:cubicBezTo>
                    <a:pt x="4537" y="8696"/>
                    <a:pt x="4380" y="8853"/>
                    <a:pt x="4191" y="8853"/>
                  </a:cubicBezTo>
                  <a:lnTo>
                    <a:pt x="1387" y="8853"/>
                  </a:lnTo>
                  <a:cubicBezTo>
                    <a:pt x="1198" y="8853"/>
                    <a:pt x="1040" y="8696"/>
                    <a:pt x="1040" y="8507"/>
                  </a:cubicBezTo>
                  <a:cubicBezTo>
                    <a:pt x="1040" y="8318"/>
                    <a:pt x="1198" y="8160"/>
                    <a:pt x="1387" y="8160"/>
                  </a:cubicBezTo>
                  <a:close/>
                  <a:moveTo>
                    <a:pt x="4191" y="9515"/>
                  </a:moveTo>
                  <a:cubicBezTo>
                    <a:pt x="4380" y="9515"/>
                    <a:pt x="4537" y="9673"/>
                    <a:pt x="4537" y="9893"/>
                  </a:cubicBezTo>
                  <a:cubicBezTo>
                    <a:pt x="4537" y="10082"/>
                    <a:pt x="4380" y="10240"/>
                    <a:pt x="4191" y="10240"/>
                  </a:cubicBezTo>
                  <a:lnTo>
                    <a:pt x="1387" y="10240"/>
                  </a:lnTo>
                  <a:cubicBezTo>
                    <a:pt x="1198" y="10240"/>
                    <a:pt x="1040" y="10082"/>
                    <a:pt x="1040" y="9893"/>
                  </a:cubicBezTo>
                  <a:cubicBezTo>
                    <a:pt x="1040" y="9673"/>
                    <a:pt x="1198" y="9515"/>
                    <a:pt x="1387" y="9515"/>
                  </a:cubicBezTo>
                  <a:close/>
                  <a:moveTo>
                    <a:pt x="347" y="1"/>
                  </a:moveTo>
                  <a:cubicBezTo>
                    <a:pt x="158" y="1"/>
                    <a:pt x="1" y="158"/>
                    <a:pt x="1" y="347"/>
                  </a:cubicBezTo>
                  <a:lnTo>
                    <a:pt x="1" y="11657"/>
                  </a:lnTo>
                  <a:cubicBezTo>
                    <a:pt x="1" y="11846"/>
                    <a:pt x="158" y="12004"/>
                    <a:pt x="347" y="12004"/>
                  </a:cubicBezTo>
                  <a:lnTo>
                    <a:pt x="7089" y="12004"/>
                  </a:lnTo>
                  <a:cubicBezTo>
                    <a:pt x="6239" y="11342"/>
                    <a:pt x="5671" y="10366"/>
                    <a:pt x="5671" y="9168"/>
                  </a:cubicBezTo>
                  <a:cubicBezTo>
                    <a:pt x="5671" y="7247"/>
                    <a:pt x="7247" y="5671"/>
                    <a:pt x="9168" y="5671"/>
                  </a:cubicBezTo>
                  <a:lnTo>
                    <a:pt x="9168" y="2805"/>
                  </a:lnTo>
                  <a:lnTo>
                    <a:pt x="6711" y="2805"/>
                  </a:lnTo>
                  <a:cubicBezTo>
                    <a:pt x="6522" y="2805"/>
                    <a:pt x="6365" y="2647"/>
                    <a:pt x="6365" y="2426"/>
                  </a:cubicBezTo>
                  <a:lnTo>
                    <a:pt x="636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480" name="Google Shape;9480;p72"/>
          <p:cNvGrpSpPr/>
          <p:nvPr/>
        </p:nvGrpSpPr>
        <p:grpSpPr>
          <a:xfrm>
            <a:off x="1764458" y="5039074"/>
            <a:ext cx="472415" cy="471231"/>
            <a:chOff x="-47154000" y="3939275"/>
            <a:chExt cx="299300" cy="298550"/>
          </a:xfrm>
        </p:grpSpPr>
        <p:sp>
          <p:nvSpPr>
            <p:cNvPr id="9481" name="Google Shape;9481;p72"/>
            <p:cNvSpPr/>
            <p:nvPr/>
          </p:nvSpPr>
          <p:spPr>
            <a:xfrm>
              <a:off x="-47084700" y="4131475"/>
              <a:ext cx="159125" cy="106350"/>
            </a:xfrm>
            <a:custGeom>
              <a:avLst/>
              <a:gdLst/>
              <a:ahLst/>
              <a:cxnLst/>
              <a:rect l="l" t="t" r="r" b="b"/>
              <a:pathLst>
                <a:path w="6365" h="4254" extrusionOk="0">
                  <a:moveTo>
                    <a:pt x="4569" y="693"/>
                  </a:moveTo>
                  <a:cubicBezTo>
                    <a:pt x="4789" y="693"/>
                    <a:pt x="4947" y="851"/>
                    <a:pt x="4947" y="1040"/>
                  </a:cubicBezTo>
                  <a:cubicBezTo>
                    <a:pt x="4947" y="1260"/>
                    <a:pt x="4789" y="1418"/>
                    <a:pt x="4569" y="1418"/>
                  </a:cubicBezTo>
                  <a:lnTo>
                    <a:pt x="1796" y="1418"/>
                  </a:lnTo>
                  <a:cubicBezTo>
                    <a:pt x="1576" y="1418"/>
                    <a:pt x="1418" y="1260"/>
                    <a:pt x="1418" y="1040"/>
                  </a:cubicBezTo>
                  <a:cubicBezTo>
                    <a:pt x="1418" y="851"/>
                    <a:pt x="1576" y="693"/>
                    <a:pt x="1796" y="693"/>
                  </a:cubicBezTo>
                  <a:close/>
                  <a:moveTo>
                    <a:pt x="4569" y="2111"/>
                  </a:moveTo>
                  <a:cubicBezTo>
                    <a:pt x="4789" y="2111"/>
                    <a:pt x="4947" y="2268"/>
                    <a:pt x="4947" y="2457"/>
                  </a:cubicBezTo>
                  <a:cubicBezTo>
                    <a:pt x="4947" y="2678"/>
                    <a:pt x="4789" y="2835"/>
                    <a:pt x="4569" y="2835"/>
                  </a:cubicBezTo>
                  <a:lnTo>
                    <a:pt x="1796" y="2835"/>
                  </a:lnTo>
                  <a:cubicBezTo>
                    <a:pt x="1576" y="2835"/>
                    <a:pt x="1418" y="2678"/>
                    <a:pt x="1418" y="2457"/>
                  </a:cubicBezTo>
                  <a:cubicBezTo>
                    <a:pt x="1418" y="2268"/>
                    <a:pt x="1576" y="2111"/>
                    <a:pt x="1796" y="2111"/>
                  </a:cubicBezTo>
                  <a:close/>
                  <a:moveTo>
                    <a:pt x="0" y="0"/>
                  </a:moveTo>
                  <a:lnTo>
                    <a:pt x="0" y="1418"/>
                  </a:lnTo>
                  <a:lnTo>
                    <a:pt x="0" y="3875"/>
                  </a:lnTo>
                  <a:cubicBezTo>
                    <a:pt x="0" y="4096"/>
                    <a:pt x="158" y="4253"/>
                    <a:pt x="379" y="4253"/>
                  </a:cubicBezTo>
                  <a:lnTo>
                    <a:pt x="5986" y="4253"/>
                  </a:lnTo>
                  <a:cubicBezTo>
                    <a:pt x="6207" y="4253"/>
                    <a:pt x="6364" y="4096"/>
                    <a:pt x="6364" y="3875"/>
                  </a:cubicBezTo>
                  <a:lnTo>
                    <a:pt x="6364" y="1418"/>
                  </a:lnTo>
                  <a:lnTo>
                    <a:pt x="636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82" name="Google Shape;9482;p72"/>
            <p:cNvSpPr/>
            <p:nvPr/>
          </p:nvSpPr>
          <p:spPr>
            <a:xfrm>
              <a:off x="-46979150" y="3943225"/>
              <a:ext cx="48050" cy="47275"/>
            </a:xfrm>
            <a:custGeom>
              <a:avLst/>
              <a:gdLst/>
              <a:ahLst/>
              <a:cxnLst/>
              <a:rect l="l" t="t" r="r" b="b"/>
              <a:pathLst>
                <a:path w="1922" h="1891" extrusionOk="0">
                  <a:moveTo>
                    <a:pt x="0" y="0"/>
                  </a:moveTo>
                  <a:lnTo>
                    <a:pt x="0" y="1891"/>
                  </a:lnTo>
                  <a:lnTo>
                    <a:pt x="1922" y="1891"/>
                  </a:lnTo>
                  <a:lnTo>
                    <a:pt x="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83" name="Google Shape;9483;p72"/>
            <p:cNvSpPr/>
            <p:nvPr/>
          </p:nvSpPr>
          <p:spPr>
            <a:xfrm>
              <a:off x="-47154000" y="4026700"/>
              <a:ext cx="299300" cy="141025"/>
            </a:xfrm>
            <a:custGeom>
              <a:avLst/>
              <a:gdLst/>
              <a:ahLst/>
              <a:cxnLst/>
              <a:rect l="l" t="t" r="r" b="b"/>
              <a:pathLst>
                <a:path w="11972" h="5641" extrusionOk="0">
                  <a:moveTo>
                    <a:pt x="3151" y="2080"/>
                  </a:moveTo>
                  <a:cubicBezTo>
                    <a:pt x="3340" y="2080"/>
                    <a:pt x="3497" y="2238"/>
                    <a:pt x="3497" y="2458"/>
                  </a:cubicBezTo>
                  <a:cubicBezTo>
                    <a:pt x="3497" y="2647"/>
                    <a:pt x="3340" y="2805"/>
                    <a:pt x="3151" y="2805"/>
                  </a:cubicBezTo>
                  <a:cubicBezTo>
                    <a:pt x="2930" y="2805"/>
                    <a:pt x="2804" y="2647"/>
                    <a:pt x="2804" y="2458"/>
                  </a:cubicBezTo>
                  <a:cubicBezTo>
                    <a:pt x="2804" y="2238"/>
                    <a:pt x="2930" y="2080"/>
                    <a:pt x="3151" y="2080"/>
                  </a:cubicBezTo>
                  <a:close/>
                  <a:moveTo>
                    <a:pt x="4568" y="2080"/>
                  </a:moveTo>
                  <a:cubicBezTo>
                    <a:pt x="4757" y="2080"/>
                    <a:pt x="4915" y="2238"/>
                    <a:pt x="4915" y="2458"/>
                  </a:cubicBezTo>
                  <a:cubicBezTo>
                    <a:pt x="4915" y="2647"/>
                    <a:pt x="4757" y="2805"/>
                    <a:pt x="4568" y="2805"/>
                  </a:cubicBezTo>
                  <a:cubicBezTo>
                    <a:pt x="4348" y="2805"/>
                    <a:pt x="4190" y="2647"/>
                    <a:pt x="4190" y="2458"/>
                  </a:cubicBezTo>
                  <a:cubicBezTo>
                    <a:pt x="4190" y="2238"/>
                    <a:pt x="4348" y="2080"/>
                    <a:pt x="4568" y="2080"/>
                  </a:cubicBezTo>
                  <a:close/>
                  <a:moveTo>
                    <a:pt x="6648" y="2080"/>
                  </a:moveTo>
                  <a:cubicBezTo>
                    <a:pt x="6837" y="2080"/>
                    <a:pt x="6994" y="2238"/>
                    <a:pt x="6994" y="2458"/>
                  </a:cubicBezTo>
                  <a:cubicBezTo>
                    <a:pt x="6994" y="2647"/>
                    <a:pt x="6837" y="2805"/>
                    <a:pt x="6648" y="2805"/>
                  </a:cubicBezTo>
                  <a:lnTo>
                    <a:pt x="5923" y="2805"/>
                  </a:lnTo>
                  <a:cubicBezTo>
                    <a:pt x="5734" y="2805"/>
                    <a:pt x="5576" y="2647"/>
                    <a:pt x="5576" y="2458"/>
                  </a:cubicBezTo>
                  <a:cubicBezTo>
                    <a:pt x="5576" y="2238"/>
                    <a:pt x="5734" y="2080"/>
                    <a:pt x="5923" y="2080"/>
                  </a:cubicBezTo>
                  <a:close/>
                  <a:moveTo>
                    <a:pt x="8790" y="2080"/>
                  </a:moveTo>
                  <a:cubicBezTo>
                    <a:pt x="8979" y="2080"/>
                    <a:pt x="9136" y="2238"/>
                    <a:pt x="9136" y="2458"/>
                  </a:cubicBezTo>
                  <a:cubicBezTo>
                    <a:pt x="9136" y="2647"/>
                    <a:pt x="8979" y="2805"/>
                    <a:pt x="8790" y="2805"/>
                  </a:cubicBezTo>
                  <a:lnTo>
                    <a:pt x="8065" y="2805"/>
                  </a:lnTo>
                  <a:cubicBezTo>
                    <a:pt x="7876" y="2805"/>
                    <a:pt x="7719" y="2647"/>
                    <a:pt x="7719" y="2458"/>
                  </a:cubicBezTo>
                  <a:cubicBezTo>
                    <a:pt x="7719" y="2238"/>
                    <a:pt x="7876" y="2080"/>
                    <a:pt x="8065" y="2080"/>
                  </a:cubicBezTo>
                  <a:close/>
                  <a:moveTo>
                    <a:pt x="1071" y="1"/>
                  </a:moveTo>
                  <a:cubicBezTo>
                    <a:pt x="473" y="1"/>
                    <a:pt x="0" y="473"/>
                    <a:pt x="0" y="1072"/>
                  </a:cubicBezTo>
                  <a:lnTo>
                    <a:pt x="0" y="4569"/>
                  </a:lnTo>
                  <a:cubicBezTo>
                    <a:pt x="0" y="5168"/>
                    <a:pt x="473" y="5640"/>
                    <a:pt x="1071" y="5640"/>
                  </a:cubicBezTo>
                  <a:lnTo>
                    <a:pt x="2111" y="5640"/>
                  </a:lnTo>
                  <a:lnTo>
                    <a:pt x="2111" y="4223"/>
                  </a:lnTo>
                  <a:lnTo>
                    <a:pt x="1764" y="4223"/>
                  </a:lnTo>
                  <a:cubicBezTo>
                    <a:pt x="1575" y="4223"/>
                    <a:pt x="1418" y="4065"/>
                    <a:pt x="1418" y="3876"/>
                  </a:cubicBezTo>
                  <a:cubicBezTo>
                    <a:pt x="1418" y="3655"/>
                    <a:pt x="1575" y="3498"/>
                    <a:pt x="1764" y="3498"/>
                  </a:cubicBezTo>
                  <a:lnTo>
                    <a:pt x="10208" y="3498"/>
                  </a:lnTo>
                  <a:cubicBezTo>
                    <a:pt x="10397" y="3498"/>
                    <a:pt x="10554" y="3655"/>
                    <a:pt x="10554" y="3876"/>
                  </a:cubicBezTo>
                  <a:cubicBezTo>
                    <a:pt x="10554" y="4065"/>
                    <a:pt x="10397" y="4223"/>
                    <a:pt x="10208" y="4223"/>
                  </a:cubicBezTo>
                  <a:lnTo>
                    <a:pt x="9830" y="4223"/>
                  </a:lnTo>
                  <a:lnTo>
                    <a:pt x="9830" y="5640"/>
                  </a:lnTo>
                  <a:lnTo>
                    <a:pt x="10901" y="5640"/>
                  </a:lnTo>
                  <a:cubicBezTo>
                    <a:pt x="11499" y="5640"/>
                    <a:pt x="11972" y="5168"/>
                    <a:pt x="11972" y="4569"/>
                  </a:cubicBezTo>
                  <a:lnTo>
                    <a:pt x="11972" y="1072"/>
                  </a:lnTo>
                  <a:cubicBezTo>
                    <a:pt x="11972" y="473"/>
                    <a:pt x="11499" y="1"/>
                    <a:pt x="10901" y="1"/>
                  </a:cubicBezTo>
                  <a:lnTo>
                    <a:pt x="9830" y="1"/>
                  </a:lnTo>
                  <a:lnTo>
                    <a:pt x="9830" y="1072"/>
                  </a:lnTo>
                  <a:cubicBezTo>
                    <a:pt x="9830" y="1261"/>
                    <a:pt x="9672" y="1419"/>
                    <a:pt x="9483" y="1419"/>
                  </a:cubicBezTo>
                  <a:lnTo>
                    <a:pt x="2489" y="1419"/>
                  </a:lnTo>
                  <a:cubicBezTo>
                    <a:pt x="2268" y="1419"/>
                    <a:pt x="2111" y="1261"/>
                    <a:pt x="2111" y="1072"/>
                  </a:cubicBezTo>
                  <a:lnTo>
                    <a:pt x="211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84" name="Google Shape;9484;p72"/>
            <p:cNvSpPr/>
            <p:nvPr/>
          </p:nvSpPr>
          <p:spPr>
            <a:xfrm>
              <a:off x="-47083125" y="3939275"/>
              <a:ext cx="158325" cy="106350"/>
            </a:xfrm>
            <a:custGeom>
              <a:avLst/>
              <a:gdLst/>
              <a:ahLst/>
              <a:cxnLst/>
              <a:rect l="l" t="t" r="r" b="b"/>
              <a:pathLst>
                <a:path w="6333" h="4254" extrusionOk="0">
                  <a:moveTo>
                    <a:pt x="347" y="1"/>
                  </a:moveTo>
                  <a:cubicBezTo>
                    <a:pt x="158" y="1"/>
                    <a:pt x="0" y="158"/>
                    <a:pt x="0" y="347"/>
                  </a:cubicBezTo>
                  <a:lnTo>
                    <a:pt x="0" y="3529"/>
                  </a:lnTo>
                  <a:lnTo>
                    <a:pt x="0" y="4254"/>
                  </a:lnTo>
                  <a:lnTo>
                    <a:pt x="6333" y="4254"/>
                  </a:lnTo>
                  <a:lnTo>
                    <a:pt x="6333" y="3498"/>
                  </a:lnTo>
                  <a:lnTo>
                    <a:pt x="6301" y="3498"/>
                  </a:lnTo>
                  <a:lnTo>
                    <a:pt x="6301" y="2805"/>
                  </a:lnTo>
                  <a:lnTo>
                    <a:pt x="3844" y="2805"/>
                  </a:lnTo>
                  <a:cubicBezTo>
                    <a:pt x="3655" y="2805"/>
                    <a:pt x="3498" y="2647"/>
                    <a:pt x="3498" y="2427"/>
                  </a:cubicBezTo>
                  <a:lnTo>
                    <a:pt x="349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485" name="Google Shape;9485;p72"/>
          <p:cNvGrpSpPr/>
          <p:nvPr/>
        </p:nvGrpSpPr>
        <p:grpSpPr>
          <a:xfrm>
            <a:off x="4731511" y="3872993"/>
            <a:ext cx="416500" cy="472455"/>
            <a:chOff x="-45286550" y="3200500"/>
            <a:chExt cx="263875" cy="299325"/>
          </a:xfrm>
        </p:grpSpPr>
        <p:sp>
          <p:nvSpPr>
            <p:cNvPr id="9486" name="Google Shape;9486;p72"/>
            <p:cNvSpPr/>
            <p:nvPr/>
          </p:nvSpPr>
          <p:spPr>
            <a:xfrm>
              <a:off x="-45233000" y="3200500"/>
              <a:ext cx="210325" cy="247325"/>
            </a:xfrm>
            <a:custGeom>
              <a:avLst/>
              <a:gdLst/>
              <a:ahLst/>
              <a:cxnLst/>
              <a:rect l="l" t="t" r="r" b="b"/>
              <a:pathLst>
                <a:path w="8413" h="9893" extrusionOk="0">
                  <a:moveTo>
                    <a:pt x="3151" y="0"/>
                  </a:moveTo>
                  <a:cubicBezTo>
                    <a:pt x="1891" y="0"/>
                    <a:pt x="851" y="945"/>
                    <a:pt x="694" y="2174"/>
                  </a:cubicBezTo>
                  <a:cubicBezTo>
                    <a:pt x="347" y="2300"/>
                    <a:pt x="64" y="2615"/>
                    <a:pt x="1" y="2962"/>
                  </a:cubicBezTo>
                  <a:cubicBezTo>
                    <a:pt x="316" y="2899"/>
                    <a:pt x="662" y="2804"/>
                    <a:pt x="1009" y="2804"/>
                  </a:cubicBezTo>
                  <a:cubicBezTo>
                    <a:pt x="1355" y="2804"/>
                    <a:pt x="1733" y="2836"/>
                    <a:pt x="2048" y="2962"/>
                  </a:cubicBezTo>
                  <a:cubicBezTo>
                    <a:pt x="1954" y="2615"/>
                    <a:pt x="1733" y="2332"/>
                    <a:pt x="1355" y="2174"/>
                  </a:cubicBezTo>
                  <a:cubicBezTo>
                    <a:pt x="1481" y="1355"/>
                    <a:pt x="2237" y="693"/>
                    <a:pt x="3088" y="693"/>
                  </a:cubicBezTo>
                  <a:cubicBezTo>
                    <a:pt x="4096" y="693"/>
                    <a:pt x="4884" y="1481"/>
                    <a:pt x="4884" y="2458"/>
                  </a:cubicBezTo>
                  <a:lnTo>
                    <a:pt x="4884" y="8475"/>
                  </a:lnTo>
                  <a:cubicBezTo>
                    <a:pt x="4884" y="9263"/>
                    <a:pt x="5514" y="9893"/>
                    <a:pt x="6302" y="9893"/>
                  </a:cubicBezTo>
                  <a:cubicBezTo>
                    <a:pt x="7089" y="9893"/>
                    <a:pt x="7719" y="9263"/>
                    <a:pt x="7719" y="8475"/>
                  </a:cubicBezTo>
                  <a:lnTo>
                    <a:pt x="7719" y="6270"/>
                  </a:lnTo>
                  <a:cubicBezTo>
                    <a:pt x="8097" y="6112"/>
                    <a:pt x="8412" y="5766"/>
                    <a:pt x="8412" y="5293"/>
                  </a:cubicBezTo>
                  <a:lnTo>
                    <a:pt x="8412" y="3875"/>
                  </a:lnTo>
                  <a:cubicBezTo>
                    <a:pt x="8412" y="3686"/>
                    <a:pt x="8255" y="3529"/>
                    <a:pt x="8066" y="3529"/>
                  </a:cubicBezTo>
                  <a:lnTo>
                    <a:pt x="7688" y="3529"/>
                  </a:lnTo>
                  <a:lnTo>
                    <a:pt x="7688" y="2458"/>
                  </a:lnTo>
                  <a:cubicBezTo>
                    <a:pt x="7688" y="2269"/>
                    <a:pt x="7562" y="2111"/>
                    <a:pt x="7341" y="2111"/>
                  </a:cubicBezTo>
                  <a:cubicBezTo>
                    <a:pt x="7152" y="2111"/>
                    <a:pt x="6995" y="2269"/>
                    <a:pt x="6995" y="2458"/>
                  </a:cubicBezTo>
                  <a:lnTo>
                    <a:pt x="6995" y="3529"/>
                  </a:lnTo>
                  <a:lnTo>
                    <a:pt x="6648" y="3529"/>
                  </a:lnTo>
                  <a:cubicBezTo>
                    <a:pt x="6459" y="3529"/>
                    <a:pt x="6302" y="3686"/>
                    <a:pt x="6302" y="3875"/>
                  </a:cubicBezTo>
                  <a:lnTo>
                    <a:pt x="6302" y="5293"/>
                  </a:lnTo>
                  <a:cubicBezTo>
                    <a:pt x="6302" y="5766"/>
                    <a:pt x="6554" y="6112"/>
                    <a:pt x="6995" y="6270"/>
                  </a:cubicBezTo>
                  <a:lnTo>
                    <a:pt x="6995" y="8475"/>
                  </a:lnTo>
                  <a:cubicBezTo>
                    <a:pt x="6995" y="8885"/>
                    <a:pt x="6680" y="9200"/>
                    <a:pt x="6302" y="9200"/>
                  </a:cubicBezTo>
                  <a:cubicBezTo>
                    <a:pt x="5892" y="9200"/>
                    <a:pt x="5577" y="8885"/>
                    <a:pt x="5577" y="8475"/>
                  </a:cubicBezTo>
                  <a:lnTo>
                    <a:pt x="5577" y="2458"/>
                  </a:lnTo>
                  <a:cubicBezTo>
                    <a:pt x="5577" y="1103"/>
                    <a:pt x="4474" y="0"/>
                    <a:pt x="315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87" name="Google Shape;9487;p72"/>
            <p:cNvSpPr/>
            <p:nvPr/>
          </p:nvSpPr>
          <p:spPr>
            <a:xfrm>
              <a:off x="-45216450" y="3340700"/>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88" name="Google Shape;9488;p72"/>
            <p:cNvSpPr/>
            <p:nvPr/>
          </p:nvSpPr>
          <p:spPr>
            <a:xfrm>
              <a:off x="-45286550" y="3289500"/>
              <a:ext cx="158325" cy="210325"/>
            </a:xfrm>
            <a:custGeom>
              <a:avLst/>
              <a:gdLst/>
              <a:ahLst/>
              <a:cxnLst/>
              <a:rect l="l" t="t" r="r" b="b"/>
              <a:pathLst>
                <a:path w="6333" h="8413" extrusionOk="0">
                  <a:moveTo>
                    <a:pt x="2804" y="0"/>
                  </a:moveTo>
                  <a:cubicBezTo>
                    <a:pt x="1229" y="189"/>
                    <a:pt x="0" y="1481"/>
                    <a:pt x="0" y="3119"/>
                  </a:cubicBezTo>
                  <a:lnTo>
                    <a:pt x="0" y="5262"/>
                  </a:lnTo>
                  <a:cubicBezTo>
                    <a:pt x="0" y="6994"/>
                    <a:pt x="1418" y="8412"/>
                    <a:pt x="3151" y="8412"/>
                  </a:cubicBezTo>
                  <a:cubicBezTo>
                    <a:pt x="4884" y="8412"/>
                    <a:pt x="6301" y="6994"/>
                    <a:pt x="6301" y="5262"/>
                  </a:cubicBezTo>
                  <a:lnTo>
                    <a:pt x="6301" y="3119"/>
                  </a:lnTo>
                  <a:cubicBezTo>
                    <a:pt x="6333" y="1481"/>
                    <a:pt x="5073" y="158"/>
                    <a:pt x="3497" y="0"/>
                  </a:cubicBezTo>
                  <a:lnTo>
                    <a:pt x="3497" y="1418"/>
                  </a:lnTo>
                  <a:cubicBezTo>
                    <a:pt x="3907" y="1576"/>
                    <a:pt x="4222" y="1954"/>
                    <a:pt x="4222" y="2395"/>
                  </a:cubicBezTo>
                  <a:cubicBezTo>
                    <a:pt x="4222" y="2836"/>
                    <a:pt x="3938" y="3214"/>
                    <a:pt x="3497" y="3371"/>
                  </a:cubicBezTo>
                  <a:lnTo>
                    <a:pt x="3497" y="3844"/>
                  </a:lnTo>
                  <a:cubicBezTo>
                    <a:pt x="3497" y="4065"/>
                    <a:pt x="3340" y="4191"/>
                    <a:pt x="3151" y="4191"/>
                  </a:cubicBezTo>
                  <a:cubicBezTo>
                    <a:pt x="2962" y="4191"/>
                    <a:pt x="2804" y="4065"/>
                    <a:pt x="2804" y="3844"/>
                  </a:cubicBezTo>
                  <a:lnTo>
                    <a:pt x="2804" y="3371"/>
                  </a:lnTo>
                  <a:cubicBezTo>
                    <a:pt x="2395" y="3214"/>
                    <a:pt x="2080" y="2836"/>
                    <a:pt x="2080" y="2395"/>
                  </a:cubicBezTo>
                  <a:cubicBezTo>
                    <a:pt x="2080" y="1954"/>
                    <a:pt x="2363" y="1576"/>
                    <a:pt x="2804" y="1418"/>
                  </a:cubicBezTo>
                  <a:lnTo>
                    <a:pt x="280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489" name="Google Shape;9489;p72"/>
          <p:cNvGrpSpPr/>
          <p:nvPr/>
        </p:nvGrpSpPr>
        <p:grpSpPr>
          <a:xfrm>
            <a:off x="4731511" y="4456053"/>
            <a:ext cx="416500" cy="472415"/>
            <a:chOff x="-45286550" y="3569900"/>
            <a:chExt cx="263875" cy="299300"/>
          </a:xfrm>
        </p:grpSpPr>
        <p:sp>
          <p:nvSpPr>
            <p:cNvPr id="9490" name="Google Shape;9490;p72"/>
            <p:cNvSpPr/>
            <p:nvPr/>
          </p:nvSpPr>
          <p:spPr>
            <a:xfrm>
              <a:off x="-45234575" y="3728200"/>
              <a:ext cx="18150" cy="18150"/>
            </a:xfrm>
            <a:custGeom>
              <a:avLst/>
              <a:gdLst/>
              <a:ahLst/>
              <a:cxnLst/>
              <a:rect l="l" t="t" r="r" b="b"/>
              <a:pathLst>
                <a:path w="726" h="726" extrusionOk="0">
                  <a:moveTo>
                    <a:pt x="1" y="1"/>
                  </a:moveTo>
                  <a:lnTo>
                    <a:pt x="1" y="725"/>
                  </a:lnTo>
                  <a:lnTo>
                    <a:pt x="347" y="725"/>
                  </a:lnTo>
                  <a:cubicBezTo>
                    <a:pt x="568" y="725"/>
                    <a:pt x="725" y="568"/>
                    <a:pt x="725" y="379"/>
                  </a:cubicBezTo>
                  <a:cubicBezTo>
                    <a:pt x="725" y="127"/>
                    <a:pt x="568" y="1"/>
                    <a:pt x="3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91" name="Google Shape;9491;p72"/>
            <p:cNvSpPr/>
            <p:nvPr/>
          </p:nvSpPr>
          <p:spPr>
            <a:xfrm>
              <a:off x="-45286550" y="3692750"/>
              <a:ext cx="263875" cy="122900"/>
            </a:xfrm>
            <a:custGeom>
              <a:avLst/>
              <a:gdLst/>
              <a:ahLst/>
              <a:cxnLst/>
              <a:rect l="l" t="t" r="r" b="b"/>
              <a:pathLst>
                <a:path w="10555" h="4916" extrusionOk="0">
                  <a:moveTo>
                    <a:pt x="2458" y="725"/>
                  </a:moveTo>
                  <a:cubicBezTo>
                    <a:pt x="3025" y="725"/>
                    <a:pt x="3497" y="1198"/>
                    <a:pt x="3497" y="1765"/>
                  </a:cubicBezTo>
                  <a:cubicBezTo>
                    <a:pt x="3497" y="2364"/>
                    <a:pt x="3025" y="2805"/>
                    <a:pt x="2426" y="2805"/>
                  </a:cubicBezTo>
                  <a:lnTo>
                    <a:pt x="2080" y="2805"/>
                  </a:lnTo>
                  <a:lnTo>
                    <a:pt x="2080" y="3876"/>
                  </a:lnTo>
                  <a:cubicBezTo>
                    <a:pt x="2080" y="4065"/>
                    <a:pt x="1922" y="4222"/>
                    <a:pt x="1733" y="4222"/>
                  </a:cubicBezTo>
                  <a:cubicBezTo>
                    <a:pt x="1544" y="4222"/>
                    <a:pt x="1387" y="4065"/>
                    <a:pt x="1387" y="3876"/>
                  </a:cubicBezTo>
                  <a:lnTo>
                    <a:pt x="1387" y="1072"/>
                  </a:lnTo>
                  <a:cubicBezTo>
                    <a:pt x="1387" y="883"/>
                    <a:pt x="1544" y="725"/>
                    <a:pt x="1733" y="725"/>
                  </a:cubicBezTo>
                  <a:close/>
                  <a:moveTo>
                    <a:pt x="5262" y="694"/>
                  </a:moveTo>
                  <a:cubicBezTo>
                    <a:pt x="5860" y="694"/>
                    <a:pt x="6333" y="1167"/>
                    <a:pt x="6333" y="1734"/>
                  </a:cubicBezTo>
                  <a:cubicBezTo>
                    <a:pt x="6333" y="1954"/>
                    <a:pt x="6175" y="2112"/>
                    <a:pt x="5986" y="2112"/>
                  </a:cubicBezTo>
                  <a:cubicBezTo>
                    <a:pt x="5797" y="2112"/>
                    <a:pt x="5640" y="1954"/>
                    <a:pt x="5640" y="1734"/>
                  </a:cubicBezTo>
                  <a:cubicBezTo>
                    <a:pt x="5640" y="1545"/>
                    <a:pt x="5482" y="1387"/>
                    <a:pt x="5262" y="1387"/>
                  </a:cubicBezTo>
                  <a:cubicBezTo>
                    <a:pt x="5073" y="1387"/>
                    <a:pt x="4915" y="1545"/>
                    <a:pt x="4915" y="1734"/>
                  </a:cubicBezTo>
                  <a:cubicBezTo>
                    <a:pt x="4915" y="1954"/>
                    <a:pt x="5073" y="2112"/>
                    <a:pt x="5262" y="2112"/>
                  </a:cubicBezTo>
                  <a:cubicBezTo>
                    <a:pt x="5860" y="2112"/>
                    <a:pt x="6333" y="2553"/>
                    <a:pt x="6333" y="3151"/>
                  </a:cubicBezTo>
                  <a:cubicBezTo>
                    <a:pt x="6333" y="3750"/>
                    <a:pt x="5860" y="4222"/>
                    <a:pt x="5262" y="4222"/>
                  </a:cubicBezTo>
                  <a:cubicBezTo>
                    <a:pt x="4695" y="4222"/>
                    <a:pt x="4222" y="3750"/>
                    <a:pt x="4222" y="3151"/>
                  </a:cubicBezTo>
                  <a:cubicBezTo>
                    <a:pt x="4222" y="2962"/>
                    <a:pt x="4379" y="2805"/>
                    <a:pt x="4569" y="2805"/>
                  </a:cubicBezTo>
                  <a:cubicBezTo>
                    <a:pt x="4758" y="2805"/>
                    <a:pt x="4915" y="2962"/>
                    <a:pt x="4915" y="3151"/>
                  </a:cubicBezTo>
                  <a:cubicBezTo>
                    <a:pt x="4915" y="3340"/>
                    <a:pt x="5073" y="3498"/>
                    <a:pt x="5262" y="3498"/>
                  </a:cubicBezTo>
                  <a:cubicBezTo>
                    <a:pt x="5482" y="3498"/>
                    <a:pt x="5640" y="3340"/>
                    <a:pt x="5640" y="3151"/>
                  </a:cubicBezTo>
                  <a:cubicBezTo>
                    <a:pt x="5640" y="2962"/>
                    <a:pt x="5482" y="2805"/>
                    <a:pt x="5262" y="2805"/>
                  </a:cubicBezTo>
                  <a:cubicBezTo>
                    <a:pt x="4695" y="2805"/>
                    <a:pt x="4222" y="2332"/>
                    <a:pt x="4222" y="1734"/>
                  </a:cubicBezTo>
                  <a:cubicBezTo>
                    <a:pt x="4222" y="1167"/>
                    <a:pt x="4695" y="694"/>
                    <a:pt x="5262" y="694"/>
                  </a:cubicBezTo>
                  <a:close/>
                  <a:moveTo>
                    <a:pt x="8066" y="725"/>
                  </a:moveTo>
                  <a:cubicBezTo>
                    <a:pt x="8664" y="725"/>
                    <a:pt x="9137" y="1198"/>
                    <a:pt x="9137" y="1765"/>
                  </a:cubicBezTo>
                  <a:lnTo>
                    <a:pt x="9137" y="3151"/>
                  </a:lnTo>
                  <a:cubicBezTo>
                    <a:pt x="9137" y="3750"/>
                    <a:pt x="8664" y="4222"/>
                    <a:pt x="8066" y="4222"/>
                  </a:cubicBezTo>
                  <a:lnTo>
                    <a:pt x="7372" y="4222"/>
                  </a:lnTo>
                  <a:cubicBezTo>
                    <a:pt x="7152" y="4222"/>
                    <a:pt x="6994" y="4065"/>
                    <a:pt x="6994" y="3876"/>
                  </a:cubicBezTo>
                  <a:lnTo>
                    <a:pt x="6994" y="1072"/>
                  </a:lnTo>
                  <a:cubicBezTo>
                    <a:pt x="6994" y="883"/>
                    <a:pt x="7152" y="725"/>
                    <a:pt x="7372" y="725"/>
                  </a:cubicBezTo>
                  <a:close/>
                  <a:moveTo>
                    <a:pt x="347" y="1"/>
                  </a:moveTo>
                  <a:cubicBezTo>
                    <a:pt x="158" y="1"/>
                    <a:pt x="0" y="158"/>
                    <a:pt x="0" y="347"/>
                  </a:cubicBezTo>
                  <a:lnTo>
                    <a:pt x="0" y="4569"/>
                  </a:lnTo>
                  <a:cubicBezTo>
                    <a:pt x="0" y="4758"/>
                    <a:pt x="158" y="4916"/>
                    <a:pt x="347" y="4916"/>
                  </a:cubicBezTo>
                  <a:lnTo>
                    <a:pt x="10208" y="4916"/>
                  </a:lnTo>
                  <a:cubicBezTo>
                    <a:pt x="10397" y="4916"/>
                    <a:pt x="10554" y="4758"/>
                    <a:pt x="10554" y="4569"/>
                  </a:cubicBezTo>
                  <a:lnTo>
                    <a:pt x="10554" y="347"/>
                  </a:lnTo>
                  <a:cubicBezTo>
                    <a:pt x="10554" y="158"/>
                    <a:pt x="10397" y="1"/>
                    <a:pt x="1020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92" name="Google Shape;9492;p72"/>
            <p:cNvSpPr/>
            <p:nvPr/>
          </p:nvSpPr>
          <p:spPr>
            <a:xfrm>
              <a:off x="-45093575" y="3728200"/>
              <a:ext cx="17325" cy="53575"/>
            </a:xfrm>
            <a:custGeom>
              <a:avLst/>
              <a:gdLst/>
              <a:ahLst/>
              <a:cxnLst/>
              <a:rect l="l" t="t" r="r" b="b"/>
              <a:pathLst>
                <a:path w="693" h="2143" extrusionOk="0">
                  <a:moveTo>
                    <a:pt x="0" y="1"/>
                  </a:moveTo>
                  <a:lnTo>
                    <a:pt x="0" y="2143"/>
                  </a:lnTo>
                  <a:lnTo>
                    <a:pt x="347" y="2143"/>
                  </a:lnTo>
                  <a:cubicBezTo>
                    <a:pt x="536" y="2143"/>
                    <a:pt x="693" y="1985"/>
                    <a:pt x="693" y="1796"/>
                  </a:cubicBezTo>
                  <a:lnTo>
                    <a:pt x="693" y="347"/>
                  </a:lnTo>
                  <a:cubicBezTo>
                    <a:pt x="693" y="127"/>
                    <a:pt x="536" y="1"/>
                    <a:pt x="3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93" name="Google Shape;9493;p72"/>
            <p:cNvSpPr/>
            <p:nvPr/>
          </p:nvSpPr>
          <p:spPr>
            <a:xfrm>
              <a:off x="-45268450" y="3569900"/>
              <a:ext cx="228450" cy="106350"/>
            </a:xfrm>
            <a:custGeom>
              <a:avLst/>
              <a:gdLst/>
              <a:ahLst/>
              <a:cxnLst/>
              <a:rect l="l" t="t" r="r" b="b"/>
              <a:pathLst>
                <a:path w="9138" h="4254" extrusionOk="0">
                  <a:moveTo>
                    <a:pt x="347" y="0"/>
                  </a:moveTo>
                  <a:cubicBezTo>
                    <a:pt x="158" y="0"/>
                    <a:pt x="1" y="158"/>
                    <a:pt x="1" y="347"/>
                  </a:cubicBezTo>
                  <a:lnTo>
                    <a:pt x="1" y="4253"/>
                  </a:lnTo>
                  <a:lnTo>
                    <a:pt x="9137" y="4253"/>
                  </a:lnTo>
                  <a:lnTo>
                    <a:pt x="9137" y="2804"/>
                  </a:lnTo>
                  <a:lnTo>
                    <a:pt x="6680" y="2804"/>
                  </a:lnTo>
                  <a:cubicBezTo>
                    <a:pt x="6491" y="2804"/>
                    <a:pt x="6333" y="2647"/>
                    <a:pt x="6333" y="2457"/>
                  </a:cubicBezTo>
                  <a:lnTo>
                    <a:pt x="633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94" name="Google Shape;9494;p72"/>
            <p:cNvSpPr/>
            <p:nvPr/>
          </p:nvSpPr>
          <p:spPr>
            <a:xfrm>
              <a:off x="-45093575" y="3574625"/>
              <a:ext cx="47275" cy="47275"/>
            </a:xfrm>
            <a:custGeom>
              <a:avLst/>
              <a:gdLst/>
              <a:ahLst/>
              <a:cxnLst/>
              <a:rect l="l" t="t" r="r" b="b"/>
              <a:pathLst>
                <a:path w="1891" h="1891" extrusionOk="0">
                  <a:moveTo>
                    <a:pt x="0" y="0"/>
                  </a:moveTo>
                  <a:lnTo>
                    <a:pt x="0" y="1890"/>
                  </a:lnTo>
                  <a:lnTo>
                    <a:pt x="1890" y="1890"/>
                  </a:lnTo>
                  <a:lnTo>
                    <a:pt x="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95" name="Google Shape;9495;p72"/>
            <p:cNvSpPr/>
            <p:nvPr/>
          </p:nvSpPr>
          <p:spPr>
            <a:xfrm>
              <a:off x="-45269225" y="3833750"/>
              <a:ext cx="228425" cy="35450"/>
            </a:xfrm>
            <a:custGeom>
              <a:avLst/>
              <a:gdLst/>
              <a:ahLst/>
              <a:cxnLst/>
              <a:rect l="l" t="t" r="r" b="b"/>
              <a:pathLst>
                <a:path w="9137" h="1418" extrusionOk="0">
                  <a:moveTo>
                    <a:pt x="0" y="0"/>
                  </a:moveTo>
                  <a:lnTo>
                    <a:pt x="0" y="1071"/>
                  </a:lnTo>
                  <a:cubicBezTo>
                    <a:pt x="0" y="1260"/>
                    <a:pt x="158" y="1418"/>
                    <a:pt x="378" y="1418"/>
                  </a:cubicBezTo>
                  <a:lnTo>
                    <a:pt x="8790" y="1418"/>
                  </a:lnTo>
                  <a:cubicBezTo>
                    <a:pt x="8979" y="1418"/>
                    <a:pt x="9137" y="1260"/>
                    <a:pt x="9137" y="1071"/>
                  </a:cubicBezTo>
                  <a:lnTo>
                    <a:pt x="913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496" name="Google Shape;9496;p72"/>
          <p:cNvGrpSpPr/>
          <p:nvPr/>
        </p:nvGrpSpPr>
        <p:grpSpPr>
          <a:xfrm>
            <a:off x="4746427" y="5037851"/>
            <a:ext cx="386668" cy="473677"/>
            <a:chOff x="-45277900" y="3938500"/>
            <a:chExt cx="244975" cy="300100"/>
          </a:xfrm>
        </p:grpSpPr>
        <p:sp>
          <p:nvSpPr>
            <p:cNvPr id="9497" name="Google Shape;9497;p72"/>
            <p:cNvSpPr/>
            <p:nvPr/>
          </p:nvSpPr>
          <p:spPr>
            <a:xfrm>
              <a:off x="-45210950" y="4107825"/>
              <a:ext cx="23650" cy="24450"/>
            </a:xfrm>
            <a:custGeom>
              <a:avLst/>
              <a:gdLst/>
              <a:ahLst/>
              <a:cxnLst/>
              <a:rect l="l" t="t" r="r" b="b"/>
              <a:pathLst>
                <a:path w="946" h="978" extrusionOk="0">
                  <a:moveTo>
                    <a:pt x="473" y="1"/>
                  </a:moveTo>
                  <a:lnTo>
                    <a:pt x="1" y="978"/>
                  </a:lnTo>
                  <a:lnTo>
                    <a:pt x="946" y="978"/>
                  </a:lnTo>
                  <a:lnTo>
                    <a:pt x="47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98" name="Google Shape;9498;p72"/>
            <p:cNvSpPr/>
            <p:nvPr/>
          </p:nvSpPr>
          <p:spPr>
            <a:xfrm>
              <a:off x="-45084925" y="3943225"/>
              <a:ext cx="47275" cy="47275"/>
            </a:xfrm>
            <a:custGeom>
              <a:avLst/>
              <a:gdLst/>
              <a:ahLst/>
              <a:cxnLst/>
              <a:rect l="l" t="t" r="r" b="b"/>
              <a:pathLst>
                <a:path w="1891" h="1891" extrusionOk="0">
                  <a:moveTo>
                    <a:pt x="1" y="0"/>
                  </a:moveTo>
                  <a:lnTo>
                    <a:pt x="1" y="1891"/>
                  </a:lnTo>
                  <a:lnTo>
                    <a:pt x="1891" y="1891"/>
                  </a:lnTo>
                  <a:lnTo>
                    <a:pt x="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499" name="Google Shape;9499;p72"/>
            <p:cNvSpPr/>
            <p:nvPr/>
          </p:nvSpPr>
          <p:spPr>
            <a:xfrm>
              <a:off x="-45260575" y="3938500"/>
              <a:ext cx="227650" cy="300100"/>
            </a:xfrm>
            <a:custGeom>
              <a:avLst/>
              <a:gdLst/>
              <a:ahLst/>
              <a:cxnLst/>
              <a:rect l="l" t="t" r="r" b="b"/>
              <a:pathLst>
                <a:path w="9106" h="12004" extrusionOk="0">
                  <a:moveTo>
                    <a:pt x="348" y="0"/>
                  </a:moveTo>
                  <a:cubicBezTo>
                    <a:pt x="158" y="0"/>
                    <a:pt x="1" y="158"/>
                    <a:pt x="1" y="347"/>
                  </a:cubicBezTo>
                  <a:lnTo>
                    <a:pt x="1" y="4222"/>
                  </a:lnTo>
                  <a:lnTo>
                    <a:pt x="7342" y="4222"/>
                  </a:lnTo>
                  <a:cubicBezTo>
                    <a:pt x="7562" y="4222"/>
                    <a:pt x="7720" y="4380"/>
                    <a:pt x="7720" y="4600"/>
                  </a:cubicBezTo>
                  <a:lnTo>
                    <a:pt x="7720" y="10208"/>
                  </a:lnTo>
                  <a:cubicBezTo>
                    <a:pt x="7720" y="10428"/>
                    <a:pt x="7562" y="10586"/>
                    <a:pt x="7342" y="10586"/>
                  </a:cubicBezTo>
                  <a:lnTo>
                    <a:pt x="1" y="10586"/>
                  </a:lnTo>
                  <a:lnTo>
                    <a:pt x="1" y="11626"/>
                  </a:lnTo>
                  <a:cubicBezTo>
                    <a:pt x="1" y="11846"/>
                    <a:pt x="158" y="12004"/>
                    <a:pt x="348" y="12004"/>
                  </a:cubicBezTo>
                  <a:lnTo>
                    <a:pt x="8759" y="12004"/>
                  </a:lnTo>
                  <a:cubicBezTo>
                    <a:pt x="8980" y="12004"/>
                    <a:pt x="9106" y="11846"/>
                    <a:pt x="9106" y="11626"/>
                  </a:cubicBezTo>
                  <a:lnTo>
                    <a:pt x="9106" y="2804"/>
                  </a:lnTo>
                  <a:lnTo>
                    <a:pt x="6680" y="2804"/>
                  </a:lnTo>
                  <a:lnTo>
                    <a:pt x="6680" y="2773"/>
                  </a:lnTo>
                  <a:cubicBezTo>
                    <a:pt x="6491" y="2773"/>
                    <a:pt x="6333" y="2615"/>
                    <a:pt x="6333" y="2426"/>
                  </a:cubicBezTo>
                  <a:lnTo>
                    <a:pt x="633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00" name="Google Shape;9500;p72"/>
            <p:cNvSpPr/>
            <p:nvPr/>
          </p:nvSpPr>
          <p:spPr>
            <a:xfrm>
              <a:off x="-45277900" y="4061375"/>
              <a:ext cx="193000" cy="122875"/>
            </a:xfrm>
            <a:custGeom>
              <a:avLst/>
              <a:gdLst/>
              <a:ahLst/>
              <a:cxnLst/>
              <a:rect l="l" t="t" r="r" b="b"/>
              <a:pathLst>
                <a:path w="7720" h="4915" extrusionOk="0">
                  <a:moveTo>
                    <a:pt x="5987" y="693"/>
                  </a:moveTo>
                  <a:cubicBezTo>
                    <a:pt x="6207" y="693"/>
                    <a:pt x="6333" y="851"/>
                    <a:pt x="6333" y="1071"/>
                  </a:cubicBezTo>
                  <a:cubicBezTo>
                    <a:pt x="6302" y="1260"/>
                    <a:pt x="6144" y="1418"/>
                    <a:pt x="5987" y="1418"/>
                  </a:cubicBezTo>
                  <a:cubicBezTo>
                    <a:pt x="5798" y="1418"/>
                    <a:pt x="5640" y="1260"/>
                    <a:pt x="5640" y="1071"/>
                  </a:cubicBezTo>
                  <a:cubicBezTo>
                    <a:pt x="5640" y="851"/>
                    <a:pt x="5798" y="693"/>
                    <a:pt x="5987" y="693"/>
                  </a:cubicBezTo>
                  <a:close/>
                  <a:moveTo>
                    <a:pt x="3246" y="701"/>
                  </a:moveTo>
                  <a:cubicBezTo>
                    <a:pt x="3372" y="701"/>
                    <a:pt x="3498" y="772"/>
                    <a:pt x="3561" y="914"/>
                  </a:cubicBezTo>
                  <a:lnTo>
                    <a:pt x="4979" y="3686"/>
                  </a:lnTo>
                  <a:cubicBezTo>
                    <a:pt x="4979" y="3907"/>
                    <a:pt x="4884" y="4096"/>
                    <a:pt x="4727" y="4159"/>
                  </a:cubicBezTo>
                  <a:cubicBezTo>
                    <a:pt x="4695" y="4222"/>
                    <a:pt x="4601" y="4222"/>
                    <a:pt x="4569" y="4222"/>
                  </a:cubicBezTo>
                  <a:cubicBezTo>
                    <a:pt x="4443" y="4222"/>
                    <a:pt x="4349" y="4127"/>
                    <a:pt x="4254" y="4001"/>
                  </a:cubicBezTo>
                  <a:lnTo>
                    <a:pt x="4033" y="3497"/>
                  </a:lnTo>
                  <a:lnTo>
                    <a:pt x="2364" y="3497"/>
                  </a:lnTo>
                  <a:lnTo>
                    <a:pt x="2143" y="4001"/>
                  </a:lnTo>
                  <a:cubicBezTo>
                    <a:pt x="2075" y="4115"/>
                    <a:pt x="1940" y="4196"/>
                    <a:pt x="1811" y="4196"/>
                  </a:cubicBezTo>
                  <a:cubicBezTo>
                    <a:pt x="1762" y="4196"/>
                    <a:pt x="1714" y="4185"/>
                    <a:pt x="1671" y="4159"/>
                  </a:cubicBezTo>
                  <a:cubicBezTo>
                    <a:pt x="1513" y="4096"/>
                    <a:pt x="1419" y="3844"/>
                    <a:pt x="1513" y="3686"/>
                  </a:cubicBezTo>
                  <a:lnTo>
                    <a:pt x="2931" y="914"/>
                  </a:lnTo>
                  <a:cubicBezTo>
                    <a:pt x="2994" y="772"/>
                    <a:pt x="3120" y="701"/>
                    <a:pt x="3246" y="701"/>
                  </a:cubicBezTo>
                  <a:close/>
                  <a:moveTo>
                    <a:pt x="5955" y="2079"/>
                  </a:moveTo>
                  <a:cubicBezTo>
                    <a:pt x="6144" y="2079"/>
                    <a:pt x="6302" y="2237"/>
                    <a:pt x="6302" y="2426"/>
                  </a:cubicBezTo>
                  <a:lnTo>
                    <a:pt x="6302" y="3844"/>
                  </a:lnTo>
                  <a:cubicBezTo>
                    <a:pt x="6302" y="4064"/>
                    <a:pt x="6144" y="4222"/>
                    <a:pt x="5955" y="4222"/>
                  </a:cubicBezTo>
                  <a:cubicBezTo>
                    <a:pt x="5766" y="4222"/>
                    <a:pt x="5609" y="4064"/>
                    <a:pt x="5609" y="3844"/>
                  </a:cubicBezTo>
                  <a:lnTo>
                    <a:pt x="5609" y="2426"/>
                  </a:lnTo>
                  <a:cubicBezTo>
                    <a:pt x="5609" y="2237"/>
                    <a:pt x="5766" y="2079"/>
                    <a:pt x="5955" y="2079"/>
                  </a:cubicBezTo>
                  <a:close/>
                  <a:moveTo>
                    <a:pt x="347" y="0"/>
                  </a:moveTo>
                  <a:cubicBezTo>
                    <a:pt x="158" y="0"/>
                    <a:pt x="1" y="158"/>
                    <a:pt x="1" y="347"/>
                  </a:cubicBezTo>
                  <a:lnTo>
                    <a:pt x="1" y="4568"/>
                  </a:lnTo>
                  <a:cubicBezTo>
                    <a:pt x="1" y="4757"/>
                    <a:pt x="158" y="4915"/>
                    <a:pt x="347" y="4915"/>
                  </a:cubicBezTo>
                  <a:lnTo>
                    <a:pt x="7720" y="4915"/>
                  </a:lnTo>
                  <a:lnTo>
                    <a:pt x="772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501" name="Google Shape;9501;p72"/>
          <p:cNvGrpSpPr/>
          <p:nvPr/>
        </p:nvGrpSpPr>
        <p:grpSpPr>
          <a:xfrm>
            <a:off x="3527692" y="5663320"/>
            <a:ext cx="473677" cy="473677"/>
            <a:chOff x="-44502875" y="3576975"/>
            <a:chExt cx="300100" cy="300100"/>
          </a:xfrm>
        </p:grpSpPr>
        <p:sp>
          <p:nvSpPr>
            <p:cNvPr id="9502" name="Google Shape;9502;p72"/>
            <p:cNvSpPr/>
            <p:nvPr/>
          </p:nvSpPr>
          <p:spPr>
            <a:xfrm>
              <a:off x="-44466650" y="3576975"/>
              <a:ext cx="53600" cy="18925"/>
            </a:xfrm>
            <a:custGeom>
              <a:avLst/>
              <a:gdLst/>
              <a:ahLst/>
              <a:cxnLst/>
              <a:rect l="l" t="t" r="r" b="b"/>
              <a:pathLst>
                <a:path w="2144" h="757" extrusionOk="0">
                  <a:moveTo>
                    <a:pt x="348" y="1"/>
                  </a:moveTo>
                  <a:cubicBezTo>
                    <a:pt x="158" y="1"/>
                    <a:pt x="1" y="158"/>
                    <a:pt x="1" y="347"/>
                  </a:cubicBezTo>
                  <a:lnTo>
                    <a:pt x="1" y="757"/>
                  </a:lnTo>
                  <a:lnTo>
                    <a:pt x="2143" y="757"/>
                  </a:lnTo>
                  <a:lnTo>
                    <a:pt x="2143" y="347"/>
                  </a:lnTo>
                  <a:cubicBezTo>
                    <a:pt x="2143" y="158"/>
                    <a:pt x="1986" y="1"/>
                    <a:pt x="176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03" name="Google Shape;9503;p72"/>
            <p:cNvSpPr/>
            <p:nvPr/>
          </p:nvSpPr>
          <p:spPr>
            <a:xfrm>
              <a:off x="-44502875" y="3595100"/>
              <a:ext cx="283575" cy="281975"/>
            </a:xfrm>
            <a:custGeom>
              <a:avLst/>
              <a:gdLst/>
              <a:ahLst/>
              <a:cxnLst/>
              <a:rect l="l" t="t" r="r" b="b"/>
              <a:pathLst>
                <a:path w="11343" h="11279" extrusionOk="0">
                  <a:moveTo>
                    <a:pt x="10945" y="0"/>
                  </a:moveTo>
                  <a:cubicBezTo>
                    <a:pt x="10854" y="0"/>
                    <a:pt x="10760" y="32"/>
                    <a:pt x="10681" y="95"/>
                  </a:cubicBezTo>
                  <a:lnTo>
                    <a:pt x="10082" y="693"/>
                  </a:lnTo>
                  <a:lnTo>
                    <a:pt x="347" y="693"/>
                  </a:lnTo>
                  <a:cubicBezTo>
                    <a:pt x="158" y="693"/>
                    <a:pt x="1" y="851"/>
                    <a:pt x="1" y="1040"/>
                  </a:cubicBezTo>
                  <a:lnTo>
                    <a:pt x="1" y="2458"/>
                  </a:lnTo>
                  <a:cubicBezTo>
                    <a:pt x="1" y="2647"/>
                    <a:pt x="158" y="2804"/>
                    <a:pt x="347" y="2804"/>
                  </a:cubicBezTo>
                  <a:lnTo>
                    <a:pt x="7940" y="2804"/>
                  </a:lnTo>
                  <a:lnTo>
                    <a:pt x="3561" y="7215"/>
                  </a:lnTo>
                  <a:lnTo>
                    <a:pt x="3561" y="3529"/>
                  </a:lnTo>
                  <a:lnTo>
                    <a:pt x="1418" y="3529"/>
                  </a:lnTo>
                  <a:lnTo>
                    <a:pt x="1418" y="9357"/>
                  </a:lnTo>
                  <a:lnTo>
                    <a:pt x="820" y="9956"/>
                  </a:lnTo>
                  <a:cubicBezTo>
                    <a:pt x="725" y="10050"/>
                    <a:pt x="725" y="10302"/>
                    <a:pt x="820" y="10460"/>
                  </a:cubicBezTo>
                  <a:cubicBezTo>
                    <a:pt x="914" y="10523"/>
                    <a:pt x="977" y="10586"/>
                    <a:pt x="1072" y="10586"/>
                  </a:cubicBezTo>
                  <a:cubicBezTo>
                    <a:pt x="1135" y="10586"/>
                    <a:pt x="1261" y="10523"/>
                    <a:pt x="1292" y="10460"/>
                  </a:cubicBezTo>
                  <a:lnTo>
                    <a:pt x="1891" y="9861"/>
                  </a:lnTo>
                  <a:lnTo>
                    <a:pt x="7719" y="9861"/>
                  </a:lnTo>
                  <a:lnTo>
                    <a:pt x="7719" y="7750"/>
                  </a:lnTo>
                  <a:lnTo>
                    <a:pt x="4033" y="7750"/>
                  </a:lnTo>
                  <a:lnTo>
                    <a:pt x="8444" y="3340"/>
                  </a:lnTo>
                  <a:lnTo>
                    <a:pt x="8444" y="10932"/>
                  </a:lnTo>
                  <a:cubicBezTo>
                    <a:pt x="8444" y="11121"/>
                    <a:pt x="8602" y="11279"/>
                    <a:pt x="8791" y="11279"/>
                  </a:cubicBezTo>
                  <a:lnTo>
                    <a:pt x="10208" y="11279"/>
                  </a:lnTo>
                  <a:cubicBezTo>
                    <a:pt x="10397" y="11279"/>
                    <a:pt x="10555" y="11121"/>
                    <a:pt x="10555" y="10932"/>
                  </a:cubicBezTo>
                  <a:lnTo>
                    <a:pt x="10555" y="1197"/>
                  </a:lnTo>
                  <a:lnTo>
                    <a:pt x="11153" y="599"/>
                  </a:lnTo>
                  <a:cubicBezTo>
                    <a:pt x="11343" y="441"/>
                    <a:pt x="11343" y="252"/>
                    <a:pt x="11185" y="95"/>
                  </a:cubicBezTo>
                  <a:cubicBezTo>
                    <a:pt x="11122" y="32"/>
                    <a:pt x="11035" y="0"/>
                    <a:pt x="1094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04" name="Google Shape;9504;p72"/>
            <p:cNvSpPr/>
            <p:nvPr/>
          </p:nvSpPr>
          <p:spPr>
            <a:xfrm>
              <a:off x="-44221675" y="3788850"/>
              <a:ext cx="18900" cy="52800"/>
            </a:xfrm>
            <a:custGeom>
              <a:avLst/>
              <a:gdLst/>
              <a:ahLst/>
              <a:cxnLst/>
              <a:rect l="l" t="t" r="r" b="b"/>
              <a:pathLst>
                <a:path w="756" h="2112" extrusionOk="0">
                  <a:moveTo>
                    <a:pt x="0" y="0"/>
                  </a:moveTo>
                  <a:lnTo>
                    <a:pt x="0" y="2111"/>
                  </a:lnTo>
                  <a:lnTo>
                    <a:pt x="410" y="2111"/>
                  </a:lnTo>
                  <a:cubicBezTo>
                    <a:pt x="599" y="2111"/>
                    <a:pt x="756" y="1954"/>
                    <a:pt x="756" y="1765"/>
                  </a:cubicBezTo>
                  <a:lnTo>
                    <a:pt x="756" y="347"/>
                  </a:lnTo>
                  <a:cubicBezTo>
                    <a:pt x="756" y="158"/>
                    <a:pt x="599" y="0"/>
                    <a:pt x="41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505" name="Google Shape;9505;p72"/>
          <p:cNvGrpSpPr/>
          <p:nvPr/>
        </p:nvGrpSpPr>
        <p:grpSpPr>
          <a:xfrm>
            <a:off x="6478625" y="2043034"/>
            <a:ext cx="474961" cy="473297"/>
            <a:chOff x="-13947000" y="3212800"/>
            <a:chExt cx="353675" cy="352400"/>
          </a:xfrm>
        </p:grpSpPr>
        <p:sp>
          <p:nvSpPr>
            <p:cNvPr id="9506" name="Google Shape;9506;p72"/>
            <p:cNvSpPr/>
            <p:nvPr/>
          </p:nvSpPr>
          <p:spPr>
            <a:xfrm>
              <a:off x="-13947000" y="3212800"/>
              <a:ext cx="229225" cy="268125"/>
            </a:xfrm>
            <a:custGeom>
              <a:avLst/>
              <a:gdLst/>
              <a:ahLst/>
              <a:cxnLst/>
              <a:rect l="l" t="t" r="r" b="b"/>
              <a:pathLst>
                <a:path w="9169" h="10725" extrusionOk="0">
                  <a:moveTo>
                    <a:pt x="2959" y="2501"/>
                  </a:moveTo>
                  <a:cubicBezTo>
                    <a:pt x="3099" y="2501"/>
                    <a:pt x="3225" y="2585"/>
                    <a:pt x="3309" y="2753"/>
                  </a:cubicBezTo>
                  <a:cubicBezTo>
                    <a:pt x="3435" y="2942"/>
                    <a:pt x="3309" y="3194"/>
                    <a:pt x="3120" y="3289"/>
                  </a:cubicBezTo>
                  <a:lnTo>
                    <a:pt x="1450" y="4140"/>
                  </a:lnTo>
                  <a:cubicBezTo>
                    <a:pt x="1404" y="4155"/>
                    <a:pt x="1354" y="4163"/>
                    <a:pt x="1304" y="4163"/>
                  </a:cubicBezTo>
                  <a:cubicBezTo>
                    <a:pt x="1148" y="4163"/>
                    <a:pt x="986" y="4086"/>
                    <a:pt x="914" y="3919"/>
                  </a:cubicBezTo>
                  <a:cubicBezTo>
                    <a:pt x="788" y="3730"/>
                    <a:pt x="914" y="3509"/>
                    <a:pt x="1103" y="3383"/>
                  </a:cubicBezTo>
                  <a:lnTo>
                    <a:pt x="2742" y="2564"/>
                  </a:lnTo>
                  <a:cubicBezTo>
                    <a:pt x="2815" y="2522"/>
                    <a:pt x="2889" y="2501"/>
                    <a:pt x="2959" y="2501"/>
                  </a:cubicBezTo>
                  <a:close/>
                  <a:moveTo>
                    <a:pt x="416" y="0"/>
                  </a:moveTo>
                  <a:cubicBezTo>
                    <a:pt x="338" y="0"/>
                    <a:pt x="259" y="23"/>
                    <a:pt x="190" y="75"/>
                  </a:cubicBezTo>
                  <a:cubicBezTo>
                    <a:pt x="64" y="138"/>
                    <a:pt x="1" y="264"/>
                    <a:pt x="1" y="422"/>
                  </a:cubicBezTo>
                  <a:lnTo>
                    <a:pt x="1" y="5337"/>
                  </a:lnTo>
                  <a:cubicBezTo>
                    <a:pt x="32" y="7952"/>
                    <a:pt x="1922" y="10220"/>
                    <a:pt x="4537" y="10724"/>
                  </a:cubicBezTo>
                  <a:lnTo>
                    <a:pt x="4569" y="10724"/>
                  </a:lnTo>
                  <a:cubicBezTo>
                    <a:pt x="4317" y="10062"/>
                    <a:pt x="4159" y="9369"/>
                    <a:pt x="4159" y="8613"/>
                  </a:cubicBezTo>
                  <a:lnTo>
                    <a:pt x="4159" y="7511"/>
                  </a:lnTo>
                  <a:cubicBezTo>
                    <a:pt x="3813" y="7574"/>
                    <a:pt x="3498" y="7763"/>
                    <a:pt x="3214" y="8015"/>
                  </a:cubicBezTo>
                  <a:cubicBezTo>
                    <a:pt x="3135" y="8093"/>
                    <a:pt x="3033" y="8133"/>
                    <a:pt x="2931" y="8133"/>
                  </a:cubicBezTo>
                  <a:cubicBezTo>
                    <a:pt x="2828" y="8133"/>
                    <a:pt x="2726" y="8093"/>
                    <a:pt x="2647" y="8015"/>
                  </a:cubicBezTo>
                  <a:cubicBezTo>
                    <a:pt x="2490" y="7857"/>
                    <a:pt x="2490" y="7574"/>
                    <a:pt x="2647" y="7448"/>
                  </a:cubicBezTo>
                  <a:cubicBezTo>
                    <a:pt x="3057" y="7006"/>
                    <a:pt x="3592" y="6754"/>
                    <a:pt x="4159" y="6691"/>
                  </a:cubicBezTo>
                  <a:lnTo>
                    <a:pt x="4159" y="3761"/>
                  </a:lnTo>
                  <a:cubicBezTo>
                    <a:pt x="4159" y="3068"/>
                    <a:pt x="4726" y="2564"/>
                    <a:pt x="5420" y="2564"/>
                  </a:cubicBezTo>
                  <a:cubicBezTo>
                    <a:pt x="5577" y="2564"/>
                    <a:pt x="5735" y="2596"/>
                    <a:pt x="5892" y="2627"/>
                  </a:cubicBezTo>
                  <a:cubicBezTo>
                    <a:pt x="6932" y="3068"/>
                    <a:pt x="8066" y="3257"/>
                    <a:pt x="9169" y="3289"/>
                  </a:cubicBezTo>
                  <a:lnTo>
                    <a:pt x="9169" y="422"/>
                  </a:lnTo>
                  <a:cubicBezTo>
                    <a:pt x="9169" y="296"/>
                    <a:pt x="9106" y="138"/>
                    <a:pt x="8980" y="75"/>
                  </a:cubicBezTo>
                  <a:cubicBezTo>
                    <a:pt x="8910" y="23"/>
                    <a:pt x="8831" y="0"/>
                    <a:pt x="8753" y="0"/>
                  </a:cubicBezTo>
                  <a:cubicBezTo>
                    <a:pt x="8690" y="0"/>
                    <a:pt x="8627" y="16"/>
                    <a:pt x="8570" y="44"/>
                  </a:cubicBezTo>
                  <a:cubicBezTo>
                    <a:pt x="7294" y="548"/>
                    <a:pt x="5939" y="800"/>
                    <a:pt x="4585" y="800"/>
                  </a:cubicBezTo>
                  <a:cubicBezTo>
                    <a:pt x="3230" y="800"/>
                    <a:pt x="1875" y="548"/>
                    <a:pt x="599" y="44"/>
                  </a:cubicBezTo>
                  <a:cubicBezTo>
                    <a:pt x="543" y="16"/>
                    <a:pt x="480" y="0"/>
                    <a:pt x="41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07" name="Google Shape;9507;p72"/>
            <p:cNvSpPr/>
            <p:nvPr/>
          </p:nvSpPr>
          <p:spPr>
            <a:xfrm>
              <a:off x="-13821775" y="3295600"/>
              <a:ext cx="228450" cy="269600"/>
            </a:xfrm>
            <a:custGeom>
              <a:avLst/>
              <a:gdLst/>
              <a:ahLst/>
              <a:cxnLst/>
              <a:rect l="l" t="t" r="r" b="b"/>
              <a:pathLst>
                <a:path w="9138" h="10784" extrusionOk="0">
                  <a:moveTo>
                    <a:pt x="2108" y="3311"/>
                  </a:moveTo>
                  <a:cubicBezTo>
                    <a:pt x="2163" y="3311"/>
                    <a:pt x="2219" y="3323"/>
                    <a:pt x="2269" y="3348"/>
                  </a:cubicBezTo>
                  <a:lnTo>
                    <a:pt x="3939" y="4167"/>
                  </a:lnTo>
                  <a:cubicBezTo>
                    <a:pt x="4128" y="4293"/>
                    <a:pt x="4191" y="4514"/>
                    <a:pt x="4128" y="4703"/>
                  </a:cubicBezTo>
                  <a:cubicBezTo>
                    <a:pt x="4033" y="4870"/>
                    <a:pt x="3883" y="4946"/>
                    <a:pt x="3720" y="4946"/>
                  </a:cubicBezTo>
                  <a:cubicBezTo>
                    <a:pt x="3668" y="4946"/>
                    <a:pt x="3615" y="4938"/>
                    <a:pt x="3561" y="4923"/>
                  </a:cubicBezTo>
                  <a:lnTo>
                    <a:pt x="1923" y="4073"/>
                  </a:lnTo>
                  <a:cubicBezTo>
                    <a:pt x="1734" y="4010"/>
                    <a:pt x="1639" y="3726"/>
                    <a:pt x="1734" y="3537"/>
                  </a:cubicBezTo>
                  <a:cubicBezTo>
                    <a:pt x="1803" y="3399"/>
                    <a:pt x="1957" y="3311"/>
                    <a:pt x="2108" y="3311"/>
                  </a:cubicBezTo>
                  <a:close/>
                  <a:moveTo>
                    <a:pt x="7086" y="3316"/>
                  </a:moveTo>
                  <a:cubicBezTo>
                    <a:pt x="7226" y="3316"/>
                    <a:pt x="7352" y="3400"/>
                    <a:pt x="7436" y="3568"/>
                  </a:cubicBezTo>
                  <a:cubicBezTo>
                    <a:pt x="7562" y="3758"/>
                    <a:pt x="7436" y="4010"/>
                    <a:pt x="7247" y="4104"/>
                  </a:cubicBezTo>
                  <a:lnTo>
                    <a:pt x="5577" y="4955"/>
                  </a:lnTo>
                  <a:cubicBezTo>
                    <a:pt x="5528" y="4979"/>
                    <a:pt x="5472" y="4991"/>
                    <a:pt x="5415" y="4991"/>
                  </a:cubicBezTo>
                  <a:cubicBezTo>
                    <a:pt x="5255" y="4991"/>
                    <a:pt x="5088" y="4897"/>
                    <a:pt x="5042" y="4734"/>
                  </a:cubicBezTo>
                  <a:cubicBezTo>
                    <a:pt x="4947" y="4514"/>
                    <a:pt x="5042" y="4262"/>
                    <a:pt x="5231" y="4199"/>
                  </a:cubicBezTo>
                  <a:lnTo>
                    <a:pt x="6869" y="3379"/>
                  </a:lnTo>
                  <a:cubicBezTo>
                    <a:pt x="6943" y="3337"/>
                    <a:pt x="7016" y="3316"/>
                    <a:pt x="7086" y="3316"/>
                  </a:cubicBezTo>
                  <a:close/>
                  <a:moveTo>
                    <a:pt x="6223" y="6632"/>
                  </a:moveTo>
                  <a:cubicBezTo>
                    <a:pt x="6333" y="6632"/>
                    <a:pt x="6444" y="6672"/>
                    <a:pt x="6522" y="6750"/>
                  </a:cubicBezTo>
                  <a:cubicBezTo>
                    <a:pt x="6680" y="6908"/>
                    <a:pt x="6680" y="7192"/>
                    <a:pt x="6522" y="7349"/>
                  </a:cubicBezTo>
                  <a:cubicBezTo>
                    <a:pt x="5987" y="7885"/>
                    <a:pt x="5262" y="8137"/>
                    <a:pt x="4601" y="8137"/>
                  </a:cubicBezTo>
                  <a:cubicBezTo>
                    <a:pt x="3939" y="8137"/>
                    <a:pt x="3183" y="7853"/>
                    <a:pt x="2679" y="7349"/>
                  </a:cubicBezTo>
                  <a:cubicBezTo>
                    <a:pt x="2521" y="7192"/>
                    <a:pt x="2521" y="6908"/>
                    <a:pt x="2679" y="6750"/>
                  </a:cubicBezTo>
                  <a:cubicBezTo>
                    <a:pt x="2758" y="6672"/>
                    <a:pt x="2860" y="6632"/>
                    <a:pt x="2962" y="6632"/>
                  </a:cubicBezTo>
                  <a:cubicBezTo>
                    <a:pt x="3065" y="6632"/>
                    <a:pt x="3167" y="6672"/>
                    <a:pt x="3246" y="6750"/>
                  </a:cubicBezTo>
                  <a:cubicBezTo>
                    <a:pt x="3608" y="7129"/>
                    <a:pt x="4097" y="7318"/>
                    <a:pt x="4585" y="7318"/>
                  </a:cubicBezTo>
                  <a:cubicBezTo>
                    <a:pt x="5073" y="7318"/>
                    <a:pt x="5562" y="7129"/>
                    <a:pt x="5924" y="6750"/>
                  </a:cubicBezTo>
                  <a:cubicBezTo>
                    <a:pt x="6003" y="6672"/>
                    <a:pt x="6113" y="6632"/>
                    <a:pt x="6223" y="6632"/>
                  </a:cubicBezTo>
                  <a:close/>
                  <a:moveTo>
                    <a:pt x="8737" y="0"/>
                  </a:moveTo>
                  <a:cubicBezTo>
                    <a:pt x="8681" y="0"/>
                    <a:pt x="8624" y="13"/>
                    <a:pt x="8570" y="40"/>
                  </a:cubicBezTo>
                  <a:cubicBezTo>
                    <a:pt x="7294" y="544"/>
                    <a:pt x="5932" y="796"/>
                    <a:pt x="4565" y="796"/>
                  </a:cubicBezTo>
                  <a:cubicBezTo>
                    <a:pt x="3199" y="796"/>
                    <a:pt x="1828" y="544"/>
                    <a:pt x="537" y="40"/>
                  </a:cubicBezTo>
                  <a:cubicBezTo>
                    <a:pt x="494" y="22"/>
                    <a:pt x="447" y="13"/>
                    <a:pt x="400" y="13"/>
                  </a:cubicBezTo>
                  <a:cubicBezTo>
                    <a:pt x="205" y="13"/>
                    <a:pt x="1" y="164"/>
                    <a:pt x="1" y="418"/>
                  </a:cubicBezTo>
                  <a:lnTo>
                    <a:pt x="1" y="5301"/>
                  </a:lnTo>
                  <a:cubicBezTo>
                    <a:pt x="1" y="7948"/>
                    <a:pt x="1891" y="10279"/>
                    <a:pt x="4475" y="10783"/>
                  </a:cubicBezTo>
                  <a:lnTo>
                    <a:pt x="4632" y="10783"/>
                  </a:lnTo>
                  <a:cubicBezTo>
                    <a:pt x="7247" y="10247"/>
                    <a:pt x="9137" y="7948"/>
                    <a:pt x="9137" y="5301"/>
                  </a:cubicBezTo>
                  <a:lnTo>
                    <a:pt x="9137" y="418"/>
                  </a:lnTo>
                  <a:cubicBezTo>
                    <a:pt x="9137" y="170"/>
                    <a:pt x="8943" y="0"/>
                    <a:pt x="873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508" name="Google Shape;9508;p72"/>
          <p:cNvGrpSpPr/>
          <p:nvPr/>
        </p:nvGrpSpPr>
        <p:grpSpPr>
          <a:xfrm>
            <a:off x="6478641" y="2630860"/>
            <a:ext cx="474928" cy="472893"/>
            <a:chOff x="-13946200" y="3647075"/>
            <a:chExt cx="353650" cy="352100"/>
          </a:xfrm>
        </p:grpSpPr>
        <p:sp>
          <p:nvSpPr>
            <p:cNvPr id="9509" name="Google Shape;9509;p72"/>
            <p:cNvSpPr/>
            <p:nvPr/>
          </p:nvSpPr>
          <p:spPr>
            <a:xfrm>
              <a:off x="-13717000" y="3647075"/>
              <a:ext cx="124450" cy="144150"/>
            </a:xfrm>
            <a:custGeom>
              <a:avLst/>
              <a:gdLst/>
              <a:ahLst/>
              <a:cxnLst/>
              <a:rect l="l" t="t" r="r" b="b"/>
              <a:pathLst>
                <a:path w="4978" h="5766" extrusionOk="0">
                  <a:moveTo>
                    <a:pt x="0" y="1"/>
                  </a:moveTo>
                  <a:lnTo>
                    <a:pt x="0" y="2868"/>
                  </a:lnTo>
                  <a:cubicBezTo>
                    <a:pt x="0" y="4317"/>
                    <a:pt x="1103" y="5514"/>
                    <a:pt x="2489" y="5703"/>
                  </a:cubicBezTo>
                  <a:cubicBezTo>
                    <a:pt x="1985" y="5167"/>
                    <a:pt x="1670" y="4474"/>
                    <a:pt x="1670" y="3687"/>
                  </a:cubicBezTo>
                  <a:lnTo>
                    <a:pt x="1670" y="2017"/>
                  </a:lnTo>
                  <a:cubicBezTo>
                    <a:pt x="1670" y="1796"/>
                    <a:pt x="1859" y="1607"/>
                    <a:pt x="2079" y="1607"/>
                  </a:cubicBezTo>
                  <a:cubicBezTo>
                    <a:pt x="2268" y="1607"/>
                    <a:pt x="2489" y="1796"/>
                    <a:pt x="2489" y="2017"/>
                  </a:cubicBezTo>
                  <a:lnTo>
                    <a:pt x="2489" y="3687"/>
                  </a:lnTo>
                  <a:cubicBezTo>
                    <a:pt x="2489" y="4821"/>
                    <a:pt x="3434" y="5766"/>
                    <a:pt x="4568" y="5766"/>
                  </a:cubicBezTo>
                  <a:lnTo>
                    <a:pt x="4978" y="5766"/>
                  </a:lnTo>
                  <a:lnTo>
                    <a:pt x="4978" y="379"/>
                  </a:lnTo>
                  <a:cubicBezTo>
                    <a:pt x="4978" y="127"/>
                    <a:pt x="4789" y="1"/>
                    <a:pt x="456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10" name="Google Shape;9510;p72"/>
            <p:cNvSpPr/>
            <p:nvPr/>
          </p:nvSpPr>
          <p:spPr>
            <a:xfrm>
              <a:off x="-13801275" y="3647075"/>
              <a:ext cx="63025" cy="61075"/>
            </a:xfrm>
            <a:custGeom>
              <a:avLst/>
              <a:gdLst/>
              <a:ahLst/>
              <a:cxnLst/>
              <a:rect l="l" t="t" r="r" b="b"/>
              <a:pathLst>
                <a:path w="2521" h="2443" extrusionOk="0">
                  <a:moveTo>
                    <a:pt x="0" y="1"/>
                  </a:moveTo>
                  <a:lnTo>
                    <a:pt x="0" y="2017"/>
                  </a:lnTo>
                  <a:cubicBezTo>
                    <a:pt x="347" y="2300"/>
                    <a:pt x="796" y="2442"/>
                    <a:pt x="1248" y="2442"/>
                  </a:cubicBezTo>
                  <a:cubicBezTo>
                    <a:pt x="1701" y="2442"/>
                    <a:pt x="2158" y="2300"/>
                    <a:pt x="2520" y="2017"/>
                  </a:cubicBezTo>
                  <a:lnTo>
                    <a:pt x="252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11" name="Google Shape;9511;p72"/>
            <p:cNvSpPr/>
            <p:nvPr/>
          </p:nvSpPr>
          <p:spPr>
            <a:xfrm>
              <a:off x="-13946200" y="3647075"/>
              <a:ext cx="124450" cy="143400"/>
            </a:xfrm>
            <a:custGeom>
              <a:avLst/>
              <a:gdLst/>
              <a:ahLst/>
              <a:cxnLst/>
              <a:rect l="l" t="t" r="r" b="b"/>
              <a:pathLst>
                <a:path w="4978" h="5736" extrusionOk="0">
                  <a:moveTo>
                    <a:pt x="441" y="1"/>
                  </a:moveTo>
                  <a:cubicBezTo>
                    <a:pt x="189" y="1"/>
                    <a:pt x="0" y="190"/>
                    <a:pt x="0" y="379"/>
                  </a:cubicBezTo>
                  <a:lnTo>
                    <a:pt x="0" y="5734"/>
                  </a:lnTo>
                  <a:lnTo>
                    <a:pt x="441" y="5734"/>
                  </a:lnTo>
                  <a:cubicBezTo>
                    <a:pt x="460" y="5735"/>
                    <a:pt x="478" y="5735"/>
                    <a:pt x="496" y="5735"/>
                  </a:cubicBezTo>
                  <a:cubicBezTo>
                    <a:pt x="1605" y="5735"/>
                    <a:pt x="2489" y="4802"/>
                    <a:pt x="2489" y="3687"/>
                  </a:cubicBezTo>
                  <a:lnTo>
                    <a:pt x="2489" y="2048"/>
                  </a:lnTo>
                  <a:cubicBezTo>
                    <a:pt x="2489" y="1796"/>
                    <a:pt x="2678" y="1607"/>
                    <a:pt x="2867" y="1607"/>
                  </a:cubicBezTo>
                  <a:cubicBezTo>
                    <a:pt x="3119" y="1607"/>
                    <a:pt x="3308" y="1796"/>
                    <a:pt x="3308" y="2048"/>
                  </a:cubicBezTo>
                  <a:lnTo>
                    <a:pt x="3308" y="3687"/>
                  </a:lnTo>
                  <a:cubicBezTo>
                    <a:pt x="3308" y="4474"/>
                    <a:pt x="2993" y="5199"/>
                    <a:pt x="2489" y="5703"/>
                  </a:cubicBezTo>
                  <a:cubicBezTo>
                    <a:pt x="3907" y="5514"/>
                    <a:pt x="4978" y="4317"/>
                    <a:pt x="4978" y="2868"/>
                  </a:cubicBezTo>
                  <a:lnTo>
                    <a:pt x="497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12" name="Google Shape;9512;p72"/>
            <p:cNvSpPr/>
            <p:nvPr/>
          </p:nvSpPr>
          <p:spPr>
            <a:xfrm>
              <a:off x="-13946200" y="3873900"/>
              <a:ext cx="352875" cy="125275"/>
            </a:xfrm>
            <a:custGeom>
              <a:avLst/>
              <a:gdLst/>
              <a:ahLst/>
              <a:cxnLst/>
              <a:rect l="l" t="t" r="r" b="b"/>
              <a:pathLst>
                <a:path w="14115" h="5011" extrusionOk="0">
                  <a:moveTo>
                    <a:pt x="4915" y="1"/>
                  </a:moveTo>
                  <a:lnTo>
                    <a:pt x="5766" y="1639"/>
                  </a:lnTo>
                  <a:cubicBezTo>
                    <a:pt x="5829" y="1797"/>
                    <a:pt x="5797" y="1986"/>
                    <a:pt x="5671" y="2112"/>
                  </a:cubicBezTo>
                  <a:cubicBezTo>
                    <a:pt x="5388" y="2332"/>
                    <a:pt x="5072" y="2458"/>
                    <a:pt x="4726" y="2458"/>
                  </a:cubicBezTo>
                  <a:cubicBezTo>
                    <a:pt x="4253" y="2458"/>
                    <a:pt x="3812" y="2206"/>
                    <a:pt x="3560" y="1828"/>
                  </a:cubicBezTo>
                  <a:cubicBezTo>
                    <a:pt x="3434" y="1671"/>
                    <a:pt x="3245" y="1592"/>
                    <a:pt x="3056" y="1592"/>
                  </a:cubicBezTo>
                  <a:cubicBezTo>
                    <a:pt x="2867" y="1592"/>
                    <a:pt x="2678" y="1671"/>
                    <a:pt x="2552" y="1828"/>
                  </a:cubicBezTo>
                  <a:cubicBezTo>
                    <a:pt x="2289" y="2214"/>
                    <a:pt x="1845" y="2411"/>
                    <a:pt x="1397" y="2411"/>
                  </a:cubicBezTo>
                  <a:cubicBezTo>
                    <a:pt x="931" y="2411"/>
                    <a:pt x="462" y="2199"/>
                    <a:pt x="189" y="1765"/>
                  </a:cubicBezTo>
                  <a:cubicBezTo>
                    <a:pt x="158" y="1702"/>
                    <a:pt x="95" y="1671"/>
                    <a:pt x="0" y="1608"/>
                  </a:cubicBezTo>
                  <a:lnTo>
                    <a:pt x="0" y="4569"/>
                  </a:lnTo>
                  <a:cubicBezTo>
                    <a:pt x="0" y="4821"/>
                    <a:pt x="189" y="5010"/>
                    <a:pt x="441" y="5010"/>
                  </a:cubicBezTo>
                  <a:lnTo>
                    <a:pt x="13705" y="5010"/>
                  </a:lnTo>
                  <a:cubicBezTo>
                    <a:pt x="13957" y="5010"/>
                    <a:pt x="14114" y="4821"/>
                    <a:pt x="14114" y="4569"/>
                  </a:cubicBezTo>
                  <a:lnTo>
                    <a:pt x="14114" y="1608"/>
                  </a:lnTo>
                  <a:cubicBezTo>
                    <a:pt x="14020" y="1671"/>
                    <a:pt x="13957" y="1702"/>
                    <a:pt x="13894" y="1765"/>
                  </a:cubicBezTo>
                  <a:cubicBezTo>
                    <a:pt x="13637" y="2199"/>
                    <a:pt x="13176" y="2411"/>
                    <a:pt x="12710" y="2411"/>
                  </a:cubicBezTo>
                  <a:cubicBezTo>
                    <a:pt x="12261" y="2411"/>
                    <a:pt x="11809" y="2214"/>
                    <a:pt x="11531" y="1828"/>
                  </a:cubicBezTo>
                  <a:cubicBezTo>
                    <a:pt x="11421" y="1671"/>
                    <a:pt x="11240" y="1592"/>
                    <a:pt x="11054" y="1592"/>
                  </a:cubicBezTo>
                  <a:cubicBezTo>
                    <a:pt x="10869" y="1592"/>
                    <a:pt x="10680" y="1671"/>
                    <a:pt x="10554" y="1828"/>
                  </a:cubicBezTo>
                  <a:cubicBezTo>
                    <a:pt x="10271" y="2206"/>
                    <a:pt x="9861" y="2458"/>
                    <a:pt x="9389" y="2458"/>
                  </a:cubicBezTo>
                  <a:cubicBezTo>
                    <a:pt x="9011" y="2458"/>
                    <a:pt x="8664" y="2332"/>
                    <a:pt x="8444" y="2112"/>
                  </a:cubicBezTo>
                  <a:cubicBezTo>
                    <a:pt x="8317" y="1986"/>
                    <a:pt x="8286" y="1797"/>
                    <a:pt x="8349" y="1639"/>
                  </a:cubicBezTo>
                  <a:lnTo>
                    <a:pt x="916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13" name="Google Shape;9513;p72"/>
            <p:cNvSpPr/>
            <p:nvPr/>
          </p:nvSpPr>
          <p:spPr>
            <a:xfrm>
              <a:off x="-13713850" y="3810125"/>
              <a:ext cx="120525" cy="105075"/>
            </a:xfrm>
            <a:custGeom>
              <a:avLst/>
              <a:gdLst/>
              <a:ahLst/>
              <a:cxnLst/>
              <a:rect l="l" t="t" r="r" b="b"/>
              <a:pathLst>
                <a:path w="4821" h="4203" extrusionOk="0">
                  <a:moveTo>
                    <a:pt x="2079" y="0"/>
                  </a:moveTo>
                  <a:lnTo>
                    <a:pt x="0" y="4190"/>
                  </a:lnTo>
                  <a:lnTo>
                    <a:pt x="189" y="4190"/>
                  </a:lnTo>
                  <a:cubicBezTo>
                    <a:pt x="378" y="4127"/>
                    <a:pt x="504" y="4064"/>
                    <a:pt x="599" y="3938"/>
                  </a:cubicBezTo>
                  <a:cubicBezTo>
                    <a:pt x="882" y="3529"/>
                    <a:pt x="1323" y="3324"/>
                    <a:pt x="1764" y="3324"/>
                  </a:cubicBezTo>
                  <a:cubicBezTo>
                    <a:pt x="2205" y="3324"/>
                    <a:pt x="2647" y="3529"/>
                    <a:pt x="2930" y="3938"/>
                  </a:cubicBezTo>
                  <a:cubicBezTo>
                    <a:pt x="3027" y="4099"/>
                    <a:pt x="3197" y="4202"/>
                    <a:pt x="3386" y="4202"/>
                  </a:cubicBezTo>
                  <a:cubicBezTo>
                    <a:pt x="3568" y="4202"/>
                    <a:pt x="3768" y="4107"/>
                    <a:pt x="3938" y="3875"/>
                  </a:cubicBezTo>
                  <a:cubicBezTo>
                    <a:pt x="4190" y="3560"/>
                    <a:pt x="4505" y="3403"/>
                    <a:pt x="4820" y="3308"/>
                  </a:cubicBezTo>
                  <a:lnTo>
                    <a:pt x="4820" y="95"/>
                  </a:lnTo>
                  <a:lnTo>
                    <a:pt x="2741" y="95"/>
                  </a:lnTo>
                  <a:cubicBezTo>
                    <a:pt x="2521" y="95"/>
                    <a:pt x="2332" y="32"/>
                    <a:pt x="207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14" name="Google Shape;9514;p72"/>
            <p:cNvSpPr/>
            <p:nvPr/>
          </p:nvSpPr>
          <p:spPr>
            <a:xfrm>
              <a:off x="-13946200" y="3810125"/>
              <a:ext cx="121300" cy="105175"/>
            </a:xfrm>
            <a:custGeom>
              <a:avLst/>
              <a:gdLst/>
              <a:ahLst/>
              <a:cxnLst/>
              <a:rect l="l" t="t" r="r" b="b"/>
              <a:pathLst>
                <a:path w="4852" h="4207" extrusionOk="0">
                  <a:moveTo>
                    <a:pt x="2773" y="0"/>
                  </a:moveTo>
                  <a:cubicBezTo>
                    <a:pt x="2521" y="32"/>
                    <a:pt x="2332" y="95"/>
                    <a:pt x="2080" y="95"/>
                  </a:cubicBezTo>
                  <a:lnTo>
                    <a:pt x="0" y="95"/>
                  </a:lnTo>
                  <a:lnTo>
                    <a:pt x="0" y="3340"/>
                  </a:lnTo>
                  <a:cubicBezTo>
                    <a:pt x="315" y="3434"/>
                    <a:pt x="630" y="3592"/>
                    <a:pt x="882" y="3907"/>
                  </a:cubicBezTo>
                  <a:cubicBezTo>
                    <a:pt x="1048" y="4118"/>
                    <a:pt x="1244" y="4206"/>
                    <a:pt x="1422" y="4206"/>
                  </a:cubicBezTo>
                  <a:cubicBezTo>
                    <a:pt x="1617" y="4206"/>
                    <a:pt x="1792" y="4102"/>
                    <a:pt x="1890" y="3938"/>
                  </a:cubicBezTo>
                  <a:cubicBezTo>
                    <a:pt x="2174" y="3529"/>
                    <a:pt x="2615" y="3324"/>
                    <a:pt x="3056" y="3324"/>
                  </a:cubicBezTo>
                  <a:cubicBezTo>
                    <a:pt x="3497" y="3324"/>
                    <a:pt x="3938" y="3529"/>
                    <a:pt x="4222" y="3938"/>
                  </a:cubicBezTo>
                  <a:cubicBezTo>
                    <a:pt x="4285" y="4096"/>
                    <a:pt x="4442" y="4190"/>
                    <a:pt x="4663" y="4190"/>
                  </a:cubicBezTo>
                  <a:lnTo>
                    <a:pt x="4852" y="4190"/>
                  </a:lnTo>
                  <a:lnTo>
                    <a:pt x="277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9515" name="Google Shape;9515;p72"/>
          <p:cNvSpPr/>
          <p:nvPr/>
        </p:nvSpPr>
        <p:spPr>
          <a:xfrm>
            <a:off x="6536117" y="3223745"/>
            <a:ext cx="361787" cy="471819"/>
          </a:xfrm>
          <a:custGeom>
            <a:avLst/>
            <a:gdLst/>
            <a:ahLst/>
            <a:cxnLst/>
            <a:rect l="l" t="t" r="r" b="b"/>
            <a:pathLst>
              <a:path w="10776" h="14052" extrusionOk="0">
                <a:moveTo>
                  <a:pt x="5388" y="0"/>
                </a:moveTo>
                <a:cubicBezTo>
                  <a:pt x="3939" y="0"/>
                  <a:pt x="2741" y="1071"/>
                  <a:pt x="2552" y="2489"/>
                </a:cubicBezTo>
                <a:lnTo>
                  <a:pt x="4569" y="2489"/>
                </a:lnTo>
                <a:cubicBezTo>
                  <a:pt x="4789" y="2489"/>
                  <a:pt x="5010" y="2678"/>
                  <a:pt x="5010" y="2867"/>
                </a:cubicBezTo>
                <a:cubicBezTo>
                  <a:pt x="5010" y="3056"/>
                  <a:pt x="4789" y="3277"/>
                  <a:pt x="4569" y="3277"/>
                </a:cubicBezTo>
                <a:lnTo>
                  <a:pt x="2489" y="3277"/>
                </a:lnTo>
                <a:lnTo>
                  <a:pt x="2489" y="4096"/>
                </a:lnTo>
                <a:lnTo>
                  <a:pt x="4569" y="4096"/>
                </a:lnTo>
                <a:cubicBezTo>
                  <a:pt x="4789" y="4096"/>
                  <a:pt x="5010" y="4285"/>
                  <a:pt x="5010" y="4537"/>
                </a:cubicBezTo>
                <a:cubicBezTo>
                  <a:pt x="5010" y="4757"/>
                  <a:pt x="4789" y="4915"/>
                  <a:pt x="4569" y="4915"/>
                </a:cubicBezTo>
                <a:lnTo>
                  <a:pt x="2489" y="4915"/>
                </a:lnTo>
                <a:lnTo>
                  <a:pt x="2489" y="5734"/>
                </a:lnTo>
                <a:lnTo>
                  <a:pt x="4569" y="5734"/>
                </a:lnTo>
                <a:cubicBezTo>
                  <a:pt x="4789" y="5734"/>
                  <a:pt x="5010" y="5955"/>
                  <a:pt x="5010" y="6144"/>
                </a:cubicBezTo>
                <a:cubicBezTo>
                  <a:pt x="5010" y="6396"/>
                  <a:pt x="4789" y="6585"/>
                  <a:pt x="4569" y="6585"/>
                </a:cubicBezTo>
                <a:lnTo>
                  <a:pt x="2552" y="6585"/>
                </a:lnTo>
                <a:cubicBezTo>
                  <a:pt x="2741" y="7845"/>
                  <a:pt x="3750" y="8822"/>
                  <a:pt x="5010" y="9011"/>
                </a:cubicBezTo>
                <a:lnTo>
                  <a:pt x="5010" y="9861"/>
                </a:lnTo>
                <a:cubicBezTo>
                  <a:pt x="2804" y="9641"/>
                  <a:pt x="1072" y="7876"/>
                  <a:pt x="851" y="5671"/>
                </a:cubicBezTo>
                <a:lnTo>
                  <a:pt x="851" y="5671"/>
                </a:lnTo>
                <a:cubicBezTo>
                  <a:pt x="977" y="5703"/>
                  <a:pt x="1135" y="5734"/>
                  <a:pt x="1261" y="5734"/>
                </a:cubicBezTo>
                <a:cubicBezTo>
                  <a:pt x="1418" y="5734"/>
                  <a:pt x="1544" y="5703"/>
                  <a:pt x="1702" y="5671"/>
                </a:cubicBezTo>
                <a:lnTo>
                  <a:pt x="1702" y="3340"/>
                </a:lnTo>
                <a:cubicBezTo>
                  <a:pt x="1576" y="3308"/>
                  <a:pt x="1418" y="3277"/>
                  <a:pt x="1261" y="3277"/>
                </a:cubicBezTo>
                <a:cubicBezTo>
                  <a:pt x="599" y="3277"/>
                  <a:pt x="0" y="3812"/>
                  <a:pt x="0" y="4537"/>
                </a:cubicBezTo>
                <a:lnTo>
                  <a:pt x="0" y="5356"/>
                </a:lnTo>
                <a:cubicBezTo>
                  <a:pt x="0" y="8191"/>
                  <a:pt x="2206" y="10523"/>
                  <a:pt x="4947" y="10712"/>
                </a:cubicBezTo>
                <a:lnTo>
                  <a:pt x="4947" y="11657"/>
                </a:lnTo>
                <a:cubicBezTo>
                  <a:pt x="4002" y="11846"/>
                  <a:pt x="3308" y="12697"/>
                  <a:pt x="3308" y="13673"/>
                </a:cubicBezTo>
                <a:cubicBezTo>
                  <a:pt x="3308" y="13894"/>
                  <a:pt x="3497" y="14051"/>
                  <a:pt x="3750" y="14051"/>
                </a:cubicBezTo>
                <a:lnTo>
                  <a:pt x="7058" y="14051"/>
                </a:lnTo>
                <a:cubicBezTo>
                  <a:pt x="7278" y="14051"/>
                  <a:pt x="7436" y="13862"/>
                  <a:pt x="7436" y="13673"/>
                </a:cubicBezTo>
                <a:cubicBezTo>
                  <a:pt x="7436" y="12697"/>
                  <a:pt x="6743" y="11815"/>
                  <a:pt x="5797" y="11657"/>
                </a:cubicBezTo>
                <a:lnTo>
                  <a:pt x="5797" y="10712"/>
                </a:lnTo>
                <a:cubicBezTo>
                  <a:pt x="8570" y="10523"/>
                  <a:pt x="10775" y="8191"/>
                  <a:pt x="10775" y="5356"/>
                </a:cubicBezTo>
                <a:lnTo>
                  <a:pt x="10775" y="4537"/>
                </a:lnTo>
                <a:cubicBezTo>
                  <a:pt x="10775" y="3875"/>
                  <a:pt x="10240" y="3277"/>
                  <a:pt x="9515" y="3277"/>
                </a:cubicBezTo>
                <a:cubicBezTo>
                  <a:pt x="9357" y="3277"/>
                  <a:pt x="9263" y="3308"/>
                  <a:pt x="9137" y="3340"/>
                </a:cubicBezTo>
                <a:lnTo>
                  <a:pt x="9137" y="5671"/>
                </a:lnTo>
                <a:cubicBezTo>
                  <a:pt x="9263" y="5703"/>
                  <a:pt x="9420" y="5734"/>
                  <a:pt x="9515" y="5734"/>
                </a:cubicBezTo>
                <a:cubicBezTo>
                  <a:pt x="9672" y="5734"/>
                  <a:pt x="9798" y="5703"/>
                  <a:pt x="9925" y="5671"/>
                </a:cubicBezTo>
                <a:lnTo>
                  <a:pt x="9925" y="5671"/>
                </a:lnTo>
                <a:cubicBezTo>
                  <a:pt x="9767" y="7876"/>
                  <a:pt x="8003" y="9641"/>
                  <a:pt x="5797" y="9861"/>
                </a:cubicBezTo>
                <a:lnTo>
                  <a:pt x="5797" y="9011"/>
                </a:lnTo>
                <a:cubicBezTo>
                  <a:pt x="7058" y="8822"/>
                  <a:pt x="8034" y="7845"/>
                  <a:pt x="8223" y="6585"/>
                </a:cubicBezTo>
                <a:lnTo>
                  <a:pt x="6207" y="6585"/>
                </a:lnTo>
                <a:cubicBezTo>
                  <a:pt x="5986" y="6585"/>
                  <a:pt x="5829" y="6396"/>
                  <a:pt x="5829" y="6144"/>
                </a:cubicBezTo>
                <a:cubicBezTo>
                  <a:pt x="5829" y="5892"/>
                  <a:pt x="6018" y="5734"/>
                  <a:pt x="6207" y="5734"/>
                </a:cubicBezTo>
                <a:lnTo>
                  <a:pt x="8318" y="5734"/>
                </a:lnTo>
                <a:lnTo>
                  <a:pt x="8318" y="4915"/>
                </a:lnTo>
                <a:lnTo>
                  <a:pt x="6207" y="4915"/>
                </a:lnTo>
                <a:cubicBezTo>
                  <a:pt x="5986" y="4915"/>
                  <a:pt x="5829" y="4726"/>
                  <a:pt x="5829" y="4537"/>
                </a:cubicBezTo>
                <a:cubicBezTo>
                  <a:pt x="5829" y="4285"/>
                  <a:pt x="6018" y="4096"/>
                  <a:pt x="6207" y="4096"/>
                </a:cubicBezTo>
                <a:lnTo>
                  <a:pt x="8318" y="4096"/>
                </a:lnTo>
                <a:lnTo>
                  <a:pt x="8318" y="3277"/>
                </a:lnTo>
                <a:lnTo>
                  <a:pt x="6207" y="3277"/>
                </a:lnTo>
                <a:cubicBezTo>
                  <a:pt x="5986" y="3277"/>
                  <a:pt x="5829" y="3056"/>
                  <a:pt x="5829" y="2867"/>
                </a:cubicBezTo>
                <a:cubicBezTo>
                  <a:pt x="5829" y="2678"/>
                  <a:pt x="6018" y="2489"/>
                  <a:pt x="6207" y="2489"/>
                </a:cubicBezTo>
                <a:lnTo>
                  <a:pt x="8223" y="2489"/>
                </a:lnTo>
                <a:cubicBezTo>
                  <a:pt x="8034" y="1071"/>
                  <a:pt x="6806" y="0"/>
                  <a:pt x="538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9516" name="Google Shape;9516;p72"/>
          <p:cNvGrpSpPr/>
          <p:nvPr/>
        </p:nvGrpSpPr>
        <p:grpSpPr>
          <a:xfrm>
            <a:off x="8856499" y="2043505"/>
            <a:ext cx="476003" cy="472356"/>
            <a:chOff x="-12163025" y="3214275"/>
            <a:chExt cx="354450" cy="351700"/>
          </a:xfrm>
        </p:grpSpPr>
        <p:sp>
          <p:nvSpPr>
            <p:cNvPr id="9517" name="Google Shape;9517;p72"/>
            <p:cNvSpPr/>
            <p:nvPr/>
          </p:nvSpPr>
          <p:spPr>
            <a:xfrm>
              <a:off x="-12163025" y="3214275"/>
              <a:ext cx="354450" cy="165025"/>
            </a:xfrm>
            <a:custGeom>
              <a:avLst/>
              <a:gdLst/>
              <a:ahLst/>
              <a:cxnLst/>
              <a:rect l="l" t="t" r="r" b="b"/>
              <a:pathLst>
                <a:path w="14178" h="6601" extrusionOk="0">
                  <a:moveTo>
                    <a:pt x="10271" y="1812"/>
                  </a:moveTo>
                  <a:cubicBezTo>
                    <a:pt x="10649" y="1812"/>
                    <a:pt x="10996" y="1844"/>
                    <a:pt x="11342" y="1970"/>
                  </a:cubicBezTo>
                  <a:cubicBezTo>
                    <a:pt x="11626" y="2064"/>
                    <a:pt x="11846" y="2096"/>
                    <a:pt x="12130" y="2096"/>
                  </a:cubicBezTo>
                  <a:cubicBezTo>
                    <a:pt x="12350" y="2096"/>
                    <a:pt x="12508" y="2285"/>
                    <a:pt x="12508" y="2505"/>
                  </a:cubicBezTo>
                  <a:lnTo>
                    <a:pt x="12508" y="2820"/>
                  </a:lnTo>
                  <a:cubicBezTo>
                    <a:pt x="12508" y="3955"/>
                    <a:pt x="11563" y="4900"/>
                    <a:pt x="10429" y="4900"/>
                  </a:cubicBezTo>
                  <a:lnTo>
                    <a:pt x="9767" y="4900"/>
                  </a:lnTo>
                  <a:cubicBezTo>
                    <a:pt x="9105" y="4900"/>
                    <a:pt x="8507" y="4553"/>
                    <a:pt x="8192" y="3923"/>
                  </a:cubicBezTo>
                  <a:lnTo>
                    <a:pt x="7908" y="3324"/>
                  </a:lnTo>
                  <a:cubicBezTo>
                    <a:pt x="7877" y="3198"/>
                    <a:pt x="7908" y="3041"/>
                    <a:pt x="8034" y="2883"/>
                  </a:cubicBezTo>
                  <a:lnTo>
                    <a:pt x="8349" y="2568"/>
                  </a:lnTo>
                  <a:cubicBezTo>
                    <a:pt x="8979" y="1938"/>
                    <a:pt x="9735" y="1812"/>
                    <a:pt x="10271" y="1812"/>
                  </a:cubicBezTo>
                  <a:close/>
                  <a:moveTo>
                    <a:pt x="3939" y="1844"/>
                  </a:moveTo>
                  <a:cubicBezTo>
                    <a:pt x="4474" y="1844"/>
                    <a:pt x="5262" y="1970"/>
                    <a:pt x="5892" y="2600"/>
                  </a:cubicBezTo>
                  <a:lnTo>
                    <a:pt x="6207" y="2915"/>
                  </a:lnTo>
                  <a:cubicBezTo>
                    <a:pt x="6333" y="3041"/>
                    <a:pt x="6364" y="3230"/>
                    <a:pt x="6301" y="3387"/>
                  </a:cubicBezTo>
                  <a:lnTo>
                    <a:pt x="6018" y="3986"/>
                  </a:lnTo>
                  <a:cubicBezTo>
                    <a:pt x="5703" y="4585"/>
                    <a:pt x="5104" y="4963"/>
                    <a:pt x="4443" y="4963"/>
                  </a:cubicBezTo>
                  <a:lnTo>
                    <a:pt x="3781" y="4963"/>
                  </a:lnTo>
                  <a:cubicBezTo>
                    <a:pt x="2647" y="4963"/>
                    <a:pt x="1702" y="4018"/>
                    <a:pt x="1702" y="2883"/>
                  </a:cubicBezTo>
                  <a:lnTo>
                    <a:pt x="1702" y="2537"/>
                  </a:lnTo>
                  <a:lnTo>
                    <a:pt x="1733" y="2537"/>
                  </a:lnTo>
                  <a:cubicBezTo>
                    <a:pt x="1733" y="2285"/>
                    <a:pt x="1891" y="2127"/>
                    <a:pt x="2111" y="2127"/>
                  </a:cubicBezTo>
                  <a:cubicBezTo>
                    <a:pt x="2395" y="2127"/>
                    <a:pt x="2678" y="2096"/>
                    <a:pt x="2899" y="2001"/>
                  </a:cubicBezTo>
                  <a:cubicBezTo>
                    <a:pt x="3277" y="1907"/>
                    <a:pt x="3623" y="1844"/>
                    <a:pt x="3939" y="1844"/>
                  </a:cubicBezTo>
                  <a:close/>
                  <a:moveTo>
                    <a:pt x="13784" y="1"/>
                  </a:moveTo>
                  <a:cubicBezTo>
                    <a:pt x="13713" y="1"/>
                    <a:pt x="13642" y="16"/>
                    <a:pt x="13579" y="48"/>
                  </a:cubicBezTo>
                  <a:lnTo>
                    <a:pt x="13043" y="331"/>
                  </a:lnTo>
                  <a:cubicBezTo>
                    <a:pt x="12798" y="445"/>
                    <a:pt x="12552" y="502"/>
                    <a:pt x="12299" y="502"/>
                  </a:cubicBezTo>
                  <a:cubicBezTo>
                    <a:pt x="12131" y="502"/>
                    <a:pt x="11960" y="476"/>
                    <a:pt x="11783" y="426"/>
                  </a:cubicBezTo>
                  <a:cubicBezTo>
                    <a:pt x="11291" y="283"/>
                    <a:pt x="10793" y="213"/>
                    <a:pt x="10307" y="213"/>
                  </a:cubicBezTo>
                  <a:cubicBezTo>
                    <a:pt x="9083" y="213"/>
                    <a:pt x="7932" y="654"/>
                    <a:pt x="7121" y="1466"/>
                  </a:cubicBezTo>
                  <a:lnTo>
                    <a:pt x="7089" y="1497"/>
                  </a:lnTo>
                  <a:lnTo>
                    <a:pt x="7058" y="1466"/>
                  </a:lnTo>
                  <a:cubicBezTo>
                    <a:pt x="6246" y="654"/>
                    <a:pt x="5127" y="213"/>
                    <a:pt x="3898" y="213"/>
                  </a:cubicBezTo>
                  <a:cubicBezTo>
                    <a:pt x="3410" y="213"/>
                    <a:pt x="2905" y="283"/>
                    <a:pt x="2395" y="426"/>
                  </a:cubicBezTo>
                  <a:cubicBezTo>
                    <a:pt x="2231" y="476"/>
                    <a:pt x="2062" y="502"/>
                    <a:pt x="1892" y="502"/>
                  </a:cubicBezTo>
                  <a:cubicBezTo>
                    <a:pt x="1637" y="502"/>
                    <a:pt x="1380" y="445"/>
                    <a:pt x="1135" y="331"/>
                  </a:cubicBezTo>
                  <a:lnTo>
                    <a:pt x="599" y="48"/>
                  </a:lnTo>
                  <a:cubicBezTo>
                    <a:pt x="546" y="21"/>
                    <a:pt x="487" y="12"/>
                    <a:pt x="427" y="12"/>
                  </a:cubicBezTo>
                  <a:cubicBezTo>
                    <a:pt x="345" y="12"/>
                    <a:pt x="262" y="30"/>
                    <a:pt x="189" y="48"/>
                  </a:cubicBezTo>
                  <a:cubicBezTo>
                    <a:pt x="95" y="111"/>
                    <a:pt x="0" y="237"/>
                    <a:pt x="0" y="394"/>
                  </a:cubicBezTo>
                  <a:lnTo>
                    <a:pt x="0" y="2883"/>
                  </a:lnTo>
                  <a:cubicBezTo>
                    <a:pt x="63" y="4931"/>
                    <a:pt x="1733" y="6601"/>
                    <a:pt x="3781" y="6601"/>
                  </a:cubicBezTo>
                  <a:lnTo>
                    <a:pt x="4443" y="6601"/>
                  </a:lnTo>
                  <a:cubicBezTo>
                    <a:pt x="5514" y="6601"/>
                    <a:pt x="6490" y="6128"/>
                    <a:pt x="7121" y="5278"/>
                  </a:cubicBezTo>
                  <a:cubicBezTo>
                    <a:pt x="7751" y="6128"/>
                    <a:pt x="8727" y="6601"/>
                    <a:pt x="9798" y="6601"/>
                  </a:cubicBezTo>
                  <a:lnTo>
                    <a:pt x="10460" y="6601"/>
                  </a:lnTo>
                  <a:cubicBezTo>
                    <a:pt x="12508" y="6601"/>
                    <a:pt x="14178" y="4931"/>
                    <a:pt x="14178" y="2883"/>
                  </a:cubicBezTo>
                  <a:lnTo>
                    <a:pt x="14178" y="394"/>
                  </a:lnTo>
                  <a:cubicBezTo>
                    <a:pt x="14178" y="237"/>
                    <a:pt x="14083" y="142"/>
                    <a:pt x="13989" y="48"/>
                  </a:cubicBezTo>
                  <a:cubicBezTo>
                    <a:pt x="13926" y="16"/>
                    <a:pt x="13855" y="1"/>
                    <a:pt x="1378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18" name="Google Shape;9518;p72"/>
            <p:cNvSpPr/>
            <p:nvPr/>
          </p:nvSpPr>
          <p:spPr>
            <a:xfrm>
              <a:off x="-12161450" y="3503725"/>
              <a:ext cx="41775" cy="62250"/>
            </a:xfrm>
            <a:custGeom>
              <a:avLst/>
              <a:gdLst/>
              <a:ahLst/>
              <a:cxnLst/>
              <a:rect l="l" t="t" r="r" b="b"/>
              <a:pathLst>
                <a:path w="1671" h="2490" extrusionOk="0">
                  <a:moveTo>
                    <a:pt x="0" y="1"/>
                  </a:moveTo>
                  <a:lnTo>
                    <a:pt x="0" y="1670"/>
                  </a:lnTo>
                  <a:cubicBezTo>
                    <a:pt x="0" y="2143"/>
                    <a:pt x="378" y="2490"/>
                    <a:pt x="851" y="2490"/>
                  </a:cubicBezTo>
                  <a:cubicBezTo>
                    <a:pt x="1324" y="2490"/>
                    <a:pt x="1670" y="2143"/>
                    <a:pt x="1670" y="1670"/>
                  </a:cubicBezTo>
                  <a:lnTo>
                    <a:pt x="167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19" name="Google Shape;9519;p72"/>
            <p:cNvSpPr/>
            <p:nvPr/>
          </p:nvSpPr>
          <p:spPr>
            <a:xfrm>
              <a:off x="-12161450" y="3350150"/>
              <a:ext cx="41775" cy="133125"/>
            </a:xfrm>
            <a:custGeom>
              <a:avLst/>
              <a:gdLst/>
              <a:ahLst/>
              <a:cxnLst/>
              <a:rect l="l" t="t" r="r" b="b"/>
              <a:pathLst>
                <a:path w="1671" h="5325" extrusionOk="0">
                  <a:moveTo>
                    <a:pt x="0" y="0"/>
                  </a:moveTo>
                  <a:lnTo>
                    <a:pt x="0" y="5325"/>
                  </a:lnTo>
                  <a:lnTo>
                    <a:pt x="1670" y="5325"/>
                  </a:lnTo>
                  <a:lnTo>
                    <a:pt x="1670" y="1481"/>
                  </a:lnTo>
                  <a:cubicBezTo>
                    <a:pt x="1009" y="1103"/>
                    <a:pt x="441" y="630"/>
                    <a:pt x="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520" name="Google Shape;9520;p72"/>
          <p:cNvGrpSpPr/>
          <p:nvPr/>
        </p:nvGrpSpPr>
        <p:grpSpPr>
          <a:xfrm>
            <a:off x="8857540" y="2629820"/>
            <a:ext cx="473921" cy="474976"/>
            <a:chOff x="-12160675" y="3647875"/>
            <a:chExt cx="352900" cy="353650"/>
          </a:xfrm>
        </p:grpSpPr>
        <p:sp>
          <p:nvSpPr>
            <p:cNvPr id="9521" name="Google Shape;9521;p72"/>
            <p:cNvSpPr/>
            <p:nvPr/>
          </p:nvSpPr>
          <p:spPr>
            <a:xfrm>
              <a:off x="-12059850" y="3958975"/>
              <a:ext cx="149675" cy="42550"/>
            </a:xfrm>
            <a:custGeom>
              <a:avLst/>
              <a:gdLst/>
              <a:ahLst/>
              <a:cxnLst/>
              <a:rect l="l" t="t" r="r" b="b"/>
              <a:pathLst>
                <a:path w="5987" h="1702" extrusionOk="0">
                  <a:moveTo>
                    <a:pt x="1" y="0"/>
                  </a:moveTo>
                  <a:lnTo>
                    <a:pt x="1009" y="1481"/>
                  </a:lnTo>
                  <a:cubicBezTo>
                    <a:pt x="1072" y="1607"/>
                    <a:pt x="1198" y="1702"/>
                    <a:pt x="1355" y="1702"/>
                  </a:cubicBezTo>
                  <a:lnTo>
                    <a:pt x="4663" y="1702"/>
                  </a:lnTo>
                  <a:cubicBezTo>
                    <a:pt x="4821" y="1702"/>
                    <a:pt x="4947" y="1607"/>
                    <a:pt x="5010" y="1481"/>
                  </a:cubicBezTo>
                  <a:lnTo>
                    <a:pt x="598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22" name="Google Shape;9522;p72"/>
            <p:cNvSpPr/>
            <p:nvPr/>
          </p:nvSpPr>
          <p:spPr>
            <a:xfrm>
              <a:off x="-11850350" y="3749475"/>
              <a:ext cx="42575" cy="149675"/>
            </a:xfrm>
            <a:custGeom>
              <a:avLst/>
              <a:gdLst/>
              <a:ahLst/>
              <a:cxnLst/>
              <a:rect l="l" t="t" r="r" b="b"/>
              <a:pathLst>
                <a:path w="1703" h="5987" extrusionOk="0">
                  <a:moveTo>
                    <a:pt x="1" y="0"/>
                  </a:moveTo>
                  <a:lnTo>
                    <a:pt x="1" y="5986"/>
                  </a:lnTo>
                  <a:lnTo>
                    <a:pt x="1513" y="4978"/>
                  </a:lnTo>
                  <a:cubicBezTo>
                    <a:pt x="1639" y="4915"/>
                    <a:pt x="1702" y="4789"/>
                    <a:pt x="1702" y="4631"/>
                  </a:cubicBezTo>
                  <a:lnTo>
                    <a:pt x="1702" y="1323"/>
                  </a:lnTo>
                  <a:cubicBezTo>
                    <a:pt x="1702" y="1166"/>
                    <a:pt x="1639" y="1040"/>
                    <a:pt x="1513" y="977"/>
                  </a:cubicBezTo>
                  <a:lnTo>
                    <a:pt x="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23" name="Google Shape;9523;p72"/>
            <p:cNvSpPr/>
            <p:nvPr/>
          </p:nvSpPr>
          <p:spPr>
            <a:xfrm>
              <a:off x="-12059850" y="3647875"/>
              <a:ext cx="148875" cy="42550"/>
            </a:xfrm>
            <a:custGeom>
              <a:avLst/>
              <a:gdLst/>
              <a:ahLst/>
              <a:cxnLst/>
              <a:rect l="l" t="t" r="r" b="b"/>
              <a:pathLst>
                <a:path w="5955" h="1702" extrusionOk="0">
                  <a:moveTo>
                    <a:pt x="1355" y="0"/>
                  </a:moveTo>
                  <a:cubicBezTo>
                    <a:pt x="1198" y="0"/>
                    <a:pt x="1072" y="63"/>
                    <a:pt x="977" y="189"/>
                  </a:cubicBezTo>
                  <a:lnTo>
                    <a:pt x="1" y="1701"/>
                  </a:lnTo>
                  <a:lnTo>
                    <a:pt x="5955" y="1701"/>
                  </a:lnTo>
                  <a:lnTo>
                    <a:pt x="4978" y="189"/>
                  </a:lnTo>
                  <a:cubicBezTo>
                    <a:pt x="4947" y="63"/>
                    <a:pt x="4821" y="0"/>
                    <a:pt x="466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24" name="Google Shape;9524;p72"/>
            <p:cNvSpPr/>
            <p:nvPr/>
          </p:nvSpPr>
          <p:spPr>
            <a:xfrm>
              <a:off x="-12160675" y="3750250"/>
              <a:ext cx="41775" cy="148900"/>
            </a:xfrm>
            <a:custGeom>
              <a:avLst/>
              <a:gdLst/>
              <a:ahLst/>
              <a:cxnLst/>
              <a:rect l="l" t="t" r="r" b="b"/>
              <a:pathLst>
                <a:path w="1671" h="5956" extrusionOk="0">
                  <a:moveTo>
                    <a:pt x="1671" y="1"/>
                  </a:moveTo>
                  <a:lnTo>
                    <a:pt x="190" y="977"/>
                  </a:lnTo>
                  <a:cubicBezTo>
                    <a:pt x="64" y="1040"/>
                    <a:pt x="1" y="1166"/>
                    <a:pt x="1" y="1324"/>
                  </a:cubicBezTo>
                  <a:lnTo>
                    <a:pt x="1" y="4632"/>
                  </a:lnTo>
                  <a:cubicBezTo>
                    <a:pt x="1" y="4789"/>
                    <a:pt x="64" y="4915"/>
                    <a:pt x="190" y="4978"/>
                  </a:cubicBezTo>
                  <a:lnTo>
                    <a:pt x="1671" y="5955"/>
                  </a:lnTo>
                  <a:lnTo>
                    <a:pt x="167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25" name="Google Shape;9525;p72"/>
            <p:cNvSpPr/>
            <p:nvPr/>
          </p:nvSpPr>
          <p:spPr>
            <a:xfrm>
              <a:off x="-12099225" y="3710875"/>
              <a:ext cx="228425" cy="226200"/>
            </a:xfrm>
            <a:custGeom>
              <a:avLst/>
              <a:gdLst/>
              <a:ahLst/>
              <a:cxnLst/>
              <a:rect l="l" t="t" r="r" b="b"/>
              <a:pathLst>
                <a:path w="9137" h="9048" extrusionOk="0">
                  <a:moveTo>
                    <a:pt x="4569" y="820"/>
                  </a:moveTo>
                  <a:cubicBezTo>
                    <a:pt x="6616" y="820"/>
                    <a:pt x="8318" y="2489"/>
                    <a:pt x="8318" y="4537"/>
                  </a:cubicBezTo>
                  <a:cubicBezTo>
                    <a:pt x="8318" y="6553"/>
                    <a:pt x="6616" y="8255"/>
                    <a:pt x="4569" y="8255"/>
                  </a:cubicBezTo>
                  <a:cubicBezTo>
                    <a:pt x="2521" y="8255"/>
                    <a:pt x="882" y="6616"/>
                    <a:pt x="882" y="4537"/>
                  </a:cubicBezTo>
                  <a:cubicBezTo>
                    <a:pt x="882" y="2426"/>
                    <a:pt x="2521" y="820"/>
                    <a:pt x="4569" y="820"/>
                  </a:cubicBezTo>
                  <a:close/>
                  <a:moveTo>
                    <a:pt x="1260" y="0"/>
                  </a:moveTo>
                  <a:cubicBezTo>
                    <a:pt x="599" y="0"/>
                    <a:pt x="0" y="536"/>
                    <a:pt x="0" y="1229"/>
                  </a:cubicBezTo>
                  <a:lnTo>
                    <a:pt x="0" y="7845"/>
                  </a:lnTo>
                  <a:cubicBezTo>
                    <a:pt x="0" y="8507"/>
                    <a:pt x="567" y="9042"/>
                    <a:pt x="1260" y="9042"/>
                  </a:cubicBezTo>
                  <a:lnTo>
                    <a:pt x="7877" y="9042"/>
                  </a:lnTo>
                  <a:cubicBezTo>
                    <a:pt x="7910" y="9046"/>
                    <a:pt x="7944" y="9047"/>
                    <a:pt x="7977" y="9047"/>
                  </a:cubicBezTo>
                  <a:cubicBezTo>
                    <a:pt x="8598" y="9047"/>
                    <a:pt x="9137" y="8503"/>
                    <a:pt x="9137" y="7845"/>
                  </a:cubicBezTo>
                  <a:lnTo>
                    <a:pt x="9137" y="1229"/>
                  </a:lnTo>
                  <a:cubicBezTo>
                    <a:pt x="9137" y="536"/>
                    <a:pt x="8601" y="0"/>
                    <a:pt x="787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26" name="Google Shape;9526;p72"/>
            <p:cNvSpPr/>
            <p:nvPr/>
          </p:nvSpPr>
          <p:spPr>
            <a:xfrm>
              <a:off x="-12056700" y="3751825"/>
              <a:ext cx="144950" cy="144950"/>
            </a:xfrm>
            <a:custGeom>
              <a:avLst/>
              <a:gdLst/>
              <a:ahLst/>
              <a:cxnLst/>
              <a:rect l="l" t="t" r="r" b="b"/>
              <a:pathLst>
                <a:path w="5798" h="5798" extrusionOk="0">
                  <a:moveTo>
                    <a:pt x="2868" y="788"/>
                  </a:moveTo>
                  <a:cubicBezTo>
                    <a:pt x="4033" y="788"/>
                    <a:pt x="4947" y="1733"/>
                    <a:pt x="4947" y="2899"/>
                  </a:cubicBezTo>
                  <a:cubicBezTo>
                    <a:pt x="4947" y="4033"/>
                    <a:pt x="4033" y="4978"/>
                    <a:pt x="2868" y="4978"/>
                  </a:cubicBezTo>
                  <a:cubicBezTo>
                    <a:pt x="1733" y="4978"/>
                    <a:pt x="788" y="4033"/>
                    <a:pt x="788" y="2899"/>
                  </a:cubicBezTo>
                  <a:cubicBezTo>
                    <a:pt x="788" y="1733"/>
                    <a:pt x="1733" y="788"/>
                    <a:pt x="2868" y="788"/>
                  </a:cubicBezTo>
                  <a:close/>
                  <a:moveTo>
                    <a:pt x="2868" y="1"/>
                  </a:moveTo>
                  <a:cubicBezTo>
                    <a:pt x="1261" y="1"/>
                    <a:pt x="1" y="1324"/>
                    <a:pt x="1" y="2899"/>
                  </a:cubicBezTo>
                  <a:cubicBezTo>
                    <a:pt x="1" y="4506"/>
                    <a:pt x="1292" y="5798"/>
                    <a:pt x="2868" y="5798"/>
                  </a:cubicBezTo>
                  <a:cubicBezTo>
                    <a:pt x="4474" y="5798"/>
                    <a:pt x="5797" y="4506"/>
                    <a:pt x="5797" y="2899"/>
                  </a:cubicBezTo>
                  <a:cubicBezTo>
                    <a:pt x="5797" y="1324"/>
                    <a:pt x="4474" y="1"/>
                    <a:pt x="286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27" name="Google Shape;9527;p72"/>
            <p:cNvSpPr/>
            <p:nvPr/>
          </p:nvSpPr>
          <p:spPr>
            <a:xfrm>
              <a:off x="-12016525" y="3792775"/>
              <a:ext cx="63025" cy="63050"/>
            </a:xfrm>
            <a:custGeom>
              <a:avLst/>
              <a:gdLst/>
              <a:ahLst/>
              <a:cxnLst/>
              <a:rect l="l" t="t" r="r" b="b"/>
              <a:pathLst>
                <a:path w="2521" h="2522" extrusionOk="0">
                  <a:moveTo>
                    <a:pt x="1261" y="1"/>
                  </a:moveTo>
                  <a:cubicBezTo>
                    <a:pt x="567" y="1"/>
                    <a:pt x="0" y="537"/>
                    <a:pt x="0" y="1261"/>
                  </a:cubicBezTo>
                  <a:cubicBezTo>
                    <a:pt x="0" y="1954"/>
                    <a:pt x="567" y="2521"/>
                    <a:pt x="1261" y="2521"/>
                  </a:cubicBezTo>
                  <a:cubicBezTo>
                    <a:pt x="1954" y="2521"/>
                    <a:pt x="2521" y="1954"/>
                    <a:pt x="2521" y="1261"/>
                  </a:cubicBezTo>
                  <a:cubicBezTo>
                    <a:pt x="2521" y="537"/>
                    <a:pt x="1954" y="1"/>
                    <a:pt x="126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528" name="Google Shape;9528;p72"/>
          <p:cNvGrpSpPr/>
          <p:nvPr/>
        </p:nvGrpSpPr>
        <p:grpSpPr>
          <a:xfrm>
            <a:off x="8871827" y="3222428"/>
            <a:ext cx="472847" cy="474976"/>
            <a:chOff x="-12160675" y="4081850"/>
            <a:chExt cx="352100" cy="353650"/>
          </a:xfrm>
        </p:grpSpPr>
        <p:sp>
          <p:nvSpPr>
            <p:cNvPr id="9529" name="Google Shape;9529;p72"/>
            <p:cNvSpPr/>
            <p:nvPr/>
          </p:nvSpPr>
          <p:spPr>
            <a:xfrm>
              <a:off x="-12014950" y="4081850"/>
              <a:ext cx="61450" cy="62275"/>
            </a:xfrm>
            <a:custGeom>
              <a:avLst/>
              <a:gdLst/>
              <a:ahLst/>
              <a:cxnLst/>
              <a:rect l="l" t="t" r="r" b="b"/>
              <a:pathLst>
                <a:path w="2458" h="2491" extrusionOk="0">
                  <a:moveTo>
                    <a:pt x="1198" y="0"/>
                  </a:moveTo>
                  <a:cubicBezTo>
                    <a:pt x="536" y="0"/>
                    <a:pt x="0" y="599"/>
                    <a:pt x="0" y="1260"/>
                  </a:cubicBezTo>
                  <a:cubicBezTo>
                    <a:pt x="0" y="1922"/>
                    <a:pt x="536" y="2489"/>
                    <a:pt x="1198" y="2489"/>
                  </a:cubicBezTo>
                  <a:cubicBezTo>
                    <a:pt x="1216" y="2490"/>
                    <a:pt x="1235" y="2490"/>
                    <a:pt x="1253" y="2490"/>
                  </a:cubicBezTo>
                  <a:cubicBezTo>
                    <a:pt x="1892" y="2490"/>
                    <a:pt x="2458" y="1965"/>
                    <a:pt x="2458" y="1260"/>
                  </a:cubicBezTo>
                  <a:cubicBezTo>
                    <a:pt x="2458" y="599"/>
                    <a:pt x="1922" y="0"/>
                    <a:pt x="119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30" name="Google Shape;9530;p72"/>
            <p:cNvSpPr/>
            <p:nvPr/>
          </p:nvSpPr>
          <p:spPr>
            <a:xfrm>
              <a:off x="-12077175" y="4352000"/>
              <a:ext cx="186700" cy="83500"/>
            </a:xfrm>
            <a:custGeom>
              <a:avLst/>
              <a:gdLst/>
              <a:ahLst/>
              <a:cxnLst/>
              <a:rect l="l" t="t" r="r" b="b"/>
              <a:pathLst>
                <a:path w="7468" h="3340" extrusionOk="0">
                  <a:moveTo>
                    <a:pt x="1639" y="0"/>
                  </a:moveTo>
                  <a:cubicBezTo>
                    <a:pt x="1166" y="0"/>
                    <a:pt x="820" y="347"/>
                    <a:pt x="820" y="819"/>
                  </a:cubicBezTo>
                  <a:lnTo>
                    <a:pt x="820" y="1670"/>
                  </a:lnTo>
                  <a:cubicBezTo>
                    <a:pt x="347" y="1670"/>
                    <a:pt x="0" y="2048"/>
                    <a:pt x="0" y="2521"/>
                  </a:cubicBezTo>
                  <a:lnTo>
                    <a:pt x="0" y="2899"/>
                  </a:lnTo>
                  <a:cubicBezTo>
                    <a:pt x="0" y="3151"/>
                    <a:pt x="189" y="3340"/>
                    <a:pt x="410" y="3340"/>
                  </a:cubicBezTo>
                  <a:lnTo>
                    <a:pt x="7026" y="3340"/>
                  </a:lnTo>
                  <a:cubicBezTo>
                    <a:pt x="7278" y="3340"/>
                    <a:pt x="7467" y="3151"/>
                    <a:pt x="7467" y="2899"/>
                  </a:cubicBezTo>
                  <a:lnTo>
                    <a:pt x="7467" y="2521"/>
                  </a:lnTo>
                  <a:cubicBezTo>
                    <a:pt x="7467" y="2048"/>
                    <a:pt x="7121" y="1670"/>
                    <a:pt x="6648" y="1670"/>
                  </a:cubicBezTo>
                  <a:lnTo>
                    <a:pt x="6648" y="819"/>
                  </a:lnTo>
                  <a:cubicBezTo>
                    <a:pt x="6616" y="347"/>
                    <a:pt x="6207" y="0"/>
                    <a:pt x="576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31" name="Google Shape;9531;p72"/>
            <p:cNvSpPr/>
            <p:nvPr/>
          </p:nvSpPr>
          <p:spPr>
            <a:xfrm>
              <a:off x="-11911775" y="4186000"/>
              <a:ext cx="103200" cy="101425"/>
            </a:xfrm>
            <a:custGeom>
              <a:avLst/>
              <a:gdLst/>
              <a:ahLst/>
              <a:cxnLst/>
              <a:rect l="l" t="t" r="r" b="b"/>
              <a:pathLst>
                <a:path w="4128" h="4057" extrusionOk="0">
                  <a:moveTo>
                    <a:pt x="2060" y="1"/>
                  </a:moveTo>
                  <a:cubicBezTo>
                    <a:pt x="1914" y="1"/>
                    <a:pt x="1765" y="72"/>
                    <a:pt x="1670" y="213"/>
                  </a:cubicBezTo>
                  <a:lnTo>
                    <a:pt x="1198" y="1190"/>
                  </a:lnTo>
                  <a:lnTo>
                    <a:pt x="221" y="1663"/>
                  </a:lnTo>
                  <a:cubicBezTo>
                    <a:pt x="63" y="1757"/>
                    <a:pt x="0" y="1852"/>
                    <a:pt x="0" y="2009"/>
                  </a:cubicBezTo>
                  <a:cubicBezTo>
                    <a:pt x="0" y="2167"/>
                    <a:pt x="63" y="2324"/>
                    <a:pt x="221" y="2356"/>
                  </a:cubicBezTo>
                  <a:lnTo>
                    <a:pt x="1198" y="2828"/>
                  </a:lnTo>
                  <a:lnTo>
                    <a:pt x="1670" y="3836"/>
                  </a:lnTo>
                  <a:cubicBezTo>
                    <a:pt x="1765" y="3994"/>
                    <a:pt x="1891" y="4057"/>
                    <a:pt x="2048" y="4057"/>
                  </a:cubicBezTo>
                  <a:cubicBezTo>
                    <a:pt x="2206" y="4057"/>
                    <a:pt x="2363" y="3994"/>
                    <a:pt x="2395" y="3836"/>
                  </a:cubicBezTo>
                  <a:lnTo>
                    <a:pt x="2867" y="2828"/>
                  </a:lnTo>
                  <a:lnTo>
                    <a:pt x="3907" y="2356"/>
                  </a:lnTo>
                  <a:cubicBezTo>
                    <a:pt x="4065" y="2293"/>
                    <a:pt x="4128" y="2167"/>
                    <a:pt x="4128" y="2009"/>
                  </a:cubicBezTo>
                  <a:cubicBezTo>
                    <a:pt x="4128" y="1852"/>
                    <a:pt x="4033" y="1757"/>
                    <a:pt x="3939" y="1663"/>
                  </a:cubicBezTo>
                  <a:lnTo>
                    <a:pt x="2899" y="1190"/>
                  </a:lnTo>
                  <a:lnTo>
                    <a:pt x="2426" y="213"/>
                  </a:lnTo>
                  <a:cubicBezTo>
                    <a:pt x="2348" y="72"/>
                    <a:pt x="2206" y="1"/>
                    <a:pt x="206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32" name="Google Shape;9532;p72"/>
            <p:cNvSpPr/>
            <p:nvPr/>
          </p:nvSpPr>
          <p:spPr>
            <a:xfrm>
              <a:off x="-12160675" y="4186000"/>
              <a:ext cx="104000" cy="101425"/>
            </a:xfrm>
            <a:custGeom>
              <a:avLst/>
              <a:gdLst/>
              <a:ahLst/>
              <a:cxnLst/>
              <a:rect l="l" t="t" r="r" b="b"/>
              <a:pathLst>
                <a:path w="4160" h="4057" extrusionOk="0">
                  <a:moveTo>
                    <a:pt x="2092" y="1"/>
                  </a:moveTo>
                  <a:cubicBezTo>
                    <a:pt x="1946" y="1"/>
                    <a:pt x="1797" y="72"/>
                    <a:pt x="1702" y="213"/>
                  </a:cubicBezTo>
                  <a:lnTo>
                    <a:pt x="1230" y="1190"/>
                  </a:lnTo>
                  <a:lnTo>
                    <a:pt x="221" y="1663"/>
                  </a:lnTo>
                  <a:cubicBezTo>
                    <a:pt x="64" y="1757"/>
                    <a:pt x="1" y="1852"/>
                    <a:pt x="1" y="2009"/>
                  </a:cubicBezTo>
                  <a:cubicBezTo>
                    <a:pt x="1" y="2167"/>
                    <a:pt x="64" y="2324"/>
                    <a:pt x="221" y="2387"/>
                  </a:cubicBezTo>
                  <a:lnTo>
                    <a:pt x="1230" y="2860"/>
                  </a:lnTo>
                  <a:lnTo>
                    <a:pt x="1702" y="3836"/>
                  </a:lnTo>
                  <a:cubicBezTo>
                    <a:pt x="1797" y="3994"/>
                    <a:pt x="1923" y="4057"/>
                    <a:pt x="2080" y="4057"/>
                  </a:cubicBezTo>
                  <a:cubicBezTo>
                    <a:pt x="2238" y="4057"/>
                    <a:pt x="2395" y="3994"/>
                    <a:pt x="2427" y="3836"/>
                  </a:cubicBezTo>
                  <a:lnTo>
                    <a:pt x="2899" y="2860"/>
                  </a:lnTo>
                  <a:lnTo>
                    <a:pt x="3876" y="2387"/>
                  </a:lnTo>
                  <a:cubicBezTo>
                    <a:pt x="4034" y="2324"/>
                    <a:pt x="4160" y="2167"/>
                    <a:pt x="4160" y="2009"/>
                  </a:cubicBezTo>
                  <a:cubicBezTo>
                    <a:pt x="4160" y="1852"/>
                    <a:pt x="4065" y="1694"/>
                    <a:pt x="3939" y="1663"/>
                  </a:cubicBezTo>
                  <a:lnTo>
                    <a:pt x="2931" y="1190"/>
                  </a:lnTo>
                  <a:lnTo>
                    <a:pt x="2458" y="213"/>
                  </a:lnTo>
                  <a:cubicBezTo>
                    <a:pt x="2380" y="72"/>
                    <a:pt x="2238" y="1"/>
                    <a:pt x="209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33" name="Google Shape;9533;p72"/>
            <p:cNvSpPr/>
            <p:nvPr/>
          </p:nvSpPr>
          <p:spPr>
            <a:xfrm>
              <a:off x="-12049600" y="4144075"/>
              <a:ext cx="127600" cy="67750"/>
            </a:xfrm>
            <a:custGeom>
              <a:avLst/>
              <a:gdLst/>
              <a:ahLst/>
              <a:cxnLst/>
              <a:rect l="l" t="t" r="r" b="b"/>
              <a:pathLst>
                <a:path w="5104" h="2710" extrusionOk="0">
                  <a:moveTo>
                    <a:pt x="851" y="0"/>
                  </a:moveTo>
                  <a:cubicBezTo>
                    <a:pt x="819" y="32"/>
                    <a:pt x="662" y="63"/>
                    <a:pt x="599" y="189"/>
                  </a:cubicBezTo>
                  <a:cubicBezTo>
                    <a:pt x="63" y="945"/>
                    <a:pt x="0" y="1890"/>
                    <a:pt x="347" y="2710"/>
                  </a:cubicBezTo>
                  <a:lnTo>
                    <a:pt x="2394" y="1670"/>
                  </a:lnTo>
                  <a:cubicBezTo>
                    <a:pt x="2426" y="1638"/>
                    <a:pt x="2521" y="1638"/>
                    <a:pt x="2552" y="1638"/>
                  </a:cubicBezTo>
                  <a:cubicBezTo>
                    <a:pt x="2647" y="1638"/>
                    <a:pt x="2678" y="1638"/>
                    <a:pt x="2710" y="1670"/>
                  </a:cubicBezTo>
                  <a:lnTo>
                    <a:pt x="4757" y="2710"/>
                  </a:lnTo>
                  <a:cubicBezTo>
                    <a:pt x="5104" y="1890"/>
                    <a:pt x="5041" y="945"/>
                    <a:pt x="4537" y="189"/>
                  </a:cubicBezTo>
                  <a:cubicBezTo>
                    <a:pt x="4442" y="63"/>
                    <a:pt x="4316" y="0"/>
                    <a:pt x="415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34" name="Google Shape;9534;p72"/>
            <p:cNvSpPr/>
            <p:nvPr/>
          </p:nvSpPr>
          <p:spPr>
            <a:xfrm>
              <a:off x="-12033850" y="4212600"/>
              <a:ext cx="99250" cy="118150"/>
            </a:xfrm>
            <a:custGeom>
              <a:avLst/>
              <a:gdLst/>
              <a:ahLst/>
              <a:cxnLst/>
              <a:rect l="l" t="t" r="r" b="b"/>
              <a:pathLst>
                <a:path w="3970" h="4726" extrusionOk="0">
                  <a:moveTo>
                    <a:pt x="1575" y="0"/>
                  </a:moveTo>
                  <a:lnTo>
                    <a:pt x="0" y="788"/>
                  </a:lnTo>
                  <a:lnTo>
                    <a:pt x="662" y="4726"/>
                  </a:lnTo>
                  <a:lnTo>
                    <a:pt x="3308" y="4726"/>
                  </a:lnTo>
                  <a:lnTo>
                    <a:pt x="3970" y="788"/>
                  </a:lnTo>
                  <a:lnTo>
                    <a:pt x="2395" y="0"/>
                  </a:lnTo>
                  <a:lnTo>
                    <a:pt x="2395" y="1827"/>
                  </a:lnTo>
                  <a:cubicBezTo>
                    <a:pt x="2395" y="2048"/>
                    <a:pt x="2206" y="2268"/>
                    <a:pt x="1954" y="2268"/>
                  </a:cubicBezTo>
                  <a:cubicBezTo>
                    <a:pt x="1733" y="2268"/>
                    <a:pt x="1575" y="2048"/>
                    <a:pt x="1575" y="1827"/>
                  </a:cubicBezTo>
                  <a:lnTo>
                    <a:pt x="157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535" name="Google Shape;9535;p72"/>
          <p:cNvGrpSpPr/>
          <p:nvPr/>
        </p:nvGrpSpPr>
        <p:grpSpPr>
          <a:xfrm>
            <a:off x="6478448" y="3855019"/>
            <a:ext cx="473888" cy="474203"/>
            <a:chOff x="-10391650" y="3180600"/>
            <a:chExt cx="352875" cy="353075"/>
          </a:xfrm>
        </p:grpSpPr>
        <p:sp>
          <p:nvSpPr>
            <p:cNvPr id="9536" name="Google Shape;9536;p72"/>
            <p:cNvSpPr/>
            <p:nvPr/>
          </p:nvSpPr>
          <p:spPr>
            <a:xfrm>
              <a:off x="-10390875" y="3263500"/>
              <a:ext cx="352100" cy="42550"/>
            </a:xfrm>
            <a:custGeom>
              <a:avLst/>
              <a:gdLst/>
              <a:ahLst/>
              <a:cxnLst/>
              <a:rect l="l" t="t" r="r" b="b"/>
              <a:pathLst>
                <a:path w="14084" h="1702" extrusionOk="0">
                  <a:moveTo>
                    <a:pt x="820" y="1"/>
                  </a:moveTo>
                  <a:cubicBezTo>
                    <a:pt x="347" y="1"/>
                    <a:pt x="1" y="379"/>
                    <a:pt x="1" y="851"/>
                  </a:cubicBezTo>
                  <a:lnTo>
                    <a:pt x="1" y="1261"/>
                  </a:lnTo>
                  <a:cubicBezTo>
                    <a:pt x="1" y="1513"/>
                    <a:pt x="190" y="1702"/>
                    <a:pt x="410" y="1702"/>
                  </a:cubicBezTo>
                  <a:lnTo>
                    <a:pt x="13674" y="1702"/>
                  </a:lnTo>
                  <a:cubicBezTo>
                    <a:pt x="13894" y="1702"/>
                    <a:pt x="14083" y="1513"/>
                    <a:pt x="14083" y="1261"/>
                  </a:cubicBezTo>
                  <a:lnTo>
                    <a:pt x="14083" y="851"/>
                  </a:lnTo>
                  <a:cubicBezTo>
                    <a:pt x="14083" y="410"/>
                    <a:pt x="13705" y="1"/>
                    <a:pt x="1326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37" name="Google Shape;9537;p72"/>
            <p:cNvSpPr/>
            <p:nvPr/>
          </p:nvSpPr>
          <p:spPr>
            <a:xfrm>
              <a:off x="-10391650" y="3451750"/>
              <a:ext cx="352875" cy="81925"/>
            </a:xfrm>
            <a:custGeom>
              <a:avLst/>
              <a:gdLst/>
              <a:ahLst/>
              <a:cxnLst/>
              <a:rect l="l" t="t" r="r" b="b"/>
              <a:pathLst>
                <a:path w="14115" h="3277" extrusionOk="0">
                  <a:moveTo>
                    <a:pt x="2079" y="0"/>
                  </a:moveTo>
                  <a:cubicBezTo>
                    <a:pt x="1418" y="0"/>
                    <a:pt x="819" y="536"/>
                    <a:pt x="819" y="1229"/>
                  </a:cubicBezTo>
                  <a:lnTo>
                    <a:pt x="819" y="1607"/>
                  </a:lnTo>
                  <a:cubicBezTo>
                    <a:pt x="347" y="1607"/>
                    <a:pt x="0" y="1954"/>
                    <a:pt x="0" y="2458"/>
                  </a:cubicBezTo>
                  <a:lnTo>
                    <a:pt x="0" y="2867"/>
                  </a:lnTo>
                  <a:cubicBezTo>
                    <a:pt x="0" y="3119"/>
                    <a:pt x="189" y="3277"/>
                    <a:pt x="378" y="3277"/>
                  </a:cubicBezTo>
                  <a:lnTo>
                    <a:pt x="13642" y="3277"/>
                  </a:lnTo>
                  <a:cubicBezTo>
                    <a:pt x="13894" y="3277"/>
                    <a:pt x="14083" y="3088"/>
                    <a:pt x="14083" y="2867"/>
                  </a:cubicBezTo>
                  <a:lnTo>
                    <a:pt x="14083" y="2458"/>
                  </a:lnTo>
                  <a:cubicBezTo>
                    <a:pt x="14114" y="1954"/>
                    <a:pt x="13736" y="1607"/>
                    <a:pt x="13295" y="1607"/>
                  </a:cubicBezTo>
                  <a:lnTo>
                    <a:pt x="13295" y="1229"/>
                  </a:lnTo>
                  <a:cubicBezTo>
                    <a:pt x="13295" y="567"/>
                    <a:pt x="12760" y="0"/>
                    <a:pt x="1203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38" name="Google Shape;9538;p72"/>
            <p:cNvSpPr/>
            <p:nvPr/>
          </p:nvSpPr>
          <p:spPr>
            <a:xfrm>
              <a:off x="-10327075" y="3180600"/>
              <a:ext cx="223700" cy="62450"/>
            </a:xfrm>
            <a:custGeom>
              <a:avLst/>
              <a:gdLst/>
              <a:ahLst/>
              <a:cxnLst/>
              <a:rect l="l" t="t" r="r" b="b"/>
              <a:pathLst>
                <a:path w="8948" h="2498" extrusionOk="0">
                  <a:moveTo>
                    <a:pt x="4490" y="1"/>
                  </a:moveTo>
                  <a:cubicBezTo>
                    <a:pt x="4419" y="1"/>
                    <a:pt x="4348" y="24"/>
                    <a:pt x="4285" y="72"/>
                  </a:cubicBezTo>
                  <a:lnTo>
                    <a:pt x="0" y="2498"/>
                  </a:lnTo>
                  <a:lnTo>
                    <a:pt x="8948" y="2498"/>
                  </a:lnTo>
                  <a:lnTo>
                    <a:pt x="4695" y="72"/>
                  </a:lnTo>
                  <a:cubicBezTo>
                    <a:pt x="4632" y="24"/>
                    <a:pt x="4561" y="1"/>
                    <a:pt x="449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39" name="Google Shape;9539;p72"/>
            <p:cNvSpPr/>
            <p:nvPr/>
          </p:nvSpPr>
          <p:spPr>
            <a:xfrm>
              <a:off x="-10245950" y="3325725"/>
              <a:ext cx="61450" cy="104775"/>
            </a:xfrm>
            <a:custGeom>
              <a:avLst/>
              <a:gdLst/>
              <a:ahLst/>
              <a:cxnLst/>
              <a:rect l="l" t="t" r="r" b="b"/>
              <a:pathLst>
                <a:path w="2458" h="4191" extrusionOk="0">
                  <a:moveTo>
                    <a:pt x="0" y="1"/>
                  </a:moveTo>
                  <a:lnTo>
                    <a:pt x="0" y="4191"/>
                  </a:lnTo>
                  <a:lnTo>
                    <a:pt x="2458" y="4191"/>
                  </a:lnTo>
                  <a:lnTo>
                    <a:pt x="245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40" name="Google Shape;9540;p72"/>
            <p:cNvSpPr/>
            <p:nvPr/>
          </p:nvSpPr>
          <p:spPr>
            <a:xfrm>
              <a:off x="-10142775" y="3325725"/>
              <a:ext cx="63025" cy="104775"/>
            </a:xfrm>
            <a:custGeom>
              <a:avLst/>
              <a:gdLst/>
              <a:ahLst/>
              <a:cxnLst/>
              <a:rect l="l" t="t" r="r" b="b"/>
              <a:pathLst>
                <a:path w="2521" h="4191" extrusionOk="0">
                  <a:moveTo>
                    <a:pt x="1" y="1"/>
                  </a:moveTo>
                  <a:lnTo>
                    <a:pt x="1" y="4191"/>
                  </a:lnTo>
                  <a:lnTo>
                    <a:pt x="2521" y="4191"/>
                  </a:lnTo>
                  <a:lnTo>
                    <a:pt x="252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41" name="Google Shape;9541;p72"/>
            <p:cNvSpPr/>
            <p:nvPr/>
          </p:nvSpPr>
          <p:spPr>
            <a:xfrm>
              <a:off x="-10350700" y="3325725"/>
              <a:ext cx="62250" cy="104775"/>
            </a:xfrm>
            <a:custGeom>
              <a:avLst/>
              <a:gdLst/>
              <a:ahLst/>
              <a:cxnLst/>
              <a:rect l="l" t="t" r="r" b="b"/>
              <a:pathLst>
                <a:path w="2490" h="4191" extrusionOk="0">
                  <a:moveTo>
                    <a:pt x="0" y="1"/>
                  </a:moveTo>
                  <a:lnTo>
                    <a:pt x="0" y="4191"/>
                  </a:lnTo>
                  <a:lnTo>
                    <a:pt x="2489" y="4191"/>
                  </a:lnTo>
                  <a:lnTo>
                    <a:pt x="248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542" name="Google Shape;9542;p72"/>
          <p:cNvGrpSpPr/>
          <p:nvPr/>
        </p:nvGrpSpPr>
        <p:grpSpPr>
          <a:xfrm>
            <a:off x="6478447" y="4490750"/>
            <a:ext cx="472847" cy="471853"/>
            <a:chOff x="-10390875" y="3616350"/>
            <a:chExt cx="352100" cy="351325"/>
          </a:xfrm>
        </p:grpSpPr>
        <p:sp>
          <p:nvSpPr>
            <p:cNvPr id="9543" name="Google Shape;9543;p72"/>
            <p:cNvSpPr/>
            <p:nvPr/>
          </p:nvSpPr>
          <p:spPr>
            <a:xfrm>
              <a:off x="-10308950" y="3780175"/>
              <a:ext cx="186675" cy="104800"/>
            </a:xfrm>
            <a:custGeom>
              <a:avLst/>
              <a:gdLst/>
              <a:ahLst/>
              <a:cxnLst/>
              <a:rect l="l" t="t" r="r" b="b"/>
              <a:pathLst>
                <a:path w="7467" h="4192" extrusionOk="0">
                  <a:moveTo>
                    <a:pt x="0" y="1"/>
                  </a:moveTo>
                  <a:lnTo>
                    <a:pt x="0" y="4191"/>
                  </a:lnTo>
                  <a:lnTo>
                    <a:pt x="7467" y="4191"/>
                  </a:lnTo>
                  <a:lnTo>
                    <a:pt x="746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44" name="Google Shape;9544;p72"/>
            <p:cNvSpPr/>
            <p:nvPr/>
          </p:nvSpPr>
          <p:spPr>
            <a:xfrm>
              <a:off x="-10390875" y="3698275"/>
              <a:ext cx="352100" cy="269400"/>
            </a:xfrm>
            <a:custGeom>
              <a:avLst/>
              <a:gdLst/>
              <a:ahLst/>
              <a:cxnLst/>
              <a:rect l="l" t="t" r="r" b="b"/>
              <a:pathLst>
                <a:path w="14084" h="10776" extrusionOk="0">
                  <a:moveTo>
                    <a:pt x="11216" y="2426"/>
                  </a:moveTo>
                  <a:cubicBezTo>
                    <a:pt x="11468" y="2426"/>
                    <a:pt x="11626" y="2615"/>
                    <a:pt x="11626" y="2867"/>
                  </a:cubicBezTo>
                  <a:lnTo>
                    <a:pt x="11626" y="7845"/>
                  </a:lnTo>
                  <a:cubicBezTo>
                    <a:pt x="11626" y="8097"/>
                    <a:pt x="11437" y="8255"/>
                    <a:pt x="11216" y="8255"/>
                  </a:cubicBezTo>
                  <a:lnTo>
                    <a:pt x="2931" y="8255"/>
                  </a:lnTo>
                  <a:cubicBezTo>
                    <a:pt x="2678" y="8255"/>
                    <a:pt x="2489" y="8066"/>
                    <a:pt x="2489" y="7845"/>
                  </a:cubicBezTo>
                  <a:lnTo>
                    <a:pt x="2489" y="2867"/>
                  </a:lnTo>
                  <a:cubicBezTo>
                    <a:pt x="2489" y="2615"/>
                    <a:pt x="2678" y="2426"/>
                    <a:pt x="2931" y="2426"/>
                  </a:cubicBezTo>
                  <a:close/>
                  <a:moveTo>
                    <a:pt x="1670" y="0"/>
                  </a:moveTo>
                  <a:cubicBezTo>
                    <a:pt x="757" y="0"/>
                    <a:pt x="1" y="725"/>
                    <a:pt x="1" y="1639"/>
                  </a:cubicBezTo>
                  <a:cubicBezTo>
                    <a:pt x="1" y="2237"/>
                    <a:pt x="316" y="2773"/>
                    <a:pt x="820" y="3056"/>
                  </a:cubicBezTo>
                  <a:lnTo>
                    <a:pt x="820" y="7719"/>
                  </a:lnTo>
                  <a:cubicBezTo>
                    <a:pt x="316" y="7971"/>
                    <a:pt x="1" y="8538"/>
                    <a:pt x="1" y="9137"/>
                  </a:cubicBezTo>
                  <a:cubicBezTo>
                    <a:pt x="1" y="10019"/>
                    <a:pt x="757" y="10775"/>
                    <a:pt x="1670" y="10775"/>
                  </a:cubicBezTo>
                  <a:cubicBezTo>
                    <a:pt x="2237" y="10775"/>
                    <a:pt x="2805" y="10460"/>
                    <a:pt x="3057" y="9956"/>
                  </a:cubicBezTo>
                  <a:lnTo>
                    <a:pt x="11027" y="9956"/>
                  </a:lnTo>
                  <a:cubicBezTo>
                    <a:pt x="11311" y="10460"/>
                    <a:pt x="11846" y="10775"/>
                    <a:pt x="12445" y="10775"/>
                  </a:cubicBezTo>
                  <a:cubicBezTo>
                    <a:pt x="13359" y="10775"/>
                    <a:pt x="14083" y="10019"/>
                    <a:pt x="14083" y="9137"/>
                  </a:cubicBezTo>
                  <a:cubicBezTo>
                    <a:pt x="14083" y="8538"/>
                    <a:pt x="13800" y="7971"/>
                    <a:pt x="13264" y="7719"/>
                  </a:cubicBezTo>
                  <a:lnTo>
                    <a:pt x="13264" y="3056"/>
                  </a:lnTo>
                  <a:cubicBezTo>
                    <a:pt x="13800" y="2741"/>
                    <a:pt x="14083" y="2237"/>
                    <a:pt x="14083" y="1639"/>
                  </a:cubicBezTo>
                  <a:cubicBezTo>
                    <a:pt x="14083" y="725"/>
                    <a:pt x="13359" y="0"/>
                    <a:pt x="12445" y="0"/>
                  </a:cubicBezTo>
                  <a:cubicBezTo>
                    <a:pt x="11846" y="0"/>
                    <a:pt x="11311" y="315"/>
                    <a:pt x="11027" y="820"/>
                  </a:cubicBezTo>
                  <a:lnTo>
                    <a:pt x="3057" y="820"/>
                  </a:lnTo>
                  <a:cubicBezTo>
                    <a:pt x="2805" y="315"/>
                    <a:pt x="2237" y="0"/>
                    <a:pt x="167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45" name="Google Shape;9545;p72"/>
            <p:cNvSpPr/>
            <p:nvPr/>
          </p:nvSpPr>
          <p:spPr>
            <a:xfrm>
              <a:off x="-10268000" y="3616350"/>
              <a:ext cx="103975" cy="81150"/>
            </a:xfrm>
            <a:custGeom>
              <a:avLst/>
              <a:gdLst/>
              <a:ahLst/>
              <a:cxnLst/>
              <a:rect l="l" t="t" r="r" b="b"/>
              <a:pathLst>
                <a:path w="4159" h="3246" extrusionOk="0">
                  <a:moveTo>
                    <a:pt x="2048" y="1"/>
                  </a:moveTo>
                  <a:cubicBezTo>
                    <a:pt x="1387" y="1"/>
                    <a:pt x="851" y="536"/>
                    <a:pt x="851" y="1230"/>
                  </a:cubicBezTo>
                  <a:cubicBezTo>
                    <a:pt x="851" y="1450"/>
                    <a:pt x="914" y="1671"/>
                    <a:pt x="1040" y="1891"/>
                  </a:cubicBezTo>
                  <a:lnTo>
                    <a:pt x="0" y="3246"/>
                  </a:lnTo>
                  <a:lnTo>
                    <a:pt x="1072" y="3246"/>
                  </a:lnTo>
                  <a:lnTo>
                    <a:pt x="1733" y="2364"/>
                  </a:lnTo>
                  <a:cubicBezTo>
                    <a:pt x="1859" y="2395"/>
                    <a:pt x="1985" y="2427"/>
                    <a:pt x="2080" y="2427"/>
                  </a:cubicBezTo>
                  <a:cubicBezTo>
                    <a:pt x="2206" y="2427"/>
                    <a:pt x="2332" y="2395"/>
                    <a:pt x="2458" y="2364"/>
                  </a:cubicBezTo>
                  <a:lnTo>
                    <a:pt x="3119" y="3246"/>
                  </a:lnTo>
                  <a:lnTo>
                    <a:pt x="4159" y="3246"/>
                  </a:lnTo>
                  <a:lnTo>
                    <a:pt x="3119" y="1891"/>
                  </a:lnTo>
                  <a:cubicBezTo>
                    <a:pt x="3245" y="1671"/>
                    <a:pt x="3308" y="1450"/>
                    <a:pt x="3308" y="1230"/>
                  </a:cubicBezTo>
                  <a:cubicBezTo>
                    <a:pt x="3308" y="536"/>
                    <a:pt x="2773" y="1"/>
                    <a:pt x="204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546" name="Google Shape;9546;p72"/>
          <p:cNvGrpSpPr/>
          <p:nvPr/>
        </p:nvGrpSpPr>
        <p:grpSpPr>
          <a:xfrm>
            <a:off x="10034414" y="3856970"/>
            <a:ext cx="416780" cy="472893"/>
            <a:chOff x="-10370400" y="4049550"/>
            <a:chExt cx="310350" cy="352100"/>
          </a:xfrm>
        </p:grpSpPr>
        <p:sp>
          <p:nvSpPr>
            <p:cNvPr id="9547" name="Google Shape;9547;p72"/>
            <p:cNvSpPr/>
            <p:nvPr/>
          </p:nvSpPr>
          <p:spPr>
            <a:xfrm>
              <a:off x="-10308175" y="4224400"/>
              <a:ext cx="185900" cy="115800"/>
            </a:xfrm>
            <a:custGeom>
              <a:avLst/>
              <a:gdLst/>
              <a:ahLst/>
              <a:cxnLst/>
              <a:rect l="l" t="t" r="r" b="b"/>
              <a:pathLst>
                <a:path w="7436" h="4632" extrusionOk="0">
                  <a:moveTo>
                    <a:pt x="1" y="1"/>
                  </a:moveTo>
                  <a:lnTo>
                    <a:pt x="1" y="4632"/>
                  </a:lnTo>
                  <a:lnTo>
                    <a:pt x="1639" y="4632"/>
                  </a:lnTo>
                  <a:lnTo>
                    <a:pt x="1639" y="1261"/>
                  </a:lnTo>
                  <a:cubicBezTo>
                    <a:pt x="1639" y="1040"/>
                    <a:pt x="1859" y="883"/>
                    <a:pt x="2048" y="883"/>
                  </a:cubicBezTo>
                  <a:cubicBezTo>
                    <a:pt x="2269" y="883"/>
                    <a:pt x="2489" y="1072"/>
                    <a:pt x="2489" y="1261"/>
                  </a:cubicBezTo>
                  <a:lnTo>
                    <a:pt x="2489" y="4632"/>
                  </a:lnTo>
                  <a:lnTo>
                    <a:pt x="3309" y="4632"/>
                  </a:lnTo>
                  <a:lnTo>
                    <a:pt x="3309" y="1261"/>
                  </a:lnTo>
                  <a:cubicBezTo>
                    <a:pt x="3309" y="1040"/>
                    <a:pt x="3498" y="883"/>
                    <a:pt x="3750" y="883"/>
                  </a:cubicBezTo>
                  <a:cubicBezTo>
                    <a:pt x="3970" y="883"/>
                    <a:pt x="4128" y="1072"/>
                    <a:pt x="4128" y="1261"/>
                  </a:cubicBezTo>
                  <a:lnTo>
                    <a:pt x="4128" y="4632"/>
                  </a:lnTo>
                  <a:lnTo>
                    <a:pt x="4947" y="4632"/>
                  </a:lnTo>
                  <a:lnTo>
                    <a:pt x="4947" y="1261"/>
                  </a:lnTo>
                  <a:cubicBezTo>
                    <a:pt x="4947" y="1040"/>
                    <a:pt x="5167" y="883"/>
                    <a:pt x="5388" y="883"/>
                  </a:cubicBezTo>
                  <a:cubicBezTo>
                    <a:pt x="5640" y="883"/>
                    <a:pt x="5829" y="1072"/>
                    <a:pt x="5829" y="1261"/>
                  </a:cubicBezTo>
                  <a:lnTo>
                    <a:pt x="5829" y="4632"/>
                  </a:lnTo>
                  <a:lnTo>
                    <a:pt x="7436" y="4632"/>
                  </a:lnTo>
                  <a:lnTo>
                    <a:pt x="743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48" name="Google Shape;9548;p72"/>
            <p:cNvSpPr/>
            <p:nvPr/>
          </p:nvSpPr>
          <p:spPr>
            <a:xfrm>
              <a:off x="-10292425" y="4121225"/>
              <a:ext cx="159125" cy="30750"/>
            </a:xfrm>
            <a:custGeom>
              <a:avLst/>
              <a:gdLst/>
              <a:ahLst/>
              <a:cxnLst/>
              <a:rect l="l" t="t" r="r" b="b"/>
              <a:pathLst>
                <a:path w="6365" h="1230" extrusionOk="0">
                  <a:moveTo>
                    <a:pt x="694" y="0"/>
                  </a:moveTo>
                  <a:cubicBezTo>
                    <a:pt x="694" y="158"/>
                    <a:pt x="662" y="316"/>
                    <a:pt x="631" y="442"/>
                  </a:cubicBezTo>
                  <a:cubicBezTo>
                    <a:pt x="505" y="757"/>
                    <a:pt x="284" y="1040"/>
                    <a:pt x="1" y="1229"/>
                  </a:cubicBezTo>
                  <a:lnTo>
                    <a:pt x="6365" y="1229"/>
                  </a:lnTo>
                  <a:cubicBezTo>
                    <a:pt x="6018" y="1040"/>
                    <a:pt x="5798" y="788"/>
                    <a:pt x="5672" y="442"/>
                  </a:cubicBezTo>
                  <a:cubicBezTo>
                    <a:pt x="5577" y="284"/>
                    <a:pt x="5577" y="126"/>
                    <a:pt x="557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49" name="Google Shape;9549;p72"/>
            <p:cNvSpPr/>
            <p:nvPr/>
          </p:nvSpPr>
          <p:spPr>
            <a:xfrm>
              <a:off x="-10370400" y="4049550"/>
              <a:ext cx="310350" cy="91400"/>
            </a:xfrm>
            <a:custGeom>
              <a:avLst/>
              <a:gdLst/>
              <a:ahLst/>
              <a:cxnLst/>
              <a:rect l="l" t="t" r="r" b="b"/>
              <a:pathLst>
                <a:path w="12414" h="3656" extrusionOk="0">
                  <a:moveTo>
                    <a:pt x="2049" y="1"/>
                  </a:moveTo>
                  <a:cubicBezTo>
                    <a:pt x="977" y="1"/>
                    <a:pt x="95" y="820"/>
                    <a:pt x="1" y="1891"/>
                  </a:cubicBezTo>
                  <a:cubicBezTo>
                    <a:pt x="95" y="2867"/>
                    <a:pt x="946" y="3655"/>
                    <a:pt x="1954" y="3655"/>
                  </a:cubicBezTo>
                  <a:cubicBezTo>
                    <a:pt x="2427" y="3655"/>
                    <a:pt x="2773" y="3340"/>
                    <a:pt x="2899" y="3025"/>
                  </a:cubicBezTo>
                  <a:cubicBezTo>
                    <a:pt x="2931" y="2867"/>
                    <a:pt x="2962" y="2678"/>
                    <a:pt x="2805" y="2521"/>
                  </a:cubicBezTo>
                  <a:cubicBezTo>
                    <a:pt x="2729" y="2461"/>
                    <a:pt x="2618" y="2422"/>
                    <a:pt x="2520" y="2422"/>
                  </a:cubicBezTo>
                  <a:cubicBezTo>
                    <a:pt x="2411" y="2422"/>
                    <a:pt x="2317" y="2469"/>
                    <a:pt x="2301" y="2584"/>
                  </a:cubicBezTo>
                  <a:cubicBezTo>
                    <a:pt x="2274" y="2793"/>
                    <a:pt x="2097" y="2915"/>
                    <a:pt x="1911" y="2915"/>
                  </a:cubicBezTo>
                  <a:cubicBezTo>
                    <a:pt x="1873" y="2915"/>
                    <a:pt x="1834" y="2910"/>
                    <a:pt x="1796" y="2899"/>
                  </a:cubicBezTo>
                  <a:cubicBezTo>
                    <a:pt x="1544" y="2867"/>
                    <a:pt x="1418" y="2647"/>
                    <a:pt x="1481" y="2395"/>
                  </a:cubicBezTo>
                  <a:cubicBezTo>
                    <a:pt x="1595" y="1848"/>
                    <a:pt x="2036" y="1594"/>
                    <a:pt x="2500" y="1594"/>
                  </a:cubicBezTo>
                  <a:cubicBezTo>
                    <a:pt x="2811" y="1594"/>
                    <a:pt x="3132" y="1708"/>
                    <a:pt x="3372" y="1922"/>
                  </a:cubicBezTo>
                  <a:lnTo>
                    <a:pt x="3466" y="2048"/>
                  </a:lnTo>
                  <a:lnTo>
                    <a:pt x="8917" y="2048"/>
                  </a:lnTo>
                  <a:lnTo>
                    <a:pt x="9043" y="1922"/>
                  </a:lnTo>
                  <a:cubicBezTo>
                    <a:pt x="9262" y="1715"/>
                    <a:pt x="9561" y="1612"/>
                    <a:pt x="9856" y="1612"/>
                  </a:cubicBezTo>
                  <a:cubicBezTo>
                    <a:pt x="10325" y="1612"/>
                    <a:pt x="10785" y="1873"/>
                    <a:pt x="10901" y="2395"/>
                  </a:cubicBezTo>
                  <a:cubicBezTo>
                    <a:pt x="10964" y="2647"/>
                    <a:pt x="10838" y="2836"/>
                    <a:pt x="10618" y="2899"/>
                  </a:cubicBezTo>
                  <a:cubicBezTo>
                    <a:pt x="10575" y="2910"/>
                    <a:pt x="10533" y="2915"/>
                    <a:pt x="10494" y="2915"/>
                  </a:cubicBezTo>
                  <a:cubicBezTo>
                    <a:pt x="10304" y="2915"/>
                    <a:pt x="10161" y="2793"/>
                    <a:pt x="10082" y="2584"/>
                  </a:cubicBezTo>
                  <a:cubicBezTo>
                    <a:pt x="10066" y="2469"/>
                    <a:pt x="9963" y="2422"/>
                    <a:pt x="9851" y="2422"/>
                  </a:cubicBezTo>
                  <a:cubicBezTo>
                    <a:pt x="9749" y="2422"/>
                    <a:pt x="9638" y="2461"/>
                    <a:pt x="9578" y="2521"/>
                  </a:cubicBezTo>
                  <a:cubicBezTo>
                    <a:pt x="9421" y="2678"/>
                    <a:pt x="9452" y="2867"/>
                    <a:pt x="9515" y="3025"/>
                  </a:cubicBezTo>
                  <a:cubicBezTo>
                    <a:pt x="9610" y="3340"/>
                    <a:pt x="10019" y="3655"/>
                    <a:pt x="10460" y="3655"/>
                  </a:cubicBezTo>
                  <a:cubicBezTo>
                    <a:pt x="11311" y="3655"/>
                    <a:pt x="12067" y="3056"/>
                    <a:pt x="12288" y="2269"/>
                  </a:cubicBezTo>
                  <a:cubicBezTo>
                    <a:pt x="12288" y="2206"/>
                    <a:pt x="12351" y="2111"/>
                    <a:pt x="12351" y="2048"/>
                  </a:cubicBezTo>
                  <a:cubicBezTo>
                    <a:pt x="12414" y="883"/>
                    <a:pt x="11468" y="1"/>
                    <a:pt x="1033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50" name="Google Shape;9550;p72"/>
            <p:cNvSpPr/>
            <p:nvPr/>
          </p:nvSpPr>
          <p:spPr>
            <a:xfrm>
              <a:off x="-10328650" y="4173200"/>
              <a:ext cx="226850" cy="30750"/>
            </a:xfrm>
            <a:custGeom>
              <a:avLst/>
              <a:gdLst/>
              <a:ahLst/>
              <a:cxnLst/>
              <a:rect l="l" t="t" r="r" b="b"/>
              <a:pathLst>
                <a:path w="9074" h="1230" extrusionOk="0">
                  <a:moveTo>
                    <a:pt x="0" y="1"/>
                  </a:moveTo>
                  <a:cubicBezTo>
                    <a:pt x="0" y="694"/>
                    <a:pt x="536" y="1229"/>
                    <a:pt x="1198" y="1229"/>
                  </a:cubicBezTo>
                  <a:lnTo>
                    <a:pt x="7814" y="1229"/>
                  </a:lnTo>
                  <a:cubicBezTo>
                    <a:pt x="8507" y="1229"/>
                    <a:pt x="9074" y="694"/>
                    <a:pt x="907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51" name="Google Shape;9551;p72"/>
            <p:cNvSpPr/>
            <p:nvPr/>
          </p:nvSpPr>
          <p:spPr>
            <a:xfrm>
              <a:off x="-10328650" y="4360650"/>
              <a:ext cx="226850" cy="41000"/>
            </a:xfrm>
            <a:custGeom>
              <a:avLst/>
              <a:gdLst/>
              <a:ahLst/>
              <a:cxnLst/>
              <a:rect l="l" t="t" r="r" b="b"/>
              <a:pathLst>
                <a:path w="9074" h="1640" extrusionOk="0">
                  <a:moveTo>
                    <a:pt x="410" y="1"/>
                  </a:moveTo>
                  <a:cubicBezTo>
                    <a:pt x="189" y="1"/>
                    <a:pt x="0" y="190"/>
                    <a:pt x="0" y="379"/>
                  </a:cubicBezTo>
                  <a:lnTo>
                    <a:pt x="0" y="1230"/>
                  </a:lnTo>
                  <a:cubicBezTo>
                    <a:pt x="0" y="1450"/>
                    <a:pt x="189" y="1639"/>
                    <a:pt x="410" y="1639"/>
                  </a:cubicBezTo>
                  <a:lnTo>
                    <a:pt x="8696" y="1639"/>
                  </a:lnTo>
                  <a:cubicBezTo>
                    <a:pt x="8916" y="1639"/>
                    <a:pt x="9074" y="1450"/>
                    <a:pt x="9074" y="1230"/>
                  </a:cubicBezTo>
                  <a:lnTo>
                    <a:pt x="9074" y="379"/>
                  </a:lnTo>
                  <a:cubicBezTo>
                    <a:pt x="9074" y="158"/>
                    <a:pt x="8885" y="1"/>
                    <a:pt x="869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552" name="Google Shape;9552;p72"/>
          <p:cNvGrpSpPr/>
          <p:nvPr/>
        </p:nvGrpSpPr>
        <p:grpSpPr>
          <a:xfrm>
            <a:off x="8840088" y="3855558"/>
            <a:ext cx="505648" cy="473129"/>
            <a:chOff x="-8674650" y="3210975"/>
            <a:chExt cx="376525" cy="352275"/>
          </a:xfrm>
        </p:grpSpPr>
        <p:sp>
          <p:nvSpPr>
            <p:cNvPr id="9553" name="Google Shape;9553;p72"/>
            <p:cNvSpPr/>
            <p:nvPr/>
          </p:nvSpPr>
          <p:spPr>
            <a:xfrm>
              <a:off x="-8542325" y="3335375"/>
              <a:ext cx="112650" cy="104375"/>
            </a:xfrm>
            <a:custGeom>
              <a:avLst/>
              <a:gdLst/>
              <a:ahLst/>
              <a:cxnLst/>
              <a:rect l="l" t="t" r="r" b="b"/>
              <a:pathLst>
                <a:path w="4506" h="4175" extrusionOk="0">
                  <a:moveTo>
                    <a:pt x="2226" y="843"/>
                  </a:moveTo>
                  <a:cubicBezTo>
                    <a:pt x="2537" y="843"/>
                    <a:pt x="2852" y="969"/>
                    <a:pt x="3120" y="1221"/>
                  </a:cubicBezTo>
                  <a:cubicBezTo>
                    <a:pt x="3624" y="1694"/>
                    <a:pt x="3624" y="2545"/>
                    <a:pt x="3120" y="3017"/>
                  </a:cubicBezTo>
                  <a:cubicBezTo>
                    <a:pt x="2883" y="3238"/>
                    <a:pt x="2568" y="3348"/>
                    <a:pt x="2249" y="3348"/>
                  </a:cubicBezTo>
                  <a:cubicBezTo>
                    <a:pt x="1930" y="3348"/>
                    <a:pt x="1607" y="3238"/>
                    <a:pt x="1355" y="3017"/>
                  </a:cubicBezTo>
                  <a:cubicBezTo>
                    <a:pt x="883" y="2545"/>
                    <a:pt x="883" y="1694"/>
                    <a:pt x="1355" y="1221"/>
                  </a:cubicBezTo>
                  <a:cubicBezTo>
                    <a:pt x="1607" y="969"/>
                    <a:pt x="1915" y="843"/>
                    <a:pt x="2226" y="843"/>
                  </a:cubicBezTo>
                  <a:close/>
                  <a:moveTo>
                    <a:pt x="2277" y="1"/>
                  </a:moveTo>
                  <a:cubicBezTo>
                    <a:pt x="1749" y="1"/>
                    <a:pt x="1214" y="197"/>
                    <a:pt x="788" y="591"/>
                  </a:cubicBezTo>
                  <a:cubicBezTo>
                    <a:pt x="1" y="1379"/>
                    <a:pt x="1" y="2765"/>
                    <a:pt x="788" y="3584"/>
                  </a:cubicBezTo>
                  <a:cubicBezTo>
                    <a:pt x="1182" y="3978"/>
                    <a:pt x="1718" y="4175"/>
                    <a:pt x="2253" y="4175"/>
                  </a:cubicBezTo>
                  <a:cubicBezTo>
                    <a:pt x="2789" y="4175"/>
                    <a:pt x="3324" y="3978"/>
                    <a:pt x="3718" y="3584"/>
                  </a:cubicBezTo>
                  <a:cubicBezTo>
                    <a:pt x="4506" y="2797"/>
                    <a:pt x="4506" y="1442"/>
                    <a:pt x="3718" y="591"/>
                  </a:cubicBezTo>
                  <a:cubicBezTo>
                    <a:pt x="3324" y="197"/>
                    <a:pt x="2805" y="1"/>
                    <a:pt x="227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54" name="Google Shape;9554;p72"/>
            <p:cNvSpPr/>
            <p:nvPr/>
          </p:nvSpPr>
          <p:spPr>
            <a:xfrm>
              <a:off x="-8496650" y="3377125"/>
              <a:ext cx="22875" cy="20900"/>
            </a:xfrm>
            <a:custGeom>
              <a:avLst/>
              <a:gdLst/>
              <a:ahLst/>
              <a:cxnLst/>
              <a:rect l="l" t="t" r="r" b="b"/>
              <a:pathLst>
                <a:path w="915" h="836" extrusionOk="0">
                  <a:moveTo>
                    <a:pt x="458" y="0"/>
                  </a:moveTo>
                  <a:cubicBezTo>
                    <a:pt x="348" y="0"/>
                    <a:pt x="237" y="40"/>
                    <a:pt x="159" y="118"/>
                  </a:cubicBezTo>
                  <a:cubicBezTo>
                    <a:pt x="1" y="276"/>
                    <a:pt x="1" y="560"/>
                    <a:pt x="159" y="717"/>
                  </a:cubicBezTo>
                  <a:cubicBezTo>
                    <a:pt x="237" y="796"/>
                    <a:pt x="348" y="835"/>
                    <a:pt x="458" y="835"/>
                  </a:cubicBezTo>
                  <a:cubicBezTo>
                    <a:pt x="568" y="835"/>
                    <a:pt x="678" y="796"/>
                    <a:pt x="757" y="717"/>
                  </a:cubicBezTo>
                  <a:cubicBezTo>
                    <a:pt x="915" y="560"/>
                    <a:pt x="915" y="276"/>
                    <a:pt x="757" y="118"/>
                  </a:cubicBezTo>
                  <a:cubicBezTo>
                    <a:pt x="678" y="40"/>
                    <a:pt x="568" y="0"/>
                    <a:pt x="45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55" name="Google Shape;9555;p72"/>
            <p:cNvSpPr/>
            <p:nvPr/>
          </p:nvSpPr>
          <p:spPr>
            <a:xfrm>
              <a:off x="-8540750" y="3332825"/>
              <a:ext cx="242625" cy="230425"/>
            </a:xfrm>
            <a:custGeom>
              <a:avLst/>
              <a:gdLst/>
              <a:ahLst/>
              <a:cxnLst/>
              <a:rect l="l" t="t" r="r" b="b"/>
              <a:pathLst>
                <a:path w="9705" h="9217" extrusionOk="0">
                  <a:moveTo>
                    <a:pt x="8917" y="0"/>
                  </a:moveTo>
                  <a:lnTo>
                    <a:pt x="4978" y="1449"/>
                  </a:lnTo>
                  <a:cubicBezTo>
                    <a:pt x="5262" y="2521"/>
                    <a:pt x="4947" y="3529"/>
                    <a:pt x="4254" y="4253"/>
                  </a:cubicBezTo>
                  <a:cubicBezTo>
                    <a:pt x="3721" y="4763"/>
                    <a:pt x="2999" y="5069"/>
                    <a:pt x="2241" y="5069"/>
                  </a:cubicBezTo>
                  <a:cubicBezTo>
                    <a:pt x="1969" y="5069"/>
                    <a:pt x="1693" y="5030"/>
                    <a:pt x="1418" y="4946"/>
                  </a:cubicBezTo>
                  <a:lnTo>
                    <a:pt x="1" y="8853"/>
                  </a:lnTo>
                  <a:cubicBezTo>
                    <a:pt x="727" y="9095"/>
                    <a:pt x="1483" y="9216"/>
                    <a:pt x="2238" y="9216"/>
                  </a:cubicBezTo>
                  <a:cubicBezTo>
                    <a:pt x="4038" y="9216"/>
                    <a:pt x="5830" y="8528"/>
                    <a:pt x="7184" y="7152"/>
                  </a:cubicBezTo>
                  <a:cubicBezTo>
                    <a:pt x="9137" y="5230"/>
                    <a:pt x="9704" y="2426"/>
                    <a:pt x="891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56" name="Google Shape;9556;p72"/>
            <p:cNvSpPr/>
            <p:nvPr/>
          </p:nvSpPr>
          <p:spPr>
            <a:xfrm>
              <a:off x="-8645500" y="3428125"/>
              <a:ext cx="120525" cy="118950"/>
            </a:xfrm>
            <a:custGeom>
              <a:avLst/>
              <a:gdLst/>
              <a:ahLst/>
              <a:cxnLst/>
              <a:rect l="l" t="t" r="r" b="b"/>
              <a:pathLst>
                <a:path w="4821" h="4758" extrusionOk="0">
                  <a:moveTo>
                    <a:pt x="3939" y="0"/>
                  </a:moveTo>
                  <a:lnTo>
                    <a:pt x="1" y="1418"/>
                  </a:lnTo>
                  <a:cubicBezTo>
                    <a:pt x="347" y="2143"/>
                    <a:pt x="788" y="2804"/>
                    <a:pt x="1387" y="3403"/>
                  </a:cubicBezTo>
                  <a:cubicBezTo>
                    <a:pt x="1985" y="3970"/>
                    <a:pt x="2678" y="4442"/>
                    <a:pt x="3403" y="4757"/>
                  </a:cubicBezTo>
                  <a:lnTo>
                    <a:pt x="4821" y="819"/>
                  </a:lnTo>
                  <a:cubicBezTo>
                    <a:pt x="4663" y="756"/>
                    <a:pt x="4506" y="599"/>
                    <a:pt x="4348" y="473"/>
                  </a:cubicBezTo>
                  <a:cubicBezTo>
                    <a:pt x="4191" y="315"/>
                    <a:pt x="4065" y="158"/>
                    <a:pt x="393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57" name="Google Shape;9557;p72"/>
            <p:cNvSpPr/>
            <p:nvPr/>
          </p:nvSpPr>
          <p:spPr>
            <a:xfrm>
              <a:off x="-8448600" y="3227275"/>
              <a:ext cx="122900" cy="122900"/>
            </a:xfrm>
            <a:custGeom>
              <a:avLst/>
              <a:gdLst/>
              <a:ahLst/>
              <a:cxnLst/>
              <a:rect l="l" t="t" r="r" b="b"/>
              <a:pathLst>
                <a:path w="4916" h="4916" extrusionOk="0">
                  <a:moveTo>
                    <a:pt x="1419" y="1"/>
                  </a:moveTo>
                  <a:lnTo>
                    <a:pt x="1" y="3939"/>
                  </a:lnTo>
                  <a:cubicBezTo>
                    <a:pt x="190" y="4065"/>
                    <a:pt x="410" y="4191"/>
                    <a:pt x="568" y="4380"/>
                  </a:cubicBezTo>
                  <a:cubicBezTo>
                    <a:pt x="725" y="4537"/>
                    <a:pt x="883" y="4726"/>
                    <a:pt x="977" y="4915"/>
                  </a:cubicBezTo>
                  <a:lnTo>
                    <a:pt x="4916" y="3466"/>
                  </a:lnTo>
                  <a:cubicBezTo>
                    <a:pt x="4569" y="2710"/>
                    <a:pt x="4096" y="2017"/>
                    <a:pt x="3498" y="1418"/>
                  </a:cubicBezTo>
                  <a:cubicBezTo>
                    <a:pt x="2931" y="820"/>
                    <a:pt x="2175" y="347"/>
                    <a:pt x="141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58" name="Google Shape;9558;p72"/>
            <p:cNvSpPr/>
            <p:nvPr/>
          </p:nvSpPr>
          <p:spPr>
            <a:xfrm>
              <a:off x="-8674650" y="3210975"/>
              <a:ext cx="241825" cy="232925"/>
            </a:xfrm>
            <a:custGeom>
              <a:avLst/>
              <a:gdLst/>
              <a:ahLst/>
              <a:cxnLst/>
              <a:rect l="l" t="t" r="r" b="b"/>
              <a:pathLst>
                <a:path w="9673" h="9317" extrusionOk="0">
                  <a:moveTo>
                    <a:pt x="7515" y="0"/>
                  </a:moveTo>
                  <a:cubicBezTo>
                    <a:pt x="5700" y="0"/>
                    <a:pt x="3894" y="698"/>
                    <a:pt x="2521" y="2070"/>
                  </a:cubicBezTo>
                  <a:cubicBezTo>
                    <a:pt x="568" y="3992"/>
                    <a:pt x="1" y="6827"/>
                    <a:pt x="820" y="9316"/>
                  </a:cubicBezTo>
                  <a:lnTo>
                    <a:pt x="4758" y="7899"/>
                  </a:lnTo>
                  <a:cubicBezTo>
                    <a:pt x="4475" y="6796"/>
                    <a:pt x="4790" y="5693"/>
                    <a:pt x="5514" y="5000"/>
                  </a:cubicBezTo>
                  <a:cubicBezTo>
                    <a:pt x="6037" y="4454"/>
                    <a:pt x="6793" y="4194"/>
                    <a:pt x="7538" y="4194"/>
                  </a:cubicBezTo>
                  <a:cubicBezTo>
                    <a:pt x="7781" y="4194"/>
                    <a:pt x="8023" y="4221"/>
                    <a:pt x="8255" y="4276"/>
                  </a:cubicBezTo>
                  <a:lnTo>
                    <a:pt x="9673" y="337"/>
                  </a:lnTo>
                  <a:cubicBezTo>
                    <a:pt x="8970" y="112"/>
                    <a:pt x="8242" y="0"/>
                    <a:pt x="751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559" name="Google Shape;9559;p72"/>
          <p:cNvGrpSpPr/>
          <p:nvPr/>
        </p:nvGrpSpPr>
        <p:grpSpPr>
          <a:xfrm>
            <a:off x="7068752" y="2042178"/>
            <a:ext cx="474961" cy="475009"/>
            <a:chOff x="-13512225" y="3211525"/>
            <a:chExt cx="353675" cy="353675"/>
          </a:xfrm>
        </p:grpSpPr>
        <p:sp>
          <p:nvSpPr>
            <p:cNvPr id="9560" name="Google Shape;9560;p72"/>
            <p:cNvSpPr/>
            <p:nvPr/>
          </p:nvSpPr>
          <p:spPr>
            <a:xfrm>
              <a:off x="-13283825" y="3482475"/>
              <a:ext cx="125275" cy="82725"/>
            </a:xfrm>
            <a:custGeom>
              <a:avLst/>
              <a:gdLst/>
              <a:ahLst/>
              <a:cxnLst/>
              <a:rect l="l" t="t" r="r" b="b"/>
              <a:pathLst>
                <a:path w="5011" h="3309" extrusionOk="0">
                  <a:moveTo>
                    <a:pt x="1671" y="0"/>
                  </a:moveTo>
                  <a:cubicBezTo>
                    <a:pt x="757" y="0"/>
                    <a:pt x="1" y="725"/>
                    <a:pt x="1" y="1638"/>
                  </a:cubicBezTo>
                  <a:cubicBezTo>
                    <a:pt x="1" y="2552"/>
                    <a:pt x="757" y="3308"/>
                    <a:pt x="1671" y="3308"/>
                  </a:cubicBezTo>
                  <a:cubicBezTo>
                    <a:pt x="2269" y="3308"/>
                    <a:pt x="2584" y="3056"/>
                    <a:pt x="4790" y="1985"/>
                  </a:cubicBezTo>
                  <a:cubicBezTo>
                    <a:pt x="4884" y="1953"/>
                    <a:pt x="5010" y="1796"/>
                    <a:pt x="5010" y="1638"/>
                  </a:cubicBezTo>
                  <a:cubicBezTo>
                    <a:pt x="5010" y="1481"/>
                    <a:pt x="4947" y="1323"/>
                    <a:pt x="4790" y="1292"/>
                  </a:cubicBezTo>
                  <a:cubicBezTo>
                    <a:pt x="2584" y="221"/>
                    <a:pt x="2269" y="0"/>
                    <a:pt x="167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61" name="Google Shape;9561;p72"/>
            <p:cNvSpPr/>
            <p:nvPr/>
          </p:nvSpPr>
          <p:spPr>
            <a:xfrm>
              <a:off x="-13512225" y="3211525"/>
              <a:ext cx="353675" cy="249700"/>
            </a:xfrm>
            <a:custGeom>
              <a:avLst/>
              <a:gdLst/>
              <a:ahLst/>
              <a:cxnLst/>
              <a:rect l="l" t="t" r="r" b="b"/>
              <a:pathLst>
                <a:path w="14147" h="9988" extrusionOk="0">
                  <a:moveTo>
                    <a:pt x="6679" y="1702"/>
                  </a:moveTo>
                  <a:cubicBezTo>
                    <a:pt x="7152" y="1702"/>
                    <a:pt x="7499" y="2048"/>
                    <a:pt x="7499" y="2521"/>
                  </a:cubicBezTo>
                  <a:cubicBezTo>
                    <a:pt x="7499" y="2993"/>
                    <a:pt x="7152" y="3340"/>
                    <a:pt x="6679" y="3340"/>
                  </a:cubicBezTo>
                  <a:cubicBezTo>
                    <a:pt x="6207" y="3340"/>
                    <a:pt x="5829" y="2993"/>
                    <a:pt x="5829" y="2521"/>
                  </a:cubicBezTo>
                  <a:cubicBezTo>
                    <a:pt x="5829" y="2048"/>
                    <a:pt x="6207" y="1702"/>
                    <a:pt x="6679" y="1702"/>
                  </a:cubicBezTo>
                  <a:close/>
                  <a:moveTo>
                    <a:pt x="4191" y="2143"/>
                  </a:moveTo>
                  <a:cubicBezTo>
                    <a:pt x="4663" y="2143"/>
                    <a:pt x="5010" y="2489"/>
                    <a:pt x="5010" y="2962"/>
                  </a:cubicBezTo>
                  <a:cubicBezTo>
                    <a:pt x="5010" y="3434"/>
                    <a:pt x="4663" y="3781"/>
                    <a:pt x="4191" y="3781"/>
                  </a:cubicBezTo>
                  <a:cubicBezTo>
                    <a:pt x="3718" y="3781"/>
                    <a:pt x="3371" y="3434"/>
                    <a:pt x="3371" y="2962"/>
                  </a:cubicBezTo>
                  <a:cubicBezTo>
                    <a:pt x="3371" y="2489"/>
                    <a:pt x="3718" y="2143"/>
                    <a:pt x="4191" y="2143"/>
                  </a:cubicBezTo>
                  <a:close/>
                  <a:moveTo>
                    <a:pt x="2521" y="4191"/>
                  </a:moveTo>
                  <a:cubicBezTo>
                    <a:pt x="2993" y="4191"/>
                    <a:pt x="3371" y="4537"/>
                    <a:pt x="3371" y="5010"/>
                  </a:cubicBezTo>
                  <a:cubicBezTo>
                    <a:pt x="3371" y="5482"/>
                    <a:pt x="2993" y="5829"/>
                    <a:pt x="2521" y="5829"/>
                  </a:cubicBezTo>
                  <a:cubicBezTo>
                    <a:pt x="2048" y="5829"/>
                    <a:pt x="1702" y="5482"/>
                    <a:pt x="1702" y="5010"/>
                  </a:cubicBezTo>
                  <a:cubicBezTo>
                    <a:pt x="1702" y="4537"/>
                    <a:pt x="2048" y="4191"/>
                    <a:pt x="2521" y="4191"/>
                  </a:cubicBezTo>
                  <a:close/>
                  <a:moveTo>
                    <a:pt x="10397" y="3340"/>
                  </a:moveTo>
                  <a:cubicBezTo>
                    <a:pt x="11563" y="3340"/>
                    <a:pt x="12508" y="4096"/>
                    <a:pt x="12508" y="5010"/>
                  </a:cubicBezTo>
                  <a:cubicBezTo>
                    <a:pt x="12508" y="5923"/>
                    <a:pt x="11563" y="6648"/>
                    <a:pt x="10397" y="6648"/>
                  </a:cubicBezTo>
                  <a:cubicBezTo>
                    <a:pt x="9263" y="6648"/>
                    <a:pt x="8318" y="5892"/>
                    <a:pt x="8318" y="5010"/>
                  </a:cubicBezTo>
                  <a:cubicBezTo>
                    <a:pt x="8318" y="4096"/>
                    <a:pt x="9263" y="3340"/>
                    <a:pt x="10397" y="3340"/>
                  </a:cubicBezTo>
                  <a:close/>
                  <a:moveTo>
                    <a:pt x="4191" y="6270"/>
                  </a:moveTo>
                  <a:cubicBezTo>
                    <a:pt x="4663" y="6270"/>
                    <a:pt x="5010" y="6616"/>
                    <a:pt x="5010" y="7089"/>
                  </a:cubicBezTo>
                  <a:cubicBezTo>
                    <a:pt x="5010" y="7562"/>
                    <a:pt x="4663" y="7908"/>
                    <a:pt x="4191" y="7908"/>
                  </a:cubicBezTo>
                  <a:cubicBezTo>
                    <a:pt x="3718" y="7908"/>
                    <a:pt x="3371" y="7562"/>
                    <a:pt x="3371" y="7089"/>
                  </a:cubicBezTo>
                  <a:cubicBezTo>
                    <a:pt x="3371" y="6616"/>
                    <a:pt x="3718" y="6270"/>
                    <a:pt x="4191" y="6270"/>
                  </a:cubicBezTo>
                  <a:close/>
                  <a:moveTo>
                    <a:pt x="6679" y="6648"/>
                  </a:moveTo>
                  <a:cubicBezTo>
                    <a:pt x="7152" y="6648"/>
                    <a:pt x="7499" y="6994"/>
                    <a:pt x="7499" y="7499"/>
                  </a:cubicBezTo>
                  <a:cubicBezTo>
                    <a:pt x="7499" y="7971"/>
                    <a:pt x="7152" y="8318"/>
                    <a:pt x="6679" y="8318"/>
                  </a:cubicBezTo>
                  <a:cubicBezTo>
                    <a:pt x="6207" y="8318"/>
                    <a:pt x="5829" y="7971"/>
                    <a:pt x="5829" y="7499"/>
                  </a:cubicBezTo>
                  <a:cubicBezTo>
                    <a:pt x="5829" y="7057"/>
                    <a:pt x="6207" y="6648"/>
                    <a:pt x="6679" y="6648"/>
                  </a:cubicBezTo>
                  <a:close/>
                  <a:moveTo>
                    <a:pt x="7089" y="0"/>
                  </a:moveTo>
                  <a:cubicBezTo>
                    <a:pt x="3245" y="0"/>
                    <a:pt x="63" y="2237"/>
                    <a:pt x="63" y="5010"/>
                  </a:cubicBezTo>
                  <a:cubicBezTo>
                    <a:pt x="0" y="7751"/>
                    <a:pt x="3214" y="9987"/>
                    <a:pt x="7089" y="9987"/>
                  </a:cubicBezTo>
                  <a:cubicBezTo>
                    <a:pt x="10964" y="9987"/>
                    <a:pt x="14146" y="7751"/>
                    <a:pt x="14146" y="5010"/>
                  </a:cubicBezTo>
                  <a:cubicBezTo>
                    <a:pt x="14146" y="2300"/>
                    <a:pt x="10964" y="0"/>
                    <a:pt x="708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62" name="Google Shape;9562;p72"/>
            <p:cNvSpPr/>
            <p:nvPr/>
          </p:nvSpPr>
          <p:spPr>
            <a:xfrm>
              <a:off x="-13512225" y="3483250"/>
              <a:ext cx="100050" cy="81150"/>
            </a:xfrm>
            <a:custGeom>
              <a:avLst/>
              <a:gdLst/>
              <a:ahLst/>
              <a:cxnLst/>
              <a:rect l="l" t="t" r="r" b="b"/>
              <a:pathLst>
                <a:path w="4002" h="3246" extrusionOk="0">
                  <a:moveTo>
                    <a:pt x="4002" y="1"/>
                  </a:moveTo>
                  <a:cubicBezTo>
                    <a:pt x="2206" y="127"/>
                    <a:pt x="63" y="536"/>
                    <a:pt x="63" y="1607"/>
                  </a:cubicBezTo>
                  <a:cubicBezTo>
                    <a:pt x="0" y="2710"/>
                    <a:pt x="2174" y="3120"/>
                    <a:pt x="4002" y="3246"/>
                  </a:cubicBezTo>
                  <a:cubicBezTo>
                    <a:pt x="3592" y="2805"/>
                    <a:pt x="3371" y="2206"/>
                    <a:pt x="3371" y="1607"/>
                  </a:cubicBezTo>
                  <a:cubicBezTo>
                    <a:pt x="3371" y="1040"/>
                    <a:pt x="3592" y="442"/>
                    <a:pt x="400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63" name="Google Shape;9563;p72"/>
            <p:cNvSpPr/>
            <p:nvPr/>
          </p:nvSpPr>
          <p:spPr>
            <a:xfrm>
              <a:off x="-13407475" y="3483250"/>
              <a:ext cx="36250" cy="81150"/>
            </a:xfrm>
            <a:custGeom>
              <a:avLst/>
              <a:gdLst/>
              <a:ahLst/>
              <a:cxnLst/>
              <a:rect l="l" t="t" r="r" b="b"/>
              <a:pathLst>
                <a:path w="1450" h="3246" extrusionOk="0">
                  <a:moveTo>
                    <a:pt x="1418" y="1"/>
                  </a:moveTo>
                  <a:lnTo>
                    <a:pt x="1418" y="1"/>
                  </a:lnTo>
                  <a:cubicBezTo>
                    <a:pt x="1103" y="32"/>
                    <a:pt x="788" y="190"/>
                    <a:pt x="505" y="442"/>
                  </a:cubicBezTo>
                  <a:cubicBezTo>
                    <a:pt x="190" y="757"/>
                    <a:pt x="1" y="1166"/>
                    <a:pt x="1" y="1607"/>
                  </a:cubicBezTo>
                  <a:cubicBezTo>
                    <a:pt x="1" y="2048"/>
                    <a:pt x="158" y="2489"/>
                    <a:pt x="505" y="2805"/>
                  </a:cubicBezTo>
                  <a:cubicBezTo>
                    <a:pt x="788" y="3025"/>
                    <a:pt x="1103" y="3183"/>
                    <a:pt x="1450" y="3246"/>
                  </a:cubicBezTo>
                  <a:cubicBezTo>
                    <a:pt x="1072" y="2805"/>
                    <a:pt x="820" y="2206"/>
                    <a:pt x="820" y="1607"/>
                  </a:cubicBezTo>
                  <a:cubicBezTo>
                    <a:pt x="820" y="977"/>
                    <a:pt x="1072" y="442"/>
                    <a:pt x="141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64" name="Google Shape;9564;p72"/>
            <p:cNvSpPr/>
            <p:nvPr/>
          </p:nvSpPr>
          <p:spPr>
            <a:xfrm>
              <a:off x="-13366525" y="3485625"/>
              <a:ext cx="70125" cy="76425"/>
            </a:xfrm>
            <a:custGeom>
              <a:avLst/>
              <a:gdLst/>
              <a:ahLst/>
              <a:cxnLst/>
              <a:rect l="l" t="t" r="r" b="b"/>
              <a:pathLst>
                <a:path w="2805" h="3057" extrusionOk="0">
                  <a:moveTo>
                    <a:pt x="1072" y="0"/>
                  </a:moveTo>
                  <a:cubicBezTo>
                    <a:pt x="442" y="221"/>
                    <a:pt x="1" y="819"/>
                    <a:pt x="1" y="1512"/>
                  </a:cubicBezTo>
                  <a:cubicBezTo>
                    <a:pt x="1" y="2237"/>
                    <a:pt x="442" y="2836"/>
                    <a:pt x="1072" y="3056"/>
                  </a:cubicBezTo>
                  <a:cubicBezTo>
                    <a:pt x="1702" y="2962"/>
                    <a:pt x="2301" y="2867"/>
                    <a:pt x="2805" y="2710"/>
                  </a:cubicBezTo>
                  <a:cubicBezTo>
                    <a:pt x="2616" y="2363"/>
                    <a:pt x="2490" y="1953"/>
                    <a:pt x="2490" y="1512"/>
                  </a:cubicBezTo>
                  <a:cubicBezTo>
                    <a:pt x="2490" y="1071"/>
                    <a:pt x="2616" y="693"/>
                    <a:pt x="2805" y="347"/>
                  </a:cubicBezTo>
                  <a:cubicBezTo>
                    <a:pt x="2301" y="189"/>
                    <a:pt x="1702" y="63"/>
                    <a:pt x="107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565" name="Google Shape;9565;p72"/>
          <p:cNvGrpSpPr/>
          <p:nvPr/>
        </p:nvGrpSpPr>
        <p:grpSpPr>
          <a:xfrm>
            <a:off x="7068752" y="2630860"/>
            <a:ext cx="474961" cy="472893"/>
            <a:chOff x="-13512225" y="3647075"/>
            <a:chExt cx="353675" cy="352100"/>
          </a:xfrm>
        </p:grpSpPr>
        <p:sp>
          <p:nvSpPr>
            <p:cNvPr id="9566" name="Google Shape;9566;p72"/>
            <p:cNvSpPr/>
            <p:nvPr/>
          </p:nvSpPr>
          <p:spPr>
            <a:xfrm>
              <a:off x="-13344475" y="3876275"/>
              <a:ext cx="19725" cy="19725"/>
            </a:xfrm>
            <a:custGeom>
              <a:avLst/>
              <a:gdLst/>
              <a:ahLst/>
              <a:cxnLst/>
              <a:rect l="l" t="t" r="r" b="b"/>
              <a:pathLst>
                <a:path w="789" h="789" extrusionOk="0">
                  <a:moveTo>
                    <a:pt x="411" y="0"/>
                  </a:moveTo>
                  <a:cubicBezTo>
                    <a:pt x="190" y="0"/>
                    <a:pt x="1" y="158"/>
                    <a:pt x="1" y="379"/>
                  </a:cubicBezTo>
                  <a:cubicBezTo>
                    <a:pt x="1" y="599"/>
                    <a:pt x="190" y="788"/>
                    <a:pt x="411" y="788"/>
                  </a:cubicBezTo>
                  <a:cubicBezTo>
                    <a:pt x="600" y="788"/>
                    <a:pt x="789" y="599"/>
                    <a:pt x="789" y="379"/>
                  </a:cubicBezTo>
                  <a:cubicBezTo>
                    <a:pt x="789" y="158"/>
                    <a:pt x="600" y="0"/>
                    <a:pt x="41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67" name="Google Shape;9567;p72"/>
            <p:cNvSpPr/>
            <p:nvPr/>
          </p:nvSpPr>
          <p:spPr>
            <a:xfrm>
              <a:off x="-13268850" y="3854225"/>
              <a:ext cx="110300" cy="62250"/>
            </a:xfrm>
            <a:custGeom>
              <a:avLst/>
              <a:gdLst/>
              <a:ahLst/>
              <a:cxnLst/>
              <a:rect l="l" t="t" r="r" b="b"/>
              <a:pathLst>
                <a:path w="4412" h="2490" extrusionOk="0">
                  <a:moveTo>
                    <a:pt x="0" y="0"/>
                  </a:moveTo>
                  <a:cubicBezTo>
                    <a:pt x="189" y="410"/>
                    <a:pt x="284" y="788"/>
                    <a:pt x="284" y="1229"/>
                  </a:cubicBezTo>
                  <a:cubicBezTo>
                    <a:pt x="284" y="1670"/>
                    <a:pt x="158" y="2111"/>
                    <a:pt x="0" y="2489"/>
                  </a:cubicBezTo>
                  <a:lnTo>
                    <a:pt x="4411" y="2489"/>
                  </a:lnTo>
                  <a:lnTo>
                    <a:pt x="441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68" name="Google Shape;9568;p72"/>
            <p:cNvSpPr/>
            <p:nvPr/>
          </p:nvSpPr>
          <p:spPr>
            <a:xfrm>
              <a:off x="-13512225" y="3936925"/>
              <a:ext cx="353675" cy="62250"/>
            </a:xfrm>
            <a:custGeom>
              <a:avLst/>
              <a:gdLst/>
              <a:ahLst/>
              <a:cxnLst/>
              <a:rect l="l" t="t" r="r" b="b"/>
              <a:pathLst>
                <a:path w="14147" h="2490" extrusionOk="0">
                  <a:moveTo>
                    <a:pt x="63" y="0"/>
                  </a:moveTo>
                  <a:lnTo>
                    <a:pt x="63" y="1261"/>
                  </a:lnTo>
                  <a:cubicBezTo>
                    <a:pt x="0" y="1954"/>
                    <a:pt x="568" y="2489"/>
                    <a:pt x="1261" y="2489"/>
                  </a:cubicBezTo>
                  <a:lnTo>
                    <a:pt x="12886" y="2489"/>
                  </a:lnTo>
                  <a:cubicBezTo>
                    <a:pt x="13548" y="2489"/>
                    <a:pt x="14146" y="1954"/>
                    <a:pt x="14146" y="1261"/>
                  </a:cubicBezTo>
                  <a:lnTo>
                    <a:pt x="14146" y="0"/>
                  </a:lnTo>
                  <a:lnTo>
                    <a:pt x="9137" y="0"/>
                  </a:lnTo>
                  <a:cubicBezTo>
                    <a:pt x="8633" y="536"/>
                    <a:pt x="7877" y="851"/>
                    <a:pt x="7089" y="851"/>
                  </a:cubicBezTo>
                  <a:cubicBezTo>
                    <a:pt x="6301" y="851"/>
                    <a:pt x="5608" y="536"/>
                    <a:pt x="510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69" name="Google Shape;9569;p72"/>
            <p:cNvSpPr/>
            <p:nvPr/>
          </p:nvSpPr>
          <p:spPr>
            <a:xfrm>
              <a:off x="-13387000" y="3833750"/>
              <a:ext cx="104775" cy="104775"/>
            </a:xfrm>
            <a:custGeom>
              <a:avLst/>
              <a:gdLst/>
              <a:ahLst/>
              <a:cxnLst/>
              <a:rect l="l" t="t" r="r" b="b"/>
              <a:pathLst>
                <a:path w="4191" h="4191" extrusionOk="0">
                  <a:moveTo>
                    <a:pt x="2080" y="819"/>
                  </a:moveTo>
                  <a:cubicBezTo>
                    <a:pt x="2773" y="819"/>
                    <a:pt x="3340" y="1386"/>
                    <a:pt x="3340" y="2048"/>
                  </a:cubicBezTo>
                  <a:cubicBezTo>
                    <a:pt x="3340" y="2710"/>
                    <a:pt x="2773" y="3308"/>
                    <a:pt x="2080" y="3308"/>
                  </a:cubicBezTo>
                  <a:cubicBezTo>
                    <a:pt x="1418" y="3308"/>
                    <a:pt x="820" y="2773"/>
                    <a:pt x="820" y="2048"/>
                  </a:cubicBezTo>
                  <a:cubicBezTo>
                    <a:pt x="820" y="1355"/>
                    <a:pt x="1387" y="819"/>
                    <a:pt x="2080" y="819"/>
                  </a:cubicBezTo>
                  <a:close/>
                  <a:moveTo>
                    <a:pt x="2080" y="0"/>
                  </a:moveTo>
                  <a:cubicBezTo>
                    <a:pt x="946" y="0"/>
                    <a:pt x="1" y="945"/>
                    <a:pt x="1" y="2080"/>
                  </a:cubicBezTo>
                  <a:cubicBezTo>
                    <a:pt x="1" y="3214"/>
                    <a:pt x="946" y="4190"/>
                    <a:pt x="2080" y="4190"/>
                  </a:cubicBezTo>
                  <a:cubicBezTo>
                    <a:pt x="3246" y="4190"/>
                    <a:pt x="4191" y="3245"/>
                    <a:pt x="4191" y="2080"/>
                  </a:cubicBezTo>
                  <a:cubicBezTo>
                    <a:pt x="4191" y="945"/>
                    <a:pt x="3183" y="0"/>
                    <a:pt x="208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70" name="Google Shape;9570;p72"/>
            <p:cNvSpPr/>
            <p:nvPr/>
          </p:nvSpPr>
          <p:spPr>
            <a:xfrm>
              <a:off x="-13512225" y="3855000"/>
              <a:ext cx="111875" cy="62250"/>
            </a:xfrm>
            <a:custGeom>
              <a:avLst/>
              <a:gdLst/>
              <a:ahLst/>
              <a:cxnLst/>
              <a:rect l="l" t="t" r="r" b="b"/>
              <a:pathLst>
                <a:path w="4475" h="2490" extrusionOk="0">
                  <a:moveTo>
                    <a:pt x="0" y="1"/>
                  </a:moveTo>
                  <a:lnTo>
                    <a:pt x="0" y="2490"/>
                  </a:lnTo>
                  <a:lnTo>
                    <a:pt x="4474" y="2490"/>
                  </a:lnTo>
                  <a:cubicBezTo>
                    <a:pt x="4317" y="2112"/>
                    <a:pt x="4191" y="1671"/>
                    <a:pt x="4191" y="1230"/>
                  </a:cubicBezTo>
                  <a:cubicBezTo>
                    <a:pt x="4191" y="788"/>
                    <a:pt x="4317" y="379"/>
                    <a:pt x="447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71" name="Google Shape;9571;p72"/>
            <p:cNvSpPr/>
            <p:nvPr/>
          </p:nvSpPr>
          <p:spPr>
            <a:xfrm>
              <a:off x="-13490175" y="3730575"/>
              <a:ext cx="62250" cy="40975"/>
            </a:xfrm>
            <a:custGeom>
              <a:avLst/>
              <a:gdLst/>
              <a:ahLst/>
              <a:cxnLst/>
              <a:rect l="l" t="t" r="r" b="b"/>
              <a:pathLst>
                <a:path w="2490" h="1639" extrusionOk="0">
                  <a:moveTo>
                    <a:pt x="1261" y="0"/>
                  </a:moveTo>
                  <a:cubicBezTo>
                    <a:pt x="536" y="0"/>
                    <a:pt x="1" y="536"/>
                    <a:pt x="1" y="1260"/>
                  </a:cubicBezTo>
                  <a:lnTo>
                    <a:pt x="1" y="1638"/>
                  </a:lnTo>
                  <a:lnTo>
                    <a:pt x="2489" y="1638"/>
                  </a:lnTo>
                  <a:lnTo>
                    <a:pt x="2489" y="1260"/>
                  </a:lnTo>
                  <a:cubicBezTo>
                    <a:pt x="2489" y="599"/>
                    <a:pt x="1922" y="0"/>
                    <a:pt x="126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72" name="Google Shape;9572;p72"/>
            <p:cNvSpPr/>
            <p:nvPr/>
          </p:nvSpPr>
          <p:spPr>
            <a:xfrm>
              <a:off x="-13241275" y="3730575"/>
              <a:ext cx="62225" cy="40975"/>
            </a:xfrm>
            <a:custGeom>
              <a:avLst/>
              <a:gdLst/>
              <a:ahLst/>
              <a:cxnLst/>
              <a:rect l="l" t="t" r="r" b="b"/>
              <a:pathLst>
                <a:path w="2489" h="1639" extrusionOk="0">
                  <a:moveTo>
                    <a:pt x="1260" y="0"/>
                  </a:moveTo>
                  <a:cubicBezTo>
                    <a:pt x="599" y="0"/>
                    <a:pt x="0" y="536"/>
                    <a:pt x="0" y="1260"/>
                  </a:cubicBezTo>
                  <a:lnTo>
                    <a:pt x="0" y="1638"/>
                  </a:lnTo>
                  <a:lnTo>
                    <a:pt x="2489" y="1638"/>
                  </a:lnTo>
                  <a:lnTo>
                    <a:pt x="2489" y="1260"/>
                  </a:lnTo>
                  <a:cubicBezTo>
                    <a:pt x="2489" y="599"/>
                    <a:pt x="1922" y="0"/>
                    <a:pt x="126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73" name="Google Shape;9573;p72"/>
            <p:cNvSpPr/>
            <p:nvPr/>
          </p:nvSpPr>
          <p:spPr>
            <a:xfrm>
              <a:off x="-13427950" y="3647075"/>
              <a:ext cx="186700" cy="63025"/>
            </a:xfrm>
            <a:custGeom>
              <a:avLst/>
              <a:gdLst/>
              <a:ahLst/>
              <a:cxnLst/>
              <a:rect l="l" t="t" r="r" b="b"/>
              <a:pathLst>
                <a:path w="7468" h="2521" extrusionOk="0">
                  <a:moveTo>
                    <a:pt x="820" y="1"/>
                  </a:moveTo>
                  <a:cubicBezTo>
                    <a:pt x="347" y="1"/>
                    <a:pt x="0" y="347"/>
                    <a:pt x="0" y="820"/>
                  </a:cubicBezTo>
                  <a:lnTo>
                    <a:pt x="0" y="1670"/>
                  </a:lnTo>
                  <a:cubicBezTo>
                    <a:pt x="0" y="2143"/>
                    <a:pt x="347" y="2521"/>
                    <a:pt x="820" y="2521"/>
                  </a:cubicBezTo>
                  <a:lnTo>
                    <a:pt x="6648" y="2521"/>
                  </a:lnTo>
                  <a:cubicBezTo>
                    <a:pt x="7089" y="2521"/>
                    <a:pt x="7467" y="2143"/>
                    <a:pt x="7467" y="1670"/>
                  </a:cubicBezTo>
                  <a:lnTo>
                    <a:pt x="7467" y="820"/>
                  </a:lnTo>
                  <a:cubicBezTo>
                    <a:pt x="7467" y="347"/>
                    <a:pt x="7121" y="1"/>
                    <a:pt x="664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74" name="Google Shape;9574;p72"/>
            <p:cNvSpPr/>
            <p:nvPr/>
          </p:nvSpPr>
          <p:spPr>
            <a:xfrm>
              <a:off x="-13512225" y="3773100"/>
              <a:ext cx="353675" cy="60675"/>
            </a:xfrm>
            <a:custGeom>
              <a:avLst/>
              <a:gdLst/>
              <a:ahLst/>
              <a:cxnLst/>
              <a:rect l="l" t="t" r="r" b="b"/>
              <a:pathLst>
                <a:path w="14147" h="2427" extrusionOk="0">
                  <a:moveTo>
                    <a:pt x="4726" y="0"/>
                  </a:moveTo>
                  <a:lnTo>
                    <a:pt x="4348" y="819"/>
                  </a:lnTo>
                  <a:lnTo>
                    <a:pt x="1261" y="819"/>
                  </a:lnTo>
                  <a:cubicBezTo>
                    <a:pt x="599" y="819"/>
                    <a:pt x="0" y="1355"/>
                    <a:pt x="0" y="2048"/>
                  </a:cubicBezTo>
                  <a:lnTo>
                    <a:pt x="0" y="2426"/>
                  </a:lnTo>
                  <a:lnTo>
                    <a:pt x="5041" y="2426"/>
                  </a:lnTo>
                  <a:cubicBezTo>
                    <a:pt x="5608" y="1922"/>
                    <a:pt x="6301" y="1607"/>
                    <a:pt x="7089" y="1607"/>
                  </a:cubicBezTo>
                  <a:cubicBezTo>
                    <a:pt x="7877" y="1607"/>
                    <a:pt x="8633" y="1922"/>
                    <a:pt x="9137" y="2426"/>
                  </a:cubicBezTo>
                  <a:lnTo>
                    <a:pt x="14146" y="2426"/>
                  </a:lnTo>
                  <a:lnTo>
                    <a:pt x="14146" y="2048"/>
                  </a:lnTo>
                  <a:cubicBezTo>
                    <a:pt x="14146" y="1355"/>
                    <a:pt x="13611" y="819"/>
                    <a:pt x="12886" y="819"/>
                  </a:cubicBezTo>
                  <a:lnTo>
                    <a:pt x="9830" y="819"/>
                  </a:lnTo>
                  <a:lnTo>
                    <a:pt x="942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75" name="Google Shape;9575;p72"/>
            <p:cNvSpPr/>
            <p:nvPr/>
          </p:nvSpPr>
          <p:spPr>
            <a:xfrm>
              <a:off x="-13411400" y="3730575"/>
              <a:ext cx="153600" cy="20500"/>
            </a:xfrm>
            <a:custGeom>
              <a:avLst/>
              <a:gdLst/>
              <a:ahLst/>
              <a:cxnLst/>
              <a:rect l="l" t="t" r="r" b="b"/>
              <a:pathLst>
                <a:path w="6144" h="820" extrusionOk="0">
                  <a:moveTo>
                    <a:pt x="0" y="0"/>
                  </a:moveTo>
                  <a:lnTo>
                    <a:pt x="599" y="819"/>
                  </a:lnTo>
                  <a:lnTo>
                    <a:pt x="5545" y="819"/>
                  </a:lnTo>
                  <a:lnTo>
                    <a:pt x="614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576" name="Google Shape;9576;p72"/>
          <p:cNvGrpSpPr/>
          <p:nvPr/>
        </p:nvGrpSpPr>
        <p:grpSpPr>
          <a:xfrm>
            <a:off x="7082502" y="3222949"/>
            <a:ext cx="474961" cy="473935"/>
            <a:chOff x="-13512225" y="4080275"/>
            <a:chExt cx="353675" cy="352875"/>
          </a:xfrm>
        </p:grpSpPr>
        <p:sp>
          <p:nvSpPr>
            <p:cNvPr id="9577" name="Google Shape;9577;p72"/>
            <p:cNvSpPr/>
            <p:nvPr/>
          </p:nvSpPr>
          <p:spPr>
            <a:xfrm>
              <a:off x="-13512225" y="4203925"/>
              <a:ext cx="353675" cy="229225"/>
            </a:xfrm>
            <a:custGeom>
              <a:avLst/>
              <a:gdLst/>
              <a:ahLst/>
              <a:cxnLst/>
              <a:rect l="l" t="t" r="r" b="b"/>
              <a:pathLst>
                <a:path w="14147" h="9169" extrusionOk="0">
                  <a:moveTo>
                    <a:pt x="5407" y="1717"/>
                  </a:moveTo>
                  <a:cubicBezTo>
                    <a:pt x="5482" y="1717"/>
                    <a:pt x="5561" y="1733"/>
                    <a:pt x="5640" y="1765"/>
                  </a:cubicBezTo>
                  <a:lnTo>
                    <a:pt x="9767" y="4254"/>
                  </a:lnTo>
                  <a:cubicBezTo>
                    <a:pt x="9893" y="4348"/>
                    <a:pt x="9987" y="4443"/>
                    <a:pt x="9987" y="4600"/>
                  </a:cubicBezTo>
                  <a:cubicBezTo>
                    <a:pt x="9987" y="4758"/>
                    <a:pt x="9893" y="4915"/>
                    <a:pt x="9767" y="5010"/>
                  </a:cubicBezTo>
                  <a:lnTo>
                    <a:pt x="5640" y="7499"/>
                  </a:lnTo>
                  <a:cubicBezTo>
                    <a:pt x="5577" y="7530"/>
                    <a:pt x="5506" y="7546"/>
                    <a:pt x="5431" y="7546"/>
                  </a:cubicBezTo>
                  <a:cubicBezTo>
                    <a:pt x="5356" y="7546"/>
                    <a:pt x="5277" y="7530"/>
                    <a:pt x="5199" y="7499"/>
                  </a:cubicBezTo>
                  <a:cubicBezTo>
                    <a:pt x="5104" y="7404"/>
                    <a:pt x="5010" y="7278"/>
                    <a:pt x="5010" y="7121"/>
                  </a:cubicBezTo>
                  <a:lnTo>
                    <a:pt x="5010" y="2143"/>
                  </a:lnTo>
                  <a:cubicBezTo>
                    <a:pt x="5010" y="1985"/>
                    <a:pt x="5104" y="1859"/>
                    <a:pt x="5199" y="1765"/>
                  </a:cubicBezTo>
                  <a:cubicBezTo>
                    <a:pt x="5262" y="1733"/>
                    <a:pt x="5333" y="1717"/>
                    <a:pt x="5407" y="1717"/>
                  </a:cubicBezTo>
                  <a:close/>
                  <a:moveTo>
                    <a:pt x="63" y="0"/>
                  </a:moveTo>
                  <a:lnTo>
                    <a:pt x="63" y="7971"/>
                  </a:lnTo>
                  <a:cubicBezTo>
                    <a:pt x="0" y="8633"/>
                    <a:pt x="568" y="9168"/>
                    <a:pt x="1261" y="9168"/>
                  </a:cubicBezTo>
                  <a:lnTo>
                    <a:pt x="12886" y="9168"/>
                  </a:lnTo>
                  <a:cubicBezTo>
                    <a:pt x="13548" y="9168"/>
                    <a:pt x="14146" y="8633"/>
                    <a:pt x="14146" y="7908"/>
                  </a:cubicBezTo>
                  <a:lnTo>
                    <a:pt x="1414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78" name="Google Shape;9578;p72"/>
            <p:cNvSpPr/>
            <p:nvPr/>
          </p:nvSpPr>
          <p:spPr>
            <a:xfrm>
              <a:off x="-13366525" y="4275600"/>
              <a:ext cx="73275" cy="88225"/>
            </a:xfrm>
            <a:custGeom>
              <a:avLst/>
              <a:gdLst/>
              <a:ahLst/>
              <a:cxnLst/>
              <a:rect l="l" t="t" r="r" b="b"/>
              <a:pathLst>
                <a:path w="2931" h="3529" extrusionOk="0">
                  <a:moveTo>
                    <a:pt x="1" y="0"/>
                  </a:moveTo>
                  <a:lnTo>
                    <a:pt x="1" y="3529"/>
                  </a:lnTo>
                  <a:lnTo>
                    <a:pt x="2931" y="1733"/>
                  </a:lnTo>
                  <a:lnTo>
                    <a:pt x="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79" name="Google Shape;9579;p72"/>
            <p:cNvSpPr/>
            <p:nvPr/>
          </p:nvSpPr>
          <p:spPr>
            <a:xfrm>
              <a:off x="-13398800" y="4143275"/>
              <a:ext cx="65375" cy="40975"/>
            </a:xfrm>
            <a:custGeom>
              <a:avLst/>
              <a:gdLst/>
              <a:ahLst/>
              <a:cxnLst/>
              <a:rect l="l" t="t" r="r" b="b"/>
              <a:pathLst>
                <a:path w="2615" h="1639" extrusionOk="0">
                  <a:moveTo>
                    <a:pt x="1103" y="1"/>
                  </a:moveTo>
                  <a:lnTo>
                    <a:pt x="0" y="1639"/>
                  </a:lnTo>
                  <a:lnTo>
                    <a:pt x="1512" y="1639"/>
                  </a:lnTo>
                  <a:lnTo>
                    <a:pt x="261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80" name="Google Shape;9580;p72"/>
            <p:cNvSpPr/>
            <p:nvPr/>
          </p:nvSpPr>
          <p:spPr>
            <a:xfrm>
              <a:off x="-13336575" y="4143275"/>
              <a:ext cx="64600" cy="40975"/>
            </a:xfrm>
            <a:custGeom>
              <a:avLst/>
              <a:gdLst/>
              <a:ahLst/>
              <a:cxnLst/>
              <a:rect l="l" t="t" r="r" b="b"/>
              <a:pathLst>
                <a:path w="2584" h="1639" extrusionOk="0">
                  <a:moveTo>
                    <a:pt x="1103" y="1"/>
                  </a:moveTo>
                  <a:lnTo>
                    <a:pt x="0" y="1639"/>
                  </a:lnTo>
                  <a:lnTo>
                    <a:pt x="1481" y="1639"/>
                  </a:lnTo>
                  <a:lnTo>
                    <a:pt x="258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81" name="Google Shape;9581;p72"/>
            <p:cNvSpPr/>
            <p:nvPr/>
          </p:nvSpPr>
          <p:spPr>
            <a:xfrm>
              <a:off x="-13398800" y="4081050"/>
              <a:ext cx="65375" cy="40975"/>
            </a:xfrm>
            <a:custGeom>
              <a:avLst/>
              <a:gdLst/>
              <a:ahLst/>
              <a:cxnLst/>
              <a:rect l="l" t="t" r="r" b="b"/>
              <a:pathLst>
                <a:path w="2615" h="1639" extrusionOk="0">
                  <a:moveTo>
                    <a:pt x="0" y="1"/>
                  </a:moveTo>
                  <a:lnTo>
                    <a:pt x="1103" y="1639"/>
                  </a:lnTo>
                  <a:lnTo>
                    <a:pt x="2615" y="1639"/>
                  </a:lnTo>
                  <a:lnTo>
                    <a:pt x="151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82" name="Google Shape;9582;p72"/>
            <p:cNvSpPr/>
            <p:nvPr/>
          </p:nvSpPr>
          <p:spPr>
            <a:xfrm>
              <a:off x="-13274375" y="4143275"/>
              <a:ext cx="64625" cy="40975"/>
            </a:xfrm>
            <a:custGeom>
              <a:avLst/>
              <a:gdLst/>
              <a:ahLst/>
              <a:cxnLst/>
              <a:rect l="l" t="t" r="r" b="b"/>
              <a:pathLst>
                <a:path w="2585" h="1639" extrusionOk="0">
                  <a:moveTo>
                    <a:pt x="1104" y="1"/>
                  </a:moveTo>
                  <a:lnTo>
                    <a:pt x="1" y="1639"/>
                  </a:lnTo>
                  <a:lnTo>
                    <a:pt x="1482" y="1639"/>
                  </a:lnTo>
                  <a:lnTo>
                    <a:pt x="258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83" name="Google Shape;9583;p72"/>
            <p:cNvSpPr/>
            <p:nvPr/>
          </p:nvSpPr>
          <p:spPr>
            <a:xfrm>
              <a:off x="-13212925" y="4081050"/>
              <a:ext cx="54375" cy="40975"/>
            </a:xfrm>
            <a:custGeom>
              <a:avLst/>
              <a:gdLst/>
              <a:ahLst/>
              <a:cxnLst/>
              <a:rect l="l" t="t" r="r" b="b"/>
              <a:pathLst>
                <a:path w="2175" h="1639" extrusionOk="0">
                  <a:moveTo>
                    <a:pt x="0" y="1"/>
                  </a:moveTo>
                  <a:lnTo>
                    <a:pt x="1103" y="1639"/>
                  </a:lnTo>
                  <a:lnTo>
                    <a:pt x="2174" y="1639"/>
                  </a:lnTo>
                  <a:lnTo>
                    <a:pt x="2174" y="820"/>
                  </a:lnTo>
                  <a:cubicBezTo>
                    <a:pt x="2174" y="347"/>
                    <a:pt x="1796" y="1"/>
                    <a:pt x="132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84" name="Google Shape;9584;p72"/>
            <p:cNvSpPr/>
            <p:nvPr/>
          </p:nvSpPr>
          <p:spPr>
            <a:xfrm>
              <a:off x="-13212925" y="4143275"/>
              <a:ext cx="54375" cy="40975"/>
            </a:xfrm>
            <a:custGeom>
              <a:avLst/>
              <a:gdLst/>
              <a:ahLst/>
              <a:cxnLst/>
              <a:rect l="l" t="t" r="r" b="b"/>
              <a:pathLst>
                <a:path w="2175" h="1639" extrusionOk="0">
                  <a:moveTo>
                    <a:pt x="1103" y="1"/>
                  </a:moveTo>
                  <a:lnTo>
                    <a:pt x="0" y="1639"/>
                  </a:lnTo>
                  <a:lnTo>
                    <a:pt x="2174" y="1639"/>
                  </a:lnTo>
                  <a:lnTo>
                    <a:pt x="217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85" name="Google Shape;9585;p72"/>
            <p:cNvSpPr/>
            <p:nvPr/>
          </p:nvSpPr>
          <p:spPr>
            <a:xfrm>
              <a:off x="-13274375" y="4081050"/>
              <a:ext cx="64625" cy="40975"/>
            </a:xfrm>
            <a:custGeom>
              <a:avLst/>
              <a:gdLst/>
              <a:ahLst/>
              <a:cxnLst/>
              <a:rect l="l" t="t" r="r" b="b"/>
              <a:pathLst>
                <a:path w="2585" h="1639" extrusionOk="0">
                  <a:moveTo>
                    <a:pt x="1" y="1"/>
                  </a:moveTo>
                  <a:lnTo>
                    <a:pt x="1104" y="1639"/>
                  </a:lnTo>
                  <a:lnTo>
                    <a:pt x="2584" y="1639"/>
                  </a:lnTo>
                  <a:lnTo>
                    <a:pt x="148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86" name="Google Shape;9586;p72"/>
            <p:cNvSpPr/>
            <p:nvPr/>
          </p:nvSpPr>
          <p:spPr>
            <a:xfrm>
              <a:off x="-13336575" y="4081050"/>
              <a:ext cx="64600" cy="40975"/>
            </a:xfrm>
            <a:custGeom>
              <a:avLst/>
              <a:gdLst/>
              <a:ahLst/>
              <a:cxnLst/>
              <a:rect l="l" t="t" r="r" b="b"/>
              <a:pathLst>
                <a:path w="2584" h="1639" extrusionOk="0">
                  <a:moveTo>
                    <a:pt x="0" y="1"/>
                  </a:moveTo>
                  <a:lnTo>
                    <a:pt x="1103" y="1639"/>
                  </a:lnTo>
                  <a:lnTo>
                    <a:pt x="2583" y="1639"/>
                  </a:lnTo>
                  <a:lnTo>
                    <a:pt x="148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87" name="Google Shape;9587;p72"/>
            <p:cNvSpPr/>
            <p:nvPr/>
          </p:nvSpPr>
          <p:spPr>
            <a:xfrm>
              <a:off x="-13512225" y="4080275"/>
              <a:ext cx="123675" cy="103200"/>
            </a:xfrm>
            <a:custGeom>
              <a:avLst/>
              <a:gdLst/>
              <a:ahLst/>
              <a:cxnLst/>
              <a:rect l="l" t="t" r="r" b="b"/>
              <a:pathLst>
                <a:path w="4947" h="4128" extrusionOk="0">
                  <a:moveTo>
                    <a:pt x="2489" y="1260"/>
                  </a:moveTo>
                  <a:cubicBezTo>
                    <a:pt x="2962" y="1260"/>
                    <a:pt x="3371" y="1607"/>
                    <a:pt x="3371" y="2080"/>
                  </a:cubicBezTo>
                  <a:cubicBezTo>
                    <a:pt x="3371" y="2552"/>
                    <a:pt x="2962" y="2899"/>
                    <a:pt x="2489" y="2899"/>
                  </a:cubicBezTo>
                  <a:cubicBezTo>
                    <a:pt x="2017" y="2899"/>
                    <a:pt x="1670" y="2552"/>
                    <a:pt x="1670" y="2080"/>
                  </a:cubicBezTo>
                  <a:cubicBezTo>
                    <a:pt x="1670" y="1607"/>
                    <a:pt x="2017" y="1260"/>
                    <a:pt x="2489" y="1260"/>
                  </a:cubicBezTo>
                  <a:close/>
                  <a:moveTo>
                    <a:pt x="1261" y="0"/>
                  </a:moveTo>
                  <a:cubicBezTo>
                    <a:pt x="599" y="0"/>
                    <a:pt x="0" y="536"/>
                    <a:pt x="0" y="1260"/>
                  </a:cubicBezTo>
                  <a:lnTo>
                    <a:pt x="0" y="4127"/>
                  </a:lnTo>
                  <a:lnTo>
                    <a:pt x="3560" y="4127"/>
                  </a:lnTo>
                  <a:lnTo>
                    <a:pt x="4947" y="2080"/>
                  </a:lnTo>
                  <a:lnTo>
                    <a:pt x="356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588" name="Google Shape;9588;p72"/>
          <p:cNvGrpSpPr/>
          <p:nvPr/>
        </p:nvGrpSpPr>
        <p:grpSpPr>
          <a:xfrm>
            <a:off x="9446608" y="2086097"/>
            <a:ext cx="474928" cy="387172"/>
            <a:chOff x="-11728250" y="3245400"/>
            <a:chExt cx="353650" cy="288275"/>
          </a:xfrm>
        </p:grpSpPr>
        <p:sp>
          <p:nvSpPr>
            <p:cNvPr id="9589" name="Google Shape;9589;p72"/>
            <p:cNvSpPr/>
            <p:nvPr/>
          </p:nvSpPr>
          <p:spPr>
            <a:xfrm>
              <a:off x="-11603025" y="3389725"/>
              <a:ext cx="104775" cy="143950"/>
            </a:xfrm>
            <a:custGeom>
              <a:avLst/>
              <a:gdLst/>
              <a:ahLst/>
              <a:cxnLst/>
              <a:rect l="l" t="t" r="r" b="b"/>
              <a:pathLst>
                <a:path w="4191" h="5758" extrusionOk="0">
                  <a:moveTo>
                    <a:pt x="2096" y="0"/>
                  </a:moveTo>
                  <a:cubicBezTo>
                    <a:pt x="1560" y="0"/>
                    <a:pt x="1024" y="197"/>
                    <a:pt x="631" y="591"/>
                  </a:cubicBezTo>
                  <a:cubicBezTo>
                    <a:pt x="252" y="1001"/>
                    <a:pt x="63" y="1505"/>
                    <a:pt x="63" y="2040"/>
                  </a:cubicBezTo>
                  <a:cubicBezTo>
                    <a:pt x="63" y="2261"/>
                    <a:pt x="95" y="2418"/>
                    <a:pt x="126" y="2576"/>
                  </a:cubicBezTo>
                  <a:lnTo>
                    <a:pt x="1387" y="3048"/>
                  </a:lnTo>
                  <a:lnTo>
                    <a:pt x="158" y="4372"/>
                  </a:lnTo>
                  <a:cubicBezTo>
                    <a:pt x="0" y="4561"/>
                    <a:pt x="0" y="4813"/>
                    <a:pt x="158" y="4970"/>
                  </a:cubicBezTo>
                  <a:cubicBezTo>
                    <a:pt x="662" y="5474"/>
                    <a:pt x="1387" y="5758"/>
                    <a:pt x="2111" y="5758"/>
                  </a:cubicBezTo>
                  <a:cubicBezTo>
                    <a:pt x="2836" y="5758"/>
                    <a:pt x="3497" y="5474"/>
                    <a:pt x="4033" y="4970"/>
                  </a:cubicBezTo>
                  <a:cubicBezTo>
                    <a:pt x="4191" y="4813"/>
                    <a:pt x="4191" y="4561"/>
                    <a:pt x="4033" y="4372"/>
                  </a:cubicBezTo>
                  <a:lnTo>
                    <a:pt x="2804" y="3048"/>
                  </a:lnTo>
                  <a:lnTo>
                    <a:pt x="4065" y="2576"/>
                  </a:lnTo>
                  <a:cubicBezTo>
                    <a:pt x="4096" y="2418"/>
                    <a:pt x="4159" y="2198"/>
                    <a:pt x="4159" y="2040"/>
                  </a:cubicBezTo>
                  <a:cubicBezTo>
                    <a:pt x="4159" y="1505"/>
                    <a:pt x="3939" y="1001"/>
                    <a:pt x="3560" y="591"/>
                  </a:cubicBezTo>
                  <a:cubicBezTo>
                    <a:pt x="3167" y="197"/>
                    <a:pt x="2631" y="0"/>
                    <a:pt x="209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90" name="Google Shape;9590;p72"/>
            <p:cNvSpPr/>
            <p:nvPr/>
          </p:nvSpPr>
          <p:spPr>
            <a:xfrm>
              <a:off x="-11647125" y="3246175"/>
              <a:ext cx="86650" cy="133925"/>
            </a:xfrm>
            <a:custGeom>
              <a:avLst/>
              <a:gdLst/>
              <a:ahLst/>
              <a:cxnLst/>
              <a:rect l="l" t="t" r="r" b="b"/>
              <a:pathLst>
                <a:path w="3466" h="5357" extrusionOk="0">
                  <a:moveTo>
                    <a:pt x="3466" y="1"/>
                  </a:moveTo>
                  <a:cubicBezTo>
                    <a:pt x="2205" y="64"/>
                    <a:pt x="1008" y="473"/>
                    <a:pt x="0" y="1135"/>
                  </a:cubicBezTo>
                  <a:lnTo>
                    <a:pt x="2426" y="5356"/>
                  </a:lnTo>
                  <a:cubicBezTo>
                    <a:pt x="2741" y="5167"/>
                    <a:pt x="3056" y="5041"/>
                    <a:pt x="3466" y="5010"/>
                  </a:cubicBezTo>
                  <a:lnTo>
                    <a:pt x="346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91" name="Google Shape;9591;p72"/>
            <p:cNvSpPr/>
            <p:nvPr/>
          </p:nvSpPr>
          <p:spPr>
            <a:xfrm>
              <a:off x="-11540025" y="3245400"/>
              <a:ext cx="86675" cy="133900"/>
            </a:xfrm>
            <a:custGeom>
              <a:avLst/>
              <a:gdLst/>
              <a:ahLst/>
              <a:cxnLst/>
              <a:rect l="l" t="t" r="r" b="b"/>
              <a:pathLst>
                <a:path w="3467" h="5356" extrusionOk="0">
                  <a:moveTo>
                    <a:pt x="1" y="0"/>
                  </a:moveTo>
                  <a:lnTo>
                    <a:pt x="1" y="4978"/>
                  </a:lnTo>
                  <a:cubicBezTo>
                    <a:pt x="379" y="5041"/>
                    <a:pt x="725" y="5135"/>
                    <a:pt x="1040" y="5356"/>
                  </a:cubicBezTo>
                  <a:lnTo>
                    <a:pt x="3466" y="1134"/>
                  </a:lnTo>
                  <a:cubicBezTo>
                    <a:pt x="2458" y="473"/>
                    <a:pt x="1261" y="63"/>
                    <a:pt x="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92" name="Google Shape;9592;p72"/>
            <p:cNvSpPr/>
            <p:nvPr/>
          </p:nvSpPr>
          <p:spPr>
            <a:xfrm>
              <a:off x="-11498275" y="3285550"/>
              <a:ext cx="123675" cy="160700"/>
            </a:xfrm>
            <a:custGeom>
              <a:avLst/>
              <a:gdLst/>
              <a:ahLst/>
              <a:cxnLst/>
              <a:rect l="l" t="t" r="r" b="b"/>
              <a:pathLst>
                <a:path w="4947" h="6428" extrusionOk="0">
                  <a:moveTo>
                    <a:pt x="2426" y="1"/>
                  </a:moveTo>
                  <a:lnTo>
                    <a:pt x="1" y="4254"/>
                  </a:lnTo>
                  <a:cubicBezTo>
                    <a:pt x="505" y="4790"/>
                    <a:pt x="788" y="5483"/>
                    <a:pt x="788" y="6207"/>
                  </a:cubicBezTo>
                  <a:lnTo>
                    <a:pt x="788" y="6428"/>
                  </a:lnTo>
                  <a:lnTo>
                    <a:pt x="4663" y="4947"/>
                  </a:lnTo>
                  <a:cubicBezTo>
                    <a:pt x="4884" y="4884"/>
                    <a:pt x="4947" y="4727"/>
                    <a:pt x="4947" y="4538"/>
                  </a:cubicBezTo>
                  <a:cubicBezTo>
                    <a:pt x="4726" y="2710"/>
                    <a:pt x="3781" y="1135"/>
                    <a:pt x="242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93" name="Google Shape;9593;p72"/>
            <p:cNvSpPr/>
            <p:nvPr/>
          </p:nvSpPr>
          <p:spPr>
            <a:xfrm>
              <a:off x="-11728250" y="3286350"/>
              <a:ext cx="125250" cy="160700"/>
            </a:xfrm>
            <a:custGeom>
              <a:avLst/>
              <a:gdLst/>
              <a:ahLst/>
              <a:cxnLst/>
              <a:rect l="l" t="t" r="r" b="b"/>
              <a:pathLst>
                <a:path w="5010" h="6428" extrusionOk="0">
                  <a:moveTo>
                    <a:pt x="2584" y="0"/>
                  </a:moveTo>
                  <a:cubicBezTo>
                    <a:pt x="1229" y="1103"/>
                    <a:pt x="284" y="2678"/>
                    <a:pt x="63" y="4537"/>
                  </a:cubicBezTo>
                  <a:cubicBezTo>
                    <a:pt x="0" y="4726"/>
                    <a:pt x="126" y="4884"/>
                    <a:pt x="315" y="4978"/>
                  </a:cubicBezTo>
                  <a:lnTo>
                    <a:pt x="4222" y="6427"/>
                  </a:lnTo>
                  <a:lnTo>
                    <a:pt x="4222" y="6238"/>
                  </a:lnTo>
                  <a:cubicBezTo>
                    <a:pt x="4222" y="5482"/>
                    <a:pt x="4505" y="4758"/>
                    <a:pt x="5009" y="4254"/>
                  </a:cubicBezTo>
                  <a:lnTo>
                    <a:pt x="258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9594" name="Google Shape;9594;p72"/>
          <p:cNvSpPr/>
          <p:nvPr/>
        </p:nvSpPr>
        <p:spPr>
          <a:xfrm>
            <a:off x="9656488" y="2810978"/>
            <a:ext cx="53952" cy="112180"/>
          </a:xfrm>
          <a:custGeom>
            <a:avLst/>
            <a:gdLst/>
            <a:ahLst/>
            <a:cxnLst/>
            <a:rect l="l" t="t" r="r" b="b"/>
            <a:pathLst>
              <a:path w="1607" h="3341" extrusionOk="0">
                <a:moveTo>
                  <a:pt x="0" y="1"/>
                </a:moveTo>
                <a:lnTo>
                  <a:pt x="0" y="2804"/>
                </a:lnTo>
                <a:cubicBezTo>
                  <a:pt x="158" y="2962"/>
                  <a:pt x="315" y="3183"/>
                  <a:pt x="504" y="3340"/>
                </a:cubicBezTo>
                <a:lnTo>
                  <a:pt x="1607" y="1891"/>
                </a:lnTo>
                <a:cubicBezTo>
                  <a:pt x="630" y="1418"/>
                  <a:pt x="0" y="788"/>
                  <a:pt x="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9595" name="Google Shape;9595;p72"/>
          <p:cNvGrpSpPr/>
          <p:nvPr/>
        </p:nvGrpSpPr>
        <p:grpSpPr>
          <a:xfrm>
            <a:off x="9445014" y="2628880"/>
            <a:ext cx="478117" cy="476856"/>
            <a:chOff x="-11729050" y="3646475"/>
            <a:chExt cx="356025" cy="355050"/>
          </a:xfrm>
        </p:grpSpPr>
        <p:sp>
          <p:nvSpPr>
            <p:cNvPr id="9596" name="Google Shape;9596;p72"/>
            <p:cNvSpPr/>
            <p:nvPr/>
          </p:nvSpPr>
          <p:spPr>
            <a:xfrm>
              <a:off x="-11460475" y="3648050"/>
              <a:ext cx="86675" cy="80175"/>
            </a:xfrm>
            <a:custGeom>
              <a:avLst/>
              <a:gdLst/>
              <a:ahLst/>
              <a:cxnLst/>
              <a:rect l="l" t="t" r="r" b="b"/>
              <a:pathLst>
                <a:path w="3467" h="3207" extrusionOk="0">
                  <a:moveTo>
                    <a:pt x="3025" y="1"/>
                  </a:moveTo>
                  <a:cubicBezTo>
                    <a:pt x="2923" y="1"/>
                    <a:pt x="2821" y="40"/>
                    <a:pt x="2742" y="119"/>
                  </a:cubicBezTo>
                  <a:lnTo>
                    <a:pt x="1" y="2955"/>
                  </a:lnTo>
                  <a:cubicBezTo>
                    <a:pt x="316" y="3018"/>
                    <a:pt x="631" y="3112"/>
                    <a:pt x="914" y="3207"/>
                  </a:cubicBezTo>
                  <a:lnTo>
                    <a:pt x="3309" y="749"/>
                  </a:lnTo>
                  <a:cubicBezTo>
                    <a:pt x="3466" y="529"/>
                    <a:pt x="3466" y="277"/>
                    <a:pt x="3309" y="119"/>
                  </a:cubicBezTo>
                  <a:cubicBezTo>
                    <a:pt x="3230" y="40"/>
                    <a:pt x="3128" y="1"/>
                    <a:pt x="302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97" name="Google Shape;9597;p72"/>
            <p:cNvSpPr/>
            <p:nvPr/>
          </p:nvSpPr>
          <p:spPr>
            <a:xfrm>
              <a:off x="-11601450" y="3773875"/>
              <a:ext cx="19725" cy="19725"/>
            </a:xfrm>
            <a:custGeom>
              <a:avLst/>
              <a:gdLst/>
              <a:ahLst/>
              <a:cxnLst/>
              <a:rect l="l" t="t" r="r" b="b"/>
              <a:pathLst>
                <a:path w="789" h="789" extrusionOk="0">
                  <a:moveTo>
                    <a:pt x="378" y="1"/>
                  </a:moveTo>
                  <a:cubicBezTo>
                    <a:pt x="158" y="1"/>
                    <a:pt x="0" y="158"/>
                    <a:pt x="0" y="379"/>
                  </a:cubicBezTo>
                  <a:cubicBezTo>
                    <a:pt x="0" y="599"/>
                    <a:pt x="158" y="788"/>
                    <a:pt x="378" y="788"/>
                  </a:cubicBezTo>
                  <a:cubicBezTo>
                    <a:pt x="599" y="788"/>
                    <a:pt x="788" y="599"/>
                    <a:pt x="788" y="379"/>
                  </a:cubicBezTo>
                  <a:cubicBezTo>
                    <a:pt x="788" y="158"/>
                    <a:pt x="599" y="1"/>
                    <a:pt x="37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98" name="Google Shape;9598;p72"/>
            <p:cNvSpPr/>
            <p:nvPr/>
          </p:nvSpPr>
          <p:spPr>
            <a:xfrm>
              <a:off x="-11729050" y="3646475"/>
              <a:ext cx="353675" cy="209350"/>
            </a:xfrm>
            <a:custGeom>
              <a:avLst/>
              <a:gdLst/>
              <a:ahLst/>
              <a:cxnLst/>
              <a:rect l="l" t="t" r="r" b="b"/>
              <a:pathLst>
                <a:path w="14147" h="8374" extrusionOk="0">
                  <a:moveTo>
                    <a:pt x="457" y="1"/>
                  </a:moveTo>
                  <a:cubicBezTo>
                    <a:pt x="347" y="1"/>
                    <a:pt x="237" y="40"/>
                    <a:pt x="158" y="119"/>
                  </a:cubicBezTo>
                  <a:cubicBezTo>
                    <a:pt x="1" y="277"/>
                    <a:pt x="1" y="560"/>
                    <a:pt x="158" y="718"/>
                  </a:cubicBezTo>
                  <a:lnTo>
                    <a:pt x="2553" y="3207"/>
                  </a:lnTo>
                  <a:cubicBezTo>
                    <a:pt x="1103" y="3679"/>
                    <a:pt x="32" y="4435"/>
                    <a:pt x="32" y="5443"/>
                  </a:cubicBezTo>
                  <a:cubicBezTo>
                    <a:pt x="32" y="7334"/>
                    <a:pt x="3718" y="8373"/>
                    <a:pt x="7089" y="8373"/>
                  </a:cubicBezTo>
                  <a:cubicBezTo>
                    <a:pt x="10523" y="8373"/>
                    <a:pt x="14146" y="7334"/>
                    <a:pt x="14146" y="5443"/>
                  </a:cubicBezTo>
                  <a:cubicBezTo>
                    <a:pt x="14146" y="4467"/>
                    <a:pt x="13075" y="3679"/>
                    <a:pt x="11626" y="3207"/>
                  </a:cubicBezTo>
                  <a:lnTo>
                    <a:pt x="9893" y="4971"/>
                  </a:lnTo>
                  <a:cubicBezTo>
                    <a:pt x="10019" y="5160"/>
                    <a:pt x="10051" y="5317"/>
                    <a:pt x="10051" y="5475"/>
                  </a:cubicBezTo>
                  <a:cubicBezTo>
                    <a:pt x="10051" y="6168"/>
                    <a:pt x="9484" y="6704"/>
                    <a:pt x="8791" y="6704"/>
                  </a:cubicBezTo>
                  <a:cubicBezTo>
                    <a:pt x="8129" y="6704"/>
                    <a:pt x="7530" y="6168"/>
                    <a:pt x="7530" y="5475"/>
                  </a:cubicBezTo>
                  <a:cubicBezTo>
                    <a:pt x="7530" y="4813"/>
                    <a:pt x="8066" y="4278"/>
                    <a:pt x="8791" y="4278"/>
                  </a:cubicBezTo>
                  <a:cubicBezTo>
                    <a:pt x="8980" y="4278"/>
                    <a:pt x="9232" y="4341"/>
                    <a:pt x="9389" y="4404"/>
                  </a:cubicBezTo>
                  <a:lnTo>
                    <a:pt x="10744" y="2986"/>
                  </a:lnTo>
                  <a:cubicBezTo>
                    <a:pt x="9641" y="2734"/>
                    <a:pt x="8349" y="2608"/>
                    <a:pt x="7121" y="2608"/>
                  </a:cubicBezTo>
                  <a:cubicBezTo>
                    <a:pt x="5861" y="2608"/>
                    <a:pt x="4600" y="2765"/>
                    <a:pt x="3498" y="2986"/>
                  </a:cubicBezTo>
                  <a:lnTo>
                    <a:pt x="4884" y="4404"/>
                  </a:lnTo>
                  <a:cubicBezTo>
                    <a:pt x="5073" y="4341"/>
                    <a:pt x="5293" y="4278"/>
                    <a:pt x="5482" y="4278"/>
                  </a:cubicBezTo>
                  <a:cubicBezTo>
                    <a:pt x="6144" y="4278"/>
                    <a:pt x="6743" y="4813"/>
                    <a:pt x="6743" y="5475"/>
                  </a:cubicBezTo>
                  <a:cubicBezTo>
                    <a:pt x="6743" y="6168"/>
                    <a:pt x="6176" y="6704"/>
                    <a:pt x="5482" y="6704"/>
                  </a:cubicBezTo>
                  <a:cubicBezTo>
                    <a:pt x="4821" y="6704"/>
                    <a:pt x="4222" y="6168"/>
                    <a:pt x="4222" y="5475"/>
                  </a:cubicBezTo>
                  <a:cubicBezTo>
                    <a:pt x="4222" y="5317"/>
                    <a:pt x="4254" y="5160"/>
                    <a:pt x="4285" y="5002"/>
                  </a:cubicBezTo>
                  <a:lnTo>
                    <a:pt x="2553" y="3238"/>
                  </a:lnTo>
                  <a:cubicBezTo>
                    <a:pt x="2836" y="3112"/>
                    <a:pt x="3151" y="3049"/>
                    <a:pt x="3466" y="2955"/>
                  </a:cubicBezTo>
                  <a:lnTo>
                    <a:pt x="757" y="119"/>
                  </a:lnTo>
                  <a:cubicBezTo>
                    <a:pt x="678" y="40"/>
                    <a:pt x="568" y="1"/>
                    <a:pt x="45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599" name="Google Shape;9599;p72"/>
            <p:cNvSpPr/>
            <p:nvPr/>
          </p:nvSpPr>
          <p:spPr>
            <a:xfrm>
              <a:off x="-11518750" y="3773875"/>
              <a:ext cx="19725" cy="19725"/>
            </a:xfrm>
            <a:custGeom>
              <a:avLst/>
              <a:gdLst/>
              <a:ahLst/>
              <a:cxnLst/>
              <a:rect l="l" t="t" r="r" b="b"/>
              <a:pathLst>
                <a:path w="789" h="789" extrusionOk="0">
                  <a:moveTo>
                    <a:pt x="379" y="1"/>
                  </a:moveTo>
                  <a:cubicBezTo>
                    <a:pt x="158" y="1"/>
                    <a:pt x="0" y="158"/>
                    <a:pt x="0" y="379"/>
                  </a:cubicBezTo>
                  <a:cubicBezTo>
                    <a:pt x="0" y="599"/>
                    <a:pt x="158" y="788"/>
                    <a:pt x="379" y="788"/>
                  </a:cubicBezTo>
                  <a:cubicBezTo>
                    <a:pt x="599" y="788"/>
                    <a:pt x="788" y="599"/>
                    <a:pt x="788" y="379"/>
                  </a:cubicBezTo>
                  <a:cubicBezTo>
                    <a:pt x="788" y="158"/>
                    <a:pt x="599" y="1"/>
                    <a:pt x="37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00" name="Google Shape;9600;p72"/>
            <p:cNvSpPr/>
            <p:nvPr/>
          </p:nvSpPr>
          <p:spPr>
            <a:xfrm>
              <a:off x="-11698325" y="3858150"/>
              <a:ext cx="67750" cy="69350"/>
            </a:xfrm>
            <a:custGeom>
              <a:avLst/>
              <a:gdLst/>
              <a:ahLst/>
              <a:cxnLst/>
              <a:rect l="l" t="t" r="r" b="b"/>
              <a:pathLst>
                <a:path w="2710" h="2774" extrusionOk="0">
                  <a:moveTo>
                    <a:pt x="1261" y="1"/>
                  </a:moveTo>
                  <a:lnTo>
                    <a:pt x="0" y="1639"/>
                  </a:lnTo>
                  <a:cubicBezTo>
                    <a:pt x="756" y="2112"/>
                    <a:pt x="1702" y="2490"/>
                    <a:pt x="2710" y="2773"/>
                  </a:cubicBezTo>
                  <a:lnTo>
                    <a:pt x="1859" y="221"/>
                  </a:lnTo>
                  <a:cubicBezTo>
                    <a:pt x="1639" y="158"/>
                    <a:pt x="1450" y="95"/>
                    <a:pt x="126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01" name="Google Shape;9601;p72"/>
            <p:cNvSpPr/>
            <p:nvPr/>
          </p:nvSpPr>
          <p:spPr>
            <a:xfrm>
              <a:off x="-11627450" y="3869175"/>
              <a:ext cx="47300" cy="55175"/>
            </a:xfrm>
            <a:custGeom>
              <a:avLst/>
              <a:gdLst/>
              <a:ahLst/>
              <a:cxnLst/>
              <a:rect l="l" t="t" r="r" b="b"/>
              <a:pathLst>
                <a:path w="1892" h="2207" extrusionOk="0">
                  <a:moveTo>
                    <a:pt x="1" y="1"/>
                  </a:moveTo>
                  <a:lnTo>
                    <a:pt x="694" y="2206"/>
                  </a:lnTo>
                  <a:lnTo>
                    <a:pt x="1891" y="221"/>
                  </a:lnTo>
                  <a:cubicBezTo>
                    <a:pt x="1229" y="190"/>
                    <a:pt x="599" y="127"/>
                    <a:pt x="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02" name="Google Shape;9602;p72"/>
            <p:cNvSpPr/>
            <p:nvPr/>
          </p:nvSpPr>
          <p:spPr>
            <a:xfrm>
              <a:off x="-11414775" y="3803025"/>
              <a:ext cx="41750" cy="83525"/>
            </a:xfrm>
            <a:custGeom>
              <a:avLst/>
              <a:gdLst/>
              <a:ahLst/>
              <a:cxnLst/>
              <a:rect l="l" t="t" r="r" b="b"/>
              <a:pathLst>
                <a:path w="1670" h="3341" extrusionOk="0">
                  <a:moveTo>
                    <a:pt x="1670" y="1"/>
                  </a:moveTo>
                  <a:cubicBezTo>
                    <a:pt x="1607" y="851"/>
                    <a:pt x="977" y="1481"/>
                    <a:pt x="0" y="1891"/>
                  </a:cubicBezTo>
                  <a:lnTo>
                    <a:pt x="1134" y="3340"/>
                  </a:lnTo>
                  <a:cubicBezTo>
                    <a:pt x="1355" y="3214"/>
                    <a:pt x="1512" y="3025"/>
                    <a:pt x="1670" y="2836"/>
                  </a:cubicBezTo>
                  <a:lnTo>
                    <a:pt x="167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03" name="Google Shape;9603;p72"/>
            <p:cNvSpPr/>
            <p:nvPr/>
          </p:nvSpPr>
          <p:spPr>
            <a:xfrm>
              <a:off x="-11592800" y="3876275"/>
              <a:ext cx="84300" cy="62250"/>
            </a:xfrm>
            <a:custGeom>
              <a:avLst/>
              <a:gdLst/>
              <a:ahLst/>
              <a:cxnLst/>
              <a:rect l="l" t="t" r="r" b="b"/>
              <a:pathLst>
                <a:path w="3372" h="2490" extrusionOk="0">
                  <a:moveTo>
                    <a:pt x="1419" y="0"/>
                  </a:moveTo>
                  <a:lnTo>
                    <a:pt x="1" y="2363"/>
                  </a:lnTo>
                  <a:cubicBezTo>
                    <a:pt x="537" y="2426"/>
                    <a:pt x="1104" y="2489"/>
                    <a:pt x="1671" y="2489"/>
                  </a:cubicBezTo>
                  <a:cubicBezTo>
                    <a:pt x="2269" y="2489"/>
                    <a:pt x="2836" y="2426"/>
                    <a:pt x="3372" y="2363"/>
                  </a:cubicBezTo>
                  <a:lnTo>
                    <a:pt x="195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04" name="Google Shape;9604;p72"/>
            <p:cNvSpPr/>
            <p:nvPr/>
          </p:nvSpPr>
          <p:spPr>
            <a:xfrm>
              <a:off x="-11520325" y="3869175"/>
              <a:ext cx="47275" cy="55175"/>
            </a:xfrm>
            <a:custGeom>
              <a:avLst/>
              <a:gdLst/>
              <a:ahLst/>
              <a:cxnLst/>
              <a:rect l="l" t="t" r="r" b="b"/>
              <a:pathLst>
                <a:path w="1891" h="2207" extrusionOk="0">
                  <a:moveTo>
                    <a:pt x="1891" y="1"/>
                  </a:moveTo>
                  <a:cubicBezTo>
                    <a:pt x="1292" y="127"/>
                    <a:pt x="631" y="190"/>
                    <a:pt x="0" y="253"/>
                  </a:cubicBezTo>
                  <a:lnTo>
                    <a:pt x="1198" y="2206"/>
                  </a:lnTo>
                  <a:lnTo>
                    <a:pt x="189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05" name="Google Shape;9605;p72"/>
            <p:cNvSpPr/>
            <p:nvPr/>
          </p:nvSpPr>
          <p:spPr>
            <a:xfrm>
              <a:off x="-11726675" y="3903850"/>
              <a:ext cx="352075" cy="97675"/>
            </a:xfrm>
            <a:custGeom>
              <a:avLst/>
              <a:gdLst/>
              <a:ahLst/>
              <a:cxnLst/>
              <a:rect l="l" t="t" r="r" b="b"/>
              <a:pathLst>
                <a:path w="14083" h="3907" extrusionOk="0">
                  <a:moveTo>
                    <a:pt x="0" y="0"/>
                  </a:moveTo>
                  <a:lnTo>
                    <a:pt x="0" y="977"/>
                  </a:lnTo>
                  <a:cubicBezTo>
                    <a:pt x="0" y="2867"/>
                    <a:pt x="3655" y="3907"/>
                    <a:pt x="7057" y="3907"/>
                  </a:cubicBezTo>
                  <a:cubicBezTo>
                    <a:pt x="10460" y="3907"/>
                    <a:pt x="14083" y="2867"/>
                    <a:pt x="14083" y="977"/>
                  </a:cubicBezTo>
                  <a:lnTo>
                    <a:pt x="14083" y="32"/>
                  </a:lnTo>
                  <a:cubicBezTo>
                    <a:pt x="12508" y="1386"/>
                    <a:pt x="9956" y="2237"/>
                    <a:pt x="7057" y="2237"/>
                  </a:cubicBezTo>
                  <a:cubicBezTo>
                    <a:pt x="4568" y="2205"/>
                    <a:pt x="1796" y="1575"/>
                    <a:pt x="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06" name="Google Shape;9606;p72"/>
            <p:cNvSpPr/>
            <p:nvPr/>
          </p:nvSpPr>
          <p:spPr>
            <a:xfrm>
              <a:off x="-11470700" y="3859725"/>
              <a:ext cx="66975" cy="68550"/>
            </a:xfrm>
            <a:custGeom>
              <a:avLst/>
              <a:gdLst/>
              <a:ahLst/>
              <a:cxnLst/>
              <a:rect l="l" t="t" r="r" b="b"/>
              <a:pathLst>
                <a:path w="2679" h="2742" extrusionOk="0">
                  <a:moveTo>
                    <a:pt x="1449" y="1"/>
                  </a:moveTo>
                  <a:cubicBezTo>
                    <a:pt x="1260" y="32"/>
                    <a:pt x="1071" y="95"/>
                    <a:pt x="851" y="158"/>
                  </a:cubicBezTo>
                  <a:lnTo>
                    <a:pt x="0" y="2742"/>
                  </a:lnTo>
                  <a:cubicBezTo>
                    <a:pt x="1008" y="2458"/>
                    <a:pt x="1922" y="2080"/>
                    <a:pt x="2678" y="1608"/>
                  </a:cubicBezTo>
                  <a:lnTo>
                    <a:pt x="144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607" name="Google Shape;9607;p72"/>
          <p:cNvGrpSpPr/>
          <p:nvPr/>
        </p:nvGrpSpPr>
        <p:grpSpPr>
          <a:xfrm>
            <a:off x="9489952" y="3222949"/>
            <a:ext cx="415739" cy="473935"/>
            <a:chOff x="-11703850" y="4081850"/>
            <a:chExt cx="309575" cy="352875"/>
          </a:xfrm>
        </p:grpSpPr>
        <p:sp>
          <p:nvSpPr>
            <p:cNvPr id="9608" name="Google Shape;9608;p72"/>
            <p:cNvSpPr/>
            <p:nvPr/>
          </p:nvSpPr>
          <p:spPr>
            <a:xfrm>
              <a:off x="-11703850" y="4081850"/>
              <a:ext cx="309575" cy="125250"/>
            </a:xfrm>
            <a:custGeom>
              <a:avLst/>
              <a:gdLst/>
              <a:ahLst/>
              <a:cxnLst/>
              <a:rect l="l" t="t" r="r" b="b"/>
              <a:pathLst>
                <a:path w="12383" h="5010" extrusionOk="0">
                  <a:moveTo>
                    <a:pt x="6932" y="2552"/>
                  </a:moveTo>
                  <a:cubicBezTo>
                    <a:pt x="7593" y="2552"/>
                    <a:pt x="8192" y="3119"/>
                    <a:pt x="8192" y="3781"/>
                  </a:cubicBezTo>
                  <a:cubicBezTo>
                    <a:pt x="8224" y="3970"/>
                    <a:pt x="8035" y="4190"/>
                    <a:pt x="7783" y="4190"/>
                  </a:cubicBezTo>
                  <a:cubicBezTo>
                    <a:pt x="7530" y="4190"/>
                    <a:pt x="7341" y="3970"/>
                    <a:pt x="7341" y="3781"/>
                  </a:cubicBezTo>
                  <a:cubicBezTo>
                    <a:pt x="7341" y="3560"/>
                    <a:pt x="7152" y="3403"/>
                    <a:pt x="6963" y="3403"/>
                  </a:cubicBezTo>
                  <a:cubicBezTo>
                    <a:pt x="6743" y="3403"/>
                    <a:pt x="6522" y="3592"/>
                    <a:pt x="6522" y="3781"/>
                  </a:cubicBezTo>
                  <a:cubicBezTo>
                    <a:pt x="6522" y="4033"/>
                    <a:pt x="6333" y="4190"/>
                    <a:pt x="6144" y="4190"/>
                  </a:cubicBezTo>
                  <a:cubicBezTo>
                    <a:pt x="5892" y="4190"/>
                    <a:pt x="5703" y="3970"/>
                    <a:pt x="5703" y="3781"/>
                  </a:cubicBezTo>
                  <a:cubicBezTo>
                    <a:pt x="5703" y="3560"/>
                    <a:pt x="5514" y="3403"/>
                    <a:pt x="5262" y="3403"/>
                  </a:cubicBezTo>
                  <a:cubicBezTo>
                    <a:pt x="5042" y="3403"/>
                    <a:pt x="4884" y="3592"/>
                    <a:pt x="4884" y="3781"/>
                  </a:cubicBezTo>
                  <a:cubicBezTo>
                    <a:pt x="4884" y="4033"/>
                    <a:pt x="4664" y="4190"/>
                    <a:pt x="4443" y="4190"/>
                  </a:cubicBezTo>
                  <a:cubicBezTo>
                    <a:pt x="4191" y="4190"/>
                    <a:pt x="4033" y="3970"/>
                    <a:pt x="4033" y="3781"/>
                  </a:cubicBezTo>
                  <a:cubicBezTo>
                    <a:pt x="4033" y="3119"/>
                    <a:pt x="4601" y="2552"/>
                    <a:pt x="5262" y="2552"/>
                  </a:cubicBezTo>
                  <a:cubicBezTo>
                    <a:pt x="5577" y="2552"/>
                    <a:pt x="5861" y="2678"/>
                    <a:pt x="6081" y="2867"/>
                  </a:cubicBezTo>
                  <a:cubicBezTo>
                    <a:pt x="6333" y="2678"/>
                    <a:pt x="6617" y="2552"/>
                    <a:pt x="6932" y="2552"/>
                  </a:cubicBezTo>
                  <a:close/>
                  <a:moveTo>
                    <a:pt x="5357" y="0"/>
                  </a:moveTo>
                  <a:cubicBezTo>
                    <a:pt x="4348" y="0"/>
                    <a:pt x="3498" y="725"/>
                    <a:pt x="3340" y="1670"/>
                  </a:cubicBezTo>
                  <a:cubicBezTo>
                    <a:pt x="3304" y="1668"/>
                    <a:pt x="3267" y="1666"/>
                    <a:pt x="3231" y="1666"/>
                  </a:cubicBezTo>
                  <a:cubicBezTo>
                    <a:pt x="2310" y="1666"/>
                    <a:pt x="1639" y="2430"/>
                    <a:pt x="1639" y="3340"/>
                  </a:cubicBezTo>
                  <a:cubicBezTo>
                    <a:pt x="725" y="3340"/>
                    <a:pt x="1" y="4096"/>
                    <a:pt x="1" y="5009"/>
                  </a:cubicBezTo>
                  <a:lnTo>
                    <a:pt x="12382" y="5009"/>
                  </a:lnTo>
                  <a:cubicBezTo>
                    <a:pt x="12351" y="4096"/>
                    <a:pt x="11595" y="3340"/>
                    <a:pt x="10681" y="3340"/>
                  </a:cubicBezTo>
                  <a:cubicBezTo>
                    <a:pt x="10681" y="2395"/>
                    <a:pt x="9956" y="1670"/>
                    <a:pt x="9011" y="1670"/>
                  </a:cubicBezTo>
                  <a:cubicBezTo>
                    <a:pt x="8822" y="725"/>
                    <a:pt x="7972" y="0"/>
                    <a:pt x="6995" y="0"/>
                  </a:cubicBezTo>
                  <a:cubicBezTo>
                    <a:pt x="6711" y="0"/>
                    <a:pt x="6459" y="95"/>
                    <a:pt x="6176" y="189"/>
                  </a:cubicBezTo>
                  <a:cubicBezTo>
                    <a:pt x="5892" y="95"/>
                    <a:pt x="5609" y="0"/>
                    <a:pt x="535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09" name="Google Shape;9609;p72"/>
            <p:cNvSpPr/>
            <p:nvPr/>
          </p:nvSpPr>
          <p:spPr>
            <a:xfrm>
              <a:off x="-11622725" y="4288975"/>
              <a:ext cx="144175" cy="63050"/>
            </a:xfrm>
            <a:custGeom>
              <a:avLst/>
              <a:gdLst/>
              <a:ahLst/>
              <a:cxnLst/>
              <a:rect l="l" t="t" r="r" b="b"/>
              <a:pathLst>
                <a:path w="5767" h="2522" extrusionOk="0">
                  <a:moveTo>
                    <a:pt x="2868" y="1"/>
                  </a:moveTo>
                  <a:cubicBezTo>
                    <a:pt x="1293" y="1"/>
                    <a:pt x="1" y="537"/>
                    <a:pt x="1" y="1261"/>
                  </a:cubicBezTo>
                  <a:cubicBezTo>
                    <a:pt x="1" y="1954"/>
                    <a:pt x="1293" y="2521"/>
                    <a:pt x="2868" y="2521"/>
                  </a:cubicBezTo>
                  <a:cubicBezTo>
                    <a:pt x="4475" y="2521"/>
                    <a:pt x="5766" y="1954"/>
                    <a:pt x="5766" y="1261"/>
                  </a:cubicBezTo>
                  <a:cubicBezTo>
                    <a:pt x="5766" y="537"/>
                    <a:pt x="4475" y="1"/>
                    <a:pt x="286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10" name="Google Shape;9610;p72"/>
            <p:cNvSpPr/>
            <p:nvPr/>
          </p:nvSpPr>
          <p:spPr>
            <a:xfrm>
              <a:off x="-11596725" y="4364600"/>
              <a:ext cx="36250" cy="70125"/>
            </a:xfrm>
            <a:custGeom>
              <a:avLst/>
              <a:gdLst/>
              <a:ahLst/>
              <a:cxnLst/>
              <a:rect l="l" t="t" r="r" b="b"/>
              <a:pathLst>
                <a:path w="1450" h="2805" extrusionOk="0">
                  <a:moveTo>
                    <a:pt x="0" y="0"/>
                  </a:moveTo>
                  <a:lnTo>
                    <a:pt x="253" y="2804"/>
                  </a:lnTo>
                  <a:lnTo>
                    <a:pt x="1450" y="2804"/>
                  </a:lnTo>
                  <a:lnTo>
                    <a:pt x="1450" y="284"/>
                  </a:lnTo>
                  <a:cubicBezTo>
                    <a:pt x="883" y="221"/>
                    <a:pt x="410" y="158"/>
                    <a:pt x="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11" name="Google Shape;9611;p72"/>
            <p:cNvSpPr/>
            <p:nvPr/>
          </p:nvSpPr>
          <p:spPr>
            <a:xfrm>
              <a:off x="-11540025" y="4364600"/>
              <a:ext cx="37050" cy="70125"/>
            </a:xfrm>
            <a:custGeom>
              <a:avLst/>
              <a:gdLst/>
              <a:ahLst/>
              <a:cxnLst/>
              <a:rect l="l" t="t" r="r" b="b"/>
              <a:pathLst>
                <a:path w="1482" h="2805" extrusionOk="0">
                  <a:moveTo>
                    <a:pt x="1482" y="0"/>
                  </a:moveTo>
                  <a:lnTo>
                    <a:pt x="1482" y="0"/>
                  </a:lnTo>
                  <a:cubicBezTo>
                    <a:pt x="1040" y="126"/>
                    <a:pt x="505" y="221"/>
                    <a:pt x="1" y="221"/>
                  </a:cubicBezTo>
                  <a:lnTo>
                    <a:pt x="1" y="2741"/>
                  </a:lnTo>
                  <a:lnTo>
                    <a:pt x="1198" y="2741"/>
                  </a:lnTo>
                  <a:lnTo>
                    <a:pt x="1198" y="2804"/>
                  </a:lnTo>
                  <a:lnTo>
                    <a:pt x="148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12" name="Google Shape;9612;p72"/>
            <p:cNvSpPr/>
            <p:nvPr/>
          </p:nvSpPr>
          <p:spPr>
            <a:xfrm>
              <a:off x="-11610900" y="4227550"/>
              <a:ext cx="50425" cy="51225"/>
            </a:xfrm>
            <a:custGeom>
              <a:avLst/>
              <a:gdLst/>
              <a:ahLst/>
              <a:cxnLst/>
              <a:rect l="l" t="t" r="r" b="b"/>
              <a:pathLst>
                <a:path w="2017" h="2049" extrusionOk="0">
                  <a:moveTo>
                    <a:pt x="0" y="1"/>
                  </a:moveTo>
                  <a:lnTo>
                    <a:pt x="189" y="2048"/>
                  </a:lnTo>
                  <a:cubicBezTo>
                    <a:pt x="725" y="1859"/>
                    <a:pt x="1355" y="1702"/>
                    <a:pt x="2017" y="1670"/>
                  </a:cubicBezTo>
                  <a:lnTo>
                    <a:pt x="201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13" name="Google Shape;9613;p72"/>
            <p:cNvSpPr/>
            <p:nvPr/>
          </p:nvSpPr>
          <p:spPr>
            <a:xfrm>
              <a:off x="-11540025" y="4228350"/>
              <a:ext cx="50450" cy="51200"/>
            </a:xfrm>
            <a:custGeom>
              <a:avLst/>
              <a:gdLst/>
              <a:ahLst/>
              <a:cxnLst/>
              <a:rect l="l" t="t" r="r" b="b"/>
              <a:pathLst>
                <a:path w="2018" h="2048" extrusionOk="0">
                  <a:moveTo>
                    <a:pt x="1" y="0"/>
                  </a:moveTo>
                  <a:lnTo>
                    <a:pt x="1" y="1670"/>
                  </a:lnTo>
                  <a:cubicBezTo>
                    <a:pt x="694" y="1701"/>
                    <a:pt x="1293" y="1827"/>
                    <a:pt x="1828" y="2048"/>
                  </a:cubicBezTo>
                  <a:lnTo>
                    <a:pt x="201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14" name="Google Shape;9614;p72"/>
            <p:cNvSpPr/>
            <p:nvPr/>
          </p:nvSpPr>
          <p:spPr>
            <a:xfrm>
              <a:off x="-11489600" y="4227550"/>
              <a:ext cx="92175" cy="207175"/>
            </a:xfrm>
            <a:custGeom>
              <a:avLst/>
              <a:gdLst/>
              <a:ahLst/>
              <a:cxnLst/>
              <a:rect l="l" t="t" r="r" b="b"/>
              <a:pathLst>
                <a:path w="3687" h="8287" extrusionOk="0">
                  <a:moveTo>
                    <a:pt x="819" y="1"/>
                  </a:moveTo>
                  <a:lnTo>
                    <a:pt x="599" y="2489"/>
                  </a:lnTo>
                  <a:cubicBezTo>
                    <a:pt x="1040" y="2836"/>
                    <a:pt x="1292" y="3246"/>
                    <a:pt x="1292" y="3718"/>
                  </a:cubicBezTo>
                  <a:cubicBezTo>
                    <a:pt x="1292" y="4254"/>
                    <a:pt x="945" y="4758"/>
                    <a:pt x="315" y="5136"/>
                  </a:cubicBezTo>
                  <a:lnTo>
                    <a:pt x="0" y="8286"/>
                  </a:lnTo>
                  <a:lnTo>
                    <a:pt x="1040" y="8286"/>
                  </a:lnTo>
                  <a:cubicBezTo>
                    <a:pt x="1607" y="8286"/>
                    <a:pt x="2111" y="7877"/>
                    <a:pt x="2237" y="7278"/>
                  </a:cubicBezTo>
                  <a:lnTo>
                    <a:pt x="368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15" name="Google Shape;9615;p72"/>
            <p:cNvSpPr/>
            <p:nvPr/>
          </p:nvSpPr>
          <p:spPr>
            <a:xfrm>
              <a:off x="-11703850" y="4227550"/>
              <a:ext cx="92175" cy="207175"/>
            </a:xfrm>
            <a:custGeom>
              <a:avLst/>
              <a:gdLst/>
              <a:ahLst/>
              <a:cxnLst/>
              <a:rect l="l" t="t" r="r" b="b"/>
              <a:pathLst>
                <a:path w="3687" h="8287" extrusionOk="0">
                  <a:moveTo>
                    <a:pt x="1" y="1"/>
                  </a:moveTo>
                  <a:lnTo>
                    <a:pt x="1450" y="7278"/>
                  </a:lnTo>
                  <a:cubicBezTo>
                    <a:pt x="1576" y="7877"/>
                    <a:pt x="2080" y="8286"/>
                    <a:pt x="2679" y="8286"/>
                  </a:cubicBezTo>
                  <a:lnTo>
                    <a:pt x="3687" y="8286"/>
                  </a:lnTo>
                  <a:lnTo>
                    <a:pt x="3372" y="5136"/>
                  </a:lnTo>
                  <a:cubicBezTo>
                    <a:pt x="2773" y="4758"/>
                    <a:pt x="2395" y="4254"/>
                    <a:pt x="2395" y="3718"/>
                  </a:cubicBezTo>
                  <a:cubicBezTo>
                    <a:pt x="2427" y="3246"/>
                    <a:pt x="2647" y="2836"/>
                    <a:pt x="3088" y="2489"/>
                  </a:cubicBezTo>
                  <a:lnTo>
                    <a:pt x="286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616" name="Google Shape;9616;p72"/>
          <p:cNvGrpSpPr/>
          <p:nvPr/>
        </p:nvGrpSpPr>
        <p:grpSpPr>
          <a:xfrm>
            <a:off x="7074827" y="3855153"/>
            <a:ext cx="476003" cy="473935"/>
            <a:chOff x="-9958475" y="3180025"/>
            <a:chExt cx="354450" cy="352875"/>
          </a:xfrm>
        </p:grpSpPr>
        <p:sp>
          <p:nvSpPr>
            <p:cNvPr id="9617" name="Google Shape;9617;p72"/>
            <p:cNvSpPr/>
            <p:nvPr/>
          </p:nvSpPr>
          <p:spPr>
            <a:xfrm>
              <a:off x="-9958475" y="3491125"/>
              <a:ext cx="354450" cy="41775"/>
            </a:xfrm>
            <a:custGeom>
              <a:avLst/>
              <a:gdLst/>
              <a:ahLst/>
              <a:cxnLst/>
              <a:rect l="l" t="t" r="r" b="b"/>
              <a:pathLst>
                <a:path w="14178" h="1671" extrusionOk="0">
                  <a:moveTo>
                    <a:pt x="1702" y="1"/>
                  </a:moveTo>
                  <a:cubicBezTo>
                    <a:pt x="1387" y="1"/>
                    <a:pt x="1135" y="158"/>
                    <a:pt x="977" y="442"/>
                  </a:cubicBezTo>
                  <a:lnTo>
                    <a:pt x="442" y="442"/>
                  </a:lnTo>
                  <a:cubicBezTo>
                    <a:pt x="190" y="442"/>
                    <a:pt x="1" y="631"/>
                    <a:pt x="1" y="820"/>
                  </a:cubicBezTo>
                  <a:cubicBezTo>
                    <a:pt x="1" y="1072"/>
                    <a:pt x="190" y="1261"/>
                    <a:pt x="442" y="1261"/>
                  </a:cubicBezTo>
                  <a:lnTo>
                    <a:pt x="977" y="1261"/>
                  </a:lnTo>
                  <a:cubicBezTo>
                    <a:pt x="1135" y="1513"/>
                    <a:pt x="1387" y="1670"/>
                    <a:pt x="1702" y="1670"/>
                  </a:cubicBezTo>
                  <a:lnTo>
                    <a:pt x="12477" y="1670"/>
                  </a:lnTo>
                  <a:cubicBezTo>
                    <a:pt x="12792" y="1670"/>
                    <a:pt x="13044" y="1513"/>
                    <a:pt x="13170" y="1261"/>
                  </a:cubicBezTo>
                  <a:lnTo>
                    <a:pt x="13737" y="1261"/>
                  </a:lnTo>
                  <a:cubicBezTo>
                    <a:pt x="13957" y="1261"/>
                    <a:pt x="14178" y="1072"/>
                    <a:pt x="14178" y="820"/>
                  </a:cubicBezTo>
                  <a:cubicBezTo>
                    <a:pt x="14178" y="631"/>
                    <a:pt x="13957" y="442"/>
                    <a:pt x="13737" y="442"/>
                  </a:cubicBezTo>
                  <a:lnTo>
                    <a:pt x="13170" y="442"/>
                  </a:lnTo>
                  <a:cubicBezTo>
                    <a:pt x="13044" y="190"/>
                    <a:pt x="12792" y="1"/>
                    <a:pt x="1247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18" name="Google Shape;9618;p72"/>
            <p:cNvSpPr/>
            <p:nvPr/>
          </p:nvSpPr>
          <p:spPr>
            <a:xfrm>
              <a:off x="-9958475" y="3180025"/>
              <a:ext cx="354450" cy="42550"/>
            </a:xfrm>
            <a:custGeom>
              <a:avLst/>
              <a:gdLst/>
              <a:ahLst/>
              <a:cxnLst/>
              <a:rect l="l" t="t" r="r" b="b"/>
              <a:pathLst>
                <a:path w="14178" h="1702" extrusionOk="0">
                  <a:moveTo>
                    <a:pt x="1702" y="0"/>
                  </a:moveTo>
                  <a:cubicBezTo>
                    <a:pt x="1387" y="0"/>
                    <a:pt x="1135" y="158"/>
                    <a:pt x="977" y="441"/>
                  </a:cubicBezTo>
                  <a:lnTo>
                    <a:pt x="442" y="441"/>
                  </a:lnTo>
                  <a:cubicBezTo>
                    <a:pt x="190" y="441"/>
                    <a:pt x="1" y="630"/>
                    <a:pt x="1" y="819"/>
                  </a:cubicBezTo>
                  <a:cubicBezTo>
                    <a:pt x="1" y="1040"/>
                    <a:pt x="190" y="1260"/>
                    <a:pt x="442" y="1260"/>
                  </a:cubicBezTo>
                  <a:lnTo>
                    <a:pt x="977" y="1260"/>
                  </a:lnTo>
                  <a:cubicBezTo>
                    <a:pt x="1135" y="1512"/>
                    <a:pt x="1387" y="1701"/>
                    <a:pt x="1702" y="1701"/>
                  </a:cubicBezTo>
                  <a:lnTo>
                    <a:pt x="12477" y="1701"/>
                  </a:lnTo>
                  <a:cubicBezTo>
                    <a:pt x="12792" y="1701"/>
                    <a:pt x="13044" y="1544"/>
                    <a:pt x="13170" y="1260"/>
                  </a:cubicBezTo>
                  <a:lnTo>
                    <a:pt x="13737" y="1260"/>
                  </a:lnTo>
                  <a:cubicBezTo>
                    <a:pt x="13957" y="1260"/>
                    <a:pt x="14178" y="1071"/>
                    <a:pt x="14178" y="819"/>
                  </a:cubicBezTo>
                  <a:cubicBezTo>
                    <a:pt x="14178" y="599"/>
                    <a:pt x="13957" y="441"/>
                    <a:pt x="13737" y="441"/>
                  </a:cubicBezTo>
                  <a:lnTo>
                    <a:pt x="13170" y="441"/>
                  </a:lnTo>
                  <a:cubicBezTo>
                    <a:pt x="13044" y="189"/>
                    <a:pt x="12792" y="0"/>
                    <a:pt x="1247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19" name="Google Shape;9619;p72"/>
            <p:cNvSpPr/>
            <p:nvPr/>
          </p:nvSpPr>
          <p:spPr>
            <a:xfrm>
              <a:off x="-9916725" y="3243025"/>
              <a:ext cx="270175" cy="228425"/>
            </a:xfrm>
            <a:custGeom>
              <a:avLst/>
              <a:gdLst/>
              <a:ahLst/>
              <a:cxnLst/>
              <a:rect l="l" t="t" r="r" b="b"/>
              <a:pathLst>
                <a:path w="10807" h="9137" extrusionOk="0">
                  <a:moveTo>
                    <a:pt x="7940" y="820"/>
                  </a:moveTo>
                  <a:cubicBezTo>
                    <a:pt x="8160" y="820"/>
                    <a:pt x="8349" y="1040"/>
                    <a:pt x="8349" y="1261"/>
                  </a:cubicBezTo>
                  <a:cubicBezTo>
                    <a:pt x="8349" y="1513"/>
                    <a:pt x="8160" y="1670"/>
                    <a:pt x="7940" y="1670"/>
                  </a:cubicBezTo>
                  <a:lnTo>
                    <a:pt x="2962" y="1670"/>
                  </a:lnTo>
                  <a:cubicBezTo>
                    <a:pt x="2741" y="1670"/>
                    <a:pt x="2521" y="1450"/>
                    <a:pt x="2521" y="1261"/>
                  </a:cubicBezTo>
                  <a:cubicBezTo>
                    <a:pt x="2521" y="1040"/>
                    <a:pt x="2741" y="820"/>
                    <a:pt x="2962" y="820"/>
                  </a:cubicBezTo>
                  <a:close/>
                  <a:moveTo>
                    <a:pt x="6270" y="2489"/>
                  </a:moveTo>
                  <a:cubicBezTo>
                    <a:pt x="6459" y="2489"/>
                    <a:pt x="6680" y="2679"/>
                    <a:pt x="6680" y="2931"/>
                  </a:cubicBezTo>
                  <a:cubicBezTo>
                    <a:pt x="6680" y="3151"/>
                    <a:pt x="6459" y="3340"/>
                    <a:pt x="6270" y="3340"/>
                  </a:cubicBezTo>
                  <a:lnTo>
                    <a:pt x="3781" y="3340"/>
                  </a:lnTo>
                  <a:cubicBezTo>
                    <a:pt x="3561" y="3340"/>
                    <a:pt x="3403" y="3151"/>
                    <a:pt x="3403" y="2931"/>
                  </a:cubicBezTo>
                  <a:cubicBezTo>
                    <a:pt x="3403" y="2679"/>
                    <a:pt x="3592" y="2489"/>
                    <a:pt x="3781" y="2489"/>
                  </a:cubicBezTo>
                  <a:close/>
                  <a:moveTo>
                    <a:pt x="7940" y="4128"/>
                  </a:moveTo>
                  <a:cubicBezTo>
                    <a:pt x="8160" y="4128"/>
                    <a:pt x="8349" y="4348"/>
                    <a:pt x="8349" y="4569"/>
                  </a:cubicBezTo>
                  <a:cubicBezTo>
                    <a:pt x="8349" y="4789"/>
                    <a:pt x="8160" y="5010"/>
                    <a:pt x="7940" y="5010"/>
                  </a:cubicBezTo>
                  <a:lnTo>
                    <a:pt x="2962" y="5010"/>
                  </a:lnTo>
                  <a:cubicBezTo>
                    <a:pt x="2741" y="5010"/>
                    <a:pt x="2521" y="4789"/>
                    <a:pt x="2521" y="4569"/>
                  </a:cubicBezTo>
                  <a:cubicBezTo>
                    <a:pt x="2521" y="4348"/>
                    <a:pt x="2741" y="4128"/>
                    <a:pt x="2962" y="4128"/>
                  </a:cubicBezTo>
                  <a:close/>
                  <a:moveTo>
                    <a:pt x="6312" y="5826"/>
                  </a:moveTo>
                  <a:cubicBezTo>
                    <a:pt x="6490" y="5826"/>
                    <a:pt x="6680" y="6005"/>
                    <a:pt x="6680" y="6239"/>
                  </a:cubicBezTo>
                  <a:cubicBezTo>
                    <a:pt x="6680" y="6459"/>
                    <a:pt x="6459" y="6617"/>
                    <a:pt x="6270" y="6617"/>
                  </a:cubicBezTo>
                  <a:lnTo>
                    <a:pt x="3781" y="6617"/>
                  </a:lnTo>
                  <a:cubicBezTo>
                    <a:pt x="3561" y="6617"/>
                    <a:pt x="3403" y="6428"/>
                    <a:pt x="3403" y="6239"/>
                  </a:cubicBezTo>
                  <a:cubicBezTo>
                    <a:pt x="3403" y="5987"/>
                    <a:pt x="3592" y="5829"/>
                    <a:pt x="3781" y="5829"/>
                  </a:cubicBezTo>
                  <a:lnTo>
                    <a:pt x="6270" y="5829"/>
                  </a:lnTo>
                  <a:cubicBezTo>
                    <a:pt x="6284" y="5827"/>
                    <a:pt x="6298" y="5826"/>
                    <a:pt x="6312" y="5826"/>
                  </a:cubicBezTo>
                  <a:close/>
                  <a:moveTo>
                    <a:pt x="7940" y="7436"/>
                  </a:moveTo>
                  <a:cubicBezTo>
                    <a:pt x="8160" y="7436"/>
                    <a:pt x="8349" y="7656"/>
                    <a:pt x="8349" y="7877"/>
                  </a:cubicBezTo>
                  <a:cubicBezTo>
                    <a:pt x="8349" y="8129"/>
                    <a:pt x="8160" y="8286"/>
                    <a:pt x="7940" y="8286"/>
                  </a:cubicBezTo>
                  <a:lnTo>
                    <a:pt x="2962" y="8286"/>
                  </a:lnTo>
                  <a:cubicBezTo>
                    <a:pt x="2741" y="8286"/>
                    <a:pt x="2521" y="8066"/>
                    <a:pt x="2521" y="7877"/>
                  </a:cubicBezTo>
                  <a:cubicBezTo>
                    <a:pt x="2521" y="7656"/>
                    <a:pt x="2741" y="7436"/>
                    <a:pt x="2962" y="7436"/>
                  </a:cubicBezTo>
                  <a:close/>
                  <a:moveTo>
                    <a:pt x="1" y="1"/>
                  </a:moveTo>
                  <a:lnTo>
                    <a:pt x="1" y="5388"/>
                  </a:lnTo>
                  <a:cubicBezTo>
                    <a:pt x="1" y="5545"/>
                    <a:pt x="95" y="5703"/>
                    <a:pt x="253" y="5766"/>
                  </a:cubicBezTo>
                  <a:lnTo>
                    <a:pt x="1166" y="6239"/>
                  </a:lnTo>
                  <a:lnTo>
                    <a:pt x="253" y="6711"/>
                  </a:lnTo>
                  <a:cubicBezTo>
                    <a:pt x="127" y="6743"/>
                    <a:pt x="1" y="6900"/>
                    <a:pt x="1" y="7058"/>
                  </a:cubicBezTo>
                  <a:lnTo>
                    <a:pt x="1" y="9137"/>
                  </a:lnTo>
                  <a:lnTo>
                    <a:pt x="10807" y="9137"/>
                  </a:lnTo>
                  <a:lnTo>
                    <a:pt x="10807" y="3750"/>
                  </a:lnTo>
                  <a:cubicBezTo>
                    <a:pt x="10807" y="3592"/>
                    <a:pt x="10712" y="3435"/>
                    <a:pt x="10555" y="3403"/>
                  </a:cubicBezTo>
                  <a:lnTo>
                    <a:pt x="9673" y="2931"/>
                  </a:lnTo>
                  <a:lnTo>
                    <a:pt x="10555" y="2458"/>
                  </a:lnTo>
                  <a:cubicBezTo>
                    <a:pt x="10712" y="2363"/>
                    <a:pt x="10807" y="2237"/>
                    <a:pt x="10807" y="2080"/>
                  </a:cubicBezTo>
                  <a:lnTo>
                    <a:pt x="1080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620" name="Google Shape;9620;p72"/>
          <p:cNvGrpSpPr/>
          <p:nvPr/>
        </p:nvGrpSpPr>
        <p:grpSpPr>
          <a:xfrm>
            <a:off x="7086996" y="4489794"/>
            <a:ext cx="450621" cy="473767"/>
            <a:chOff x="-9949025" y="3615575"/>
            <a:chExt cx="335550" cy="352750"/>
          </a:xfrm>
        </p:grpSpPr>
        <p:sp>
          <p:nvSpPr>
            <p:cNvPr id="9621" name="Google Shape;9621;p72"/>
            <p:cNvSpPr/>
            <p:nvPr/>
          </p:nvSpPr>
          <p:spPr>
            <a:xfrm>
              <a:off x="-9800950" y="3615575"/>
              <a:ext cx="61475" cy="61450"/>
            </a:xfrm>
            <a:custGeom>
              <a:avLst/>
              <a:gdLst/>
              <a:ahLst/>
              <a:cxnLst/>
              <a:rect l="l" t="t" r="r" b="b"/>
              <a:pathLst>
                <a:path w="2459" h="2458" extrusionOk="0">
                  <a:moveTo>
                    <a:pt x="1261" y="0"/>
                  </a:moveTo>
                  <a:cubicBezTo>
                    <a:pt x="568" y="0"/>
                    <a:pt x="1" y="567"/>
                    <a:pt x="1" y="1261"/>
                  </a:cubicBezTo>
                  <a:cubicBezTo>
                    <a:pt x="1" y="1922"/>
                    <a:pt x="536" y="2458"/>
                    <a:pt x="1261" y="2458"/>
                  </a:cubicBezTo>
                  <a:cubicBezTo>
                    <a:pt x="1891" y="2458"/>
                    <a:pt x="2458" y="1922"/>
                    <a:pt x="2458" y="1261"/>
                  </a:cubicBezTo>
                  <a:cubicBezTo>
                    <a:pt x="2458" y="567"/>
                    <a:pt x="1923" y="0"/>
                    <a:pt x="126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22" name="Google Shape;9622;p72"/>
            <p:cNvSpPr/>
            <p:nvPr/>
          </p:nvSpPr>
          <p:spPr>
            <a:xfrm>
              <a:off x="-9949025" y="3688650"/>
              <a:ext cx="335550" cy="279675"/>
            </a:xfrm>
            <a:custGeom>
              <a:avLst/>
              <a:gdLst/>
              <a:ahLst/>
              <a:cxnLst/>
              <a:rect l="l" t="t" r="r" b="b"/>
              <a:pathLst>
                <a:path w="13422" h="11187" extrusionOk="0">
                  <a:moveTo>
                    <a:pt x="5523" y="1"/>
                  </a:moveTo>
                  <a:cubicBezTo>
                    <a:pt x="5383" y="1"/>
                    <a:pt x="5245" y="34"/>
                    <a:pt x="5136" y="102"/>
                  </a:cubicBezTo>
                  <a:lnTo>
                    <a:pt x="599" y="2969"/>
                  </a:lnTo>
                  <a:cubicBezTo>
                    <a:pt x="158" y="3158"/>
                    <a:pt x="1" y="3630"/>
                    <a:pt x="190" y="4071"/>
                  </a:cubicBezTo>
                  <a:cubicBezTo>
                    <a:pt x="360" y="4370"/>
                    <a:pt x="617" y="4538"/>
                    <a:pt x="892" y="4538"/>
                  </a:cubicBezTo>
                  <a:cubicBezTo>
                    <a:pt x="1024" y="4538"/>
                    <a:pt x="1160" y="4500"/>
                    <a:pt x="1293" y="4418"/>
                  </a:cubicBezTo>
                  <a:lnTo>
                    <a:pt x="4727" y="2055"/>
                  </a:lnTo>
                  <a:cubicBezTo>
                    <a:pt x="5073" y="3441"/>
                    <a:pt x="5231" y="3851"/>
                    <a:pt x="5987" y="4985"/>
                  </a:cubicBezTo>
                  <a:lnTo>
                    <a:pt x="4033" y="6812"/>
                  </a:lnTo>
                  <a:cubicBezTo>
                    <a:pt x="3750" y="7096"/>
                    <a:pt x="3655" y="7505"/>
                    <a:pt x="3876" y="7852"/>
                  </a:cubicBezTo>
                  <a:lnTo>
                    <a:pt x="5703" y="10750"/>
                  </a:lnTo>
                  <a:cubicBezTo>
                    <a:pt x="5873" y="11026"/>
                    <a:pt x="6141" y="11187"/>
                    <a:pt x="6433" y="11187"/>
                  </a:cubicBezTo>
                  <a:cubicBezTo>
                    <a:pt x="6576" y="11187"/>
                    <a:pt x="6724" y="11148"/>
                    <a:pt x="6869" y="11066"/>
                  </a:cubicBezTo>
                  <a:cubicBezTo>
                    <a:pt x="7247" y="10845"/>
                    <a:pt x="7373" y="10372"/>
                    <a:pt x="7121" y="9931"/>
                  </a:cubicBezTo>
                  <a:lnTo>
                    <a:pt x="5640" y="7568"/>
                  </a:lnTo>
                  <a:lnTo>
                    <a:pt x="7594" y="5678"/>
                  </a:lnTo>
                  <a:lnTo>
                    <a:pt x="12886" y="2780"/>
                  </a:lnTo>
                  <a:cubicBezTo>
                    <a:pt x="13264" y="2591"/>
                    <a:pt x="13422" y="2055"/>
                    <a:pt x="13233" y="1677"/>
                  </a:cubicBezTo>
                  <a:cubicBezTo>
                    <a:pt x="13102" y="1394"/>
                    <a:pt x="12822" y="1217"/>
                    <a:pt x="12526" y="1217"/>
                  </a:cubicBezTo>
                  <a:cubicBezTo>
                    <a:pt x="12393" y="1217"/>
                    <a:pt x="12257" y="1252"/>
                    <a:pt x="12130" y="1331"/>
                  </a:cubicBezTo>
                  <a:lnTo>
                    <a:pt x="7342" y="4008"/>
                  </a:lnTo>
                  <a:cubicBezTo>
                    <a:pt x="6774" y="3158"/>
                    <a:pt x="6302" y="2307"/>
                    <a:pt x="6302" y="889"/>
                  </a:cubicBezTo>
                  <a:cubicBezTo>
                    <a:pt x="6270" y="574"/>
                    <a:pt x="6239" y="322"/>
                    <a:pt x="6018" y="165"/>
                  </a:cubicBezTo>
                  <a:cubicBezTo>
                    <a:pt x="5893" y="58"/>
                    <a:pt x="5707" y="1"/>
                    <a:pt x="552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23" name="Google Shape;9623;p72"/>
            <p:cNvSpPr/>
            <p:nvPr/>
          </p:nvSpPr>
          <p:spPr>
            <a:xfrm>
              <a:off x="-9947450" y="3657100"/>
              <a:ext cx="106350" cy="50650"/>
            </a:xfrm>
            <a:custGeom>
              <a:avLst/>
              <a:gdLst/>
              <a:ahLst/>
              <a:cxnLst/>
              <a:rect l="l" t="t" r="r" b="b"/>
              <a:pathLst>
                <a:path w="4254" h="2026" extrusionOk="0">
                  <a:moveTo>
                    <a:pt x="910" y="0"/>
                  </a:moveTo>
                  <a:cubicBezTo>
                    <a:pt x="499" y="0"/>
                    <a:pt x="178" y="268"/>
                    <a:pt x="64" y="639"/>
                  </a:cubicBezTo>
                  <a:cubicBezTo>
                    <a:pt x="1" y="1112"/>
                    <a:pt x="253" y="1553"/>
                    <a:pt x="694" y="1616"/>
                  </a:cubicBezTo>
                  <a:lnTo>
                    <a:pt x="2427" y="2025"/>
                  </a:lnTo>
                  <a:lnTo>
                    <a:pt x="4254" y="891"/>
                  </a:lnTo>
                  <a:lnTo>
                    <a:pt x="1041" y="9"/>
                  </a:lnTo>
                  <a:cubicBezTo>
                    <a:pt x="996" y="3"/>
                    <a:pt x="953" y="0"/>
                    <a:pt x="91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624" name="Google Shape;9624;p72"/>
          <p:cNvGrpSpPr/>
          <p:nvPr/>
        </p:nvGrpSpPr>
        <p:grpSpPr>
          <a:xfrm>
            <a:off x="10600125" y="3854469"/>
            <a:ext cx="480233" cy="477897"/>
            <a:chOff x="-9961625" y="4048175"/>
            <a:chExt cx="357600" cy="355825"/>
          </a:xfrm>
        </p:grpSpPr>
        <p:sp>
          <p:nvSpPr>
            <p:cNvPr id="9625" name="Google Shape;9625;p72"/>
            <p:cNvSpPr/>
            <p:nvPr/>
          </p:nvSpPr>
          <p:spPr>
            <a:xfrm>
              <a:off x="-9958475" y="4048175"/>
              <a:ext cx="64625" cy="62650"/>
            </a:xfrm>
            <a:custGeom>
              <a:avLst/>
              <a:gdLst/>
              <a:ahLst/>
              <a:cxnLst/>
              <a:rect l="l" t="t" r="r" b="b"/>
              <a:pathLst>
                <a:path w="2585" h="2506" extrusionOk="0">
                  <a:moveTo>
                    <a:pt x="442" y="0"/>
                  </a:moveTo>
                  <a:cubicBezTo>
                    <a:pt x="339" y="0"/>
                    <a:pt x="237" y="40"/>
                    <a:pt x="158" y="119"/>
                  </a:cubicBezTo>
                  <a:cubicBezTo>
                    <a:pt x="1" y="339"/>
                    <a:pt x="1" y="560"/>
                    <a:pt x="158" y="717"/>
                  </a:cubicBezTo>
                  <a:lnTo>
                    <a:pt x="1828" y="2387"/>
                  </a:lnTo>
                  <a:cubicBezTo>
                    <a:pt x="1923" y="2466"/>
                    <a:pt x="2033" y="2505"/>
                    <a:pt x="2139" y="2505"/>
                  </a:cubicBezTo>
                  <a:cubicBezTo>
                    <a:pt x="2246" y="2505"/>
                    <a:pt x="2348" y="2466"/>
                    <a:pt x="2427" y="2387"/>
                  </a:cubicBezTo>
                  <a:cubicBezTo>
                    <a:pt x="2584" y="2229"/>
                    <a:pt x="2584" y="1946"/>
                    <a:pt x="2427" y="1788"/>
                  </a:cubicBezTo>
                  <a:lnTo>
                    <a:pt x="725" y="119"/>
                  </a:lnTo>
                  <a:cubicBezTo>
                    <a:pt x="647" y="40"/>
                    <a:pt x="544" y="0"/>
                    <a:pt x="44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26" name="Google Shape;9626;p72"/>
            <p:cNvSpPr/>
            <p:nvPr/>
          </p:nvSpPr>
          <p:spPr>
            <a:xfrm>
              <a:off x="-9873400" y="4048775"/>
              <a:ext cx="21275" cy="63025"/>
            </a:xfrm>
            <a:custGeom>
              <a:avLst/>
              <a:gdLst/>
              <a:ahLst/>
              <a:cxnLst/>
              <a:rect l="l" t="t" r="r" b="b"/>
              <a:pathLst>
                <a:path w="851" h="2521" extrusionOk="0">
                  <a:moveTo>
                    <a:pt x="410" y="0"/>
                  </a:moveTo>
                  <a:cubicBezTo>
                    <a:pt x="189" y="0"/>
                    <a:pt x="0" y="189"/>
                    <a:pt x="0" y="410"/>
                  </a:cubicBezTo>
                  <a:lnTo>
                    <a:pt x="0" y="2079"/>
                  </a:lnTo>
                  <a:cubicBezTo>
                    <a:pt x="0" y="2300"/>
                    <a:pt x="221" y="2520"/>
                    <a:pt x="410" y="2520"/>
                  </a:cubicBezTo>
                  <a:cubicBezTo>
                    <a:pt x="630" y="2520"/>
                    <a:pt x="851" y="2300"/>
                    <a:pt x="851" y="2079"/>
                  </a:cubicBezTo>
                  <a:lnTo>
                    <a:pt x="851" y="410"/>
                  </a:lnTo>
                  <a:cubicBezTo>
                    <a:pt x="851" y="189"/>
                    <a:pt x="630" y="0"/>
                    <a:pt x="41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27" name="Google Shape;9627;p72"/>
            <p:cNvSpPr/>
            <p:nvPr/>
          </p:nvSpPr>
          <p:spPr>
            <a:xfrm>
              <a:off x="-9957675" y="4133050"/>
              <a:ext cx="63025" cy="19700"/>
            </a:xfrm>
            <a:custGeom>
              <a:avLst/>
              <a:gdLst/>
              <a:ahLst/>
              <a:cxnLst/>
              <a:rect l="l" t="t" r="r" b="b"/>
              <a:pathLst>
                <a:path w="2521" h="788" extrusionOk="0">
                  <a:moveTo>
                    <a:pt x="441" y="0"/>
                  </a:moveTo>
                  <a:cubicBezTo>
                    <a:pt x="189" y="0"/>
                    <a:pt x="0" y="189"/>
                    <a:pt x="0" y="410"/>
                  </a:cubicBezTo>
                  <a:cubicBezTo>
                    <a:pt x="0" y="599"/>
                    <a:pt x="189" y="788"/>
                    <a:pt x="441" y="788"/>
                  </a:cubicBezTo>
                  <a:lnTo>
                    <a:pt x="2111" y="788"/>
                  </a:lnTo>
                  <a:cubicBezTo>
                    <a:pt x="2363" y="788"/>
                    <a:pt x="2521" y="599"/>
                    <a:pt x="2521" y="410"/>
                  </a:cubicBezTo>
                  <a:cubicBezTo>
                    <a:pt x="2521" y="158"/>
                    <a:pt x="2332" y="0"/>
                    <a:pt x="211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28" name="Google Shape;9628;p72"/>
            <p:cNvSpPr/>
            <p:nvPr/>
          </p:nvSpPr>
          <p:spPr>
            <a:xfrm>
              <a:off x="-9961625" y="4132250"/>
              <a:ext cx="253650" cy="271750"/>
            </a:xfrm>
            <a:custGeom>
              <a:avLst/>
              <a:gdLst/>
              <a:ahLst/>
              <a:cxnLst/>
              <a:rect l="l" t="t" r="r" b="b"/>
              <a:pathLst>
                <a:path w="10146" h="10870" extrusionOk="0">
                  <a:moveTo>
                    <a:pt x="5357" y="1"/>
                  </a:moveTo>
                  <a:cubicBezTo>
                    <a:pt x="5010" y="1"/>
                    <a:pt x="4727" y="253"/>
                    <a:pt x="4727" y="631"/>
                  </a:cubicBezTo>
                  <a:lnTo>
                    <a:pt x="4727" y="5388"/>
                  </a:lnTo>
                  <a:cubicBezTo>
                    <a:pt x="4727" y="5640"/>
                    <a:pt x="4537" y="5797"/>
                    <a:pt x="4317" y="5797"/>
                  </a:cubicBezTo>
                  <a:cubicBezTo>
                    <a:pt x="4128" y="5797"/>
                    <a:pt x="3907" y="5577"/>
                    <a:pt x="3907" y="5388"/>
                  </a:cubicBezTo>
                  <a:lnTo>
                    <a:pt x="3907" y="1450"/>
                  </a:lnTo>
                  <a:cubicBezTo>
                    <a:pt x="3907" y="1103"/>
                    <a:pt x="3624" y="820"/>
                    <a:pt x="3277" y="820"/>
                  </a:cubicBezTo>
                  <a:cubicBezTo>
                    <a:pt x="2931" y="820"/>
                    <a:pt x="2647" y="1103"/>
                    <a:pt x="2647" y="1450"/>
                  </a:cubicBezTo>
                  <a:lnTo>
                    <a:pt x="2647" y="7940"/>
                  </a:lnTo>
                  <a:lnTo>
                    <a:pt x="1576" y="6900"/>
                  </a:lnTo>
                  <a:cubicBezTo>
                    <a:pt x="1416" y="6740"/>
                    <a:pt x="1176" y="6640"/>
                    <a:pt x="935" y="6640"/>
                  </a:cubicBezTo>
                  <a:cubicBezTo>
                    <a:pt x="748" y="6640"/>
                    <a:pt x="561" y="6700"/>
                    <a:pt x="410" y="6837"/>
                  </a:cubicBezTo>
                  <a:cubicBezTo>
                    <a:pt x="95" y="7121"/>
                    <a:pt x="1" y="7625"/>
                    <a:pt x="284" y="7971"/>
                  </a:cubicBezTo>
                  <a:lnTo>
                    <a:pt x="1734" y="10208"/>
                  </a:lnTo>
                  <a:cubicBezTo>
                    <a:pt x="2049" y="10618"/>
                    <a:pt x="2521" y="10870"/>
                    <a:pt x="3088" y="10870"/>
                  </a:cubicBezTo>
                  <a:lnTo>
                    <a:pt x="8035" y="10870"/>
                  </a:lnTo>
                  <a:cubicBezTo>
                    <a:pt x="9169" y="10870"/>
                    <a:pt x="10114" y="9925"/>
                    <a:pt x="10114" y="8759"/>
                  </a:cubicBezTo>
                  <a:lnTo>
                    <a:pt x="10114" y="4002"/>
                  </a:lnTo>
                  <a:cubicBezTo>
                    <a:pt x="10145" y="3592"/>
                    <a:pt x="9893" y="3309"/>
                    <a:pt x="9515" y="3309"/>
                  </a:cubicBezTo>
                  <a:cubicBezTo>
                    <a:pt x="9169" y="3309"/>
                    <a:pt x="8885" y="3592"/>
                    <a:pt x="8885" y="3939"/>
                  </a:cubicBezTo>
                  <a:lnTo>
                    <a:pt x="8885" y="5388"/>
                  </a:lnTo>
                  <a:cubicBezTo>
                    <a:pt x="8885" y="5640"/>
                    <a:pt x="8696" y="5797"/>
                    <a:pt x="8507" y="5797"/>
                  </a:cubicBezTo>
                  <a:cubicBezTo>
                    <a:pt x="8255" y="5797"/>
                    <a:pt x="8066" y="5577"/>
                    <a:pt x="8066" y="5388"/>
                  </a:cubicBezTo>
                  <a:lnTo>
                    <a:pt x="8066" y="1450"/>
                  </a:lnTo>
                  <a:cubicBezTo>
                    <a:pt x="8066" y="1103"/>
                    <a:pt x="7782" y="820"/>
                    <a:pt x="7436" y="820"/>
                  </a:cubicBezTo>
                  <a:cubicBezTo>
                    <a:pt x="7089" y="820"/>
                    <a:pt x="6806" y="1103"/>
                    <a:pt x="6806" y="1450"/>
                  </a:cubicBezTo>
                  <a:lnTo>
                    <a:pt x="6806" y="5388"/>
                  </a:lnTo>
                  <a:cubicBezTo>
                    <a:pt x="6806" y="5640"/>
                    <a:pt x="6617" y="5797"/>
                    <a:pt x="6428" y="5797"/>
                  </a:cubicBezTo>
                  <a:cubicBezTo>
                    <a:pt x="6176" y="5797"/>
                    <a:pt x="5987" y="5577"/>
                    <a:pt x="5987" y="5388"/>
                  </a:cubicBezTo>
                  <a:lnTo>
                    <a:pt x="5987" y="631"/>
                  </a:lnTo>
                  <a:cubicBezTo>
                    <a:pt x="5987" y="284"/>
                    <a:pt x="5703" y="1"/>
                    <a:pt x="535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29" name="Google Shape;9629;p72"/>
            <p:cNvSpPr/>
            <p:nvPr/>
          </p:nvSpPr>
          <p:spPr>
            <a:xfrm>
              <a:off x="-9791500" y="4069250"/>
              <a:ext cx="31550" cy="66175"/>
            </a:xfrm>
            <a:custGeom>
              <a:avLst/>
              <a:gdLst/>
              <a:ahLst/>
              <a:cxnLst/>
              <a:rect l="l" t="t" r="r" b="b"/>
              <a:pathLst>
                <a:path w="1262" h="2647" extrusionOk="0">
                  <a:moveTo>
                    <a:pt x="631" y="0"/>
                  </a:moveTo>
                  <a:cubicBezTo>
                    <a:pt x="284" y="0"/>
                    <a:pt x="1" y="252"/>
                    <a:pt x="1" y="630"/>
                  </a:cubicBezTo>
                  <a:lnTo>
                    <a:pt x="1" y="2647"/>
                  </a:lnTo>
                  <a:cubicBezTo>
                    <a:pt x="190" y="2552"/>
                    <a:pt x="410" y="2489"/>
                    <a:pt x="631" y="2489"/>
                  </a:cubicBezTo>
                  <a:cubicBezTo>
                    <a:pt x="883" y="2521"/>
                    <a:pt x="1072" y="2552"/>
                    <a:pt x="1261" y="2647"/>
                  </a:cubicBezTo>
                  <a:lnTo>
                    <a:pt x="1261" y="630"/>
                  </a:lnTo>
                  <a:cubicBezTo>
                    <a:pt x="1261" y="284"/>
                    <a:pt x="977" y="0"/>
                    <a:pt x="63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30" name="Google Shape;9630;p72"/>
            <p:cNvSpPr/>
            <p:nvPr/>
          </p:nvSpPr>
          <p:spPr>
            <a:xfrm>
              <a:off x="-9740300" y="4049550"/>
              <a:ext cx="136275" cy="268600"/>
            </a:xfrm>
            <a:custGeom>
              <a:avLst/>
              <a:gdLst/>
              <a:ahLst/>
              <a:cxnLst/>
              <a:rect l="l" t="t" r="r" b="b"/>
              <a:pathLst>
                <a:path w="5451" h="10744" extrusionOk="0">
                  <a:moveTo>
                    <a:pt x="631" y="1"/>
                  </a:moveTo>
                  <a:cubicBezTo>
                    <a:pt x="284" y="1"/>
                    <a:pt x="1" y="253"/>
                    <a:pt x="1" y="631"/>
                  </a:cubicBezTo>
                  <a:lnTo>
                    <a:pt x="1" y="5955"/>
                  </a:lnTo>
                  <a:cubicBezTo>
                    <a:pt x="190" y="5860"/>
                    <a:pt x="410" y="5797"/>
                    <a:pt x="631" y="5797"/>
                  </a:cubicBezTo>
                  <a:cubicBezTo>
                    <a:pt x="1418" y="5797"/>
                    <a:pt x="2080" y="6428"/>
                    <a:pt x="2080" y="7247"/>
                  </a:cubicBezTo>
                  <a:lnTo>
                    <a:pt x="2080" y="10744"/>
                  </a:lnTo>
                  <a:lnTo>
                    <a:pt x="3309" y="10744"/>
                  </a:lnTo>
                  <a:cubicBezTo>
                    <a:pt x="4443" y="10744"/>
                    <a:pt x="5388" y="9799"/>
                    <a:pt x="5388" y="8664"/>
                  </a:cubicBezTo>
                  <a:lnTo>
                    <a:pt x="5388" y="3876"/>
                  </a:lnTo>
                  <a:cubicBezTo>
                    <a:pt x="5451" y="3592"/>
                    <a:pt x="5167" y="3309"/>
                    <a:pt x="4821" y="3309"/>
                  </a:cubicBezTo>
                  <a:cubicBezTo>
                    <a:pt x="4443" y="3309"/>
                    <a:pt x="4191" y="3592"/>
                    <a:pt x="4191" y="3939"/>
                  </a:cubicBezTo>
                  <a:lnTo>
                    <a:pt x="4191" y="5388"/>
                  </a:lnTo>
                  <a:cubicBezTo>
                    <a:pt x="4191" y="5640"/>
                    <a:pt x="3970" y="5797"/>
                    <a:pt x="3781" y="5797"/>
                  </a:cubicBezTo>
                  <a:cubicBezTo>
                    <a:pt x="3561" y="5797"/>
                    <a:pt x="3340" y="5577"/>
                    <a:pt x="3340" y="5388"/>
                  </a:cubicBezTo>
                  <a:lnTo>
                    <a:pt x="3340" y="1450"/>
                  </a:lnTo>
                  <a:cubicBezTo>
                    <a:pt x="3340" y="1103"/>
                    <a:pt x="3088" y="820"/>
                    <a:pt x="2710" y="820"/>
                  </a:cubicBezTo>
                  <a:cubicBezTo>
                    <a:pt x="2364" y="820"/>
                    <a:pt x="2080" y="1103"/>
                    <a:pt x="2080" y="1450"/>
                  </a:cubicBezTo>
                  <a:lnTo>
                    <a:pt x="2080" y="5388"/>
                  </a:lnTo>
                  <a:cubicBezTo>
                    <a:pt x="2080" y="5640"/>
                    <a:pt x="1891" y="5797"/>
                    <a:pt x="1702" y="5797"/>
                  </a:cubicBezTo>
                  <a:cubicBezTo>
                    <a:pt x="1450" y="5797"/>
                    <a:pt x="1261" y="5577"/>
                    <a:pt x="1261" y="5388"/>
                  </a:cubicBezTo>
                  <a:lnTo>
                    <a:pt x="1261" y="631"/>
                  </a:lnTo>
                  <a:cubicBezTo>
                    <a:pt x="1261" y="284"/>
                    <a:pt x="977" y="1"/>
                    <a:pt x="63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631" name="Google Shape;9631;p72"/>
          <p:cNvGrpSpPr/>
          <p:nvPr/>
        </p:nvGrpSpPr>
        <p:grpSpPr>
          <a:xfrm>
            <a:off x="8849086" y="4488485"/>
            <a:ext cx="486612" cy="476385"/>
            <a:chOff x="-8680950" y="3624225"/>
            <a:chExt cx="362350" cy="354700"/>
          </a:xfrm>
        </p:grpSpPr>
        <p:sp>
          <p:nvSpPr>
            <p:cNvPr id="9632" name="Google Shape;9632;p72"/>
            <p:cNvSpPr/>
            <p:nvPr/>
          </p:nvSpPr>
          <p:spPr>
            <a:xfrm>
              <a:off x="-8512400" y="3686450"/>
              <a:ext cx="130775" cy="129800"/>
            </a:xfrm>
            <a:custGeom>
              <a:avLst/>
              <a:gdLst/>
              <a:ahLst/>
              <a:cxnLst/>
              <a:rect l="l" t="t" r="r" b="b"/>
              <a:pathLst>
                <a:path w="5231" h="5192" extrusionOk="0">
                  <a:moveTo>
                    <a:pt x="4065" y="1"/>
                  </a:moveTo>
                  <a:lnTo>
                    <a:pt x="158" y="3876"/>
                  </a:lnTo>
                  <a:cubicBezTo>
                    <a:pt x="1" y="4096"/>
                    <a:pt x="1" y="4317"/>
                    <a:pt x="158" y="4474"/>
                  </a:cubicBezTo>
                  <a:lnTo>
                    <a:pt x="757" y="5073"/>
                  </a:lnTo>
                  <a:cubicBezTo>
                    <a:pt x="836" y="5152"/>
                    <a:pt x="938" y="5191"/>
                    <a:pt x="1041" y="5191"/>
                  </a:cubicBezTo>
                  <a:cubicBezTo>
                    <a:pt x="1143" y="5191"/>
                    <a:pt x="1245" y="5152"/>
                    <a:pt x="1324" y="5073"/>
                  </a:cubicBezTo>
                  <a:lnTo>
                    <a:pt x="5231" y="1166"/>
                  </a:lnTo>
                  <a:lnTo>
                    <a:pt x="406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33" name="Google Shape;9633;p72"/>
            <p:cNvSpPr/>
            <p:nvPr/>
          </p:nvSpPr>
          <p:spPr>
            <a:xfrm>
              <a:off x="-8395825" y="3624225"/>
              <a:ext cx="77225" cy="77225"/>
            </a:xfrm>
            <a:custGeom>
              <a:avLst/>
              <a:gdLst/>
              <a:ahLst/>
              <a:cxnLst/>
              <a:rect l="l" t="t" r="r" b="b"/>
              <a:pathLst>
                <a:path w="3089" h="3089" extrusionOk="0">
                  <a:moveTo>
                    <a:pt x="1607" y="1"/>
                  </a:moveTo>
                  <a:cubicBezTo>
                    <a:pt x="1481" y="1"/>
                    <a:pt x="1355" y="64"/>
                    <a:pt x="1292" y="158"/>
                  </a:cubicBezTo>
                  <a:lnTo>
                    <a:pt x="1" y="1891"/>
                  </a:lnTo>
                  <a:lnTo>
                    <a:pt x="1198" y="3088"/>
                  </a:lnTo>
                  <a:lnTo>
                    <a:pt x="2931" y="1797"/>
                  </a:lnTo>
                  <a:cubicBezTo>
                    <a:pt x="3057" y="1734"/>
                    <a:pt x="3088" y="1608"/>
                    <a:pt x="3088" y="1482"/>
                  </a:cubicBezTo>
                  <a:lnTo>
                    <a:pt x="3088" y="442"/>
                  </a:lnTo>
                  <a:cubicBezTo>
                    <a:pt x="3057" y="190"/>
                    <a:pt x="2868" y="1"/>
                    <a:pt x="261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34" name="Google Shape;9634;p72"/>
            <p:cNvSpPr/>
            <p:nvPr/>
          </p:nvSpPr>
          <p:spPr>
            <a:xfrm>
              <a:off x="-8676125" y="3883875"/>
              <a:ext cx="98375" cy="92925"/>
            </a:xfrm>
            <a:custGeom>
              <a:avLst/>
              <a:gdLst/>
              <a:ahLst/>
              <a:cxnLst/>
              <a:rect l="l" t="t" r="r" b="b"/>
              <a:pathLst>
                <a:path w="3935" h="3717" extrusionOk="0">
                  <a:moveTo>
                    <a:pt x="2478" y="0"/>
                  </a:moveTo>
                  <a:cubicBezTo>
                    <a:pt x="2338" y="0"/>
                    <a:pt x="2197" y="75"/>
                    <a:pt x="2108" y="201"/>
                  </a:cubicBezTo>
                  <a:lnTo>
                    <a:pt x="154" y="3130"/>
                  </a:lnTo>
                  <a:cubicBezTo>
                    <a:pt x="0" y="3413"/>
                    <a:pt x="244" y="3717"/>
                    <a:pt x="527" y="3717"/>
                  </a:cubicBezTo>
                  <a:cubicBezTo>
                    <a:pt x="591" y="3717"/>
                    <a:pt x="657" y="3701"/>
                    <a:pt x="721" y="3666"/>
                  </a:cubicBezTo>
                  <a:lnTo>
                    <a:pt x="3620" y="1744"/>
                  </a:lnTo>
                  <a:cubicBezTo>
                    <a:pt x="3903" y="1618"/>
                    <a:pt x="3935" y="1303"/>
                    <a:pt x="3746" y="1114"/>
                  </a:cubicBezTo>
                  <a:lnTo>
                    <a:pt x="2769" y="138"/>
                  </a:lnTo>
                  <a:cubicBezTo>
                    <a:pt x="2688" y="43"/>
                    <a:pt x="2583" y="0"/>
                    <a:pt x="247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35" name="Google Shape;9635;p72"/>
            <p:cNvSpPr/>
            <p:nvPr/>
          </p:nvSpPr>
          <p:spPr>
            <a:xfrm>
              <a:off x="-8680950" y="3708850"/>
              <a:ext cx="282800" cy="270075"/>
            </a:xfrm>
            <a:custGeom>
              <a:avLst/>
              <a:gdLst/>
              <a:ahLst/>
              <a:cxnLst/>
              <a:rect l="l" t="t" r="r" b="b"/>
              <a:pathLst>
                <a:path w="11312" h="10803" extrusionOk="0">
                  <a:moveTo>
                    <a:pt x="4337" y="4327"/>
                  </a:moveTo>
                  <a:cubicBezTo>
                    <a:pt x="4656" y="4327"/>
                    <a:pt x="4979" y="4445"/>
                    <a:pt x="5231" y="4681"/>
                  </a:cubicBezTo>
                  <a:cubicBezTo>
                    <a:pt x="5388" y="4839"/>
                    <a:pt x="5388" y="5122"/>
                    <a:pt x="5231" y="5280"/>
                  </a:cubicBezTo>
                  <a:cubicBezTo>
                    <a:pt x="5152" y="5359"/>
                    <a:pt x="5050" y="5398"/>
                    <a:pt x="4947" y="5398"/>
                  </a:cubicBezTo>
                  <a:cubicBezTo>
                    <a:pt x="4845" y="5398"/>
                    <a:pt x="4742" y="5359"/>
                    <a:pt x="4664" y="5280"/>
                  </a:cubicBezTo>
                  <a:cubicBezTo>
                    <a:pt x="4585" y="5201"/>
                    <a:pt x="4475" y="5162"/>
                    <a:pt x="4364" y="5162"/>
                  </a:cubicBezTo>
                  <a:cubicBezTo>
                    <a:pt x="4254" y="5162"/>
                    <a:pt x="4144" y="5201"/>
                    <a:pt x="4065" y="5280"/>
                  </a:cubicBezTo>
                  <a:cubicBezTo>
                    <a:pt x="3829" y="5516"/>
                    <a:pt x="3514" y="5634"/>
                    <a:pt x="3195" y="5634"/>
                  </a:cubicBezTo>
                  <a:cubicBezTo>
                    <a:pt x="2876" y="5634"/>
                    <a:pt x="2553" y="5516"/>
                    <a:pt x="2301" y="5280"/>
                  </a:cubicBezTo>
                  <a:cubicBezTo>
                    <a:pt x="2143" y="5122"/>
                    <a:pt x="2143" y="4839"/>
                    <a:pt x="2301" y="4681"/>
                  </a:cubicBezTo>
                  <a:cubicBezTo>
                    <a:pt x="2379" y="4602"/>
                    <a:pt x="2482" y="4563"/>
                    <a:pt x="2584" y="4563"/>
                  </a:cubicBezTo>
                  <a:cubicBezTo>
                    <a:pt x="2687" y="4563"/>
                    <a:pt x="2789" y="4602"/>
                    <a:pt x="2868" y="4681"/>
                  </a:cubicBezTo>
                  <a:cubicBezTo>
                    <a:pt x="2947" y="4760"/>
                    <a:pt x="3057" y="4799"/>
                    <a:pt x="3167" y="4799"/>
                  </a:cubicBezTo>
                  <a:cubicBezTo>
                    <a:pt x="3277" y="4799"/>
                    <a:pt x="3388" y="4760"/>
                    <a:pt x="3466" y="4681"/>
                  </a:cubicBezTo>
                  <a:cubicBezTo>
                    <a:pt x="3703" y="4445"/>
                    <a:pt x="4018" y="4327"/>
                    <a:pt x="4337" y="4327"/>
                  </a:cubicBezTo>
                  <a:close/>
                  <a:moveTo>
                    <a:pt x="6097" y="5697"/>
                  </a:moveTo>
                  <a:cubicBezTo>
                    <a:pt x="6207" y="5697"/>
                    <a:pt x="6318" y="5737"/>
                    <a:pt x="6396" y="5815"/>
                  </a:cubicBezTo>
                  <a:cubicBezTo>
                    <a:pt x="6869" y="6288"/>
                    <a:pt x="6869" y="7076"/>
                    <a:pt x="6396" y="7611"/>
                  </a:cubicBezTo>
                  <a:cubicBezTo>
                    <a:pt x="6239" y="7769"/>
                    <a:pt x="6239" y="8021"/>
                    <a:pt x="6396" y="8178"/>
                  </a:cubicBezTo>
                  <a:cubicBezTo>
                    <a:pt x="6554" y="8336"/>
                    <a:pt x="6554" y="8619"/>
                    <a:pt x="6396" y="8777"/>
                  </a:cubicBezTo>
                  <a:cubicBezTo>
                    <a:pt x="6318" y="8856"/>
                    <a:pt x="6207" y="8895"/>
                    <a:pt x="6097" y="8895"/>
                  </a:cubicBezTo>
                  <a:cubicBezTo>
                    <a:pt x="5987" y="8895"/>
                    <a:pt x="5877" y="8856"/>
                    <a:pt x="5798" y="8777"/>
                  </a:cubicBezTo>
                  <a:cubicBezTo>
                    <a:pt x="5325" y="8304"/>
                    <a:pt x="5325" y="7517"/>
                    <a:pt x="5798" y="7013"/>
                  </a:cubicBezTo>
                  <a:cubicBezTo>
                    <a:pt x="5955" y="6855"/>
                    <a:pt x="5955" y="6571"/>
                    <a:pt x="5798" y="6414"/>
                  </a:cubicBezTo>
                  <a:cubicBezTo>
                    <a:pt x="5640" y="6256"/>
                    <a:pt x="5640" y="5973"/>
                    <a:pt x="5798" y="5815"/>
                  </a:cubicBezTo>
                  <a:cubicBezTo>
                    <a:pt x="5877" y="5737"/>
                    <a:pt x="5987" y="5697"/>
                    <a:pt x="6097" y="5697"/>
                  </a:cubicBezTo>
                  <a:close/>
                  <a:moveTo>
                    <a:pt x="6968" y="1"/>
                  </a:moveTo>
                  <a:cubicBezTo>
                    <a:pt x="6230" y="1"/>
                    <a:pt x="5491" y="269"/>
                    <a:pt x="4916" y="806"/>
                  </a:cubicBezTo>
                  <a:lnTo>
                    <a:pt x="4286" y="1468"/>
                  </a:lnTo>
                  <a:cubicBezTo>
                    <a:pt x="4191" y="1562"/>
                    <a:pt x="4128" y="1783"/>
                    <a:pt x="4222" y="1909"/>
                  </a:cubicBezTo>
                  <a:cubicBezTo>
                    <a:pt x="4380" y="2255"/>
                    <a:pt x="4286" y="2633"/>
                    <a:pt x="4065" y="2854"/>
                  </a:cubicBezTo>
                  <a:cubicBezTo>
                    <a:pt x="3892" y="3027"/>
                    <a:pt x="3643" y="3124"/>
                    <a:pt x="3401" y="3124"/>
                  </a:cubicBezTo>
                  <a:cubicBezTo>
                    <a:pt x="3203" y="3124"/>
                    <a:pt x="3010" y="3059"/>
                    <a:pt x="2868" y="2917"/>
                  </a:cubicBezTo>
                  <a:lnTo>
                    <a:pt x="2616" y="2633"/>
                  </a:lnTo>
                  <a:cubicBezTo>
                    <a:pt x="2537" y="2555"/>
                    <a:pt x="2427" y="2515"/>
                    <a:pt x="2316" y="2515"/>
                  </a:cubicBezTo>
                  <a:cubicBezTo>
                    <a:pt x="2206" y="2515"/>
                    <a:pt x="2096" y="2555"/>
                    <a:pt x="2017" y="2633"/>
                  </a:cubicBezTo>
                  <a:lnTo>
                    <a:pt x="1419" y="3232"/>
                  </a:lnTo>
                  <a:cubicBezTo>
                    <a:pt x="158" y="4492"/>
                    <a:pt x="1" y="6445"/>
                    <a:pt x="946" y="7895"/>
                  </a:cubicBezTo>
                  <a:lnTo>
                    <a:pt x="1608" y="6792"/>
                  </a:lnTo>
                  <a:cubicBezTo>
                    <a:pt x="1765" y="6477"/>
                    <a:pt x="2143" y="6256"/>
                    <a:pt x="2521" y="6225"/>
                  </a:cubicBezTo>
                  <a:cubicBezTo>
                    <a:pt x="2590" y="6214"/>
                    <a:pt x="2659" y="6209"/>
                    <a:pt x="2726" y="6209"/>
                  </a:cubicBezTo>
                  <a:cubicBezTo>
                    <a:pt x="3056" y="6209"/>
                    <a:pt x="3357" y="6336"/>
                    <a:pt x="3592" y="6571"/>
                  </a:cubicBezTo>
                  <a:lnTo>
                    <a:pt x="4569" y="7548"/>
                  </a:lnTo>
                  <a:cubicBezTo>
                    <a:pt x="4853" y="7832"/>
                    <a:pt x="4979" y="8210"/>
                    <a:pt x="4916" y="8619"/>
                  </a:cubicBezTo>
                  <a:cubicBezTo>
                    <a:pt x="4884" y="8997"/>
                    <a:pt x="4601" y="9312"/>
                    <a:pt x="4286" y="9533"/>
                  </a:cubicBezTo>
                  <a:lnTo>
                    <a:pt x="3246" y="10195"/>
                  </a:lnTo>
                  <a:cubicBezTo>
                    <a:pt x="3867" y="10600"/>
                    <a:pt x="4575" y="10802"/>
                    <a:pt x="5283" y="10802"/>
                  </a:cubicBezTo>
                  <a:cubicBezTo>
                    <a:pt x="6227" y="10802"/>
                    <a:pt x="7170" y="10442"/>
                    <a:pt x="7909" y="9722"/>
                  </a:cubicBezTo>
                  <a:lnTo>
                    <a:pt x="8507" y="9123"/>
                  </a:lnTo>
                  <a:cubicBezTo>
                    <a:pt x="8665" y="8966"/>
                    <a:pt x="8665" y="8682"/>
                    <a:pt x="8507" y="8525"/>
                  </a:cubicBezTo>
                  <a:lnTo>
                    <a:pt x="8224" y="8273"/>
                  </a:lnTo>
                  <a:cubicBezTo>
                    <a:pt x="7909" y="7958"/>
                    <a:pt x="7972" y="7391"/>
                    <a:pt x="8287" y="7076"/>
                  </a:cubicBezTo>
                  <a:cubicBezTo>
                    <a:pt x="8432" y="6930"/>
                    <a:pt x="8659" y="6840"/>
                    <a:pt x="8887" y="6840"/>
                  </a:cubicBezTo>
                  <a:cubicBezTo>
                    <a:pt x="9005" y="6840"/>
                    <a:pt x="9124" y="6864"/>
                    <a:pt x="9232" y="6918"/>
                  </a:cubicBezTo>
                  <a:cubicBezTo>
                    <a:pt x="9294" y="6955"/>
                    <a:pt x="9361" y="6973"/>
                    <a:pt x="9427" y="6973"/>
                  </a:cubicBezTo>
                  <a:cubicBezTo>
                    <a:pt x="9529" y="6973"/>
                    <a:pt x="9628" y="6931"/>
                    <a:pt x="9704" y="6855"/>
                  </a:cubicBezTo>
                  <a:lnTo>
                    <a:pt x="10334" y="6225"/>
                  </a:lnTo>
                  <a:cubicBezTo>
                    <a:pt x="11154" y="5185"/>
                    <a:pt x="11311" y="3831"/>
                    <a:pt x="10713" y="2696"/>
                  </a:cubicBezTo>
                  <a:lnTo>
                    <a:pt x="10713" y="2696"/>
                  </a:lnTo>
                  <a:lnTo>
                    <a:pt x="8665" y="4744"/>
                  </a:lnTo>
                  <a:cubicBezTo>
                    <a:pt x="8428" y="4980"/>
                    <a:pt x="8113" y="5099"/>
                    <a:pt x="7794" y="5099"/>
                  </a:cubicBezTo>
                  <a:cubicBezTo>
                    <a:pt x="7475" y="5099"/>
                    <a:pt x="7152" y="4980"/>
                    <a:pt x="6900" y="4744"/>
                  </a:cubicBezTo>
                  <a:lnTo>
                    <a:pt x="6302" y="4177"/>
                  </a:lnTo>
                  <a:cubicBezTo>
                    <a:pt x="5829" y="3705"/>
                    <a:pt x="5829" y="2917"/>
                    <a:pt x="6302" y="2381"/>
                  </a:cubicBezTo>
                  <a:lnTo>
                    <a:pt x="8350" y="334"/>
                  </a:lnTo>
                  <a:cubicBezTo>
                    <a:pt x="7918" y="112"/>
                    <a:pt x="7443" y="1"/>
                    <a:pt x="696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36" name="Google Shape;9636;p72"/>
            <p:cNvSpPr/>
            <p:nvPr/>
          </p:nvSpPr>
          <p:spPr>
            <a:xfrm>
              <a:off x="-8440725" y="3857375"/>
              <a:ext cx="117400" cy="86450"/>
            </a:xfrm>
            <a:custGeom>
              <a:avLst/>
              <a:gdLst/>
              <a:ahLst/>
              <a:cxnLst/>
              <a:rect l="l" t="t" r="r" b="b"/>
              <a:pathLst>
                <a:path w="4696" h="3458" extrusionOk="0">
                  <a:moveTo>
                    <a:pt x="1765" y="0"/>
                  </a:moveTo>
                  <a:cubicBezTo>
                    <a:pt x="1608" y="284"/>
                    <a:pt x="1419" y="567"/>
                    <a:pt x="1198" y="788"/>
                  </a:cubicBezTo>
                  <a:lnTo>
                    <a:pt x="568" y="1418"/>
                  </a:lnTo>
                  <a:cubicBezTo>
                    <a:pt x="410" y="1576"/>
                    <a:pt x="190" y="1702"/>
                    <a:pt x="1" y="1733"/>
                  </a:cubicBezTo>
                  <a:lnTo>
                    <a:pt x="442" y="2174"/>
                  </a:lnTo>
                  <a:cubicBezTo>
                    <a:pt x="830" y="2563"/>
                    <a:pt x="1382" y="2767"/>
                    <a:pt x="1930" y="2767"/>
                  </a:cubicBezTo>
                  <a:cubicBezTo>
                    <a:pt x="2316" y="2767"/>
                    <a:pt x="2700" y="2666"/>
                    <a:pt x="3025" y="2458"/>
                  </a:cubicBezTo>
                  <a:lnTo>
                    <a:pt x="3939" y="3340"/>
                  </a:lnTo>
                  <a:cubicBezTo>
                    <a:pt x="4018" y="3419"/>
                    <a:pt x="4128" y="3458"/>
                    <a:pt x="4238" y="3458"/>
                  </a:cubicBezTo>
                  <a:cubicBezTo>
                    <a:pt x="4349" y="3458"/>
                    <a:pt x="4459" y="3419"/>
                    <a:pt x="4538" y="3340"/>
                  </a:cubicBezTo>
                  <a:cubicBezTo>
                    <a:pt x="4695" y="3182"/>
                    <a:pt x="4695" y="2930"/>
                    <a:pt x="4538" y="2773"/>
                  </a:cubicBezTo>
                  <a:lnTo>
                    <a:pt x="176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37" name="Google Shape;9637;p72"/>
            <p:cNvSpPr/>
            <p:nvPr/>
          </p:nvSpPr>
          <p:spPr>
            <a:xfrm>
              <a:off x="-8638400" y="3630725"/>
              <a:ext cx="86650" cy="115625"/>
            </a:xfrm>
            <a:custGeom>
              <a:avLst/>
              <a:gdLst/>
              <a:ahLst/>
              <a:cxnLst/>
              <a:rect l="l" t="t" r="r" b="b"/>
              <a:pathLst>
                <a:path w="3466" h="4625" extrusionOk="0">
                  <a:moveTo>
                    <a:pt x="457" y="1"/>
                  </a:moveTo>
                  <a:cubicBezTo>
                    <a:pt x="347" y="1"/>
                    <a:pt x="236" y="40"/>
                    <a:pt x="158" y="119"/>
                  </a:cubicBezTo>
                  <a:cubicBezTo>
                    <a:pt x="0" y="277"/>
                    <a:pt x="0" y="560"/>
                    <a:pt x="158" y="718"/>
                  </a:cubicBezTo>
                  <a:lnTo>
                    <a:pt x="1071" y="1631"/>
                  </a:lnTo>
                  <a:cubicBezTo>
                    <a:pt x="819" y="1978"/>
                    <a:pt x="693" y="2387"/>
                    <a:pt x="693" y="2765"/>
                  </a:cubicBezTo>
                  <a:cubicBezTo>
                    <a:pt x="693" y="3269"/>
                    <a:pt x="914" y="3805"/>
                    <a:pt x="1292" y="4183"/>
                  </a:cubicBezTo>
                  <a:lnTo>
                    <a:pt x="1733" y="4624"/>
                  </a:lnTo>
                  <a:cubicBezTo>
                    <a:pt x="1764" y="4435"/>
                    <a:pt x="1890" y="4215"/>
                    <a:pt x="2048" y="4057"/>
                  </a:cubicBezTo>
                  <a:lnTo>
                    <a:pt x="2678" y="3427"/>
                  </a:lnTo>
                  <a:cubicBezTo>
                    <a:pt x="2899" y="3206"/>
                    <a:pt x="3182" y="3017"/>
                    <a:pt x="3466" y="2860"/>
                  </a:cubicBezTo>
                  <a:lnTo>
                    <a:pt x="756" y="119"/>
                  </a:lnTo>
                  <a:cubicBezTo>
                    <a:pt x="677" y="40"/>
                    <a:pt x="567" y="1"/>
                    <a:pt x="45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638" name="Google Shape;9638;p72"/>
          <p:cNvGrpSpPr/>
          <p:nvPr/>
        </p:nvGrpSpPr>
        <p:grpSpPr>
          <a:xfrm>
            <a:off x="7697411" y="2042699"/>
            <a:ext cx="417820" cy="473968"/>
            <a:chOff x="-13056975" y="3212300"/>
            <a:chExt cx="311125" cy="352900"/>
          </a:xfrm>
        </p:grpSpPr>
        <p:sp>
          <p:nvSpPr>
            <p:cNvPr id="9639" name="Google Shape;9639;p72"/>
            <p:cNvSpPr/>
            <p:nvPr/>
          </p:nvSpPr>
          <p:spPr>
            <a:xfrm>
              <a:off x="-12972700" y="3273750"/>
              <a:ext cx="144950" cy="229225"/>
            </a:xfrm>
            <a:custGeom>
              <a:avLst/>
              <a:gdLst/>
              <a:ahLst/>
              <a:cxnLst/>
              <a:rect l="l" t="t" r="r" b="b"/>
              <a:pathLst>
                <a:path w="5798" h="9169" extrusionOk="0">
                  <a:moveTo>
                    <a:pt x="0" y="0"/>
                  </a:moveTo>
                  <a:lnTo>
                    <a:pt x="0" y="819"/>
                  </a:lnTo>
                  <a:lnTo>
                    <a:pt x="851" y="819"/>
                  </a:lnTo>
                  <a:lnTo>
                    <a:pt x="851" y="8538"/>
                  </a:lnTo>
                  <a:lnTo>
                    <a:pt x="788" y="8538"/>
                  </a:lnTo>
                  <a:cubicBezTo>
                    <a:pt x="1071" y="8696"/>
                    <a:pt x="1355" y="8853"/>
                    <a:pt x="1639" y="8948"/>
                  </a:cubicBezTo>
                  <a:lnTo>
                    <a:pt x="1639" y="851"/>
                  </a:lnTo>
                  <a:lnTo>
                    <a:pt x="2458" y="851"/>
                  </a:lnTo>
                  <a:lnTo>
                    <a:pt x="2458" y="9137"/>
                  </a:lnTo>
                  <a:cubicBezTo>
                    <a:pt x="2615" y="9137"/>
                    <a:pt x="2741" y="9168"/>
                    <a:pt x="2899" y="9168"/>
                  </a:cubicBezTo>
                  <a:cubicBezTo>
                    <a:pt x="3056" y="9168"/>
                    <a:pt x="3151" y="9137"/>
                    <a:pt x="3308" y="9137"/>
                  </a:cubicBezTo>
                  <a:lnTo>
                    <a:pt x="3308" y="851"/>
                  </a:lnTo>
                  <a:lnTo>
                    <a:pt x="4159" y="851"/>
                  </a:lnTo>
                  <a:lnTo>
                    <a:pt x="4159" y="8948"/>
                  </a:lnTo>
                  <a:cubicBezTo>
                    <a:pt x="4411" y="8822"/>
                    <a:pt x="4695" y="8696"/>
                    <a:pt x="4978" y="8538"/>
                  </a:cubicBezTo>
                  <a:lnTo>
                    <a:pt x="4978" y="819"/>
                  </a:lnTo>
                  <a:lnTo>
                    <a:pt x="5797" y="819"/>
                  </a:lnTo>
                  <a:lnTo>
                    <a:pt x="579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40" name="Google Shape;9640;p72"/>
            <p:cNvSpPr/>
            <p:nvPr/>
          </p:nvSpPr>
          <p:spPr>
            <a:xfrm>
              <a:off x="-12808875" y="3212300"/>
              <a:ext cx="63025" cy="278075"/>
            </a:xfrm>
            <a:custGeom>
              <a:avLst/>
              <a:gdLst/>
              <a:ahLst/>
              <a:cxnLst/>
              <a:rect l="l" t="t" r="r" b="b"/>
              <a:pathLst>
                <a:path w="2521" h="11123" extrusionOk="0">
                  <a:moveTo>
                    <a:pt x="1261" y="1"/>
                  </a:moveTo>
                  <a:cubicBezTo>
                    <a:pt x="599" y="1"/>
                    <a:pt x="0" y="568"/>
                    <a:pt x="0" y="1230"/>
                  </a:cubicBezTo>
                  <a:lnTo>
                    <a:pt x="0" y="5514"/>
                  </a:lnTo>
                  <a:cubicBezTo>
                    <a:pt x="0" y="5672"/>
                    <a:pt x="32" y="5829"/>
                    <a:pt x="158" y="5987"/>
                  </a:cubicBezTo>
                  <a:cubicBezTo>
                    <a:pt x="536" y="6617"/>
                    <a:pt x="788" y="7310"/>
                    <a:pt x="851" y="8003"/>
                  </a:cubicBezTo>
                  <a:cubicBezTo>
                    <a:pt x="945" y="8759"/>
                    <a:pt x="756" y="9452"/>
                    <a:pt x="347" y="10114"/>
                  </a:cubicBezTo>
                  <a:lnTo>
                    <a:pt x="1607" y="11122"/>
                  </a:lnTo>
                  <a:cubicBezTo>
                    <a:pt x="2174" y="10208"/>
                    <a:pt x="2521" y="9137"/>
                    <a:pt x="2521" y="8003"/>
                  </a:cubicBezTo>
                  <a:cubicBezTo>
                    <a:pt x="2489" y="7026"/>
                    <a:pt x="2174" y="6113"/>
                    <a:pt x="1702" y="5294"/>
                  </a:cubicBezTo>
                  <a:lnTo>
                    <a:pt x="1702" y="4979"/>
                  </a:lnTo>
                  <a:lnTo>
                    <a:pt x="1702" y="2395"/>
                  </a:lnTo>
                  <a:lnTo>
                    <a:pt x="1891" y="2301"/>
                  </a:lnTo>
                  <a:cubicBezTo>
                    <a:pt x="2269" y="2049"/>
                    <a:pt x="2521" y="1671"/>
                    <a:pt x="2521" y="1230"/>
                  </a:cubicBezTo>
                  <a:cubicBezTo>
                    <a:pt x="2521" y="568"/>
                    <a:pt x="1954" y="1"/>
                    <a:pt x="126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41" name="Google Shape;9641;p72"/>
            <p:cNvSpPr/>
            <p:nvPr/>
          </p:nvSpPr>
          <p:spPr>
            <a:xfrm>
              <a:off x="-13056975" y="3212300"/>
              <a:ext cx="63025" cy="278075"/>
            </a:xfrm>
            <a:custGeom>
              <a:avLst/>
              <a:gdLst/>
              <a:ahLst/>
              <a:cxnLst/>
              <a:rect l="l" t="t" r="r" b="b"/>
              <a:pathLst>
                <a:path w="2521" h="11123" extrusionOk="0">
                  <a:moveTo>
                    <a:pt x="1260" y="1"/>
                  </a:moveTo>
                  <a:cubicBezTo>
                    <a:pt x="567" y="1"/>
                    <a:pt x="0" y="568"/>
                    <a:pt x="0" y="1230"/>
                  </a:cubicBezTo>
                  <a:cubicBezTo>
                    <a:pt x="32" y="1671"/>
                    <a:pt x="284" y="2112"/>
                    <a:pt x="662" y="2301"/>
                  </a:cubicBezTo>
                  <a:lnTo>
                    <a:pt x="851" y="2427"/>
                  </a:lnTo>
                  <a:lnTo>
                    <a:pt x="851" y="4979"/>
                  </a:lnTo>
                  <a:lnTo>
                    <a:pt x="851" y="5294"/>
                  </a:lnTo>
                  <a:cubicBezTo>
                    <a:pt x="378" y="6113"/>
                    <a:pt x="63" y="7026"/>
                    <a:pt x="32" y="8003"/>
                  </a:cubicBezTo>
                  <a:cubicBezTo>
                    <a:pt x="32" y="9137"/>
                    <a:pt x="378" y="10208"/>
                    <a:pt x="945" y="11122"/>
                  </a:cubicBezTo>
                  <a:lnTo>
                    <a:pt x="2206" y="10145"/>
                  </a:lnTo>
                  <a:cubicBezTo>
                    <a:pt x="1859" y="9515"/>
                    <a:pt x="1639" y="8791"/>
                    <a:pt x="1702" y="8035"/>
                  </a:cubicBezTo>
                  <a:lnTo>
                    <a:pt x="1702" y="8003"/>
                  </a:lnTo>
                  <a:cubicBezTo>
                    <a:pt x="1733" y="7279"/>
                    <a:pt x="1954" y="6585"/>
                    <a:pt x="2363" y="5987"/>
                  </a:cubicBezTo>
                  <a:cubicBezTo>
                    <a:pt x="2458" y="5829"/>
                    <a:pt x="2521" y="5672"/>
                    <a:pt x="2521" y="5514"/>
                  </a:cubicBezTo>
                  <a:lnTo>
                    <a:pt x="2521" y="1230"/>
                  </a:lnTo>
                  <a:cubicBezTo>
                    <a:pt x="2521" y="568"/>
                    <a:pt x="1954" y="1"/>
                    <a:pt x="126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42" name="Google Shape;9642;p72"/>
            <p:cNvSpPr/>
            <p:nvPr/>
          </p:nvSpPr>
          <p:spPr>
            <a:xfrm>
              <a:off x="-13020750" y="3483250"/>
              <a:ext cx="240250" cy="81950"/>
            </a:xfrm>
            <a:custGeom>
              <a:avLst/>
              <a:gdLst/>
              <a:ahLst/>
              <a:cxnLst/>
              <a:rect l="l" t="t" r="r" b="b"/>
              <a:pathLst>
                <a:path w="9610" h="3278" extrusionOk="0">
                  <a:moveTo>
                    <a:pt x="1261" y="1"/>
                  </a:moveTo>
                  <a:lnTo>
                    <a:pt x="0" y="977"/>
                  </a:lnTo>
                  <a:cubicBezTo>
                    <a:pt x="1103" y="2395"/>
                    <a:pt x="2867" y="3277"/>
                    <a:pt x="4821" y="3277"/>
                  </a:cubicBezTo>
                  <a:cubicBezTo>
                    <a:pt x="6743" y="3277"/>
                    <a:pt x="8475" y="2363"/>
                    <a:pt x="9610" y="977"/>
                  </a:cubicBezTo>
                  <a:lnTo>
                    <a:pt x="8349" y="1"/>
                  </a:lnTo>
                  <a:cubicBezTo>
                    <a:pt x="7530" y="946"/>
                    <a:pt x="6270" y="1639"/>
                    <a:pt x="4821" y="1639"/>
                  </a:cubicBezTo>
                  <a:cubicBezTo>
                    <a:pt x="3466" y="1639"/>
                    <a:pt x="2143" y="1009"/>
                    <a:pt x="126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643" name="Google Shape;9643;p72"/>
          <p:cNvGrpSpPr/>
          <p:nvPr/>
        </p:nvGrpSpPr>
        <p:grpSpPr>
          <a:xfrm>
            <a:off x="7667262" y="2630425"/>
            <a:ext cx="478117" cy="473767"/>
            <a:chOff x="-13077450" y="3647075"/>
            <a:chExt cx="356025" cy="352750"/>
          </a:xfrm>
        </p:grpSpPr>
        <p:sp>
          <p:nvSpPr>
            <p:cNvPr id="9644" name="Google Shape;9644;p72"/>
            <p:cNvSpPr/>
            <p:nvPr/>
          </p:nvSpPr>
          <p:spPr>
            <a:xfrm>
              <a:off x="-13014450" y="3708500"/>
              <a:ext cx="104000" cy="145750"/>
            </a:xfrm>
            <a:custGeom>
              <a:avLst/>
              <a:gdLst/>
              <a:ahLst/>
              <a:cxnLst/>
              <a:rect l="l" t="t" r="r" b="b"/>
              <a:pathLst>
                <a:path w="4160" h="5830" extrusionOk="0">
                  <a:moveTo>
                    <a:pt x="2899" y="820"/>
                  </a:moveTo>
                  <a:cubicBezTo>
                    <a:pt x="3151" y="820"/>
                    <a:pt x="3309" y="1041"/>
                    <a:pt x="3309" y="1261"/>
                  </a:cubicBezTo>
                  <a:cubicBezTo>
                    <a:pt x="3309" y="1513"/>
                    <a:pt x="3088" y="1671"/>
                    <a:pt x="2899" y="1671"/>
                  </a:cubicBezTo>
                  <a:lnTo>
                    <a:pt x="1198" y="1671"/>
                  </a:lnTo>
                  <a:cubicBezTo>
                    <a:pt x="977" y="1671"/>
                    <a:pt x="788" y="1482"/>
                    <a:pt x="788" y="1261"/>
                  </a:cubicBezTo>
                  <a:cubicBezTo>
                    <a:pt x="788" y="1041"/>
                    <a:pt x="977" y="820"/>
                    <a:pt x="1198" y="820"/>
                  </a:cubicBezTo>
                  <a:close/>
                  <a:moveTo>
                    <a:pt x="2899" y="2490"/>
                  </a:moveTo>
                  <a:cubicBezTo>
                    <a:pt x="3151" y="2490"/>
                    <a:pt x="3309" y="2679"/>
                    <a:pt x="3309" y="2868"/>
                  </a:cubicBezTo>
                  <a:cubicBezTo>
                    <a:pt x="3309" y="3151"/>
                    <a:pt x="3088" y="3309"/>
                    <a:pt x="2899" y="3309"/>
                  </a:cubicBezTo>
                  <a:lnTo>
                    <a:pt x="1198" y="3309"/>
                  </a:lnTo>
                  <a:cubicBezTo>
                    <a:pt x="977" y="3309"/>
                    <a:pt x="788" y="3120"/>
                    <a:pt x="788" y="2868"/>
                  </a:cubicBezTo>
                  <a:cubicBezTo>
                    <a:pt x="788" y="2647"/>
                    <a:pt x="977" y="2490"/>
                    <a:pt x="1198" y="2490"/>
                  </a:cubicBezTo>
                  <a:close/>
                  <a:moveTo>
                    <a:pt x="2899" y="4191"/>
                  </a:moveTo>
                  <a:cubicBezTo>
                    <a:pt x="3151" y="4191"/>
                    <a:pt x="3309" y="4380"/>
                    <a:pt x="3309" y="4632"/>
                  </a:cubicBezTo>
                  <a:cubicBezTo>
                    <a:pt x="3309" y="4821"/>
                    <a:pt x="3088" y="5010"/>
                    <a:pt x="2899" y="5010"/>
                  </a:cubicBezTo>
                  <a:lnTo>
                    <a:pt x="1198" y="5010"/>
                  </a:lnTo>
                  <a:cubicBezTo>
                    <a:pt x="977" y="5010"/>
                    <a:pt x="788" y="4821"/>
                    <a:pt x="788" y="4632"/>
                  </a:cubicBezTo>
                  <a:cubicBezTo>
                    <a:pt x="788" y="4380"/>
                    <a:pt x="977" y="4191"/>
                    <a:pt x="1198" y="4191"/>
                  </a:cubicBezTo>
                  <a:close/>
                  <a:moveTo>
                    <a:pt x="1" y="1"/>
                  </a:moveTo>
                  <a:lnTo>
                    <a:pt x="1" y="5829"/>
                  </a:lnTo>
                  <a:lnTo>
                    <a:pt x="4159" y="5829"/>
                  </a:lnTo>
                  <a:lnTo>
                    <a:pt x="4159" y="1261"/>
                  </a:lnTo>
                  <a:cubicBezTo>
                    <a:pt x="4128" y="600"/>
                    <a:pt x="3561" y="1"/>
                    <a:pt x="289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45" name="Google Shape;9645;p72"/>
            <p:cNvSpPr/>
            <p:nvPr/>
          </p:nvSpPr>
          <p:spPr>
            <a:xfrm>
              <a:off x="-12890800" y="3708500"/>
              <a:ext cx="104775" cy="145750"/>
            </a:xfrm>
            <a:custGeom>
              <a:avLst/>
              <a:gdLst/>
              <a:ahLst/>
              <a:cxnLst/>
              <a:rect l="l" t="t" r="r" b="b"/>
              <a:pathLst>
                <a:path w="4191" h="5830" extrusionOk="0">
                  <a:moveTo>
                    <a:pt x="2931" y="820"/>
                  </a:moveTo>
                  <a:cubicBezTo>
                    <a:pt x="3151" y="852"/>
                    <a:pt x="3340" y="1041"/>
                    <a:pt x="3340" y="1261"/>
                  </a:cubicBezTo>
                  <a:cubicBezTo>
                    <a:pt x="3340" y="1513"/>
                    <a:pt x="3151" y="1671"/>
                    <a:pt x="2931" y="1671"/>
                  </a:cubicBezTo>
                  <a:lnTo>
                    <a:pt x="1230" y="1671"/>
                  </a:lnTo>
                  <a:cubicBezTo>
                    <a:pt x="1009" y="1671"/>
                    <a:pt x="820" y="1482"/>
                    <a:pt x="820" y="1261"/>
                  </a:cubicBezTo>
                  <a:cubicBezTo>
                    <a:pt x="820" y="1041"/>
                    <a:pt x="1040" y="820"/>
                    <a:pt x="1230" y="820"/>
                  </a:cubicBezTo>
                  <a:close/>
                  <a:moveTo>
                    <a:pt x="2931" y="2490"/>
                  </a:moveTo>
                  <a:cubicBezTo>
                    <a:pt x="3151" y="2490"/>
                    <a:pt x="3340" y="2679"/>
                    <a:pt x="3340" y="2868"/>
                  </a:cubicBezTo>
                  <a:cubicBezTo>
                    <a:pt x="3340" y="3151"/>
                    <a:pt x="3151" y="3309"/>
                    <a:pt x="2931" y="3309"/>
                  </a:cubicBezTo>
                  <a:lnTo>
                    <a:pt x="1230" y="3309"/>
                  </a:lnTo>
                  <a:cubicBezTo>
                    <a:pt x="1009" y="3309"/>
                    <a:pt x="820" y="3120"/>
                    <a:pt x="820" y="2868"/>
                  </a:cubicBezTo>
                  <a:cubicBezTo>
                    <a:pt x="820" y="2647"/>
                    <a:pt x="1040" y="2490"/>
                    <a:pt x="1230" y="2490"/>
                  </a:cubicBezTo>
                  <a:close/>
                  <a:moveTo>
                    <a:pt x="2931" y="4191"/>
                  </a:moveTo>
                  <a:cubicBezTo>
                    <a:pt x="3151" y="4191"/>
                    <a:pt x="3340" y="4380"/>
                    <a:pt x="3340" y="4632"/>
                  </a:cubicBezTo>
                  <a:cubicBezTo>
                    <a:pt x="3340" y="4821"/>
                    <a:pt x="3151" y="5010"/>
                    <a:pt x="2931" y="5010"/>
                  </a:cubicBezTo>
                  <a:lnTo>
                    <a:pt x="1230" y="5010"/>
                  </a:lnTo>
                  <a:cubicBezTo>
                    <a:pt x="1009" y="5010"/>
                    <a:pt x="820" y="4821"/>
                    <a:pt x="820" y="4632"/>
                  </a:cubicBezTo>
                  <a:cubicBezTo>
                    <a:pt x="820" y="4380"/>
                    <a:pt x="1040" y="4191"/>
                    <a:pt x="1230" y="4191"/>
                  </a:cubicBezTo>
                  <a:close/>
                  <a:moveTo>
                    <a:pt x="1261" y="1"/>
                  </a:moveTo>
                  <a:cubicBezTo>
                    <a:pt x="568" y="1"/>
                    <a:pt x="1" y="600"/>
                    <a:pt x="1" y="1261"/>
                  </a:cubicBezTo>
                  <a:lnTo>
                    <a:pt x="1" y="5829"/>
                  </a:lnTo>
                  <a:lnTo>
                    <a:pt x="4191" y="5829"/>
                  </a:lnTo>
                  <a:lnTo>
                    <a:pt x="419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46" name="Google Shape;9646;p72"/>
            <p:cNvSpPr/>
            <p:nvPr/>
          </p:nvSpPr>
          <p:spPr>
            <a:xfrm>
              <a:off x="-13077450" y="3647075"/>
              <a:ext cx="356025" cy="352750"/>
            </a:xfrm>
            <a:custGeom>
              <a:avLst/>
              <a:gdLst/>
              <a:ahLst/>
              <a:cxnLst/>
              <a:rect l="l" t="t" r="r" b="b"/>
              <a:pathLst>
                <a:path w="14241" h="14110" extrusionOk="0">
                  <a:moveTo>
                    <a:pt x="12130" y="1670"/>
                  </a:moveTo>
                  <a:cubicBezTo>
                    <a:pt x="12350" y="1670"/>
                    <a:pt x="12508" y="1891"/>
                    <a:pt x="12508" y="2080"/>
                  </a:cubicBezTo>
                  <a:lnTo>
                    <a:pt x="12508" y="8727"/>
                  </a:lnTo>
                  <a:lnTo>
                    <a:pt x="12476" y="8727"/>
                  </a:lnTo>
                  <a:cubicBezTo>
                    <a:pt x="12476" y="8979"/>
                    <a:pt x="12287" y="9168"/>
                    <a:pt x="12067" y="9168"/>
                  </a:cubicBezTo>
                  <a:lnTo>
                    <a:pt x="2111" y="9168"/>
                  </a:lnTo>
                  <a:cubicBezTo>
                    <a:pt x="1890" y="9168"/>
                    <a:pt x="1733" y="8979"/>
                    <a:pt x="1733" y="8727"/>
                  </a:cubicBezTo>
                  <a:lnTo>
                    <a:pt x="1733" y="2080"/>
                  </a:lnTo>
                  <a:cubicBezTo>
                    <a:pt x="1733" y="1828"/>
                    <a:pt x="1922" y="1670"/>
                    <a:pt x="2111" y="1670"/>
                  </a:cubicBezTo>
                  <a:lnTo>
                    <a:pt x="5450" y="1670"/>
                  </a:lnTo>
                  <a:cubicBezTo>
                    <a:pt x="6144" y="1670"/>
                    <a:pt x="6711" y="1985"/>
                    <a:pt x="7120" y="2521"/>
                  </a:cubicBezTo>
                  <a:cubicBezTo>
                    <a:pt x="7498" y="1985"/>
                    <a:pt x="8097" y="1670"/>
                    <a:pt x="8790" y="1670"/>
                  </a:cubicBezTo>
                  <a:close/>
                  <a:moveTo>
                    <a:pt x="1260" y="1"/>
                  </a:moveTo>
                  <a:cubicBezTo>
                    <a:pt x="567" y="1"/>
                    <a:pt x="0" y="536"/>
                    <a:pt x="0" y="1229"/>
                  </a:cubicBezTo>
                  <a:lnTo>
                    <a:pt x="0" y="9547"/>
                  </a:lnTo>
                  <a:cubicBezTo>
                    <a:pt x="0" y="10240"/>
                    <a:pt x="536" y="10775"/>
                    <a:pt x="1260" y="10775"/>
                  </a:cubicBezTo>
                  <a:lnTo>
                    <a:pt x="6238" y="10775"/>
                  </a:lnTo>
                  <a:lnTo>
                    <a:pt x="4285" y="13422"/>
                  </a:lnTo>
                  <a:cubicBezTo>
                    <a:pt x="4159" y="13611"/>
                    <a:pt x="4159" y="13863"/>
                    <a:pt x="4348" y="14020"/>
                  </a:cubicBezTo>
                  <a:cubicBezTo>
                    <a:pt x="4439" y="14059"/>
                    <a:pt x="4531" y="14082"/>
                    <a:pt x="4617" y="14082"/>
                  </a:cubicBezTo>
                  <a:cubicBezTo>
                    <a:pt x="4740" y="14082"/>
                    <a:pt x="4854" y="14036"/>
                    <a:pt x="4946" y="13926"/>
                  </a:cubicBezTo>
                  <a:lnTo>
                    <a:pt x="6679" y="11594"/>
                  </a:lnTo>
                  <a:lnTo>
                    <a:pt x="6679" y="12855"/>
                  </a:lnTo>
                  <a:cubicBezTo>
                    <a:pt x="6679" y="13107"/>
                    <a:pt x="6900" y="13296"/>
                    <a:pt x="7120" y="13296"/>
                  </a:cubicBezTo>
                  <a:cubicBezTo>
                    <a:pt x="7341" y="13296"/>
                    <a:pt x="7561" y="13107"/>
                    <a:pt x="7561" y="12855"/>
                  </a:cubicBezTo>
                  <a:lnTo>
                    <a:pt x="7561" y="11594"/>
                  </a:lnTo>
                  <a:lnTo>
                    <a:pt x="9294" y="13926"/>
                  </a:lnTo>
                  <a:cubicBezTo>
                    <a:pt x="9352" y="14041"/>
                    <a:pt x="9480" y="14109"/>
                    <a:pt x="9614" y="14109"/>
                  </a:cubicBezTo>
                  <a:cubicBezTo>
                    <a:pt x="9700" y="14109"/>
                    <a:pt x="9788" y="14082"/>
                    <a:pt x="9861" y="14020"/>
                  </a:cubicBezTo>
                  <a:cubicBezTo>
                    <a:pt x="10082" y="13894"/>
                    <a:pt x="10113" y="13611"/>
                    <a:pt x="9956" y="13422"/>
                  </a:cubicBezTo>
                  <a:lnTo>
                    <a:pt x="8002" y="10775"/>
                  </a:lnTo>
                  <a:lnTo>
                    <a:pt x="12980" y="10775"/>
                  </a:lnTo>
                  <a:cubicBezTo>
                    <a:pt x="13673" y="10775"/>
                    <a:pt x="14240" y="10240"/>
                    <a:pt x="14240" y="9547"/>
                  </a:cubicBezTo>
                  <a:lnTo>
                    <a:pt x="14240" y="1229"/>
                  </a:lnTo>
                  <a:cubicBezTo>
                    <a:pt x="14114" y="536"/>
                    <a:pt x="13579" y="1"/>
                    <a:pt x="1285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647" name="Google Shape;9647;p72"/>
          <p:cNvGrpSpPr/>
          <p:nvPr/>
        </p:nvGrpSpPr>
        <p:grpSpPr>
          <a:xfrm>
            <a:off x="7682069" y="3221892"/>
            <a:ext cx="476003" cy="476049"/>
            <a:chOff x="-13079025" y="4079475"/>
            <a:chExt cx="354450" cy="354450"/>
          </a:xfrm>
        </p:grpSpPr>
        <p:sp>
          <p:nvSpPr>
            <p:cNvPr id="9648" name="Google Shape;9648;p72"/>
            <p:cNvSpPr/>
            <p:nvPr/>
          </p:nvSpPr>
          <p:spPr>
            <a:xfrm>
              <a:off x="-13004200" y="4079475"/>
              <a:ext cx="207150" cy="63050"/>
            </a:xfrm>
            <a:custGeom>
              <a:avLst/>
              <a:gdLst/>
              <a:ahLst/>
              <a:cxnLst/>
              <a:rect l="l" t="t" r="r" b="b"/>
              <a:pathLst>
                <a:path w="8286" h="2522" extrusionOk="0">
                  <a:moveTo>
                    <a:pt x="4159" y="1"/>
                  </a:moveTo>
                  <a:cubicBezTo>
                    <a:pt x="1859" y="1"/>
                    <a:pt x="0" y="568"/>
                    <a:pt x="0" y="1261"/>
                  </a:cubicBezTo>
                  <a:cubicBezTo>
                    <a:pt x="0" y="1986"/>
                    <a:pt x="1859" y="2521"/>
                    <a:pt x="4159" y="2521"/>
                  </a:cubicBezTo>
                  <a:cubicBezTo>
                    <a:pt x="6427" y="2521"/>
                    <a:pt x="8286" y="1986"/>
                    <a:pt x="8286" y="1261"/>
                  </a:cubicBezTo>
                  <a:cubicBezTo>
                    <a:pt x="8286" y="568"/>
                    <a:pt x="6427" y="1"/>
                    <a:pt x="415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49" name="Google Shape;9649;p72"/>
            <p:cNvSpPr/>
            <p:nvPr/>
          </p:nvSpPr>
          <p:spPr>
            <a:xfrm>
              <a:off x="-13079025" y="4303175"/>
              <a:ext cx="354450" cy="130750"/>
            </a:xfrm>
            <a:custGeom>
              <a:avLst/>
              <a:gdLst/>
              <a:ahLst/>
              <a:cxnLst/>
              <a:rect l="l" t="t" r="r" b="b"/>
              <a:pathLst>
                <a:path w="14178" h="5230" extrusionOk="0">
                  <a:moveTo>
                    <a:pt x="2773" y="0"/>
                  </a:moveTo>
                  <a:cubicBezTo>
                    <a:pt x="1040" y="536"/>
                    <a:pt x="0" y="1355"/>
                    <a:pt x="0" y="2331"/>
                  </a:cubicBezTo>
                  <a:cubicBezTo>
                    <a:pt x="0" y="4222"/>
                    <a:pt x="3686" y="5230"/>
                    <a:pt x="7057" y="5230"/>
                  </a:cubicBezTo>
                  <a:cubicBezTo>
                    <a:pt x="10460" y="5230"/>
                    <a:pt x="14114" y="4222"/>
                    <a:pt x="14114" y="2331"/>
                  </a:cubicBezTo>
                  <a:cubicBezTo>
                    <a:pt x="14177" y="1355"/>
                    <a:pt x="13169" y="567"/>
                    <a:pt x="11436" y="0"/>
                  </a:cubicBezTo>
                  <a:lnTo>
                    <a:pt x="11247" y="1985"/>
                  </a:lnTo>
                  <a:cubicBezTo>
                    <a:pt x="11216" y="2993"/>
                    <a:pt x="9830" y="3560"/>
                    <a:pt x="7089" y="3560"/>
                  </a:cubicBezTo>
                  <a:cubicBezTo>
                    <a:pt x="5577" y="3560"/>
                    <a:pt x="2962" y="3371"/>
                    <a:pt x="2962" y="1890"/>
                  </a:cubicBezTo>
                  <a:lnTo>
                    <a:pt x="277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50" name="Google Shape;9650;p72"/>
            <p:cNvSpPr/>
            <p:nvPr/>
          </p:nvSpPr>
          <p:spPr>
            <a:xfrm>
              <a:off x="-12986875" y="4313400"/>
              <a:ext cx="173300" cy="58300"/>
            </a:xfrm>
            <a:custGeom>
              <a:avLst/>
              <a:gdLst/>
              <a:ahLst/>
              <a:cxnLst/>
              <a:rect l="l" t="t" r="r" b="b"/>
              <a:pathLst>
                <a:path w="6932" h="2332" extrusionOk="0">
                  <a:moveTo>
                    <a:pt x="0" y="1"/>
                  </a:moveTo>
                  <a:lnTo>
                    <a:pt x="158" y="1481"/>
                  </a:lnTo>
                  <a:cubicBezTo>
                    <a:pt x="158" y="1954"/>
                    <a:pt x="1638" y="2332"/>
                    <a:pt x="3466" y="2332"/>
                  </a:cubicBezTo>
                  <a:cubicBezTo>
                    <a:pt x="4159" y="2332"/>
                    <a:pt x="6774" y="2206"/>
                    <a:pt x="6774" y="1481"/>
                  </a:cubicBezTo>
                  <a:lnTo>
                    <a:pt x="6931" y="1"/>
                  </a:lnTo>
                  <a:lnTo>
                    <a:pt x="6931" y="1"/>
                  </a:lnTo>
                  <a:cubicBezTo>
                    <a:pt x="5860" y="442"/>
                    <a:pt x="4694" y="662"/>
                    <a:pt x="3466" y="662"/>
                  </a:cubicBezTo>
                  <a:cubicBezTo>
                    <a:pt x="2237" y="662"/>
                    <a:pt x="1040" y="442"/>
                    <a:pt x="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51" name="Google Shape;9651;p72"/>
            <p:cNvSpPr/>
            <p:nvPr/>
          </p:nvSpPr>
          <p:spPr>
            <a:xfrm>
              <a:off x="-13004200" y="4143275"/>
              <a:ext cx="206375" cy="166225"/>
            </a:xfrm>
            <a:custGeom>
              <a:avLst/>
              <a:gdLst/>
              <a:ahLst/>
              <a:cxnLst/>
              <a:rect l="l" t="t" r="r" b="b"/>
              <a:pathLst>
                <a:path w="8255" h="6649" extrusionOk="0">
                  <a:moveTo>
                    <a:pt x="8254" y="1"/>
                  </a:moveTo>
                  <a:lnTo>
                    <a:pt x="8254" y="1"/>
                  </a:lnTo>
                  <a:cubicBezTo>
                    <a:pt x="6994" y="725"/>
                    <a:pt x="4694" y="820"/>
                    <a:pt x="4096" y="820"/>
                  </a:cubicBezTo>
                  <a:cubicBezTo>
                    <a:pt x="3529" y="820"/>
                    <a:pt x="1260" y="788"/>
                    <a:pt x="0" y="32"/>
                  </a:cubicBezTo>
                  <a:lnTo>
                    <a:pt x="0" y="32"/>
                  </a:lnTo>
                  <a:lnTo>
                    <a:pt x="567" y="5892"/>
                  </a:lnTo>
                  <a:cubicBezTo>
                    <a:pt x="1638" y="6365"/>
                    <a:pt x="2836" y="6648"/>
                    <a:pt x="4096" y="6648"/>
                  </a:cubicBezTo>
                  <a:cubicBezTo>
                    <a:pt x="5356" y="6648"/>
                    <a:pt x="6585" y="6365"/>
                    <a:pt x="7656" y="5892"/>
                  </a:cubicBezTo>
                  <a:lnTo>
                    <a:pt x="825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652" name="Google Shape;9652;p72"/>
          <p:cNvGrpSpPr/>
          <p:nvPr/>
        </p:nvGrpSpPr>
        <p:grpSpPr>
          <a:xfrm>
            <a:off x="10046160" y="2043236"/>
            <a:ext cx="474961" cy="472893"/>
            <a:chOff x="-11292700" y="3213875"/>
            <a:chExt cx="353675" cy="352100"/>
          </a:xfrm>
        </p:grpSpPr>
        <p:sp>
          <p:nvSpPr>
            <p:cNvPr id="9653" name="Google Shape;9653;p72"/>
            <p:cNvSpPr/>
            <p:nvPr/>
          </p:nvSpPr>
          <p:spPr>
            <a:xfrm>
              <a:off x="-11178500" y="3213875"/>
              <a:ext cx="124475" cy="124475"/>
            </a:xfrm>
            <a:custGeom>
              <a:avLst/>
              <a:gdLst/>
              <a:ahLst/>
              <a:cxnLst/>
              <a:rect l="l" t="t" r="r" b="b"/>
              <a:pathLst>
                <a:path w="4979" h="4979" extrusionOk="0">
                  <a:moveTo>
                    <a:pt x="2489" y="1671"/>
                  </a:moveTo>
                  <a:cubicBezTo>
                    <a:pt x="2962" y="1671"/>
                    <a:pt x="3309" y="2049"/>
                    <a:pt x="3309" y="2521"/>
                  </a:cubicBezTo>
                  <a:cubicBezTo>
                    <a:pt x="3309" y="2994"/>
                    <a:pt x="2962" y="3340"/>
                    <a:pt x="2489" y="3340"/>
                  </a:cubicBezTo>
                  <a:cubicBezTo>
                    <a:pt x="2017" y="3340"/>
                    <a:pt x="1670" y="2994"/>
                    <a:pt x="1670" y="2521"/>
                  </a:cubicBezTo>
                  <a:cubicBezTo>
                    <a:pt x="1639" y="2049"/>
                    <a:pt x="2017" y="1671"/>
                    <a:pt x="2489" y="1671"/>
                  </a:cubicBezTo>
                  <a:close/>
                  <a:moveTo>
                    <a:pt x="2489" y="1"/>
                  </a:moveTo>
                  <a:cubicBezTo>
                    <a:pt x="2048" y="1"/>
                    <a:pt x="1891" y="221"/>
                    <a:pt x="1702" y="537"/>
                  </a:cubicBezTo>
                  <a:cubicBezTo>
                    <a:pt x="1555" y="523"/>
                    <a:pt x="1414" y="498"/>
                    <a:pt x="1278" y="498"/>
                  </a:cubicBezTo>
                  <a:cubicBezTo>
                    <a:pt x="1094" y="498"/>
                    <a:pt x="920" y="544"/>
                    <a:pt x="757" y="726"/>
                  </a:cubicBezTo>
                  <a:cubicBezTo>
                    <a:pt x="442" y="1041"/>
                    <a:pt x="505" y="1324"/>
                    <a:pt x="568" y="1734"/>
                  </a:cubicBezTo>
                  <a:cubicBezTo>
                    <a:pt x="221" y="1923"/>
                    <a:pt x="1" y="2080"/>
                    <a:pt x="1" y="2521"/>
                  </a:cubicBezTo>
                  <a:cubicBezTo>
                    <a:pt x="1" y="2931"/>
                    <a:pt x="221" y="3088"/>
                    <a:pt x="568" y="3309"/>
                  </a:cubicBezTo>
                  <a:cubicBezTo>
                    <a:pt x="473" y="3687"/>
                    <a:pt x="442" y="3939"/>
                    <a:pt x="757" y="4254"/>
                  </a:cubicBezTo>
                  <a:cubicBezTo>
                    <a:pt x="938" y="4436"/>
                    <a:pt x="1109" y="4481"/>
                    <a:pt x="1288" y="4481"/>
                  </a:cubicBezTo>
                  <a:cubicBezTo>
                    <a:pt x="1419" y="4481"/>
                    <a:pt x="1555" y="4456"/>
                    <a:pt x="1702" y="4443"/>
                  </a:cubicBezTo>
                  <a:cubicBezTo>
                    <a:pt x="1922" y="4758"/>
                    <a:pt x="2080" y="4979"/>
                    <a:pt x="2489" y="4979"/>
                  </a:cubicBezTo>
                  <a:cubicBezTo>
                    <a:pt x="2931" y="4979"/>
                    <a:pt x="3088" y="4758"/>
                    <a:pt x="3277" y="4443"/>
                  </a:cubicBezTo>
                  <a:cubicBezTo>
                    <a:pt x="3431" y="4469"/>
                    <a:pt x="3565" y="4495"/>
                    <a:pt x="3690" y="4495"/>
                  </a:cubicBezTo>
                  <a:cubicBezTo>
                    <a:pt x="3871" y="4495"/>
                    <a:pt x="4036" y="4441"/>
                    <a:pt x="4222" y="4254"/>
                  </a:cubicBezTo>
                  <a:cubicBezTo>
                    <a:pt x="4537" y="3939"/>
                    <a:pt x="4443" y="3655"/>
                    <a:pt x="4411" y="3309"/>
                  </a:cubicBezTo>
                  <a:cubicBezTo>
                    <a:pt x="4726" y="3057"/>
                    <a:pt x="4978" y="2899"/>
                    <a:pt x="4978" y="2521"/>
                  </a:cubicBezTo>
                  <a:cubicBezTo>
                    <a:pt x="4978" y="2080"/>
                    <a:pt x="4726" y="1923"/>
                    <a:pt x="4411" y="1734"/>
                  </a:cubicBezTo>
                  <a:cubicBezTo>
                    <a:pt x="4506" y="1324"/>
                    <a:pt x="4537" y="1041"/>
                    <a:pt x="4222" y="726"/>
                  </a:cubicBezTo>
                  <a:cubicBezTo>
                    <a:pt x="4041" y="544"/>
                    <a:pt x="3870" y="498"/>
                    <a:pt x="3691" y="498"/>
                  </a:cubicBezTo>
                  <a:cubicBezTo>
                    <a:pt x="3560" y="498"/>
                    <a:pt x="3424" y="523"/>
                    <a:pt x="3277" y="537"/>
                  </a:cubicBezTo>
                  <a:cubicBezTo>
                    <a:pt x="3025" y="221"/>
                    <a:pt x="2868" y="1"/>
                    <a:pt x="248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54" name="Google Shape;9654;p72"/>
            <p:cNvSpPr/>
            <p:nvPr/>
          </p:nvSpPr>
          <p:spPr>
            <a:xfrm>
              <a:off x="-11292700" y="3255625"/>
              <a:ext cx="117375" cy="124475"/>
            </a:xfrm>
            <a:custGeom>
              <a:avLst/>
              <a:gdLst/>
              <a:ahLst/>
              <a:cxnLst/>
              <a:rect l="l" t="t" r="r" b="b"/>
              <a:pathLst>
                <a:path w="4695" h="4979" extrusionOk="0">
                  <a:moveTo>
                    <a:pt x="2521" y="1670"/>
                  </a:moveTo>
                  <a:cubicBezTo>
                    <a:pt x="2993" y="1670"/>
                    <a:pt x="3340" y="2017"/>
                    <a:pt x="3340" y="2490"/>
                  </a:cubicBezTo>
                  <a:cubicBezTo>
                    <a:pt x="3340" y="2962"/>
                    <a:pt x="2993" y="3309"/>
                    <a:pt x="2521" y="3309"/>
                  </a:cubicBezTo>
                  <a:cubicBezTo>
                    <a:pt x="2048" y="3309"/>
                    <a:pt x="1702" y="2962"/>
                    <a:pt x="1702" y="2490"/>
                  </a:cubicBezTo>
                  <a:cubicBezTo>
                    <a:pt x="1702" y="2017"/>
                    <a:pt x="2048" y="1670"/>
                    <a:pt x="2521" y="1670"/>
                  </a:cubicBezTo>
                  <a:close/>
                  <a:moveTo>
                    <a:pt x="2552" y="1"/>
                  </a:moveTo>
                  <a:cubicBezTo>
                    <a:pt x="2111" y="1"/>
                    <a:pt x="1954" y="253"/>
                    <a:pt x="1765" y="568"/>
                  </a:cubicBezTo>
                  <a:cubicBezTo>
                    <a:pt x="1618" y="554"/>
                    <a:pt x="1476" y="530"/>
                    <a:pt x="1339" y="530"/>
                  </a:cubicBezTo>
                  <a:cubicBezTo>
                    <a:pt x="1151" y="530"/>
                    <a:pt x="969" y="575"/>
                    <a:pt x="788" y="757"/>
                  </a:cubicBezTo>
                  <a:cubicBezTo>
                    <a:pt x="473" y="1072"/>
                    <a:pt x="536" y="1355"/>
                    <a:pt x="599" y="1702"/>
                  </a:cubicBezTo>
                  <a:cubicBezTo>
                    <a:pt x="252" y="1891"/>
                    <a:pt x="0" y="2048"/>
                    <a:pt x="0" y="2490"/>
                  </a:cubicBezTo>
                  <a:cubicBezTo>
                    <a:pt x="0" y="2931"/>
                    <a:pt x="221" y="3088"/>
                    <a:pt x="536" y="3277"/>
                  </a:cubicBezTo>
                  <a:cubicBezTo>
                    <a:pt x="473" y="3687"/>
                    <a:pt x="441" y="3907"/>
                    <a:pt x="756" y="4222"/>
                  </a:cubicBezTo>
                  <a:cubicBezTo>
                    <a:pt x="943" y="4409"/>
                    <a:pt x="1107" y="4463"/>
                    <a:pt x="1295" y="4463"/>
                  </a:cubicBezTo>
                  <a:cubicBezTo>
                    <a:pt x="1425" y="4463"/>
                    <a:pt x="1566" y="4437"/>
                    <a:pt x="1733" y="4411"/>
                  </a:cubicBezTo>
                  <a:cubicBezTo>
                    <a:pt x="1954" y="4726"/>
                    <a:pt x="2111" y="4978"/>
                    <a:pt x="2521" y="4978"/>
                  </a:cubicBezTo>
                  <a:cubicBezTo>
                    <a:pt x="2962" y="4978"/>
                    <a:pt x="3119" y="4726"/>
                    <a:pt x="3308" y="4411"/>
                  </a:cubicBezTo>
                  <a:cubicBezTo>
                    <a:pt x="3458" y="4449"/>
                    <a:pt x="3588" y="4476"/>
                    <a:pt x="3710" y="4476"/>
                  </a:cubicBezTo>
                  <a:cubicBezTo>
                    <a:pt x="3896" y="4476"/>
                    <a:pt x="4063" y="4412"/>
                    <a:pt x="4254" y="4222"/>
                  </a:cubicBezTo>
                  <a:cubicBezTo>
                    <a:pt x="4569" y="3907"/>
                    <a:pt x="4474" y="3624"/>
                    <a:pt x="4443" y="3277"/>
                  </a:cubicBezTo>
                  <a:cubicBezTo>
                    <a:pt x="4583" y="3183"/>
                    <a:pt x="4592" y="3175"/>
                    <a:pt x="4592" y="3175"/>
                  </a:cubicBezTo>
                  <a:lnTo>
                    <a:pt x="4592" y="3175"/>
                  </a:lnTo>
                  <a:cubicBezTo>
                    <a:pt x="4592" y="3175"/>
                    <a:pt x="4592" y="3175"/>
                    <a:pt x="4592" y="3175"/>
                  </a:cubicBezTo>
                  <a:cubicBezTo>
                    <a:pt x="4594" y="3175"/>
                    <a:pt x="4606" y="3170"/>
                    <a:pt x="4695" y="3120"/>
                  </a:cubicBezTo>
                  <a:cubicBezTo>
                    <a:pt x="4411" y="2805"/>
                    <a:pt x="4254" y="2427"/>
                    <a:pt x="4254" y="2017"/>
                  </a:cubicBezTo>
                  <a:cubicBezTo>
                    <a:pt x="3939" y="1702"/>
                    <a:pt x="3781" y="1324"/>
                    <a:pt x="3781" y="851"/>
                  </a:cubicBezTo>
                  <a:cubicBezTo>
                    <a:pt x="3781" y="725"/>
                    <a:pt x="3781" y="631"/>
                    <a:pt x="3812" y="536"/>
                  </a:cubicBezTo>
                  <a:cubicBezTo>
                    <a:pt x="3754" y="517"/>
                    <a:pt x="3710" y="509"/>
                    <a:pt x="3671" y="509"/>
                  </a:cubicBezTo>
                  <a:cubicBezTo>
                    <a:pt x="3583" y="509"/>
                    <a:pt x="3514" y="546"/>
                    <a:pt x="3340" y="568"/>
                  </a:cubicBezTo>
                  <a:cubicBezTo>
                    <a:pt x="3119" y="253"/>
                    <a:pt x="2962" y="1"/>
                    <a:pt x="255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55" name="Google Shape;9655;p72"/>
            <p:cNvSpPr/>
            <p:nvPr/>
          </p:nvSpPr>
          <p:spPr>
            <a:xfrm>
              <a:off x="-11056425" y="3254850"/>
              <a:ext cx="117400" cy="125250"/>
            </a:xfrm>
            <a:custGeom>
              <a:avLst/>
              <a:gdLst/>
              <a:ahLst/>
              <a:cxnLst/>
              <a:rect l="l" t="t" r="r" b="b"/>
              <a:pathLst>
                <a:path w="4696" h="5010" extrusionOk="0">
                  <a:moveTo>
                    <a:pt x="2175" y="1701"/>
                  </a:moveTo>
                  <a:cubicBezTo>
                    <a:pt x="2647" y="1701"/>
                    <a:pt x="2994" y="2048"/>
                    <a:pt x="2994" y="2521"/>
                  </a:cubicBezTo>
                  <a:cubicBezTo>
                    <a:pt x="2994" y="2962"/>
                    <a:pt x="2616" y="3340"/>
                    <a:pt x="2175" y="3340"/>
                  </a:cubicBezTo>
                  <a:cubicBezTo>
                    <a:pt x="1702" y="3340"/>
                    <a:pt x="1324" y="2993"/>
                    <a:pt x="1324" y="2521"/>
                  </a:cubicBezTo>
                  <a:cubicBezTo>
                    <a:pt x="1324" y="2048"/>
                    <a:pt x="1702" y="1701"/>
                    <a:pt x="2175" y="1701"/>
                  </a:cubicBezTo>
                  <a:close/>
                  <a:moveTo>
                    <a:pt x="2112" y="0"/>
                  </a:moveTo>
                  <a:cubicBezTo>
                    <a:pt x="1702" y="0"/>
                    <a:pt x="1545" y="221"/>
                    <a:pt x="1324" y="567"/>
                  </a:cubicBezTo>
                  <a:cubicBezTo>
                    <a:pt x="1022" y="511"/>
                    <a:pt x="957" y="499"/>
                    <a:pt x="927" y="499"/>
                  </a:cubicBezTo>
                  <a:cubicBezTo>
                    <a:pt x="907" y="499"/>
                    <a:pt x="902" y="504"/>
                    <a:pt x="852" y="504"/>
                  </a:cubicBezTo>
                  <a:cubicBezTo>
                    <a:pt x="915" y="630"/>
                    <a:pt x="915" y="725"/>
                    <a:pt x="915" y="819"/>
                  </a:cubicBezTo>
                  <a:cubicBezTo>
                    <a:pt x="915" y="1260"/>
                    <a:pt x="757" y="1701"/>
                    <a:pt x="442" y="2016"/>
                  </a:cubicBezTo>
                  <a:cubicBezTo>
                    <a:pt x="442" y="2458"/>
                    <a:pt x="284" y="2836"/>
                    <a:pt x="1" y="3119"/>
                  </a:cubicBezTo>
                  <a:lnTo>
                    <a:pt x="32" y="3151"/>
                  </a:lnTo>
                  <a:lnTo>
                    <a:pt x="221" y="3308"/>
                  </a:lnTo>
                  <a:cubicBezTo>
                    <a:pt x="158" y="3718"/>
                    <a:pt x="127" y="3938"/>
                    <a:pt x="442" y="4253"/>
                  </a:cubicBezTo>
                  <a:cubicBezTo>
                    <a:pt x="628" y="4440"/>
                    <a:pt x="793" y="4494"/>
                    <a:pt x="974" y="4494"/>
                  </a:cubicBezTo>
                  <a:cubicBezTo>
                    <a:pt x="1099" y="4494"/>
                    <a:pt x="1233" y="4468"/>
                    <a:pt x="1387" y="4442"/>
                  </a:cubicBezTo>
                  <a:cubicBezTo>
                    <a:pt x="1608" y="4757"/>
                    <a:pt x="1765" y="5009"/>
                    <a:pt x="2175" y="5009"/>
                  </a:cubicBezTo>
                  <a:cubicBezTo>
                    <a:pt x="2584" y="5009"/>
                    <a:pt x="2742" y="4757"/>
                    <a:pt x="2962" y="4442"/>
                  </a:cubicBezTo>
                  <a:cubicBezTo>
                    <a:pt x="3112" y="4480"/>
                    <a:pt x="3247" y="4507"/>
                    <a:pt x="3375" y="4507"/>
                  </a:cubicBezTo>
                  <a:cubicBezTo>
                    <a:pt x="3570" y="4507"/>
                    <a:pt x="3749" y="4443"/>
                    <a:pt x="3939" y="4253"/>
                  </a:cubicBezTo>
                  <a:cubicBezTo>
                    <a:pt x="4254" y="3938"/>
                    <a:pt x="4160" y="3655"/>
                    <a:pt x="4128" y="3308"/>
                  </a:cubicBezTo>
                  <a:cubicBezTo>
                    <a:pt x="4443" y="3088"/>
                    <a:pt x="4695" y="2930"/>
                    <a:pt x="4695" y="2521"/>
                  </a:cubicBezTo>
                  <a:cubicBezTo>
                    <a:pt x="4632" y="2079"/>
                    <a:pt x="4412" y="1922"/>
                    <a:pt x="4097" y="1701"/>
                  </a:cubicBezTo>
                  <a:cubicBezTo>
                    <a:pt x="4191" y="1292"/>
                    <a:pt x="4223" y="1071"/>
                    <a:pt x="3907" y="756"/>
                  </a:cubicBezTo>
                  <a:cubicBezTo>
                    <a:pt x="3721" y="570"/>
                    <a:pt x="3546" y="516"/>
                    <a:pt x="3349" y="516"/>
                  </a:cubicBezTo>
                  <a:cubicBezTo>
                    <a:pt x="3213" y="516"/>
                    <a:pt x="3067" y="542"/>
                    <a:pt x="2899" y="567"/>
                  </a:cubicBezTo>
                  <a:cubicBezTo>
                    <a:pt x="2679" y="221"/>
                    <a:pt x="2521" y="0"/>
                    <a:pt x="211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56" name="Google Shape;9656;p72"/>
            <p:cNvSpPr/>
            <p:nvPr/>
          </p:nvSpPr>
          <p:spPr>
            <a:xfrm>
              <a:off x="-11209225" y="3503725"/>
              <a:ext cx="188275" cy="62250"/>
            </a:xfrm>
            <a:custGeom>
              <a:avLst/>
              <a:gdLst/>
              <a:ahLst/>
              <a:cxnLst/>
              <a:rect l="l" t="t" r="r" b="b"/>
              <a:pathLst>
                <a:path w="7531" h="2490" extrusionOk="0">
                  <a:moveTo>
                    <a:pt x="1356" y="1"/>
                  </a:moveTo>
                  <a:lnTo>
                    <a:pt x="127" y="1859"/>
                  </a:lnTo>
                  <a:cubicBezTo>
                    <a:pt x="1" y="2017"/>
                    <a:pt x="32" y="2206"/>
                    <a:pt x="158" y="2364"/>
                  </a:cubicBezTo>
                  <a:cubicBezTo>
                    <a:pt x="179" y="2448"/>
                    <a:pt x="284" y="2490"/>
                    <a:pt x="408" y="2490"/>
                  </a:cubicBezTo>
                  <a:cubicBezTo>
                    <a:pt x="470" y="2490"/>
                    <a:pt x="536" y="2479"/>
                    <a:pt x="600" y="2458"/>
                  </a:cubicBezTo>
                  <a:lnTo>
                    <a:pt x="1419" y="2017"/>
                  </a:lnTo>
                  <a:cubicBezTo>
                    <a:pt x="1623" y="1922"/>
                    <a:pt x="1844" y="1875"/>
                    <a:pt x="2064" y="1875"/>
                  </a:cubicBezTo>
                  <a:cubicBezTo>
                    <a:pt x="2285" y="1875"/>
                    <a:pt x="2506" y="1922"/>
                    <a:pt x="2710" y="2017"/>
                  </a:cubicBezTo>
                  <a:cubicBezTo>
                    <a:pt x="3025" y="2175"/>
                    <a:pt x="3372" y="2253"/>
                    <a:pt x="3718" y="2253"/>
                  </a:cubicBezTo>
                  <a:cubicBezTo>
                    <a:pt x="4065" y="2253"/>
                    <a:pt x="4412" y="2175"/>
                    <a:pt x="4727" y="2017"/>
                  </a:cubicBezTo>
                  <a:cubicBezTo>
                    <a:pt x="4931" y="1922"/>
                    <a:pt x="5152" y="1875"/>
                    <a:pt x="5373" y="1875"/>
                  </a:cubicBezTo>
                  <a:cubicBezTo>
                    <a:pt x="5593" y="1875"/>
                    <a:pt x="5814" y="1922"/>
                    <a:pt x="6018" y="2017"/>
                  </a:cubicBezTo>
                  <a:lnTo>
                    <a:pt x="6869" y="2458"/>
                  </a:lnTo>
                  <a:cubicBezTo>
                    <a:pt x="6921" y="2479"/>
                    <a:pt x="6978" y="2490"/>
                    <a:pt x="7035" y="2490"/>
                  </a:cubicBezTo>
                  <a:cubicBezTo>
                    <a:pt x="7149" y="2490"/>
                    <a:pt x="7268" y="2448"/>
                    <a:pt x="7373" y="2364"/>
                  </a:cubicBezTo>
                  <a:cubicBezTo>
                    <a:pt x="7499" y="2206"/>
                    <a:pt x="7531" y="2017"/>
                    <a:pt x="7405" y="1859"/>
                  </a:cubicBezTo>
                  <a:lnTo>
                    <a:pt x="617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57" name="Google Shape;9657;p72"/>
            <p:cNvSpPr/>
            <p:nvPr/>
          </p:nvSpPr>
          <p:spPr>
            <a:xfrm>
              <a:off x="-11167475" y="3462775"/>
              <a:ext cx="103200" cy="20500"/>
            </a:xfrm>
            <a:custGeom>
              <a:avLst/>
              <a:gdLst/>
              <a:ahLst/>
              <a:cxnLst/>
              <a:rect l="l" t="t" r="r" b="b"/>
              <a:pathLst>
                <a:path w="4128" h="820" extrusionOk="0">
                  <a:moveTo>
                    <a:pt x="1" y="0"/>
                  </a:moveTo>
                  <a:lnTo>
                    <a:pt x="1" y="820"/>
                  </a:lnTo>
                  <a:lnTo>
                    <a:pt x="4128" y="820"/>
                  </a:lnTo>
                  <a:lnTo>
                    <a:pt x="4128"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58" name="Google Shape;9658;p72"/>
            <p:cNvSpPr/>
            <p:nvPr/>
          </p:nvSpPr>
          <p:spPr>
            <a:xfrm>
              <a:off x="-11213150" y="3344625"/>
              <a:ext cx="141000" cy="97700"/>
            </a:xfrm>
            <a:custGeom>
              <a:avLst/>
              <a:gdLst/>
              <a:ahLst/>
              <a:cxnLst/>
              <a:rect l="l" t="t" r="r" b="b"/>
              <a:pathLst>
                <a:path w="5640" h="3908" extrusionOk="0">
                  <a:moveTo>
                    <a:pt x="2206" y="1"/>
                  </a:moveTo>
                  <a:lnTo>
                    <a:pt x="2080" y="64"/>
                  </a:lnTo>
                  <a:cubicBezTo>
                    <a:pt x="2080" y="442"/>
                    <a:pt x="2017" y="851"/>
                    <a:pt x="1607" y="1261"/>
                  </a:cubicBezTo>
                  <a:cubicBezTo>
                    <a:pt x="1292" y="1576"/>
                    <a:pt x="946" y="1733"/>
                    <a:pt x="504" y="1733"/>
                  </a:cubicBezTo>
                  <a:lnTo>
                    <a:pt x="441" y="1733"/>
                  </a:lnTo>
                  <a:cubicBezTo>
                    <a:pt x="315" y="1860"/>
                    <a:pt x="158" y="1954"/>
                    <a:pt x="0" y="2080"/>
                  </a:cubicBezTo>
                  <a:lnTo>
                    <a:pt x="1355" y="3907"/>
                  </a:lnTo>
                  <a:lnTo>
                    <a:pt x="4411" y="3907"/>
                  </a:lnTo>
                  <a:lnTo>
                    <a:pt x="5608" y="536"/>
                  </a:lnTo>
                  <a:cubicBezTo>
                    <a:pt x="5640" y="379"/>
                    <a:pt x="5608" y="221"/>
                    <a:pt x="5608" y="127"/>
                  </a:cubicBezTo>
                  <a:lnTo>
                    <a:pt x="5482" y="32"/>
                  </a:lnTo>
                  <a:cubicBezTo>
                    <a:pt x="5356" y="64"/>
                    <a:pt x="5199" y="64"/>
                    <a:pt x="5073" y="64"/>
                  </a:cubicBezTo>
                  <a:lnTo>
                    <a:pt x="5010" y="64"/>
                  </a:lnTo>
                  <a:cubicBezTo>
                    <a:pt x="4758" y="347"/>
                    <a:pt x="4411" y="599"/>
                    <a:pt x="3875" y="599"/>
                  </a:cubicBezTo>
                  <a:cubicBezTo>
                    <a:pt x="3308" y="599"/>
                    <a:pt x="2962" y="347"/>
                    <a:pt x="2678" y="64"/>
                  </a:cubicBezTo>
                  <a:lnTo>
                    <a:pt x="2647" y="64"/>
                  </a:lnTo>
                  <a:cubicBezTo>
                    <a:pt x="2489" y="64"/>
                    <a:pt x="2363" y="32"/>
                    <a:pt x="220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59" name="Google Shape;9659;p72"/>
            <p:cNvSpPr/>
            <p:nvPr/>
          </p:nvSpPr>
          <p:spPr>
            <a:xfrm>
              <a:off x="-11080825" y="3379275"/>
              <a:ext cx="59100" cy="61475"/>
            </a:xfrm>
            <a:custGeom>
              <a:avLst/>
              <a:gdLst/>
              <a:ahLst/>
              <a:cxnLst/>
              <a:rect l="l" t="t" r="r" b="b"/>
              <a:pathLst>
                <a:path w="2364" h="2459" extrusionOk="0">
                  <a:moveTo>
                    <a:pt x="882" y="1"/>
                  </a:moveTo>
                  <a:lnTo>
                    <a:pt x="0" y="2458"/>
                  </a:lnTo>
                  <a:lnTo>
                    <a:pt x="1008" y="2458"/>
                  </a:lnTo>
                  <a:lnTo>
                    <a:pt x="2363" y="663"/>
                  </a:lnTo>
                  <a:cubicBezTo>
                    <a:pt x="2237" y="568"/>
                    <a:pt x="2080" y="474"/>
                    <a:pt x="1954" y="347"/>
                  </a:cubicBezTo>
                  <a:lnTo>
                    <a:pt x="1891" y="347"/>
                  </a:lnTo>
                  <a:cubicBezTo>
                    <a:pt x="1512" y="347"/>
                    <a:pt x="1197" y="221"/>
                    <a:pt x="88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660" name="Google Shape;9660;p72"/>
          <p:cNvGrpSpPr/>
          <p:nvPr/>
        </p:nvGrpSpPr>
        <p:grpSpPr>
          <a:xfrm>
            <a:off x="10038236" y="2629820"/>
            <a:ext cx="490808" cy="474976"/>
            <a:chOff x="-11299000" y="3647875"/>
            <a:chExt cx="365475" cy="353650"/>
          </a:xfrm>
        </p:grpSpPr>
        <p:sp>
          <p:nvSpPr>
            <p:cNvPr id="9661" name="Google Shape;9661;p72"/>
            <p:cNvSpPr/>
            <p:nvPr/>
          </p:nvSpPr>
          <p:spPr>
            <a:xfrm>
              <a:off x="-11299000" y="3734700"/>
              <a:ext cx="142575" cy="134325"/>
            </a:xfrm>
            <a:custGeom>
              <a:avLst/>
              <a:gdLst/>
              <a:ahLst/>
              <a:cxnLst/>
              <a:rect l="l" t="t" r="r" b="b"/>
              <a:pathLst>
                <a:path w="5703" h="5373" extrusionOk="0">
                  <a:moveTo>
                    <a:pt x="2300" y="0"/>
                  </a:moveTo>
                  <a:cubicBezTo>
                    <a:pt x="1772" y="0"/>
                    <a:pt x="1245" y="197"/>
                    <a:pt x="851" y="591"/>
                  </a:cubicBezTo>
                  <a:cubicBezTo>
                    <a:pt x="0" y="1379"/>
                    <a:pt x="0" y="2702"/>
                    <a:pt x="851" y="3490"/>
                  </a:cubicBezTo>
                  <a:lnTo>
                    <a:pt x="2615" y="5254"/>
                  </a:lnTo>
                  <a:cubicBezTo>
                    <a:pt x="2694" y="5333"/>
                    <a:pt x="2804" y="5372"/>
                    <a:pt x="2915" y="5372"/>
                  </a:cubicBezTo>
                  <a:cubicBezTo>
                    <a:pt x="3025" y="5372"/>
                    <a:pt x="3135" y="5333"/>
                    <a:pt x="3214" y="5254"/>
                  </a:cubicBezTo>
                  <a:lnTo>
                    <a:pt x="5514" y="2954"/>
                  </a:lnTo>
                  <a:cubicBezTo>
                    <a:pt x="5703" y="2797"/>
                    <a:pt x="5703" y="2513"/>
                    <a:pt x="5514" y="2355"/>
                  </a:cubicBezTo>
                  <a:lnTo>
                    <a:pt x="3749" y="591"/>
                  </a:lnTo>
                  <a:cubicBezTo>
                    <a:pt x="3356" y="197"/>
                    <a:pt x="2828" y="0"/>
                    <a:pt x="230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62" name="Google Shape;9662;p72"/>
            <p:cNvSpPr/>
            <p:nvPr/>
          </p:nvSpPr>
          <p:spPr>
            <a:xfrm>
              <a:off x="-11076100" y="3734700"/>
              <a:ext cx="142575" cy="134325"/>
            </a:xfrm>
            <a:custGeom>
              <a:avLst/>
              <a:gdLst/>
              <a:ahLst/>
              <a:cxnLst/>
              <a:rect l="l" t="t" r="r" b="b"/>
              <a:pathLst>
                <a:path w="5703" h="5373" extrusionOk="0">
                  <a:moveTo>
                    <a:pt x="3379" y="0"/>
                  </a:moveTo>
                  <a:cubicBezTo>
                    <a:pt x="2836" y="0"/>
                    <a:pt x="2300" y="197"/>
                    <a:pt x="1922" y="591"/>
                  </a:cubicBezTo>
                  <a:lnTo>
                    <a:pt x="158" y="2355"/>
                  </a:lnTo>
                  <a:cubicBezTo>
                    <a:pt x="0" y="2513"/>
                    <a:pt x="0" y="2797"/>
                    <a:pt x="158" y="2954"/>
                  </a:cubicBezTo>
                  <a:lnTo>
                    <a:pt x="2521" y="5254"/>
                  </a:lnTo>
                  <a:cubicBezTo>
                    <a:pt x="2599" y="5333"/>
                    <a:pt x="2710" y="5372"/>
                    <a:pt x="2820" y="5372"/>
                  </a:cubicBezTo>
                  <a:cubicBezTo>
                    <a:pt x="2930" y="5372"/>
                    <a:pt x="3040" y="5333"/>
                    <a:pt x="3119" y="5254"/>
                  </a:cubicBezTo>
                  <a:lnTo>
                    <a:pt x="4884" y="3490"/>
                  </a:lnTo>
                  <a:cubicBezTo>
                    <a:pt x="5703" y="2702"/>
                    <a:pt x="5703" y="1379"/>
                    <a:pt x="4884" y="591"/>
                  </a:cubicBezTo>
                  <a:cubicBezTo>
                    <a:pt x="4474" y="197"/>
                    <a:pt x="3923" y="0"/>
                    <a:pt x="337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63" name="Google Shape;9663;p72"/>
            <p:cNvSpPr/>
            <p:nvPr/>
          </p:nvSpPr>
          <p:spPr>
            <a:xfrm>
              <a:off x="-11254900" y="3917225"/>
              <a:ext cx="124475" cy="84300"/>
            </a:xfrm>
            <a:custGeom>
              <a:avLst/>
              <a:gdLst/>
              <a:ahLst/>
              <a:cxnLst/>
              <a:rect l="l" t="t" r="r" b="b"/>
              <a:pathLst>
                <a:path w="4979" h="3372" extrusionOk="0">
                  <a:moveTo>
                    <a:pt x="3466" y="1"/>
                  </a:moveTo>
                  <a:lnTo>
                    <a:pt x="316" y="2616"/>
                  </a:lnTo>
                  <a:cubicBezTo>
                    <a:pt x="1" y="2836"/>
                    <a:pt x="190" y="3372"/>
                    <a:pt x="568" y="3372"/>
                  </a:cubicBezTo>
                  <a:lnTo>
                    <a:pt x="3372" y="3372"/>
                  </a:lnTo>
                  <a:cubicBezTo>
                    <a:pt x="3466" y="3309"/>
                    <a:pt x="3561" y="3277"/>
                    <a:pt x="3655" y="3214"/>
                  </a:cubicBezTo>
                  <a:lnTo>
                    <a:pt x="4978" y="1702"/>
                  </a:lnTo>
                  <a:lnTo>
                    <a:pt x="346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64" name="Google Shape;9664;p72"/>
            <p:cNvSpPr/>
            <p:nvPr/>
          </p:nvSpPr>
          <p:spPr>
            <a:xfrm>
              <a:off x="-11099725" y="3838475"/>
              <a:ext cx="55150" cy="50425"/>
            </a:xfrm>
            <a:custGeom>
              <a:avLst/>
              <a:gdLst/>
              <a:ahLst/>
              <a:cxnLst/>
              <a:rect l="l" t="t" r="r" b="b"/>
              <a:pathLst>
                <a:path w="2206" h="2017" extrusionOk="0">
                  <a:moveTo>
                    <a:pt x="1197" y="0"/>
                  </a:moveTo>
                  <a:lnTo>
                    <a:pt x="0" y="914"/>
                  </a:lnTo>
                  <a:lnTo>
                    <a:pt x="1323" y="2017"/>
                  </a:lnTo>
                  <a:lnTo>
                    <a:pt x="2205" y="1040"/>
                  </a:lnTo>
                  <a:lnTo>
                    <a:pt x="119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65" name="Google Shape;9665;p72"/>
            <p:cNvSpPr/>
            <p:nvPr/>
          </p:nvSpPr>
          <p:spPr>
            <a:xfrm>
              <a:off x="-11187950" y="3836900"/>
              <a:ext cx="210325" cy="162275"/>
            </a:xfrm>
            <a:custGeom>
              <a:avLst/>
              <a:gdLst/>
              <a:ahLst/>
              <a:cxnLst/>
              <a:rect l="l" t="t" r="r" b="b"/>
              <a:pathLst>
                <a:path w="8413" h="6491" extrusionOk="0">
                  <a:moveTo>
                    <a:pt x="1040" y="0"/>
                  </a:moveTo>
                  <a:lnTo>
                    <a:pt x="1" y="1103"/>
                  </a:lnTo>
                  <a:lnTo>
                    <a:pt x="4758" y="6364"/>
                  </a:lnTo>
                  <a:cubicBezTo>
                    <a:pt x="4821" y="6459"/>
                    <a:pt x="4947" y="6490"/>
                    <a:pt x="5073" y="6490"/>
                  </a:cubicBezTo>
                  <a:lnTo>
                    <a:pt x="7845" y="6490"/>
                  </a:lnTo>
                  <a:cubicBezTo>
                    <a:pt x="8255" y="6490"/>
                    <a:pt x="8412" y="6018"/>
                    <a:pt x="8129" y="5734"/>
                  </a:cubicBezTo>
                  <a:lnTo>
                    <a:pt x="104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66" name="Google Shape;9666;p72"/>
            <p:cNvSpPr/>
            <p:nvPr/>
          </p:nvSpPr>
          <p:spPr>
            <a:xfrm>
              <a:off x="-11292700" y="3647875"/>
              <a:ext cx="353675" cy="87450"/>
            </a:xfrm>
            <a:custGeom>
              <a:avLst/>
              <a:gdLst/>
              <a:ahLst/>
              <a:cxnLst/>
              <a:rect l="l" t="t" r="r" b="b"/>
              <a:pathLst>
                <a:path w="14147" h="3498" extrusionOk="0">
                  <a:moveTo>
                    <a:pt x="441" y="0"/>
                  </a:moveTo>
                  <a:cubicBezTo>
                    <a:pt x="189" y="0"/>
                    <a:pt x="0" y="189"/>
                    <a:pt x="0" y="378"/>
                  </a:cubicBezTo>
                  <a:cubicBezTo>
                    <a:pt x="0" y="630"/>
                    <a:pt x="189" y="819"/>
                    <a:pt x="441" y="819"/>
                  </a:cubicBezTo>
                  <a:lnTo>
                    <a:pt x="1639" y="819"/>
                  </a:lnTo>
                  <a:lnTo>
                    <a:pt x="1639" y="1670"/>
                  </a:lnTo>
                  <a:lnTo>
                    <a:pt x="1261" y="1670"/>
                  </a:lnTo>
                  <a:cubicBezTo>
                    <a:pt x="599" y="1670"/>
                    <a:pt x="0" y="2237"/>
                    <a:pt x="0" y="2899"/>
                  </a:cubicBezTo>
                  <a:lnTo>
                    <a:pt x="0" y="3497"/>
                  </a:lnTo>
                  <a:lnTo>
                    <a:pt x="32" y="3466"/>
                  </a:lnTo>
                  <a:cubicBezTo>
                    <a:pt x="536" y="2930"/>
                    <a:pt x="1292" y="2615"/>
                    <a:pt x="2080" y="2615"/>
                  </a:cubicBezTo>
                  <a:cubicBezTo>
                    <a:pt x="2867" y="2615"/>
                    <a:pt x="3623" y="2930"/>
                    <a:pt x="4128" y="3466"/>
                  </a:cubicBezTo>
                  <a:lnTo>
                    <a:pt x="4159" y="3497"/>
                  </a:lnTo>
                  <a:lnTo>
                    <a:pt x="4159" y="2899"/>
                  </a:lnTo>
                  <a:cubicBezTo>
                    <a:pt x="4159" y="2237"/>
                    <a:pt x="3623" y="1670"/>
                    <a:pt x="2899" y="1670"/>
                  </a:cubicBezTo>
                  <a:lnTo>
                    <a:pt x="2521" y="1670"/>
                  </a:lnTo>
                  <a:lnTo>
                    <a:pt x="2521" y="819"/>
                  </a:lnTo>
                  <a:lnTo>
                    <a:pt x="11657" y="819"/>
                  </a:lnTo>
                  <a:lnTo>
                    <a:pt x="11657" y="1670"/>
                  </a:lnTo>
                  <a:lnTo>
                    <a:pt x="11216" y="1670"/>
                  </a:lnTo>
                  <a:cubicBezTo>
                    <a:pt x="10555" y="1670"/>
                    <a:pt x="9956" y="2237"/>
                    <a:pt x="9956" y="2899"/>
                  </a:cubicBezTo>
                  <a:lnTo>
                    <a:pt x="9956" y="3497"/>
                  </a:lnTo>
                  <a:lnTo>
                    <a:pt x="9987" y="3466"/>
                  </a:lnTo>
                  <a:cubicBezTo>
                    <a:pt x="10523" y="2930"/>
                    <a:pt x="11248" y="2615"/>
                    <a:pt x="12035" y="2615"/>
                  </a:cubicBezTo>
                  <a:cubicBezTo>
                    <a:pt x="12823" y="2615"/>
                    <a:pt x="13579" y="2930"/>
                    <a:pt x="14083" y="3466"/>
                  </a:cubicBezTo>
                  <a:lnTo>
                    <a:pt x="14146" y="3497"/>
                  </a:lnTo>
                  <a:lnTo>
                    <a:pt x="14146" y="2899"/>
                  </a:lnTo>
                  <a:cubicBezTo>
                    <a:pt x="14146" y="2237"/>
                    <a:pt x="13579" y="1670"/>
                    <a:pt x="12917" y="1670"/>
                  </a:cubicBezTo>
                  <a:lnTo>
                    <a:pt x="12476" y="1670"/>
                  </a:lnTo>
                  <a:lnTo>
                    <a:pt x="12476" y="819"/>
                  </a:lnTo>
                  <a:lnTo>
                    <a:pt x="13705" y="819"/>
                  </a:lnTo>
                  <a:cubicBezTo>
                    <a:pt x="13926" y="819"/>
                    <a:pt x="14083" y="630"/>
                    <a:pt x="14083" y="378"/>
                  </a:cubicBezTo>
                  <a:cubicBezTo>
                    <a:pt x="14083" y="158"/>
                    <a:pt x="13894" y="0"/>
                    <a:pt x="1370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667" name="Google Shape;9667;p72"/>
          <p:cNvGrpSpPr/>
          <p:nvPr/>
        </p:nvGrpSpPr>
        <p:grpSpPr>
          <a:xfrm>
            <a:off x="10058852" y="3237755"/>
            <a:ext cx="477077" cy="444320"/>
            <a:chOff x="-11295075" y="4092875"/>
            <a:chExt cx="355250" cy="330825"/>
          </a:xfrm>
        </p:grpSpPr>
        <p:sp>
          <p:nvSpPr>
            <p:cNvPr id="9668" name="Google Shape;9668;p72"/>
            <p:cNvSpPr/>
            <p:nvPr/>
          </p:nvSpPr>
          <p:spPr>
            <a:xfrm>
              <a:off x="-11084775" y="4196825"/>
              <a:ext cx="61475" cy="61475"/>
            </a:xfrm>
            <a:custGeom>
              <a:avLst/>
              <a:gdLst/>
              <a:ahLst/>
              <a:cxnLst/>
              <a:rect l="l" t="t" r="r" b="b"/>
              <a:pathLst>
                <a:path w="2459" h="2459" extrusionOk="0">
                  <a:moveTo>
                    <a:pt x="64" y="1"/>
                  </a:moveTo>
                  <a:cubicBezTo>
                    <a:pt x="32" y="410"/>
                    <a:pt x="1" y="852"/>
                    <a:pt x="1" y="1230"/>
                  </a:cubicBezTo>
                  <a:cubicBezTo>
                    <a:pt x="1" y="1639"/>
                    <a:pt x="32" y="2049"/>
                    <a:pt x="64" y="2458"/>
                  </a:cubicBezTo>
                  <a:lnTo>
                    <a:pt x="1198" y="2458"/>
                  </a:lnTo>
                  <a:cubicBezTo>
                    <a:pt x="1891" y="2458"/>
                    <a:pt x="2458" y="1891"/>
                    <a:pt x="2458" y="1230"/>
                  </a:cubicBezTo>
                  <a:cubicBezTo>
                    <a:pt x="2458" y="568"/>
                    <a:pt x="1922" y="1"/>
                    <a:pt x="119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69" name="Google Shape;9669;p72"/>
            <p:cNvSpPr/>
            <p:nvPr/>
          </p:nvSpPr>
          <p:spPr>
            <a:xfrm>
              <a:off x="-11080050" y="4092875"/>
              <a:ext cx="140225" cy="269375"/>
            </a:xfrm>
            <a:custGeom>
              <a:avLst/>
              <a:gdLst/>
              <a:ahLst/>
              <a:cxnLst/>
              <a:rect l="l" t="t" r="r" b="b"/>
              <a:pathLst>
                <a:path w="5609" h="10775" extrusionOk="0">
                  <a:moveTo>
                    <a:pt x="2679" y="0"/>
                  </a:moveTo>
                  <a:cubicBezTo>
                    <a:pt x="1450" y="0"/>
                    <a:pt x="442" y="1387"/>
                    <a:pt x="1" y="3308"/>
                  </a:cubicBezTo>
                  <a:lnTo>
                    <a:pt x="1009" y="3308"/>
                  </a:lnTo>
                  <a:cubicBezTo>
                    <a:pt x="2175" y="3308"/>
                    <a:pt x="3120" y="4253"/>
                    <a:pt x="3120" y="5388"/>
                  </a:cubicBezTo>
                  <a:cubicBezTo>
                    <a:pt x="3120" y="6522"/>
                    <a:pt x="2175" y="7467"/>
                    <a:pt x="1009" y="7467"/>
                  </a:cubicBezTo>
                  <a:lnTo>
                    <a:pt x="1" y="7467"/>
                  </a:lnTo>
                  <a:cubicBezTo>
                    <a:pt x="442" y="9420"/>
                    <a:pt x="1450" y="10775"/>
                    <a:pt x="2679" y="10775"/>
                  </a:cubicBezTo>
                  <a:cubicBezTo>
                    <a:pt x="4285" y="10775"/>
                    <a:pt x="5609" y="8381"/>
                    <a:pt x="5609" y="5419"/>
                  </a:cubicBezTo>
                  <a:cubicBezTo>
                    <a:pt x="5609" y="2458"/>
                    <a:pt x="4285" y="0"/>
                    <a:pt x="267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70" name="Google Shape;9670;p72"/>
            <p:cNvSpPr/>
            <p:nvPr/>
          </p:nvSpPr>
          <p:spPr>
            <a:xfrm>
              <a:off x="-11230475" y="4320500"/>
              <a:ext cx="103975" cy="103200"/>
            </a:xfrm>
            <a:custGeom>
              <a:avLst/>
              <a:gdLst/>
              <a:ahLst/>
              <a:cxnLst/>
              <a:rect l="l" t="t" r="r" b="b"/>
              <a:pathLst>
                <a:path w="4159" h="4128" extrusionOk="0">
                  <a:moveTo>
                    <a:pt x="0" y="0"/>
                  </a:moveTo>
                  <a:lnTo>
                    <a:pt x="0" y="2867"/>
                  </a:lnTo>
                  <a:cubicBezTo>
                    <a:pt x="0" y="3529"/>
                    <a:pt x="536" y="4127"/>
                    <a:pt x="1260" y="4127"/>
                  </a:cubicBezTo>
                  <a:cubicBezTo>
                    <a:pt x="1922" y="4127"/>
                    <a:pt x="2521" y="3560"/>
                    <a:pt x="2521" y="2867"/>
                  </a:cubicBezTo>
                  <a:lnTo>
                    <a:pt x="2521" y="1638"/>
                  </a:lnTo>
                  <a:lnTo>
                    <a:pt x="2962" y="1638"/>
                  </a:lnTo>
                  <a:cubicBezTo>
                    <a:pt x="3623" y="1638"/>
                    <a:pt x="4127" y="1134"/>
                    <a:pt x="4159" y="473"/>
                  </a:cubicBezTo>
                  <a:cubicBezTo>
                    <a:pt x="3875" y="347"/>
                    <a:pt x="3623" y="221"/>
                    <a:pt x="3340" y="158"/>
                  </a:cubicBezTo>
                  <a:lnTo>
                    <a:pt x="3340" y="378"/>
                  </a:lnTo>
                  <a:cubicBezTo>
                    <a:pt x="3340" y="630"/>
                    <a:pt x="3151" y="788"/>
                    <a:pt x="2962" y="788"/>
                  </a:cubicBezTo>
                  <a:lnTo>
                    <a:pt x="2521" y="788"/>
                  </a:lnTo>
                  <a:lnTo>
                    <a:pt x="2521" y="0"/>
                  </a:lnTo>
                  <a:cubicBezTo>
                    <a:pt x="2468" y="11"/>
                    <a:pt x="2416" y="14"/>
                    <a:pt x="2364" y="14"/>
                  </a:cubicBezTo>
                  <a:cubicBezTo>
                    <a:pt x="2262" y="14"/>
                    <a:pt x="2164" y="0"/>
                    <a:pt x="208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71" name="Google Shape;9671;p72"/>
            <p:cNvSpPr/>
            <p:nvPr/>
          </p:nvSpPr>
          <p:spPr>
            <a:xfrm>
              <a:off x="-11210000" y="4113350"/>
              <a:ext cx="137850" cy="226075"/>
            </a:xfrm>
            <a:custGeom>
              <a:avLst/>
              <a:gdLst/>
              <a:ahLst/>
              <a:cxnLst/>
              <a:rect l="l" t="t" r="r" b="b"/>
              <a:pathLst>
                <a:path w="5514" h="9043" extrusionOk="0">
                  <a:moveTo>
                    <a:pt x="5514" y="0"/>
                  </a:moveTo>
                  <a:lnTo>
                    <a:pt x="4096" y="883"/>
                  </a:lnTo>
                  <a:cubicBezTo>
                    <a:pt x="3308" y="1355"/>
                    <a:pt x="2363" y="1607"/>
                    <a:pt x="1418" y="1607"/>
                  </a:cubicBezTo>
                  <a:cubicBezTo>
                    <a:pt x="536" y="2300"/>
                    <a:pt x="0" y="3340"/>
                    <a:pt x="0" y="4537"/>
                  </a:cubicBezTo>
                  <a:cubicBezTo>
                    <a:pt x="0" y="5703"/>
                    <a:pt x="567" y="6774"/>
                    <a:pt x="1418" y="7436"/>
                  </a:cubicBezTo>
                  <a:cubicBezTo>
                    <a:pt x="2363" y="7499"/>
                    <a:pt x="3308" y="7719"/>
                    <a:pt x="4096" y="8192"/>
                  </a:cubicBezTo>
                  <a:lnTo>
                    <a:pt x="5514" y="9042"/>
                  </a:lnTo>
                  <a:cubicBezTo>
                    <a:pt x="4695" y="8097"/>
                    <a:pt x="4159" y="6427"/>
                    <a:pt x="4159" y="4537"/>
                  </a:cubicBezTo>
                  <a:cubicBezTo>
                    <a:pt x="4159" y="2647"/>
                    <a:pt x="4726" y="946"/>
                    <a:pt x="551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72" name="Google Shape;9672;p72"/>
            <p:cNvSpPr/>
            <p:nvPr/>
          </p:nvSpPr>
          <p:spPr>
            <a:xfrm>
              <a:off x="-11295075" y="4153525"/>
              <a:ext cx="89825" cy="145725"/>
            </a:xfrm>
            <a:custGeom>
              <a:avLst/>
              <a:gdLst/>
              <a:ahLst/>
              <a:cxnLst/>
              <a:rect l="l" t="t" r="r" b="b"/>
              <a:pathLst>
                <a:path w="3593" h="5829" extrusionOk="0">
                  <a:moveTo>
                    <a:pt x="3088" y="0"/>
                  </a:moveTo>
                  <a:cubicBezTo>
                    <a:pt x="1482" y="0"/>
                    <a:pt x="127" y="1229"/>
                    <a:pt x="64" y="2773"/>
                  </a:cubicBezTo>
                  <a:cubicBezTo>
                    <a:pt x="1" y="4505"/>
                    <a:pt x="1356" y="5829"/>
                    <a:pt x="2962" y="5829"/>
                  </a:cubicBezTo>
                  <a:lnTo>
                    <a:pt x="3592" y="5829"/>
                  </a:lnTo>
                  <a:cubicBezTo>
                    <a:pt x="2931" y="5041"/>
                    <a:pt x="2521" y="4064"/>
                    <a:pt x="2521" y="2930"/>
                  </a:cubicBezTo>
                  <a:cubicBezTo>
                    <a:pt x="2521" y="1796"/>
                    <a:pt x="2931" y="788"/>
                    <a:pt x="359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673" name="Google Shape;9673;p72"/>
          <p:cNvGrpSpPr/>
          <p:nvPr/>
        </p:nvGrpSpPr>
        <p:grpSpPr>
          <a:xfrm>
            <a:off x="7692986" y="3855153"/>
            <a:ext cx="416780" cy="473935"/>
            <a:chOff x="-9500075" y="3180800"/>
            <a:chExt cx="310350" cy="352875"/>
          </a:xfrm>
        </p:grpSpPr>
        <p:sp>
          <p:nvSpPr>
            <p:cNvPr id="9674" name="Google Shape;9674;p72"/>
            <p:cNvSpPr/>
            <p:nvPr/>
          </p:nvSpPr>
          <p:spPr>
            <a:xfrm>
              <a:off x="-9429175" y="3332825"/>
              <a:ext cx="82725" cy="55150"/>
            </a:xfrm>
            <a:custGeom>
              <a:avLst/>
              <a:gdLst/>
              <a:ahLst/>
              <a:cxnLst/>
              <a:rect l="l" t="t" r="r" b="b"/>
              <a:pathLst>
                <a:path w="3309" h="2206" extrusionOk="0">
                  <a:moveTo>
                    <a:pt x="1670" y="0"/>
                  </a:moveTo>
                  <a:lnTo>
                    <a:pt x="0" y="2205"/>
                  </a:lnTo>
                  <a:lnTo>
                    <a:pt x="3308" y="2205"/>
                  </a:lnTo>
                  <a:lnTo>
                    <a:pt x="167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75" name="Google Shape;9675;p72"/>
            <p:cNvSpPr/>
            <p:nvPr/>
          </p:nvSpPr>
          <p:spPr>
            <a:xfrm>
              <a:off x="-9335450" y="3274525"/>
              <a:ext cx="19700" cy="19725"/>
            </a:xfrm>
            <a:custGeom>
              <a:avLst/>
              <a:gdLst/>
              <a:ahLst/>
              <a:cxnLst/>
              <a:rect l="l" t="t" r="r" b="b"/>
              <a:pathLst>
                <a:path w="788" h="789" extrusionOk="0">
                  <a:moveTo>
                    <a:pt x="378" y="1"/>
                  </a:moveTo>
                  <a:cubicBezTo>
                    <a:pt x="189" y="1"/>
                    <a:pt x="0" y="190"/>
                    <a:pt x="0" y="379"/>
                  </a:cubicBezTo>
                  <a:cubicBezTo>
                    <a:pt x="0" y="599"/>
                    <a:pt x="189" y="788"/>
                    <a:pt x="378" y="788"/>
                  </a:cubicBezTo>
                  <a:cubicBezTo>
                    <a:pt x="599" y="788"/>
                    <a:pt x="788" y="599"/>
                    <a:pt x="788" y="379"/>
                  </a:cubicBezTo>
                  <a:cubicBezTo>
                    <a:pt x="788" y="190"/>
                    <a:pt x="599" y="1"/>
                    <a:pt x="37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76" name="Google Shape;9676;p72"/>
            <p:cNvSpPr/>
            <p:nvPr/>
          </p:nvSpPr>
          <p:spPr>
            <a:xfrm>
              <a:off x="-9330725" y="3351725"/>
              <a:ext cx="62250" cy="36250"/>
            </a:xfrm>
            <a:custGeom>
              <a:avLst/>
              <a:gdLst/>
              <a:ahLst/>
              <a:cxnLst/>
              <a:rect l="l" t="t" r="r" b="b"/>
              <a:pathLst>
                <a:path w="2490" h="1450" extrusionOk="0">
                  <a:moveTo>
                    <a:pt x="1040" y="0"/>
                  </a:moveTo>
                  <a:lnTo>
                    <a:pt x="0" y="977"/>
                  </a:lnTo>
                  <a:lnTo>
                    <a:pt x="410" y="1449"/>
                  </a:lnTo>
                  <a:lnTo>
                    <a:pt x="2489" y="1449"/>
                  </a:lnTo>
                  <a:lnTo>
                    <a:pt x="104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77" name="Google Shape;9677;p72"/>
            <p:cNvSpPr/>
            <p:nvPr/>
          </p:nvSpPr>
          <p:spPr>
            <a:xfrm>
              <a:off x="-9440200" y="3220975"/>
              <a:ext cx="186675" cy="152025"/>
            </a:xfrm>
            <a:custGeom>
              <a:avLst/>
              <a:gdLst/>
              <a:ahLst/>
              <a:cxnLst/>
              <a:rect l="l" t="t" r="r" b="b"/>
              <a:pathLst>
                <a:path w="7467" h="6081" extrusionOk="0">
                  <a:moveTo>
                    <a:pt x="4568" y="1324"/>
                  </a:moveTo>
                  <a:cubicBezTo>
                    <a:pt x="5261" y="1324"/>
                    <a:pt x="5828" y="1859"/>
                    <a:pt x="5828" y="2552"/>
                  </a:cubicBezTo>
                  <a:cubicBezTo>
                    <a:pt x="5828" y="3214"/>
                    <a:pt x="5293" y="3813"/>
                    <a:pt x="4568" y="3813"/>
                  </a:cubicBezTo>
                  <a:cubicBezTo>
                    <a:pt x="3875" y="3813"/>
                    <a:pt x="3308" y="3245"/>
                    <a:pt x="3308" y="2552"/>
                  </a:cubicBezTo>
                  <a:cubicBezTo>
                    <a:pt x="3308" y="1828"/>
                    <a:pt x="3875" y="1324"/>
                    <a:pt x="4568" y="1324"/>
                  </a:cubicBezTo>
                  <a:close/>
                  <a:moveTo>
                    <a:pt x="0" y="0"/>
                  </a:moveTo>
                  <a:lnTo>
                    <a:pt x="0" y="5860"/>
                  </a:lnTo>
                  <a:lnTo>
                    <a:pt x="1733" y="3529"/>
                  </a:lnTo>
                  <a:cubicBezTo>
                    <a:pt x="1812" y="3434"/>
                    <a:pt x="1945" y="3387"/>
                    <a:pt x="2079" y="3387"/>
                  </a:cubicBezTo>
                  <a:cubicBezTo>
                    <a:pt x="2213" y="3387"/>
                    <a:pt x="2347" y="3434"/>
                    <a:pt x="2426" y="3529"/>
                  </a:cubicBezTo>
                  <a:lnTo>
                    <a:pt x="3907" y="5482"/>
                  </a:lnTo>
                  <a:lnTo>
                    <a:pt x="5104" y="4317"/>
                  </a:lnTo>
                  <a:cubicBezTo>
                    <a:pt x="5183" y="4238"/>
                    <a:pt x="5285" y="4198"/>
                    <a:pt x="5387" y="4198"/>
                  </a:cubicBezTo>
                  <a:cubicBezTo>
                    <a:pt x="5490" y="4198"/>
                    <a:pt x="5592" y="4238"/>
                    <a:pt x="5671" y="4317"/>
                  </a:cubicBezTo>
                  <a:lnTo>
                    <a:pt x="7467" y="6081"/>
                  </a:lnTo>
                  <a:lnTo>
                    <a:pt x="746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78" name="Google Shape;9678;p72"/>
            <p:cNvSpPr/>
            <p:nvPr/>
          </p:nvSpPr>
          <p:spPr>
            <a:xfrm>
              <a:off x="-9500075" y="3222550"/>
              <a:ext cx="310350" cy="228425"/>
            </a:xfrm>
            <a:custGeom>
              <a:avLst/>
              <a:gdLst/>
              <a:ahLst/>
              <a:cxnLst/>
              <a:rect l="l" t="t" r="r" b="b"/>
              <a:pathLst>
                <a:path w="12414" h="9137" extrusionOk="0">
                  <a:moveTo>
                    <a:pt x="1229" y="0"/>
                  </a:moveTo>
                  <a:cubicBezTo>
                    <a:pt x="568" y="0"/>
                    <a:pt x="1" y="599"/>
                    <a:pt x="1" y="1261"/>
                  </a:cubicBezTo>
                  <a:lnTo>
                    <a:pt x="1" y="7877"/>
                  </a:lnTo>
                  <a:cubicBezTo>
                    <a:pt x="1" y="8538"/>
                    <a:pt x="568" y="9137"/>
                    <a:pt x="1229" y="9137"/>
                  </a:cubicBezTo>
                  <a:lnTo>
                    <a:pt x="11153" y="9137"/>
                  </a:lnTo>
                  <a:cubicBezTo>
                    <a:pt x="11815" y="9137"/>
                    <a:pt x="12414" y="8538"/>
                    <a:pt x="12414" y="7877"/>
                  </a:cubicBezTo>
                  <a:lnTo>
                    <a:pt x="12414" y="1261"/>
                  </a:lnTo>
                  <a:cubicBezTo>
                    <a:pt x="12319" y="536"/>
                    <a:pt x="11784" y="0"/>
                    <a:pt x="11122" y="0"/>
                  </a:cubicBezTo>
                  <a:lnTo>
                    <a:pt x="10712" y="0"/>
                  </a:lnTo>
                  <a:lnTo>
                    <a:pt x="10712" y="7058"/>
                  </a:lnTo>
                  <a:cubicBezTo>
                    <a:pt x="10712" y="7278"/>
                    <a:pt x="10523" y="7436"/>
                    <a:pt x="10334" y="7436"/>
                  </a:cubicBezTo>
                  <a:lnTo>
                    <a:pt x="2048" y="7436"/>
                  </a:lnTo>
                  <a:cubicBezTo>
                    <a:pt x="1828" y="7436"/>
                    <a:pt x="1607" y="7247"/>
                    <a:pt x="1607" y="7058"/>
                  </a:cubicBezTo>
                  <a:lnTo>
                    <a:pt x="160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79" name="Google Shape;9679;p72"/>
            <p:cNvSpPr/>
            <p:nvPr/>
          </p:nvSpPr>
          <p:spPr>
            <a:xfrm>
              <a:off x="-9398475" y="3180800"/>
              <a:ext cx="103200" cy="21300"/>
            </a:xfrm>
            <a:custGeom>
              <a:avLst/>
              <a:gdLst/>
              <a:ahLst/>
              <a:cxnLst/>
              <a:rect l="l" t="t" r="r" b="b"/>
              <a:pathLst>
                <a:path w="4128" h="852" extrusionOk="0">
                  <a:moveTo>
                    <a:pt x="820" y="1"/>
                  </a:moveTo>
                  <a:cubicBezTo>
                    <a:pt x="347" y="1"/>
                    <a:pt x="1" y="379"/>
                    <a:pt x="1" y="851"/>
                  </a:cubicBezTo>
                  <a:lnTo>
                    <a:pt x="4128" y="851"/>
                  </a:lnTo>
                  <a:cubicBezTo>
                    <a:pt x="4128" y="379"/>
                    <a:pt x="3781" y="1"/>
                    <a:pt x="330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80" name="Google Shape;9680;p72"/>
            <p:cNvSpPr/>
            <p:nvPr/>
          </p:nvSpPr>
          <p:spPr>
            <a:xfrm>
              <a:off x="-9460700" y="3471450"/>
              <a:ext cx="41775" cy="62225"/>
            </a:xfrm>
            <a:custGeom>
              <a:avLst/>
              <a:gdLst/>
              <a:ahLst/>
              <a:cxnLst/>
              <a:rect l="l" t="t" r="r" b="b"/>
              <a:pathLst>
                <a:path w="1671" h="2489" extrusionOk="0">
                  <a:moveTo>
                    <a:pt x="1" y="0"/>
                  </a:moveTo>
                  <a:lnTo>
                    <a:pt x="1" y="1670"/>
                  </a:lnTo>
                  <a:cubicBezTo>
                    <a:pt x="1" y="2142"/>
                    <a:pt x="347" y="2489"/>
                    <a:pt x="820" y="2489"/>
                  </a:cubicBezTo>
                  <a:cubicBezTo>
                    <a:pt x="1293" y="2489"/>
                    <a:pt x="1671" y="2142"/>
                    <a:pt x="1671" y="1670"/>
                  </a:cubicBezTo>
                  <a:lnTo>
                    <a:pt x="167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81" name="Google Shape;9681;p72"/>
            <p:cNvSpPr/>
            <p:nvPr/>
          </p:nvSpPr>
          <p:spPr>
            <a:xfrm>
              <a:off x="-9274800" y="3471450"/>
              <a:ext cx="41750" cy="62225"/>
            </a:xfrm>
            <a:custGeom>
              <a:avLst/>
              <a:gdLst/>
              <a:ahLst/>
              <a:cxnLst/>
              <a:rect l="l" t="t" r="r" b="b"/>
              <a:pathLst>
                <a:path w="1670" h="2489" extrusionOk="0">
                  <a:moveTo>
                    <a:pt x="0" y="0"/>
                  </a:moveTo>
                  <a:lnTo>
                    <a:pt x="0" y="1670"/>
                  </a:lnTo>
                  <a:cubicBezTo>
                    <a:pt x="0" y="2142"/>
                    <a:pt x="378" y="2489"/>
                    <a:pt x="851" y="2489"/>
                  </a:cubicBezTo>
                  <a:cubicBezTo>
                    <a:pt x="1323" y="2489"/>
                    <a:pt x="1670" y="2142"/>
                    <a:pt x="1670" y="1670"/>
                  </a:cubicBezTo>
                  <a:lnTo>
                    <a:pt x="167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82" name="Google Shape;9682;p72"/>
            <p:cNvSpPr/>
            <p:nvPr/>
          </p:nvSpPr>
          <p:spPr>
            <a:xfrm>
              <a:off x="-9398475" y="3471450"/>
              <a:ext cx="103200" cy="20500"/>
            </a:xfrm>
            <a:custGeom>
              <a:avLst/>
              <a:gdLst/>
              <a:ahLst/>
              <a:cxnLst/>
              <a:rect l="l" t="t" r="r" b="b"/>
              <a:pathLst>
                <a:path w="4128" h="820" extrusionOk="0">
                  <a:moveTo>
                    <a:pt x="1" y="0"/>
                  </a:moveTo>
                  <a:lnTo>
                    <a:pt x="1" y="819"/>
                  </a:lnTo>
                  <a:lnTo>
                    <a:pt x="4128" y="819"/>
                  </a:lnTo>
                  <a:lnTo>
                    <a:pt x="4128"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683" name="Google Shape;9683;p72"/>
          <p:cNvGrpSpPr/>
          <p:nvPr/>
        </p:nvGrpSpPr>
        <p:grpSpPr>
          <a:xfrm>
            <a:off x="7663374" y="4489173"/>
            <a:ext cx="474961" cy="475009"/>
            <a:chOff x="-9523700" y="3614000"/>
            <a:chExt cx="353675" cy="353675"/>
          </a:xfrm>
        </p:grpSpPr>
        <p:sp>
          <p:nvSpPr>
            <p:cNvPr id="9684" name="Google Shape;9684;p72"/>
            <p:cNvSpPr/>
            <p:nvPr/>
          </p:nvSpPr>
          <p:spPr>
            <a:xfrm>
              <a:off x="-9523700" y="3843975"/>
              <a:ext cx="124475" cy="123700"/>
            </a:xfrm>
            <a:custGeom>
              <a:avLst/>
              <a:gdLst/>
              <a:ahLst/>
              <a:cxnLst/>
              <a:rect l="l" t="t" r="r" b="b"/>
              <a:pathLst>
                <a:path w="4979" h="4948" extrusionOk="0">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828" y="1198"/>
                    <a:pt x="2489" y="1198"/>
                  </a:cubicBezTo>
                  <a:close/>
                  <a:moveTo>
                    <a:pt x="2489" y="1"/>
                  </a:moveTo>
                  <a:cubicBezTo>
                    <a:pt x="1103" y="1"/>
                    <a:pt x="1" y="1103"/>
                    <a:pt x="1" y="2458"/>
                  </a:cubicBezTo>
                  <a:cubicBezTo>
                    <a:pt x="1" y="3844"/>
                    <a:pt x="1135" y="4947"/>
                    <a:pt x="2489" y="4947"/>
                  </a:cubicBezTo>
                  <a:cubicBezTo>
                    <a:pt x="3876" y="4947"/>
                    <a:pt x="4978" y="3844"/>
                    <a:pt x="4978" y="2458"/>
                  </a:cubicBezTo>
                  <a:cubicBezTo>
                    <a:pt x="4978" y="1103"/>
                    <a:pt x="3876" y="1"/>
                    <a:pt x="248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85" name="Google Shape;9685;p72"/>
            <p:cNvSpPr/>
            <p:nvPr/>
          </p:nvSpPr>
          <p:spPr>
            <a:xfrm>
              <a:off x="-9515825" y="3656525"/>
              <a:ext cx="116600" cy="195350"/>
            </a:xfrm>
            <a:custGeom>
              <a:avLst/>
              <a:gdLst/>
              <a:ahLst/>
              <a:cxnLst/>
              <a:rect l="l" t="t" r="r" b="b"/>
              <a:pathLst>
                <a:path w="4664" h="7814" extrusionOk="0">
                  <a:moveTo>
                    <a:pt x="2994" y="1"/>
                  </a:moveTo>
                  <a:cubicBezTo>
                    <a:pt x="2206" y="1"/>
                    <a:pt x="1513" y="536"/>
                    <a:pt x="1387" y="1324"/>
                  </a:cubicBezTo>
                  <a:lnTo>
                    <a:pt x="1" y="7499"/>
                  </a:lnTo>
                  <a:cubicBezTo>
                    <a:pt x="599" y="6963"/>
                    <a:pt x="1355" y="6648"/>
                    <a:pt x="2174" y="6648"/>
                  </a:cubicBezTo>
                  <a:cubicBezTo>
                    <a:pt x="3151" y="6648"/>
                    <a:pt x="4065" y="7089"/>
                    <a:pt x="4663" y="7814"/>
                  </a:cubicBezTo>
                  <a:lnTo>
                    <a:pt x="4663" y="1639"/>
                  </a:lnTo>
                  <a:cubicBezTo>
                    <a:pt x="4663" y="757"/>
                    <a:pt x="3907" y="1"/>
                    <a:pt x="299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86" name="Google Shape;9686;p72"/>
            <p:cNvSpPr/>
            <p:nvPr/>
          </p:nvSpPr>
          <p:spPr>
            <a:xfrm>
              <a:off x="-9481175" y="3614000"/>
              <a:ext cx="80375" cy="37050"/>
            </a:xfrm>
            <a:custGeom>
              <a:avLst/>
              <a:gdLst/>
              <a:ahLst/>
              <a:cxnLst/>
              <a:rect l="l" t="t" r="r" b="b"/>
              <a:pathLst>
                <a:path w="3215" h="1482" extrusionOk="0">
                  <a:moveTo>
                    <a:pt x="1608" y="0"/>
                  </a:moveTo>
                  <a:cubicBezTo>
                    <a:pt x="788" y="63"/>
                    <a:pt x="127" y="693"/>
                    <a:pt x="1" y="1481"/>
                  </a:cubicBezTo>
                  <a:cubicBezTo>
                    <a:pt x="442" y="1072"/>
                    <a:pt x="1009" y="851"/>
                    <a:pt x="1608" y="851"/>
                  </a:cubicBezTo>
                  <a:cubicBezTo>
                    <a:pt x="2238" y="851"/>
                    <a:pt x="2805" y="1072"/>
                    <a:pt x="3214" y="1481"/>
                  </a:cubicBezTo>
                  <a:cubicBezTo>
                    <a:pt x="3120" y="630"/>
                    <a:pt x="2427" y="0"/>
                    <a:pt x="160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87" name="Google Shape;9687;p72"/>
            <p:cNvSpPr/>
            <p:nvPr/>
          </p:nvSpPr>
          <p:spPr>
            <a:xfrm>
              <a:off x="-9294500" y="3843975"/>
              <a:ext cx="124475" cy="123700"/>
            </a:xfrm>
            <a:custGeom>
              <a:avLst/>
              <a:gdLst/>
              <a:ahLst/>
              <a:cxnLst/>
              <a:rect l="l" t="t" r="r" b="b"/>
              <a:pathLst>
                <a:path w="4979" h="4948" extrusionOk="0">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796" y="1198"/>
                    <a:pt x="2489" y="1198"/>
                  </a:cubicBezTo>
                  <a:close/>
                  <a:moveTo>
                    <a:pt x="2489" y="1"/>
                  </a:moveTo>
                  <a:cubicBezTo>
                    <a:pt x="1103" y="1"/>
                    <a:pt x="0" y="1103"/>
                    <a:pt x="0" y="2458"/>
                  </a:cubicBezTo>
                  <a:cubicBezTo>
                    <a:pt x="0" y="3844"/>
                    <a:pt x="1103" y="4947"/>
                    <a:pt x="2489" y="4947"/>
                  </a:cubicBezTo>
                  <a:cubicBezTo>
                    <a:pt x="3876" y="4947"/>
                    <a:pt x="4978" y="3844"/>
                    <a:pt x="4978" y="2458"/>
                  </a:cubicBezTo>
                  <a:cubicBezTo>
                    <a:pt x="4978" y="1103"/>
                    <a:pt x="3876" y="1"/>
                    <a:pt x="248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88" name="Google Shape;9688;p72"/>
            <p:cNvSpPr/>
            <p:nvPr/>
          </p:nvSpPr>
          <p:spPr>
            <a:xfrm>
              <a:off x="-9294500" y="3656525"/>
              <a:ext cx="116600" cy="195350"/>
            </a:xfrm>
            <a:custGeom>
              <a:avLst/>
              <a:gdLst/>
              <a:ahLst/>
              <a:cxnLst/>
              <a:rect l="l" t="t" r="r" b="b"/>
              <a:pathLst>
                <a:path w="4664" h="7814" extrusionOk="0">
                  <a:moveTo>
                    <a:pt x="1670" y="1"/>
                  </a:moveTo>
                  <a:cubicBezTo>
                    <a:pt x="757" y="1"/>
                    <a:pt x="0" y="757"/>
                    <a:pt x="0" y="1639"/>
                  </a:cubicBezTo>
                  <a:lnTo>
                    <a:pt x="0" y="7814"/>
                  </a:lnTo>
                  <a:cubicBezTo>
                    <a:pt x="599" y="7089"/>
                    <a:pt x="1513" y="6648"/>
                    <a:pt x="2489" y="6648"/>
                  </a:cubicBezTo>
                  <a:cubicBezTo>
                    <a:pt x="3308" y="6648"/>
                    <a:pt x="4065" y="6963"/>
                    <a:pt x="4663" y="7499"/>
                  </a:cubicBezTo>
                  <a:lnTo>
                    <a:pt x="3277" y="1324"/>
                  </a:lnTo>
                  <a:cubicBezTo>
                    <a:pt x="3119" y="536"/>
                    <a:pt x="2458" y="1"/>
                    <a:pt x="167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89" name="Google Shape;9689;p72"/>
            <p:cNvSpPr/>
            <p:nvPr/>
          </p:nvSpPr>
          <p:spPr>
            <a:xfrm>
              <a:off x="-9294500" y="3615575"/>
              <a:ext cx="81150" cy="36250"/>
            </a:xfrm>
            <a:custGeom>
              <a:avLst/>
              <a:gdLst/>
              <a:ahLst/>
              <a:cxnLst/>
              <a:rect l="l" t="t" r="r" b="b"/>
              <a:pathLst>
                <a:path w="3246" h="1450" extrusionOk="0">
                  <a:moveTo>
                    <a:pt x="1639" y="0"/>
                  </a:moveTo>
                  <a:cubicBezTo>
                    <a:pt x="788" y="0"/>
                    <a:pt x="126" y="630"/>
                    <a:pt x="0" y="1450"/>
                  </a:cubicBezTo>
                  <a:cubicBezTo>
                    <a:pt x="442" y="1040"/>
                    <a:pt x="1040" y="820"/>
                    <a:pt x="1639" y="820"/>
                  </a:cubicBezTo>
                  <a:cubicBezTo>
                    <a:pt x="2269" y="820"/>
                    <a:pt x="2804" y="1040"/>
                    <a:pt x="3245" y="1450"/>
                  </a:cubicBezTo>
                  <a:cubicBezTo>
                    <a:pt x="3119" y="599"/>
                    <a:pt x="2458" y="0"/>
                    <a:pt x="163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90" name="Google Shape;9690;p72"/>
            <p:cNvSpPr/>
            <p:nvPr/>
          </p:nvSpPr>
          <p:spPr>
            <a:xfrm>
              <a:off x="-9378775" y="3822725"/>
              <a:ext cx="63025" cy="41750"/>
            </a:xfrm>
            <a:custGeom>
              <a:avLst/>
              <a:gdLst/>
              <a:ahLst/>
              <a:cxnLst/>
              <a:rect l="l" t="t" r="r" b="b"/>
              <a:pathLst>
                <a:path w="2521" h="1670" extrusionOk="0">
                  <a:moveTo>
                    <a:pt x="0" y="0"/>
                  </a:moveTo>
                  <a:lnTo>
                    <a:pt x="0" y="1670"/>
                  </a:lnTo>
                  <a:lnTo>
                    <a:pt x="2521" y="1670"/>
                  </a:lnTo>
                  <a:lnTo>
                    <a:pt x="252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91" name="Google Shape;9691;p72"/>
            <p:cNvSpPr/>
            <p:nvPr/>
          </p:nvSpPr>
          <p:spPr>
            <a:xfrm>
              <a:off x="-9336250" y="3739225"/>
              <a:ext cx="21300" cy="63050"/>
            </a:xfrm>
            <a:custGeom>
              <a:avLst/>
              <a:gdLst/>
              <a:ahLst/>
              <a:cxnLst/>
              <a:rect l="l" t="t" r="r" b="b"/>
              <a:pathLst>
                <a:path w="852" h="2522" extrusionOk="0">
                  <a:moveTo>
                    <a:pt x="1" y="1"/>
                  </a:moveTo>
                  <a:lnTo>
                    <a:pt x="1" y="2521"/>
                  </a:lnTo>
                  <a:lnTo>
                    <a:pt x="851" y="2521"/>
                  </a:lnTo>
                  <a:lnTo>
                    <a:pt x="85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92" name="Google Shape;9692;p72"/>
            <p:cNvSpPr/>
            <p:nvPr/>
          </p:nvSpPr>
          <p:spPr>
            <a:xfrm>
              <a:off x="-9378775" y="3739225"/>
              <a:ext cx="20500" cy="63050"/>
            </a:xfrm>
            <a:custGeom>
              <a:avLst/>
              <a:gdLst/>
              <a:ahLst/>
              <a:cxnLst/>
              <a:rect l="l" t="t" r="r" b="b"/>
              <a:pathLst>
                <a:path w="820" h="2522" extrusionOk="0">
                  <a:moveTo>
                    <a:pt x="0" y="1"/>
                  </a:moveTo>
                  <a:lnTo>
                    <a:pt x="0" y="2521"/>
                  </a:lnTo>
                  <a:lnTo>
                    <a:pt x="820" y="2521"/>
                  </a:lnTo>
                  <a:lnTo>
                    <a:pt x="82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693" name="Google Shape;9693;p72"/>
          <p:cNvGrpSpPr/>
          <p:nvPr/>
        </p:nvGrpSpPr>
        <p:grpSpPr>
          <a:xfrm>
            <a:off x="10043309" y="4519362"/>
            <a:ext cx="474961" cy="472893"/>
            <a:chOff x="-9523700" y="4049550"/>
            <a:chExt cx="353675" cy="352100"/>
          </a:xfrm>
        </p:grpSpPr>
        <p:sp>
          <p:nvSpPr>
            <p:cNvPr id="9694" name="Google Shape;9694;p72"/>
            <p:cNvSpPr/>
            <p:nvPr/>
          </p:nvSpPr>
          <p:spPr>
            <a:xfrm>
              <a:off x="-9523700" y="4049550"/>
              <a:ext cx="82725" cy="82725"/>
            </a:xfrm>
            <a:custGeom>
              <a:avLst/>
              <a:gdLst/>
              <a:ahLst/>
              <a:cxnLst/>
              <a:rect l="l" t="t" r="r" b="b"/>
              <a:pathLst>
                <a:path w="3309" h="3309" extrusionOk="0">
                  <a:moveTo>
                    <a:pt x="1670" y="1"/>
                  </a:moveTo>
                  <a:cubicBezTo>
                    <a:pt x="757" y="1"/>
                    <a:pt x="1" y="725"/>
                    <a:pt x="1" y="1639"/>
                  </a:cubicBezTo>
                  <a:cubicBezTo>
                    <a:pt x="1" y="2552"/>
                    <a:pt x="757" y="3309"/>
                    <a:pt x="1670" y="3309"/>
                  </a:cubicBezTo>
                  <a:cubicBezTo>
                    <a:pt x="2584" y="3309"/>
                    <a:pt x="3309" y="2552"/>
                    <a:pt x="3309" y="1639"/>
                  </a:cubicBezTo>
                  <a:cubicBezTo>
                    <a:pt x="3309" y="725"/>
                    <a:pt x="2584" y="1"/>
                    <a:pt x="167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95" name="Google Shape;9695;p72"/>
            <p:cNvSpPr/>
            <p:nvPr/>
          </p:nvSpPr>
          <p:spPr>
            <a:xfrm>
              <a:off x="-9523700" y="4148800"/>
              <a:ext cx="82725" cy="252850"/>
            </a:xfrm>
            <a:custGeom>
              <a:avLst/>
              <a:gdLst/>
              <a:ahLst/>
              <a:cxnLst/>
              <a:rect l="l" t="t" r="r" b="b"/>
              <a:pathLst>
                <a:path w="3309" h="10114" extrusionOk="0">
                  <a:moveTo>
                    <a:pt x="820" y="0"/>
                  </a:moveTo>
                  <a:lnTo>
                    <a:pt x="820" y="7876"/>
                  </a:lnTo>
                  <a:cubicBezTo>
                    <a:pt x="316" y="8160"/>
                    <a:pt x="1" y="8695"/>
                    <a:pt x="1" y="9294"/>
                  </a:cubicBezTo>
                  <a:lnTo>
                    <a:pt x="1" y="9672"/>
                  </a:lnTo>
                  <a:cubicBezTo>
                    <a:pt x="1" y="9924"/>
                    <a:pt x="190" y="10113"/>
                    <a:pt x="442" y="10113"/>
                  </a:cubicBezTo>
                  <a:lnTo>
                    <a:pt x="2930" y="10113"/>
                  </a:lnTo>
                  <a:cubicBezTo>
                    <a:pt x="3151" y="10113"/>
                    <a:pt x="3309" y="9924"/>
                    <a:pt x="3309" y="9672"/>
                  </a:cubicBezTo>
                  <a:lnTo>
                    <a:pt x="3309" y="9294"/>
                  </a:lnTo>
                  <a:cubicBezTo>
                    <a:pt x="3309" y="8664"/>
                    <a:pt x="2993" y="8160"/>
                    <a:pt x="2489" y="7876"/>
                  </a:cubicBezTo>
                  <a:lnTo>
                    <a:pt x="2489" y="0"/>
                  </a:lnTo>
                  <a:cubicBezTo>
                    <a:pt x="2206" y="63"/>
                    <a:pt x="1922" y="158"/>
                    <a:pt x="1670" y="158"/>
                  </a:cubicBezTo>
                  <a:cubicBezTo>
                    <a:pt x="1387" y="158"/>
                    <a:pt x="1103" y="63"/>
                    <a:pt x="82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96" name="Google Shape;9696;p72"/>
            <p:cNvSpPr/>
            <p:nvPr/>
          </p:nvSpPr>
          <p:spPr>
            <a:xfrm>
              <a:off x="-9252750" y="4049550"/>
              <a:ext cx="82725" cy="82725"/>
            </a:xfrm>
            <a:custGeom>
              <a:avLst/>
              <a:gdLst/>
              <a:ahLst/>
              <a:cxnLst/>
              <a:rect l="l" t="t" r="r" b="b"/>
              <a:pathLst>
                <a:path w="3309" h="3309" extrusionOk="0">
                  <a:moveTo>
                    <a:pt x="1670" y="1"/>
                  </a:moveTo>
                  <a:cubicBezTo>
                    <a:pt x="756" y="1"/>
                    <a:pt x="0" y="725"/>
                    <a:pt x="0" y="1639"/>
                  </a:cubicBezTo>
                  <a:cubicBezTo>
                    <a:pt x="0" y="2552"/>
                    <a:pt x="756" y="3309"/>
                    <a:pt x="1670" y="3309"/>
                  </a:cubicBezTo>
                  <a:cubicBezTo>
                    <a:pt x="2552" y="3309"/>
                    <a:pt x="3308" y="2552"/>
                    <a:pt x="3308" y="1639"/>
                  </a:cubicBezTo>
                  <a:cubicBezTo>
                    <a:pt x="3308" y="725"/>
                    <a:pt x="2552" y="1"/>
                    <a:pt x="167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97" name="Google Shape;9697;p72"/>
            <p:cNvSpPr/>
            <p:nvPr/>
          </p:nvSpPr>
          <p:spPr>
            <a:xfrm>
              <a:off x="-9252750" y="4148800"/>
              <a:ext cx="82725" cy="252850"/>
            </a:xfrm>
            <a:custGeom>
              <a:avLst/>
              <a:gdLst/>
              <a:ahLst/>
              <a:cxnLst/>
              <a:rect l="l" t="t" r="r" b="b"/>
              <a:pathLst>
                <a:path w="3309" h="10114" extrusionOk="0">
                  <a:moveTo>
                    <a:pt x="819" y="0"/>
                  </a:moveTo>
                  <a:lnTo>
                    <a:pt x="819" y="7876"/>
                  </a:lnTo>
                  <a:cubicBezTo>
                    <a:pt x="315" y="8160"/>
                    <a:pt x="0" y="8695"/>
                    <a:pt x="0" y="9294"/>
                  </a:cubicBezTo>
                  <a:lnTo>
                    <a:pt x="0" y="9704"/>
                  </a:lnTo>
                  <a:cubicBezTo>
                    <a:pt x="0" y="9924"/>
                    <a:pt x="189" y="10113"/>
                    <a:pt x="441" y="10113"/>
                  </a:cubicBezTo>
                  <a:lnTo>
                    <a:pt x="2899" y="10113"/>
                  </a:lnTo>
                  <a:cubicBezTo>
                    <a:pt x="3151" y="10113"/>
                    <a:pt x="3308" y="9924"/>
                    <a:pt x="3308" y="9704"/>
                  </a:cubicBezTo>
                  <a:lnTo>
                    <a:pt x="3308" y="9294"/>
                  </a:lnTo>
                  <a:cubicBezTo>
                    <a:pt x="3308" y="8664"/>
                    <a:pt x="2962" y="8160"/>
                    <a:pt x="2489" y="7876"/>
                  </a:cubicBezTo>
                  <a:lnTo>
                    <a:pt x="2489" y="0"/>
                  </a:lnTo>
                  <a:cubicBezTo>
                    <a:pt x="2206" y="95"/>
                    <a:pt x="1922" y="158"/>
                    <a:pt x="1638" y="158"/>
                  </a:cubicBezTo>
                  <a:cubicBezTo>
                    <a:pt x="1386" y="158"/>
                    <a:pt x="1103" y="95"/>
                    <a:pt x="81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98" name="Google Shape;9698;p72"/>
            <p:cNvSpPr/>
            <p:nvPr/>
          </p:nvSpPr>
          <p:spPr>
            <a:xfrm>
              <a:off x="-9440200" y="4214950"/>
              <a:ext cx="187475" cy="167000"/>
            </a:xfrm>
            <a:custGeom>
              <a:avLst/>
              <a:gdLst/>
              <a:ahLst/>
              <a:cxnLst/>
              <a:rect l="l" t="t" r="r" b="b"/>
              <a:pathLst>
                <a:path w="7499" h="6680" extrusionOk="0">
                  <a:moveTo>
                    <a:pt x="1229" y="1"/>
                  </a:moveTo>
                  <a:cubicBezTo>
                    <a:pt x="1071" y="1"/>
                    <a:pt x="914" y="64"/>
                    <a:pt x="882" y="221"/>
                  </a:cubicBezTo>
                  <a:lnTo>
                    <a:pt x="0" y="1954"/>
                  </a:lnTo>
                  <a:lnTo>
                    <a:pt x="0" y="4852"/>
                  </a:lnTo>
                  <a:cubicBezTo>
                    <a:pt x="536" y="5325"/>
                    <a:pt x="851" y="5955"/>
                    <a:pt x="851" y="6680"/>
                  </a:cubicBezTo>
                  <a:lnTo>
                    <a:pt x="6679" y="6680"/>
                  </a:lnTo>
                  <a:cubicBezTo>
                    <a:pt x="6679" y="5955"/>
                    <a:pt x="6994" y="5325"/>
                    <a:pt x="7498" y="4852"/>
                  </a:cubicBezTo>
                  <a:lnTo>
                    <a:pt x="7498" y="1954"/>
                  </a:lnTo>
                  <a:lnTo>
                    <a:pt x="6616" y="221"/>
                  </a:lnTo>
                  <a:cubicBezTo>
                    <a:pt x="6553" y="64"/>
                    <a:pt x="6427" y="1"/>
                    <a:pt x="6270" y="1"/>
                  </a:cubicBezTo>
                  <a:lnTo>
                    <a:pt x="4726" y="1"/>
                  </a:lnTo>
                  <a:lnTo>
                    <a:pt x="6616" y="4443"/>
                  </a:lnTo>
                  <a:cubicBezTo>
                    <a:pt x="6679" y="4569"/>
                    <a:pt x="6679" y="4726"/>
                    <a:pt x="6585" y="4852"/>
                  </a:cubicBezTo>
                  <a:cubicBezTo>
                    <a:pt x="6522" y="4947"/>
                    <a:pt x="6396" y="5041"/>
                    <a:pt x="6238" y="5041"/>
                  </a:cubicBezTo>
                  <a:lnTo>
                    <a:pt x="1260" y="5041"/>
                  </a:lnTo>
                  <a:cubicBezTo>
                    <a:pt x="1103" y="5041"/>
                    <a:pt x="1008" y="4947"/>
                    <a:pt x="914" y="4852"/>
                  </a:cubicBezTo>
                  <a:cubicBezTo>
                    <a:pt x="851" y="4726"/>
                    <a:pt x="851" y="4569"/>
                    <a:pt x="882" y="4443"/>
                  </a:cubicBezTo>
                  <a:lnTo>
                    <a:pt x="277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699" name="Google Shape;9699;p72"/>
            <p:cNvSpPr/>
            <p:nvPr/>
          </p:nvSpPr>
          <p:spPr>
            <a:xfrm>
              <a:off x="-9393750" y="4214950"/>
              <a:ext cx="93750" cy="104000"/>
            </a:xfrm>
            <a:custGeom>
              <a:avLst/>
              <a:gdLst/>
              <a:ahLst/>
              <a:cxnLst/>
              <a:rect l="l" t="t" r="r" b="b"/>
              <a:pathLst>
                <a:path w="3750" h="4160" extrusionOk="0">
                  <a:moveTo>
                    <a:pt x="1828" y="1"/>
                  </a:moveTo>
                  <a:lnTo>
                    <a:pt x="1" y="4159"/>
                  </a:lnTo>
                  <a:lnTo>
                    <a:pt x="3750" y="4159"/>
                  </a:lnTo>
                  <a:lnTo>
                    <a:pt x="192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00" name="Google Shape;9700;p72"/>
            <p:cNvSpPr/>
            <p:nvPr/>
          </p:nvSpPr>
          <p:spPr>
            <a:xfrm>
              <a:off x="-9440200" y="4140125"/>
              <a:ext cx="187475" cy="32325"/>
            </a:xfrm>
            <a:custGeom>
              <a:avLst/>
              <a:gdLst/>
              <a:ahLst/>
              <a:cxnLst/>
              <a:rect l="l" t="t" r="r" b="b"/>
              <a:pathLst>
                <a:path w="7499" h="1293" extrusionOk="0">
                  <a:moveTo>
                    <a:pt x="0" y="1"/>
                  </a:moveTo>
                  <a:lnTo>
                    <a:pt x="0" y="851"/>
                  </a:lnTo>
                  <a:cubicBezTo>
                    <a:pt x="1229" y="1135"/>
                    <a:pt x="2489" y="1292"/>
                    <a:pt x="3749" y="1292"/>
                  </a:cubicBezTo>
                  <a:cubicBezTo>
                    <a:pt x="5009" y="1292"/>
                    <a:pt x="6270" y="1135"/>
                    <a:pt x="7498" y="851"/>
                  </a:cubicBezTo>
                  <a:lnTo>
                    <a:pt x="7498" y="1"/>
                  </a:lnTo>
                  <a:cubicBezTo>
                    <a:pt x="6270" y="300"/>
                    <a:pt x="5001" y="450"/>
                    <a:pt x="3737" y="450"/>
                  </a:cubicBezTo>
                  <a:cubicBezTo>
                    <a:pt x="2473" y="450"/>
                    <a:pt x="1213" y="300"/>
                    <a:pt x="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701" name="Google Shape;9701;p72"/>
          <p:cNvGrpSpPr/>
          <p:nvPr/>
        </p:nvGrpSpPr>
        <p:grpSpPr>
          <a:xfrm>
            <a:off x="9451461" y="4519326"/>
            <a:ext cx="476003" cy="414705"/>
            <a:chOff x="-8209150" y="3659675"/>
            <a:chExt cx="354450" cy="308775"/>
          </a:xfrm>
        </p:grpSpPr>
        <p:sp>
          <p:nvSpPr>
            <p:cNvPr id="9702" name="Google Shape;9702;p72"/>
            <p:cNvSpPr/>
            <p:nvPr/>
          </p:nvSpPr>
          <p:spPr>
            <a:xfrm>
              <a:off x="-8209150" y="3907775"/>
              <a:ext cx="353675" cy="60675"/>
            </a:xfrm>
            <a:custGeom>
              <a:avLst/>
              <a:gdLst/>
              <a:ahLst/>
              <a:cxnLst/>
              <a:rect l="l" t="t" r="r" b="b"/>
              <a:pathLst>
                <a:path w="14147" h="2427" extrusionOk="0">
                  <a:moveTo>
                    <a:pt x="1261" y="1"/>
                  </a:moveTo>
                  <a:cubicBezTo>
                    <a:pt x="599" y="1"/>
                    <a:pt x="0" y="536"/>
                    <a:pt x="0" y="1229"/>
                  </a:cubicBezTo>
                  <a:lnTo>
                    <a:pt x="0" y="2048"/>
                  </a:lnTo>
                  <a:cubicBezTo>
                    <a:pt x="0" y="2269"/>
                    <a:pt x="189" y="2427"/>
                    <a:pt x="378" y="2427"/>
                  </a:cubicBezTo>
                  <a:lnTo>
                    <a:pt x="13673" y="2427"/>
                  </a:lnTo>
                  <a:cubicBezTo>
                    <a:pt x="13894" y="2427"/>
                    <a:pt x="14052" y="2238"/>
                    <a:pt x="14052" y="2048"/>
                  </a:cubicBezTo>
                  <a:lnTo>
                    <a:pt x="14052" y="1229"/>
                  </a:lnTo>
                  <a:cubicBezTo>
                    <a:pt x="14146" y="599"/>
                    <a:pt x="13579" y="1"/>
                    <a:pt x="1288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03" name="Google Shape;9703;p72"/>
            <p:cNvSpPr/>
            <p:nvPr/>
          </p:nvSpPr>
          <p:spPr>
            <a:xfrm>
              <a:off x="-8188675" y="3825075"/>
              <a:ext cx="311125" cy="63050"/>
            </a:xfrm>
            <a:custGeom>
              <a:avLst/>
              <a:gdLst/>
              <a:ahLst/>
              <a:cxnLst/>
              <a:rect l="l" t="t" r="r" b="b"/>
              <a:pathLst>
                <a:path w="12445" h="2522" extrusionOk="0">
                  <a:moveTo>
                    <a:pt x="442" y="1"/>
                  </a:moveTo>
                  <a:cubicBezTo>
                    <a:pt x="189" y="1"/>
                    <a:pt x="0" y="190"/>
                    <a:pt x="0" y="410"/>
                  </a:cubicBezTo>
                  <a:lnTo>
                    <a:pt x="0" y="2521"/>
                  </a:lnTo>
                  <a:lnTo>
                    <a:pt x="3308" y="2521"/>
                  </a:lnTo>
                  <a:lnTo>
                    <a:pt x="3308" y="2080"/>
                  </a:lnTo>
                  <a:cubicBezTo>
                    <a:pt x="3308" y="1828"/>
                    <a:pt x="3497" y="1670"/>
                    <a:pt x="3718" y="1670"/>
                  </a:cubicBezTo>
                  <a:cubicBezTo>
                    <a:pt x="3939" y="1670"/>
                    <a:pt x="4128" y="1891"/>
                    <a:pt x="4128" y="2080"/>
                  </a:cubicBezTo>
                  <a:lnTo>
                    <a:pt x="4128" y="2521"/>
                  </a:lnTo>
                  <a:lnTo>
                    <a:pt x="5797" y="2521"/>
                  </a:lnTo>
                  <a:lnTo>
                    <a:pt x="5797" y="2080"/>
                  </a:lnTo>
                  <a:cubicBezTo>
                    <a:pt x="5797" y="1828"/>
                    <a:pt x="5986" y="1670"/>
                    <a:pt x="6238" y="1670"/>
                  </a:cubicBezTo>
                  <a:cubicBezTo>
                    <a:pt x="6459" y="1670"/>
                    <a:pt x="6616" y="1891"/>
                    <a:pt x="6616" y="2080"/>
                  </a:cubicBezTo>
                  <a:lnTo>
                    <a:pt x="6616" y="2521"/>
                  </a:lnTo>
                  <a:lnTo>
                    <a:pt x="8318" y="2521"/>
                  </a:lnTo>
                  <a:lnTo>
                    <a:pt x="8318" y="2080"/>
                  </a:lnTo>
                  <a:cubicBezTo>
                    <a:pt x="8318" y="1828"/>
                    <a:pt x="8507" y="1670"/>
                    <a:pt x="8696" y="1670"/>
                  </a:cubicBezTo>
                  <a:cubicBezTo>
                    <a:pt x="8948" y="1670"/>
                    <a:pt x="9105" y="1891"/>
                    <a:pt x="9105" y="2080"/>
                  </a:cubicBezTo>
                  <a:lnTo>
                    <a:pt x="9105" y="2521"/>
                  </a:lnTo>
                  <a:lnTo>
                    <a:pt x="12445" y="2521"/>
                  </a:lnTo>
                  <a:lnTo>
                    <a:pt x="12445" y="410"/>
                  </a:lnTo>
                  <a:cubicBezTo>
                    <a:pt x="12445" y="190"/>
                    <a:pt x="12256" y="1"/>
                    <a:pt x="1206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04" name="Google Shape;9704;p72"/>
            <p:cNvSpPr/>
            <p:nvPr/>
          </p:nvSpPr>
          <p:spPr>
            <a:xfrm>
              <a:off x="-7913800" y="3743175"/>
              <a:ext cx="59100" cy="62250"/>
            </a:xfrm>
            <a:custGeom>
              <a:avLst/>
              <a:gdLst/>
              <a:ahLst/>
              <a:cxnLst/>
              <a:rect l="l" t="t" r="r" b="b"/>
              <a:pathLst>
                <a:path w="2364" h="2490" extrusionOk="0">
                  <a:moveTo>
                    <a:pt x="1922" y="0"/>
                  </a:moveTo>
                  <a:cubicBezTo>
                    <a:pt x="1261" y="0"/>
                    <a:pt x="599" y="189"/>
                    <a:pt x="1" y="567"/>
                  </a:cubicBezTo>
                  <a:cubicBezTo>
                    <a:pt x="284" y="1134"/>
                    <a:pt x="473" y="1827"/>
                    <a:pt x="536" y="2489"/>
                  </a:cubicBezTo>
                  <a:lnTo>
                    <a:pt x="1796" y="2489"/>
                  </a:lnTo>
                  <a:lnTo>
                    <a:pt x="2332" y="504"/>
                  </a:lnTo>
                  <a:cubicBezTo>
                    <a:pt x="2364" y="410"/>
                    <a:pt x="2332" y="284"/>
                    <a:pt x="2238" y="158"/>
                  </a:cubicBezTo>
                  <a:cubicBezTo>
                    <a:pt x="2175" y="32"/>
                    <a:pt x="2048" y="0"/>
                    <a:pt x="192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05" name="Google Shape;9705;p72"/>
            <p:cNvSpPr/>
            <p:nvPr/>
          </p:nvSpPr>
          <p:spPr>
            <a:xfrm>
              <a:off x="-8105975" y="3659675"/>
              <a:ext cx="185125" cy="145750"/>
            </a:xfrm>
            <a:custGeom>
              <a:avLst/>
              <a:gdLst/>
              <a:ahLst/>
              <a:cxnLst/>
              <a:rect l="l" t="t" r="r" b="b"/>
              <a:pathLst>
                <a:path w="7405" h="5830" extrusionOk="0">
                  <a:moveTo>
                    <a:pt x="442" y="1"/>
                  </a:moveTo>
                  <a:cubicBezTo>
                    <a:pt x="316" y="1"/>
                    <a:pt x="158" y="64"/>
                    <a:pt x="95" y="190"/>
                  </a:cubicBezTo>
                  <a:cubicBezTo>
                    <a:pt x="0" y="316"/>
                    <a:pt x="0" y="442"/>
                    <a:pt x="32" y="599"/>
                  </a:cubicBezTo>
                  <a:lnTo>
                    <a:pt x="2017" y="5829"/>
                  </a:lnTo>
                  <a:lnTo>
                    <a:pt x="7404" y="5829"/>
                  </a:lnTo>
                  <a:cubicBezTo>
                    <a:pt x="6806" y="2521"/>
                    <a:pt x="3907" y="1"/>
                    <a:pt x="44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06" name="Google Shape;9706;p72"/>
            <p:cNvSpPr/>
            <p:nvPr/>
          </p:nvSpPr>
          <p:spPr>
            <a:xfrm>
              <a:off x="-8168975" y="3700625"/>
              <a:ext cx="91375" cy="104000"/>
            </a:xfrm>
            <a:custGeom>
              <a:avLst/>
              <a:gdLst/>
              <a:ahLst/>
              <a:cxnLst/>
              <a:rect l="l" t="t" r="r" b="b"/>
              <a:pathLst>
                <a:path w="3655" h="4160" extrusionOk="0">
                  <a:moveTo>
                    <a:pt x="473" y="1"/>
                  </a:moveTo>
                  <a:cubicBezTo>
                    <a:pt x="347" y="1"/>
                    <a:pt x="189" y="95"/>
                    <a:pt x="126" y="158"/>
                  </a:cubicBezTo>
                  <a:cubicBezTo>
                    <a:pt x="32" y="284"/>
                    <a:pt x="0" y="410"/>
                    <a:pt x="95" y="505"/>
                  </a:cubicBezTo>
                  <a:lnTo>
                    <a:pt x="1260" y="4097"/>
                  </a:lnTo>
                  <a:lnTo>
                    <a:pt x="3631" y="4097"/>
                  </a:lnTo>
                  <a:lnTo>
                    <a:pt x="2205" y="284"/>
                  </a:lnTo>
                  <a:cubicBezTo>
                    <a:pt x="1670" y="95"/>
                    <a:pt x="1071" y="1"/>
                    <a:pt x="473" y="1"/>
                  </a:cubicBezTo>
                  <a:close/>
                  <a:moveTo>
                    <a:pt x="3631" y="4097"/>
                  </a:moveTo>
                  <a:lnTo>
                    <a:pt x="3655" y="4160"/>
                  </a:lnTo>
                  <a:lnTo>
                    <a:pt x="3655" y="4097"/>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07" name="Google Shape;9707;p72"/>
            <p:cNvSpPr/>
            <p:nvPr/>
          </p:nvSpPr>
          <p:spPr>
            <a:xfrm>
              <a:off x="-8209150" y="3742375"/>
              <a:ext cx="50425" cy="61475"/>
            </a:xfrm>
            <a:custGeom>
              <a:avLst/>
              <a:gdLst/>
              <a:ahLst/>
              <a:cxnLst/>
              <a:rect l="l" t="t" r="r" b="b"/>
              <a:pathLst>
                <a:path w="2017" h="2459" extrusionOk="0">
                  <a:moveTo>
                    <a:pt x="441" y="1"/>
                  </a:moveTo>
                  <a:cubicBezTo>
                    <a:pt x="315" y="1"/>
                    <a:pt x="189" y="32"/>
                    <a:pt x="126" y="158"/>
                  </a:cubicBezTo>
                  <a:cubicBezTo>
                    <a:pt x="32" y="253"/>
                    <a:pt x="0" y="379"/>
                    <a:pt x="32" y="505"/>
                  </a:cubicBezTo>
                  <a:lnTo>
                    <a:pt x="504" y="2458"/>
                  </a:lnTo>
                  <a:lnTo>
                    <a:pt x="2017" y="2458"/>
                  </a:lnTo>
                  <a:lnTo>
                    <a:pt x="1229" y="64"/>
                  </a:lnTo>
                  <a:cubicBezTo>
                    <a:pt x="977" y="32"/>
                    <a:pt x="693" y="1"/>
                    <a:pt x="44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708" name="Google Shape;9708;p72"/>
          <p:cNvGrpSpPr/>
          <p:nvPr/>
        </p:nvGrpSpPr>
        <p:grpSpPr>
          <a:xfrm>
            <a:off x="8255794" y="2042699"/>
            <a:ext cx="474961" cy="473968"/>
            <a:chOff x="-12643475" y="3212300"/>
            <a:chExt cx="353675" cy="352900"/>
          </a:xfrm>
        </p:grpSpPr>
        <p:sp>
          <p:nvSpPr>
            <p:cNvPr id="9709" name="Google Shape;9709;p72"/>
            <p:cNvSpPr/>
            <p:nvPr/>
          </p:nvSpPr>
          <p:spPr>
            <a:xfrm>
              <a:off x="-12372525" y="3517125"/>
              <a:ext cx="20500" cy="48075"/>
            </a:xfrm>
            <a:custGeom>
              <a:avLst/>
              <a:gdLst/>
              <a:ahLst/>
              <a:cxnLst/>
              <a:rect l="l" t="t" r="r" b="b"/>
              <a:pathLst>
                <a:path w="820" h="1923" extrusionOk="0">
                  <a:moveTo>
                    <a:pt x="0" y="0"/>
                  </a:moveTo>
                  <a:lnTo>
                    <a:pt x="0" y="1513"/>
                  </a:lnTo>
                  <a:cubicBezTo>
                    <a:pt x="0" y="1765"/>
                    <a:pt x="189" y="1922"/>
                    <a:pt x="410" y="1922"/>
                  </a:cubicBezTo>
                  <a:cubicBezTo>
                    <a:pt x="662" y="1922"/>
                    <a:pt x="819" y="1702"/>
                    <a:pt x="819" y="1513"/>
                  </a:cubicBezTo>
                  <a:lnTo>
                    <a:pt x="819" y="0"/>
                  </a:lnTo>
                  <a:cubicBezTo>
                    <a:pt x="662" y="126"/>
                    <a:pt x="567" y="221"/>
                    <a:pt x="410" y="221"/>
                  </a:cubicBezTo>
                  <a:cubicBezTo>
                    <a:pt x="189" y="221"/>
                    <a:pt x="126" y="126"/>
                    <a:pt x="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10" name="Google Shape;9710;p72"/>
            <p:cNvSpPr/>
            <p:nvPr/>
          </p:nvSpPr>
          <p:spPr>
            <a:xfrm>
              <a:off x="-12581250" y="3480900"/>
              <a:ext cx="63025" cy="21275"/>
            </a:xfrm>
            <a:custGeom>
              <a:avLst/>
              <a:gdLst/>
              <a:ahLst/>
              <a:cxnLst/>
              <a:rect l="l" t="t" r="r" b="b"/>
              <a:pathLst>
                <a:path w="2521" h="851" extrusionOk="0">
                  <a:moveTo>
                    <a:pt x="0" y="0"/>
                  </a:moveTo>
                  <a:lnTo>
                    <a:pt x="0" y="851"/>
                  </a:lnTo>
                  <a:lnTo>
                    <a:pt x="2521" y="851"/>
                  </a:lnTo>
                  <a:lnTo>
                    <a:pt x="252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11" name="Google Shape;9711;p72"/>
            <p:cNvSpPr/>
            <p:nvPr/>
          </p:nvSpPr>
          <p:spPr>
            <a:xfrm>
              <a:off x="-12643475" y="3398975"/>
              <a:ext cx="186700" cy="166225"/>
            </a:xfrm>
            <a:custGeom>
              <a:avLst/>
              <a:gdLst/>
              <a:ahLst/>
              <a:cxnLst/>
              <a:rect l="l" t="t" r="r" b="b"/>
              <a:pathLst>
                <a:path w="7468" h="6649" extrusionOk="0">
                  <a:moveTo>
                    <a:pt x="5419" y="2458"/>
                  </a:moveTo>
                  <a:cubicBezTo>
                    <a:pt x="5671" y="2458"/>
                    <a:pt x="5860" y="2647"/>
                    <a:pt x="5860" y="2899"/>
                  </a:cubicBezTo>
                  <a:lnTo>
                    <a:pt x="5860" y="4537"/>
                  </a:lnTo>
                  <a:cubicBezTo>
                    <a:pt x="5860" y="4789"/>
                    <a:pt x="5671" y="4978"/>
                    <a:pt x="5419" y="4978"/>
                  </a:cubicBezTo>
                  <a:lnTo>
                    <a:pt x="2080" y="4978"/>
                  </a:lnTo>
                  <a:cubicBezTo>
                    <a:pt x="1859" y="4978"/>
                    <a:pt x="1639" y="4789"/>
                    <a:pt x="1639" y="4537"/>
                  </a:cubicBezTo>
                  <a:lnTo>
                    <a:pt x="1639" y="2899"/>
                  </a:lnTo>
                  <a:cubicBezTo>
                    <a:pt x="1639" y="2647"/>
                    <a:pt x="1859" y="2458"/>
                    <a:pt x="2080" y="2458"/>
                  </a:cubicBezTo>
                  <a:close/>
                  <a:moveTo>
                    <a:pt x="1639" y="1"/>
                  </a:moveTo>
                  <a:lnTo>
                    <a:pt x="1639" y="977"/>
                  </a:lnTo>
                  <a:lnTo>
                    <a:pt x="662" y="1450"/>
                  </a:lnTo>
                  <a:cubicBezTo>
                    <a:pt x="221" y="1639"/>
                    <a:pt x="0" y="2080"/>
                    <a:pt x="0" y="2552"/>
                  </a:cubicBezTo>
                  <a:lnTo>
                    <a:pt x="0" y="5356"/>
                  </a:lnTo>
                  <a:cubicBezTo>
                    <a:pt x="0" y="6049"/>
                    <a:pt x="536" y="6648"/>
                    <a:pt x="1261" y="6648"/>
                  </a:cubicBezTo>
                  <a:lnTo>
                    <a:pt x="6270" y="6648"/>
                  </a:lnTo>
                  <a:cubicBezTo>
                    <a:pt x="6931" y="6648"/>
                    <a:pt x="7467" y="6049"/>
                    <a:pt x="7467" y="5388"/>
                  </a:cubicBezTo>
                  <a:lnTo>
                    <a:pt x="7467" y="2584"/>
                  </a:lnTo>
                  <a:cubicBezTo>
                    <a:pt x="7467" y="2111"/>
                    <a:pt x="7215" y="1670"/>
                    <a:pt x="6805" y="1481"/>
                  </a:cubicBezTo>
                  <a:lnTo>
                    <a:pt x="5829" y="1009"/>
                  </a:lnTo>
                  <a:lnTo>
                    <a:pt x="582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12" name="Google Shape;9712;p72"/>
            <p:cNvSpPr/>
            <p:nvPr/>
          </p:nvSpPr>
          <p:spPr>
            <a:xfrm>
              <a:off x="-12431600" y="3212300"/>
              <a:ext cx="141800" cy="137075"/>
            </a:xfrm>
            <a:custGeom>
              <a:avLst/>
              <a:gdLst/>
              <a:ahLst/>
              <a:cxnLst/>
              <a:rect l="l" t="t" r="r" b="b"/>
              <a:pathLst>
                <a:path w="5672" h="5483" extrusionOk="0">
                  <a:moveTo>
                    <a:pt x="2741" y="1"/>
                  </a:moveTo>
                  <a:cubicBezTo>
                    <a:pt x="1481" y="1"/>
                    <a:pt x="378" y="883"/>
                    <a:pt x="0" y="2017"/>
                  </a:cubicBezTo>
                  <a:lnTo>
                    <a:pt x="2300" y="3845"/>
                  </a:lnTo>
                  <a:lnTo>
                    <a:pt x="2300" y="2143"/>
                  </a:lnTo>
                  <a:cubicBezTo>
                    <a:pt x="2300" y="1891"/>
                    <a:pt x="2521" y="1702"/>
                    <a:pt x="2741" y="1702"/>
                  </a:cubicBezTo>
                  <a:cubicBezTo>
                    <a:pt x="2993" y="1702"/>
                    <a:pt x="3151" y="1891"/>
                    <a:pt x="3151" y="2143"/>
                  </a:cubicBezTo>
                  <a:lnTo>
                    <a:pt x="3151" y="5483"/>
                  </a:lnTo>
                  <a:lnTo>
                    <a:pt x="5608" y="3561"/>
                  </a:lnTo>
                  <a:lnTo>
                    <a:pt x="5608" y="2931"/>
                  </a:lnTo>
                  <a:cubicBezTo>
                    <a:pt x="5671" y="1324"/>
                    <a:pt x="4348" y="1"/>
                    <a:pt x="274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13" name="Google Shape;9713;p72"/>
            <p:cNvSpPr/>
            <p:nvPr/>
          </p:nvSpPr>
          <p:spPr>
            <a:xfrm>
              <a:off x="-12352050" y="3326525"/>
              <a:ext cx="62250" cy="104775"/>
            </a:xfrm>
            <a:custGeom>
              <a:avLst/>
              <a:gdLst/>
              <a:ahLst/>
              <a:cxnLst/>
              <a:rect l="l" t="t" r="r" b="b"/>
              <a:pathLst>
                <a:path w="2490" h="4191" extrusionOk="0">
                  <a:moveTo>
                    <a:pt x="2489" y="0"/>
                  </a:moveTo>
                  <a:lnTo>
                    <a:pt x="0" y="1890"/>
                  </a:lnTo>
                  <a:lnTo>
                    <a:pt x="0" y="4190"/>
                  </a:lnTo>
                  <a:lnTo>
                    <a:pt x="2489" y="2300"/>
                  </a:lnTo>
                  <a:lnTo>
                    <a:pt x="248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14" name="Google Shape;9714;p72"/>
            <p:cNvSpPr/>
            <p:nvPr/>
          </p:nvSpPr>
          <p:spPr>
            <a:xfrm>
              <a:off x="-12434750" y="3285550"/>
              <a:ext cx="62250" cy="104000"/>
            </a:xfrm>
            <a:custGeom>
              <a:avLst/>
              <a:gdLst/>
              <a:ahLst/>
              <a:cxnLst/>
              <a:rect l="l" t="t" r="r" b="b"/>
              <a:pathLst>
                <a:path w="2490" h="4160" extrusionOk="0">
                  <a:moveTo>
                    <a:pt x="0" y="1"/>
                  </a:moveTo>
                  <a:lnTo>
                    <a:pt x="0" y="2269"/>
                  </a:lnTo>
                  <a:lnTo>
                    <a:pt x="2489" y="4160"/>
                  </a:lnTo>
                  <a:lnTo>
                    <a:pt x="2489" y="1891"/>
                  </a:lnTo>
                  <a:lnTo>
                    <a:pt x="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15" name="Google Shape;9715;p72"/>
            <p:cNvSpPr/>
            <p:nvPr/>
          </p:nvSpPr>
          <p:spPr>
            <a:xfrm>
              <a:off x="-12352050" y="3409225"/>
              <a:ext cx="62250" cy="107925"/>
            </a:xfrm>
            <a:custGeom>
              <a:avLst/>
              <a:gdLst/>
              <a:ahLst/>
              <a:cxnLst/>
              <a:rect l="l" t="t" r="r" b="b"/>
              <a:pathLst>
                <a:path w="2490" h="4317" extrusionOk="0">
                  <a:moveTo>
                    <a:pt x="2489" y="0"/>
                  </a:moveTo>
                  <a:lnTo>
                    <a:pt x="0" y="1859"/>
                  </a:lnTo>
                  <a:lnTo>
                    <a:pt x="0" y="4316"/>
                  </a:lnTo>
                  <a:lnTo>
                    <a:pt x="1607" y="2678"/>
                  </a:lnTo>
                  <a:cubicBezTo>
                    <a:pt x="2174" y="2142"/>
                    <a:pt x="2489" y="1418"/>
                    <a:pt x="2489" y="630"/>
                  </a:cubicBezTo>
                  <a:lnTo>
                    <a:pt x="248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16" name="Google Shape;9716;p72"/>
            <p:cNvSpPr/>
            <p:nvPr/>
          </p:nvSpPr>
          <p:spPr>
            <a:xfrm>
              <a:off x="-12434750" y="3368250"/>
              <a:ext cx="62250" cy="148900"/>
            </a:xfrm>
            <a:custGeom>
              <a:avLst/>
              <a:gdLst/>
              <a:ahLst/>
              <a:cxnLst/>
              <a:rect l="l" t="t" r="r" b="b"/>
              <a:pathLst>
                <a:path w="2490" h="5956" extrusionOk="0">
                  <a:moveTo>
                    <a:pt x="0" y="1"/>
                  </a:moveTo>
                  <a:lnTo>
                    <a:pt x="0" y="2269"/>
                  </a:lnTo>
                  <a:cubicBezTo>
                    <a:pt x="0" y="3057"/>
                    <a:pt x="315" y="3781"/>
                    <a:pt x="851" y="4317"/>
                  </a:cubicBezTo>
                  <a:lnTo>
                    <a:pt x="2489" y="5955"/>
                  </a:lnTo>
                  <a:lnTo>
                    <a:pt x="2489" y="1860"/>
                  </a:lnTo>
                  <a:lnTo>
                    <a:pt x="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17" name="Google Shape;9717;p72"/>
            <p:cNvSpPr/>
            <p:nvPr/>
          </p:nvSpPr>
          <p:spPr>
            <a:xfrm>
              <a:off x="-12623000" y="3336750"/>
              <a:ext cx="145725" cy="40975"/>
            </a:xfrm>
            <a:custGeom>
              <a:avLst/>
              <a:gdLst/>
              <a:ahLst/>
              <a:cxnLst/>
              <a:rect l="l" t="t" r="r" b="b"/>
              <a:pathLst>
                <a:path w="5829" h="1639" extrusionOk="0">
                  <a:moveTo>
                    <a:pt x="820" y="1"/>
                  </a:moveTo>
                  <a:cubicBezTo>
                    <a:pt x="347" y="1"/>
                    <a:pt x="1" y="347"/>
                    <a:pt x="1" y="820"/>
                  </a:cubicBezTo>
                  <a:cubicBezTo>
                    <a:pt x="1" y="1292"/>
                    <a:pt x="410" y="1639"/>
                    <a:pt x="820" y="1639"/>
                  </a:cubicBezTo>
                  <a:lnTo>
                    <a:pt x="5010" y="1639"/>
                  </a:lnTo>
                  <a:cubicBezTo>
                    <a:pt x="5482" y="1639"/>
                    <a:pt x="5829" y="1292"/>
                    <a:pt x="5829" y="820"/>
                  </a:cubicBezTo>
                  <a:cubicBezTo>
                    <a:pt x="5829" y="347"/>
                    <a:pt x="5482" y="1"/>
                    <a:pt x="501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718" name="Google Shape;9718;p72"/>
          <p:cNvGrpSpPr/>
          <p:nvPr/>
        </p:nvGrpSpPr>
        <p:grpSpPr>
          <a:xfrm>
            <a:off x="8255794" y="2645064"/>
            <a:ext cx="474961" cy="444488"/>
            <a:chOff x="-12643475" y="3657325"/>
            <a:chExt cx="353675" cy="330950"/>
          </a:xfrm>
        </p:grpSpPr>
        <p:sp>
          <p:nvSpPr>
            <p:cNvPr id="9719" name="Google Shape;9719;p72"/>
            <p:cNvSpPr/>
            <p:nvPr/>
          </p:nvSpPr>
          <p:spPr>
            <a:xfrm>
              <a:off x="-12580475" y="3719550"/>
              <a:ext cx="19725" cy="19700"/>
            </a:xfrm>
            <a:custGeom>
              <a:avLst/>
              <a:gdLst/>
              <a:ahLst/>
              <a:cxnLst/>
              <a:rect l="l" t="t" r="r" b="b"/>
              <a:pathLst>
                <a:path w="789" h="788" extrusionOk="0">
                  <a:moveTo>
                    <a:pt x="379" y="0"/>
                  </a:moveTo>
                  <a:cubicBezTo>
                    <a:pt x="190" y="0"/>
                    <a:pt x="1" y="189"/>
                    <a:pt x="1" y="410"/>
                  </a:cubicBezTo>
                  <a:cubicBezTo>
                    <a:pt x="1" y="599"/>
                    <a:pt x="190" y="788"/>
                    <a:pt x="379" y="788"/>
                  </a:cubicBezTo>
                  <a:cubicBezTo>
                    <a:pt x="599" y="788"/>
                    <a:pt x="788" y="599"/>
                    <a:pt x="788" y="410"/>
                  </a:cubicBezTo>
                  <a:cubicBezTo>
                    <a:pt x="788" y="189"/>
                    <a:pt x="599" y="0"/>
                    <a:pt x="37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20" name="Google Shape;9720;p72"/>
            <p:cNvSpPr/>
            <p:nvPr/>
          </p:nvSpPr>
          <p:spPr>
            <a:xfrm>
              <a:off x="-12456800" y="3719550"/>
              <a:ext cx="19700" cy="19700"/>
            </a:xfrm>
            <a:custGeom>
              <a:avLst/>
              <a:gdLst/>
              <a:ahLst/>
              <a:cxnLst/>
              <a:rect l="l" t="t" r="r" b="b"/>
              <a:pathLst>
                <a:path w="788" h="788" extrusionOk="0">
                  <a:moveTo>
                    <a:pt x="410" y="0"/>
                  </a:moveTo>
                  <a:cubicBezTo>
                    <a:pt x="189" y="0"/>
                    <a:pt x="0" y="189"/>
                    <a:pt x="0" y="410"/>
                  </a:cubicBezTo>
                  <a:cubicBezTo>
                    <a:pt x="0" y="599"/>
                    <a:pt x="189" y="788"/>
                    <a:pt x="410" y="788"/>
                  </a:cubicBezTo>
                  <a:cubicBezTo>
                    <a:pt x="630" y="788"/>
                    <a:pt x="788" y="599"/>
                    <a:pt x="788" y="410"/>
                  </a:cubicBezTo>
                  <a:cubicBezTo>
                    <a:pt x="788" y="189"/>
                    <a:pt x="630" y="0"/>
                    <a:pt x="41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21" name="Google Shape;9721;p72"/>
            <p:cNvSpPr/>
            <p:nvPr/>
          </p:nvSpPr>
          <p:spPr>
            <a:xfrm>
              <a:off x="-12643475" y="3657325"/>
              <a:ext cx="268600" cy="144950"/>
            </a:xfrm>
            <a:custGeom>
              <a:avLst/>
              <a:gdLst/>
              <a:ahLst/>
              <a:cxnLst/>
              <a:rect l="l" t="t" r="r" b="b"/>
              <a:pathLst>
                <a:path w="10744" h="5798" extrusionOk="0">
                  <a:moveTo>
                    <a:pt x="2899" y="1670"/>
                  </a:moveTo>
                  <a:cubicBezTo>
                    <a:pt x="3592" y="1670"/>
                    <a:pt x="4159" y="2205"/>
                    <a:pt x="4159" y="2899"/>
                  </a:cubicBezTo>
                  <a:cubicBezTo>
                    <a:pt x="4159" y="3560"/>
                    <a:pt x="3623" y="4159"/>
                    <a:pt x="2899" y="4159"/>
                  </a:cubicBezTo>
                  <a:cubicBezTo>
                    <a:pt x="2237" y="4159"/>
                    <a:pt x="1639" y="3592"/>
                    <a:pt x="1639" y="2899"/>
                  </a:cubicBezTo>
                  <a:cubicBezTo>
                    <a:pt x="1639" y="2205"/>
                    <a:pt x="2206" y="1670"/>
                    <a:pt x="2899" y="1670"/>
                  </a:cubicBezTo>
                  <a:close/>
                  <a:moveTo>
                    <a:pt x="7877" y="1670"/>
                  </a:moveTo>
                  <a:cubicBezTo>
                    <a:pt x="8538" y="1670"/>
                    <a:pt x="9137" y="2205"/>
                    <a:pt x="9137" y="2899"/>
                  </a:cubicBezTo>
                  <a:cubicBezTo>
                    <a:pt x="9137" y="3560"/>
                    <a:pt x="8570" y="4159"/>
                    <a:pt x="7877" y="4159"/>
                  </a:cubicBezTo>
                  <a:cubicBezTo>
                    <a:pt x="7215" y="4159"/>
                    <a:pt x="6616" y="3592"/>
                    <a:pt x="6616" y="2899"/>
                  </a:cubicBezTo>
                  <a:cubicBezTo>
                    <a:pt x="6616" y="2205"/>
                    <a:pt x="7152" y="1670"/>
                    <a:pt x="7877" y="1670"/>
                  </a:cubicBezTo>
                  <a:close/>
                  <a:moveTo>
                    <a:pt x="2899" y="0"/>
                  </a:moveTo>
                  <a:cubicBezTo>
                    <a:pt x="1292" y="0"/>
                    <a:pt x="32" y="1323"/>
                    <a:pt x="32" y="2899"/>
                  </a:cubicBezTo>
                  <a:cubicBezTo>
                    <a:pt x="0" y="4505"/>
                    <a:pt x="1292" y="5797"/>
                    <a:pt x="2899" y="5797"/>
                  </a:cubicBezTo>
                  <a:cubicBezTo>
                    <a:pt x="3970" y="5797"/>
                    <a:pt x="4884" y="5198"/>
                    <a:pt x="5388" y="4379"/>
                  </a:cubicBezTo>
                  <a:cubicBezTo>
                    <a:pt x="5892" y="5230"/>
                    <a:pt x="6805" y="5797"/>
                    <a:pt x="7877" y="5797"/>
                  </a:cubicBezTo>
                  <a:cubicBezTo>
                    <a:pt x="9483" y="5797"/>
                    <a:pt x="10744" y="4505"/>
                    <a:pt x="10744" y="2899"/>
                  </a:cubicBezTo>
                  <a:cubicBezTo>
                    <a:pt x="10744" y="1260"/>
                    <a:pt x="9452" y="0"/>
                    <a:pt x="7877" y="0"/>
                  </a:cubicBezTo>
                  <a:cubicBezTo>
                    <a:pt x="6805" y="0"/>
                    <a:pt x="5892" y="599"/>
                    <a:pt x="5388" y="1418"/>
                  </a:cubicBezTo>
                  <a:cubicBezTo>
                    <a:pt x="4884" y="567"/>
                    <a:pt x="3970" y="0"/>
                    <a:pt x="289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22" name="Google Shape;9722;p72"/>
            <p:cNvSpPr/>
            <p:nvPr/>
          </p:nvSpPr>
          <p:spPr>
            <a:xfrm>
              <a:off x="-12581250" y="3905425"/>
              <a:ext cx="62250" cy="20500"/>
            </a:xfrm>
            <a:custGeom>
              <a:avLst/>
              <a:gdLst/>
              <a:ahLst/>
              <a:cxnLst/>
              <a:rect l="l" t="t" r="r" b="b"/>
              <a:pathLst>
                <a:path w="2490" h="820" extrusionOk="0">
                  <a:moveTo>
                    <a:pt x="0" y="0"/>
                  </a:moveTo>
                  <a:lnTo>
                    <a:pt x="0" y="819"/>
                  </a:lnTo>
                  <a:lnTo>
                    <a:pt x="2489" y="819"/>
                  </a:lnTo>
                  <a:lnTo>
                    <a:pt x="248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23" name="Google Shape;9723;p72"/>
            <p:cNvSpPr/>
            <p:nvPr/>
          </p:nvSpPr>
          <p:spPr>
            <a:xfrm>
              <a:off x="-12643475" y="3802250"/>
              <a:ext cx="269400" cy="185900"/>
            </a:xfrm>
            <a:custGeom>
              <a:avLst/>
              <a:gdLst/>
              <a:ahLst/>
              <a:cxnLst/>
              <a:rect l="l" t="t" r="r" b="b"/>
              <a:pathLst>
                <a:path w="10776" h="7436" extrusionOk="0">
                  <a:moveTo>
                    <a:pt x="7057" y="1670"/>
                  </a:moveTo>
                  <a:cubicBezTo>
                    <a:pt x="7278" y="1670"/>
                    <a:pt x="7436" y="1859"/>
                    <a:pt x="7436" y="2048"/>
                  </a:cubicBezTo>
                  <a:cubicBezTo>
                    <a:pt x="7436" y="2300"/>
                    <a:pt x="7247" y="2489"/>
                    <a:pt x="7057" y="2489"/>
                  </a:cubicBezTo>
                  <a:cubicBezTo>
                    <a:pt x="6805" y="2489"/>
                    <a:pt x="6616" y="2300"/>
                    <a:pt x="6616" y="2048"/>
                  </a:cubicBezTo>
                  <a:cubicBezTo>
                    <a:pt x="6616" y="1859"/>
                    <a:pt x="6805" y="1670"/>
                    <a:pt x="7057" y="1670"/>
                  </a:cubicBezTo>
                  <a:close/>
                  <a:moveTo>
                    <a:pt x="8696" y="1670"/>
                  </a:moveTo>
                  <a:cubicBezTo>
                    <a:pt x="8948" y="1670"/>
                    <a:pt x="9137" y="1859"/>
                    <a:pt x="9137" y="2048"/>
                  </a:cubicBezTo>
                  <a:cubicBezTo>
                    <a:pt x="9137" y="2300"/>
                    <a:pt x="8948" y="2489"/>
                    <a:pt x="8696" y="2489"/>
                  </a:cubicBezTo>
                  <a:cubicBezTo>
                    <a:pt x="8475" y="2489"/>
                    <a:pt x="8318" y="2300"/>
                    <a:pt x="8318" y="2048"/>
                  </a:cubicBezTo>
                  <a:cubicBezTo>
                    <a:pt x="8255" y="1859"/>
                    <a:pt x="8475" y="1670"/>
                    <a:pt x="8696" y="1670"/>
                  </a:cubicBezTo>
                  <a:close/>
                  <a:moveTo>
                    <a:pt x="5388" y="3277"/>
                  </a:moveTo>
                  <a:cubicBezTo>
                    <a:pt x="5640" y="3277"/>
                    <a:pt x="5829" y="3466"/>
                    <a:pt x="5829" y="3686"/>
                  </a:cubicBezTo>
                  <a:lnTo>
                    <a:pt x="5829" y="5356"/>
                  </a:lnTo>
                  <a:cubicBezTo>
                    <a:pt x="5829" y="5608"/>
                    <a:pt x="5640" y="5797"/>
                    <a:pt x="5388" y="5797"/>
                  </a:cubicBezTo>
                  <a:lnTo>
                    <a:pt x="2080" y="5797"/>
                  </a:lnTo>
                  <a:cubicBezTo>
                    <a:pt x="1859" y="5797"/>
                    <a:pt x="1639" y="5608"/>
                    <a:pt x="1639" y="5356"/>
                  </a:cubicBezTo>
                  <a:lnTo>
                    <a:pt x="1639" y="3686"/>
                  </a:lnTo>
                  <a:cubicBezTo>
                    <a:pt x="1639" y="3466"/>
                    <a:pt x="1859" y="3277"/>
                    <a:pt x="2080" y="3277"/>
                  </a:cubicBezTo>
                  <a:close/>
                  <a:moveTo>
                    <a:pt x="5230" y="0"/>
                  </a:moveTo>
                  <a:cubicBezTo>
                    <a:pt x="4600" y="504"/>
                    <a:pt x="3781" y="819"/>
                    <a:pt x="2899" y="819"/>
                  </a:cubicBezTo>
                  <a:cubicBezTo>
                    <a:pt x="2080" y="819"/>
                    <a:pt x="1324" y="536"/>
                    <a:pt x="756" y="126"/>
                  </a:cubicBezTo>
                  <a:cubicBezTo>
                    <a:pt x="315" y="315"/>
                    <a:pt x="32" y="756"/>
                    <a:pt x="32" y="1260"/>
                  </a:cubicBezTo>
                  <a:lnTo>
                    <a:pt x="32" y="6206"/>
                  </a:lnTo>
                  <a:cubicBezTo>
                    <a:pt x="0" y="6900"/>
                    <a:pt x="536" y="7435"/>
                    <a:pt x="1261" y="7435"/>
                  </a:cubicBezTo>
                  <a:lnTo>
                    <a:pt x="9515" y="7435"/>
                  </a:lnTo>
                  <a:cubicBezTo>
                    <a:pt x="10208" y="7435"/>
                    <a:pt x="10775" y="6900"/>
                    <a:pt x="10775" y="6206"/>
                  </a:cubicBezTo>
                  <a:lnTo>
                    <a:pt x="10775" y="1260"/>
                  </a:lnTo>
                  <a:cubicBezTo>
                    <a:pt x="10775" y="756"/>
                    <a:pt x="10460" y="315"/>
                    <a:pt x="10082" y="126"/>
                  </a:cubicBezTo>
                  <a:cubicBezTo>
                    <a:pt x="9452" y="536"/>
                    <a:pt x="8727" y="819"/>
                    <a:pt x="7908" y="819"/>
                  </a:cubicBezTo>
                  <a:cubicBezTo>
                    <a:pt x="7057" y="819"/>
                    <a:pt x="6270" y="504"/>
                    <a:pt x="557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24" name="Google Shape;9724;p72"/>
            <p:cNvSpPr/>
            <p:nvPr/>
          </p:nvSpPr>
          <p:spPr>
            <a:xfrm>
              <a:off x="-12352850" y="3802125"/>
              <a:ext cx="63050" cy="186150"/>
            </a:xfrm>
            <a:custGeom>
              <a:avLst/>
              <a:gdLst/>
              <a:ahLst/>
              <a:cxnLst/>
              <a:rect l="l" t="t" r="r" b="b"/>
              <a:pathLst>
                <a:path w="2522" h="7446" extrusionOk="0">
                  <a:moveTo>
                    <a:pt x="2092" y="0"/>
                  </a:moveTo>
                  <a:cubicBezTo>
                    <a:pt x="2035" y="0"/>
                    <a:pt x="1976" y="10"/>
                    <a:pt x="1923" y="37"/>
                  </a:cubicBezTo>
                  <a:lnTo>
                    <a:pt x="1" y="982"/>
                  </a:lnTo>
                  <a:lnTo>
                    <a:pt x="1" y="6464"/>
                  </a:lnTo>
                  <a:lnTo>
                    <a:pt x="1923" y="7409"/>
                  </a:lnTo>
                  <a:cubicBezTo>
                    <a:pt x="1976" y="7435"/>
                    <a:pt x="2035" y="7445"/>
                    <a:pt x="2092" y="7445"/>
                  </a:cubicBezTo>
                  <a:cubicBezTo>
                    <a:pt x="2170" y="7445"/>
                    <a:pt x="2246" y="7427"/>
                    <a:pt x="2301" y="7409"/>
                  </a:cubicBezTo>
                  <a:cubicBezTo>
                    <a:pt x="2427" y="7314"/>
                    <a:pt x="2521" y="7220"/>
                    <a:pt x="2521" y="7062"/>
                  </a:cubicBezTo>
                  <a:lnTo>
                    <a:pt x="2521" y="415"/>
                  </a:lnTo>
                  <a:cubicBezTo>
                    <a:pt x="2521" y="257"/>
                    <a:pt x="2427" y="131"/>
                    <a:pt x="2301" y="37"/>
                  </a:cubicBezTo>
                  <a:cubicBezTo>
                    <a:pt x="2246" y="18"/>
                    <a:pt x="2170" y="0"/>
                    <a:pt x="209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725" name="Google Shape;9725;p72"/>
          <p:cNvGrpSpPr/>
          <p:nvPr/>
        </p:nvGrpSpPr>
        <p:grpSpPr>
          <a:xfrm>
            <a:off x="8269544" y="3224544"/>
            <a:ext cx="474961" cy="470745"/>
            <a:chOff x="-12643475" y="4081850"/>
            <a:chExt cx="353675" cy="350500"/>
          </a:xfrm>
        </p:grpSpPr>
        <p:sp>
          <p:nvSpPr>
            <p:cNvPr id="9726" name="Google Shape;9726;p72"/>
            <p:cNvSpPr/>
            <p:nvPr/>
          </p:nvSpPr>
          <p:spPr>
            <a:xfrm>
              <a:off x="-12552125" y="4262400"/>
              <a:ext cx="22875" cy="20125"/>
            </a:xfrm>
            <a:custGeom>
              <a:avLst/>
              <a:gdLst/>
              <a:ahLst/>
              <a:cxnLst/>
              <a:rect l="l" t="t" r="r" b="b"/>
              <a:pathLst>
                <a:path w="915" h="805" extrusionOk="0">
                  <a:moveTo>
                    <a:pt x="458" y="1"/>
                  </a:moveTo>
                  <a:cubicBezTo>
                    <a:pt x="348" y="1"/>
                    <a:pt x="237" y="40"/>
                    <a:pt x="158" y="119"/>
                  </a:cubicBezTo>
                  <a:cubicBezTo>
                    <a:pt x="1" y="276"/>
                    <a:pt x="1" y="528"/>
                    <a:pt x="158" y="686"/>
                  </a:cubicBezTo>
                  <a:cubicBezTo>
                    <a:pt x="237" y="765"/>
                    <a:pt x="348" y="804"/>
                    <a:pt x="458" y="804"/>
                  </a:cubicBezTo>
                  <a:cubicBezTo>
                    <a:pt x="568" y="804"/>
                    <a:pt x="678" y="765"/>
                    <a:pt x="757" y="686"/>
                  </a:cubicBezTo>
                  <a:cubicBezTo>
                    <a:pt x="915" y="528"/>
                    <a:pt x="915" y="276"/>
                    <a:pt x="757" y="119"/>
                  </a:cubicBezTo>
                  <a:cubicBezTo>
                    <a:pt x="678" y="40"/>
                    <a:pt x="568" y="1"/>
                    <a:pt x="45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27" name="Google Shape;9727;p72"/>
            <p:cNvSpPr/>
            <p:nvPr/>
          </p:nvSpPr>
          <p:spPr>
            <a:xfrm>
              <a:off x="-12480450" y="4241725"/>
              <a:ext cx="69350" cy="47275"/>
            </a:xfrm>
            <a:custGeom>
              <a:avLst/>
              <a:gdLst/>
              <a:ahLst/>
              <a:cxnLst/>
              <a:rect l="l" t="t" r="r" b="b"/>
              <a:pathLst>
                <a:path w="2774" h="1891" extrusionOk="0">
                  <a:moveTo>
                    <a:pt x="568" y="1"/>
                  </a:moveTo>
                  <a:lnTo>
                    <a:pt x="1" y="568"/>
                  </a:lnTo>
                  <a:lnTo>
                    <a:pt x="2206" y="1891"/>
                  </a:lnTo>
                  <a:lnTo>
                    <a:pt x="2773" y="1324"/>
                  </a:lnTo>
                  <a:lnTo>
                    <a:pt x="56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28" name="Google Shape;9728;p72"/>
            <p:cNvSpPr/>
            <p:nvPr/>
          </p:nvSpPr>
          <p:spPr>
            <a:xfrm>
              <a:off x="-12643475" y="4081850"/>
              <a:ext cx="353675" cy="350500"/>
            </a:xfrm>
            <a:custGeom>
              <a:avLst/>
              <a:gdLst/>
              <a:ahLst/>
              <a:cxnLst/>
              <a:rect l="l" t="t" r="r" b="b"/>
              <a:pathLst>
                <a:path w="14147" h="14020" extrusionOk="0">
                  <a:moveTo>
                    <a:pt x="8207" y="3127"/>
                  </a:moveTo>
                  <a:cubicBezTo>
                    <a:pt x="8318" y="3127"/>
                    <a:pt x="8428" y="3166"/>
                    <a:pt x="8507" y="3245"/>
                  </a:cubicBezTo>
                  <a:lnTo>
                    <a:pt x="9105" y="3812"/>
                  </a:lnTo>
                  <a:cubicBezTo>
                    <a:pt x="9263" y="3970"/>
                    <a:pt x="9263" y="4253"/>
                    <a:pt x="9105" y="4411"/>
                  </a:cubicBezTo>
                  <a:cubicBezTo>
                    <a:pt x="9027" y="4490"/>
                    <a:pt x="8916" y="4529"/>
                    <a:pt x="8806" y="4529"/>
                  </a:cubicBezTo>
                  <a:cubicBezTo>
                    <a:pt x="8696" y="4529"/>
                    <a:pt x="8585" y="4490"/>
                    <a:pt x="8507" y="4411"/>
                  </a:cubicBezTo>
                  <a:lnTo>
                    <a:pt x="7908" y="3812"/>
                  </a:lnTo>
                  <a:cubicBezTo>
                    <a:pt x="7751" y="3655"/>
                    <a:pt x="7751" y="3403"/>
                    <a:pt x="7908" y="3245"/>
                  </a:cubicBezTo>
                  <a:cubicBezTo>
                    <a:pt x="7987" y="3166"/>
                    <a:pt x="8097" y="3127"/>
                    <a:pt x="8207" y="3127"/>
                  </a:cubicBezTo>
                  <a:close/>
                  <a:moveTo>
                    <a:pt x="9940" y="4860"/>
                  </a:moveTo>
                  <a:cubicBezTo>
                    <a:pt x="10050" y="4860"/>
                    <a:pt x="10161" y="4899"/>
                    <a:pt x="10239" y="4978"/>
                  </a:cubicBezTo>
                  <a:lnTo>
                    <a:pt x="10838" y="5545"/>
                  </a:lnTo>
                  <a:cubicBezTo>
                    <a:pt x="10996" y="5766"/>
                    <a:pt x="10996" y="5986"/>
                    <a:pt x="10838" y="6144"/>
                  </a:cubicBezTo>
                  <a:cubicBezTo>
                    <a:pt x="10759" y="6222"/>
                    <a:pt x="10649" y="6262"/>
                    <a:pt x="10539" y="6262"/>
                  </a:cubicBezTo>
                  <a:cubicBezTo>
                    <a:pt x="10429" y="6262"/>
                    <a:pt x="10318" y="6222"/>
                    <a:pt x="10239" y="6144"/>
                  </a:cubicBezTo>
                  <a:lnTo>
                    <a:pt x="9641" y="5545"/>
                  </a:lnTo>
                  <a:cubicBezTo>
                    <a:pt x="9483" y="5388"/>
                    <a:pt x="9483" y="5136"/>
                    <a:pt x="9641" y="4978"/>
                  </a:cubicBezTo>
                  <a:cubicBezTo>
                    <a:pt x="9720" y="4899"/>
                    <a:pt x="9830" y="4860"/>
                    <a:pt x="9940" y="4860"/>
                  </a:cubicBezTo>
                  <a:close/>
                  <a:moveTo>
                    <a:pt x="7058" y="5467"/>
                  </a:moveTo>
                  <a:cubicBezTo>
                    <a:pt x="7125" y="5467"/>
                    <a:pt x="7192" y="5481"/>
                    <a:pt x="7247" y="5514"/>
                  </a:cubicBezTo>
                  <a:lnTo>
                    <a:pt x="10145" y="7278"/>
                  </a:lnTo>
                  <a:cubicBezTo>
                    <a:pt x="10397" y="7404"/>
                    <a:pt x="10429" y="7719"/>
                    <a:pt x="10271" y="7908"/>
                  </a:cubicBezTo>
                  <a:lnTo>
                    <a:pt x="7373" y="10838"/>
                  </a:lnTo>
                  <a:cubicBezTo>
                    <a:pt x="7136" y="11074"/>
                    <a:pt x="6821" y="11192"/>
                    <a:pt x="6498" y="11192"/>
                  </a:cubicBezTo>
                  <a:cubicBezTo>
                    <a:pt x="6175" y="11192"/>
                    <a:pt x="5845" y="11074"/>
                    <a:pt x="5577" y="10838"/>
                  </a:cubicBezTo>
                  <a:cubicBezTo>
                    <a:pt x="5104" y="10365"/>
                    <a:pt x="5104" y="9578"/>
                    <a:pt x="5577" y="9074"/>
                  </a:cubicBezTo>
                  <a:cubicBezTo>
                    <a:pt x="5813" y="8837"/>
                    <a:pt x="6144" y="8719"/>
                    <a:pt x="6475" y="8719"/>
                  </a:cubicBezTo>
                  <a:cubicBezTo>
                    <a:pt x="6805" y="8719"/>
                    <a:pt x="7136" y="8837"/>
                    <a:pt x="7373" y="9074"/>
                  </a:cubicBezTo>
                  <a:cubicBezTo>
                    <a:pt x="7467" y="9168"/>
                    <a:pt x="7562" y="9294"/>
                    <a:pt x="7593" y="9420"/>
                  </a:cubicBezTo>
                  <a:lnTo>
                    <a:pt x="8160" y="8853"/>
                  </a:lnTo>
                  <a:lnTo>
                    <a:pt x="5955" y="7561"/>
                  </a:lnTo>
                  <a:lnTo>
                    <a:pt x="5010" y="8507"/>
                  </a:lnTo>
                  <a:cubicBezTo>
                    <a:pt x="4773" y="8743"/>
                    <a:pt x="4458" y="8861"/>
                    <a:pt x="4135" y="8861"/>
                  </a:cubicBezTo>
                  <a:cubicBezTo>
                    <a:pt x="3812" y="8861"/>
                    <a:pt x="3482" y="8743"/>
                    <a:pt x="3214" y="8507"/>
                  </a:cubicBezTo>
                  <a:cubicBezTo>
                    <a:pt x="2741" y="8034"/>
                    <a:pt x="2741" y="7246"/>
                    <a:pt x="3214" y="6742"/>
                  </a:cubicBezTo>
                  <a:cubicBezTo>
                    <a:pt x="3450" y="6506"/>
                    <a:pt x="3781" y="6388"/>
                    <a:pt x="4112" y="6388"/>
                  </a:cubicBezTo>
                  <a:cubicBezTo>
                    <a:pt x="4443" y="6388"/>
                    <a:pt x="4773" y="6506"/>
                    <a:pt x="5010" y="6742"/>
                  </a:cubicBezTo>
                  <a:cubicBezTo>
                    <a:pt x="5104" y="6837"/>
                    <a:pt x="5199" y="6963"/>
                    <a:pt x="5230" y="7089"/>
                  </a:cubicBezTo>
                  <a:lnTo>
                    <a:pt x="6742" y="5577"/>
                  </a:lnTo>
                  <a:cubicBezTo>
                    <a:pt x="6804" y="5515"/>
                    <a:pt x="6932" y="5467"/>
                    <a:pt x="7058" y="5467"/>
                  </a:cubicBezTo>
                  <a:close/>
                  <a:moveTo>
                    <a:pt x="9042" y="0"/>
                  </a:moveTo>
                  <a:cubicBezTo>
                    <a:pt x="8948" y="0"/>
                    <a:pt x="8853" y="32"/>
                    <a:pt x="8790" y="126"/>
                  </a:cubicBezTo>
                  <a:cubicBezTo>
                    <a:pt x="8711" y="205"/>
                    <a:pt x="8601" y="244"/>
                    <a:pt x="8491" y="244"/>
                  </a:cubicBezTo>
                  <a:cubicBezTo>
                    <a:pt x="8381" y="244"/>
                    <a:pt x="8270" y="205"/>
                    <a:pt x="8192" y="126"/>
                  </a:cubicBezTo>
                  <a:cubicBezTo>
                    <a:pt x="8113" y="47"/>
                    <a:pt x="8003" y="8"/>
                    <a:pt x="7892" y="8"/>
                  </a:cubicBezTo>
                  <a:cubicBezTo>
                    <a:pt x="7782" y="8"/>
                    <a:pt x="7672" y="47"/>
                    <a:pt x="7593" y="126"/>
                  </a:cubicBezTo>
                  <a:lnTo>
                    <a:pt x="6490" y="1229"/>
                  </a:lnTo>
                  <a:lnTo>
                    <a:pt x="7373" y="2080"/>
                  </a:lnTo>
                  <a:cubicBezTo>
                    <a:pt x="7530" y="2237"/>
                    <a:pt x="7530" y="2521"/>
                    <a:pt x="7373" y="2678"/>
                  </a:cubicBezTo>
                  <a:cubicBezTo>
                    <a:pt x="7294" y="2757"/>
                    <a:pt x="7184" y="2796"/>
                    <a:pt x="7073" y="2796"/>
                  </a:cubicBezTo>
                  <a:cubicBezTo>
                    <a:pt x="6963" y="2796"/>
                    <a:pt x="6853" y="2757"/>
                    <a:pt x="6774" y="2678"/>
                  </a:cubicBezTo>
                  <a:lnTo>
                    <a:pt x="5892" y="1828"/>
                  </a:lnTo>
                  <a:lnTo>
                    <a:pt x="158" y="7561"/>
                  </a:lnTo>
                  <a:cubicBezTo>
                    <a:pt x="0" y="7719"/>
                    <a:pt x="0" y="8002"/>
                    <a:pt x="158" y="8160"/>
                  </a:cubicBezTo>
                  <a:cubicBezTo>
                    <a:pt x="221" y="8223"/>
                    <a:pt x="284" y="8349"/>
                    <a:pt x="284" y="8444"/>
                  </a:cubicBezTo>
                  <a:cubicBezTo>
                    <a:pt x="284" y="8538"/>
                    <a:pt x="221" y="8633"/>
                    <a:pt x="158" y="8696"/>
                  </a:cubicBezTo>
                  <a:cubicBezTo>
                    <a:pt x="63" y="8790"/>
                    <a:pt x="32" y="8916"/>
                    <a:pt x="32" y="8979"/>
                  </a:cubicBezTo>
                  <a:cubicBezTo>
                    <a:pt x="32" y="9105"/>
                    <a:pt x="63" y="9168"/>
                    <a:pt x="158" y="9263"/>
                  </a:cubicBezTo>
                  <a:lnTo>
                    <a:pt x="756" y="9861"/>
                  </a:lnTo>
                  <a:cubicBezTo>
                    <a:pt x="820" y="9924"/>
                    <a:pt x="946" y="9956"/>
                    <a:pt x="1009" y="9956"/>
                  </a:cubicBezTo>
                  <a:cubicBezTo>
                    <a:pt x="1135" y="9956"/>
                    <a:pt x="1229" y="9924"/>
                    <a:pt x="1292" y="9861"/>
                  </a:cubicBezTo>
                  <a:cubicBezTo>
                    <a:pt x="1371" y="9782"/>
                    <a:pt x="1481" y="9743"/>
                    <a:pt x="1591" y="9743"/>
                  </a:cubicBezTo>
                  <a:cubicBezTo>
                    <a:pt x="1702" y="9743"/>
                    <a:pt x="1812" y="9782"/>
                    <a:pt x="1891" y="9861"/>
                  </a:cubicBezTo>
                  <a:cubicBezTo>
                    <a:pt x="1985" y="9924"/>
                    <a:pt x="2017" y="10050"/>
                    <a:pt x="2017" y="10113"/>
                  </a:cubicBezTo>
                  <a:cubicBezTo>
                    <a:pt x="2017" y="10239"/>
                    <a:pt x="1985" y="10334"/>
                    <a:pt x="1891" y="10397"/>
                  </a:cubicBezTo>
                  <a:cubicBezTo>
                    <a:pt x="1733" y="10554"/>
                    <a:pt x="1733" y="10838"/>
                    <a:pt x="1891" y="10995"/>
                  </a:cubicBezTo>
                  <a:lnTo>
                    <a:pt x="3088" y="12161"/>
                  </a:lnTo>
                  <a:cubicBezTo>
                    <a:pt x="3167" y="12240"/>
                    <a:pt x="3269" y="12279"/>
                    <a:pt x="3371" y="12279"/>
                  </a:cubicBezTo>
                  <a:cubicBezTo>
                    <a:pt x="3474" y="12279"/>
                    <a:pt x="3576" y="12240"/>
                    <a:pt x="3655" y="12161"/>
                  </a:cubicBezTo>
                  <a:cubicBezTo>
                    <a:pt x="3734" y="12082"/>
                    <a:pt x="3844" y="12043"/>
                    <a:pt x="3954" y="12043"/>
                  </a:cubicBezTo>
                  <a:cubicBezTo>
                    <a:pt x="4065" y="12043"/>
                    <a:pt x="4175" y="12082"/>
                    <a:pt x="4254" y="12161"/>
                  </a:cubicBezTo>
                  <a:cubicBezTo>
                    <a:pt x="4411" y="12319"/>
                    <a:pt x="4411" y="12602"/>
                    <a:pt x="4254" y="12760"/>
                  </a:cubicBezTo>
                  <a:cubicBezTo>
                    <a:pt x="4159" y="12854"/>
                    <a:pt x="4128" y="12949"/>
                    <a:pt x="4128" y="13043"/>
                  </a:cubicBezTo>
                  <a:cubicBezTo>
                    <a:pt x="4128" y="13169"/>
                    <a:pt x="4159" y="13232"/>
                    <a:pt x="4254" y="13327"/>
                  </a:cubicBezTo>
                  <a:lnTo>
                    <a:pt x="4852" y="13894"/>
                  </a:lnTo>
                  <a:cubicBezTo>
                    <a:pt x="4915" y="13988"/>
                    <a:pt x="5041" y="14020"/>
                    <a:pt x="5136" y="14020"/>
                  </a:cubicBezTo>
                  <a:cubicBezTo>
                    <a:pt x="5230" y="14020"/>
                    <a:pt x="5325" y="13988"/>
                    <a:pt x="5388" y="13894"/>
                  </a:cubicBezTo>
                  <a:cubicBezTo>
                    <a:pt x="5466" y="13815"/>
                    <a:pt x="5577" y="13776"/>
                    <a:pt x="5687" y="13776"/>
                  </a:cubicBezTo>
                  <a:cubicBezTo>
                    <a:pt x="5797" y="13776"/>
                    <a:pt x="5908" y="13815"/>
                    <a:pt x="5986" y="13894"/>
                  </a:cubicBezTo>
                  <a:cubicBezTo>
                    <a:pt x="6081" y="13988"/>
                    <a:pt x="6175" y="14020"/>
                    <a:pt x="6270" y="14020"/>
                  </a:cubicBezTo>
                  <a:cubicBezTo>
                    <a:pt x="6396" y="14020"/>
                    <a:pt x="6459" y="13988"/>
                    <a:pt x="6553" y="13894"/>
                  </a:cubicBezTo>
                  <a:lnTo>
                    <a:pt x="12287" y="8160"/>
                  </a:lnTo>
                  <a:lnTo>
                    <a:pt x="11437" y="7278"/>
                  </a:lnTo>
                  <a:cubicBezTo>
                    <a:pt x="11248" y="7120"/>
                    <a:pt x="11248" y="6837"/>
                    <a:pt x="11437" y="6711"/>
                  </a:cubicBezTo>
                  <a:cubicBezTo>
                    <a:pt x="11515" y="6632"/>
                    <a:pt x="11618" y="6593"/>
                    <a:pt x="11720" y="6593"/>
                  </a:cubicBezTo>
                  <a:cubicBezTo>
                    <a:pt x="11823" y="6593"/>
                    <a:pt x="11925" y="6632"/>
                    <a:pt x="12004" y="6711"/>
                  </a:cubicBezTo>
                  <a:lnTo>
                    <a:pt x="12886" y="7561"/>
                  </a:lnTo>
                  <a:lnTo>
                    <a:pt x="13989" y="6459"/>
                  </a:lnTo>
                  <a:cubicBezTo>
                    <a:pt x="14146" y="6301"/>
                    <a:pt x="14146" y="6018"/>
                    <a:pt x="13989" y="5860"/>
                  </a:cubicBezTo>
                  <a:cubicBezTo>
                    <a:pt x="13894" y="5797"/>
                    <a:pt x="13863" y="5671"/>
                    <a:pt x="13863" y="5608"/>
                  </a:cubicBezTo>
                  <a:cubicBezTo>
                    <a:pt x="13863" y="5482"/>
                    <a:pt x="13894" y="5388"/>
                    <a:pt x="13989" y="5325"/>
                  </a:cubicBezTo>
                  <a:cubicBezTo>
                    <a:pt x="14115" y="5293"/>
                    <a:pt x="14146" y="5167"/>
                    <a:pt x="14146" y="5041"/>
                  </a:cubicBezTo>
                  <a:cubicBezTo>
                    <a:pt x="14146" y="4915"/>
                    <a:pt x="14115" y="4852"/>
                    <a:pt x="14020" y="4757"/>
                  </a:cubicBezTo>
                  <a:lnTo>
                    <a:pt x="13421" y="4190"/>
                  </a:lnTo>
                  <a:cubicBezTo>
                    <a:pt x="13358" y="4096"/>
                    <a:pt x="13232" y="4064"/>
                    <a:pt x="13138" y="4064"/>
                  </a:cubicBezTo>
                  <a:cubicBezTo>
                    <a:pt x="13075" y="4064"/>
                    <a:pt x="12949" y="4096"/>
                    <a:pt x="12886" y="4190"/>
                  </a:cubicBezTo>
                  <a:cubicBezTo>
                    <a:pt x="12807" y="4269"/>
                    <a:pt x="12697" y="4309"/>
                    <a:pt x="12587" y="4309"/>
                  </a:cubicBezTo>
                  <a:cubicBezTo>
                    <a:pt x="12476" y="4309"/>
                    <a:pt x="12366" y="4269"/>
                    <a:pt x="12287" y="4190"/>
                  </a:cubicBezTo>
                  <a:cubicBezTo>
                    <a:pt x="12193" y="4096"/>
                    <a:pt x="12161" y="3970"/>
                    <a:pt x="12161" y="3907"/>
                  </a:cubicBezTo>
                  <a:cubicBezTo>
                    <a:pt x="12161" y="3781"/>
                    <a:pt x="12193" y="3718"/>
                    <a:pt x="12287" y="3623"/>
                  </a:cubicBezTo>
                  <a:cubicBezTo>
                    <a:pt x="12445" y="3466"/>
                    <a:pt x="12445" y="3182"/>
                    <a:pt x="12287" y="3025"/>
                  </a:cubicBezTo>
                  <a:lnTo>
                    <a:pt x="11090" y="1859"/>
                  </a:lnTo>
                  <a:cubicBezTo>
                    <a:pt x="11011" y="1780"/>
                    <a:pt x="10909" y="1741"/>
                    <a:pt x="10807" y="1741"/>
                  </a:cubicBezTo>
                  <a:cubicBezTo>
                    <a:pt x="10704" y="1741"/>
                    <a:pt x="10602" y="1780"/>
                    <a:pt x="10523" y="1859"/>
                  </a:cubicBezTo>
                  <a:cubicBezTo>
                    <a:pt x="10444" y="1938"/>
                    <a:pt x="10334" y="1977"/>
                    <a:pt x="10224" y="1977"/>
                  </a:cubicBezTo>
                  <a:cubicBezTo>
                    <a:pt x="10113" y="1977"/>
                    <a:pt x="10003" y="1938"/>
                    <a:pt x="9924" y="1859"/>
                  </a:cubicBezTo>
                  <a:cubicBezTo>
                    <a:pt x="9767" y="1701"/>
                    <a:pt x="9767" y="1418"/>
                    <a:pt x="9924" y="1260"/>
                  </a:cubicBezTo>
                  <a:cubicBezTo>
                    <a:pt x="9987" y="1197"/>
                    <a:pt x="10050" y="1071"/>
                    <a:pt x="10050" y="977"/>
                  </a:cubicBezTo>
                  <a:cubicBezTo>
                    <a:pt x="10050" y="882"/>
                    <a:pt x="9987" y="788"/>
                    <a:pt x="9924" y="725"/>
                  </a:cubicBezTo>
                  <a:lnTo>
                    <a:pt x="9326" y="126"/>
                  </a:lnTo>
                  <a:cubicBezTo>
                    <a:pt x="9263" y="32"/>
                    <a:pt x="9137" y="0"/>
                    <a:pt x="904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29" name="Google Shape;9729;p72"/>
            <p:cNvSpPr/>
            <p:nvPr/>
          </p:nvSpPr>
          <p:spPr>
            <a:xfrm>
              <a:off x="-12493050" y="4319900"/>
              <a:ext cx="22875" cy="20900"/>
            </a:xfrm>
            <a:custGeom>
              <a:avLst/>
              <a:gdLst/>
              <a:ahLst/>
              <a:cxnLst/>
              <a:rect l="l" t="t" r="r" b="b"/>
              <a:pathLst>
                <a:path w="915" h="836" extrusionOk="0">
                  <a:moveTo>
                    <a:pt x="446" y="1"/>
                  </a:moveTo>
                  <a:cubicBezTo>
                    <a:pt x="339" y="1"/>
                    <a:pt x="237" y="40"/>
                    <a:pt x="158" y="119"/>
                  </a:cubicBezTo>
                  <a:cubicBezTo>
                    <a:pt x="1" y="276"/>
                    <a:pt x="1" y="560"/>
                    <a:pt x="158" y="717"/>
                  </a:cubicBezTo>
                  <a:cubicBezTo>
                    <a:pt x="237" y="796"/>
                    <a:pt x="347" y="835"/>
                    <a:pt x="458" y="835"/>
                  </a:cubicBezTo>
                  <a:cubicBezTo>
                    <a:pt x="568" y="835"/>
                    <a:pt x="678" y="796"/>
                    <a:pt x="757" y="717"/>
                  </a:cubicBezTo>
                  <a:cubicBezTo>
                    <a:pt x="914" y="560"/>
                    <a:pt x="914" y="276"/>
                    <a:pt x="757" y="119"/>
                  </a:cubicBezTo>
                  <a:cubicBezTo>
                    <a:pt x="662" y="40"/>
                    <a:pt x="552" y="1"/>
                    <a:pt x="44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730" name="Google Shape;9730;p72"/>
          <p:cNvGrpSpPr/>
          <p:nvPr/>
        </p:nvGrpSpPr>
        <p:grpSpPr>
          <a:xfrm>
            <a:off x="10633129" y="2043236"/>
            <a:ext cx="473888" cy="472893"/>
            <a:chOff x="-10857925" y="3213875"/>
            <a:chExt cx="352875" cy="352100"/>
          </a:xfrm>
        </p:grpSpPr>
        <p:sp>
          <p:nvSpPr>
            <p:cNvPr id="9731" name="Google Shape;9731;p72"/>
            <p:cNvSpPr/>
            <p:nvPr/>
          </p:nvSpPr>
          <p:spPr>
            <a:xfrm>
              <a:off x="-10759475" y="3265875"/>
              <a:ext cx="64600" cy="87450"/>
            </a:xfrm>
            <a:custGeom>
              <a:avLst/>
              <a:gdLst/>
              <a:ahLst/>
              <a:cxnLst/>
              <a:rect l="l" t="t" r="r" b="b"/>
              <a:pathLst>
                <a:path w="2584" h="3498" extrusionOk="0">
                  <a:moveTo>
                    <a:pt x="1702" y="0"/>
                  </a:moveTo>
                  <a:lnTo>
                    <a:pt x="0" y="1418"/>
                  </a:lnTo>
                  <a:lnTo>
                    <a:pt x="2584" y="3497"/>
                  </a:lnTo>
                  <a:cubicBezTo>
                    <a:pt x="2458" y="2111"/>
                    <a:pt x="2143" y="914"/>
                    <a:pt x="170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32" name="Google Shape;9732;p72"/>
            <p:cNvSpPr/>
            <p:nvPr/>
          </p:nvSpPr>
          <p:spPr>
            <a:xfrm>
              <a:off x="-10857925" y="3265075"/>
              <a:ext cx="64600" cy="87450"/>
            </a:xfrm>
            <a:custGeom>
              <a:avLst/>
              <a:gdLst/>
              <a:ahLst/>
              <a:cxnLst/>
              <a:rect l="l" t="t" r="r" b="b"/>
              <a:pathLst>
                <a:path w="2584" h="3498" extrusionOk="0">
                  <a:moveTo>
                    <a:pt x="882" y="1"/>
                  </a:moveTo>
                  <a:cubicBezTo>
                    <a:pt x="441" y="946"/>
                    <a:pt x="189" y="2143"/>
                    <a:pt x="0" y="3498"/>
                  </a:cubicBezTo>
                  <a:lnTo>
                    <a:pt x="2584" y="1418"/>
                  </a:lnTo>
                  <a:lnTo>
                    <a:pt x="88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33" name="Google Shape;9733;p72"/>
            <p:cNvSpPr/>
            <p:nvPr/>
          </p:nvSpPr>
          <p:spPr>
            <a:xfrm>
              <a:off x="-10850050" y="3313925"/>
              <a:ext cx="148100" cy="65375"/>
            </a:xfrm>
            <a:custGeom>
              <a:avLst/>
              <a:gdLst/>
              <a:ahLst/>
              <a:cxnLst/>
              <a:rect l="l" t="t" r="r" b="b"/>
              <a:pathLst>
                <a:path w="5924" h="2615" extrusionOk="0">
                  <a:moveTo>
                    <a:pt x="2993" y="0"/>
                  </a:moveTo>
                  <a:lnTo>
                    <a:pt x="0" y="2363"/>
                  </a:lnTo>
                  <a:cubicBezTo>
                    <a:pt x="221" y="2520"/>
                    <a:pt x="410" y="2615"/>
                    <a:pt x="693" y="2615"/>
                  </a:cubicBezTo>
                  <a:lnTo>
                    <a:pt x="5261" y="2615"/>
                  </a:lnTo>
                  <a:cubicBezTo>
                    <a:pt x="5482" y="2615"/>
                    <a:pt x="5734" y="2520"/>
                    <a:pt x="5923" y="2363"/>
                  </a:cubicBezTo>
                  <a:lnTo>
                    <a:pt x="299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34" name="Google Shape;9734;p72"/>
            <p:cNvSpPr/>
            <p:nvPr/>
          </p:nvSpPr>
          <p:spPr>
            <a:xfrm>
              <a:off x="-10857925" y="3391900"/>
              <a:ext cx="165425" cy="133125"/>
            </a:xfrm>
            <a:custGeom>
              <a:avLst/>
              <a:gdLst/>
              <a:ahLst/>
              <a:cxnLst/>
              <a:rect l="l" t="t" r="r" b="b"/>
              <a:pathLst>
                <a:path w="6617" h="5325" extrusionOk="0">
                  <a:moveTo>
                    <a:pt x="6616" y="0"/>
                  </a:moveTo>
                  <a:cubicBezTo>
                    <a:pt x="6301" y="189"/>
                    <a:pt x="5986" y="315"/>
                    <a:pt x="5608" y="315"/>
                  </a:cubicBezTo>
                  <a:lnTo>
                    <a:pt x="1040" y="315"/>
                  </a:lnTo>
                  <a:cubicBezTo>
                    <a:pt x="662" y="315"/>
                    <a:pt x="284" y="189"/>
                    <a:pt x="32" y="0"/>
                  </a:cubicBezTo>
                  <a:lnTo>
                    <a:pt x="32" y="0"/>
                  </a:lnTo>
                  <a:cubicBezTo>
                    <a:pt x="0" y="1449"/>
                    <a:pt x="221" y="2867"/>
                    <a:pt x="630" y="4001"/>
                  </a:cubicBezTo>
                  <a:cubicBezTo>
                    <a:pt x="914" y="4757"/>
                    <a:pt x="1638" y="5324"/>
                    <a:pt x="2426" y="5324"/>
                  </a:cubicBezTo>
                  <a:lnTo>
                    <a:pt x="4001" y="5324"/>
                  </a:lnTo>
                  <a:cubicBezTo>
                    <a:pt x="4946" y="5324"/>
                    <a:pt x="5671" y="4789"/>
                    <a:pt x="5955" y="4001"/>
                  </a:cubicBezTo>
                  <a:cubicBezTo>
                    <a:pt x="6396" y="2867"/>
                    <a:pt x="6585" y="1449"/>
                    <a:pt x="661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35" name="Google Shape;9735;p72"/>
            <p:cNvSpPr/>
            <p:nvPr/>
          </p:nvSpPr>
          <p:spPr>
            <a:xfrm>
              <a:off x="-10824850" y="3213875"/>
              <a:ext cx="98475" cy="74850"/>
            </a:xfrm>
            <a:custGeom>
              <a:avLst/>
              <a:gdLst/>
              <a:ahLst/>
              <a:cxnLst/>
              <a:rect l="l" t="t" r="r" b="b"/>
              <a:pathLst>
                <a:path w="3939" h="2994" extrusionOk="0">
                  <a:moveTo>
                    <a:pt x="1954" y="1"/>
                  </a:moveTo>
                  <a:cubicBezTo>
                    <a:pt x="1198" y="1"/>
                    <a:pt x="536" y="505"/>
                    <a:pt x="0" y="1324"/>
                  </a:cubicBezTo>
                  <a:lnTo>
                    <a:pt x="1954" y="2994"/>
                  </a:lnTo>
                  <a:lnTo>
                    <a:pt x="3938" y="1324"/>
                  </a:lnTo>
                  <a:cubicBezTo>
                    <a:pt x="3371" y="505"/>
                    <a:pt x="2710" y="1"/>
                    <a:pt x="195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36" name="Google Shape;9736;p72"/>
            <p:cNvSpPr/>
            <p:nvPr/>
          </p:nvSpPr>
          <p:spPr>
            <a:xfrm>
              <a:off x="-10571250" y="3306825"/>
              <a:ext cx="64625" cy="87450"/>
            </a:xfrm>
            <a:custGeom>
              <a:avLst/>
              <a:gdLst/>
              <a:ahLst/>
              <a:cxnLst/>
              <a:rect l="l" t="t" r="r" b="b"/>
              <a:pathLst>
                <a:path w="2585" h="3498" extrusionOk="0">
                  <a:moveTo>
                    <a:pt x="1702" y="0"/>
                  </a:moveTo>
                  <a:lnTo>
                    <a:pt x="1" y="1418"/>
                  </a:lnTo>
                  <a:lnTo>
                    <a:pt x="2584" y="3498"/>
                  </a:lnTo>
                  <a:cubicBezTo>
                    <a:pt x="2458" y="2143"/>
                    <a:pt x="2143" y="914"/>
                    <a:pt x="170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37" name="Google Shape;9737;p72"/>
            <p:cNvSpPr/>
            <p:nvPr/>
          </p:nvSpPr>
          <p:spPr>
            <a:xfrm>
              <a:off x="-10669700" y="3306025"/>
              <a:ext cx="63825" cy="87475"/>
            </a:xfrm>
            <a:custGeom>
              <a:avLst/>
              <a:gdLst/>
              <a:ahLst/>
              <a:cxnLst/>
              <a:rect l="l" t="t" r="r" b="b"/>
              <a:pathLst>
                <a:path w="2553" h="3499" extrusionOk="0">
                  <a:moveTo>
                    <a:pt x="883" y="1"/>
                  </a:moveTo>
                  <a:cubicBezTo>
                    <a:pt x="442" y="946"/>
                    <a:pt x="127" y="2175"/>
                    <a:pt x="1" y="3498"/>
                  </a:cubicBezTo>
                  <a:lnTo>
                    <a:pt x="2553" y="1419"/>
                  </a:lnTo>
                  <a:lnTo>
                    <a:pt x="88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38" name="Google Shape;9738;p72"/>
            <p:cNvSpPr/>
            <p:nvPr/>
          </p:nvSpPr>
          <p:spPr>
            <a:xfrm>
              <a:off x="-10661825" y="3355650"/>
              <a:ext cx="148100" cy="64625"/>
            </a:xfrm>
            <a:custGeom>
              <a:avLst/>
              <a:gdLst/>
              <a:ahLst/>
              <a:cxnLst/>
              <a:rect l="l" t="t" r="r" b="b"/>
              <a:pathLst>
                <a:path w="5924" h="2585" extrusionOk="0">
                  <a:moveTo>
                    <a:pt x="2994" y="1"/>
                  </a:moveTo>
                  <a:lnTo>
                    <a:pt x="1" y="2364"/>
                  </a:lnTo>
                  <a:cubicBezTo>
                    <a:pt x="221" y="2521"/>
                    <a:pt x="410" y="2584"/>
                    <a:pt x="694" y="2584"/>
                  </a:cubicBezTo>
                  <a:lnTo>
                    <a:pt x="5231" y="2584"/>
                  </a:lnTo>
                  <a:cubicBezTo>
                    <a:pt x="5483" y="2584"/>
                    <a:pt x="5735" y="2521"/>
                    <a:pt x="5924" y="2364"/>
                  </a:cubicBezTo>
                  <a:lnTo>
                    <a:pt x="299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39" name="Google Shape;9739;p72"/>
            <p:cNvSpPr/>
            <p:nvPr/>
          </p:nvSpPr>
          <p:spPr>
            <a:xfrm>
              <a:off x="-10670475" y="3432850"/>
              <a:ext cx="165425" cy="133125"/>
            </a:xfrm>
            <a:custGeom>
              <a:avLst/>
              <a:gdLst/>
              <a:ahLst/>
              <a:cxnLst/>
              <a:rect l="l" t="t" r="r" b="b"/>
              <a:pathLst>
                <a:path w="6617" h="5325" extrusionOk="0">
                  <a:moveTo>
                    <a:pt x="6616" y="0"/>
                  </a:moveTo>
                  <a:cubicBezTo>
                    <a:pt x="6301" y="221"/>
                    <a:pt x="5986" y="315"/>
                    <a:pt x="5577" y="315"/>
                  </a:cubicBezTo>
                  <a:lnTo>
                    <a:pt x="1040" y="315"/>
                  </a:lnTo>
                  <a:cubicBezTo>
                    <a:pt x="630" y="315"/>
                    <a:pt x="284" y="221"/>
                    <a:pt x="0" y="0"/>
                  </a:cubicBezTo>
                  <a:lnTo>
                    <a:pt x="0" y="0"/>
                  </a:lnTo>
                  <a:cubicBezTo>
                    <a:pt x="0" y="1481"/>
                    <a:pt x="221" y="2930"/>
                    <a:pt x="630" y="4064"/>
                  </a:cubicBezTo>
                  <a:cubicBezTo>
                    <a:pt x="914" y="4821"/>
                    <a:pt x="1607" y="5325"/>
                    <a:pt x="2395" y="5325"/>
                  </a:cubicBezTo>
                  <a:lnTo>
                    <a:pt x="3970" y="5325"/>
                  </a:lnTo>
                  <a:cubicBezTo>
                    <a:pt x="4915" y="5325"/>
                    <a:pt x="5671" y="4852"/>
                    <a:pt x="5955" y="4064"/>
                  </a:cubicBezTo>
                  <a:cubicBezTo>
                    <a:pt x="6364" y="2930"/>
                    <a:pt x="6585" y="1481"/>
                    <a:pt x="661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40" name="Google Shape;9740;p72"/>
            <p:cNvSpPr/>
            <p:nvPr/>
          </p:nvSpPr>
          <p:spPr>
            <a:xfrm>
              <a:off x="-10638175" y="3254850"/>
              <a:ext cx="98475" cy="74850"/>
            </a:xfrm>
            <a:custGeom>
              <a:avLst/>
              <a:gdLst/>
              <a:ahLst/>
              <a:cxnLst/>
              <a:rect l="l" t="t" r="r" b="b"/>
              <a:pathLst>
                <a:path w="3939" h="2994" extrusionOk="0">
                  <a:moveTo>
                    <a:pt x="1985" y="0"/>
                  </a:moveTo>
                  <a:cubicBezTo>
                    <a:pt x="1229" y="0"/>
                    <a:pt x="567" y="504"/>
                    <a:pt x="0" y="1355"/>
                  </a:cubicBezTo>
                  <a:lnTo>
                    <a:pt x="1985" y="2993"/>
                  </a:lnTo>
                  <a:lnTo>
                    <a:pt x="3938" y="1355"/>
                  </a:lnTo>
                  <a:cubicBezTo>
                    <a:pt x="3403" y="504"/>
                    <a:pt x="2709" y="0"/>
                    <a:pt x="198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9741" name="Google Shape;9741;p72"/>
          <p:cNvSpPr/>
          <p:nvPr/>
        </p:nvSpPr>
        <p:spPr>
          <a:xfrm>
            <a:off x="10687016" y="2630730"/>
            <a:ext cx="364976" cy="472692"/>
          </a:xfrm>
          <a:custGeom>
            <a:avLst/>
            <a:gdLst/>
            <a:ahLst/>
            <a:cxnLst/>
            <a:rect l="l" t="t" r="r" b="b"/>
            <a:pathLst>
              <a:path w="10871" h="14078" extrusionOk="0">
                <a:moveTo>
                  <a:pt x="8255" y="5009"/>
                </a:moveTo>
                <a:lnTo>
                  <a:pt x="8255" y="6648"/>
                </a:lnTo>
                <a:lnTo>
                  <a:pt x="2490" y="6648"/>
                </a:lnTo>
                <a:lnTo>
                  <a:pt x="2490" y="5009"/>
                </a:lnTo>
                <a:close/>
                <a:moveTo>
                  <a:pt x="9106" y="5230"/>
                </a:moveTo>
                <a:lnTo>
                  <a:pt x="9925" y="5639"/>
                </a:lnTo>
                <a:lnTo>
                  <a:pt x="9925" y="6679"/>
                </a:lnTo>
                <a:cubicBezTo>
                  <a:pt x="9799" y="6648"/>
                  <a:pt x="9641" y="6616"/>
                  <a:pt x="9484" y="6616"/>
                </a:cubicBezTo>
                <a:lnTo>
                  <a:pt x="9043" y="6616"/>
                </a:lnTo>
                <a:lnTo>
                  <a:pt x="9043" y="5230"/>
                </a:lnTo>
                <a:close/>
                <a:moveTo>
                  <a:pt x="1608" y="5261"/>
                </a:moveTo>
                <a:lnTo>
                  <a:pt x="1608" y="6648"/>
                </a:lnTo>
                <a:lnTo>
                  <a:pt x="1230" y="6648"/>
                </a:lnTo>
                <a:cubicBezTo>
                  <a:pt x="1072" y="6648"/>
                  <a:pt x="946" y="6679"/>
                  <a:pt x="789" y="6711"/>
                </a:cubicBezTo>
                <a:lnTo>
                  <a:pt x="789" y="5671"/>
                </a:lnTo>
                <a:lnTo>
                  <a:pt x="1608" y="5261"/>
                </a:lnTo>
                <a:close/>
                <a:moveTo>
                  <a:pt x="7405" y="9136"/>
                </a:moveTo>
                <a:lnTo>
                  <a:pt x="5357" y="10649"/>
                </a:lnTo>
                <a:lnTo>
                  <a:pt x="3277" y="9136"/>
                </a:lnTo>
                <a:close/>
                <a:moveTo>
                  <a:pt x="2049" y="0"/>
                </a:moveTo>
                <a:cubicBezTo>
                  <a:pt x="1828" y="0"/>
                  <a:pt x="1671" y="189"/>
                  <a:pt x="1671" y="378"/>
                </a:cubicBezTo>
                <a:lnTo>
                  <a:pt x="1671" y="4285"/>
                </a:lnTo>
                <a:lnTo>
                  <a:pt x="253" y="5009"/>
                </a:lnTo>
                <a:cubicBezTo>
                  <a:pt x="127" y="5041"/>
                  <a:pt x="1" y="5198"/>
                  <a:pt x="1" y="5356"/>
                </a:cubicBezTo>
                <a:lnTo>
                  <a:pt x="1" y="7845"/>
                </a:lnTo>
                <a:cubicBezTo>
                  <a:pt x="1" y="8506"/>
                  <a:pt x="568" y="9042"/>
                  <a:pt x="1261" y="9042"/>
                </a:cubicBezTo>
                <a:lnTo>
                  <a:pt x="1986" y="9042"/>
                </a:lnTo>
                <a:lnTo>
                  <a:pt x="4727" y="11153"/>
                </a:lnTo>
                <a:lnTo>
                  <a:pt x="1860" y="13295"/>
                </a:lnTo>
                <a:cubicBezTo>
                  <a:pt x="1671" y="13421"/>
                  <a:pt x="1608" y="13705"/>
                  <a:pt x="1765" y="13894"/>
                </a:cubicBezTo>
                <a:cubicBezTo>
                  <a:pt x="1842" y="14009"/>
                  <a:pt x="1978" y="14077"/>
                  <a:pt x="2115" y="14077"/>
                </a:cubicBezTo>
                <a:cubicBezTo>
                  <a:pt x="2202" y="14077"/>
                  <a:pt x="2290" y="14050"/>
                  <a:pt x="2364" y="13988"/>
                </a:cubicBezTo>
                <a:lnTo>
                  <a:pt x="5451" y="11657"/>
                </a:lnTo>
                <a:lnTo>
                  <a:pt x="8507" y="13988"/>
                </a:lnTo>
                <a:cubicBezTo>
                  <a:pt x="8586" y="14027"/>
                  <a:pt x="8675" y="14050"/>
                  <a:pt x="8763" y="14050"/>
                </a:cubicBezTo>
                <a:cubicBezTo>
                  <a:pt x="8889" y="14050"/>
                  <a:pt x="9014" y="14004"/>
                  <a:pt x="9106" y="13894"/>
                </a:cubicBezTo>
                <a:cubicBezTo>
                  <a:pt x="9232" y="13705"/>
                  <a:pt x="9232" y="13453"/>
                  <a:pt x="9011" y="13295"/>
                </a:cubicBezTo>
                <a:lnTo>
                  <a:pt x="6144" y="11153"/>
                </a:lnTo>
                <a:lnTo>
                  <a:pt x="8917" y="9042"/>
                </a:lnTo>
                <a:lnTo>
                  <a:pt x="9610" y="9042"/>
                </a:lnTo>
                <a:cubicBezTo>
                  <a:pt x="10271" y="9042"/>
                  <a:pt x="10870" y="8506"/>
                  <a:pt x="10870" y="7845"/>
                </a:cubicBezTo>
                <a:lnTo>
                  <a:pt x="10870" y="5387"/>
                </a:lnTo>
                <a:cubicBezTo>
                  <a:pt x="10870" y="5230"/>
                  <a:pt x="10744" y="5072"/>
                  <a:pt x="10650" y="5041"/>
                </a:cubicBezTo>
                <a:lnTo>
                  <a:pt x="9232" y="4316"/>
                </a:lnTo>
                <a:lnTo>
                  <a:pt x="9232" y="441"/>
                </a:lnTo>
                <a:cubicBezTo>
                  <a:pt x="9232" y="189"/>
                  <a:pt x="9011" y="32"/>
                  <a:pt x="8822" y="32"/>
                </a:cubicBezTo>
                <a:cubicBezTo>
                  <a:pt x="8602" y="32"/>
                  <a:pt x="8381" y="221"/>
                  <a:pt x="8381" y="441"/>
                </a:cubicBezTo>
                <a:lnTo>
                  <a:pt x="8381" y="851"/>
                </a:lnTo>
                <a:lnTo>
                  <a:pt x="2616" y="851"/>
                </a:lnTo>
                <a:lnTo>
                  <a:pt x="2616" y="378"/>
                </a:lnTo>
                <a:lnTo>
                  <a:pt x="2490" y="378"/>
                </a:lnTo>
                <a:cubicBezTo>
                  <a:pt x="2490" y="158"/>
                  <a:pt x="2269" y="0"/>
                  <a:pt x="204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9742" name="Google Shape;9742;p72"/>
          <p:cNvGrpSpPr/>
          <p:nvPr/>
        </p:nvGrpSpPr>
        <p:grpSpPr>
          <a:xfrm>
            <a:off x="10646344" y="3237755"/>
            <a:ext cx="474961" cy="444320"/>
            <a:chOff x="-10858725" y="4092875"/>
            <a:chExt cx="353675" cy="330825"/>
          </a:xfrm>
        </p:grpSpPr>
        <p:sp>
          <p:nvSpPr>
            <p:cNvPr id="9743" name="Google Shape;9743;p72"/>
            <p:cNvSpPr/>
            <p:nvPr/>
          </p:nvSpPr>
          <p:spPr>
            <a:xfrm>
              <a:off x="-10795700" y="4237000"/>
              <a:ext cx="41750" cy="41775"/>
            </a:xfrm>
            <a:custGeom>
              <a:avLst/>
              <a:gdLst/>
              <a:ahLst/>
              <a:cxnLst/>
              <a:rect l="l" t="t" r="r" b="b"/>
              <a:pathLst>
                <a:path w="1670" h="1671" extrusionOk="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44" name="Google Shape;9744;p72"/>
            <p:cNvSpPr/>
            <p:nvPr/>
          </p:nvSpPr>
          <p:spPr>
            <a:xfrm>
              <a:off x="-10713000" y="4154300"/>
              <a:ext cx="41750" cy="41775"/>
            </a:xfrm>
            <a:custGeom>
              <a:avLst/>
              <a:gdLst/>
              <a:ahLst/>
              <a:cxnLst/>
              <a:rect l="l" t="t" r="r" b="b"/>
              <a:pathLst>
                <a:path w="1670" h="1671" extrusionOk="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45" name="Google Shape;9745;p72"/>
            <p:cNvSpPr/>
            <p:nvPr/>
          </p:nvSpPr>
          <p:spPr>
            <a:xfrm>
              <a:off x="-10713000" y="4320500"/>
              <a:ext cx="41750" cy="40975"/>
            </a:xfrm>
            <a:custGeom>
              <a:avLst/>
              <a:gdLst/>
              <a:ahLst/>
              <a:cxnLst/>
              <a:rect l="l" t="t" r="r" b="b"/>
              <a:pathLst>
                <a:path w="1670" h="1639" extrusionOk="0">
                  <a:moveTo>
                    <a:pt x="851" y="0"/>
                  </a:moveTo>
                  <a:cubicBezTo>
                    <a:pt x="378" y="0"/>
                    <a:pt x="0" y="347"/>
                    <a:pt x="0" y="819"/>
                  </a:cubicBezTo>
                  <a:cubicBezTo>
                    <a:pt x="0" y="1260"/>
                    <a:pt x="378" y="1638"/>
                    <a:pt x="851" y="1638"/>
                  </a:cubicBezTo>
                  <a:cubicBezTo>
                    <a:pt x="1292" y="1638"/>
                    <a:pt x="1670" y="1260"/>
                    <a:pt x="1670" y="819"/>
                  </a:cubicBezTo>
                  <a:cubicBezTo>
                    <a:pt x="1670" y="347"/>
                    <a:pt x="1292" y="0"/>
                    <a:pt x="85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46" name="Google Shape;9746;p72"/>
            <p:cNvSpPr/>
            <p:nvPr/>
          </p:nvSpPr>
          <p:spPr>
            <a:xfrm>
              <a:off x="-10858725" y="4092875"/>
              <a:ext cx="331625" cy="330825"/>
            </a:xfrm>
            <a:custGeom>
              <a:avLst/>
              <a:gdLst/>
              <a:ahLst/>
              <a:cxnLst/>
              <a:rect l="l" t="t" r="r" b="b"/>
              <a:pathLst>
                <a:path w="13265" h="13233" extrusionOk="0">
                  <a:moveTo>
                    <a:pt x="6648" y="1639"/>
                  </a:moveTo>
                  <a:cubicBezTo>
                    <a:pt x="7562" y="1639"/>
                    <a:pt x="8318" y="2395"/>
                    <a:pt x="8318" y="3308"/>
                  </a:cubicBezTo>
                  <a:cubicBezTo>
                    <a:pt x="8318" y="4222"/>
                    <a:pt x="7562" y="4947"/>
                    <a:pt x="6648" y="4947"/>
                  </a:cubicBezTo>
                  <a:cubicBezTo>
                    <a:pt x="5766" y="4947"/>
                    <a:pt x="5010" y="4222"/>
                    <a:pt x="5010" y="3308"/>
                  </a:cubicBezTo>
                  <a:cubicBezTo>
                    <a:pt x="5010" y="2395"/>
                    <a:pt x="5735" y="1639"/>
                    <a:pt x="6648" y="1639"/>
                  </a:cubicBezTo>
                  <a:close/>
                  <a:moveTo>
                    <a:pt x="6648" y="5797"/>
                  </a:moveTo>
                  <a:cubicBezTo>
                    <a:pt x="7121" y="5797"/>
                    <a:pt x="7499" y="6144"/>
                    <a:pt x="7499" y="6616"/>
                  </a:cubicBezTo>
                  <a:cubicBezTo>
                    <a:pt x="7499" y="7089"/>
                    <a:pt x="7121" y="7435"/>
                    <a:pt x="6648" y="7435"/>
                  </a:cubicBezTo>
                  <a:cubicBezTo>
                    <a:pt x="6207" y="7435"/>
                    <a:pt x="5829" y="7089"/>
                    <a:pt x="5829" y="6616"/>
                  </a:cubicBezTo>
                  <a:cubicBezTo>
                    <a:pt x="5829" y="6144"/>
                    <a:pt x="6207" y="5797"/>
                    <a:pt x="6648" y="5797"/>
                  </a:cubicBezTo>
                  <a:close/>
                  <a:moveTo>
                    <a:pt x="3372" y="4947"/>
                  </a:moveTo>
                  <a:cubicBezTo>
                    <a:pt x="4254" y="4947"/>
                    <a:pt x="5010" y="5703"/>
                    <a:pt x="5010" y="6616"/>
                  </a:cubicBezTo>
                  <a:cubicBezTo>
                    <a:pt x="5010" y="7530"/>
                    <a:pt x="4254" y="8255"/>
                    <a:pt x="3372" y="8255"/>
                  </a:cubicBezTo>
                  <a:cubicBezTo>
                    <a:pt x="2458" y="8255"/>
                    <a:pt x="1702" y="7530"/>
                    <a:pt x="1702" y="6616"/>
                  </a:cubicBezTo>
                  <a:cubicBezTo>
                    <a:pt x="1702" y="5703"/>
                    <a:pt x="2395" y="4947"/>
                    <a:pt x="3372" y="4947"/>
                  </a:cubicBezTo>
                  <a:close/>
                  <a:moveTo>
                    <a:pt x="9956" y="4947"/>
                  </a:moveTo>
                  <a:cubicBezTo>
                    <a:pt x="10870" y="4947"/>
                    <a:pt x="11626" y="5703"/>
                    <a:pt x="11626" y="6616"/>
                  </a:cubicBezTo>
                  <a:cubicBezTo>
                    <a:pt x="11626" y="7530"/>
                    <a:pt x="10870" y="8255"/>
                    <a:pt x="9956" y="8255"/>
                  </a:cubicBezTo>
                  <a:cubicBezTo>
                    <a:pt x="9074" y="8255"/>
                    <a:pt x="8318" y="7530"/>
                    <a:pt x="8318" y="6616"/>
                  </a:cubicBezTo>
                  <a:cubicBezTo>
                    <a:pt x="8318" y="5703"/>
                    <a:pt x="9011" y="4947"/>
                    <a:pt x="9956" y="4947"/>
                  </a:cubicBezTo>
                  <a:close/>
                  <a:moveTo>
                    <a:pt x="6648" y="8255"/>
                  </a:moveTo>
                  <a:cubicBezTo>
                    <a:pt x="7562" y="8255"/>
                    <a:pt x="8318" y="9011"/>
                    <a:pt x="8318" y="9924"/>
                  </a:cubicBezTo>
                  <a:cubicBezTo>
                    <a:pt x="8318" y="10838"/>
                    <a:pt x="7562" y="11563"/>
                    <a:pt x="6648" y="11563"/>
                  </a:cubicBezTo>
                  <a:cubicBezTo>
                    <a:pt x="5766" y="11563"/>
                    <a:pt x="5010" y="10838"/>
                    <a:pt x="5010" y="9924"/>
                  </a:cubicBezTo>
                  <a:cubicBezTo>
                    <a:pt x="5010" y="9011"/>
                    <a:pt x="5766" y="8255"/>
                    <a:pt x="6648" y="8255"/>
                  </a:cubicBezTo>
                  <a:close/>
                  <a:moveTo>
                    <a:pt x="6648" y="0"/>
                  </a:moveTo>
                  <a:cubicBezTo>
                    <a:pt x="2994" y="0"/>
                    <a:pt x="1" y="2962"/>
                    <a:pt x="1" y="6616"/>
                  </a:cubicBezTo>
                  <a:cubicBezTo>
                    <a:pt x="1" y="10271"/>
                    <a:pt x="2994" y="13232"/>
                    <a:pt x="6648" y="13232"/>
                  </a:cubicBezTo>
                  <a:cubicBezTo>
                    <a:pt x="10334" y="13232"/>
                    <a:pt x="13264" y="10271"/>
                    <a:pt x="13264" y="6616"/>
                  </a:cubicBezTo>
                  <a:cubicBezTo>
                    <a:pt x="13264" y="2962"/>
                    <a:pt x="10334" y="0"/>
                    <a:pt x="664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47" name="Google Shape;9747;p72"/>
            <p:cNvSpPr/>
            <p:nvPr/>
          </p:nvSpPr>
          <p:spPr>
            <a:xfrm>
              <a:off x="-10630300" y="4237000"/>
              <a:ext cx="41750" cy="41775"/>
            </a:xfrm>
            <a:custGeom>
              <a:avLst/>
              <a:gdLst/>
              <a:ahLst/>
              <a:cxnLst/>
              <a:rect l="l" t="t" r="r" b="b"/>
              <a:pathLst>
                <a:path w="1670" h="1671" extrusionOk="0">
                  <a:moveTo>
                    <a:pt x="819" y="1"/>
                  </a:moveTo>
                  <a:cubicBezTo>
                    <a:pt x="378" y="1"/>
                    <a:pt x="0" y="379"/>
                    <a:pt x="0" y="851"/>
                  </a:cubicBezTo>
                  <a:cubicBezTo>
                    <a:pt x="0" y="1292"/>
                    <a:pt x="378" y="1670"/>
                    <a:pt x="819" y="1670"/>
                  </a:cubicBezTo>
                  <a:cubicBezTo>
                    <a:pt x="1292" y="1670"/>
                    <a:pt x="1670" y="1292"/>
                    <a:pt x="1670" y="851"/>
                  </a:cubicBezTo>
                  <a:cubicBezTo>
                    <a:pt x="1670" y="379"/>
                    <a:pt x="1292" y="1"/>
                    <a:pt x="81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48" name="Google Shape;9748;p72"/>
            <p:cNvSpPr/>
            <p:nvPr/>
          </p:nvSpPr>
          <p:spPr>
            <a:xfrm>
              <a:off x="-10607475" y="4340975"/>
              <a:ext cx="102425" cy="82725"/>
            </a:xfrm>
            <a:custGeom>
              <a:avLst/>
              <a:gdLst/>
              <a:ahLst/>
              <a:cxnLst/>
              <a:rect l="l" t="t" r="r" b="b"/>
              <a:pathLst>
                <a:path w="4097" h="3309" extrusionOk="0">
                  <a:moveTo>
                    <a:pt x="3309" y="0"/>
                  </a:moveTo>
                  <a:cubicBezTo>
                    <a:pt x="2584" y="1418"/>
                    <a:pt x="1418" y="2584"/>
                    <a:pt x="1" y="3308"/>
                  </a:cubicBezTo>
                  <a:lnTo>
                    <a:pt x="3655" y="3308"/>
                  </a:lnTo>
                  <a:cubicBezTo>
                    <a:pt x="3907" y="3308"/>
                    <a:pt x="4096" y="3119"/>
                    <a:pt x="4096" y="2867"/>
                  </a:cubicBezTo>
                  <a:lnTo>
                    <a:pt x="4096" y="378"/>
                  </a:lnTo>
                  <a:cubicBezTo>
                    <a:pt x="4065" y="189"/>
                    <a:pt x="3907" y="0"/>
                    <a:pt x="365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749" name="Google Shape;9749;p72"/>
          <p:cNvGrpSpPr/>
          <p:nvPr/>
        </p:nvGrpSpPr>
        <p:grpSpPr>
          <a:xfrm>
            <a:off x="8255683" y="3855808"/>
            <a:ext cx="474795" cy="472625"/>
            <a:chOff x="-9089725" y="3180200"/>
            <a:chExt cx="353550" cy="351900"/>
          </a:xfrm>
        </p:grpSpPr>
        <p:sp>
          <p:nvSpPr>
            <p:cNvPr id="9750" name="Google Shape;9750;p72"/>
            <p:cNvSpPr/>
            <p:nvPr/>
          </p:nvSpPr>
          <p:spPr>
            <a:xfrm>
              <a:off x="-9089725" y="3180200"/>
              <a:ext cx="165425" cy="250300"/>
            </a:xfrm>
            <a:custGeom>
              <a:avLst/>
              <a:gdLst/>
              <a:ahLst/>
              <a:cxnLst/>
              <a:rect l="l" t="t" r="r" b="b"/>
              <a:pathLst>
                <a:path w="6617" h="10012" extrusionOk="0">
                  <a:moveTo>
                    <a:pt x="2945" y="1"/>
                  </a:moveTo>
                  <a:cubicBezTo>
                    <a:pt x="2900" y="1"/>
                    <a:pt x="2854" y="8"/>
                    <a:pt x="2805" y="25"/>
                  </a:cubicBezTo>
                  <a:cubicBezTo>
                    <a:pt x="2647" y="56"/>
                    <a:pt x="2521" y="214"/>
                    <a:pt x="2521" y="434"/>
                  </a:cubicBezTo>
                  <a:lnTo>
                    <a:pt x="2521" y="6924"/>
                  </a:lnTo>
                  <a:cubicBezTo>
                    <a:pt x="2301" y="6767"/>
                    <a:pt x="2017" y="6704"/>
                    <a:pt x="1702" y="6704"/>
                  </a:cubicBezTo>
                  <a:cubicBezTo>
                    <a:pt x="788" y="6704"/>
                    <a:pt x="64" y="7428"/>
                    <a:pt x="64" y="8342"/>
                  </a:cubicBezTo>
                  <a:cubicBezTo>
                    <a:pt x="1" y="9256"/>
                    <a:pt x="757" y="10012"/>
                    <a:pt x="1671" y="10012"/>
                  </a:cubicBezTo>
                  <a:cubicBezTo>
                    <a:pt x="2584" y="10012"/>
                    <a:pt x="3309" y="9256"/>
                    <a:pt x="3309" y="8342"/>
                  </a:cubicBezTo>
                  <a:lnTo>
                    <a:pt x="3309" y="1820"/>
                  </a:lnTo>
                  <a:cubicBezTo>
                    <a:pt x="3907" y="2545"/>
                    <a:pt x="4632" y="3144"/>
                    <a:pt x="5294" y="3616"/>
                  </a:cubicBezTo>
                  <a:cubicBezTo>
                    <a:pt x="5609" y="3868"/>
                    <a:pt x="5798" y="4215"/>
                    <a:pt x="5798" y="4593"/>
                  </a:cubicBezTo>
                  <a:cubicBezTo>
                    <a:pt x="5798" y="5286"/>
                    <a:pt x="5262" y="5822"/>
                    <a:pt x="4537" y="5822"/>
                  </a:cubicBezTo>
                  <a:cubicBezTo>
                    <a:pt x="4317" y="5822"/>
                    <a:pt x="4159" y="6011"/>
                    <a:pt x="4159" y="6263"/>
                  </a:cubicBezTo>
                  <a:cubicBezTo>
                    <a:pt x="4159" y="6483"/>
                    <a:pt x="4348" y="6704"/>
                    <a:pt x="4537" y="6704"/>
                  </a:cubicBezTo>
                  <a:cubicBezTo>
                    <a:pt x="5672" y="6704"/>
                    <a:pt x="6617" y="5727"/>
                    <a:pt x="6617" y="4593"/>
                  </a:cubicBezTo>
                  <a:cubicBezTo>
                    <a:pt x="6617" y="3931"/>
                    <a:pt x="6302" y="3333"/>
                    <a:pt x="5798" y="2955"/>
                  </a:cubicBezTo>
                  <a:cubicBezTo>
                    <a:pt x="5042" y="2388"/>
                    <a:pt x="4317" y="1726"/>
                    <a:pt x="3750" y="907"/>
                  </a:cubicBezTo>
                  <a:lnTo>
                    <a:pt x="3277" y="182"/>
                  </a:lnTo>
                  <a:cubicBezTo>
                    <a:pt x="3184" y="65"/>
                    <a:pt x="3073" y="1"/>
                    <a:pt x="294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51" name="Google Shape;9751;p72"/>
            <p:cNvSpPr/>
            <p:nvPr/>
          </p:nvSpPr>
          <p:spPr>
            <a:xfrm>
              <a:off x="-8965275" y="3264575"/>
              <a:ext cx="229100" cy="267525"/>
            </a:xfrm>
            <a:custGeom>
              <a:avLst/>
              <a:gdLst/>
              <a:ahLst/>
              <a:cxnLst/>
              <a:rect l="l" t="t" r="r" b="b"/>
              <a:pathLst>
                <a:path w="9164" h="10701" extrusionOk="0">
                  <a:moveTo>
                    <a:pt x="8747" y="0"/>
                  </a:moveTo>
                  <a:cubicBezTo>
                    <a:pt x="8709" y="0"/>
                    <a:pt x="8671" y="7"/>
                    <a:pt x="8633" y="21"/>
                  </a:cubicBezTo>
                  <a:lnTo>
                    <a:pt x="2804" y="1659"/>
                  </a:lnTo>
                  <a:cubicBezTo>
                    <a:pt x="2584" y="1690"/>
                    <a:pt x="2489" y="1848"/>
                    <a:pt x="2489" y="2069"/>
                  </a:cubicBezTo>
                  <a:lnTo>
                    <a:pt x="2489" y="7645"/>
                  </a:lnTo>
                  <a:cubicBezTo>
                    <a:pt x="2237" y="7487"/>
                    <a:pt x="1985" y="7424"/>
                    <a:pt x="1670" y="7424"/>
                  </a:cubicBezTo>
                  <a:cubicBezTo>
                    <a:pt x="757" y="7424"/>
                    <a:pt x="1" y="8149"/>
                    <a:pt x="1" y="9063"/>
                  </a:cubicBezTo>
                  <a:cubicBezTo>
                    <a:pt x="1" y="9976"/>
                    <a:pt x="757" y="10701"/>
                    <a:pt x="1670" y="10701"/>
                  </a:cubicBezTo>
                  <a:cubicBezTo>
                    <a:pt x="2552" y="10701"/>
                    <a:pt x="3309" y="9976"/>
                    <a:pt x="3309" y="9063"/>
                  </a:cubicBezTo>
                  <a:lnTo>
                    <a:pt x="3309" y="3990"/>
                  </a:lnTo>
                  <a:lnTo>
                    <a:pt x="8318" y="2573"/>
                  </a:lnTo>
                  <a:lnTo>
                    <a:pt x="8318" y="5944"/>
                  </a:lnTo>
                  <a:cubicBezTo>
                    <a:pt x="8066" y="5786"/>
                    <a:pt x="7814" y="5723"/>
                    <a:pt x="7499" y="5723"/>
                  </a:cubicBezTo>
                  <a:cubicBezTo>
                    <a:pt x="6585" y="5723"/>
                    <a:pt x="5829" y="6448"/>
                    <a:pt x="5829" y="7361"/>
                  </a:cubicBezTo>
                  <a:cubicBezTo>
                    <a:pt x="5829" y="8275"/>
                    <a:pt x="6585" y="9031"/>
                    <a:pt x="7499" y="9031"/>
                  </a:cubicBezTo>
                  <a:cubicBezTo>
                    <a:pt x="8381" y="9031"/>
                    <a:pt x="9137" y="8275"/>
                    <a:pt x="9137" y="7361"/>
                  </a:cubicBezTo>
                  <a:lnTo>
                    <a:pt x="9137" y="367"/>
                  </a:lnTo>
                  <a:cubicBezTo>
                    <a:pt x="9164" y="207"/>
                    <a:pt x="8963" y="0"/>
                    <a:pt x="87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752" name="Google Shape;9752;p72"/>
          <p:cNvGrpSpPr/>
          <p:nvPr/>
        </p:nvGrpSpPr>
        <p:grpSpPr>
          <a:xfrm>
            <a:off x="8324373" y="4489710"/>
            <a:ext cx="336371" cy="473935"/>
            <a:chOff x="-9039300" y="3614000"/>
            <a:chExt cx="250475" cy="352875"/>
          </a:xfrm>
        </p:grpSpPr>
        <p:sp>
          <p:nvSpPr>
            <p:cNvPr id="9753" name="Google Shape;9753;p72"/>
            <p:cNvSpPr/>
            <p:nvPr/>
          </p:nvSpPr>
          <p:spPr>
            <a:xfrm>
              <a:off x="-8944000" y="3614000"/>
              <a:ext cx="63025" cy="63025"/>
            </a:xfrm>
            <a:custGeom>
              <a:avLst/>
              <a:gdLst/>
              <a:ahLst/>
              <a:cxnLst/>
              <a:rect l="l" t="t" r="r" b="b"/>
              <a:pathLst>
                <a:path w="2521" h="2521" extrusionOk="0">
                  <a:moveTo>
                    <a:pt x="1260" y="0"/>
                  </a:moveTo>
                  <a:cubicBezTo>
                    <a:pt x="567" y="0"/>
                    <a:pt x="0" y="567"/>
                    <a:pt x="0" y="1261"/>
                  </a:cubicBezTo>
                  <a:cubicBezTo>
                    <a:pt x="0" y="1954"/>
                    <a:pt x="567" y="2521"/>
                    <a:pt x="1260" y="2521"/>
                  </a:cubicBezTo>
                  <a:cubicBezTo>
                    <a:pt x="1985" y="2521"/>
                    <a:pt x="2521" y="1954"/>
                    <a:pt x="2521" y="1261"/>
                  </a:cubicBezTo>
                  <a:cubicBezTo>
                    <a:pt x="2521" y="567"/>
                    <a:pt x="1985" y="0"/>
                    <a:pt x="126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54" name="Google Shape;9754;p72"/>
            <p:cNvSpPr/>
            <p:nvPr/>
          </p:nvSpPr>
          <p:spPr>
            <a:xfrm>
              <a:off x="-9039300" y="3696700"/>
              <a:ext cx="250475" cy="270175"/>
            </a:xfrm>
            <a:custGeom>
              <a:avLst/>
              <a:gdLst/>
              <a:ahLst/>
              <a:cxnLst/>
              <a:rect l="l" t="t" r="r" b="b"/>
              <a:pathLst>
                <a:path w="10019" h="10807" extrusionOk="0">
                  <a:moveTo>
                    <a:pt x="914" y="0"/>
                  </a:moveTo>
                  <a:cubicBezTo>
                    <a:pt x="473" y="32"/>
                    <a:pt x="126" y="410"/>
                    <a:pt x="126" y="883"/>
                  </a:cubicBezTo>
                  <a:cubicBezTo>
                    <a:pt x="126" y="1355"/>
                    <a:pt x="473" y="1702"/>
                    <a:pt x="945" y="1702"/>
                  </a:cubicBezTo>
                  <a:lnTo>
                    <a:pt x="4253" y="1702"/>
                  </a:lnTo>
                  <a:lnTo>
                    <a:pt x="4253" y="4033"/>
                  </a:lnTo>
                  <a:lnTo>
                    <a:pt x="441" y="6868"/>
                  </a:lnTo>
                  <a:cubicBezTo>
                    <a:pt x="95" y="7120"/>
                    <a:pt x="0" y="7656"/>
                    <a:pt x="284" y="8003"/>
                  </a:cubicBezTo>
                  <a:cubicBezTo>
                    <a:pt x="453" y="8210"/>
                    <a:pt x="713" y="8327"/>
                    <a:pt x="962" y="8327"/>
                  </a:cubicBezTo>
                  <a:cubicBezTo>
                    <a:pt x="1129" y="8327"/>
                    <a:pt x="1291" y="8274"/>
                    <a:pt x="1418" y="8160"/>
                  </a:cubicBezTo>
                  <a:lnTo>
                    <a:pt x="4222" y="6018"/>
                  </a:lnTo>
                  <a:lnTo>
                    <a:pt x="4222" y="9956"/>
                  </a:lnTo>
                  <a:cubicBezTo>
                    <a:pt x="4222" y="10428"/>
                    <a:pt x="4568" y="10807"/>
                    <a:pt x="5041" y="10807"/>
                  </a:cubicBezTo>
                  <a:cubicBezTo>
                    <a:pt x="5513" y="10807"/>
                    <a:pt x="5860" y="10460"/>
                    <a:pt x="5860" y="9956"/>
                  </a:cubicBezTo>
                  <a:lnTo>
                    <a:pt x="5860" y="1670"/>
                  </a:lnTo>
                  <a:lnTo>
                    <a:pt x="9168" y="1670"/>
                  </a:lnTo>
                  <a:cubicBezTo>
                    <a:pt x="9641" y="1670"/>
                    <a:pt x="10019" y="1292"/>
                    <a:pt x="10019" y="820"/>
                  </a:cubicBezTo>
                  <a:cubicBezTo>
                    <a:pt x="10019" y="347"/>
                    <a:pt x="9641" y="0"/>
                    <a:pt x="916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755" name="Google Shape;9755;p72"/>
          <p:cNvGrpSpPr/>
          <p:nvPr/>
        </p:nvGrpSpPr>
        <p:grpSpPr>
          <a:xfrm>
            <a:off x="10633662" y="4519362"/>
            <a:ext cx="472847" cy="472893"/>
            <a:chOff x="-9088150" y="4049550"/>
            <a:chExt cx="352100" cy="352100"/>
          </a:xfrm>
        </p:grpSpPr>
        <p:sp>
          <p:nvSpPr>
            <p:cNvPr id="9756" name="Google Shape;9756;p72"/>
            <p:cNvSpPr/>
            <p:nvPr/>
          </p:nvSpPr>
          <p:spPr>
            <a:xfrm>
              <a:off x="-9047975" y="4049550"/>
              <a:ext cx="290650" cy="165425"/>
            </a:xfrm>
            <a:custGeom>
              <a:avLst/>
              <a:gdLst/>
              <a:ahLst/>
              <a:cxnLst/>
              <a:rect l="l" t="t" r="r" b="b"/>
              <a:pathLst>
                <a:path w="11626" h="6617" extrusionOk="0">
                  <a:moveTo>
                    <a:pt x="473" y="1"/>
                  </a:moveTo>
                  <a:cubicBezTo>
                    <a:pt x="316" y="1"/>
                    <a:pt x="158" y="64"/>
                    <a:pt x="64" y="221"/>
                  </a:cubicBezTo>
                  <a:cubicBezTo>
                    <a:pt x="1" y="379"/>
                    <a:pt x="32" y="536"/>
                    <a:pt x="158" y="662"/>
                  </a:cubicBezTo>
                  <a:lnTo>
                    <a:pt x="3340" y="4317"/>
                  </a:lnTo>
                  <a:lnTo>
                    <a:pt x="3340" y="2048"/>
                  </a:lnTo>
                  <a:cubicBezTo>
                    <a:pt x="3340" y="1796"/>
                    <a:pt x="3529" y="1639"/>
                    <a:pt x="3781" y="1639"/>
                  </a:cubicBezTo>
                  <a:cubicBezTo>
                    <a:pt x="4002" y="1639"/>
                    <a:pt x="4159" y="1859"/>
                    <a:pt x="4159" y="2048"/>
                  </a:cubicBezTo>
                  <a:lnTo>
                    <a:pt x="4159" y="5262"/>
                  </a:lnTo>
                  <a:lnTo>
                    <a:pt x="5325" y="6617"/>
                  </a:lnTo>
                  <a:lnTo>
                    <a:pt x="10744" y="6617"/>
                  </a:lnTo>
                  <a:cubicBezTo>
                    <a:pt x="11311" y="6112"/>
                    <a:pt x="11626" y="5356"/>
                    <a:pt x="11626" y="4537"/>
                  </a:cubicBezTo>
                  <a:cubicBezTo>
                    <a:pt x="11626" y="2899"/>
                    <a:pt x="10303" y="1607"/>
                    <a:pt x="8727" y="1607"/>
                  </a:cubicBezTo>
                  <a:lnTo>
                    <a:pt x="7751" y="1607"/>
                  </a:lnTo>
                  <a:cubicBezTo>
                    <a:pt x="7436" y="1607"/>
                    <a:pt x="7121" y="1481"/>
                    <a:pt x="6900" y="1261"/>
                  </a:cubicBezTo>
                  <a:lnTo>
                    <a:pt x="6207" y="599"/>
                  </a:lnTo>
                  <a:cubicBezTo>
                    <a:pt x="5829" y="190"/>
                    <a:pt x="5325" y="1"/>
                    <a:pt x="475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57" name="Google Shape;9757;p72"/>
            <p:cNvSpPr/>
            <p:nvPr/>
          </p:nvSpPr>
          <p:spPr>
            <a:xfrm>
              <a:off x="-8964475" y="4157450"/>
              <a:ext cx="20500" cy="57525"/>
            </a:xfrm>
            <a:custGeom>
              <a:avLst/>
              <a:gdLst/>
              <a:ahLst/>
              <a:cxnLst/>
              <a:rect l="l" t="t" r="r" b="b"/>
              <a:pathLst>
                <a:path w="820" h="2301" extrusionOk="0">
                  <a:moveTo>
                    <a:pt x="0" y="1"/>
                  </a:moveTo>
                  <a:lnTo>
                    <a:pt x="0" y="2301"/>
                  </a:lnTo>
                  <a:lnTo>
                    <a:pt x="819" y="2301"/>
                  </a:lnTo>
                  <a:lnTo>
                    <a:pt x="819" y="946"/>
                  </a:lnTo>
                  <a:lnTo>
                    <a:pt x="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58" name="Google Shape;9758;p72"/>
            <p:cNvSpPr/>
            <p:nvPr/>
          </p:nvSpPr>
          <p:spPr>
            <a:xfrm>
              <a:off x="-9088150" y="4235425"/>
              <a:ext cx="352100" cy="82725"/>
            </a:xfrm>
            <a:custGeom>
              <a:avLst/>
              <a:gdLst/>
              <a:ahLst/>
              <a:cxnLst/>
              <a:rect l="l" t="t" r="r" b="b"/>
              <a:pathLst>
                <a:path w="14084" h="3309" extrusionOk="0">
                  <a:moveTo>
                    <a:pt x="2868" y="1"/>
                  </a:moveTo>
                  <a:cubicBezTo>
                    <a:pt x="2206" y="1"/>
                    <a:pt x="1639" y="568"/>
                    <a:pt x="1639" y="1229"/>
                  </a:cubicBezTo>
                  <a:lnTo>
                    <a:pt x="1639" y="1670"/>
                  </a:lnTo>
                  <a:lnTo>
                    <a:pt x="820" y="1670"/>
                  </a:lnTo>
                  <a:cubicBezTo>
                    <a:pt x="347" y="1670"/>
                    <a:pt x="1" y="2017"/>
                    <a:pt x="1" y="2490"/>
                  </a:cubicBezTo>
                  <a:lnTo>
                    <a:pt x="1" y="2868"/>
                  </a:lnTo>
                  <a:cubicBezTo>
                    <a:pt x="1" y="3120"/>
                    <a:pt x="190" y="3309"/>
                    <a:pt x="379" y="3309"/>
                  </a:cubicBezTo>
                  <a:lnTo>
                    <a:pt x="13264" y="3309"/>
                  </a:lnTo>
                  <a:cubicBezTo>
                    <a:pt x="13737" y="3309"/>
                    <a:pt x="14083" y="2962"/>
                    <a:pt x="14083" y="2490"/>
                  </a:cubicBezTo>
                  <a:lnTo>
                    <a:pt x="14083" y="410"/>
                  </a:lnTo>
                  <a:cubicBezTo>
                    <a:pt x="14083" y="158"/>
                    <a:pt x="13894" y="1"/>
                    <a:pt x="1364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59" name="Google Shape;9759;p72"/>
            <p:cNvSpPr/>
            <p:nvPr/>
          </p:nvSpPr>
          <p:spPr>
            <a:xfrm>
              <a:off x="-9064525" y="4338600"/>
              <a:ext cx="53600" cy="63050"/>
            </a:xfrm>
            <a:custGeom>
              <a:avLst/>
              <a:gdLst/>
              <a:ahLst/>
              <a:cxnLst/>
              <a:rect l="l" t="t" r="r" b="b"/>
              <a:pathLst>
                <a:path w="2144" h="2522" extrusionOk="0">
                  <a:moveTo>
                    <a:pt x="1" y="1"/>
                  </a:moveTo>
                  <a:lnTo>
                    <a:pt x="253" y="2175"/>
                  </a:lnTo>
                  <a:cubicBezTo>
                    <a:pt x="316" y="2364"/>
                    <a:pt x="473" y="2521"/>
                    <a:pt x="663" y="2521"/>
                  </a:cubicBezTo>
                  <a:lnTo>
                    <a:pt x="1482" y="2521"/>
                  </a:lnTo>
                  <a:cubicBezTo>
                    <a:pt x="1671" y="2521"/>
                    <a:pt x="1891" y="2364"/>
                    <a:pt x="1891" y="2175"/>
                  </a:cubicBezTo>
                  <a:lnTo>
                    <a:pt x="214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60" name="Google Shape;9760;p72"/>
            <p:cNvSpPr/>
            <p:nvPr/>
          </p:nvSpPr>
          <p:spPr>
            <a:xfrm>
              <a:off x="-8898325" y="4338600"/>
              <a:ext cx="54375" cy="63050"/>
            </a:xfrm>
            <a:custGeom>
              <a:avLst/>
              <a:gdLst/>
              <a:ahLst/>
              <a:cxnLst/>
              <a:rect l="l" t="t" r="r" b="b"/>
              <a:pathLst>
                <a:path w="2175" h="2522" extrusionOk="0">
                  <a:moveTo>
                    <a:pt x="0" y="1"/>
                  </a:moveTo>
                  <a:lnTo>
                    <a:pt x="284" y="2175"/>
                  </a:lnTo>
                  <a:cubicBezTo>
                    <a:pt x="284" y="2364"/>
                    <a:pt x="473" y="2521"/>
                    <a:pt x="662" y="2521"/>
                  </a:cubicBezTo>
                  <a:lnTo>
                    <a:pt x="1481" y="2521"/>
                  </a:lnTo>
                  <a:cubicBezTo>
                    <a:pt x="1702" y="2521"/>
                    <a:pt x="1891" y="2364"/>
                    <a:pt x="1891" y="2175"/>
                  </a:cubicBezTo>
                  <a:lnTo>
                    <a:pt x="217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61" name="Google Shape;9761;p72"/>
            <p:cNvSpPr/>
            <p:nvPr/>
          </p:nvSpPr>
          <p:spPr>
            <a:xfrm>
              <a:off x="-8814850" y="4338600"/>
              <a:ext cx="54375" cy="63050"/>
            </a:xfrm>
            <a:custGeom>
              <a:avLst/>
              <a:gdLst/>
              <a:ahLst/>
              <a:cxnLst/>
              <a:rect l="l" t="t" r="r" b="b"/>
              <a:pathLst>
                <a:path w="2175" h="2522" extrusionOk="0">
                  <a:moveTo>
                    <a:pt x="1" y="1"/>
                  </a:moveTo>
                  <a:lnTo>
                    <a:pt x="285" y="2175"/>
                  </a:lnTo>
                  <a:cubicBezTo>
                    <a:pt x="285" y="2364"/>
                    <a:pt x="442" y="2521"/>
                    <a:pt x="663" y="2521"/>
                  </a:cubicBezTo>
                  <a:lnTo>
                    <a:pt x="1513" y="2521"/>
                  </a:lnTo>
                  <a:cubicBezTo>
                    <a:pt x="1702" y="2521"/>
                    <a:pt x="1891" y="2364"/>
                    <a:pt x="1891" y="2175"/>
                  </a:cubicBezTo>
                  <a:lnTo>
                    <a:pt x="2175"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9762" name="Google Shape;9762;p72"/>
          <p:cNvGrpSpPr/>
          <p:nvPr/>
        </p:nvGrpSpPr>
        <p:grpSpPr>
          <a:xfrm>
            <a:off x="9479481" y="3855672"/>
            <a:ext cx="421009" cy="472893"/>
            <a:chOff x="-8191825" y="3174500"/>
            <a:chExt cx="313500" cy="352100"/>
          </a:xfrm>
        </p:grpSpPr>
        <p:sp>
          <p:nvSpPr>
            <p:cNvPr id="9763" name="Google Shape;9763;p72"/>
            <p:cNvSpPr/>
            <p:nvPr/>
          </p:nvSpPr>
          <p:spPr>
            <a:xfrm>
              <a:off x="-8191825" y="3486400"/>
              <a:ext cx="310350" cy="40200"/>
            </a:xfrm>
            <a:custGeom>
              <a:avLst/>
              <a:gdLst/>
              <a:ahLst/>
              <a:cxnLst/>
              <a:rect l="l" t="t" r="r" b="b"/>
              <a:pathLst>
                <a:path w="12414" h="1608" extrusionOk="0">
                  <a:moveTo>
                    <a:pt x="0" y="1"/>
                  </a:moveTo>
                  <a:lnTo>
                    <a:pt x="0" y="1229"/>
                  </a:lnTo>
                  <a:lnTo>
                    <a:pt x="63" y="1229"/>
                  </a:lnTo>
                  <a:cubicBezTo>
                    <a:pt x="63" y="1450"/>
                    <a:pt x="252" y="1607"/>
                    <a:pt x="441" y="1607"/>
                  </a:cubicBezTo>
                  <a:lnTo>
                    <a:pt x="12035" y="1607"/>
                  </a:lnTo>
                  <a:cubicBezTo>
                    <a:pt x="12256" y="1607"/>
                    <a:pt x="12413" y="1418"/>
                    <a:pt x="12413" y="1229"/>
                  </a:cubicBezTo>
                  <a:lnTo>
                    <a:pt x="1241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64" name="Google Shape;9764;p72"/>
            <p:cNvSpPr/>
            <p:nvPr/>
          </p:nvSpPr>
          <p:spPr>
            <a:xfrm>
              <a:off x="-8188675" y="3318650"/>
              <a:ext cx="310350" cy="146500"/>
            </a:xfrm>
            <a:custGeom>
              <a:avLst/>
              <a:gdLst/>
              <a:ahLst/>
              <a:cxnLst/>
              <a:rect l="l" t="t" r="r" b="b"/>
              <a:pathLst>
                <a:path w="12414" h="5860" extrusionOk="0">
                  <a:moveTo>
                    <a:pt x="5199" y="0"/>
                  </a:moveTo>
                  <a:lnTo>
                    <a:pt x="4096" y="2237"/>
                  </a:lnTo>
                  <a:cubicBezTo>
                    <a:pt x="4024" y="2404"/>
                    <a:pt x="3863" y="2481"/>
                    <a:pt x="3706" y="2481"/>
                  </a:cubicBezTo>
                  <a:cubicBezTo>
                    <a:pt x="3656" y="2481"/>
                    <a:pt x="3606" y="2473"/>
                    <a:pt x="3560" y="2457"/>
                  </a:cubicBezTo>
                  <a:cubicBezTo>
                    <a:pt x="3371" y="2331"/>
                    <a:pt x="3277" y="2111"/>
                    <a:pt x="3371" y="1890"/>
                  </a:cubicBezTo>
                  <a:lnTo>
                    <a:pt x="4222" y="126"/>
                  </a:lnTo>
                  <a:lnTo>
                    <a:pt x="4222" y="126"/>
                  </a:lnTo>
                  <a:cubicBezTo>
                    <a:pt x="1828" y="630"/>
                    <a:pt x="0" y="2836"/>
                    <a:pt x="0" y="5450"/>
                  </a:cubicBezTo>
                  <a:lnTo>
                    <a:pt x="0" y="5860"/>
                  </a:lnTo>
                  <a:lnTo>
                    <a:pt x="12413" y="5860"/>
                  </a:lnTo>
                  <a:lnTo>
                    <a:pt x="12413" y="5450"/>
                  </a:lnTo>
                  <a:cubicBezTo>
                    <a:pt x="12319" y="2836"/>
                    <a:pt x="10523" y="630"/>
                    <a:pt x="8129" y="126"/>
                  </a:cubicBezTo>
                  <a:lnTo>
                    <a:pt x="8129" y="126"/>
                  </a:lnTo>
                  <a:lnTo>
                    <a:pt x="8979" y="1890"/>
                  </a:lnTo>
                  <a:cubicBezTo>
                    <a:pt x="9105" y="2111"/>
                    <a:pt x="8979" y="2331"/>
                    <a:pt x="8790" y="2457"/>
                  </a:cubicBezTo>
                  <a:cubicBezTo>
                    <a:pt x="8741" y="2482"/>
                    <a:pt x="8685" y="2494"/>
                    <a:pt x="8628" y="2494"/>
                  </a:cubicBezTo>
                  <a:cubicBezTo>
                    <a:pt x="8468" y="2494"/>
                    <a:pt x="8301" y="2400"/>
                    <a:pt x="8255" y="2237"/>
                  </a:cubicBezTo>
                  <a:lnTo>
                    <a:pt x="7152" y="0"/>
                  </a:lnTo>
                  <a:lnTo>
                    <a:pt x="6585" y="0"/>
                  </a:lnTo>
                  <a:lnTo>
                    <a:pt x="6585" y="2899"/>
                  </a:lnTo>
                  <a:cubicBezTo>
                    <a:pt x="6585" y="3119"/>
                    <a:pt x="6396" y="3308"/>
                    <a:pt x="6207" y="3308"/>
                  </a:cubicBezTo>
                  <a:cubicBezTo>
                    <a:pt x="5955" y="3308"/>
                    <a:pt x="5797" y="3119"/>
                    <a:pt x="5797" y="2899"/>
                  </a:cubicBezTo>
                  <a:lnTo>
                    <a:pt x="579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9765" name="Google Shape;9765;p72"/>
            <p:cNvSpPr/>
            <p:nvPr/>
          </p:nvSpPr>
          <p:spPr>
            <a:xfrm>
              <a:off x="-8169775" y="3174500"/>
              <a:ext cx="267825" cy="129975"/>
            </a:xfrm>
            <a:custGeom>
              <a:avLst/>
              <a:gdLst/>
              <a:ahLst/>
              <a:cxnLst/>
              <a:rect l="l" t="t" r="r" b="b"/>
              <a:pathLst>
                <a:path w="10713" h="5199" extrusionOk="0">
                  <a:moveTo>
                    <a:pt x="1639" y="1"/>
                  </a:moveTo>
                  <a:cubicBezTo>
                    <a:pt x="757" y="1"/>
                    <a:pt x="1" y="725"/>
                    <a:pt x="1" y="1639"/>
                  </a:cubicBezTo>
                  <a:lnTo>
                    <a:pt x="1" y="2080"/>
                  </a:lnTo>
                  <a:cubicBezTo>
                    <a:pt x="1" y="2301"/>
                    <a:pt x="190" y="2521"/>
                    <a:pt x="379" y="2521"/>
                  </a:cubicBezTo>
                  <a:lnTo>
                    <a:pt x="2521" y="2521"/>
                  </a:lnTo>
                  <a:lnTo>
                    <a:pt x="3057" y="5199"/>
                  </a:lnTo>
                  <a:cubicBezTo>
                    <a:pt x="3529" y="5073"/>
                    <a:pt x="4002" y="4978"/>
                    <a:pt x="4537" y="4978"/>
                  </a:cubicBezTo>
                  <a:lnTo>
                    <a:pt x="6176" y="4978"/>
                  </a:lnTo>
                  <a:cubicBezTo>
                    <a:pt x="6680" y="4978"/>
                    <a:pt x="7152" y="5073"/>
                    <a:pt x="7625" y="5199"/>
                  </a:cubicBezTo>
                  <a:lnTo>
                    <a:pt x="8192" y="2521"/>
                  </a:lnTo>
                  <a:lnTo>
                    <a:pt x="10303" y="2521"/>
                  </a:lnTo>
                  <a:cubicBezTo>
                    <a:pt x="10555" y="2521"/>
                    <a:pt x="10712" y="2301"/>
                    <a:pt x="10712" y="2080"/>
                  </a:cubicBezTo>
                  <a:lnTo>
                    <a:pt x="10712" y="1639"/>
                  </a:lnTo>
                  <a:cubicBezTo>
                    <a:pt x="10712" y="725"/>
                    <a:pt x="9956" y="1"/>
                    <a:pt x="9042" y="1"/>
                  </a:cubicBezTo>
                  <a:cubicBezTo>
                    <a:pt x="8160" y="1"/>
                    <a:pt x="7404" y="725"/>
                    <a:pt x="7404" y="1639"/>
                  </a:cubicBezTo>
                  <a:lnTo>
                    <a:pt x="7310" y="1639"/>
                  </a:lnTo>
                  <a:cubicBezTo>
                    <a:pt x="6617" y="1639"/>
                    <a:pt x="5892" y="1891"/>
                    <a:pt x="5325" y="2364"/>
                  </a:cubicBezTo>
                  <a:cubicBezTo>
                    <a:pt x="4852" y="1891"/>
                    <a:pt x="4128" y="1639"/>
                    <a:pt x="3372" y="1639"/>
                  </a:cubicBezTo>
                  <a:lnTo>
                    <a:pt x="3309" y="1639"/>
                  </a:lnTo>
                  <a:cubicBezTo>
                    <a:pt x="3309" y="725"/>
                    <a:pt x="2552" y="1"/>
                    <a:pt x="163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592" name="Dikdörtgen 591"/>
          <p:cNvSpPr/>
          <p:nvPr/>
        </p:nvSpPr>
        <p:spPr>
          <a:xfrm>
            <a:off x="-27447" y="-9813"/>
            <a:ext cx="10911016" cy="1077218"/>
          </a:xfrm>
          <a:prstGeom prst="rect">
            <a:avLst/>
          </a:prstGeom>
        </p:spPr>
        <p:txBody>
          <a:bodyPr wrap="square">
            <a:spAutoFit/>
          </a:bodyPr>
          <a:lstStyle/>
          <a:p>
            <a:pPr fontAlgn="ctr">
              <a:defRPr/>
            </a:pPr>
            <a:r>
              <a:rPr lang="tr-TR" sz="3200" b="1" noProof="1">
                <a:cs typeface="Helvetica" panose="020B0604020202020204" pitchFamily="34" charset="0"/>
                <a:sym typeface="Flama Ziraat Medium" charset="0"/>
              </a:rPr>
              <a:t>Sunumlarda Kullanılabilecek Çeşitli Şekiller</a:t>
            </a:r>
          </a:p>
          <a:p>
            <a:pPr fontAlgn="ctr">
              <a:defRPr/>
            </a:pPr>
            <a:r>
              <a:rPr lang="tr-TR" sz="3200" b="1" i="1" noProof="1">
                <a:solidFill>
                  <a:srgbClr val="C00000"/>
                </a:solidFill>
                <a:cs typeface="Helvetica" panose="020B0604020202020204" pitchFamily="34" charset="0"/>
                <a:sym typeface="Flama Ziraat Medium" charset="0"/>
              </a:rPr>
              <a:t>Hepsi Farklı Renklerde Boyanabilir ya da Değiştirilebilirdir…</a:t>
            </a:r>
          </a:p>
        </p:txBody>
      </p:sp>
    </p:spTree>
    <p:extLst>
      <p:ext uri="{BB962C8B-B14F-4D97-AF65-F5344CB8AC3E}">
        <p14:creationId xmlns:p14="http://schemas.microsoft.com/office/powerpoint/2010/main" val="5781198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090"/>
        <p:cNvGrpSpPr/>
        <p:nvPr/>
      </p:nvGrpSpPr>
      <p:grpSpPr>
        <a:xfrm>
          <a:off x="0" y="0"/>
          <a:ext cx="0" cy="0"/>
          <a:chOff x="0" y="0"/>
          <a:chExt cx="0" cy="0"/>
        </a:xfrm>
      </p:grpSpPr>
      <p:sp>
        <p:nvSpPr>
          <p:cNvPr id="10091" name="Google Shape;10091;p74"/>
          <p:cNvSpPr txBox="1">
            <a:spLocks noGrp="1"/>
          </p:cNvSpPr>
          <p:nvPr>
            <p:ph type="title" idx="4294967295"/>
          </p:nvPr>
        </p:nvSpPr>
        <p:spPr>
          <a:xfrm>
            <a:off x="1424133" y="1244600"/>
            <a:ext cx="9396400" cy="643200"/>
          </a:xfrm>
          <a:prstGeom prst="rect">
            <a:avLst/>
          </a:prstGeom>
        </p:spPr>
        <p:txBody>
          <a:bodyPr spcFirstLastPara="1" vert="horz" wrap="square" lIns="121900" tIns="121900" rIns="121900" bIns="121900" rtlCol="0" anchor="t" anchorCtr="0">
            <a:noAutofit/>
          </a:bodyPr>
          <a:lstStyle/>
          <a:p>
            <a:pPr algn="ctr">
              <a:spcBef>
                <a:spcPts val="0"/>
              </a:spcBef>
              <a:buClr>
                <a:srgbClr val="000000"/>
              </a:buClr>
              <a:buSzPts val="1100"/>
            </a:pPr>
            <a:r>
              <a:rPr lang="en">
                <a:solidFill>
                  <a:srgbClr val="FFFFFF"/>
                </a:solidFill>
                <a:latin typeface="Arial"/>
                <a:ea typeface="Arial"/>
                <a:cs typeface="Arial"/>
                <a:sym typeface="Arial"/>
              </a:rPr>
              <a:t>SEO &amp; Marketing Icons</a:t>
            </a:r>
            <a:endParaRPr>
              <a:solidFill>
                <a:srgbClr val="FFFFFF"/>
              </a:solidFill>
              <a:latin typeface="Arial"/>
              <a:ea typeface="Arial"/>
              <a:cs typeface="Arial"/>
              <a:sym typeface="Arial"/>
            </a:endParaRPr>
          </a:p>
        </p:txBody>
      </p:sp>
      <p:grpSp>
        <p:nvGrpSpPr>
          <p:cNvPr id="10092" name="Google Shape;10092;p74"/>
          <p:cNvGrpSpPr/>
          <p:nvPr/>
        </p:nvGrpSpPr>
        <p:grpSpPr>
          <a:xfrm>
            <a:off x="1127869" y="2252322"/>
            <a:ext cx="589783" cy="559497"/>
            <a:chOff x="-6696925" y="3272575"/>
            <a:chExt cx="307200" cy="291425"/>
          </a:xfrm>
        </p:grpSpPr>
        <p:sp>
          <p:nvSpPr>
            <p:cNvPr id="10093" name="Google Shape;10093;p74"/>
            <p:cNvSpPr/>
            <p:nvPr/>
          </p:nvSpPr>
          <p:spPr>
            <a:xfrm>
              <a:off x="-6696925" y="3371400"/>
              <a:ext cx="220575" cy="192600"/>
            </a:xfrm>
            <a:custGeom>
              <a:avLst/>
              <a:gdLst/>
              <a:ahLst/>
              <a:cxnLst/>
              <a:rect l="l" t="t" r="r" b="b"/>
              <a:pathLst>
                <a:path w="8823" h="7704" extrusionOk="0">
                  <a:moveTo>
                    <a:pt x="7531" y="1"/>
                  </a:moveTo>
                  <a:lnTo>
                    <a:pt x="6333" y="1167"/>
                  </a:lnTo>
                  <a:cubicBezTo>
                    <a:pt x="6207" y="1293"/>
                    <a:pt x="6207" y="1513"/>
                    <a:pt x="6333" y="1639"/>
                  </a:cubicBezTo>
                  <a:cubicBezTo>
                    <a:pt x="6743" y="2017"/>
                    <a:pt x="6743" y="2710"/>
                    <a:pt x="6333" y="3088"/>
                  </a:cubicBezTo>
                  <a:lnTo>
                    <a:pt x="4096" y="5325"/>
                  </a:lnTo>
                  <a:cubicBezTo>
                    <a:pt x="3892" y="5530"/>
                    <a:pt x="3624" y="5632"/>
                    <a:pt x="3360" y="5632"/>
                  </a:cubicBezTo>
                  <a:cubicBezTo>
                    <a:pt x="3096" y="5632"/>
                    <a:pt x="2836" y="5530"/>
                    <a:pt x="2647" y="5325"/>
                  </a:cubicBezTo>
                  <a:cubicBezTo>
                    <a:pt x="2238" y="4947"/>
                    <a:pt x="2238" y="4286"/>
                    <a:pt x="2647" y="3876"/>
                  </a:cubicBezTo>
                  <a:lnTo>
                    <a:pt x="3309" y="3214"/>
                  </a:lnTo>
                  <a:cubicBezTo>
                    <a:pt x="2994" y="2679"/>
                    <a:pt x="2836" y="2017"/>
                    <a:pt x="2836" y="1387"/>
                  </a:cubicBezTo>
                  <a:cubicBezTo>
                    <a:pt x="2836" y="1167"/>
                    <a:pt x="2868" y="978"/>
                    <a:pt x="2899" y="726"/>
                  </a:cubicBezTo>
                  <a:lnTo>
                    <a:pt x="2899" y="726"/>
                  </a:lnTo>
                  <a:lnTo>
                    <a:pt x="1230" y="2427"/>
                  </a:lnTo>
                  <a:cubicBezTo>
                    <a:pt x="1" y="3592"/>
                    <a:pt x="1" y="5577"/>
                    <a:pt x="1230" y="6806"/>
                  </a:cubicBezTo>
                  <a:cubicBezTo>
                    <a:pt x="1820" y="7396"/>
                    <a:pt x="2621" y="7704"/>
                    <a:pt x="3423" y="7704"/>
                  </a:cubicBezTo>
                  <a:cubicBezTo>
                    <a:pt x="4204" y="7704"/>
                    <a:pt x="4986" y="7412"/>
                    <a:pt x="5577" y="6806"/>
                  </a:cubicBezTo>
                  <a:cubicBezTo>
                    <a:pt x="7531" y="4884"/>
                    <a:pt x="8003" y="4506"/>
                    <a:pt x="8350" y="3813"/>
                  </a:cubicBezTo>
                  <a:cubicBezTo>
                    <a:pt x="8822" y="2994"/>
                    <a:pt x="8822" y="1986"/>
                    <a:pt x="8381" y="1104"/>
                  </a:cubicBezTo>
                  <a:cubicBezTo>
                    <a:pt x="8161" y="568"/>
                    <a:pt x="7877" y="253"/>
                    <a:pt x="753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094" name="Google Shape;10094;p74"/>
            <p:cNvSpPr/>
            <p:nvPr/>
          </p:nvSpPr>
          <p:spPr>
            <a:xfrm>
              <a:off x="-6621300" y="3272575"/>
              <a:ext cx="231575" cy="194950"/>
            </a:xfrm>
            <a:custGeom>
              <a:avLst/>
              <a:gdLst/>
              <a:ahLst/>
              <a:cxnLst/>
              <a:rect l="l" t="t" r="r" b="b"/>
              <a:pathLst>
                <a:path w="9263" h="7798" extrusionOk="0">
                  <a:moveTo>
                    <a:pt x="5868" y="0"/>
                  </a:moveTo>
                  <a:cubicBezTo>
                    <a:pt x="5073" y="0"/>
                    <a:pt x="4269" y="299"/>
                    <a:pt x="3655" y="898"/>
                  </a:cubicBezTo>
                  <a:lnTo>
                    <a:pt x="1387" y="3229"/>
                  </a:lnTo>
                  <a:cubicBezTo>
                    <a:pt x="0" y="4615"/>
                    <a:pt x="315" y="6852"/>
                    <a:pt x="1670" y="7797"/>
                  </a:cubicBezTo>
                  <a:lnTo>
                    <a:pt x="2836" y="6632"/>
                  </a:lnTo>
                  <a:cubicBezTo>
                    <a:pt x="2962" y="6506"/>
                    <a:pt x="2962" y="6317"/>
                    <a:pt x="2836" y="6159"/>
                  </a:cubicBezTo>
                  <a:cubicBezTo>
                    <a:pt x="2552" y="5907"/>
                    <a:pt x="2489" y="5466"/>
                    <a:pt x="2552" y="5372"/>
                  </a:cubicBezTo>
                  <a:cubicBezTo>
                    <a:pt x="2552" y="4742"/>
                    <a:pt x="3214" y="4332"/>
                    <a:pt x="5167" y="2379"/>
                  </a:cubicBezTo>
                  <a:cubicBezTo>
                    <a:pt x="5384" y="2162"/>
                    <a:pt x="5630" y="2071"/>
                    <a:pt x="5869" y="2071"/>
                  </a:cubicBezTo>
                  <a:cubicBezTo>
                    <a:pt x="6673" y="2071"/>
                    <a:pt x="7393" y="3099"/>
                    <a:pt x="6616" y="3828"/>
                  </a:cubicBezTo>
                  <a:lnTo>
                    <a:pt x="5923" y="4521"/>
                  </a:lnTo>
                  <a:cubicBezTo>
                    <a:pt x="6364" y="5372"/>
                    <a:pt x="6522" y="6159"/>
                    <a:pt x="6364" y="7010"/>
                  </a:cubicBezTo>
                  <a:lnTo>
                    <a:pt x="8097" y="5277"/>
                  </a:lnTo>
                  <a:cubicBezTo>
                    <a:pt x="9263" y="4048"/>
                    <a:pt x="9263" y="2127"/>
                    <a:pt x="8034" y="898"/>
                  </a:cubicBezTo>
                  <a:cubicBezTo>
                    <a:pt x="7451" y="299"/>
                    <a:pt x="6664" y="0"/>
                    <a:pt x="586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095" name="Google Shape;10095;p74"/>
          <p:cNvGrpSpPr/>
          <p:nvPr/>
        </p:nvGrpSpPr>
        <p:grpSpPr>
          <a:xfrm>
            <a:off x="1127846" y="2939516"/>
            <a:ext cx="589831" cy="561033"/>
            <a:chOff x="-6690625" y="3631325"/>
            <a:chExt cx="307225" cy="292225"/>
          </a:xfrm>
        </p:grpSpPr>
        <p:sp>
          <p:nvSpPr>
            <p:cNvPr id="10096" name="Google Shape;10096;p74"/>
            <p:cNvSpPr/>
            <p:nvPr/>
          </p:nvSpPr>
          <p:spPr>
            <a:xfrm>
              <a:off x="-6690625" y="3631325"/>
              <a:ext cx="222925" cy="292225"/>
            </a:xfrm>
            <a:custGeom>
              <a:avLst/>
              <a:gdLst/>
              <a:ahLst/>
              <a:cxnLst/>
              <a:rect l="l" t="t" r="r" b="b"/>
              <a:pathLst>
                <a:path w="8917" h="11689" extrusionOk="0">
                  <a:moveTo>
                    <a:pt x="5861" y="2773"/>
                  </a:moveTo>
                  <a:cubicBezTo>
                    <a:pt x="6270" y="2773"/>
                    <a:pt x="6333" y="3435"/>
                    <a:pt x="5861" y="3435"/>
                  </a:cubicBezTo>
                  <a:lnTo>
                    <a:pt x="3813" y="3435"/>
                  </a:lnTo>
                  <a:cubicBezTo>
                    <a:pt x="3372" y="3435"/>
                    <a:pt x="3340" y="2773"/>
                    <a:pt x="3813" y="2773"/>
                  </a:cubicBezTo>
                  <a:close/>
                  <a:moveTo>
                    <a:pt x="2742" y="0"/>
                  </a:moveTo>
                  <a:lnTo>
                    <a:pt x="2742" y="2395"/>
                  </a:lnTo>
                  <a:cubicBezTo>
                    <a:pt x="2742" y="2584"/>
                    <a:pt x="2584" y="2741"/>
                    <a:pt x="2395" y="2741"/>
                  </a:cubicBezTo>
                  <a:lnTo>
                    <a:pt x="1" y="2741"/>
                  </a:lnTo>
                  <a:lnTo>
                    <a:pt x="1" y="10649"/>
                  </a:lnTo>
                  <a:cubicBezTo>
                    <a:pt x="1" y="11216"/>
                    <a:pt x="473" y="11689"/>
                    <a:pt x="1009" y="11689"/>
                  </a:cubicBezTo>
                  <a:lnTo>
                    <a:pt x="7909" y="11689"/>
                  </a:lnTo>
                  <a:cubicBezTo>
                    <a:pt x="8444" y="11689"/>
                    <a:pt x="8917" y="11248"/>
                    <a:pt x="8917" y="10649"/>
                  </a:cubicBezTo>
                  <a:lnTo>
                    <a:pt x="8917" y="7751"/>
                  </a:lnTo>
                  <a:lnTo>
                    <a:pt x="6491" y="10177"/>
                  </a:lnTo>
                  <a:cubicBezTo>
                    <a:pt x="6491" y="10271"/>
                    <a:pt x="6428" y="10303"/>
                    <a:pt x="6365" y="10303"/>
                  </a:cubicBezTo>
                  <a:lnTo>
                    <a:pt x="4317" y="10901"/>
                  </a:lnTo>
                  <a:cubicBezTo>
                    <a:pt x="4198" y="10938"/>
                    <a:pt x="4080" y="10955"/>
                    <a:pt x="3967" y="10955"/>
                  </a:cubicBezTo>
                  <a:cubicBezTo>
                    <a:pt x="3209" y="10955"/>
                    <a:pt x="2625" y="10192"/>
                    <a:pt x="2899" y="9452"/>
                  </a:cubicBezTo>
                  <a:lnTo>
                    <a:pt x="3057" y="8979"/>
                  </a:lnTo>
                  <a:lnTo>
                    <a:pt x="1765" y="8979"/>
                  </a:lnTo>
                  <a:cubicBezTo>
                    <a:pt x="1324" y="8979"/>
                    <a:pt x="1293" y="8255"/>
                    <a:pt x="1765" y="8255"/>
                  </a:cubicBezTo>
                  <a:lnTo>
                    <a:pt x="3277" y="8255"/>
                  </a:lnTo>
                  <a:lnTo>
                    <a:pt x="3529" y="7593"/>
                  </a:lnTo>
                  <a:lnTo>
                    <a:pt x="1797" y="7593"/>
                  </a:lnTo>
                  <a:cubicBezTo>
                    <a:pt x="1356" y="7593"/>
                    <a:pt x="1324" y="6869"/>
                    <a:pt x="1797" y="6869"/>
                  </a:cubicBezTo>
                  <a:lnTo>
                    <a:pt x="4034" y="6869"/>
                  </a:lnTo>
                  <a:lnTo>
                    <a:pt x="4695" y="6207"/>
                  </a:lnTo>
                  <a:lnTo>
                    <a:pt x="1765" y="6207"/>
                  </a:lnTo>
                  <a:cubicBezTo>
                    <a:pt x="1324" y="6207"/>
                    <a:pt x="1293" y="5514"/>
                    <a:pt x="1765" y="5514"/>
                  </a:cubicBezTo>
                  <a:lnTo>
                    <a:pt x="5388" y="5514"/>
                  </a:lnTo>
                  <a:lnTo>
                    <a:pt x="6050" y="4821"/>
                  </a:lnTo>
                  <a:lnTo>
                    <a:pt x="1734" y="4821"/>
                  </a:lnTo>
                  <a:cubicBezTo>
                    <a:pt x="1293" y="4821"/>
                    <a:pt x="1261" y="4128"/>
                    <a:pt x="1734" y="4128"/>
                  </a:cubicBezTo>
                  <a:lnTo>
                    <a:pt x="6711" y="4128"/>
                  </a:lnTo>
                  <a:cubicBezTo>
                    <a:pt x="6963" y="3876"/>
                    <a:pt x="8696" y="2080"/>
                    <a:pt x="8917" y="1891"/>
                  </a:cubicBezTo>
                  <a:lnTo>
                    <a:pt x="8917" y="1009"/>
                  </a:lnTo>
                  <a:cubicBezTo>
                    <a:pt x="8917" y="473"/>
                    <a:pt x="8507" y="0"/>
                    <a:pt x="790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097" name="Google Shape;10097;p74"/>
            <p:cNvSpPr/>
            <p:nvPr/>
          </p:nvSpPr>
          <p:spPr>
            <a:xfrm>
              <a:off x="-6604350" y="3832175"/>
              <a:ext cx="58675" cy="56550"/>
            </a:xfrm>
            <a:custGeom>
              <a:avLst/>
              <a:gdLst/>
              <a:ahLst/>
              <a:cxnLst/>
              <a:rect l="l" t="t" r="r" b="b"/>
              <a:pathLst>
                <a:path w="2347" h="2262" extrusionOk="0">
                  <a:moveTo>
                    <a:pt x="614" y="0"/>
                  </a:moveTo>
                  <a:lnTo>
                    <a:pt x="110" y="1607"/>
                  </a:lnTo>
                  <a:cubicBezTo>
                    <a:pt x="1" y="1934"/>
                    <a:pt x="222" y="2262"/>
                    <a:pt x="550" y="2262"/>
                  </a:cubicBezTo>
                  <a:cubicBezTo>
                    <a:pt x="600" y="2262"/>
                    <a:pt x="654" y="2254"/>
                    <a:pt x="709" y="2237"/>
                  </a:cubicBezTo>
                  <a:lnTo>
                    <a:pt x="2347" y="1701"/>
                  </a:lnTo>
                  <a:lnTo>
                    <a:pt x="61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098" name="Google Shape;10098;p74"/>
            <p:cNvSpPr/>
            <p:nvPr/>
          </p:nvSpPr>
          <p:spPr>
            <a:xfrm>
              <a:off x="-6470875" y="3684775"/>
              <a:ext cx="87475" cy="71800"/>
            </a:xfrm>
            <a:custGeom>
              <a:avLst/>
              <a:gdLst/>
              <a:ahLst/>
              <a:cxnLst/>
              <a:rect l="l" t="t" r="r" b="b"/>
              <a:pathLst>
                <a:path w="3499" h="2872" extrusionOk="0">
                  <a:moveTo>
                    <a:pt x="1479" y="1"/>
                  </a:moveTo>
                  <a:cubicBezTo>
                    <a:pt x="1176" y="1"/>
                    <a:pt x="868" y="114"/>
                    <a:pt x="599" y="383"/>
                  </a:cubicBezTo>
                  <a:lnTo>
                    <a:pt x="1" y="950"/>
                  </a:lnTo>
                  <a:lnTo>
                    <a:pt x="1954" y="2872"/>
                  </a:lnTo>
                  <a:lnTo>
                    <a:pt x="2521" y="2305"/>
                  </a:lnTo>
                  <a:cubicBezTo>
                    <a:pt x="3498" y="1352"/>
                    <a:pt x="2524" y="1"/>
                    <a:pt x="147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099" name="Google Shape;10099;p74"/>
            <p:cNvSpPr/>
            <p:nvPr/>
          </p:nvSpPr>
          <p:spPr>
            <a:xfrm>
              <a:off x="-6578775" y="3721900"/>
              <a:ext cx="143375" cy="143375"/>
            </a:xfrm>
            <a:custGeom>
              <a:avLst/>
              <a:gdLst/>
              <a:ahLst/>
              <a:cxnLst/>
              <a:rect l="l" t="t" r="r" b="b"/>
              <a:pathLst>
                <a:path w="5735" h="5735" extrusionOk="0">
                  <a:moveTo>
                    <a:pt x="3813" y="1"/>
                  </a:moveTo>
                  <a:lnTo>
                    <a:pt x="1" y="3813"/>
                  </a:lnTo>
                  <a:lnTo>
                    <a:pt x="1922" y="5734"/>
                  </a:lnTo>
                  <a:lnTo>
                    <a:pt x="4474" y="3183"/>
                  </a:lnTo>
                  <a:lnTo>
                    <a:pt x="5734" y="1922"/>
                  </a:lnTo>
                  <a:lnTo>
                    <a:pt x="381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00" name="Google Shape;10100;p74"/>
            <p:cNvSpPr/>
            <p:nvPr/>
          </p:nvSpPr>
          <p:spPr>
            <a:xfrm>
              <a:off x="-6685100" y="3636850"/>
              <a:ext cx="47275" cy="46475"/>
            </a:xfrm>
            <a:custGeom>
              <a:avLst/>
              <a:gdLst/>
              <a:ahLst/>
              <a:cxnLst/>
              <a:rect l="l" t="t" r="r" b="b"/>
              <a:pathLst>
                <a:path w="1891" h="1859" extrusionOk="0">
                  <a:moveTo>
                    <a:pt x="1891" y="0"/>
                  </a:moveTo>
                  <a:lnTo>
                    <a:pt x="0" y="1859"/>
                  </a:lnTo>
                  <a:lnTo>
                    <a:pt x="1891" y="1859"/>
                  </a:lnTo>
                  <a:lnTo>
                    <a:pt x="189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101" name="Google Shape;10101;p74"/>
          <p:cNvGrpSpPr/>
          <p:nvPr/>
        </p:nvGrpSpPr>
        <p:grpSpPr>
          <a:xfrm>
            <a:off x="1157341" y="3675964"/>
            <a:ext cx="562569" cy="559161"/>
            <a:chOff x="-6689825" y="3992050"/>
            <a:chExt cx="293025" cy="291250"/>
          </a:xfrm>
        </p:grpSpPr>
        <p:sp>
          <p:nvSpPr>
            <p:cNvPr id="10102" name="Google Shape;10102;p74"/>
            <p:cNvSpPr/>
            <p:nvPr/>
          </p:nvSpPr>
          <p:spPr>
            <a:xfrm>
              <a:off x="-6547275" y="3992050"/>
              <a:ext cx="30750" cy="65400"/>
            </a:xfrm>
            <a:custGeom>
              <a:avLst/>
              <a:gdLst/>
              <a:ahLst/>
              <a:cxnLst/>
              <a:rect l="l" t="t" r="r" b="b"/>
              <a:pathLst>
                <a:path w="1230" h="2616" extrusionOk="0">
                  <a:moveTo>
                    <a:pt x="1229" y="1"/>
                  </a:moveTo>
                  <a:cubicBezTo>
                    <a:pt x="757" y="379"/>
                    <a:pt x="284" y="1355"/>
                    <a:pt x="1" y="2616"/>
                  </a:cubicBezTo>
                  <a:lnTo>
                    <a:pt x="1229" y="2616"/>
                  </a:lnTo>
                  <a:lnTo>
                    <a:pt x="122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03" name="Google Shape;10103;p74"/>
            <p:cNvSpPr/>
            <p:nvPr/>
          </p:nvSpPr>
          <p:spPr>
            <a:xfrm>
              <a:off x="-6547275" y="4143275"/>
              <a:ext cx="30750" cy="64600"/>
            </a:xfrm>
            <a:custGeom>
              <a:avLst/>
              <a:gdLst/>
              <a:ahLst/>
              <a:cxnLst/>
              <a:rect l="l" t="t" r="r" b="b"/>
              <a:pathLst>
                <a:path w="1230" h="2584" extrusionOk="0">
                  <a:moveTo>
                    <a:pt x="1" y="1"/>
                  </a:moveTo>
                  <a:cubicBezTo>
                    <a:pt x="284" y="1261"/>
                    <a:pt x="757" y="2237"/>
                    <a:pt x="1229" y="2584"/>
                  </a:cubicBezTo>
                  <a:lnTo>
                    <a:pt x="122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04" name="Google Shape;10104;p74"/>
            <p:cNvSpPr/>
            <p:nvPr/>
          </p:nvSpPr>
          <p:spPr>
            <a:xfrm>
              <a:off x="-6551200" y="4073975"/>
              <a:ext cx="34675" cy="51200"/>
            </a:xfrm>
            <a:custGeom>
              <a:avLst/>
              <a:gdLst/>
              <a:ahLst/>
              <a:cxnLst/>
              <a:rect l="l" t="t" r="r" b="b"/>
              <a:pathLst>
                <a:path w="1387" h="2048" extrusionOk="0">
                  <a:moveTo>
                    <a:pt x="63" y="0"/>
                  </a:moveTo>
                  <a:cubicBezTo>
                    <a:pt x="0" y="725"/>
                    <a:pt x="0" y="1355"/>
                    <a:pt x="63" y="2048"/>
                  </a:cubicBezTo>
                  <a:lnTo>
                    <a:pt x="1386" y="2048"/>
                  </a:lnTo>
                  <a:lnTo>
                    <a:pt x="138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05" name="Google Shape;10105;p74"/>
            <p:cNvSpPr/>
            <p:nvPr/>
          </p:nvSpPr>
          <p:spPr>
            <a:xfrm>
              <a:off x="-6475600" y="3994425"/>
              <a:ext cx="70125" cy="63025"/>
            </a:xfrm>
            <a:custGeom>
              <a:avLst/>
              <a:gdLst/>
              <a:ahLst/>
              <a:cxnLst/>
              <a:rect l="l" t="t" r="r" b="b"/>
              <a:pathLst>
                <a:path w="2805" h="2521" extrusionOk="0">
                  <a:moveTo>
                    <a:pt x="1" y="0"/>
                  </a:moveTo>
                  <a:cubicBezTo>
                    <a:pt x="442" y="630"/>
                    <a:pt x="757" y="1512"/>
                    <a:pt x="946" y="2521"/>
                  </a:cubicBezTo>
                  <a:lnTo>
                    <a:pt x="2805" y="2521"/>
                  </a:lnTo>
                  <a:cubicBezTo>
                    <a:pt x="2301" y="1292"/>
                    <a:pt x="1261" y="347"/>
                    <a:pt x="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06" name="Google Shape;10106;p74"/>
            <p:cNvSpPr/>
            <p:nvPr/>
          </p:nvSpPr>
          <p:spPr>
            <a:xfrm>
              <a:off x="-6449600" y="4073975"/>
              <a:ext cx="52800" cy="51200"/>
            </a:xfrm>
            <a:custGeom>
              <a:avLst/>
              <a:gdLst/>
              <a:ahLst/>
              <a:cxnLst/>
              <a:rect l="l" t="t" r="r" b="b"/>
              <a:pathLst>
                <a:path w="2112" h="2048" extrusionOk="0">
                  <a:moveTo>
                    <a:pt x="0" y="0"/>
                  </a:moveTo>
                  <a:cubicBezTo>
                    <a:pt x="63" y="725"/>
                    <a:pt x="63" y="1355"/>
                    <a:pt x="0" y="2048"/>
                  </a:cubicBezTo>
                  <a:lnTo>
                    <a:pt x="1954" y="2048"/>
                  </a:lnTo>
                  <a:cubicBezTo>
                    <a:pt x="2048" y="1733"/>
                    <a:pt x="2080" y="1386"/>
                    <a:pt x="2080" y="1040"/>
                  </a:cubicBezTo>
                  <a:cubicBezTo>
                    <a:pt x="2111" y="662"/>
                    <a:pt x="2048" y="347"/>
                    <a:pt x="195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07" name="Google Shape;10107;p74"/>
            <p:cNvSpPr/>
            <p:nvPr/>
          </p:nvSpPr>
          <p:spPr>
            <a:xfrm>
              <a:off x="-6500000" y="3992050"/>
              <a:ext cx="30725" cy="65400"/>
            </a:xfrm>
            <a:custGeom>
              <a:avLst/>
              <a:gdLst/>
              <a:ahLst/>
              <a:cxnLst/>
              <a:rect l="l" t="t" r="r" b="b"/>
              <a:pathLst>
                <a:path w="1229" h="2616" extrusionOk="0">
                  <a:moveTo>
                    <a:pt x="0" y="1"/>
                  </a:moveTo>
                  <a:lnTo>
                    <a:pt x="0" y="2616"/>
                  </a:lnTo>
                  <a:lnTo>
                    <a:pt x="1229" y="2616"/>
                  </a:lnTo>
                  <a:cubicBezTo>
                    <a:pt x="977" y="1355"/>
                    <a:pt x="473" y="379"/>
                    <a:pt x="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08" name="Google Shape;10108;p74"/>
            <p:cNvSpPr/>
            <p:nvPr/>
          </p:nvSpPr>
          <p:spPr>
            <a:xfrm>
              <a:off x="-6500000" y="4143275"/>
              <a:ext cx="30725" cy="64600"/>
            </a:xfrm>
            <a:custGeom>
              <a:avLst/>
              <a:gdLst/>
              <a:ahLst/>
              <a:cxnLst/>
              <a:rect l="l" t="t" r="r" b="b"/>
              <a:pathLst>
                <a:path w="1229" h="2584" extrusionOk="0">
                  <a:moveTo>
                    <a:pt x="0" y="1"/>
                  </a:moveTo>
                  <a:lnTo>
                    <a:pt x="0" y="2584"/>
                  </a:lnTo>
                  <a:cubicBezTo>
                    <a:pt x="473" y="2237"/>
                    <a:pt x="945" y="1261"/>
                    <a:pt x="122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09" name="Google Shape;10109;p74"/>
            <p:cNvSpPr/>
            <p:nvPr/>
          </p:nvSpPr>
          <p:spPr>
            <a:xfrm>
              <a:off x="-6689825" y="4141700"/>
              <a:ext cx="149675" cy="141600"/>
            </a:xfrm>
            <a:custGeom>
              <a:avLst/>
              <a:gdLst/>
              <a:ahLst/>
              <a:cxnLst/>
              <a:rect l="l" t="t" r="r" b="b"/>
              <a:pathLst>
                <a:path w="5987" h="5664" extrusionOk="0">
                  <a:moveTo>
                    <a:pt x="3182" y="1"/>
                  </a:moveTo>
                  <a:cubicBezTo>
                    <a:pt x="3371" y="442"/>
                    <a:pt x="3623" y="851"/>
                    <a:pt x="3938" y="1198"/>
                  </a:cubicBezTo>
                  <a:lnTo>
                    <a:pt x="3088" y="2017"/>
                  </a:lnTo>
                  <a:cubicBezTo>
                    <a:pt x="2946" y="1946"/>
                    <a:pt x="2791" y="1911"/>
                    <a:pt x="2638" y="1911"/>
                  </a:cubicBezTo>
                  <a:cubicBezTo>
                    <a:pt x="2382" y="1911"/>
                    <a:pt x="2131" y="2009"/>
                    <a:pt x="1954" y="2206"/>
                  </a:cubicBezTo>
                  <a:lnTo>
                    <a:pt x="378" y="3907"/>
                  </a:lnTo>
                  <a:cubicBezTo>
                    <a:pt x="0" y="4317"/>
                    <a:pt x="0" y="4978"/>
                    <a:pt x="378" y="5356"/>
                  </a:cubicBezTo>
                  <a:cubicBezTo>
                    <a:pt x="583" y="5561"/>
                    <a:pt x="851" y="5664"/>
                    <a:pt x="1115" y="5664"/>
                  </a:cubicBezTo>
                  <a:cubicBezTo>
                    <a:pt x="1379" y="5664"/>
                    <a:pt x="1639" y="5561"/>
                    <a:pt x="1828" y="5356"/>
                  </a:cubicBezTo>
                  <a:lnTo>
                    <a:pt x="3403" y="3687"/>
                  </a:lnTo>
                  <a:cubicBezTo>
                    <a:pt x="3718" y="3372"/>
                    <a:pt x="3781" y="2899"/>
                    <a:pt x="3623" y="2521"/>
                  </a:cubicBezTo>
                  <a:lnTo>
                    <a:pt x="4443" y="1702"/>
                  </a:lnTo>
                  <a:cubicBezTo>
                    <a:pt x="4821" y="2111"/>
                    <a:pt x="5388" y="2426"/>
                    <a:pt x="5986" y="2584"/>
                  </a:cubicBezTo>
                  <a:cubicBezTo>
                    <a:pt x="5545" y="1954"/>
                    <a:pt x="5230" y="1040"/>
                    <a:pt x="504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10" name="Google Shape;10110;p74"/>
            <p:cNvSpPr/>
            <p:nvPr/>
          </p:nvSpPr>
          <p:spPr>
            <a:xfrm>
              <a:off x="-6475600" y="4141700"/>
              <a:ext cx="70125" cy="64600"/>
            </a:xfrm>
            <a:custGeom>
              <a:avLst/>
              <a:gdLst/>
              <a:ahLst/>
              <a:cxnLst/>
              <a:rect l="l" t="t" r="r" b="b"/>
              <a:pathLst>
                <a:path w="2805" h="2584" extrusionOk="0">
                  <a:moveTo>
                    <a:pt x="946" y="1"/>
                  </a:moveTo>
                  <a:cubicBezTo>
                    <a:pt x="757" y="1040"/>
                    <a:pt x="442" y="1954"/>
                    <a:pt x="1" y="2584"/>
                  </a:cubicBezTo>
                  <a:cubicBezTo>
                    <a:pt x="1261" y="2174"/>
                    <a:pt x="2301" y="1229"/>
                    <a:pt x="280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11" name="Google Shape;10111;p74"/>
            <p:cNvSpPr/>
            <p:nvPr/>
          </p:nvSpPr>
          <p:spPr>
            <a:xfrm>
              <a:off x="-6618950" y="4073975"/>
              <a:ext cx="52025" cy="51200"/>
            </a:xfrm>
            <a:custGeom>
              <a:avLst/>
              <a:gdLst/>
              <a:ahLst/>
              <a:cxnLst/>
              <a:rect l="l" t="t" r="r" b="b"/>
              <a:pathLst>
                <a:path w="2081" h="2048" extrusionOk="0">
                  <a:moveTo>
                    <a:pt x="95" y="0"/>
                  </a:moveTo>
                  <a:cubicBezTo>
                    <a:pt x="32" y="315"/>
                    <a:pt x="1" y="662"/>
                    <a:pt x="1" y="1040"/>
                  </a:cubicBezTo>
                  <a:cubicBezTo>
                    <a:pt x="1" y="1386"/>
                    <a:pt x="32" y="1733"/>
                    <a:pt x="95" y="2048"/>
                  </a:cubicBezTo>
                  <a:lnTo>
                    <a:pt x="2080" y="2048"/>
                  </a:lnTo>
                  <a:cubicBezTo>
                    <a:pt x="1986" y="1355"/>
                    <a:pt x="1986" y="725"/>
                    <a:pt x="208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12" name="Google Shape;10112;p74"/>
            <p:cNvSpPr/>
            <p:nvPr/>
          </p:nvSpPr>
          <p:spPr>
            <a:xfrm>
              <a:off x="-6610275" y="3992850"/>
              <a:ext cx="70125" cy="63025"/>
            </a:xfrm>
            <a:custGeom>
              <a:avLst/>
              <a:gdLst/>
              <a:ahLst/>
              <a:cxnLst/>
              <a:rect l="l" t="t" r="r" b="b"/>
              <a:pathLst>
                <a:path w="2805" h="2521" extrusionOk="0">
                  <a:moveTo>
                    <a:pt x="2804" y="0"/>
                  </a:moveTo>
                  <a:lnTo>
                    <a:pt x="2804" y="0"/>
                  </a:lnTo>
                  <a:cubicBezTo>
                    <a:pt x="1544" y="410"/>
                    <a:pt x="504" y="1355"/>
                    <a:pt x="0" y="2521"/>
                  </a:cubicBezTo>
                  <a:lnTo>
                    <a:pt x="1859" y="2521"/>
                  </a:lnTo>
                  <a:cubicBezTo>
                    <a:pt x="2017" y="1575"/>
                    <a:pt x="2363" y="693"/>
                    <a:pt x="280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13" name="Google Shape;10113;p74"/>
            <p:cNvSpPr/>
            <p:nvPr/>
          </p:nvSpPr>
          <p:spPr>
            <a:xfrm>
              <a:off x="-6500000" y="4073975"/>
              <a:ext cx="35450" cy="51200"/>
            </a:xfrm>
            <a:custGeom>
              <a:avLst/>
              <a:gdLst/>
              <a:ahLst/>
              <a:cxnLst/>
              <a:rect l="l" t="t" r="r" b="b"/>
              <a:pathLst>
                <a:path w="1418" h="2048" extrusionOk="0">
                  <a:moveTo>
                    <a:pt x="0" y="0"/>
                  </a:moveTo>
                  <a:lnTo>
                    <a:pt x="0" y="2048"/>
                  </a:lnTo>
                  <a:lnTo>
                    <a:pt x="1292" y="2048"/>
                  </a:lnTo>
                  <a:cubicBezTo>
                    <a:pt x="1418" y="1355"/>
                    <a:pt x="1418" y="725"/>
                    <a:pt x="129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10114" name="Google Shape;10114;p74"/>
          <p:cNvSpPr/>
          <p:nvPr/>
        </p:nvSpPr>
        <p:spPr>
          <a:xfrm>
            <a:off x="4727805" y="2252266"/>
            <a:ext cx="579512" cy="558969"/>
          </a:xfrm>
          <a:custGeom>
            <a:avLst/>
            <a:gdLst/>
            <a:ahLst/>
            <a:cxnLst/>
            <a:rect l="l" t="t" r="r" b="b"/>
            <a:pathLst>
              <a:path w="12074" h="11646" extrusionOk="0">
                <a:moveTo>
                  <a:pt x="10001" y="2714"/>
                </a:moveTo>
                <a:cubicBezTo>
                  <a:pt x="10213" y="2714"/>
                  <a:pt x="10440" y="2904"/>
                  <a:pt x="10341" y="3182"/>
                </a:cubicBezTo>
                <a:lnTo>
                  <a:pt x="9332" y="5923"/>
                </a:lnTo>
                <a:cubicBezTo>
                  <a:pt x="9269" y="6065"/>
                  <a:pt x="9143" y="6136"/>
                  <a:pt x="9017" y="6136"/>
                </a:cubicBezTo>
                <a:cubicBezTo>
                  <a:pt x="8891" y="6136"/>
                  <a:pt x="8765" y="6065"/>
                  <a:pt x="8702" y="5923"/>
                </a:cubicBezTo>
                <a:lnTo>
                  <a:pt x="7978" y="4033"/>
                </a:lnTo>
                <a:lnTo>
                  <a:pt x="7285" y="5923"/>
                </a:lnTo>
                <a:cubicBezTo>
                  <a:pt x="7222" y="6065"/>
                  <a:pt x="7080" y="6136"/>
                  <a:pt x="6946" y="6136"/>
                </a:cubicBezTo>
                <a:cubicBezTo>
                  <a:pt x="6812" y="6136"/>
                  <a:pt x="6686" y="6065"/>
                  <a:pt x="6655" y="5923"/>
                </a:cubicBezTo>
                <a:lnTo>
                  <a:pt x="5615" y="3182"/>
                </a:lnTo>
                <a:cubicBezTo>
                  <a:pt x="5516" y="2904"/>
                  <a:pt x="5729" y="2714"/>
                  <a:pt x="5941" y="2714"/>
                </a:cubicBezTo>
                <a:cubicBezTo>
                  <a:pt x="6064" y="2714"/>
                  <a:pt x="6187" y="2779"/>
                  <a:pt x="6245" y="2930"/>
                </a:cubicBezTo>
                <a:lnTo>
                  <a:pt x="6970" y="4820"/>
                </a:lnTo>
                <a:lnTo>
                  <a:pt x="7663" y="2930"/>
                </a:lnTo>
                <a:cubicBezTo>
                  <a:pt x="7726" y="2804"/>
                  <a:pt x="7867" y="2741"/>
                  <a:pt x="8001" y="2741"/>
                </a:cubicBezTo>
                <a:cubicBezTo>
                  <a:pt x="8135" y="2741"/>
                  <a:pt x="8261" y="2804"/>
                  <a:pt x="8293" y="2930"/>
                </a:cubicBezTo>
                <a:lnTo>
                  <a:pt x="9017" y="4820"/>
                </a:lnTo>
                <a:lnTo>
                  <a:pt x="9711" y="2930"/>
                </a:lnTo>
                <a:cubicBezTo>
                  <a:pt x="9757" y="2779"/>
                  <a:pt x="9877" y="2714"/>
                  <a:pt x="10001" y="2714"/>
                </a:cubicBezTo>
                <a:close/>
                <a:moveTo>
                  <a:pt x="7946" y="0"/>
                </a:moveTo>
                <a:cubicBezTo>
                  <a:pt x="5678" y="0"/>
                  <a:pt x="3851" y="1827"/>
                  <a:pt x="3851" y="4096"/>
                </a:cubicBezTo>
                <a:cubicBezTo>
                  <a:pt x="3851" y="5104"/>
                  <a:pt x="4197" y="6018"/>
                  <a:pt x="4827" y="6711"/>
                </a:cubicBezTo>
                <a:lnTo>
                  <a:pt x="4134" y="7435"/>
                </a:lnTo>
                <a:cubicBezTo>
                  <a:pt x="3981" y="7364"/>
                  <a:pt x="3827" y="7329"/>
                  <a:pt x="3678" y="7329"/>
                </a:cubicBezTo>
                <a:cubicBezTo>
                  <a:pt x="3431" y="7329"/>
                  <a:pt x="3197" y="7427"/>
                  <a:pt x="3000" y="7624"/>
                </a:cubicBezTo>
                <a:lnTo>
                  <a:pt x="732" y="9861"/>
                </a:lnTo>
                <a:cubicBezTo>
                  <a:pt x="0" y="10593"/>
                  <a:pt x="722" y="11645"/>
                  <a:pt x="1524" y="11645"/>
                </a:cubicBezTo>
                <a:cubicBezTo>
                  <a:pt x="1758" y="11645"/>
                  <a:pt x="1999" y="11555"/>
                  <a:pt x="2212" y="11342"/>
                </a:cubicBezTo>
                <a:lnTo>
                  <a:pt x="4449" y="9074"/>
                </a:lnTo>
                <a:cubicBezTo>
                  <a:pt x="4764" y="8759"/>
                  <a:pt x="4796" y="8286"/>
                  <a:pt x="4638" y="7939"/>
                </a:cubicBezTo>
                <a:lnTo>
                  <a:pt x="5363" y="7246"/>
                </a:lnTo>
                <a:cubicBezTo>
                  <a:pt x="6056" y="7813"/>
                  <a:pt x="7001" y="8223"/>
                  <a:pt x="7978" y="8223"/>
                </a:cubicBezTo>
                <a:cubicBezTo>
                  <a:pt x="10278" y="8223"/>
                  <a:pt x="12073" y="6364"/>
                  <a:pt x="12073" y="4127"/>
                </a:cubicBezTo>
                <a:cubicBezTo>
                  <a:pt x="12073" y="1796"/>
                  <a:pt x="10246" y="0"/>
                  <a:pt x="7946"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10115" name="Google Shape;10115;p74"/>
          <p:cNvGrpSpPr/>
          <p:nvPr/>
        </p:nvGrpSpPr>
        <p:grpSpPr>
          <a:xfrm>
            <a:off x="4735090" y="2940257"/>
            <a:ext cx="564057" cy="559545"/>
            <a:chOff x="-4837325" y="3612425"/>
            <a:chExt cx="293800" cy="291450"/>
          </a:xfrm>
        </p:grpSpPr>
        <p:sp>
          <p:nvSpPr>
            <p:cNvPr id="10116" name="Google Shape;10116;p74"/>
            <p:cNvSpPr/>
            <p:nvPr/>
          </p:nvSpPr>
          <p:spPr>
            <a:xfrm>
              <a:off x="-4836550" y="3612425"/>
              <a:ext cx="293025" cy="170925"/>
            </a:xfrm>
            <a:custGeom>
              <a:avLst/>
              <a:gdLst/>
              <a:ahLst/>
              <a:cxnLst/>
              <a:rect l="l" t="t" r="r" b="b"/>
              <a:pathLst>
                <a:path w="11721" h="6837" extrusionOk="0">
                  <a:moveTo>
                    <a:pt x="6837" y="2017"/>
                  </a:moveTo>
                  <a:lnTo>
                    <a:pt x="6837" y="2741"/>
                  </a:lnTo>
                  <a:lnTo>
                    <a:pt x="4789" y="2741"/>
                  </a:lnTo>
                  <a:lnTo>
                    <a:pt x="4789" y="2017"/>
                  </a:lnTo>
                  <a:close/>
                  <a:moveTo>
                    <a:pt x="4411" y="0"/>
                  </a:moveTo>
                  <a:cubicBezTo>
                    <a:pt x="3466" y="0"/>
                    <a:pt x="2741" y="725"/>
                    <a:pt x="2741" y="1702"/>
                  </a:cubicBezTo>
                  <a:lnTo>
                    <a:pt x="2741" y="2741"/>
                  </a:lnTo>
                  <a:lnTo>
                    <a:pt x="1166" y="2741"/>
                  </a:lnTo>
                  <a:cubicBezTo>
                    <a:pt x="536" y="2741"/>
                    <a:pt x="1" y="3277"/>
                    <a:pt x="1" y="3875"/>
                  </a:cubicBezTo>
                  <a:lnTo>
                    <a:pt x="1" y="4254"/>
                  </a:lnTo>
                  <a:cubicBezTo>
                    <a:pt x="1513" y="5860"/>
                    <a:pt x="3592" y="6837"/>
                    <a:pt x="5829" y="6837"/>
                  </a:cubicBezTo>
                  <a:cubicBezTo>
                    <a:pt x="8097" y="6837"/>
                    <a:pt x="10208" y="5892"/>
                    <a:pt x="11720" y="4254"/>
                  </a:cubicBezTo>
                  <a:lnTo>
                    <a:pt x="11720" y="3718"/>
                  </a:lnTo>
                  <a:cubicBezTo>
                    <a:pt x="11657" y="3214"/>
                    <a:pt x="11185" y="2741"/>
                    <a:pt x="10649" y="2741"/>
                  </a:cubicBezTo>
                  <a:lnTo>
                    <a:pt x="8885" y="2741"/>
                  </a:lnTo>
                  <a:lnTo>
                    <a:pt x="8885" y="1702"/>
                  </a:lnTo>
                  <a:cubicBezTo>
                    <a:pt x="8885" y="756"/>
                    <a:pt x="8129" y="0"/>
                    <a:pt x="718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17" name="Google Shape;10117;p74"/>
            <p:cNvSpPr/>
            <p:nvPr/>
          </p:nvSpPr>
          <p:spPr>
            <a:xfrm>
              <a:off x="-4837325" y="3743950"/>
              <a:ext cx="291425" cy="159925"/>
            </a:xfrm>
            <a:custGeom>
              <a:avLst/>
              <a:gdLst/>
              <a:ahLst/>
              <a:cxnLst/>
              <a:rect l="l" t="t" r="r" b="b"/>
              <a:pathLst>
                <a:path w="11657" h="6397" extrusionOk="0">
                  <a:moveTo>
                    <a:pt x="11657" y="1"/>
                  </a:moveTo>
                  <a:cubicBezTo>
                    <a:pt x="10523" y="1072"/>
                    <a:pt x="9073" y="1828"/>
                    <a:pt x="7530" y="2143"/>
                  </a:cubicBezTo>
                  <a:lnTo>
                    <a:pt x="7530" y="2647"/>
                  </a:lnTo>
                  <a:cubicBezTo>
                    <a:pt x="7530" y="3214"/>
                    <a:pt x="7057" y="3687"/>
                    <a:pt x="6490" y="3687"/>
                  </a:cubicBezTo>
                  <a:lnTo>
                    <a:pt x="5135" y="3687"/>
                  </a:lnTo>
                  <a:cubicBezTo>
                    <a:pt x="4568" y="3687"/>
                    <a:pt x="4096" y="3214"/>
                    <a:pt x="4096" y="2647"/>
                  </a:cubicBezTo>
                  <a:lnTo>
                    <a:pt x="4096" y="2143"/>
                  </a:lnTo>
                  <a:cubicBezTo>
                    <a:pt x="2552" y="1828"/>
                    <a:pt x="1134" y="1103"/>
                    <a:pt x="0" y="64"/>
                  </a:cubicBezTo>
                  <a:lnTo>
                    <a:pt x="0" y="4695"/>
                  </a:lnTo>
                  <a:cubicBezTo>
                    <a:pt x="0" y="5640"/>
                    <a:pt x="756" y="6396"/>
                    <a:pt x="1701" y="6396"/>
                  </a:cubicBezTo>
                  <a:lnTo>
                    <a:pt x="9956" y="6396"/>
                  </a:lnTo>
                  <a:cubicBezTo>
                    <a:pt x="10901" y="6396"/>
                    <a:pt x="11657" y="5640"/>
                    <a:pt x="11657" y="4695"/>
                  </a:cubicBezTo>
                  <a:lnTo>
                    <a:pt x="1165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18" name="Google Shape;10118;p74"/>
            <p:cNvSpPr/>
            <p:nvPr/>
          </p:nvSpPr>
          <p:spPr>
            <a:xfrm>
              <a:off x="-4716825" y="3799075"/>
              <a:ext cx="51225" cy="18950"/>
            </a:xfrm>
            <a:custGeom>
              <a:avLst/>
              <a:gdLst/>
              <a:ahLst/>
              <a:cxnLst/>
              <a:rect l="l" t="t" r="r" b="b"/>
              <a:pathLst>
                <a:path w="2049" h="758" extrusionOk="0">
                  <a:moveTo>
                    <a:pt x="0" y="1"/>
                  </a:moveTo>
                  <a:lnTo>
                    <a:pt x="0" y="411"/>
                  </a:lnTo>
                  <a:cubicBezTo>
                    <a:pt x="0" y="600"/>
                    <a:pt x="158" y="757"/>
                    <a:pt x="347" y="757"/>
                  </a:cubicBezTo>
                  <a:lnTo>
                    <a:pt x="1670" y="757"/>
                  </a:lnTo>
                  <a:cubicBezTo>
                    <a:pt x="1891" y="757"/>
                    <a:pt x="2048" y="600"/>
                    <a:pt x="2048" y="411"/>
                  </a:cubicBezTo>
                  <a:lnTo>
                    <a:pt x="2048" y="1"/>
                  </a:lnTo>
                  <a:cubicBezTo>
                    <a:pt x="1686" y="48"/>
                    <a:pt x="1347" y="72"/>
                    <a:pt x="1012" y="72"/>
                  </a:cubicBezTo>
                  <a:cubicBezTo>
                    <a:pt x="678" y="72"/>
                    <a:pt x="347" y="48"/>
                    <a:pt x="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119" name="Google Shape;10119;p74"/>
          <p:cNvGrpSpPr/>
          <p:nvPr/>
        </p:nvGrpSpPr>
        <p:grpSpPr>
          <a:xfrm>
            <a:off x="4752466" y="3675769"/>
            <a:ext cx="561033" cy="559545"/>
            <a:chOff x="-4837325" y="3971575"/>
            <a:chExt cx="292225" cy="291450"/>
          </a:xfrm>
        </p:grpSpPr>
        <p:sp>
          <p:nvSpPr>
            <p:cNvPr id="10120" name="Google Shape;10120;p74"/>
            <p:cNvSpPr/>
            <p:nvPr/>
          </p:nvSpPr>
          <p:spPr>
            <a:xfrm>
              <a:off x="-4734150" y="4073975"/>
              <a:ext cx="86650" cy="86650"/>
            </a:xfrm>
            <a:custGeom>
              <a:avLst/>
              <a:gdLst/>
              <a:ahLst/>
              <a:cxnLst/>
              <a:rect l="l" t="t" r="r" b="b"/>
              <a:pathLst>
                <a:path w="3466" h="3466" extrusionOk="0">
                  <a:moveTo>
                    <a:pt x="1701" y="725"/>
                  </a:moveTo>
                  <a:cubicBezTo>
                    <a:pt x="2269" y="725"/>
                    <a:pt x="2773" y="1197"/>
                    <a:pt x="2773" y="1733"/>
                  </a:cubicBezTo>
                  <a:cubicBezTo>
                    <a:pt x="2773" y="2300"/>
                    <a:pt x="2300" y="2804"/>
                    <a:pt x="1733" y="2804"/>
                  </a:cubicBezTo>
                  <a:cubicBezTo>
                    <a:pt x="1197" y="2804"/>
                    <a:pt x="693" y="2300"/>
                    <a:pt x="693" y="1733"/>
                  </a:cubicBezTo>
                  <a:cubicBezTo>
                    <a:pt x="693" y="1197"/>
                    <a:pt x="1166" y="725"/>
                    <a:pt x="1701" y="725"/>
                  </a:cubicBezTo>
                  <a:close/>
                  <a:moveTo>
                    <a:pt x="1701" y="0"/>
                  </a:moveTo>
                  <a:cubicBezTo>
                    <a:pt x="756" y="0"/>
                    <a:pt x="0" y="756"/>
                    <a:pt x="0" y="1701"/>
                  </a:cubicBezTo>
                  <a:cubicBezTo>
                    <a:pt x="0" y="2647"/>
                    <a:pt x="851" y="3466"/>
                    <a:pt x="1796" y="3466"/>
                  </a:cubicBezTo>
                  <a:cubicBezTo>
                    <a:pt x="2741" y="3466"/>
                    <a:pt x="3466" y="2647"/>
                    <a:pt x="3466" y="1701"/>
                  </a:cubicBezTo>
                  <a:cubicBezTo>
                    <a:pt x="3434" y="756"/>
                    <a:pt x="2647" y="0"/>
                    <a:pt x="170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21" name="Google Shape;10121;p74"/>
            <p:cNvSpPr/>
            <p:nvPr/>
          </p:nvSpPr>
          <p:spPr>
            <a:xfrm>
              <a:off x="-4700300" y="4108625"/>
              <a:ext cx="18950" cy="17350"/>
            </a:xfrm>
            <a:custGeom>
              <a:avLst/>
              <a:gdLst/>
              <a:ahLst/>
              <a:cxnLst/>
              <a:rect l="l" t="t" r="r" b="b"/>
              <a:pathLst>
                <a:path w="758" h="694" extrusionOk="0">
                  <a:moveTo>
                    <a:pt x="347" y="0"/>
                  </a:moveTo>
                  <a:cubicBezTo>
                    <a:pt x="158" y="0"/>
                    <a:pt x="1" y="158"/>
                    <a:pt x="1" y="347"/>
                  </a:cubicBezTo>
                  <a:cubicBezTo>
                    <a:pt x="1" y="536"/>
                    <a:pt x="158" y="693"/>
                    <a:pt x="347" y="693"/>
                  </a:cubicBezTo>
                  <a:cubicBezTo>
                    <a:pt x="536" y="693"/>
                    <a:pt x="757" y="536"/>
                    <a:pt x="757" y="347"/>
                  </a:cubicBezTo>
                  <a:cubicBezTo>
                    <a:pt x="757" y="158"/>
                    <a:pt x="536" y="0"/>
                    <a:pt x="3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22" name="Google Shape;10122;p74"/>
            <p:cNvSpPr/>
            <p:nvPr/>
          </p:nvSpPr>
          <p:spPr>
            <a:xfrm>
              <a:off x="-4748325" y="3971575"/>
              <a:ext cx="203225" cy="204025"/>
            </a:xfrm>
            <a:custGeom>
              <a:avLst/>
              <a:gdLst/>
              <a:ahLst/>
              <a:cxnLst/>
              <a:rect l="l" t="t" r="r" b="b"/>
              <a:pathLst>
                <a:path w="8129" h="8161" extrusionOk="0">
                  <a:moveTo>
                    <a:pt x="2268" y="1"/>
                  </a:moveTo>
                  <a:cubicBezTo>
                    <a:pt x="1449" y="1"/>
                    <a:pt x="693" y="158"/>
                    <a:pt x="0" y="473"/>
                  </a:cubicBezTo>
                  <a:lnTo>
                    <a:pt x="1512" y="3561"/>
                  </a:lnTo>
                  <a:cubicBezTo>
                    <a:pt x="1764" y="3466"/>
                    <a:pt x="1985" y="3435"/>
                    <a:pt x="2268" y="3435"/>
                  </a:cubicBezTo>
                  <a:cubicBezTo>
                    <a:pt x="3623" y="3435"/>
                    <a:pt x="4726" y="4506"/>
                    <a:pt x="4726" y="5829"/>
                  </a:cubicBezTo>
                  <a:cubicBezTo>
                    <a:pt x="4726" y="6112"/>
                    <a:pt x="4663" y="6396"/>
                    <a:pt x="4600" y="6617"/>
                  </a:cubicBezTo>
                  <a:lnTo>
                    <a:pt x="7656" y="8160"/>
                  </a:lnTo>
                  <a:cubicBezTo>
                    <a:pt x="7971" y="7436"/>
                    <a:pt x="8128" y="6617"/>
                    <a:pt x="8128" y="5829"/>
                  </a:cubicBezTo>
                  <a:cubicBezTo>
                    <a:pt x="8128" y="2647"/>
                    <a:pt x="5513" y="1"/>
                    <a:pt x="226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23" name="Google Shape;10123;p74"/>
            <p:cNvSpPr/>
            <p:nvPr/>
          </p:nvSpPr>
          <p:spPr>
            <a:xfrm>
              <a:off x="-4656175" y="4151950"/>
              <a:ext cx="91375" cy="91375"/>
            </a:xfrm>
            <a:custGeom>
              <a:avLst/>
              <a:gdLst/>
              <a:ahLst/>
              <a:cxnLst/>
              <a:rect l="l" t="t" r="r" b="b"/>
              <a:pathLst>
                <a:path w="3655" h="3655" extrusionOk="0">
                  <a:moveTo>
                    <a:pt x="599" y="0"/>
                  </a:moveTo>
                  <a:cubicBezTo>
                    <a:pt x="441" y="221"/>
                    <a:pt x="252" y="441"/>
                    <a:pt x="0" y="599"/>
                  </a:cubicBezTo>
                  <a:lnTo>
                    <a:pt x="1544" y="3655"/>
                  </a:lnTo>
                  <a:cubicBezTo>
                    <a:pt x="2395" y="3151"/>
                    <a:pt x="3151" y="2395"/>
                    <a:pt x="3655" y="1544"/>
                  </a:cubicBezTo>
                  <a:lnTo>
                    <a:pt x="59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24" name="Google Shape;10124;p74"/>
            <p:cNvSpPr/>
            <p:nvPr/>
          </p:nvSpPr>
          <p:spPr>
            <a:xfrm>
              <a:off x="-4817650" y="3991275"/>
              <a:ext cx="91400" cy="91375"/>
            </a:xfrm>
            <a:custGeom>
              <a:avLst/>
              <a:gdLst/>
              <a:ahLst/>
              <a:cxnLst/>
              <a:rect l="l" t="t" r="r" b="b"/>
              <a:pathLst>
                <a:path w="3656" h="3655" extrusionOk="0">
                  <a:moveTo>
                    <a:pt x="2143" y="0"/>
                  </a:moveTo>
                  <a:cubicBezTo>
                    <a:pt x="1261" y="504"/>
                    <a:pt x="536" y="1260"/>
                    <a:pt x="1" y="2111"/>
                  </a:cubicBezTo>
                  <a:lnTo>
                    <a:pt x="3088" y="3655"/>
                  </a:lnTo>
                  <a:cubicBezTo>
                    <a:pt x="3246" y="3434"/>
                    <a:pt x="3435" y="3214"/>
                    <a:pt x="3655" y="3088"/>
                  </a:cubicBezTo>
                  <a:lnTo>
                    <a:pt x="214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25" name="Google Shape;10125;p74"/>
            <p:cNvSpPr/>
            <p:nvPr/>
          </p:nvSpPr>
          <p:spPr>
            <a:xfrm>
              <a:off x="-4837325" y="4059000"/>
              <a:ext cx="204000" cy="204025"/>
            </a:xfrm>
            <a:custGeom>
              <a:avLst/>
              <a:gdLst/>
              <a:ahLst/>
              <a:cxnLst/>
              <a:rect l="l" t="t" r="r" b="b"/>
              <a:pathLst>
                <a:path w="8160" h="8161" extrusionOk="0">
                  <a:moveTo>
                    <a:pt x="473" y="1"/>
                  </a:moveTo>
                  <a:cubicBezTo>
                    <a:pt x="158" y="725"/>
                    <a:pt x="0" y="1513"/>
                    <a:pt x="0" y="2300"/>
                  </a:cubicBezTo>
                  <a:cubicBezTo>
                    <a:pt x="0" y="5482"/>
                    <a:pt x="2615" y="8160"/>
                    <a:pt x="5828" y="8160"/>
                  </a:cubicBezTo>
                  <a:cubicBezTo>
                    <a:pt x="6648" y="8160"/>
                    <a:pt x="7435" y="8003"/>
                    <a:pt x="8160" y="7688"/>
                  </a:cubicBezTo>
                  <a:lnTo>
                    <a:pt x="6616" y="4632"/>
                  </a:lnTo>
                  <a:cubicBezTo>
                    <a:pt x="6396" y="4695"/>
                    <a:pt x="6144" y="4726"/>
                    <a:pt x="5860" y="4726"/>
                  </a:cubicBezTo>
                  <a:cubicBezTo>
                    <a:pt x="4537" y="4726"/>
                    <a:pt x="3434" y="3624"/>
                    <a:pt x="3434" y="2300"/>
                  </a:cubicBezTo>
                  <a:cubicBezTo>
                    <a:pt x="3434" y="2017"/>
                    <a:pt x="3466" y="1796"/>
                    <a:pt x="3560" y="1544"/>
                  </a:cubicBezTo>
                  <a:lnTo>
                    <a:pt x="47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126" name="Google Shape;10126;p74"/>
          <p:cNvGrpSpPr/>
          <p:nvPr/>
        </p:nvGrpSpPr>
        <p:grpSpPr>
          <a:xfrm>
            <a:off x="8341819" y="2285580"/>
            <a:ext cx="574664" cy="492973"/>
            <a:chOff x="-3037625" y="3254850"/>
            <a:chExt cx="299325" cy="256775"/>
          </a:xfrm>
        </p:grpSpPr>
        <p:sp>
          <p:nvSpPr>
            <p:cNvPr id="10127" name="Google Shape;10127;p74"/>
            <p:cNvSpPr/>
            <p:nvPr/>
          </p:nvSpPr>
          <p:spPr>
            <a:xfrm>
              <a:off x="-3037625" y="3460400"/>
              <a:ext cx="152825" cy="51225"/>
            </a:xfrm>
            <a:custGeom>
              <a:avLst/>
              <a:gdLst/>
              <a:ahLst/>
              <a:cxnLst/>
              <a:rect l="l" t="t" r="r" b="b"/>
              <a:pathLst>
                <a:path w="6113" h="2049" extrusionOk="0">
                  <a:moveTo>
                    <a:pt x="1356" y="1"/>
                  </a:moveTo>
                  <a:cubicBezTo>
                    <a:pt x="1" y="1"/>
                    <a:pt x="1" y="2049"/>
                    <a:pt x="1356" y="2049"/>
                  </a:cubicBezTo>
                  <a:lnTo>
                    <a:pt x="4758" y="2049"/>
                  </a:lnTo>
                  <a:cubicBezTo>
                    <a:pt x="6113" y="2049"/>
                    <a:pt x="6113" y="1"/>
                    <a:pt x="475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28" name="Google Shape;10128;p74"/>
            <p:cNvSpPr/>
            <p:nvPr/>
          </p:nvSpPr>
          <p:spPr>
            <a:xfrm>
              <a:off x="-2884825" y="3460400"/>
              <a:ext cx="146525" cy="51225"/>
            </a:xfrm>
            <a:custGeom>
              <a:avLst/>
              <a:gdLst/>
              <a:ahLst/>
              <a:cxnLst/>
              <a:rect l="l" t="t" r="r" b="b"/>
              <a:pathLst>
                <a:path w="5861" h="2049" extrusionOk="0">
                  <a:moveTo>
                    <a:pt x="1" y="1"/>
                  </a:moveTo>
                  <a:cubicBezTo>
                    <a:pt x="473" y="631"/>
                    <a:pt x="473" y="1419"/>
                    <a:pt x="1" y="2049"/>
                  </a:cubicBezTo>
                  <a:lnTo>
                    <a:pt x="4853" y="2049"/>
                  </a:lnTo>
                  <a:cubicBezTo>
                    <a:pt x="5388" y="2049"/>
                    <a:pt x="5861" y="1576"/>
                    <a:pt x="5861" y="1041"/>
                  </a:cubicBezTo>
                  <a:cubicBezTo>
                    <a:pt x="5861" y="442"/>
                    <a:pt x="5451" y="1"/>
                    <a:pt x="485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29" name="Google Shape;10129;p74"/>
            <p:cNvSpPr/>
            <p:nvPr/>
          </p:nvSpPr>
          <p:spPr>
            <a:xfrm>
              <a:off x="-2909225" y="3313125"/>
              <a:ext cx="59875" cy="72475"/>
            </a:xfrm>
            <a:custGeom>
              <a:avLst/>
              <a:gdLst/>
              <a:ahLst/>
              <a:cxnLst/>
              <a:rect l="l" t="t" r="r" b="b"/>
              <a:pathLst>
                <a:path w="2395" h="2899" extrusionOk="0">
                  <a:moveTo>
                    <a:pt x="0" y="1"/>
                  </a:moveTo>
                  <a:lnTo>
                    <a:pt x="0" y="2899"/>
                  </a:lnTo>
                  <a:lnTo>
                    <a:pt x="2395" y="1450"/>
                  </a:lnTo>
                  <a:lnTo>
                    <a:pt x="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30" name="Google Shape;10130;p74"/>
            <p:cNvSpPr/>
            <p:nvPr/>
          </p:nvSpPr>
          <p:spPr>
            <a:xfrm>
              <a:off x="-3029750" y="3254850"/>
              <a:ext cx="291450" cy="188250"/>
            </a:xfrm>
            <a:custGeom>
              <a:avLst/>
              <a:gdLst/>
              <a:ahLst/>
              <a:cxnLst/>
              <a:rect l="l" t="t" r="r" b="b"/>
              <a:pathLst>
                <a:path w="11658" h="7530" extrusionOk="0">
                  <a:moveTo>
                    <a:pt x="4414" y="1387"/>
                  </a:moveTo>
                  <a:cubicBezTo>
                    <a:pt x="4476" y="1387"/>
                    <a:pt x="4541" y="1407"/>
                    <a:pt x="4601" y="1449"/>
                  </a:cubicBezTo>
                  <a:lnTo>
                    <a:pt x="8035" y="3497"/>
                  </a:lnTo>
                  <a:cubicBezTo>
                    <a:pt x="8287" y="3623"/>
                    <a:pt x="8287" y="3938"/>
                    <a:pt x="8035" y="4064"/>
                  </a:cubicBezTo>
                  <a:lnTo>
                    <a:pt x="4601" y="6112"/>
                  </a:lnTo>
                  <a:cubicBezTo>
                    <a:pt x="4552" y="6140"/>
                    <a:pt x="4500" y="6153"/>
                    <a:pt x="4448" y="6153"/>
                  </a:cubicBezTo>
                  <a:cubicBezTo>
                    <a:pt x="4268" y="6153"/>
                    <a:pt x="4097" y="6000"/>
                    <a:pt x="4097" y="5829"/>
                  </a:cubicBezTo>
                  <a:lnTo>
                    <a:pt x="4097" y="1733"/>
                  </a:lnTo>
                  <a:cubicBezTo>
                    <a:pt x="4097" y="1527"/>
                    <a:pt x="4247" y="1387"/>
                    <a:pt x="4414" y="1387"/>
                  </a:cubicBezTo>
                  <a:close/>
                  <a:moveTo>
                    <a:pt x="1041" y="0"/>
                  </a:moveTo>
                  <a:cubicBezTo>
                    <a:pt x="473" y="0"/>
                    <a:pt x="1" y="473"/>
                    <a:pt x="1" y="1040"/>
                  </a:cubicBezTo>
                  <a:lnTo>
                    <a:pt x="1" y="6490"/>
                  </a:lnTo>
                  <a:cubicBezTo>
                    <a:pt x="1" y="7057"/>
                    <a:pt x="473" y="7530"/>
                    <a:pt x="1041" y="7530"/>
                  </a:cubicBezTo>
                  <a:lnTo>
                    <a:pt x="10650" y="7530"/>
                  </a:lnTo>
                  <a:cubicBezTo>
                    <a:pt x="11185" y="7530"/>
                    <a:pt x="11658" y="7057"/>
                    <a:pt x="11658" y="6490"/>
                  </a:cubicBezTo>
                  <a:lnTo>
                    <a:pt x="11658" y="1040"/>
                  </a:lnTo>
                  <a:cubicBezTo>
                    <a:pt x="11658" y="473"/>
                    <a:pt x="11248" y="0"/>
                    <a:pt x="1065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131" name="Google Shape;10131;p74"/>
          <p:cNvGrpSpPr/>
          <p:nvPr/>
        </p:nvGrpSpPr>
        <p:grpSpPr>
          <a:xfrm>
            <a:off x="8347100" y="2939488"/>
            <a:ext cx="564105" cy="561081"/>
            <a:chOff x="-3031325" y="3597450"/>
            <a:chExt cx="293825" cy="292250"/>
          </a:xfrm>
        </p:grpSpPr>
        <p:sp>
          <p:nvSpPr>
            <p:cNvPr id="10132" name="Google Shape;10132;p74"/>
            <p:cNvSpPr/>
            <p:nvPr/>
          </p:nvSpPr>
          <p:spPr>
            <a:xfrm>
              <a:off x="-3029750" y="3597450"/>
              <a:ext cx="292250" cy="67775"/>
            </a:xfrm>
            <a:custGeom>
              <a:avLst/>
              <a:gdLst/>
              <a:ahLst/>
              <a:cxnLst/>
              <a:rect l="l" t="t" r="r" b="b"/>
              <a:pathLst>
                <a:path w="11690" h="2711" extrusionOk="0">
                  <a:moveTo>
                    <a:pt x="1702" y="1387"/>
                  </a:moveTo>
                  <a:cubicBezTo>
                    <a:pt x="1891" y="1387"/>
                    <a:pt x="2049" y="1545"/>
                    <a:pt x="2049" y="1734"/>
                  </a:cubicBezTo>
                  <a:cubicBezTo>
                    <a:pt x="2049" y="1923"/>
                    <a:pt x="1891" y="2080"/>
                    <a:pt x="1702" y="2080"/>
                  </a:cubicBezTo>
                  <a:cubicBezTo>
                    <a:pt x="1513" y="2080"/>
                    <a:pt x="1356" y="1923"/>
                    <a:pt x="1356" y="1734"/>
                  </a:cubicBezTo>
                  <a:cubicBezTo>
                    <a:pt x="1356" y="1545"/>
                    <a:pt x="1513" y="1387"/>
                    <a:pt x="1702" y="1387"/>
                  </a:cubicBezTo>
                  <a:close/>
                  <a:moveTo>
                    <a:pt x="3120" y="1387"/>
                  </a:moveTo>
                  <a:cubicBezTo>
                    <a:pt x="3309" y="1387"/>
                    <a:pt x="3466" y="1545"/>
                    <a:pt x="3466" y="1734"/>
                  </a:cubicBezTo>
                  <a:cubicBezTo>
                    <a:pt x="3466" y="1923"/>
                    <a:pt x="3309" y="2080"/>
                    <a:pt x="3120" y="2080"/>
                  </a:cubicBezTo>
                  <a:cubicBezTo>
                    <a:pt x="2931" y="2080"/>
                    <a:pt x="2773" y="1923"/>
                    <a:pt x="2773" y="1734"/>
                  </a:cubicBezTo>
                  <a:cubicBezTo>
                    <a:pt x="2773" y="1545"/>
                    <a:pt x="2931" y="1387"/>
                    <a:pt x="3120" y="1387"/>
                  </a:cubicBezTo>
                  <a:close/>
                  <a:moveTo>
                    <a:pt x="9985" y="1417"/>
                  </a:moveTo>
                  <a:cubicBezTo>
                    <a:pt x="10400" y="1417"/>
                    <a:pt x="10449" y="2080"/>
                    <a:pt x="9956" y="2080"/>
                  </a:cubicBezTo>
                  <a:lnTo>
                    <a:pt x="5861" y="2080"/>
                  </a:lnTo>
                  <a:cubicBezTo>
                    <a:pt x="5451" y="2080"/>
                    <a:pt x="5388" y="1418"/>
                    <a:pt x="5861" y="1418"/>
                  </a:cubicBezTo>
                  <a:lnTo>
                    <a:pt x="9956" y="1418"/>
                  </a:lnTo>
                  <a:cubicBezTo>
                    <a:pt x="9966" y="1418"/>
                    <a:pt x="9976" y="1417"/>
                    <a:pt x="9985" y="1417"/>
                  </a:cubicBezTo>
                  <a:close/>
                  <a:moveTo>
                    <a:pt x="1041" y="1"/>
                  </a:moveTo>
                  <a:cubicBezTo>
                    <a:pt x="473" y="1"/>
                    <a:pt x="1" y="473"/>
                    <a:pt x="1" y="1040"/>
                  </a:cubicBezTo>
                  <a:lnTo>
                    <a:pt x="1" y="2710"/>
                  </a:lnTo>
                  <a:lnTo>
                    <a:pt x="11689" y="2710"/>
                  </a:lnTo>
                  <a:lnTo>
                    <a:pt x="11689" y="1040"/>
                  </a:lnTo>
                  <a:cubicBezTo>
                    <a:pt x="11658" y="473"/>
                    <a:pt x="11248" y="1"/>
                    <a:pt x="1065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33" name="Google Shape;10133;p74"/>
            <p:cNvSpPr/>
            <p:nvPr/>
          </p:nvSpPr>
          <p:spPr>
            <a:xfrm>
              <a:off x="-3031325" y="3687250"/>
              <a:ext cx="292250" cy="153600"/>
            </a:xfrm>
            <a:custGeom>
              <a:avLst/>
              <a:gdLst/>
              <a:ahLst/>
              <a:cxnLst/>
              <a:rect l="l" t="t" r="r" b="b"/>
              <a:pathLst>
                <a:path w="11690" h="6144" extrusionOk="0">
                  <a:moveTo>
                    <a:pt x="1" y="0"/>
                  </a:moveTo>
                  <a:lnTo>
                    <a:pt x="1" y="5104"/>
                  </a:lnTo>
                  <a:lnTo>
                    <a:pt x="64" y="5104"/>
                  </a:lnTo>
                  <a:cubicBezTo>
                    <a:pt x="64" y="5671"/>
                    <a:pt x="536" y="6144"/>
                    <a:pt x="1104" y="6144"/>
                  </a:cubicBezTo>
                  <a:lnTo>
                    <a:pt x="4475" y="6144"/>
                  </a:lnTo>
                  <a:cubicBezTo>
                    <a:pt x="4317" y="5671"/>
                    <a:pt x="4223" y="5199"/>
                    <a:pt x="4223" y="4695"/>
                  </a:cubicBezTo>
                  <a:lnTo>
                    <a:pt x="4223" y="2395"/>
                  </a:lnTo>
                  <a:cubicBezTo>
                    <a:pt x="4223" y="1790"/>
                    <a:pt x="4686" y="1366"/>
                    <a:pt x="5227" y="1366"/>
                  </a:cubicBezTo>
                  <a:cubicBezTo>
                    <a:pt x="5362" y="1366"/>
                    <a:pt x="5502" y="1393"/>
                    <a:pt x="5640" y="1450"/>
                  </a:cubicBezTo>
                  <a:cubicBezTo>
                    <a:pt x="5735" y="1481"/>
                    <a:pt x="5861" y="1544"/>
                    <a:pt x="5987" y="1544"/>
                  </a:cubicBezTo>
                  <a:cubicBezTo>
                    <a:pt x="6144" y="1544"/>
                    <a:pt x="6365" y="1450"/>
                    <a:pt x="6900" y="977"/>
                  </a:cubicBezTo>
                  <a:cubicBezTo>
                    <a:pt x="7090" y="788"/>
                    <a:pt x="7349" y="693"/>
                    <a:pt x="7613" y="693"/>
                  </a:cubicBezTo>
                  <a:cubicBezTo>
                    <a:pt x="7877" y="693"/>
                    <a:pt x="8145" y="788"/>
                    <a:pt x="8350" y="977"/>
                  </a:cubicBezTo>
                  <a:cubicBezTo>
                    <a:pt x="8822" y="1450"/>
                    <a:pt x="9106" y="1544"/>
                    <a:pt x="9263" y="1544"/>
                  </a:cubicBezTo>
                  <a:cubicBezTo>
                    <a:pt x="9358" y="1544"/>
                    <a:pt x="9484" y="1481"/>
                    <a:pt x="9610" y="1450"/>
                  </a:cubicBezTo>
                  <a:cubicBezTo>
                    <a:pt x="9742" y="1393"/>
                    <a:pt x="9878" y="1366"/>
                    <a:pt x="10011" y="1366"/>
                  </a:cubicBezTo>
                  <a:cubicBezTo>
                    <a:pt x="10544" y="1366"/>
                    <a:pt x="11028" y="1790"/>
                    <a:pt x="11028" y="2395"/>
                  </a:cubicBezTo>
                  <a:lnTo>
                    <a:pt x="11028" y="4695"/>
                  </a:lnTo>
                  <a:cubicBezTo>
                    <a:pt x="11028" y="5199"/>
                    <a:pt x="10933" y="5671"/>
                    <a:pt x="10744" y="6144"/>
                  </a:cubicBezTo>
                  <a:cubicBezTo>
                    <a:pt x="11248" y="6112"/>
                    <a:pt x="11689" y="5671"/>
                    <a:pt x="11689" y="5104"/>
                  </a:cubicBezTo>
                  <a:lnTo>
                    <a:pt x="1168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34" name="Google Shape;10134;p74"/>
            <p:cNvSpPr/>
            <p:nvPr/>
          </p:nvSpPr>
          <p:spPr>
            <a:xfrm>
              <a:off x="-2908450" y="3724275"/>
              <a:ext cx="59900" cy="164625"/>
            </a:xfrm>
            <a:custGeom>
              <a:avLst/>
              <a:gdLst/>
              <a:ahLst/>
              <a:cxnLst/>
              <a:rect l="l" t="t" r="r" b="b"/>
              <a:pathLst>
                <a:path w="2396" h="6585" extrusionOk="0">
                  <a:moveTo>
                    <a:pt x="2395" y="0"/>
                  </a:moveTo>
                  <a:cubicBezTo>
                    <a:pt x="1904" y="491"/>
                    <a:pt x="1500" y="721"/>
                    <a:pt x="1085" y="721"/>
                  </a:cubicBezTo>
                  <a:cubicBezTo>
                    <a:pt x="887" y="721"/>
                    <a:pt x="687" y="669"/>
                    <a:pt x="473" y="567"/>
                  </a:cubicBezTo>
                  <a:cubicBezTo>
                    <a:pt x="423" y="548"/>
                    <a:pt x="374" y="539"/>
                    <a:pt x="327" y="539"/>
                  </a:cubicBezTo>
                  <a:cubicBezTo>
                    <a:pt x="142" y="539"/>
                    <a:pt x="1" y="681"/>
                    <a:pt x="1" y="882"/>
                  </a:cubicBezTo>
                  <a:lnTo>
                    <a:pt x="1" y="3214"/>
                  </a:lnTo>
                  <a:cubicBezTo>
                    <a:pt x="1" y="3718"/>
                    <a:pt x="127" y="4222"/>
                    <a:pt x="316" y="4663"/>
                  </a:cubicBezTo>
                  <a:cubicBezTo>
                    <a:pt x="725" y="5513"/>
                    <a:pt x="1387" y="6238"/>
                    <a:pt x="2395" y="6585"/>
                  </a:cubicBezTo>
                  <a:lnTo>
                    <a:pt x="239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35" name="Google Shape;10135;p74"/>
            <p:cNvSpPr/>
            <p:nvPr/>
          </p:nvSpPr>
          <p:spPr>
            <a:xfrm>
              <a:off x="-2831250" y="3725850"/>
              <a:ext cx="59875" cy="163850"/>
            </a:xfrm>
            <a:custGeom>
              <a:avLst/>
              <a:gdLst/>
              <a:ahLst/>
              <a:cxnLst/>
              <a:rect l="l" t="t" r="r" b="b"/>
              <a:pathLst>
                <a:path w="2395" h="6554" extrusionOk="0">
                  <a:moveTo>
                    <a:pt x="0" y="0"/>
                  </a:moveTo>
                  <a:lnTo>
                    <a:pt x="0" y="6553"/>
                  </a:lnTo>
                  <a:cubicBezTo>
                    <a:pt x="1008" y="6175"/>
                    <a:pt x="1670" y="5450"/>
                    <a:pt x="2079" y="4631"/>
                  </a:cubicBezTo>
                  <a:cubicBezTo>
                    <a:pt x="2269" y="4159"/>
                    <a:pt x="2395" y="3686"/>
                    <a:pt x="2395" y="3182"/>
                  </a:cubicBezTo>
                  <a:lnTo>
                    <a:pt x="2395" y="851"/>
                  </a:lnTo>
                  <a:cubicBezTo>
                    <a:pt x="2395" y="623"/>
                    <a:pt x="2212" y="477"/>
                    <a:pt x="2042" y="477"/>
                  </a:cubicBezTo>
                  <a:cubicBezTo>
                    <a:pt x="2000" y="477"/>
                    <a:pt x="1959" y="485"/>
                    <a:pt x="1922" y="504"/>
                  </a:cubicBezTo>
                  <a:cubicBezTo>
                    <a:pt x="1704" y="598"/>
                    <a:pt x="1496" y="647"/>
                    <a:pt x="1291" y="647"/>
                  </a:cubicBezTo>
                  <a:cubicBezTo>
                    <a:pt x="873" y="647"/>
                    <a:pt x="465" y="444"/>
                    <a:pt x="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136" name="Google Shape;10136;p74"/>
          <p:cNvGrpSpPr/>
          <p:nvPr/>
        </p:nvGrpSpPr>
        <p:grpSpPr>
          <a:xfrm>
            <a:off x="8363732" y="3708286"/>
            <a:ext cx="562569" cy="494509"/>
            <a:chOff x="-3030525" y="3973150"/>
            <a:chExt cx="293025" cy="257575"/>
          </a:xfrm>
        </p:grpSpPr>
        <p:sp>
          <p:nvSpPr>
            <p:cNvPr id="10137" name="Google Shape;10137;p74"/>
            <p:cNvSpPr/>
            <p:nvPr/>
          </p:nvSpPr>
          <p:spPr>
            <a:xfrm>
              <a:off x="-3029750" y="3973150"/>
              <a:ext cx="292250" cy="68550"/>
            </a:xfrm>
            <a:custGeom>
              <a:avLst/>
              <a:gdLst/>
              <a:ahLst/>
              <a:cxnLst/>
              <a:rect l="l" t="t" r="r" b="b"/>
              <a:pathLst>
                <a:path w="11690" h="2742" extrusionOk="0">
                  <a:moveTo>
                    <a:pt x="1702" y="1355"/>
                  </a:moveTo>
                  <a:cubicBezTo>
                    <a:pt x="1891" y="1355"/>
                    <a:pt x="2049" y="1513"/>
                    <a:pt x="2049" y="1702"/>
                  </a:cubicBezTo>
                  <a:cubicBezTo>
                    <a:pt x="2049" y="1922"/>
                    <a:pt x="1891" y="2080"/>
                    <a:pt x="1702" y="2080"/>
                  </a:cubicBezTo>
                  <a:cubicBezTo>
                    <a:pt x="1513" y="2080"/>
                    <a:pt x="1356" y="1922"/>
                    <a:pt x="1356" y="1702"/>
                  </a:cubicBezTo>
                  <a:cubicBezTo>
                    <a:pt x="1356" y="1513"/>
                    <a:pt x="1513" y="1355"/>
                    <a:pt x="1702" y="1355"/>
                  </a:cubicBezTo>
                  <a:close/>
                  <a:moveTo>
                    <a:pt x="3088" y="1355"/>
                  </a:moveTo>
                  <a:cubicBezTo>
                    <a:pt x="3277" y="1355"/>
                    <a:pt x="3435" y="1513"/>
                    <a:pt x="3435" y="1702"/>
                  </a:cubicBezTo>
                  <a:cubicBezTo>
                    <a:pt x="3435" y="1922"/>
                    <a:pt x="3277" y="2080"/>
                    <a:pt x="3088" y="2080"/>
                  </a:cubicBezTo>
                  <a:cubicBezTo>
                    <a:pt x="2868" y="2080"/>
                    <a:pt x="2710" y="1922"/>
                    <a:pt x="2710" y="1702"/>
                  </a:cubicBezTo>
                  <a:cubicBezTo>
                    <a:pt x="2710" y="1513"/>
                    <a:pt x="2868" y="1355"/>
                    <a:pt x="3088" y="1355"/>
                  </a:cubicBezTo>
                  <a:close/>
                  <a:moveTo>
                    <a:pt x="9925" y="1387"/>
                  </a:moveTo>
                  <a:cubicBezTo>
                    <a:pt x="10366" y="1387"/>
                    <a:pt x="10366" y="2080"/>
                    <a:pt x="9925" y="2080"/>
                  </a:cubicBezTo>
                  <a:lnTo>
                    <a:pt x="5829" y="2080"/>
                  </a:lnTo>
                  <a:cubicBezTo>
                    <a:pt x="5388" y="2080"/>
                    <a:pt x="5357" y="1387"/>
                    <a:pt x="5829" y="1387"/>
                  </a:cubicBezTo>
                  <a:close/>
                  <a:moveTo>
                    <a:pt x="1041" y="1"/>
                  </a:moveTo>
                  <a:cubicBezTo>
                    <a:pt x="473" y="1"/>
                    <a:pt x="1" y="473"/>
                    <a:pt x="1" y="1040"/>
                  </a:cubicBezTo>
                  <a:lnTo>
                    <a:pt x="1" y="2741"/>
                  </a:lnTo>
                  <a:lnTo>
                    <a:pt x="11689" y="2741"/>
                  </a:lnTo>
                  <a:lnTo>
                    <a:pt x="11689" y="1040"/>
                  </a:lnTo>
                  <a:cubicBezTo>
                    <a:pt x="11658" y="505"/>
                    <a:pt x="11248" y="1"/>
                    <a:pt x="1065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38" name="Google Shape;10138;p74"/>
            <p:cNvSpPr/>
            <p:nvPr/>
          </p:nvSpPr>
          <p:spPr>
            <a:xfrm>
              <a:off x="-3030525" y="4059000"/>
              <a:ext cx="292225" cy="171725"/>
            </a:xfrm>
            <a:custGeom>
              <a:avLst/>
              <a:gdLst/>
              <a:ahLst/>
              <a:cxnLst/>
              <a:rect l="l" t="t" r="r" b="b"/>
              <a:pathLst>
                <a:path w="11689" h="6869" extrusionOk="0">
                  <a:moveTo>
                    <a:pt x="3773" y="1366"/>
                  </a:moveTo>
                  <a:cubicBezTo>
                    <a:pt x="4065" y="1366"/>
                    <a:pt x="4260" y="1775"/>
                    <a:pt x="3970" y="1985"/>
                  </a:cubicBezTo>
                  <a:lnTo>
                    <a:pt x="2363" y="3088"/>
                  </a:lnTo>
                  <a:lnTo>
                    <a:pt x="3970" y="4191"/>
                  </a:lnTo>
                  <a:cubicBezTo>
                    <a:pt x="4252" y="4370"/>
                    <a:pt x="4075" y="4801"/>
                    <a:pt x="3795" y="4801"/>
                  </a:cubicBezTo>
                  <a:cubicBezTo>
                    <a:pt x="3731" y="4801"/>
                    <a:pt x="3662" y="4779"/>
                    <a:pt x="3592" y="4726"/>
                  </a:cubicBezTo>
                  <a:lnTo>
                    <a:pt x="1544" y="3372"/>
                  </a:lnTo>
                  <a:cubicBezTo>
                    <a:pt x="1324" y="3246"/>
                    <a:pt x="1324" y="2962"/>
                    <a:pt x="1544" y="2805"/>
                  </a:cubicBezTo>
                  <a:lnTo>
                    <a:pt x="3592" y="1418"/>
                  </a:lnTo>
                  <a:cubicBezTo>
                    <a:pt x="3654" y="1382"/>
                    <a:pt x="3715" y="1366"/>
                    <a:pt x="3773" y="1366"/>
                  </a:cubicBezTo>
                  <a:close/>
                  <a:moveTo>
                    <a:pt x="7912" y="1407"/>
                  </a:moveTo>
                  <a:cubicBezTo>
                    <a:pt x="7979" y="1407"/>
                    <a:pt x="8053" y="1429"/>
                    <a:pt x="8129" y="1481"/>
                  </a:cubicBezTo>
                  <a:lnTo>
                    <a:pt x="10145" y="2836"/>
                  </a:lnTo>
                  <a:cubicBezTo>
                    <a:pt x="10366" y="2962"/>
                    <a:pt x="10366" y="3277"/>
                    <a:pt x="10145" y="3403"/>
                  </a:cubicBezTo>
                  <a:lnTo>
                    <a:pt x="8129" y="4789"/>
                  </a:lnTo>
                  <a:cubicBezTo>
                    <a:pt x="8061" y="4826"/>
                    <a:pt x="7996" y="4841"/>
                    <a:pt x="7935" y="4841"/>
                  </a:cubicBezTo>
                  <a:cubicBezTo>
                    <a:pt x="7624" y="4841"/>
                    <a:pt x="7430" y="4433"/>
                    <a:pt x="7719" y="4222"/>
                  </a:cubicBezTo>
                  <a:lnTo>
                    <a:pt x="9326" y="3120"/>
                  </a:lnTo>
                  <a:lnTo>
                    <a:pt x="7719" y="2017"/>
                  </a:lnTo>
                  <a:cubicBezTo>
                    <a:pt x="7437" y="1837"/>
                    <a:pt x="7615" y="1407"/>
                    <a:pt x="7912" y="1407"/>
                  </a:cubicBezTo>
                  <a:close/>
                  <a:moveTo>
                    <a:pt x="6515" y="714"/>
                  </a:moveTo>
                  <a:cubicBezTo>
                    <a:pt x="6728" y="714"/>
                    <a:pt x="6948" y="909"/>
                    <a:pt x="6868" y="1166"/>
                  </a:cubicBezTo>
                  <a:lnTo>
                    <a:pt x="5482" y="5262"/>
                  </a:lnTo>
                  <a:cubicBezTo>
                    <a:pt x="5434" y="5420"/>
                    <a:pt x="5306" y="5489"/>
                    <a:pt x="5176" y="5489"/>
                  </a:cubicBezTo>
                  <a:cubicBezTo>
                    <a:pt x="4968" y="5489"/>
                    <a:pt x="4755" y="5313"/>
                    <a:pt x="4852" y="5041"/>
                  </a:cubicBezTo>
                  <a:lnTo>
                    <a:pt x="6207" y="946"/>
                  </a:lnTo>
                  <a:cubicBezTo>
                    <a:pt x="6265" y="782"/>
                    <a:pt x="6389" y="714"/>
                    <a:pt x="6515" y="714"/>
                  </a:cubicBezTo>
                  <a:close/>
                  <a:moveTo>
                    <a:pt x="0" y="1"/>
                  </a:moveTo>
                  <a:lnTo>
                    <a:pt x="0" y="5829"/>
                  </a:lnTo>
                  <a:lnTo>
                    <a:pt x="32" y="5829"/>
                  </a:lnTo>
                  <a:cubicBezTo>
                    <a:pt x="32" y="6396"/>
                    <a:pt x="504" y="6869"/>
                    <a:pt x="1072" y="6869"/>
                  </a:cubicBezTo>
                  <a:lnTo>
                    <a:pt x="10681" y="6869"/>
                  </a:lnTo>
                  <a:cubicBezTo>
                    <a:pt x="11216" y="6869"/>
                    <a:pt x="11689" y="6396"/>
                    <a:pt x="11689" y="5829"/>
                  </a:cubicBezTo>
                  <a:lnTo>
                    <a:pt x="1168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139" name="Google Shape;10139;p74"/>
          <p:cNvGrpSpPr/>
          <p:nvPr/>
        </p:nvGrpSpPr>
        <p:grpSpPr>
          <a:xfrm>
            <a:off x="1832522" y="4492569"/>
            <a:ext cx="562569" cy="396260"/>
            <a:chOff x="-1199300" y="3279250"/>
            <a:chExt cx="293025" cy="206400"/>
          </a:xfrm>
        </p:grpSpPr>
        <p:sp>
          <p:nvSpPr>
            <p:cNvPr id="10140" name="Google Shape;10140;p74"/>
            <p:cNvSpPr/>
            <p:nvPr/>
          </p:nvSpPr>
          <p:spPr>
            <a:xfrm>
              <a:off x="-1183550" y="3395050"/>
              <a:ext cx="261525" cy="90600"/>
            </a:xfrm>
            <a:custGeom>
              <a:avLst/>
              <a:gdLst/>
              <a:ahLst/>
              <a:cxnLst/>
              <a:rect l="l" t="t" r="r" b="b"/>
              <a:pathLst>
                <a:path w="10461" h="3624" extrusionOk="0">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41" name="Google Shape;10141;p74"/>
            <p:cNvSpPr/>
            <p:nvPr/>
          </p:nvSpPr>
          <p:spPr>
            <a:xfrm>
              <a:off x="-1184325" y="3279250"/>
              <a:ext cx="261500" cy="129400"/>
            </a:xfrm>
            <a:custGeom>
              <a:avLst/>
              <a:gdLst/>
              <a:ahLst/>
              <a:cxnLst/>
              <a:rect l="l" t="t" r="r" b="b"/>
              <a:pathLst>
                <a:path w="10460" h="5176" extrusionOk="0">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42" name="Google Shape;10142;p74"/>
            <p:cNvSpPr/>
            <p:nvPr/>
          </p:nvSpPr>
          <p:spPr>
            <a:xfrm>
              <a:off x="-1199300" y="3294225"/>
              <a:ext cx="90600" cy="175650"/>
            </a:xfrm>
            <a:custGeom>
              <a:avLst/>
              <a:gdLst/>
              <a:ahLst/>
              <a:cxnLst/>
              <a:rect l="l" t="t" r="r" b="b"/>
              <a:pathLst>
                <a:path w="3624" h="7026" extrusionOk="0">
                  <a:moveTo>
                    <a:pt x="126" y="0"/>
                  </a:moveTo>
                  <a:cubicBezTo>
                    <a:pt x="32" y="126"/>
                    <a:pt x="0" y="284"/>
                    <a:pt x="0" y="441"/>
                  </a:cubicBezTo>
                  <a:lnTo>
                    <a:pt x="0" y="6585"/>
                  </a:lnTo>
                  <a:cubicBezTo>
                    <a:pt x="0" y="6742"/>
                    <a:pt x="32" y="6900"/>
                    <a:pt x="126" y="7026"/>
                  </a:cubicBezTo>
                  <a:lnTo>
                    <a:pt x="3624" y="3466"/>
                  </a:lnTo>
                  <a:lnTo>
                    <a:pt x="12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43" name="Google Shape;10143;p74"/>
            <p:cNvSpPr/>
            <p:nvPr/>
          </p:nvSpPr>
          <p:spPr>
            <a:xfrm>
              <a:off x="-996875" y="3294225"/>
              <a:ext cx="90600" cy="177225"/>
            </a:xfrm>
            <a:custGeom>
              <a:avLst/>
              <a:gdLst/>
              <a:ahLst/>
              <a:cxnLst/>
              <a:rect l="l" t="t" r="r" b="b"/>
              <a:pathLst>
                <a:path w="3624" h="7089" extrusionOk="0">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144" name="Google Shape;10144;p74"/>
          <p:cNvGrpSpPr/>
          <p:nvPr/>
        </p:nvGrpSpPr>
        <p:grpSpPr>
          <a:xfrm>
            <a:off x="1841970" y="2251698"/>
            <a:ext cx="592807" cy="560745"/>
            <a:chOff x="-6338550" y="3272950"/>
            <a:chExt cx="308775" cy="292075"/>
          </a:xfrm>
        </p:grpSpPr>
        <p:sp>
          <p:nvSpPr>
            <p:cNvPr id="10145" name="Google Shape;10145;p74"/>
            <p:cNvSpPr/>
            <p:nvPr/>
          </p:nvSpPr>
          <p:spPr>
            <a:xfrm>
              <a:off x="-6338550" y="3272950"/>
              <a:ext cx="308775" cy="119750"/>
            </a:xfrm>
            <a:custGeom>
              <a:avLst/>
              <a:gdLst/>
              <a:ahLst/>
              <a:cxnLst/>
              <a:rect l="l" t="t" r="r" b="b"/>
              <a:pathLst>
                <a:path w="12351" h="4790" extrusionOk="0">
                  <a:moveTo>
                    <a:pt x="6144" y="2017"/>
                  </a:moveTo>
                  <a:cubicBezTo>
                    <a:pt x="6333" y="2017"/>
                    <a:pt x="6491" y="2206"/>
                    <a:pt x="6491" y="2395"/>
                  </a:cubicBezTo>
                  <a:cubicBezTo>
                    <a:pt x="6459" y="2584"/>
                    <a:pt x="6333" y="2742"/>
                    <a:pt x="6144" y="2742"/>
                  </a:cubicBezTo>
                  <a:cubicBezTo>
                    <a:pt x="5955" y="2742"/>
                    <a:pt x="5797" y="2584"/>
                    <a:pt x="5797" y="2395"/>
                  </a:cubicBezTo>
                  <a:cubicBezTo>
                    <a:pt x="5797" y="2206"/>
                    <a:pt x="5955" y="2017"/>
                    <a:pt x="6144" y="2017"/>
                  </a:cubicBezTo>
                  <a:close/>
                  <a:moveTo>
                    <a:pt x="6144" y="1"/>
                  </a:moveTo>
                  <a:cubicBezTo>
                    <a:pt x="4789" y="1"/>
                    <a:pt x="3750" y="1040"/>
                    <a:pt x="3750" y="2395"/>
                  </a:cubicBezTo>
                  <a:cubicBezTo>
                    <a:pt x="3750" y="2521"/>
                    <a:pt x="3750" y="2616"/>
                    <a:pt x="3781" y="2742"/>
                  </a:cubicBezTo>
                  <a:lnTo>
                    <a:pt x="1324" y="2742"/>
                  </a:lnTo>
                  <a:cubicBezTo>
                    <a:pt x="1" y="2742"/>
                    <a:pt x="1" y="4790"/>
                    <a:pt x="1324" y="4790"/>
                  </a:cubicBezTo>
                  <a:lnTo>
                    <a:pt x="10996" y="4790"/>
                  </a:lnTo>
                  <a:cubicBezTo>
                    <a:pt x="12351" y="4790"/>
                    <a:pt x="12351" y="2742"/>
                    <a:pt x="10996" y="2742"/>
                  </a:cubicBezTo>
                  <a:lnTo>
                    <a:pt x="8507" y="2742"/>
                  </a:lnTo>
                  <a:cubicBezTo>
                    <a:pt x="8507" y="2616"/>
                    <a:pt x="8538" y="2521"/>
                    <a:pt x="8538" y="2395"/>
                  </a:cubicBezTo>
                  <a:cubicBezTo>
                    <a:pt x="8538" y="1040"/>
                    <a:pt x="7467" y="1"/>
                    <a:pt x="614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46" name="Google Shape;10146;p74"/>
            <p:cNvSpPr/>
            <p:nvPr/>
          </p:nvSpPr>
          <p:spPr>
            <a:xfrm>
              <a:off x="-6228275" y="3479325"/>
              <a:ext cx="86650" cy="85700"/>
            </a:xfrm>
            <a:custGeom>
              <a:avLst/>
              <a:gdLst/>
              <a:ahLst/>
              <a:cxnLst/>
              <a:rect l="l" t="t" r="r" b="b"/>
              <a:pathLst>
                <a:path w="3466" h="3428" extrusionOk="0">
                  <a:moveTo>
                    <a:pt x="32" y="0"/>
                  </a:moveTo>
                  <a:lnTo>
                    <a:pt x="32" y="3088"/>
                  </a:lnTo>
                  <a:lnTo>
                    <a:pt x="0" y="3088"/>
                  </a:lnTo>
                  <a:cubicBezTo>
                    <a:pt x="0" y="3268"/>
                    <a:pt x="190" y="3428"/>
                    <a:pt x="380" y="3428"/>
                  </a:cubicBezTo>
                  <a:cubicBezTo>
                    <a:pt x="422" y="3428"/>
                    <a:pt x="464" y="3420"/>
                    <a:pt x="504" y="3403"/>
                  </a:cubicBezTo>
                  <a:lnTo>
                    <a:pt x="3277" y="2016"/>
                  </a:lnTo>
                  <a:cubicBezTo>
                    <a:pt x="3371" y="1985"/>
                    <a:pt x="3466" y="1859"/>
                    <a:pt x="3466" y="1701"/>
                  </a:cubicBezTo>
                  <a:lnTo>
                    <a:pt x="346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47" name="Google Shape;10147;p74"/>
            <p:cNvSpPr/>
            <p:nvPr/>
          </p:nvSpPr>
          <p:spPr>
            <a:xfrm>
              <a:off x="-6292075" y="3410800"/>
              <a:ext cx="212675" cy="50425"/>
            </a:xfrm>
            <a:custGeom>
              <a:avLst/>
              <a:gdLst/>
              <a:ahLst/>
              <a:cxnLst/>
              <a:rect l="l" t="t" r="r" b="b"/>
              <a:pathLst>
                <a:path w="8507" h="2017" extrusionOk="0">
                  <a:moveTo>
                    <a:pt x="0" y="0"/>
                  </a:moveTo>
                  <a:lnTo>
                    <a:pt x="2048" y="2016"/>
                  </a:lnTo>
                  <a:lnTo>
                    <a:pt x="6459" y="2016"/>
                  </a:lnTo>
                  <a:lnTo>
                    <a:pt x="850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148" name="Google Shape;10148;p74"/>
          <p:cNvGrpSpPr/>
          <p:nvPr/>
        </p:nvGrpSpPr>
        <p:grpSpPr>
          <a:xfrm>
            <a:off x="1857090" y="2940260"/>
            <a:ext cx="562569" cy="559545"/>
            <a:chOff x="-6329100" y="3632100"/>
            <a:chExt cx="293025" cy="291450"/>
          </a:xfrm>
        </p:grpSpPr>
        <p:sp>
          <p:nvSpPr>
            <p:cNvPr id="10149" name="Google Shape;10149;p74"/>
            <p:cNvSpPr/>
            <p:nvPr/>
          </p:nvSpPr>
          <p:spPr>
            <a:xfrm>
              <a:off x="-6210700" y="3751600"/>
              <a:ext cx="174625" cy="171950"/>
            </a:xfrm>
            <a:custGeom>
              <a:avLst/>
              <a:gdLst/>
              <a:ahLst/>
              <a:cxnLst/>
              <a:rect l="l" t="t" r="r" b="b"/>
              <a:pathLst>
                <a:path w="6985" h="6878" extrusionOk="0">
                  <a:moveTo>
                    <a:pt x="492" y="0"/>
                  </a:moveTo>
                  <a:cubicBezTo>
                    <a:pt x="219" y="0"/>
                    <a:pt x="0" y="235"/>
                    <a:pt x="85" y="545"/>
                  </a:cubicBezTo>
                  <a:lnTo>
                    <a:pt x="1503" y="5712"/>
                  </a:lnTo>
                  <a:cubicBezTo>
                    <a:pt x="1559" y="5882"/>
                    <a:pt x="1707" y="5984"/>
                    <a:pt x="1856" y="5984"/>
                  </a:cubicBezTo>
                  <a:cubicBezTo>
                    <a:pt x="1956" y="5984"/>
                    <a:pt x="2057" y="5939"/>
                    <a:pt x="2133" y="5838"/>
                  </a:cubicBezTo>
                  <a:lnTo>
                    <a:pt x="2889" y="4735"/>
                  </a:lnTo>
                  <a:lnTo>
                    <a:pt x="3739" y="5712"/>
                  </a:lnTo>
                  <a:lnTo>
                    <a:pt x="4622" y="6594"/>
                  </a:lnTo>
                  <a:cubicBezTo>
                    <a:pt x="4811" y="6783"/>
                    <a:pt x="5086" y="6878"/>
                    <a:pt x="5362" y="6878"/>
                  </a:cubicBezTo>
                  <a:cubicBezTo>
                    <a:pt x="5638" y="6878"/>
                    <a:pt x="5913" y="6783"/>
                    <a:pt x="6102" y="6594"/>
                  </a:cubicBezTo>
                  <a:lnTo>
                    <a:pt x="6575" y="6122"/>
                  </a:lnTo>
                  <a:cubicBezTo>
                    <a:pt x="6984" y="5712"/>
                    <a:pt x="6984" y="5113"/>
                    <a:pt x="6575" y="4672"/>
                  </a:cubicBezTo>
                  <a:lnTo>
                    <a:pt x="4811" y="2814"/>
                  </a:lnTo>
                  <a:lnTo>
                    <a:pt x="5913" y="2058"/>
                  </a:lnTo>
                  <a:cubicBezTo>
                    <a:pt x="6134" y="1900"/>
                    <a:pt x="6102" y="1522"/>
                    <a:pt x="5787" y="1427"/>
                  </a:cubicBezTo>
                  <a:lnTo>
                    <a:pt x="589" y="10"/>
                  </a:lnTo>
                  <a:cubicBezTo>
                    <a:pt x="556" y="3"/>
                    <a:pt x="524" y="0"/>
                    <a:pt x="49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50" name="Google Shape;10150;p74"/>
            <p:cNvSpPr/>
            <p:nvPr/>
          </p:nvSpPr>
          <p:spPr>
            <a:xfrm>
              <a:off x="-6272400" y="3691975"/>
              <a:ext cx="136300" cy="135500"/>
            </a:xfrm>
            <a:custGeom>
              <a:avLst/>
              <a:gdLst/>
              <a:ahLst/>
              <a:cxnLst/>
              <a:rect l="l" t="t" r="r" b="b"/>
              <a:pathLst>
                <a:path w="5452" h="5420" extrusionOk="0">
                  <a:moveTo>
                    <a:pt x="2742" y="0"/>
                  </a:moveTo>
                  <a:cubicBezTo>
                    <a:pt x="1261" y="0"/>
                    <a:pt x="1" y="1229"/>
                    <a:pt x="1" y="2710"/>
                  </a:cubicBezTo>
                  <a:cubicBezTo>
                    <a:pt x="1" y="4127"/>
                    <a:pt x="1041" y="5293"/>
                    <a:pt x="2427" y="5419"/>
                  </a:cubicBezTo>
                  <a:lnTo>
                    <a:pt x="2112" y="4317"/>
                  </a:lnTo>
                  <a:cubicBezTo>
                    <a:pt x="1482" y="4096"/>
                    <a:pt x="1009" y="3466"/>
                    <a:pt x="1009" y="2741"/>
                  </a:cubicBezTo>
                  <a:cubicBezTo>
                    <a:pt x="1041" y="1765"/>
                    <a:pt x="1828" y="1009"/>
                    <a:pt x="2773" y="1009"/>
                  </a:cubicBezTo>
                  <a:cubicBezTo>
                    <a:pt x="3530" y="1009"/>
                    <a:pt x="4128" y="1481"/>
                    <a:pt x="4349" y="2143"/>
                  </a:cubicBezTo>
                  <a:lnTo>
                    <a:pt x="5451" y="2458"/>
                  </a:lnTo>
                  <a:cubicBezTo>
                    <a:pt x="5294" y="1072"/>
                    <a:pt x="4160" y="0"/>
                    <a:pt x="274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51" name="Google Shape;10151;p74"/>
            <p:cNvSpPr/>
            <p:nvPr/>
          </p:nvSpPr>
          <p:spPr>
            <a:xfrm>
              <a:off x="-6329100" y="3632100"/>
              <a:ext cx="257575" cy="256025"/>
            </a:xfrm>
            <a:custGeom>
              <a:avLst/>
              <a:gdLst/>
              <a:ahLst/>
              <a:cxnLst/>
              <a:rect l="l" t="t" r="r" b="b"/>
              <a:pathLst>
                <a:path w="10303" h="10241" extrusionOk="0">
                  <a:moveTo>
                    <a:pt x="5136" y="1"/>
                  </a:moveTo>
                  <a:cubicBezTo>
                    <a:pt x="2301" y="1"/>
                    <a:pt x="1" y="2269"/>
                    <a:pt x="1" y="5105"/>
                  </a:cubicBezTo>
                  <a:cubicBezTo>
                    <a:pt x="1" y="7972"/>
                    <a:pt x="2332" y="10240"/>
                    <a:pt x="5136" y="10240"/>
                  </a:cubicBezTo>
                  <a:cubicBezTo>
                    <a:pt x="5262" y="10240"/>
                    <a:pt x="5356" y="10240"/>
                    <a:pt x="5451" y="10177"/>
                  </a:cubicBezTo>
                  <a:lnTo>
                    <a:pt x="4978" y="8444"/>
                  </a:lnTo>
                  <a:cubicBezTo>
                    <a:pt x="4959" y="8445"/>
                    <a:pt x="4940" y="8445"/>
                    <a:pt x="4921" y="8445"/>
                  </a:cubicBezTo>
                  <a:cubicBezTo>
                    <a:pt x="3089" y="8445"/>
                    <a:pt x="1639" y="6945"/>
                    <a:pt x="1639" y="5105"/>
                  </a:cubicBezTo>
                  <a:cubicBezTo>
                    <a:pt x="1639" y="3214"/>
                    <a:pt x="3151" y="1702"/>
                    <a:pt x="5073" y="1702"/>
                  </a:cubicBezTo>
                  <a:cubicBezTo>
                    <a:pt x="6900" y="1702"/>
                    <a:pt x="8412" y="3151"/>
                    <a:pt x="8475" y="4979"/>
                  </a:cubicBezTo>
                  <a:lnTo>
                    <a:pt x="10208" y="5451"/>
                  </a:lnTo>
                  <a:cubicBezTo>
                    <a:pt x="10303" y="4002"/>
                    <a:pt x="9799" y="2553"/>
                    <a:pt x="8759" y="1482"/>
                  </a:cubicBezTo>
                  <a:cubicBezTo>
                    <a:pt x="7782" y="505"/>
                    <a:pt x="6522" y="1"/>
                    <a:pt x="513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152" name="Google Shape;10152;p74"/>
          <p:cNvGrpSpPr/>
          <p:nvPr/>
        </p:nvGrpSpPr>
        <p:grpSpPr>
          <a:xfrm>
            <a:off x="1874490" y="3675772"/>
            <a:ext cx="559497" cy="559545"/>
            <a:chOff x="-6329875" y="3992050"/>
            <a:chExt cx="291425" cy="291450"/>
          </a:xfrm>
        </p:grpSpPr>
        <p:sp>
          <p:nvSpPr>
            <p:cNvPr id="10153" name="Google Shape;10153;p74"/>
            <p:cNvSpPr/>
            <p:nvPr/>
          </p:nvSpPr>
          <p:spPr>
            <a:xfrm>
              <a:off x="-6090450" y="4077900"/>
              <a:ext cx="52000" cy="34675"/>
            </a:xfrm>
            <a:custGeom>
              <a:avLst/>
              <a:gdLst/>
              <a:ahLst/>
              <a:cxnLst/>
              <a:rect l="l" t="t" r="r" b="b"/>
              <a:pathLst>
                <a:path w="2080" h="1387" extrusionOk="0">
                  <a:moveTo>
                    <a:pt x="1" y="1"/>
                  </a:moveTo>
                  <a:lnTo>
                    <a:pt x="1" y="1387"/>
                  </a:lnTo>
                  <a:lnTo>
                    <a:pt x="2080" y="1387"/>
                  </a:lnTo>
                  <a:lnTo>
                    <a:pt x="2080" y="1040"/>
                  </a:lnTo>
                  <a:cubicBezTo>
                    <a:pt x="2080" y="473"/>
                    <a:pt x="1607" y="1"/>
                    <a:pt x="107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54" name="Google Shape;10154;p74"/>
            <p:cNvSpPr/>
            <p:nvPr/>
          </p:nvSpPr>
          <p:spPr>
            <a:xfrm>
              <a:off x="-6262925" y="3992050"/>
              <a:ext cx="154400" cy="155200"/>
            </a:xfrm>
            <a:custGeom>
              <a:avLst/>
              <a:gdLst/>
              <a:ahLst/>
              <a:cxnLst/>
              <a:rect l="l" t="t" r="r" b="b"/>
              <a:pathLst>
                <a:path w="6176" h="6208" extrusionOk="0">
                  <a:moveTo>
                    <a:pt x="5167" y="1387"/>
                  </a:moveTo>
                  <a:cubicBezTo>
                    <a:pt x="5608" y="1387"/>
                    <a:pt x="5639" y="2048"/>
                    <a:pt x="5167" y="2048"/>
                  </a:cubicBezTo>
                  <a:lnTo>
                    <a:pt x="1071" y="2048"/>
                  </a:lnTo>
                  <a:cubicBezTo>
                    <a:pt x="1053" y="2051"/>
                    <a:pt x="1035" y="2052"/>
                    <a:pt x="1018" y="2052"/>
                  </a:cubicBezTo>
                  <a:cubicBezTo>
                    <a:pt x="628" y="2052"/>
                    <a:pt x="618" y="1387"/>
                    <a:pt x="1071" y="1387"/>
                  </a:cubicBezTo>
                  <a:close/>
                  <a:moveTo>
                    <a:pt x="5167" y="2773"/>
                  </a:moveTo>
                  <a:cubicBezTo>
                    <a:pt x="5608" y="2773"/>
                    <a:pt x="5639" y="3435"/>
                    <a:pt x="5167" y="3435"/>
                  </a:cubicBezTo>
                  <a:lnTo>
                    <a:pt x="1071" y="3435"/>
                  </a:lnTo>
                  <a:cubicBezTo>
                    <a:pt x="630" y="3435"/>
                    <a:pt x="599" y="2773"/>
                    <a:pt x="1071" y="2773"/>
                  </a:cubicBezTo>
                  <a:close/>
                  <a:moveTo>
                    <a:pt x="5167" y="4159"/>
                  </a:moveTo>
                  <a:cubicBezTo>
                    <a:pt x="5608" y="4159"/>
                    <a:pt x="5639" y="4821"/>
                    <a:pt x="5167" y="4821"/>
                  </a:cubicBezTo>
                  <a:lnTo>
                    <a:pt x="1071" y="4821"/>
                  </a:lnTo>
                  <a:cubicBezTo>
                    <a:pt x="630" y="4821"/>
                    <a:pt x="599" y="4159"/>
                    <a:pt x="1071" y="4159"/>
                  </a:cubicBezTo>
                  <a:close/>
                  <a:moveTo>
                    <a:pt x="347" y="1"/>
                  </a:moveTo>
                  <a:cubicBezTo>
                    <a:pt x="158" y="1"/>
                    <a:pt x="0" y="158"/>
                    <a:pt x="0" y="379"/>
                  </a:cubicBezTo>
                  <a:lnTo>
                    <a:pt x="0" y="6207"/>
                  </a:lnTo>
                  <a:lnTo>
                    <a:pt x="4726" y="6207"/>
                  </a:lnTo>
                  <a:cubicBezTo>
                    <a:pt x="5041" y="6207"/>
                    <a:pt x="5198" y="5672"/>
                    <a:pt x="5356" y="5420"/>
                  </a:cubicBezTo>
                  <a:cubicBezTo>
                    <a:pt x="5513" y="5104"/>
                    <a:pt x="5828" y="4884"/>
                    <a:pt x="6175" y="4852"/>
                  </a:cubicBezTo>
                  <a:lnTo>
                    <a:pt x="6175" y="379"/>
                  </a:lnTo>
                  <a:cubicBezTo>
                    <a:pt x="6175" y="158"/>
                    <a:pt x="6018" y="1"/>
                    <a:pt x="582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55" name="Google Shape;10155;p74"/>
            <p:cNvSpPr/>
            <p:nvPr/>
          </p:nvSpPr>
          <p:spPr>
            <a:xfrm>
              <a:off x="-6329875" y="4044825"/>
              <a:ext cx="51200" cy="102425"/>
            </a:xfrm>
            <a:custGeom>
              <a:avLst/>
              <a:gdLst/>
              <a:ahLst/>
              <a:cxnLst/>
              <a:rect l="l" t="t" r="r" b="b"/>
              <a:pathLst>
                <a:path w="2048" h="4097" extrusionOk="0">
                  <a:moveTo>
                    <a:pt x="1040" y="0"/>
                  </a:moveTo>
                  <a:cubicBezTo>
                    <a:pt x="473" y="0"/>
                    <a:pt x="0" y="473"/>
                    <a:pt x="0" y="1009"/>
                  </a:cubicBezTo>
                  <a:lnTo>
                    <a:pt x="0" y="4096"/>
                  </a:lnTo>
                  <a:lnTo>
                    <a:pt x="2048" y="4096"/>
                  </a:lnTo>
                  <a:lnTo>
                    <a:pt x="2048"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56" name="Google Shape;10156;p74"/>
            <p:cNvSpPr/>
            <p:nvPr/>
          </p:nvSpPr>
          <p:spPr>
            <a:xfrm>
              <a:off x="-6329875" y="4129900"/>
              <a:ext cx="291425" cy="153600"/>
            </a:xfrm>
            <a:custGeom>
              <a:avLst/>
              <a:gdLst/>
              <a:ahLst/>
              <a:cxnLst/>
              <a:rect l="l" t="t" r="r" b="b"/>
              <a:pathLst>
                <a:path w="11657" h="6144" extrusionOk="0">
                  <a:moveTo>
                    <a:pt x="8948" y="0"/>
                  </a:moveTo>
                  <a:cubicBezTo>
                    <a:pt x="8664" y="0"/>
                    <a:pt x="8506" y="473"/>
                    <a:pt x="8349" y="788"/>
                  </a:cubicBezTo>
                  <a:cubicBezTo>
                    <a:pt x="8191" y="1166"/>
                    <a:pt x="7845" y="1355"/>
                    <a:pt x="7467" y="1355"/>
                  </a:cubicBezTo>
                  <a:lnTo>
                    <a:pt x="0" y="1355"/>
                  </a:lnTo>
                  <a:lnTo>
                    <a:pt x="0" y="5135"/>
                  </a:lnTo>
                  <a:cubicBezTo>
                    <a:pt x="0" y="5671"/>
                    <a:pt x="473" y="6143"/>
                    <a:pt x="1040" y="6143"/>
                  </a:cubicBezTo>
                  <a:lnTo>
                    <a:pt x="10649" y="6143"/>
                  </a:lnTo>
                  <a:cubicBezTo>
                    <a:pt x="11184" y="6143"/>
                    <a:pt x="11657" y="5671"/>
                    <a:pt x="11657" y="5135"/>
                  </a:cubicBezTo>
                  <a:lnTo>
                    <a:pt x="1165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157" name="Google Shape;10157;p74"/>
          <p:cNvGrpSpPr/>
          <p:nvPr/>
        </p:nvGrpSpPr>
        <p:grpSpPr>
          <a:xfrm>
            <a:off x="5456006" y="2250041"/>
            <a:ext cx="564105" cy="564057"/>
            <a:chOff x="-4478975" y="3251700"/>
            <a:chExt cx="293825" cy="293800"/>
          </a:xfrm>
        </p:grpSpPr>
        <p:sp>
          <p:nvSpPr>
            <p:cNvPr id="10158" name="Google Shape;10158;p74"/>
            <p:cNvSpPr/>
            <p:nvPr/>
          </p:nvSpPr>
          <p:spPr>
            <a:xfrm>
              <a:off x="-4375000" y="3365100"/>
              <a:ext cx="85075" cy="110900"/>
            </a:xfrm>
            <a:custGeom>
              <a:avLst/>
              <a:gdLst/>
              <a:ahLst/>
              <a:cxnLst/>
              <a:rect l="l" t="t" r="r" b="b"/>
              <a:pathLst>
                <a:path w="3403" h="4436" extrusionOk="0">
                  <a:moveTo>
                    <a:pt x="662" y="1"/>
                  </a:moveTo>
                  <a:cubicBezTo>
                    <a:pt x="221" y="316"/>
                    <a:pt x="0" y="820"/>
                    <a:pt x="0" y="1387"/>
                  </a:cubicBezTo>
                  <a:cubicBezTo>
                    <a:pt x="0" y="2080"/>
                    <a:pt x="473" y="2773"/>
                    <a:pt x="1135" y="2994"/>
                  </a:cubicBezTo>
                  <a:cubicBezTo>
                    <a:pt x="1261" y="3025"/>
                    <a:pt x="1355" y="3183"/>
                    <a:pt x="1355" y="3309"/>
                  </a:cubicBezTo>
                  <a:lnTo>
                    <a:pt x="1355" y="4412"/>
                  </a:lnTo>
                  <a:cubicBezTo>
                    <a:pt x="1576" y="4427"/>
                    <a:pt x="1647" y="4435"/>
                    <a:pt x="1714" y="4435"/>
                  </a:cubicBezTo>
                  <a:cubicBezTo>
                    <a:pt x="1780" y="4435"/>
                    <a:pt x="1843" y="4427"/>
                    <a:pt x="2048" y="4412"/>
                  </a:cubicBezTo>
                  <a:lnTo>
                    <a:pt x="2048" y="3309"/>
                  </a:lnTo>
                  <a:cubicBezTo>
                    <a:pt x="2048" y="3151"/>
                    <a:pt x="2111" y="3025"/>
                    <a:pt x="2269" y="2994"/>
                  </a:cubicBezTo>
                  <a:cubicBezTo>
                    <a:pt x="2962" y="2710"/>
                    <a:pt x="3403" y="2080"/>
                    <a:pt x="3403" y="1387"/>
                  </a:cubicBezTo>
                  <a:cubicBezTo>
                    <a:pt x="3403" y="820"/>
                    <a:pt x="3119" y="316"/>
                    <a:pt x="2741" y="1"/>
                  </a:cubicBezTo>
                  <a:lnTo>
                    <a:pt x="2741" y="1387"/>
                  </a:lnTo>
                  <a:cubicBezTo>
                    <a:pt x="2741" y="1576"/>
                    <a:pt x="2584" y="1734"/>
                    <a:pt x="2395" y="1734"/>
                  </a:cubicBezTo>
                  <a:lnTo>
                    <a:pt x="1009" y="1734"/>
                  </a:lnTo>
                  <a:cubicBezTo>
                    <a:pt x="820" y="1734"/>
                    <a:pt x="662" y="1576"/>
                    <a:pt x="662" y="1387"/>
                  </a:cubicBezTo>
                  <a:lnTo>
                    <a:pt x="66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59" name="Google Shape;10159;p74"/>
            <p:cNvSpPr/>
            <p:nvPr/>
          </p:nvSpPr>
          <p:spPr>
            <a:xfrm>
              <a:off x="-4408875" y="3321800"/>
              <a:ext cx="154400" cy="148875"/>
            </a:xfrm>
            <a:custGeom>
              <a:avLst/>
              <a:gdLst/>
              <a:ahLst/>
              <a:cxnLst/>
              <a:rect l="l" t="t" r="r" b="b"/>
              <a:pathLst>
                <a:path w="6176" h="5955" extrusionOk="0">
                  <a:moveTo>
                    <a:pt x="3057" y="0"/>
                  </a:moveTo>
                  <a:cubicBezTo>
                    <a:pt x="1387" y="0"/>
                    <a:pt x="1" y="1386"/>
                    <a:pt x="1" y="3088"/>
                  </a:cubicBezTo>
                  <a:cubicBezTo>
                    <a:pt x="1" y="4411"/>
                    <a:pt x="851" y="5545"/>
                    <a:pt x="2049" y="5954"/>
                  </a:cubicBezTo>
                  <a:lnTo>
                    <a:pt x="2049" y="5230"/>
                  </a:lnTo>
                  <a:cubicBezTo>
                    <a:pt x="1229" y="4852"/>
                    <a:pt x="662" y="4001"/>
                    <a:pt x="662" y="3088"/>
                  </a:cubicBezTo>
                  <a:cubicBezTo>
                    <a:pt x="662" y="2048"/>
                    <a:pt x="1292" y="1134"/>
                    <a:pt x="2269" y="819"/>
                  </a:cubicBezTo>
                  <a:cubicBezTo>
                    <a:pt x="2307" y="810"/>
                    <a:pt x="2344" y="805"/>
                    <a:pt x="2380" y="805"/>
                  </a:cubicBezTo>
                  <a:cubicBezTo>
                    <a:pt x="2583" y="805"/>
                    <a:pt x="2742" y="947"/>
                    <a:pt x="2742" y="1134"/>
                  </a:cubicBezTo>
                  <a:lnTo>
                    <a:pt x="2742" y="2710"/>
                  </a:lnTo>
                  <a:lnTo>
                    <a:pt x="3435" y="2710"/>
                  </a:lnTo>
                  <a:lnTo>
                    <a:pt x="3435" y="1134"/>
                  </a:lnTo>
                  <a:cubicBezTo>
                    <a:pt x="3435" y="947"/>
                    <a:pt x="3594" y="805"/>
                    <a:pt x="3796" y="805"/>
                  </a:cubicBezTo>
                  <a:cubicBezTo>
                    <a:pt x="3832" y="805"/>
                    <a:pt x="3869" y="810"/>
                    <a:pt x="3907" y="819"/>
                  </a:cubicBezTo>
                  <a:cubicBezTo>
                    <a:pt x="4852" y="1197"/>
                    <a:pt x="5514" y="2079"/>
                    <a:pt x="5514" y="3088"/>
                  </a:cubicBezTo>
                  <a:cubicBezTo>
                    <a:pt x="5514" y="4001"/>
                    <a:pt x="4947" y="4852"/>
                    <a:pt x="4128" y="5230"/>
                  </a:cubicBezTo>
                  <a:lnTo>
                    <a:pt x="4128" y="5954"/>
                  </a:lnTo>
                  <a:cubicBezTo>
                    <a:pt x="5325" y="5513"/>
                    <a:pt x="6176" y="4411"/>
                    <a:pt x="6176" y="3088"/>
                  </a:cubicBezTo>
                  <a:cubicBezTo>
                    <a:pt x="6144" y="1386"/>
                    <a:pt x="4758" y="0"/>
                    <a:pt x="305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60" name="Google Shape;10160;p74"/>
            <p:cNvSpPr/>
            <p:nvPr/>
          </p:nvSpPr>
          <p:spPr>
            <a:xfrm>
              <a:off x="-4478975" y="3251700"/>
              <a:ext cx="293825" cy="293800"/>
            </a:xfrm>
            <a:custGeom>
              <a:avLst/>
              <a:gdLst/>
              <a:ahLst/>
              <a:cxnLst/>
              <a:rect l="l" t="t" r="r" b="b"/>
              <a:pathLst>
                <a:path w="11753" h="11752" extrusionOk="0">
                  <a:moveTo>
                    <a:pt x="5861" y="2111"/>
                  </a:moveTo>
                  <a:cubicBezTo>
                    <a:pt x="7972" y="2111"/>
                    <a:pt x="9641" y="3781"/>
                    <a:pt x="9641" y="5892"/>
                  </a:cubicBezTo>
                  <a:cubicBezTo>
                    <a:pt x="9610" y="7971"/>
                    <a:pt x="7909" y="9672"/>
                    <a:pt x="5861" y="9672"/>
                  </a:cubicBezTo>
                  <a:cubicBezTo>
                    <a:pt x="3781" y="9672"/>
                    <a:pt x="2080" y="7971"/>
                    <a:pt x="2080" y="5892"/>
                  </a:cubicBezTo>
                  <a:cubicBezTo>
                    <a:pt x="2080" y="3781"/>
                    <a:pt x="3781" y="2111"/>
                    <a:pt x="5861" y="2111"/>
                  </a:cubicBezTo>
                  <a:close/>
                  <a:moveTo>
                    <a:pt x="5168" y="0"/>
                  </a:moveTo>
                  <a:cubicBezTo>
                    <a:pt x="5010" y="0"/>
                    <a:pt x="4884" y="126"/>
                    <a:pt x="4853" y="284"/>
                  </a:cubicBezTo>
                  <a:lnTo>
                    <a:pt x="4695" y="882"/>
                  </a:lnTo>
                  <a:cubicBezTo>
                    <a:pt x="4128" y="1008"/>
                    <a:pt x="3624" y="1229"/>
                    <a:pt x="3120" y="1512"/>
                  </a:cubicBezTo>
                  <a:lnTo>
                    <a:pt x="2616" y="1197"/>
                  </a:lnTo>
                  <a:cubicBezTo>
                    <a:pt x="2557" y="1153"/>
                    <a:pt x="2485" y="1130"/>
                    <a:pt x="2412" y="1130"/>
                  </a:cubicBezTo>
                  <a:cubicBezTo>
                    <a:pt x="2328" y="1130"/>
                    <a:pt x="2242" y="1161"/>
                    <a:pt x="2175" y="1229"/>
                  </a:cubicBezTo>
                  <a:lnTo>
                    <a:pt x="1198" y="2205"/>
                  </a:lnTo>
                  <a:cubicBezTo>
                    <a:pt x="1072" y="2332"/>
                    <a:pt x="1072" y="2489"/>
                    <a:pt x="1135" y="2647"/>
                  </a:cubicBezTo>
                  <a:lnTo>
                    <a:pt x="1450" y="3151"/>
                  </a:lnTo>
                  <a:cubicBezTo>
                    <a:pt x="1135" y="3623"/>
                    <a:pt x="946" y="4190"/>
                    <a:pt x="820" y="4726"/>
                  </a:cubicBezTo>
                  <a:lnTo>
                    <a:pt x="284" y="4883"/>
                  </a:lnTo>
                  <a:cubicBezTo>
                    <a:pt x="127" y="4946"/>
                    <a:pt x="1" y="5041"/>
                    <a:pt x="1" y="5198"/>
                  </a:cubicBezTo>
                  <a:lnTo>
                    <a:pt x="1" y="6585"/>
                  </a:lnTo>
                  <a:cubicBezTo>
                    <a:pt x="1" y="6742"/>
                    <a:pt x="127" y="6868"/>
                    <a:pt x="284" y="6900"/>
                  </a:cubicBezTo>
                  <a:lnTo>
                    <a:pt x="820" y="7057"/>
                  </a:lnTo>
                  <a:cubicBezTo>
                    <a:pt x="946" y="7593"/>
                    <a:pt x="1198" y="8128"/>
                    <a:pt x="1450" y="8632"/>
                  </a:cubicBezTo>
                  <a:lnTo>
                    <a:pt x="1135" y="9137"/>
                  </a:lnTo>
                  <a:cubicBezTo>
                    <a:pt x="1072" y="9263"/>
                    <a:pt x="1072" y="9452"/>
                    <a:pt x="1198" y="9578"/>
                  </a:cubicBezTo>
                  <a:lnTo>
                    <a:pt x="2175" y="10554"/>
                  </a:lnTo>
                  <a:cubicBezTo>
                    <a:pt x="2248" y="10628"/>
                    <a:pt x="2333" y="10659"/>
                    <a:pt x="2422" y="10659"/>
                  </a:cubicBezTo>
                  <a:cubicBezTo>
                    <a:pt x="2485" y="10659"/>
                    <a:pt x="2550" y="10643"/>
                    <a:pt x="2616" y="10617"/>
                  </a:cubicBezTo>
                  <a:lnTo>
                    <a:pt x="3120" y="10302"/>
                  </a:lnTo>
                  <a:cubicBezTo>
                    <a:pt x="3592" y="10617"/>
                    <a:pt x="4128" y="10806"/>
                    <a:pt x="4695" y="10932"/>
                  </a:cubicBezTo>
                  <a:lnTo>
                    <a:pt x="4853" y="11468"/>
                  </a:lnTo>
                  <a:cubicBezTo>
                    <a:pt x="4884" y="11625"/>
                    <a:pt x="5010" y="11751"/>
                    <a:pt x="5168" y="11751"/>
                  </a:cubicBezTo>
                  <a:lnTo>
                    <a:pt x="6554" y="11751"/>
                  </a:lnTo>
                  <a:cubicBezTo>
                    <a:pt x="6711" y="11751"/>
                    <a:pt x="6806" y="11625"/>
                    <a:pt x="6869" y="11468"/>
                  </a:cubicBezTo>
                  <a:lnTo>
                    <a:pt x="7026" y="10932"/>
                  </a:lnTo>
                  <a:cubicBezTo>
                    <a:pt x="7562" y="10806"/>
                    <a:pt x="8066" y="10554"/>
                    <a:pt x="8602" y="10302"/>
                  </a:cubicBezTo>
                  <a:lnTo>
                    <a:pt x="9106" y="10617"/>
                  </a:lnTo>
                  <a:cubicBezTo>
                    <a:pt x="9158" y="10643"/>
                    <a:pt x="9221" y="10659"/>
                    <a:pt x="9286" y="10659"/>
                  </a:cubicBezTo>
                  <a:cubicBezTo>
                    <a:pt x="9378" y="10659"/>
                    <a:pt x="9473" y="10628"/>
                    <a:pt x="9547" y="10554"/>
                  </a:cubicBezTo>
                  <a:lnTo>
                    <a:pt x="10523" y="9578"/>
                  </a:lnTo>
                  <a:cubicBezTo>
                    <a:pt x="10649" y="9452"/>
                    <a:pt x="10649" y="9294"/>
                    <a:pt x="10555" y="9137"/>
                  </a:cubicBezTo>
                  <a:lnTo>
                    <a:pt x="10240" y="8632"/>
                  </a:lnTo>
                  <a:cubicBezTo>
                    <a:pt x="10555" y="8160"/>
                    <a:pt x="10744" y="7593"/>
                    <a:pt x="10870" y="7057"/>
                  </a:cubicBezTo>
                  <a:lnTo>
                    <a:pt x="11469" y="6900"/>
                  </a:lnTo>
                  <a:cubicBezTo>
                    <a:pt x="11626" y="6868"/>
                    <a:pt x="11752" y="6742"/>
                    <a:pt x="11752" y="6585"/>
                  </a:cubicBezTo>
                  <a:lnTo>
                    <a:pt x="11752" y="5198"/>
                  </a:lnTo>
                  <a:cubicBezTo>
                    <a:pt x="11752" y="5041"/>
                    <a:pt x="11626" y="4946"/>
                    <a:pt x="11469" y="4883"/>
                  </a:cubicBezTo>
                  <a:lnTo>
                    <a:pt x="10870" y="4726"/>
                  </a:lnTo>
                  <a:cubicBezTo>
                    <a:pt x="10744" y="4190"/>
                    <a:pt x="10523" y="3686"/>
                    <a:pt x="10240" y="3151"/>
                  </a:cubicBezTo>
                  <a:lnTo>
                    <a:pt x="10555" y="2647"/>
                  </a:lnTo>
                  <a:cubicBezTo>
                    <a:pt x="10649" y="2521"/>
                    <a:pt x="10649" y="2332"/>
                    <a:pt x="10523" y="2205"/>
                  </a:cubicBezTo>
                  <a:lnTo>
                    <a:pt x="9547" y="1229"/>
                  </a:lnTo>
                  <a:cubicBezTo>
                    <a:pt x="9479" y="1161"/>
                    <a:pt x="9403" y="1130"/>
                    <a:pt x="9322" y="1130"/>
                  </a:cubicBezTo>
                  <a:cubicBezTo>
                    <a:pt x="9252" y="1130"/>
                    <a:pt x="9179" y="1153"/>
                    <a:pt x="9106" y="1197"/>
                  </a:cubicBezTo>
                  <a:lnTo>
                    <a:pt x="8602" y="1512"/>
                  </a:lnTo>
                  <a:cubicBezTo>
                    <a:pt x="8129" y="1197"/>
                    <a:pt x="7562" y="1008"/>
                    <a:pt x="7026" y="882"/>
                  </a:cubicBezTo>
                  <a:lnTo>
                    <a:pt x="6869" y="284"/>
                  </a:lnTo>
                  <a:cubicBezTo>
                    <a:pt x="6806" y="126"/>
                    <a:pt x="6711" y="0"/>
                    <a:pt x="655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161" name="Google Shape;10161;p74"/>
          <p:cNvGrpSpPr/>
          <p:nvPr/>
        </p:nvGrpSpPr>
        <p:grpSpPr>
          <a:xfrm>
            <a:off x="5456006" y="2940257"/>
            <a:ext cx="564105" cy="559545"/>
            <a:chOff x="-4475825" y="3612425"/>
            <a:chExt cx="293825" cy="291450"/>
          </a:xfrm>
        </p:grpSpPr>
        <p:sp>
          <p:nvSpPr>
            <p:cNvPr id="10162" name="Google Shape;10162;p74"/>
            <p:cNvSpPr/>
            <p:nvPr/>
          </p:nvSpPr>
          <p:spPr>
            <a:xfrm>
              <a:off x="-4349800" y="3664400"/>
              <a:ext cx="34675" cy="33100"/>
            </a:xfrm>
            <a:custGeom>
              <a:avLst/>
              <a:gdLst/>
              <a:ahLst/>
              <a:cxnLst/>
              <a:rect l="l" t="t" r="r" b="b"/>
              <a:pathLst>
                <a:path w="1387" h="1324" extrusionOk="0">
                  <a:moveTo>
                    <a:pt x="694" y="1"/>
                  </a:moveTo>
                  <a:cubicBezTo>
                    <a:pt x="347" y="1"/>
                    <a:pt x="32" y="316"/>
                    <a:pt x="32" y="662"/>
                  </a:cubicBezTo>
                  <a:cubicBezTo>
                    <a:pt x="1" y="1040"/>
                    <a:pt x="316" y="1324"/>
                    <a:pt x="694" y="1324"/>
                  </a:cubicBezTo>
                  <a:cubicBezTo>
                    <a:pt x="1103" y="1324"/>
                    <a:pt x="1387" y="1009"/>
                    <a:pt x="1387" y="662"/>
                  </a:cubicBezTo>
                  <a:cubicBezTo>
                    <a:pt x="1387" y="284"/>
                    <a:pt x="1072" y="1"/>
                    <a:pt x="69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63" name="Google Shape;10163;p74"/>
            <p:cNvSpPr/>
            <p:nvPr/>
          </p:nvSpPr>
          <p:spPr>
            <a:xfrm>
              <a:off x="-4366325" y="3714800"/>
              <a:ext cx="68525" cy="34700"/>
            </a:xfrm>
            <a:custGeom>
              <a:avLst/>
              <a:gdLst/>
              <a:ahLst/>
              <a:cxnLst/>
              <a:rect l="l" t="t" r="r" b="b"/>
              <a:pathLst>
                <a:path w="2741" h="1388" extrusionOk="0">
                  <a:moveTo>
                    <a:pt x="1008" y="1"/>
                  </a:moveTo>
                  <a:cubicBezTo>
                    <a:pt x="473" y="1"/>
                    <a:pt x="0" y="474"/>
                    <a:pt x="0" y="1009"/>
                  </a:cubicBezTo>
                  <a:lnTo>
                    <a:pt x="0" y="1387"/>
                  </a:lnTo>
                  <a:lnTo>
                    <a:pt x="2741" y="1387"/>
                  </a:lnTo>
                  <a:lnTo>
                    <a:pt x="2741" y="1009"/>
                  </a:lnTo>
                  <a:cubicBezTo>
                    <a:pt x="2741" y="474"/>
                    <a:pt x="2268" y="1"/>
                    <a:pt x="167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64" name="Google Shape;10164;p74"/>
            <p:cNvSpPr/>
            <p:nvPr/>
          </p:nvSpPr>
          <p:spPr>
            <a:xfrm>
              <a:off x="-4475825" y="3612425"/>
              <a:ext cx="293825" cy="291450"/>
            </a:xfrm>
            <a:custGeom>
              <a:avLst/>
              <a:gdLst/>
              <a:ahLst/>
              <a:cxnLst/>
              <a:rect l="l" t="t" r="r" b="b"/>
              <a:pathLst>
                <a:path w="11753" h="11658" extrusionOk="0">
                  <a:moveTo>
                    <a:pt x="5703" y="1324"/>
                  </a:moveTo>
                  <a:cubicBezTo>
                    <a:pt x="6459" y="1324"/>
                    <a:pt x="7089" y="1954"/>
                    <a:pt x="7089" y="2710"/>
                  </a:cubicBezTo>
                  <a:cubicBezTo>
                    <a:pt x="7089" y="3025"/>
                    <a:pt x="6963" y="3340"/>
                    <a:pt x="6774" y="3592"/>
                  </a:cubicBezTo>
                  <a:cubicBezTo>
                    <a:pt x="7373" y="3844"/>
                    <a:pt x="7751" y="4443"/>
                    <a:pt x="7751" y="5104"/>
                  </a:cubicBezTo>
                  <a:lnTo>
                    <a:pt x="7751" y="5766"/>
                  </a:lnTo>
                  <a:lnTo>
                    <a:pt x="7783" y="5766"/>
                  </a:lnTo>
                  <a:cubicBezTo>
                    <a:pt x="7783" y="5986"/>
                    <a:pt x="7625" y="6144"/>
                    <a:pt x="7436" y="6144"/>
                  </a:cubicBezTo>
                  <a:lnTo>
                    <a:pt x="4002" y="6144"/>
                  </a:lnTo>
                  <a:cubicBezTo>
                    <a:pt x="3813" y="6144"/>
                    <a:pt x="3655" y="5986"/>
                    <a:pt x="3655" y="5766"/>
                  </a:cubicBezTo>
                  <a:lnTo>
                    <a:pt x="3655" y="5104"/>
                  </a:lnTo>
                  <a:cubicBezTo>
                    <a:pt x="3655" y="4443"/>
                    <a:pt x="4065" y="3844"/>
                    <a:pt x="4664" y="3592"/>
                  </a:cubicBezTo>
                  <a:cubicBezTo>
                    <a:pt x="4443" y="3340"/>
                    <a:pt x="4348" y="3056"/>
                    <a:pt x="4348" y="2710"/>
                  </a:cubicBezTo>
                  <a:cubicBezTo>
                    <a:pt x="4348" y="1954"/>
                    <a:pt x="4979" y="1324"/>
                    <a:pt x="5703" y="1324"/>
                  </a:cubicBezTo>
                  <a:close/>
                  <a:moveTo>
                    <a:pt x="5798" y="0"/>
                  </a:moveTo>
                  <a:cubicBezTo>
                    <a:pt x="3561" y="0"/>
                    <a:pt x="1702" y="1859"/>
                    <a:pt x="1702" y="4096"/>
                  </a:cubicBezTo>
                  <a:cubicBezTo>
                    <a:pt x="1702" y="5041"/>
                    <a:pt x="2017" y="5955"/>
                    <a:pt x="2553" y="6616"/>
                  </a:cubicBezTo>
                  <a:lnTo>
                    <a:pt x="1702" y="7120"/>
                  </a:lnTo>
                  <a:cubicBezTo>
                    <a:pt x="1513" y="6963"/>
                    <a:pt x="1293" y="6900"/>
                    <a:pt x="1040" y="6900"/>
                  </a:cubicBezTo>
                  <a:cubicBezTo>
                    <a:pt x="473" y="6900"/>
                    <a:pt x="1" y="7341"/>
                    <a:pt x="1" y="7908"/>
                  </a:cubicBezTo>
                  <a:cubicBezTo>
                    <a:pt x="1" y="8475"/>
                    <a:pt x="473" y="8948"/>
                    <a:pt x="1040" y="8948"/>
                  </a:cubicBezTo>
                  <a:cubicBezTo>
                    <a:pt x="1576" y="8948"/>
                    <a:pt x="2049" y="8475"/>
                    <a:pt x="2049" y="7908"/>
                  </a:cubicBezTo>
                  <a:lnTo>
                    <a:pt x="2049" y="7719"/>
                  </a:lnTo>
                  <a:lnTo>
                    <a:pt x="3025" y="7120"/>
                  </a:lnTo>
                  <a:cubicBezTo>
                    <a:pt x="3309" y="7372"/>
                    <a:pt x="3592" y="7593"/>
                    <a:pt x="3939" y="7751"/>
                  </a:cubicBezTo>
                  <a:lnTo>
                    <a:pt x="3277" y="8948"/>
                  </a:lnTo>
                  <a:lnTo>
                    <a:pt x="3088" y="8948"/>
                  </a:lnTo>
                  <a:cubicBezTo>
                    <a:pt x="2521" y="8948"/>
                    <a:pt x="2049" y="9420"/>
                    <a:pt x="2049" y="9956"/>
                  </a:cubicBezTo>
                  <a:cubicBezTo>
                    <a:pt x="2049" y="10523"/>
                    <a:pt x="2521" y="10996"/>
                    <a:pt x="3088" y="10996"/>
                  </a:cubicBezTo>
                  <a:cubicBezTo>
                    <a:pt x="3624" y="10996"/>
                    <a:pt x="4096" y="10523"/>
                    <a:pt x="4096" y="9956"/>
                  </a:cubicBezTo>
                  <a:cubicBezTo>
                    <a:pt x="4096" y="9735"/>
                    <a:pt x="4033" y="9483"/>
                    <a:pt x="3876" y="9294"/>
                  </a:cubicBezTo>
                  <a:lnTo>
                    <a:pt x="4569" y="8034"/>
                  </a:lnTo>
                  <a:cubicBezTo>
                    <a:pt x="4853" y="8097"/>
                    <a:pt x="5168" y="8192"/>
                    <a:pt x="5483" y="8223"/>
                  </a:cubicBezTo>
                  <a:lnTo>
                    <a:pt x="5483" y="9672"/>
                  </a:lnTo>
                  <a:cubicBezTo>
                    <a:pt x="5073" y="9830"/>
                    <a:pt x="4821" y="10208"/>
                    <a:pt x="4821" y="10617"/>
                  </a:cubicBezTo>
                  <a:cubicBezTo>
                    <a:pt x="4821" y="11185"/>
                    <a:pt x="5294" y="11657"/>
                    <a:pt x="5829" y="11657"/>
                  </a:cubicBezTo>
                  <a:cubicBezTo>
                    <a:pt x="6396" y="11657"/>
                    <a:pt x="6869" y="11185"/>
                    <a:pt x="6869" y="10617"/>
                  </a:cubicBezTo>
                  <a:cubicBezTo>
                    <a:pt x="6869" y="10208"/>
                    <a:pt x="6585" y="9798"/>
                    <a:pt x="6176" y="9672"/>
                  </a:cubicBezTo>
                  <a:lnTo>
                    <a:pt x="6176" y="8223"/>
                  </a:lnTo>
                  <a:cubicBezTo>
                    <a:pt x="6491" y="8192"/>
                    <a:pt x="6806" y="8160"/>
                    <a:pt x="7089" y="8034"/>
                  </a:cubicBezTo>
                  <a:lnTo>
                    <a:pt x="7814" y="9294"/>
                  </a:lnTo>
                  <a:cubicBezTo>
                    <a:pt x="7657" y="9483"/>
                    <a:pt x="7562" y="9672"/>
                    <a:pt x="7562" y="9956"/>
                  </a:cubicBezTo>
                  <a:cubicBezTo>
                    <a:pt x="7562" y="10523"/>
                    <a:pt x="8035" y="10996"/>
                    <a:pt x="8602" y="10996"/>
                  </a:cubicBezTo>
                  <a:cubicBezTo>
                    <a:pt x="9137" y="10996"/>
                    <a:pt x="9610" y="10523"/>
                    <a:pt x="9610" y="9956"/>
                  </a:cubicBezTo>
                  <a:cubicBezTo>
                    <a:pt x="9610" y="9420"/>
                    <a:pt x="9137" y="8948"/>
                    <a:pt x="8602" y="8948"/>
                  </a:cubicBezTo>
                  <a:lnTo>
                    <a:pt x="8381" y="8948"/>
                  </a:lnTo>
                  <a:lnTo>
                    <a:pt x="7720" y="7751"/>
                  </a:lnTo>
                  <a:cubicBezTo>
                    <a:pt x="8035" y="7593"/>
                    <a:pt x="8350" y="7372"/>
                    <a:pt x="8633" y="7120"/>
                  </a:cubicBezTo>
                  <a:lnTo>
                    <a:pt x="9704" y="7719"/>
                  </a:lnTo>
                  <a:lnTo>
                    <a:pt x="9704" y="7908"/>
                  </a:lnTo>
                  <a:cubicBezTo>
                    <a:pt x="9704" y="8475"/>
                    <a:pt x="10177" y="8948"/>
                    <a:pt x="10713" y="8948"/>
                  </a:cubicBezTo>
                  <a:cubicBezTo>
                    <a:pt x="11280" y="8948"/>
                    <a:pt x="11752" y="8475"/>
                    <a:pt x="11752" y="7908"/>
                  </a:cubicBezTo>
                  <a:cubicBezTo>
                    <a:pt x="11626" y="7309"/>
                    <a:pt x="11154" y="6900"/>
                    <a:pt x="10586" y="6900"/>
                  </a:cubicBezTo>
                  <a:cubicBezTo>
                    <a:pt x="10366" y="6900"/>
                    <a:pt x="10114" y="6963"/>
                    <a:pt x="9925" y="7120"/>
                  </a:cubicBezTo>
                  <a:lnTo>
                    <a:pt x="9011" y="6616"/>
                  </a:lnTo>
                  <a:cubicBezTo>
                    <a:pt x="9515" y="5892"/>
                    <a:pt x="9893" y="4978"/>
                    <a:pt x="9893" y="4096"/>
                  </a:cubicBezTo>
                  <a:cubicBezTo>
                    <a:pt x="9893" y="1796"/>
                    <a:pt x="8035" y="0"/>
                    <a:pt x="579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165" name="Google Shape;10165;p74"/>
          <p:cNvGrpSpPr/>
          <p:nvPr/>
        </p:nvGrpSpPr>
        <p:grpSpPr>
          <a:xfrm>
            <a:off x="5468103" y="3675793"/>
            <a:ext cx="571640" cy="559497"/>
            <a:chOff x="-4480550" y="3970800"/>
            <a:chExt cx="297750" cy="291425"/>
          </a:xfrm>
        </p:grpSpPr>
        <p:sp>
          <p:nvSpPr>
            <p:cNvPr id="10166" name="Google Shape;10166;p74"/>
            <p:cNvSpPr/>
            <p:nvPr/>
          </p:nvSpPr>
          <p:spPr>
            <a:xfrm>
              <a:off x="-4426200" y="4058225"/>
              <a:ext cx="51225" cy="69325"/>
            </a:xfrm>
            <a:custGeom>
              <a:avLst/>
              <a:gdLst/>
              <a:ahLst/>
              <a:cxnLst/>
              <a:rect l="l" t="t" r="r" b="b"/>
              <a:pathLst>
                <a:path w="2049" h="2773" extrusionOk="0">
                  <a:moveTo>
                    <a:pt x="1" y="0"/>
                  </a:moveTo>
                  <a:lnTo>
                    <a:pt x="1" y="2773"/>
                  </a:lnTo>
                  <a:lnTo>
                    <a:pt x="2048" y="2773"/>
                  </a:lnTo>
                  <a:lnTo>
                    <a:pt x="2048"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67" name="Google Shape;10167;p74"/>
            <p:cNvSpPr/>
            <p:nvPr/>
          </p:nvSpPr>
          <p:spPr>
            <a:xfrm>
              <a:off x="-4480550" y="3970800"/>
              <a:ext cx="297750" cy="291425"/>
            </a:xfrm>
            <a:custGeom>
              <a:avLst/>
              <a:gdLst/>
              <a:ahLst/>
              <a:cxnLst/>
              <a:rect l="l" t="t" r="r" b="b"/>
              <a:pathLst>
                <a:path w="11910" h="11657" extrusionOk="0">
                  <a:moveTo>
                    <a:pt x="10082" y="2804"/>
                  </a:moveTo>
                  <a:cubicBezTo>
                    <a:pt x="10492" y="2804"/>
                    <a:pt x="10555" y="3466"/>
                    <a:pt x="10082" y="3466"/>
                  </a:cubicBezTo>
                  <a:lnTo>
                    <a:pt x="5924" y="3466"/>
                  </a:lnTo>
                  <a:cubicBezTo>
                    <a:pt x="5913" y="3466"/>
                    <a:pt x="5903" y="3467"/>
                    <a:pt x="5893" y="3467"/>
                  </a:cubicBezTo>
                  <a:cubicBezTo>
                    <a:pt x="5451" y="3467"/>
                    <a:pt x="5462" y="2804"/>
                    <a:pt x="5924" y="2804"/>
                  </a:cubicBezTo>
                  <a:close/>
                  <a:moveTo>
                    <a:pt x="10082" y="4159"/>
                  </a:moveTo>
                  <a:cubicBezTo>
                    <a:pt x="10492" y="4159"/>
                    <a:pt x="10555" y="4852"/>
                    <a:pt x="10082" y="4852"/>
                  </a:cubicBezTo>
                  <a:lnTo>
                    <a:pt x="5924" y="4852"/>
                  </a:lnTo>
                  <a:cubicBezTo>
                    <a:pt x="5451" y="4852"/>
                    <a:pt x="5451" y="4159"/>
                    <a:pt x="5924" y="4159"/>
                  </a:cubicBezTo>
                  <a:close/>
                  <a:moveTo>
                    <a:pt x="6807" y="5481"/>
                  </a:moveTo>
                  <a:cubicBezTo>
                    <a:pt x="7492" y="5481"/>
                    <a:pt x="8531" y="5513"/>
                    <a:pt x="10082" y="5513"/>
                  </a:cubicBezTo>
                  <a:cubicBezTo>
                    <a:pt x="10492" y="5513"/>
                    <a:pt x="10555" y="6175"/>
                    <a:pt x="10082" y="6175"/>
                  </a:cubicBezTo>
                  <a:lnTo>
                    <a:pt x="5924" y="6175"/>
                  </a:lnTo>
                  <a:lnTo>
                    <a:pt x="5924" y="6206"/>
                  </a:lnTo>
                  <a:cubicBezTo>
                    <a:pt x="5735" y="6206"/>
                    <a:pt x="5577" y="6049"/>
                    <a:pt x="5577" y="5860"/>
                  </a:cubicBezTo>
                  <a:cubicBezTo>
                    <a:pt x="5577" y="5546"/>
                    <a:pt x="5837" y="5481"/>
                    <a:pt x="6807" y="5481"/>
                  </a:cubicBezTo>
                  <a:close/>
                  <a:moveTo>
                    <a:pt x="4569" y="2804"/>
                  </a:moveTo>
                  <a:cubicBezTo>
                    <a:pt x="4758" y="2804"/>
                    <a:pt x="4916" y="2961"/>
                    <a:pt x="4916" y="3151"/>
                  </a:cubicBezTo>
                  <a:lnTo>
                    <a:pt x="4916" y="6585"/>
                  </a:lnTo>
                  <a:cubicBezTo>
                    <a:pt x="4916" y="6774"/>
                    <a:pt x="4758" y="6931"/>
                    <a:pt x="4569" y="6931"/>
                  </a:cubicBezTo>
                  <a:lnTo>
                    <a:pt x="1797" y="6931"/>
                  </a:lnTo>
                  <a:cubicBezTo>
                    <a:pt x="1608" y="6931"/>
                    <a:pt x="1450" y="6774"/>
                    <a:pt x="1450" y="6585"/>
                  </a:cubicBezTo>
                  <a:lnTo>
                    <a:pt x="1450" y="3151"/>
                  </a:lnTo>
                  <a:cubicBezTo>
                    <a:pt x="1450" y="2961"/>
                    <a:pt x="1608" y="2804"/>
                    <a:pt x="1797" y="2804"/>
                  </a:cubicBezTo>
                  <a:close/>
                  <a:moveTo>
                    <a:pt x="4916" y="8317"/>
                  </a:moveTo>
                  <a:lnTo>
                    <a:pt x="4916" y="8979"/>
                  </a:lnTo>
                  <a:lnTo>
                    <a:pt x="3529" y="8979"/>
                  </a:lnTo>
                  <a:lnTo>
                    <a:pt x="3529" y="8317"/>
                  </a:lnTo>
                  <a:close/>
                  <a:moveTo>
                    <a:pt x="8381" y="8317"/>
                  </a:moveTo>
                  <a:lnTo>
                    <a:pt x="8381" y="8979"/>
                  </a:lnTo>
                  <a:lnTo>
                    <a:pt x="6963" y="8979"/>
                  </a:lnTo>
                  <a:lnTo>
                    <a:pt x="6963" y="8317"/>
                  </a:lnTo>
                  <a:close/>
                  <a:moveTo>
                    <a:pt x="1828" y="0"/>
                  </a:moveTo>
                  <a:cubicBezTo>
                    <a:pt x="1419" y="0"/>
                    <a:pt x="1355" y="662"/>
                    <a:pt x="1828" y="662"/>
                  </a:cubicBezTo>
                  <a:lnTo>
                    <a:pt x="2206" y="662"/>
                  </a:lnTo>
                  <a:lnTo>
                    <a:pt x="2206" y="1418"/>
                  </a:lnTo>
                  <a:lnTo>
                    <a:pt x="1166" y="1418"/>
                  </a:lnTo>
                  <a:cubicBezTo>
                    <a:pt x="631" y="1418"/>
                    <a:pt x="158" y="1890"/>
                    <a:pt x="158" y="2426"/>
                  </a:cubicBezTo>
                  <a:lnTo>
                    <a:pt x="158" y="7246"/>
                  </a:lnTo>
                  <a:cubicBezTo>
                    <a:pt x="158" y="7782"/>
                    <a:pt x="631" y="8254"/>
                    <a:pt x="1166" y="8254"/>
                  </a:cubicBezTo>
                  <a:lnTo>
                    <a:pt x="2868" y="8254"/>
                  </a:lnTo>
                  <a:lnTo>
                    <a:pt x="2868" y="8947"/>
                  </a:lnTo>
                  <a:lnTo>
                    <a:pt x="1828" y="8947"/>
                  </a:lnTo>
                  <a:cubicBezTo>
                    <a:pt x="1419" y="8947"/>
                    <a:pt x="1355" y="9609"/>
                    <a:pt x="1828" y="9609"/>
                  </a:cubicBezTo>
                  <a:lnTo>
                    <a:pt x="4916" y="9609"/>
                  </a:lnTo>
                  <a:lnTo>
                    <a:pt x="4916" y="10995"/>
                  </a:lnTo>
                  <a:lnTo>
                    <a:pt x="473" y="10995"/>
                  </a:lnTo>
                  <a:cubicBezTo>
                    <a:pt x="32" y="10995"/>
                    <a:pt x="1" y="11657"/>
                    <a:pt x="473" y="11657"/>
                  </a:cubicBezTo>
                  <a:lnTo>
                    <a:pt x="11437" y="11657"/>
                  </a:lnTo>
                  <a:cubicBezTo>
                    <a:pt x="11878" y="11657"/>
                    <a:pt x="11910" y="10995"/>
                    <a:pt x="11437" y="10995"/>
                  </a:cubicBezTo>
                  <a:lnTo>
                    <a:pt x="6963" y="10995"/>
                  </a:lnTo>
                  <a:lnTo>
                    <a:pt x="6963" y="9609"/>
                  </a:lnTo>
                  <a:lnTo>
                    <a:pt x="10082" y="9609"/>
                  </a:lnTo>
                  <a:cubicBezTo>
                    <a:pt x="10492" y="9609"/>
                    <a:pt x="10555" y="8947"/>
                    <a:pt x="10082" y="8947"/>
                  </a:cubicBezTo>
                  <a:lnTo>
                    <a:pt x="9043" y="8947"/>
                  </a:lnTo>
                  <a:lnTo>
                    <a:pt x="9043" y="8254"/>
                  </a:lnTo>
                  <a:lnTo>
                    <a:pt x="10775" y="8254"/>
                  </a:lnTo>
                  <a:cubicBezTo>
                    <a:pt x="11343" y="8254"/>
                    <a:pt x="11815" y="7782"/>
                    <a:pt x="11815" y="7246"/>
                  </a:cubicBezTo>
                  <a:lnTo>
                    <a:pt x="11815" y="2426"/>
                  </a:lnTo>
                  <a:cubicBezTo>
                    <a:pt x="11815" y="1890"/>
                    <a:pt x="11343" y="1418"/>
                    <a:pt x="10775" y="1418"/>
                  </a:cubicBezTo>
                  <a:lnTo>
                    <a:pt x="9767" y="1418"/>
                  </a:lnTo>
                  <a:lnTo>
                    <a:pt x="9767" y="662"/>
                  </a:lnTo>
                  <a:lnTo>
                    <a:pt x="10114" y="662"/>
                  </a:lnTo>
                  <a:cubicBezTo>
                    <a:pt x="10555" y="662"/>
                    <a:pt x="10586" y="0"/>
                    <a:pt x="10114" y="0"/>
                  </a:cubicBezTo>
                  <a:lnTo>
                    <a:pt x="8728" y="0"/>
                  </a:lnTo>
                  <a:cubicBezTo>
                    <a:pt x="8287" y="0"/>
                    <a:pt x="8255" y="662"/>
                    <a:pt x="8728" y="662"/>
                  </a:cubicBezTo>
                  <a:lnTo>
                    <a:pt x="9074" y="662"/>
                  </a:lnTo>
                  <a:lnTo>
                    <a:pt x="9074" y="1418"/>
                  </a:lnTo>
                  <a:lnTo>
                    <a:pt x="6302" y="1418"/>
                  </a:lnTo>
                  <a:lnTo>
                    <a:pt x="6302" y="662"/>
                  </a:lnTo>
                  <a:lnTo>
                    <a:pt x="6648" y="662"/>
                  </a:lnTo>
                  <a:cubicBezTo>
                    <a:pt x="7089" y="662"/>
                    <a:pt x="7121" y="0"/>
                    <a:pt x="6648" y="0"/>
                  </a:cubicBezTo>
                  <a:lnTo>
                    <a:pt x="5262" y="0"/>
                  </a:lnTo>
                  <a:cubicBezTo>
                    <a:pt x="4821" y="0"/>
                    <a:pt x="4790" y="662"/>
                    <a:pt x="5262" y="662"/>
                  </a:cubicBezTo>
                  <a:lnTo>
                    <a:pt x="5609" y="662"/>
                  </a:lnTo>
                  <a:lnTo>
                    <a:pt x="5609" y="1418"/>
                  </a:lnTo>
                  <a:lnTo>
                    <a:pt x="2868" y="1418"/>
                  </a:lnTo>
                  <a:lnTo>
                    <a:pt x="2868" y="662"/>
                  </a:lnTo>
                  <a:lnTo>
                    <a:pt x="3214" y="662"/>
                  </a:lnTo>
                  <a:cubicBezTo>
                    <a:pt x="3655" y="662"/>
                    <a:pt x="3687" y="0"/>
                    <a:pt x="321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168" name="Google Shape;10168;p74"/>
          <p:cNvGrpSpPr/>
          <p:nvPr/>
        </p:nvGrpSpPr>
        <p:grpSpPr>
          <a:xfrm>
            <a:off x="9073214" y="2252296"/>
            <a:ext cx="553497" cy="559545"/>
            <a:chOff x="-2668225" y="3239075"/>
            <a:chExt cx="288300" cy="291450"/>
          </a:xfrm>
        </p:grpSpPr>
        <p:sp>
          <p:nvSpPr>
            <p:cNvPr id="10169" name="Google Shape;10169;p74"/>
            <p:cNvSpPr/>
            <p:nvPr/>
          </p:nvSpPr>
          <p:spPr>
            <a:xfrm>
              <a:off x="-2592600" y="3239075"/>
              <a:ext cx="137850" cy="51225"/>
            </a:xfrm>
            <a:custGeom>
              <a:avLst/>
              <a:gdLst/>
              <a:ahLst/>
              <a:cxnLst/>
              <a:rect l="l" t="t" r="r" b="b"/>
              <a:pathLst>
                <a:path w="5514" h="2049" extrusionOk="0">
                  <a:moveTo>
                    <a:pt x="1355" y="1"/>
                  </a:moveTo>
                  <a:cubicBezTo>
                    <a:pt x="0" y="1"/>
                    <a:pt x="11" y="2049"/>
                    <a:pt x="1386" y="2049"/>
                  </a:cubicBezTo>
                  <a:lnTo>
                    <a:pt x="4127" y="2049"/>
                  </a:lnTo>
                  <a:cubicBezTo>
                    <a:pt x="5482" y="2049"/>
                    <a:pt x="5514" y="1"/>
                    <a:pt x="4127" y="1"/>
                  </a:cubicBezTo>
                  <a:lnTo>
                    <a:pt x="1386" y="1"/>
                  </a:lnTo>
                  <a:cubicBezTo>
                    <a:pt x="1376" y="1"/>
                    <a:pt x="1366" y="1"/>
                    <a:pt x="135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70" name="Google Shape;10170;p74"/>
            <p:cNvSpPr/>
            <p:nvPr/>
          </p:nvSpPr>
          <p:spPr>
            <a:xfrm>
              <a:off x="-2587875" y="3307875"/>
              <a:ext cx="129200" cy="69850"/>
            </a:xfrm>
            <a:custGeom>
              <a:avLst/>
              <a:gdLst/>
              <a:ahLst/>
              <a:cxnLst/>
              <a:rect l="l" t="t" r="r" b="b"/>
              <a:pathLst>
                <a:path w="5168" h="2794" extrusionOk="0">
                  <a:moveTo>
                    <a:pt x="1235" y="1"/>
                  </a:moveTo>
                  <a:cubicBezTo>
                    <a:pt x="1002" y="1"/>
                    <a:pt x="977" y="13"/>
                    <a:pt x="882" y="53"/>
                  </a:cubicBezTo>
                  <a:lnTo>
                    <a:pt x="882" y="1502"/>
                  </a:lnTo>
                  <a:cubicBezTo>
                    <a:pt x="788" y="1628"/>
                    <a:pt x="599" y="1943"/>
                    <a:pt x="0" y="2794"/>
                  </a:cubicBezTo>
                  <a:lnTo>
                    <a:pt x="5167" y="2794"/>
                  </a:lnTo>
                  <a:cubicBezTo>
                    <a:pt x="4568" y="1912"/>
                    <a:pt x="4379" y="1597"/>
                    <a:pt x="4316" y="1471"/>
                  </a:cubicBezTo>
                  <a:lnTo>
                    <a:pt x="4316" y="22"/>
                  </a:lnTo>
                  <a:lnTo>
                    <a:pt x="3938" y="22"/>
                  </a:lnTo>
                  <a:cubicBezTo>
                    <a:pt x="2228" y="22"/>
                    <a:pt x="1547" y="1"/>
                    <a:pt x="123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71" name="Google Shape;10171;p74"/>
            <p:cNvSpPr/>
            <p:nvPr/>
          </p:nvSpPr>
          <p:spPr>
            <a:xfrm>
              <a:off x="-2566625" y="3427325"/>
              <a:ext cx="33125" cy="33100"/>
            </a:xfrm>
            <a:custGeom>
              <a:avLst/>
              <a:gdLst/>
              <a:ahLst/>
              <a:cxnLst/>
              <a:rect l="l" t="t" r="r" b="b"/>
              <a:pathLst>
                <a:path w="1325" h="1324" extrusionOk="0">
                  <a:moveTo>
                    <a:pt x="662" y="1"/>
                  </a:moveTo>
                  <a:cubicBezTo>
                    <a:pt x="253" y="1"/>
                    <a:pt x="1" y="316"/>
                    <a:pt x="1" y="662"/>
                  </a:cubicBezTo>
                  <a:cubicBezTo>
                    <a:pt x="1" y="1009"/>
                    <a:pt x="316" y="1324"/>
                    <a:pt x="662" y="1324"/>
                  </a:cubicBezTo>
                  <a:cubicBezTo>
                    <a:pt x="1041" y="1324"/>
                    <a:pt x="1324" y="1009"/>
                    <a:pt x="1324" y="662"/>
                  </a:cubicBezTo>
                  <a:cubicBezTo>
                    <a:pt x="1324" y="316"/>
                    <a:pt x="1041" y="1"/>
                    <a:pt x="66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72" name="Google Shape;10172;p74"/>
            <p:cNvSpPr/>
            <p:nvPr/>
          </p:nvSpPr>
          <p:spPr>
            <a:xfrm>
              <a:off x="-2481550" y="3461200"/>
              <a:ext cx="18125" cy="18150"/>
            </a:xfrm>
            <a:custGeom>
              <a:avLst/>
              <a:gdLst/>
              <a:ahLst/>
              <a:cxnLst/>
              <a:rect l="l" t="t" r="r" b="b"/>
              <a:pathLst>
                <a:path w="725" h="726" extrusionOk="0">
                  <a:moveTo>
                    <a:pt x="378" y="0"/>
                  </a:moveTo>
                  <a:cubicBezTo>
                    <a:pt x="158" y="0"/>
                    <a:pt x="0" y="158"/>
                    <a:pt x="0" y="378"/>
                  </a:cubicBezTo>
                  <a:cubicBezTo>
                    <a:pt x="0" y="568"/>
                    <a:pt x="158" y="725"/>
                    <a:pt x="378" y="725"/>
                  </a:cubicBezTo>
                  <a:cubicBezTo>
                    <a:pt x="567" y="725"/>
                    <a:pt x="725" y="568"/>
                    <a:pt x="725" y="378"/>
                  </a:cubicBezTo>
                  <a:cubicBezTo>
                    <a:pt x="725" y="158"/>
                    <a:pt x="536" y="0"/>
                    <a:pt x="37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73" name="Google Shape;10173;p74"/>
            <p:cNvSpPr/>
            <p:nvPr/>
          </p:nvSpPr>
          <p:spPr>
            <a:xfrm>
              <a:off x="-2668225" y="3393475"/>
              <a:ext cx="288300" cy="137050"/>
            </a:xfrm>
            <a:custGeom>
              <a:avLst/>
              <a:gdLst/>
              <a:ahLst/>
              <a:cxnLst/>
              <a:rect l="l" t="t" r="r" b="b"/>
              <a:pathLst>
                <a:path w="11532" h="5482" extrusionOk="0">
                  <a:moveTo>
                    <a:pt x="4726" y="630"/>
                  </a:moveTo>
                  <a:cubicBezTo>
                    <a:pt x="5483" y="630"/>
                    <a:pt x="6113" y="1260"/>
                    <a:pt x="6113" y="2016"/>
                  </a:cubicBezTo>
                  <a:cubicBezTo>
                    <a:pt x="6113" y="2804"/>
                    <a:pt x="5514" y="3403"/>
                    <a:pt x="4726" y="3403"/>
                  </a:cubicBezTo>
                  <a:cubicBezTo>
                    <a:pt x="3970" y="3403"/>
                    <a:pt x="3340" y="2772"/>
                    <a:pt x="3340" y="2016"/>
                  </a:cubicBezTo>
                  <a:cubicBezTo>
                    <a:pt x="3340" y="1260"/>
                    <a:pt x="3970" y="630"/>
                    <a:pt x="4726" y="630"/>
                  </a:cubicBezTo>
                  <a:close/>
                  <a:moveTo>
                    <a:pt x="7845" y="2048"/>
                  </a:moveTo>
                  <a:cubicBezTo>
                    <a:pt x="8381" y="2048"/>
                    <a:pt x="8854" y="2520"/>
                    <a:pt x="8854" y="3087"/>
                  </a:cubicBezTo>
                  <a:cubicBezTo>
                    <a:pt x="8854" y="3623"/>
                    <a:pt x="8381" y="4096"/>
                    <a:pt x="7845" y="4096"/>
                  </a:cubicBezTo>
                  <a:cubicBezTo>
                    <a:pt x="7278" y="4096"/>
                    <a:pt x="6806" y="3623"/>
                    <a:pt x="6806" y="3087"/>
                  </a:cubicBezTo>
                  <a:cubicBezTo>
                    <a:pt x="6806" y="2520"/>
                    <a:pt x="7278" y="2048"/>
                    <a:pt x="7845" y="2048"/>
                  </a:cubicBezTo>
                  <a:close/>
                  <a:moveTo>
                    <a:pt x="2710" y="0"/>
                  </a:moveTo>
                  <a:cubicBezTo>
                    <a:pt x="2238" y="693"/>
                    <a:pt x="1607" y="1575"/>
                    <a:pt x="788" y="2804"/>
                  </a:cubicBezTo>
                  <a:cubicBezTo>
                    <a:pt x="1" y="3938"/>
                    <a:pt x="820" y="5482"/>
                    <a:pt x="2206" y="5482"/>
                  </a:cubicBezTo>
                  <a:lnTo>
                    <a:pt x="9295" y="5482"/>
                  </a:lnTo>
                  <a:cubicBezTo>
                    <a:pt x="10712" y="5482"/>
                    <a:pt x="11532" y="3938"/>
                    <a:pt x="10744" y="2804"/>
                  </a:cubicBezTo>
                  <a:cubicBezTo>
                    <a:pt x="9925" y="1575"/>
                    <a:pt x="9295" y="693"/>
                    <a:pt x="882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174" name="Google Shape;10174;p74"/>
          <p:cNvGrpSpPr/>
          <p:nvPr/>
        </p:nvGrpSpPr>
        <p:grpSpPr>
          <a:xfrm>
            <a:off x="9069422" y="2940256"/>
            <a:ext cx="561081" cy="559545"/>
            <a:chOff x="-2671375" y="3597450"/>
            <a:chExt cx="292250" cy="291450"/>
          </a:xfrm>
        </p:grpSpPr>
        <p:sp>
          <p:nvSpPr>
            <p:cNvPr id="10175" name="Google Shape;10175;p74"/>
            <p:cNvSpPr/>
            <p:nvPr/>
          </p:nvSpPr>
          <p:spPr>
            <a:xfrm>
              <a:off x="-2654050" y="3597450"/>
              <a:ext cx="260725" cy="51225"/>
            </a:xfrm>
            <a:custGeom>
              <a:avLst/>
              <a:gdLst/>
              <a:ahLst/>
              <a:cxnLst/>
              <a:rect l="l" t="t" r="r" b="b"/>
              <a:pathLst>
                <a:path w="10429" h="2049" extrusionOk="0">
                  <a:moveTo>
                    <a:pt x="1513" y="1"/>
                  </a:moveTo>
                  <a:cubicBezTo>
                    <a:pt x="1072" y="1"/>
                    <a:pt x="725" y="253"/>
                    <a:pt x="568" y="631"/>
                  </a:cubicBezTo>
                  <a:lnTo>
                    <a:pt x="1" y="2049"/>
                  </a:lnTo>
                  <a:lnTo>
                    <a:pt x="10429" y="2049"/>
                  </a:lnTo>
                  <a:lnTo>
                    <a:pt x="9830" y="631"/>
                  </a:lnTo>
                  <a:cubicBezTo>
                    <a:pt x="9673" y="253"/>
                    <a:pt x="9263" y="1"/>
                    <a:pt x="888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76" name="Google Shape;10176;p74"/>
            <p:cNvSpPr/>
            <p:nvPr/>
          </p:nvSpPr>
          <p:spPr>
            <a:xfrm>
              <a:off x="-2671375" y="3667550"/>
              <a:ext cx="292250" cy="221350"/>
            </a:xfrm>
            <a:custGeom>
              <a:avLst/>
              <a:gdLst/>
              <a:ahLst/>
              <a:cxnLst/>
              <a:rect l="l" t="t" r="r" b="b"/>
              <a:pathLst>
                <a:path w="11690" h="8854" extrusionOk="0">
                  <a:moveTo>
                    <a:pt x="1733" y="1324"/>
                  </a:moveTo>
                  <a:cubicBezTo>
                    <a:pt x="1922" y="1324"/>
                    <a:pt x="2080" y="1481"/>
                    <a:pt x="2080" y="1702"/>
                  </a:cubicBezTo>
                  <a:cubicBezTo>
                    <a:pt x="2080" y="1891"/>
                    <a:pt x="1922" y="2049"/>
                    <a:pt x="1733" y="2049"/>
                  </a:cubicBezTo>
                  <a:cubicBezTo>
                    <a:pt x="1544" y="2049"/>
                    <a:pt x="1387" y="1891"/>
                    <a:pt x="1387" y="1702"/>
                  </a:cubicBezTo>
                  <a:cubicBezTo>
                    <a:pt x="1387" y="1481"/>
                    <a:pt x="1544" y="1324"/>
                    <a:pt x="1733" y="1324"/>
                  </a:cubicBezTo>
                  <a:close/>
                  <a:moveTo>
                    <a:pt x="10019" y="1387"/>
                  </a:moveTo>
                  <a:cubicBezTo>
                    <a:pt x="10492" y="1387"/>
                    <a:pt x="10492" y="2049"/>
                    <a:pt x="10019" y="2049"/>
                  </a:cubicBezTo>
                  <a:lnTo>
                    <a:pt x="3781" y="2049"/>
                  </a:lnTo>
                  <a:cubicBezTo>
                    <a:pt x="3340" y="2049"/>
                    <a:pt x="3309" y="1387"/>
                    <a:pt x="3781" y="1387"/>
                  </a:cubicBezTo>
                  <a:close/>
                  <a:moveTo>
                    <a:pt x="1733" y="4096"/>
                  </a:moveTo>
                  <a:cubicBezTo>
                    <a:pt x="1922" y="4096"/>
                    <a:pt x="2080" y="4254"/>
                    <a:pt x="2080" y="4443"/>
                  </a:cubicBezTo>
                  <a:cubicBezTo>
                    <a:pt x="2080" y="4632"/>
                    <a:pt x="1922" y="4789"/>
                    <a:pt x="1733" y="4789"/>
                  </a:cubicBezTo>
                  <a:cubicBezTo>
                    <a:pt x="1544" y="4789"/>
                    <a:pt x="1387" y="4632"/>
                    <a:pt x="1387" y="4443"/>
                  </a:cubicBezTo>
                  <a:cubicBezTo>
                    <a:pt x="1387" y="4254"/>
                    <a:pt x="1544" y="4096"/>
                    <a:pt x="1733" y="4096"/>
                  </a:cubicBezTo>
                  <a:close/>
                  <a:moveTo>
                    <a:pt x="10050" y="4127"/>
                  </a:moveTo>
                  <a:cubicBezTo>
                    <a:pt x="10492" y="4127"/>
                    <a:pt x="10481" y="4789"/>
                    <a:pt x="10019" y="4789"/>
                  </a:cubicBezTo>
                  <a:lnTo>
                    <a:pt x="3781" y="4789"/>
                  </a:lnTo>
                  <a:cubicBezTo>
                    <a:pt x="3340" y="4789"/>
                    <a:pt x="3309" y="4128"/>
                    <a:pt x="3781" y="4128"/>
                  </a:cubicBezTo>
                  <a:lnTo>
                    <a:pt x="10019" y="4128"/>
                  </a:lnTo>
                  <a:cubicBezTo>
                    <a:pt x="10030" y="4127"/>
                    <a:pt x="10040" y="4127"/>
                    <a:pt x="10050" y="4127"/>
                  </a:cubicBezTo>
                  <a:close/>
                  <a:moveTo>
                    <a:pt x="1733" y="6806"/>
                  </a:moveTo>
                  <a:cubicBezTo>
                    <a:pt x="1922" y="6806"/>
                    <a:pt x="2080" y="6963"/>
                    <a:pt x="2080" y="7152"/>
                  </a:cubicBezTo>
                  <a:cubicBezTo>
                    <a:pt x="2080" y="7373"/>
                    <a:pt x="1922" y="7499"/>
                    <a:pt x="1733" y="7499"/>
                  </a:cubicBezTo>
                  <a:cubicBezTo>
                    <a:pt x="1544" y="7499"/>
                    <a:pt x="1387" y="7373"/>
                    <a:pt x="1387" y="7152"/>
                  </a:cubicBezTo>
                  <a:cubicBezTo>
                    <a:pt x="1387" y="6963"/>
                    <a:pt x="1544" y="6806"/>
                    <a:pt x="1733" y="6806"/>
                  </a:cubicBezTo>
                  <a:close/>
                  <a:moveTo>
                    <a:pt x="10019" y="6837"/>
                  </a:moveTo>
                  <a:cubicBezTo>
                    <a:pt x="10492" y="6837"/>
                    <a:pt x="10492" y="7499"/>
                    <a:pt x="10019" y="7499"/>
                  </a:cubicBezTo>
                  <a:lnTo>
                    <a:pt x="3781" y="7499"/>
                  </a:lnTo>
                  <a:cubicBezTo>
                    <a:pt x="3340" y="7499"/>
                    <a:pt x="3309" y="6837"/>
                    <a:pt x="3781" y="6837"/>
                  </a:cubicBezTo>
                  <a:close/>
                  <a:moveTo>
                    <a:pt x="379" y="1"/>
                  </a:moveTo>
                  <a:lnTo>
                    <a:pt x="95" y="631"/>
                  </a:lnTo>
                  <a:cubicBezTo>
                    <a:pt x="64" y="757"/>
                    <a:pt x="1" y="883"/>
                    <a:pt x="1" y="1009"/>
                  </a:cubicBezTo>
                  <a:lnTo>
                    <a:pt x="1" y="2395"/>
                  </a:lnTo>
                  <a:cubicBezTo>
                    <a:pt x="1" y="2679"/>
                    <a:pt x="127" y="2899"/>
                    <a:pt x="284" y="3057"/>
                  </a:cubicBezTo>
                  <a:cubicBezTo>
                    <a:pt x="127" y="3246"/>
                    <a:pt x="1" y="3498"/>
                    <a:pt x="1" y="3718"/>
                  </a:cubicBezTo>
                  <a:lnTo>
                    <a:pt x="1" y="5104"/>
                  </a:lnTo>
                  <a:cubicBezTo>
                    <a:pt x="1" y="5388"/>
                    <a:pt x="127" y="5609"/>
                    <a:pt x="284" y="5766"/>
                  </a:cubicBezTo>
                  <a:cubicBezTo>
                    <a:pt x="127" y="5987"/>
                    <a:pt x="1" y="6207"/>
                    <a:pt x="1" y="6459"/>
                  </a:cubicBezTo>
                  <a:lnTo>
                    <a:pt x="1" y="7814"/>
                  </a:lnTo>
                  <a:cubicBezTo>
                    <a:pt x="1" y="8381"/>
                    <a:pt x="473" y="8854"/>
                    <a:pt x="1040" y="8854"/>
                  </a:cubicBezTo>
                  <a:lnTo>
                    <a:pt x="10649" y="8854"/>
                  </a:lnTo>
                  <a:cubicBezTo>
                    <a:pt x="11185" y="8854"/>
                    <a:pt x="11658" y="8381"/>
                    <a:pt x="11658" y="7814"/>
                  </a:cubicBezTo>
                  <a:lnTo>
                    <a:pt x="11658" y="6459"/>
                  </a:lnTo>
                  <a:cubicBezTo>
                    <a:pt x="11658" y="6176"/>
                    <a:pt x="11563" y="5924"/>
                    <a:pt x="11405" y="5766"/>
                  </a:cubicBezTo>
                  <a:cubicBezTo>
                    <a:pt x="11563" y="5577"/>
                    <a:pt x="11658" y="5357"/>
                    <a:pt x="11658" y="5104"/>
                  </a:cubicBezTo>
                  <a:lnTo>
                    <a:pt x="11658" y="3718"/>
                  </a:lnTo>
                  <a:cubicBezTo>
                    <a:pt x="11658" y="3466"/>
                    <a:pt x="11563" y="3214"/>
                    <a:pt x="11405" y="3057"/>
                  </a:cubicBezTo>
                  <a:cubicBezTo>
                    <a:pt x="11563" y="2868"/>
                    <a:pt x="11658" y="2616"/>
                    <a:pt x="11658" y="2395"/>
                  </a:cubicBezTo>
                  <a:lnTo>
                    <a:pt x="11658" y="1009"/>
                  </a:lnTo>
                  <a:lnTo>
                    <a:pt x="11689" y="1009"/>
                  </a:lnTo>
                  <a:cubicBezTo>
                    <a:pt x="11689" y="883"/>
                    <a:pt x="11658" y="757"/>
                    <a:pt x="11626" y="631"/>
                  </a:cubicBezTo>
                  <a:lnTo>
                    <a:pt x="1134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177" name="Google Shape;10177;p74"/>
          <p:cNvGrpSpPr/>
          <p:nvPr/>
        </p:nvGrpSpPr>
        <p:grpSpPr>
          <a:xfrm>
            <a:off x="9083800" y="3674256"/>
            <a:ext cx="564057" cy="562569"/>
            <a:chOff x="-2670575" y="3956600"/>
            <a:chExt cx="293800" cy="293025"/>
          </a:xfrm>
        </p:grpSpPr>
        <p:sp>
          <p:nvSpPr>
            <p:cNvPr id="10178" name="Google Shape;10178;p74"/>
            <p:cNvSpPr/>
            <p:nvPr/>
          </p:nvSpPr>
          <p:spPr>
            <a:xfrm>
              <a:off x="-2670575" y="3975525"/>
              <a:ext cx="116575" cy="34675"/>
            </a:xfrm>
            <a:custGeom>
              <a:avLst/>
              <a:gdLst/>
              <a:ahLst/>
              <a:cxnLst/>
              <a:rect l="l" t="t" r="r" b="b"/>
              <a:pathLst>
                <a:path w="4663" h="1387" extrusionOk="0">
                  <a:moveTo>
                    <a:pt x="1040" y="0"/>
                  </a:moveTo>
                  <a:cubicBezTo>
                    <a:pt x="473" y="0"/>
                    <a:pt x="0" y="473"/>
                    <a:pt x="0" y="1040"/>
                  </a:cubicBezTo>
                  <a:lnTo>
                    <a:pt x="0" y="1386"/>
                  </a:lnTo>
                  <a:lnTo>
                    <a:pt x="3781" y="1386"/>
                  </a:lnTo>
                  <a:cubicBezTo>
                    <a:pt x="4001" y="882"/>
                    <a:pt x="4316" y="410"/>
                    <a:pt x="466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79" name="Google Shape;10179;p74"/>
            <p:cNvSpPr/>
            <p:nvPr/>
          </p:nvSpPr>
          <p:spPr>
            <a:xfrm>
              <a:off x="-2669800" y="4026700"/>
              <a:ext cx="170950" cy="136300"/>
            </a:xfrm>
            <a:custGeom>
              <a:avLst/>
              <a:gdLst/>
              <a:ahLst/>
              <a:cxnLst/>
              <a:rect l="l" t="t" r="r" b="b"/>
              <a:pathLst>
                <a:path w="6838" h="5452" extrusionOk="0">
                  <a:moveTo>
                    <a:pt x="1" y="1"/>
                  </a:moveTo>
                  <a:lnTo>
                    <a:pt x="1" y="5451"/>
                  </a:lnTo>
                  <a:lnTo>
                    <a:pt x="6837" y="5451"/>
                  </a:lnTo>
                  <a:lnTo>
                    <a:pt x="6837" y="5357"/>
                  </a:lnTo>
                  <a:cubicBezTo>
                    <a:pt x="6522" y="5294"/>
                    <a:pt x="6207" y="5168"/>
                    <a:pt x="5924" y="5042"/>
                  </a:cubicBezTo>
                  <a:lnTo>
                    <a:pt x="5104" y="5325"/>
                  </a:lnTo>
                  <a:cubicBezTo>
                    <a:pt x="4975" y="5368"/>
                    <a:pt x="4845" y="5389"/>
                    <a:pt x="4720" y="5389"/>
                  </a:cubicBezTo>
                  <a:cubicBezTo>
                    <a:pt x="3931" y="5389"/>
                    <a:pt x="3289" y="4597"/>
                    <a:pt x="3561" y="3781"/>
                  </a:cubicBezTo>
                  <a:lnTo>
                    <a:pt x="3844" y="2962"/>
                  </a:lnTo>
                  <a:cubicBezTo>
                    <a:pt x="3561" y="2364"/>
                    <a:pt x="3403" y="1702"/>
                    <a:pt x="3403" y="1041"/>
                  </a:cubicBezTo>
                  <a:cubicBezTo>
                    <a:pt x="3403" y="662"/>
                    <a:pt x="3466" y="316"/>
                    <a:pt x="352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80" name="Google Shape;10180;p74"/>
            <p:cNvSpPr/>
            <p:nvPr/>
          </p:nvSpPr>
          <p:spPr>
            <a:xfrm>
              <a:off x="-2669800" y="4179500"/>
              <a:ext cx="170950" cy="70125"/>
            </a:xfrm>
            <a:custGeom>
              <a:avLst/>
              <a:gdLst/>
              <a:ahLst/>
              <a:cxnLst/>
              <a:rect l="l" t="t" r="r" b="b"/>
              <a:pathLst>
                <a:path w="6838" h="2805" extrusionOk="0">
                  <a:moveTo>
                    <a:pt x="3403" y="757"/>
                  </a:moveTo>
                  <a:cubicBezTo>
                    <a:pt x="3592" y="757"/>
                    <a:pt x="3750" y="914"/>
                    <a:pt x="3750" y="1103"/>
                  </a:cubicBezTo>
                  <a:cubicBezTo>
                    <a:pt x="3750" y="1293"/>
                    <a:pt x="3592" y="1450"/>
                    <a:pt x="3403" y="1450"/>
                  </a:cubicBezTo>
                  <a:cubicBezTo>
                    <a:pt x="3214" y="1450"/>
                    <a:pt x="3057" y="1293"/>
                    <a:pt x="3057" y="1103"/>
                  </a:cubicBezTo>
                  <a:cubicBezTo>
                    <a:pt x="3057" y="914"/>
                    <a:pt x="3214" y="757"/>
                    <a:pt x="3403" y="757"/>
                  </a:cubicBezTo>
                  <a:close/>
                  <a:moveTo>
                    <a:pt x="1" y="1"/>
                  </a:moveTo>
                  <a:lnTo>
                    <a:pt x="1" y="1765"/>
                  </a:lnTo>
                  <a:cubicBezTo>
                    <a:pt x="1" y="2332"/>
                    <a:pt x="442" y="2805"/>
                    <a:pt x="1009" y="2805"/>
                  </a:cubicBezTo>
                  <a:lnTo>
                    <a:pt x="5829" y="2805"/>
                  </a:lnTo>
                  <a:cubicBezTo>
                    <a:pt x="6365" y="2805"/>
                    <a:pt x="6837" y="2332"/>
                    <a:pt x="6837" y="1765"/>
                  </a:cubicBezTo>
                  <a:lnTo>
                    <a:pt x="683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81" name="Google Shape;10181;p74"/>
            <p:cNvSpPr/>
            <p:nvPr/>
          </p:nvSpPr>
          <p:spPr>
            <a:xfrm>
              <a:off x="-2566625" y="3956600"/>
              <a:ext cx="189850" cy="190650"/>
            </a:xfrm>
            <a:custGeom>
              <a:avLst/>
              <a:gdLst/>
              <a:ahLst/>
              <a:cxnLst/>
              <a:rect l="l" t="t" r="r" b="b"/>
              <a:pathLst>
                <a:path w="7594" h="7626" extrusionOk="0">
                  <a:moveTo>
                    <a:pt x="3759" y="1391"/>
                  </a:moveTo>
                  <a:cubicBezTo>
                    <a:pt x="3929" y="1391"/>
                    <a:pt x="4096" y="1502"/>
                    <a:pt x="4096" y="1734"/>
                  </a:cubicBezTo>
                  <a:lnTo>
                    <a:pt x="4096" y="2175"/>
                  </a:lnTo>
                  <a:cubicBezTo>
                    <a:pt x="4254" y="2206"/>
                    <a:pt x="4349" y="2301"/>
                    <a:pt x="4475" y="2427"/>
                  </a:cubicBezTo>
                  <a:cubicBezTo>
                    <a:pt x="4716" y="2669"/>
                    <a:pt x="4494" y="3003"/>
                    <a:pt x="4235" y="3003"/>
                  </a:cubicBezTo>
                  <a:cubicBezTo>
                    <a:pt x="4157" y="3003"/>
                    <a:pt x="4075" y="2973"/>
                    <a:pt x="4002" y="2899"/>
                  </a:cubicBezTo>
                  <a:cubicBezTo>
                    <a:pt x="3926" y="2823"/>
                    <a:pt x="3839" y="2791"/>
                    <a:pt x="3756" y="2791"/>
                  </a:cubicBezTo>
                  <a:cubicBezTo>
                    <a:pt x="3493" y="2791"/>
                    <a:pt x="3266" y="3109"/>
                    <a:pt x="3529" y="3372"/>
                  </a:cubicBezTo>
                  <a:cubicBezTo>
                    <a:pt x="3624" y="3435"/>
                    <a:pt x="3687" y="3466"/>
                    <a:pt x="3781" y="3466"/>
                  </a:cubicBezTo>
                  <a:cubicBezTo>
                    <a:pt x="4317" y="3466"/>
                    <a:pt x="4790" y="3939"/>
                    <a:pt x="4790" y="4506"/>
                  </a:cubicBezTo>
                  <a:cubicBezTo>
                    <a:pt x="4790" y="4884"/>
                    <a:pt x="4569" y="5294"/>
                    <a:pt x="4128" y="5451"/>
                  </a:cubicBezTo>
                  <a:lnTo>
                    <a:pt x="4128" y="5829"/>
                  </a:lnTo>
                  <a:cubicBezTo>
                    <a:pt x="4128" y="6054"/>
                    <a:pt x="3957" y="6172"/>
                    <a:pt x="3789" y="6172"/>
                  </a:cubicBezTo>
                  <a:cubicBezTo>
                    <a:pt x="3626" y="6172"/>
                    <a:pt x="3466" y="6062"/>
                    <a:pt x="3466" y="5829"/>
                  </a:cubicBezTo>
                  <a:lnTo>
                    <a:pt x="3466" y="5451"/>
                  </a:lnTo>
                  <a:cubicBezTo>
                    <a:pt x="3309" y="5420"/>
                    <a:pt x="3183" y="5325"/>
                    <a:pt x="3057" y="5199"/>
                  </a:cubicBezTo>
                  <a:cubicBezTo>
                    <a:pt x="2815" y="4957"/>
                    <a:pt x="3037" y="4623"/>
                    <a:pt x="3296" y="4623"/>
                  </a:cubicBezTo>
                  <a:cubicBezTo>
                    <a:pt x="3374" y="4623"/>
                    <a:pt x="3456" y="4653"/>
                    <a:pt x="3529" y="4727"/>
                  </a:cubicBezTo>
                  <a:cubicBezTo>
                    <a:pt x="3603" y="4800"/>
                    <a:pt x="3684" y="4831"/>
                    <a:pt x="3763" y="4831"/>
                  </a:cubicBezTo>
                  <a:cubicBezTo>
                    <a:pt x="4022" y="4831"/>
                    <a:pt x="4244" y="4496"/>
                    <a:pt x="4002" y="4254"/>
                  </a:cubicBezTo>
                  <a:cubicBezTo>
                    <a:pt x="3939" y="4191"/>
                    <a:pt x="3844" y="4160"/>
                    <a:pt x="3781" y="4160"/>
                  </a:cubicBezTo>
                  <a:cubicBezTo>
                    <a:pt x="3214" y="4160"/>
                    <a:pt x="2742" y="3687"/>
                    <a:pt x="2742" y="3120"/>
                  </a:cubicBezTo>
                  <a:cubicBezTo>
                    <a:pt x="2742" y="2710"/>
                    <a:pt x="2994" y="2332"/>
                    <a:pt x="3403" y="2175"/>
                  </a:cubicBezTo>
                  <a:lnTo>
                    <a:pt x="3403" y="1734"/>
                  </a:lnTo>
                  <a:cubicBezTo>
                    <a:pt x="3403" y="1509"/>
                    <a:pt x="3583" y="1391"/>
                    <a:pt x="3759" y="1391"/>
                  </a:cubicBezTo>
                  <a:close/>
                  <a:moveTo>
                    <a:pt x="3781" y="1"/>
                  </a:moveTo>
                  <a:cubicBezTo>
                    <a:pt x="1734" y="1"/>
                    <a:pt x="1" y="1671"/>
                    <a:pt x="1" y="3782"/>
                  </a:cubicBezTo>
                  <a:cubicBezTo>
                    <a:pt x="1" y="4380"/>
                    <a:pt x="158" y="5010"/>
                    <a:pt x="410" y="5514"/>
                  </a:cubicBezTo>
                  <a:cubicBezTo>
                    <a:pt x="473" y="5609"/>
                    <a:pt x="473" y="5735"/>
                    <a:pt x="473" y="5798"/>
                  </a:cubicBezTo>
                  <a:lnTo>
                    <a:pt x="158" y="6774"/>
                  </a:lnTo>
                  <a:cubicBezTo>
                    <a:pt x="46" y="7141"/>
                    <a:pt x="311" y="7482"/>
                    <a:pt x="684" y="7482"/>
                  </a:cubicBezTo>
                  <a:cubicBezTo>
                    <a:pt x="728" y="7482"/>
                    <a:pt x="774" y="7478"/>
                    <a:pt x="820" y="7468"/>
                  </a:cubicBezTo>
                  <a:lnTo>
                    <a:pt x="1797" y="7121"/>
                  </a:lnTo>
                  <a:cubicBezTo>
                    <a:pt x="1831" y="7110"/>
                    <a:pt x="1866" y="7102"/>
                    <a:pt x="1900" y="7102"/>
                  </a:cubicBezTo>
                  <a:cubicBezTo>
                    <a:pt x="1960" y="7102"/>
                    <a:pt x="2020" y="7124"/>
                    <a:pt x="2080" y="7184"/>
                  </a:cubicBezTo>
                  <a:cubicBezTo>
                    <a:pt x="2584" y="7468"/>
                    <a:pt x="3214" y="7625"/>
                    <a:pt x="3813" y="7625"/>
                  </a:cubicBezTo>
                  <a:cubicBezTo>
                    <a:pt x="5892" y="7625"/>
                    <a:pt x="7594" y="5924"/>
                    <a:pt x="7594" y="3813"/>
                  </a:cubicBezTo>
                  <a:cubicBezTo>
                    <a:pt x="7499" y="1702"/>
                    <a:pt x="5861" y="1"/>
                    <a:pt x="378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182" name="Google Shape;10182;p74"/>
          <p:cNvGrpSpPr/>
          <p:nvPr/>
        </p:nvGrpSpPr>
        <p:grpSpPr>
          <a:xfrm>
            <a:off x="4093827" y="4415930"/>
            <a:ext cx="568616" cy="557817"/>
            <a:chOff x="-1183550" y="3586525"/>
            <a:chExt cx="296175" cy="290550"/>
          </a:xfrm>
        </p:grpSpPr>
        <p:sp>
          <p:nvSpPr>
            <p:cNvPr id="10183" name="Google Shape;10183;p74"/>
            <p:cNvSpPr/>
            <p:nvPr/>
          </p:nvSpPr>
          <p:spPr>
            <a:xfrm>
              <a:off x="-927575" y="3671500"/>
              <a:ext cx="40200" cy="16575"/>
            </a:xfrm>
            <a:custGeom>
              <a:avLst/>
              <a:gdLst/>
              <a:ahLst/>
              <a:cxnLst/>
              <a:rect l="l" t="t" r="r" b="b"/>
              <a:pathLst>
                <a:path w="1608" h="663" extrusionOk="0">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84" name="Google Shape;10184;p74"/>
            <p:cNvSpPr/>
            <p:nvPr/>
          </p:nvSpPr>
          <p:spPr>
            <a:xfrm>
              <a:off x="-1183550" y="3671500"/>
              <a:ext cx="39400" cy="16575"/>
            </a:xfrm>
            <a:custGeom>
              <a:avLst/>
              <a:gdLst/>
              <a:ahLst/>
              <a:cxnLst/>
              <a:rect l="l" t="t" r="r" b="b"/>
              <a:pathLst>
                <a:path w="1576" h="663" extrusionOk="0">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85" name="Google Shape;10185;p74"/>
            <p:cNvSpPr/>
            <p:nvPr/>
          </p:nvSpPr>
          <p:spPr>
            <a:xfrm>
              <a:off x="-944250" y="3603025"/>
              <a:ext cx="39525" cy="26375"/>
            </a:xfrm>
            <a:custGeom>
              <a:avLst/>
              <a:gdLst/>
              <a:ahLst/>
              <a:cxnLst/>
              <a:rect l="l" t="t" r="r" b="b"/>
              <a:pathLst>
                <a:path w="1581" h="1055" extrusionOk="0">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86" name="Google Shape;10186;p74"/>
            <p:cNvSpPr/>
            <p:nvPr/>
          </p:nvSpPr>
          <p:spPr>
            <a:xfrm>
              <a:off x="-1166200" y="3731225"/>
              <a:ext cx="39700" cy="26075"/>
            </a:xfrm>
            <a:custGeom>
              <a:avLst/>
              <a:gdLst/>
              <a:ahLst/>
              <a:cxnLst/>
              <a:rect l="l" t="t" r="r" b="b"/>
              <a:pathLst>
                <a:path w="1588" h="1043" extrusionOk="0">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87" name="Google Shape;10187;p74"/>
            <p:cNvSpPr/>
            <p:nvPr/>
          </p:nvSpPr>
          <p:spPr>
            <a:xfrm>
              <a:off x="-944925" y="3730950"/>
              <a:ext cx="40200" cy="26375"/>
            </a:xfrm>
            <a:custGeom>
              <a:avLst/>
              <a:gdLst/>
              <a:ahLst/>
              <a:cxnLst/>
              <a:rect l="l" t="t" r="r" b="b"/>
              <a:pathLst>
                <a:path w="1608" h="1055" extrusionOk="0">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88" name="Google Shape;10188;p74"/>
            <p:cNvSpPr/>
            <p:nvPr/>
          </p:nvSpPr>
          <p:spPr>
            <a:xfrm>
              <a:off x="-1167000" y="3603025"/>
              <a:ext cx="40200" cy="26375"/>
            </a:xfrm>
            <a:custGeom>
              <a:avLst/>
              <a:gdLst/>
              <a:ahLst/>
              <a:cxnLst/>
              <a:rect l="l" t="t" r="r" b="b"/>
              <a:pathLst>
                <a:path w="1608" h="1055" extrusionOk="0">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89" name="Google Shape;10189;p74"/>
            <p:cNvSpPr/>
            <p:nvPr/>
          </p:nvSpPr>
          <p:spPr>
            <a:xfrm>
              <a:off x="-1065400" y="3658900"/>
              <a:ext cx="59875" cy="77200"/>
            </a:xfrm>
            <a:custGeom>
              <a:avLst/>
              <a:gdLst/>
              <a:ahLst/>
              <a:cxnLst/>
              <a:rect l="l" t="t" r="r" b="b"/>
              <a:pathLst>
                <a:path w="2395" h="3088" extrusionOk="0">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90" name="Google Shape;10190;p74"/>
            <p:cNvSpPr/>
            <p:nvPr/>
          </p:nvSpPr>
          <p:spPr>
            <a:xfrm>
              <a:off x="-1078000" y="3809325"/>
              <a:ext cx="85075" cy="67750"/>
            </a:xfrm>
            <a:custGeom>
              <a:avLst/>
              <a:gdLst/>
              <a:ahLst/>
              <a:cxnLst/>
              <a:rect l="l" t="t" r="r" b="b"/>
              <a:pathLst>
                <a:path w="3403" h="2710" extrusionOk="0">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91" name="Google Shape;10191;p74"/>
            <p:cNvSpPr/>
            <p:nvPr/>
          </p:nvSpPr>
          <p:spPr>
            <a:xfrm>
              <a:off x="-1135500" y="3586525"/>
              <a:ext cx="193775" cy="204700"/>
            </a:xfrm>
            <a:custGeom>
              <a:avLst/>
              <a:gdLst/>
              <a:ahLst/>
              <a:cxnLst/>
              <a:rect l="l" t="t" r="r" b="b"/>
              <a:pathLst>
                <a:path w="7751" h="8188" extrusionOk="0">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192" name="Google Shape;10192;p74"/>
          <p:cNvGrpSpPr/>
          <p:nvPr/>
        </p:nvGrpSpPr>
        <p:grpSpPr>
          <a:xfrm>
            <a:off x="2578641" y="2253066"/>
            <a:ext cx="561081" cy="558009"/>
            <a:chOff x="-5971525" y="3273750"/>
            <a:chExt cx="292250" cy="290650"/>
          </a:xfrm>
        </p:grpSpPr>
        <p:sp>
          <p:nvSpPr>
            <p:cNvPr id="10193" name="Google Shape;10193;p74"/>
            <p:cNvSpPr/>
            <p:nvPr/>
          </p:nvSpPr>
          <p:spPr>
            <a:xfrm>
              <a:off x="-5868325" y="3273750"/>
              <a:ext cx="85075" cy="84300"/>
            </a:xfrm>
            <a:custGeom>
              <a:avLst/>
              <a:gdLst/>
              <a:ahLst/>
              <a:cxnLst/>
              <a:rect l="l" t="t" r="r" b="b"/>
              <a:pathLst>
                <a:path w="3403" h="3372" extrusionOk="0">
                  <a:moveTo>
                    <a:pt x="1701" y="0"/>
                  </a:moveTo>
                  <a:cubicBezTo>
                    <a:pt x="788" y="0"/>
                    <a:pt x="0" y="756"/>
                    <a:pt x="0" y="1702"/>
                  </a:cubicBezTo>
                  <a:cubicBezTo>
                    <a:pt x="0" y="2615"/>
                    <a:pt x="788" y="3371"/>
                    <a:pt x="1701" y="3371"/>
                  </a:cubicBezTo>
                  <a:cubicBezTo>
                    <a:pt x="2646" y="3371"/>
                    <a:pt x="3403" y="2615"/>
                    <a:pt x="3403" y="1702"/>
                  </a:cubicBezTo>
                  <a:cubicBezTo>
                    <a:pt x="3403" y="756"/>
                    <a:pt x="2646" y="0"/>
                    <a:pt x="170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94" name="Google Shape;10194;p74"/>
            <p:cNvSpPr/>
            <p:nvPr/>
          </p:nvSpPr>
          <p:spPr>
            <a:xfrm>
              <a:off x="-5971525" y="3308400"/>
              <a:ext cx="292250" cy="256000"/>
            </a:xfrm>
            <a:custGeom>
              <a:avLst/>
              <a:gdLst/>
              <a:ahLst/>
              <a:cxnLst/>
              <a:rect l="l" t="t" r="r" b="b"/>
              <a:pathLst>
                <a:path w="11690" h="10240" extrusionOk="0">
                  <a:moveTo>
                    <a:pt x="2049" y="1"/>
                  </a:moveTo>
                  <a:cubicBezTo>
                    <a:pt x="1324" y="1"/>
                    <a:pt x="694" y="599"/>
                    <a:pt x="694" y="1355"/>
                  </a:cubicBezTo>
                  <a:cubicBezTo>
                    <a:pt x="694" y="1733"/>
                    <a:pt x="852" y="2080"/>
                    <a:pt x="1072" y="2300"/>
                  </a:cubicBezTo>
                  <a:cubicBezTo>
                    <a:pt x="442" y="2647"/>
                    <a:pt x="1" y="3340"/>
                    <a:pt x="1" y="4096"/>
                  </a:cubicBezTo>
                  <a:lnTo>
                    <a:pt x="1" y="5766"/>
                  </a:lnTo>
                  <a:cubicBezTo>
                    <a:pt x="1" y="6207"/>
                    <a:pt x="284" y="6617"/>
                    <a:pt x="694" y="6774"/>
                  </a:cubicBezTo>
                  <a:lnTo>
                    <a:pt x="694" y="8538"/>
                  </a:lnTo>
                  <a:cubicBezTo>
                    <a:pt x="694" y="9074"/>
                    <a:pt x="1167" y="9546"/>
                    <a:pt x="1702" y="9546"/>
                  </a:cubicBezTo>
                  <a:lnTo>
                    <a:pt x="2364" y="9546"/>
                  </a:lnTo>
                  <a:cubicBezTo>
                    <a:pt x="2931" y="9546"/>
                    <a:pt x="3403" y="9074"/>
                    <a:pt x="3403" y="8538"/>
                  </a:cubicBezTo>
                  <a:lnTo>
                    <a:pt x="3403" y="6774"/>
                  </a:lnTo>
                  <a:cubicBezTo>
                    <a:pt x="3529" y="6711"/>
                    <a:pt x="3624" y="6648"/>
                    <a:pt x="3750" y="6522"/>
                  </a:cubicBezTo>
                  <a:cubicBezTo>
                    <a:pt x="3876" y="6585"/>
                    <a:pt x="3939" y="6680"/>
                    <a:pt x="4097" y="6774"/>
                  </a:cubicBezTo>
                  <a:lnTo>
                    <a:pt x="4097" y="9200"/>
                  </a:lnTo>
                  <a:cubicBezTo>
                    <a:pt x="4097" y="9735"/>
                    <a:pt x="4569" y="10240"/>
                    <a:pt x="5136" y="10240"/>
                  </a:cubicBezTo>
                  <a:lnTo>
                    <a:pt x="6522" y="10240"/>
                  </a:lnTo>
                  <a:cubicBezTo>
                    <a:pt x="7058" y="10240"/>
                    <a:pt x="7562" y="9767"/>
                    <a:pt x="7562" y="9200"/>
                  </a:cubicBezTo>
                  <a:lnTo>
                    <a:pt x="7562" y="6774"/>
                  </a:lnTo>
                  <a:cubicBezTo>
                    <a:pt x="7688" y="6711"/>
                    <a:pt x="7814" y="6648"/>
                    <a:pt x="7940" y="6522"/>
                  </a:cubicBezTo>
                  <a:cubicBezTo>
                    <a:pt x="8035" y="6585"/>
                    <a:pt x="8129" y="6680"/>
                    <a:pt x="8287" y="6774"/>
                  </a:cubicBezTo>
                  <a:lnTo>
                    <a:pt x="8287" y="8538"/>
                  </a:lnTo>
                  <a:cubicBezTo>
                    <a:pt x="8287" y="9074"/>
                    <a:pt x="8759" y="9546"/>
                    <a:pt x="9295" y="9546"/>
                  </a:cubicBezTo>
                  <a:lnTo>
                    <a:pt x="9988" y="9546"/>
                  </a:lnTo>
                  <a:cubicBezTo>
                    <a:pt x="10524" y="9546"/>
                    <a:pt x="10996" y="9074"/>
                    <a:pt x="10996" y="8538"/>
                  </a:cubicBezTo>
                  <a:lnTo>
                    <a:pt x="10996" y="6774"/>
                  </a:lnTo>
                  <a:cubicBezTo>
                    <a:pt x="11406" y="6617"/>
                    <a:pt x="11658" y="6238"/>
                    <a:pt x="11658" y="5766"/>
                  </a:cubicBezTo>
                  <a:lnTo>
                    <a:pt x="11658" y="4096"/>
                  </a:lnTo>
                  <a:cubicBezTo>
                    <a:pt x="11689" y="3340"/>
                    <a:pt x="11280" y="2678"/>
                    <a:pt x="10650" y="2300"/>
                  </a:cubicBezTo>
                  <a:cubicBezTo>
                    <a:pt x="10870" y="2080"/>
                    <a:pt x="11028" y="1733"/>
                    <a:pt x="11028" y="1355"/>
                  </a:cubicBezTo>
                  <a:cubicBezTo>
                    <a:pt x="11028" y="599"/>
                    <a:pt x="10398" y="1"/>
                    <a:pt x="9641" y="1"/>
                  </a:cubicBezTo>
                  <a:cubicBezTo>
                    <a:pt x="8917" y="1"/>
                    <a:pt x="8287" y="599"/>
                    <a:pt x="8287" y="1355"/>
                  </a:cubicBezTo>
                  <a:cubicBezTo>
                    <a:pt x="8287" y="1733"/>
                    <a:pt x="8444" y="2080"/>
                    <a:pt x="8665" y="2300"/>
                  </a:cubicBezTo>
                  <a:cubicBezTo>
                    <a:pt x="8444" y="2426"/>
                    <a:pt x="8224" y="2584"/>
                    <a:pt x="8066" y="2773"/>
                  </a:cubicBezTo>
                  <a:cubicBezTo>
                    <a:pt x="7972" y="2521"/>
                    <a:pt x="7751" y="2237"/>
                    <a:pt x="7562" y="2017"/>
                  </a:cubicBezTo>
                  <a:cubicBezTo>
                    <a:pt x="7216" y="2395"/>
                    <a:pt x="6743" y="2584"/>
                    <a:pt x="6239" y="2647"/>
                  </a:cubicBezTo>
                  <a:lnTo>
                    <a:pt x="6239" y="4380"/>
                  </a:lnTo>
                  <a:cubicBezTo>
                    <a:pt x="6239" y="4604"/>
                    <a:pt x="6043" y="4722"/>
                    <a:pt x="5851" y="4722"/>
                  </a:cubicBezTo>
                  <a:cubicBezTo>
                    <a:pt x="5665" y="4722"/>
                    <a:pt x="5483" y="4612"/>
                    <a:pt x="5483" y="4380"/>
                  </a:cubicBezTo>
                  <a:lnTo>
                    <a:pt x="5483" y="2647"/>
                  </a:lnTo>
                  <a:cubicBezTo>
                    <a:pt x="4979" y="2584"/>
                    <a:pt x="4506" y="2332"/>
                    <a:pt x="4160" y="2017"/>
                  </a:cubicBezTo>
                  <a:cubicBezTo>
                    <a:pt x="3908" y="2237"/>
                    <a:pt x="3750" y="2521"/>
                    <a:pt x="3624" y="2773"/>
                  </a:cubicBezTo>
                  <a:cubicBezTo>
                    <a:pt x="3466" y="2584"/>
                    <a:pt x="3277" y="2426"/>
                    <a:pt x="3057" y="2300"/>
                  </a:cubicBezTo>
                  <a:cubicBezTo>
                    <a:pt x="3277" y="2080"/>
                    <a:pt x="3435" y="1733"/>
                    <a:pt x="3435" y="1355"/>
                  </a:cubicBezTo>
                  <a:cubicBezTo>
                    <a:pt x="3435" y="599"/>
                    <a:pt x="2805" y="1"/>
                    <a:pt x="204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195" name="Google Shape;10195;p74"/>
          <p:cNvGrpSpPr/>
          <p:nvPr/>
        </p:nvGrpSpPr>
        <p:grpSpPr>
          <a:xfrm>
            <a:off x="2571080" y="2938436"/>
            <a:ext cx="576200" cy="563193"/>
            <a:chOff x="-5974675" y="3632100"/>
            <a:chExt cx="300125" cy="293350"/>
          </a:xfrm>
        </p:grpSpPr>
        <p:sp>
          <p:nvSpPr>
            <p:cNvPr id="10196" name="Google Shape;10196;p74"/>
            <p:cNvSpPr/>
            <p:nvPr/>
          </p:nvSpPr>
          <p:spPr>
            <a:xfrm>
              <a:off x="-5974675" y="3701875"/>
              <a:ext cx="141025" cy="221650"/>
            </a:xfrm>
            <a:custGeom>
              <a:avLst/>
              <a:gdLst/>
              <a:ahLst/>
              <a:cxnLst/>
              <a:rect l="l" t="t" r="r" b="b"/>
              <a:pathLst>
                <a:path w="5641" h="8866" extrusionOk="0">
                  <a:moveTo>
                    <a:pt x="540" y="1"/>
                  </a:moveTo>
                  <a:cubicBezTo>
                    <a:pt x="331" y="1"/>
                    <a:pt x="123" y="188"/>
                    <a:pt x="221" y="423"/>
                  </a:cubicBezTo>
                  <a:lnTo>
                    <a:pt x="568" y="1526"/>
                  </a:lnTo>
                  <a:cubicBezTo>
                    <a:pt x="788" y="2251"/>
                    <a:pt x="1419" y="2723"/>
                    <a:pt x="2175" y="2723"/>
                  </a:cubicBezTo>
                  <a:lnTo>
                    <a:pt x="2899" y="2723"/>
                  </a:lnTo>
                  <a:lnTo>
                    <a:pt x="2899" y="4110"/>
                  </a:lnTo>
                  <a:lnTo>
                    <a:pt x="473" y="4110"/>
                  </a:lnTo>
                  <a:cubicBezTo>
                    <a:pt x="64" y="4110"/>
                    <a:pt x="1" y="4771"/>
                    <a:pt x="473" y="4771"/>
                  </a:cubicBezTo>
                  <a:lnTo>
                    <a:pt x="2899" y="4771"/>
                  </a:lnTo>
                  <a:lnTo>
                    <a:pt x="2899" y="5779"/>
                  </a:lnTo>
                  <a:cubicBezTo>
                    <a:pt x="2899" y="5905"/>
                    <a:pt x="2899" y="6031"/>
                    <a:pt x="2931" y="6126"/>
                  </a:cubicBezTo>
                  <a:lnTo>
                    <a:pt x="2175" y="6126"/>
                  </a:lnTo>
                  <a:cubicBezTo>
                    <a:pt x="1419" y="6126"/>
                    <a:pt x="788" y="6598"/>
                    <a:pt x="568" y="7323"/>
                  </a:cubicBezTo>
                  <a:lnTo>
                    <a:pt x="221" y="8426"/>
                  </a:lnTo>
                  <a:cubicBezTo>
                    <a:pt x="126" y="8691"/>
                    <a:pt x="329" y="8866"/>
                    <a:pt x="533" y="8866"/>
                  </a:cubicBezTo>
                  <a:cubicBezTo>
                    <a:pt x="667" y="8866"/>
                    <a:pt x="801" y="8790"/>
                    <a:pt x="852" y="8615"/>
                  </a:cubicBezTo>
                  <a:lnTo>
                    <a:pt x="1198" y="7512"/>
                  </a:lnTo>
                  <a:cubicBezTo>
                    <a:pt x="1356" y="7071"/>
                    <a:pt x="1734" y="6819"/>
                    <a:pt x="2175" y="6819"/>
                  </a:cubicBezTo>
                  <a:lnTo>
                    <a:pt x="3088" y="6819"/>
                  </a:lnTo>
                  <a:cubicBezTo>
                    <a:pt x="3466" y="7922"/>
                    <a:pt x="4475" y="8709"/>
                    <a:pt x="5640" y="8835"/>
                  </a:cubicBezTo>
                  <a:lnTo>
                    <a:pt x="5640" y="613"/>
                  </a:lnTo>
                  <a:lnTo>
                    <a:pt x="3939" y="613"/>
                  </a:lnTo>
                  <a:cubicBezTo>
                    <a:pt x="3372" y="676"/>
                    <a:pt x="2899" y="1148"/>
                    <a:pt x="2899" y="1684"/>
                  </a:cubicBezTo>
                  <a:lnTo>
                    <a:pt x="2899" y="2062"/>
                  </a:lnTo>
                  <a:lnTo>
                    <a:pt x="2175" y="2062"/>
                  </a:lnTo>
                  <a:cubicBezTo>
                    <a:pt x="1734" y="2062"/>
                    <a:pt x="1356" y="1778"/>
                    <a:pt x="1198" y="1337"/>
                  </a:cubicBezTo>
                  <a:lnTo>
                    <a:pt x="852" y="234"/>
                  </a:lnTo>
                  <a:cubicBezTo>
                    <a:pt x="792" y="69"/>
                    <a:pt x="666" y="1"/>
                    <a:pt x="54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97" name="Google Shape;10197;p74"/>
            <p:cNvSpPr/>
            <p:nvPr/>
          </p:nvSpPr>
          <p:spPr>
            <a:xfrm>
              <a:off x="-5880150" y="3632100"/>
              <a:ext cx="108725" cy="68550"/>
            </a:xfrm>
            <a:custGeom>
              <a:avLst/>
              <a:gdLst/>
              <a:ahLst/>
              <a:cxnLst/>
              <a:rect l="l" t="t" r="r" b="b"/>
              <a:pathLst>
                <a:path w="4349" h="2742" extrusionOk="0">
                  <a:moveTo>
                    <a:pt x="788" y="1"/>
                  </a:moveTo>
                  <a:cubicBezTo>
                    <a:pt x="599" y="1"/>
                    <a:pt x="442" y="159"/>
                    <a:pt x="442" y="348"/>
                  </a:cubicBezTo>
                  <a:lnTo>
                    <a:pt x="442" y="1009"/>
                  </a:lnTo>
                  <a:cubicBezTo>
                    <a:pt x="442" y="1324"/>
                    <a:pt x="599" y="1608"/>
                    <a:pt x="788" y="1797"/>
                  </a:cubicBezTo>
                  <a:cubicBezTo>
                    <a:pt x="442" y="2049"/>
                    <a:pt x="158" y="2364"/>
                    <a:pt x="0" y="2742"/>
                  </a:cubicBezTo>
                  <a:lnTo>
                    <a:pt x="4348" y="2742"/>
                  </a:lnTo>
                  <a:cubicBezTo>
                    <a:pt x="4159" y="2364"/>
                    <a:pt x="3876" y="2049"/>
                    <a:pt x="3561" y="1797"/>
                  </a:cubicBezTo>
                  <a:cubicBezTo>
                    <a:pt x="3813" y="1608"/>
                    <a:pt x="3907" y="1324"/>
                    <a:pt x="3907" y="1009"/>
                  </a:cubicBezTo>
                  <a:lnTo>
                    <a:pt x="3907" y="348"/>
                  </a:lnTo>
                  <a:cubicBezTo>
                    <a:pt x="3907" y="123"/>
                    <a:pt x="3736" y="5"/>
                    <a:pt x="3568" y="5"/>
                  </a:cubicBezTo>
                  <a:cubicBezTo>
                    <a:pt x="3405" y="5"/>
                    <a:pt x="3245" y="115"/>
                    <a:pt x="3245" y="348"/>
                  </a:cubicBezTo>
                  <a:lnTo>
                    <a:pt x="3245" y="1009"/>
                  </a:lnTo>
                  <a:cubicBezTo>
                    <a:pt x="3245" y="1230"/>
                    <a:pt x="3088" y="1387"/>
                    <a:pt x="2899" y="1387"/>
                  </a:cubicBezTo>
                  <a:lnTo>
                    <a:pt x="1513" y="1387"/>
                  </a:lnTo>
                  <a:cubicBezTo>
                    <a:pt x="1324" y="1387"/>
                    <a:pt x="1166" y="1230"/>
                    <a:pt x="1166" y="1009"/>
                  </a:cubicBezTo>
                  <a:lnTo>
                    <a:pt x="1166" y="348"/>
                  </a:lnTo>
                  <a:cubicBezTo>
                    <a:pt x="1166" y="159"/>
                    <a:pt x="1009" y="1"/>
                    <a:pt x="78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198" name="Google Shape;10198;p74"/>
            <p:cNvSpPr/>
            <p:nvPr/>
          </p:nvSpPr>
          <p:spPr>
            <a:xfrm>
              <a:off x="-5814775" y="3702500"/>
              <a:ext cx="140225" cy="222950"/>
            </a:xfrm>
            <a:custGeom>
              <a:avLst/>
              <a:gdLst/>
              <a:ahLst/>
              <a:cxnLst/>
              <a:rect l="l" t="t" r="r" b="b"/>
              <a:pathLst>
                <a:path w="5609" h="8918" extrusionOk="0">
                  <a:moveTo>
                    <a:pt x="5092" y="1"/>
                  </a:moveTo>
                  <a:cubicBezTo>
                    <a:pt x="4964" y="1"/>
                    <a:pt x="4837" y="72"/>
                    <a:pt x="4789" y="241"/>
                  </a:cubicBezTo>
                  <a:lnTo>
                    <a:pt x="4443" y="1344"/>
                  </a:lnTo>
                  <a:cubicBezTo>
                    <a:pt x="4285" y="1785"/>
                    <a:pt x="3907" y="2068"/>
                    <a:pt x="3466" y="2068"/>
                  </a:cubicBezTo>
                  <a:lnTo>
                    <a:pt x="2710" y="2068"/>
                  </a:lnTo>
                  <a:lnTo>
                    <a:pt x="2710" y="1722"/>
                  </a:lnTo>
                  <a:cubicBezTo>
                    <a:pt x="2710" y="1155"/>
                    <a:pt x="2237" y="682"/>
                    <a:pt x="1702" y="682"/>
                  </a:cubicBezTo>
                  <a:lnTo>
                    <a:pt x="0" y="682"/>
                  </a:lnTo>
                  <a:lnTo>
                    <a:pt x="0" y="8873"/>
                  </a:lnTo>
                  <a:cubicBezTo>
                    <a:pt x="1198" y="8747"/>
                    <a:pt x="2174" y="7928"/>
                    <a:pt x="2552" y="6857"/>
                  </a:cubicBezTo>
                  <a:lnTo>
                    <a:pt x="3466" y="6857"/>
                  </a:lnTo>
                  <a:cubicBezTo>
                    <a:pt x="3907" y="6857"/>
                    <a:pt x="4285" y="7140"/>
                    <a:pt x="4443" y="7582"/>
                  </a:cubicBezTo>
                  <a:lnTo>
                    <a:pt x="4789" y="8684"/>
                  </a:lnTo>
                  <a:cubicBezTo>
                    <a:pt x="4848" y="8850"/>
                    <a:pt x="4974" y="8918"/>
                    <a:pt x="5100" y="8918"/>
                  </a:cubicBezTo>
                  <a:cubicBezTo>
                    <a:pt x="5309" y="8918"/>
                    <a:pt x="5518" y="8731"/>
                    <a:pt x="5419" y="8495"/>
                  </a:cubicBezTo>
                  <a:lnTo>
                    <a:pt x="5041" y="7298"/>
                  </a:lnTo>
                  <a:cubicBezTo>
                    <a:pt x="4789" y="6573"/>
                    <a:pt x="4159" y="6101"/>
                    <a:pt x="3434" y="6101"/>
                  </a:cubicBezTo>
                  <a:lnTo>
                    <a:pt x="2678" y="6101"/>
                  </a:lnTo>
                  <a:cubicBezTo>
                    <a:pt x="2678" y="6006"/>
                    <a:pt x="2710" y="5880"/>
                    <a:pt x="2710" y="5754"/>
                  </a:cubicBezTo>
                  <a:lnTo>
                    <a:pt x="2710" y="4778"/>
                  </a:lnTo>
                  <a:lnTo>
                    <a:pt x="5136" y="4778"/>
                  </a:lnTo>
                  <a:cubicBezTo>
                    <a:pt x="5545" y="4778"/>
                    <a:pt x="5608" y="4116"/>
                    <a:pt x="5136" y="4116"/>
                  </a:cubicBezTo>
                  <a:lnTo>
                    <a:pt x="2710" y="4116"/>
                  </a:lnTo>
                  <a:lnTo>
                    <a:pt x="2710" y="2730"/>
                  </a:lnTo>
                  <a:lnTo>
                    <a:pt x="3466" y="2730"/>
                  </a:lnTo>
                  <a:cubicBezTo>
                    <a:pt x="4222" y="2730"/>
                    <a:pt x="4852" y="2257"/>
                    <a:pt x="5073" y="1564"/>
                  </a:cubicBezTo>
                  <a:lnTo>
                    <a:pt x="5419" y="461"/>
                  </a:lnTo>
                  <a:cubicBezTo>
                    <a:pt x="5517" y="189"/>
                    <a:pt x="5301" y="1"/>
                    <a:pt x="509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199" name="Google Shape;10199;p74"/>
          <p:cNvGrpSpPr/>
          <p:nvPr/>
        </p:nvGrpSpPr>
        <p:grpSpPr>
          <a:xfrm>
            <a:off x="2611135" y="3674260"/>
            <a:ext cx="527820" cy="562569"/>
            <a:chOff x="-5971525" y="3990475"/>
            <a:chExt cx="274925" cy="293025"/>
          </a:xfrm>
        </p:grpSpPr>
        <p:sp>
          <p:nvSpPr>
            <p:cNvPr id="10200" name="Google Shape;10200;p74"/>
            <p:cNvSpPr/>
            <p:nvPr/>
          </p:nvSpPr>
          <p:spPr>
            <a:xfrm>
              <a:off x="-5851000" y="4061375"/>
              <a:ext cx="102400" cy="33875"/>
            </a:xfrm>
            <a:custGeom>
              <a:avLst/>
              <a:gdLst/>
              <a:ahLst/>
              <a:cxnLst/>
              <a:rect l="l" t="t" r="r" b="b"/>
              <a:pathLst>
                <a:path w="4096" h="1355" extrusionOk="0">
                  <a:moveTo>
                    <a:pt x="0" y="0"/>
                  </a:moveTo>
                  <a:lnTo>
                    <a:pt x="0" y="1355"/>
                  </a:lnTo>
                  <a:lnTo>
                    <a:pt x="4096" y="1355"/>
                  </a:lnTo>
                  <a:lnTo>
                    <a:pt x="409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01" name="Google Shape;10201;p74"/>
            <p:cNvSpPr/>
            <p:nvPr/>
          </p:nvSpPr>
          <p:spPr>
            <a:xfrm>
              <a:off x="-5971525" y="3990475"/>
              <a:ext cx="69350" cy="275700"/>
            </a:xfrm>
            <a:custGeom>
              <a:avLst/>
              <a:gdLst/>
              <a:ahLst/>
              <a:cxnLst/>
              <a:rect l="l" t="t" r="r" b="b"/>
              <a:pathLst>
                <a:path w="2774" h="11028" extrusionOk="0">
                  <a:moveTo>
                    <a:pt x="1041" y="1"/>
                  </a:moveTo>
                  <a:lnTo>
                    <a:pt x="1041" y="32"/>
                  </a:lnTo>
                  <a:cubicBezTo>
                    <a:pt x="473" y="32"/>
                    <a:pt x="1" y="505"/>
                    <a:pt x="1" y="1072"/>
                  </a:cubicBezTo>
                  <a:lnTo>
                    <a:pt x="1" y="9988"/>
                  </a:lnTo>
                  <a:cubicBezTo>
                    <a:pt x="1" y="10555"/>
                    <a:pt x="473" y="11027"/>
                    <a:pt x="1041" y="11027"/>
                  </a:cubicBezTo>
                  <a:lnTo>
                    <a:pt x="2395" y="11027"/>
                  </a:lnTo>
                  <a:cubicBezTo>
                    <a:pt x="2521" y="11027"/>
                    <a:pt x="2647" y="10996"/>
                    <a:pt x="2773" y="10933"/>
                  </a:cubicBezTo>
                  <a:lnTo>
                    <a:pt x="2773" y="64"/>
                  </a:lnTo>
                  <a:cubicBezTo>
                    <a:pt x="2647" y="32"/>
                    <a:pt x="2521" y="1"/>
                    <a:pt x="239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02" name="Google Shape;10202;p74"/>
            <p:cNvSpPr/>
            <p:nvPr/>
          </p:nvSpPr>
          <p:spPr>
            <a:xfrm>
              <a:off x="-5851000" y="4214950"/>
              <a:ext cx="103200" cy="68550"/>
            </a:xfrm>
            <a:custGeom>
              <a:avLst/>
              <a:gdLst/>
              <a:ahLst/>
              <a:cxnLst/>
              <a:rect l="l" t="t" r="r" b="b"/>
              <a:pathLst>
                <a:path w="4128" h="2742" extrusionOk="0">
                  <a:moveTo>
                    <a:pt x="3056" y="694"/>
                  </a:moveTo>
                  <a:cubicBezTo>
                    <a:pt x="3277" y="694"/>
                    <a:pt x="3434" y="851"/>
                    <a:pt x="3434" y="1072"/>
                  </a:cubicBezTo>
                  <a:cubicBezTo>
                    <a:pt x="3434" y="1261"/>
                    <a:pt x="3277" y="1418"/>
                    <a:pt x="3056" y="1418"/>
                  </a:cubicBezTo>
                  <a:lnTo>
                    <a:pt x="1008" y="1418"/>
                  </a:lnTo>
                  <a:cubicBezTo>
                    <a:pt x="819" y="1418"/>
                    <a:pt x="662" y="1261"/>
                    <a:pt x="662" y="1072"/>
                  </a:cubicBezTo>
                  <a:cubicBezTo>
                    <a:pt x="662" y="851"/>
                    <a:pt x="819" y="694"/>
                    <a:pt x="1008" y="694"/>
                  </a:cubicBezTo>
                  <a:close/>
                  <a:moveTo>
                    <a:pt x="32" y="1"/>
                  </a:moveTo>
                  <a:lnTo>
                    <a:pt x="32" y="2395"/>
                  </a:lnTo>
                  <a:lnTo>
                    <a:pt x="0" y="2395"/>
                  </a:lnTo>
                  <a:cubicBezTo>
                    <a:pt x="0" y="2584"/>
                    <a:pt x="158" y="2741"/>
                    <a:pt x="347" y="2741"/>
                  </a:cubicBezTo>
                  <a:lnTo>
                    <a:pt x="3781" y="2741"/>
                  </a:lnTo>
                  <a:cubicBezTo>
                    <a:pt x="3970" y="2741"/>
                    <a:pt x="4127" y="2584"/>
                    <a:pt x="4127" y="2395"/>
                  </a:cubicBezTo>
                  <a:lnTo>
                    <a:pt x="412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03" name="Google Shape;10203;p74"/>
            <p:cNvSpPr/>
            <p:nvPr/>
          </p:nvSpPr>
          <p:spPr>
            <a:xfrm>
              <a:off x="-5885675" y="4010175"/>
              <a:ext cx="189075" cy="239450"/>
            </a:xfrm>
            <a:custGeom>
              <a:avLst/>
              <a:gdLst/>
              <a:ahLst/>
              <a:cxnLst/>
              <a:rect l="l" t="t" r="r" b="b"/>
              <a:pathLst>
                <a:path w="7563" h="9578" extrusionOk="0">
                  <a:moveTo>
                    <a:pt x="5829" y="1323"/>
                  </a:moveTo>
                  <a:cubicBezTo>
                    <a:pt x="6018" y="1323"/>
                    <a:pt x="6176" y="1481"/>
                    <a:pt x="6176" y="1702"/>
                  </a:cubicBezTo>
                  <a:lnTo>
                    <a:pt x="6176" y="3749"/>
                  </a:lnTo>
                  <a:cubicBezTo>
                    <a:pt x="6176" y="3938"/>
                    <a:pt x="6018" y="4096"/>
                    <a:pt x="5829" y="4096"/>
                  </a:cubicBezTo>
                  <a:lnTo>
                    <a:pt x="1009" y="4096"/>
                  </a:lnTo>
                  <a:cubicBezTo>
                    <a:pt x="820" y="4096"/>
                    <a:pt x="663" y="3938"/>
                    <a:pt x="663" y="3749"/>
                  </a:cubicBezTo>
                  <a:lnTo>
                    <a:pt x="663" y="1702"/>
                  </a:lnTo>
                  <a:cubicBezTo>
                    <a:pt x="663" y="1481"/>
                    <a:pt x="820" y="1323"/>
                    <a:pt x="1009" y="1323"/>
                  </a:cubicBezTo>
                  <a:close/>
                  <a:moveTo>
                    <a:pt x="1734" y="4789"/>
                  </a:moveTo>
                  <a:cubicBezTo>
                    <a:pt x="2175" y="4789"/>
                    <a:pt x="2175" y="5482"/>
                    <a:pt x="1734" y="5482"/>
                  </a:cubicBezTo>
                  <a:lnTo>
                    <a:pt x="1072" y="5482"/>
                  </a:lnTo>
                  <a:cubicBezTo>
                    <a:pt x="631" y="5482"/>
                    <a:pt x="600" y="4789"/>
                    <a:pt x="1072" y="4789"/>
                  </a:cubicBezTo>
                  <a:close/>
                  <a:moveTo>
                    <a:pt x="3782" y="4758"/>
                  </a:moveTo>
                  <a:cubicBezTo>
                    <a:pt x="4223" y="4789"/>
                    <a:pt x="4223" y="5482"/>
                    <a:pt x="3782" y="5482"/>
                  </a:cubicBezTo>
                  <a:lnTo>
                    <a:pt x="3120" y="5482"/>
                  </a:lnTo>
                  <a:cubicBezTo>
                    <a:pt x="2899" y="5482"/>
                    <a:pt x="2742" y="5325"/>
                    <a:pt x="2742" y="5104"/>
                  </a:cubicBezTo>
                  <a:cubicBezTo>
                    <a:pt x="2742" y="4915"/>
                    <a:pt x="2899" y="4758"/>
                    <a:pt x="3120" y="4758"/>
                  </a:cubicBezTo>
                  <a:close/>
                  <a:moveTo>
                    <a:pt x="5829" y="4789"/>
                  </a:moveTo>
                  <a:cubicBezTo>
                    <a:pt x="6270" y="4789"/>
                    <a:pt x="6302" y="5482"/>
                    <a:pt x="5829" y="5482"/>
                  </a:cubicBezTo>
                  <a:lnTo>
                    <a:pt x="5168" y="5482"/>
                  </a:lnTo>
                  <a:cubicBezTo>
                    <a:pt x="4727" y="5482"/>
                    <a:pt x="4695" y="4789"/>
                    <a:pt x="5168" y="4789"/>
                  </a:cubicBezTo>
                  <a:close/>
                  <a:moveTo>
                    <a:pt x="1762" y="6174"/>
                  </a:moveTo>
                  <a:cubicBezTo>
                    <a:pt x="2175" y="6174"/>
                    <a:pt x="2165" y="6837"/>
                    <a:pt x="1734" y="6837"/>
                  </a:cubicBezTo>
                  <a:lnTo>
                    <a:pt x="1072" y="6837"/>
                  </a:lnTo>
                  <a:cubicBezTo>
                    <a:pt x="631" y="6837"/>
                    <a:pt x="600" y="6175"/>
                    <a:pt x="1072" y="6175"/>
                  </a:cubicBezTo>
                  <a:lnTo>
                    <a:pt x="1734" y="6175"/>
                  </a:lnTo>
                  <a:cubicBezTo>
                    <a:pt x="1744" y="6175"/>
                    <a:pt x="1753" y="6174"/>
                    <a:pt x="1762" y="6174"/>
                  </a:cubicBezTo>
                  <a:close/>
                  <a:moveTo>
                    <a:pt x="3782" y="6144"/>
                  </a:moveTo>
                  <a:cubicBezTo>
                    <a:pt x="4223" y="6144"/>
                    <a:pt x="4223" y="6837"/>
                    <a:pt x="3782" y="6837"/>
                  </a:cubicBezTo>
                  <a:lnTo>
                    <a:pt x="3120" y="6837"/>
                  </a:lnTo>
                  <a:cubicBezTo>
                    <a:pt x="2899" y="6837"/>
                    <a:pt x="2742" y="6679"/>
                    <a:pt x="2742" y="6490"/>
                  </a:cubicBezTo>
                  <a:cubicBezTo>
                    <a:pt x="2742" y="6301"/>
                    <a:pt x="2899" y="6144"/>
                    <a:pt x="3120" y="6144"/>
                  </a:cubicBezTo>
                  <a:close/>
                  <a:moveTo>
                    <a:pt x="5858" y="6174"/>
                  </a:moveTo>
                  <a:cubicBezTo>
                    <a:pt x="6272" y="6174"/>
                    <a:pt x="6291" y="6837"/>
                    <a:pt x="5829" y="6837"/>
                  </a:cubicBezTo>
                  <a:lnTo>
                    <a:pt x="5168" y="6837"/>
                  </a:lnTo>
                  <a:cubicBezTo>
                    <a:pt x="4727" y="6837"/>
                    <a:pt x="4695" y="6175"/>
                    <a:pt x="5168" y="6175"/>
                  </a:cubicBezTo>
                  <a:lnTo>
                    <a:pt x="5829" y="6175"/>
                  </a:lnTo>
                  <a:cubicBezTo>
                    <a:pt x="5839" y="6175"/>
                    <a:pt x="5849" y="6174"/>
                    <a:pt x="5858" y="6174"/>
                  </a:cubicBezTo>
                  <a:close/>
                  <a:moveTo>
                    <a:pt x="1" y="0"/>
                  </a:moveTo>
                  <a:lnTo>
                    <a:pt x="1" y="9578"/>
                  </a:lnTo>
                  <a:lnTo>
                    <a:pt x="663" y="9578"/>
                  </a:lnTo>
                  <a:lnTo>
                    <a:pt x="663" y="7876"/>
                  </a:lnTo>
                  <a:cubicBezTo>
                    <a:pt x="663" y="7687"/>
                    <a:pt x="820" y="7530"/>
                    <a:pt x="1009" y="7530"/>
                  </a:cubicBezTo>
                  <a:lnTo>
                    <a:pt x="5829" y="7530"/>
                  </a:lnTo>
                  <a:cubicBezTo>
                    <a:pt x="6018" y="7530"/>
                    <a:pt x="6176" y="7687"/>
                    <a:pt x="6176" y="7876"/>
                  </a:cubicBezTo>
                  <a:lnTo>
                    <a:pt x="6176" y="9578"/>
                  </a:lnTo>
                  <a:lnTo>
                    <a:pt x="6522" y="9578"/>
                  </a:lnTo>
                  <a:cubicBezTo>
                    <a:pt x="7090" y="9578"/>
                    <a:pt x="7562" y="9105"/>
                    <a:pt x="7562" y="8538"/>
                  </a:cubicBezTo>
                  <a:lnTo>
                    <a:pt x="7562" y="1008"/>
                  </a:lnTo>
                  <a:cubicBezTo>
                    <a:pt x="7531" y="473"/>
                    <a:pt x="7090" y="0"/>
                    <a:pt x="649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204" name="Google Shape;10204;p74"/>
          <p:cNvGrpSpPr/>
          <p:nvPr/>
        </p:nvGrpSpPr>
        <p:grpSpPr>
          <a:xfrm>
            <a:off x="6175412" y="2253065"/>
            <a:ext cx="561033" cy="558009"/>
            <a:chOff x="-4118225" y="3253275"/>
            <a:chExt cx="292225" cy="290650"/>
          </a:xfrm>
        </p:grpSpPr>
        <p:sp>
          <p:nvSpPr>
            <p:cNvPr id="10205" name="Google Shape;10205;p74"/>
            <p:cNvSpPr/>
            <p:nvPr/>
          </p:nvSpPr>
          <p:spPr>
            <a:xfrm>
              <a:off x="-4118225" y="3287125"/>
              <a:ext cx="256725" cy="256800"/>
            </a:xfrm>
            <a:custGeom>
              <a:avLst/>
              <a:gdLst/>
              <a:ahLst/>
              <a:cxnLst/>
              <a:rect l="l" t="t" r="r" b="b"/>
              <a:pathLst>
                <a:path w="10269" h="10272" extrusionOk="0">
                  <a:moveTo>
                    <a:pt x="5104" y="1"/>
                  </a:moveTo>
                  <a:cubicBezTo>
                    <a:pt x="2268" y="1"/>
                    <a:pt x="0" y="2301"/>
                    <a:pt x="0" y="5136"/>
                  </a:cubicBezTo>
                  <a:cubicBezTo>
                    <a:pt x="0" y="7972"/>
                    <a:pt x="2268" y="10271"/>
                    <a:pt x="5104" y="10271"/>
                  </a:cubicBezTo>
                  <a:cubicBezTo>
                    <a:pt x="7939" y="10271"/>
                    <a:pt x="10239" y="8003"/>
                    <a:pt x="10239" y="5168"/>
                  </a:cubicBezTo>
                  <a:cubicBezTo>
                    <a:pt x="10268" y="4993"/>
                    <a:pt x="10108" y="4818"/>
                    <a:pt x="9910" y="4818"/>
                  </a:cubicBezTo>
                  <a:cubicBezTo>
                    <a:pt x="9894" y="4818"/>
                    <a:pt x="9877" y="4819"/>
                    <a:pt x="9861" y="4821"/>
                  </a:cubicBezTo>
                  <a:lnTo>
                    <a:pt x="5797" y="4821"/>
                  </a:lnTo>
                  <a:cubicBezTo>
                    <a:pt x="5639" y="4821"/>
                    <a:pt x="5450" y="4695"/>
                    <a:pt x="5450" y="4506"/>
                  </a:cubicBezTo>
                  <a:lnTo>
                    <a:pt x="5450" y="347"/>
                  </a:lnTo>
                  <a:cubicBezTo>
                    <a:pt x="5450" y="158"/>
                    <a:pt x="5324" y="1"/>
                    <a:pt x="510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06" name="Google Shape;10206;p74"/>
            <p:cNvSpPr/>
            <p:nvPr/>
          </p:nvSpPr>
          <p:spPr>
            <a:xfrm>
              <a:off x="-3963850" y="3253275"/>
              <a:ext cx="137850" cy="137850"/>
            </a:xfrm>
            <a:custGeom>
              <a:avLst/>
              <a:gdLst/>
              <a:ahLst/>
              <a:cxnLst/>
              <a:rect l="l" t="t" r="r" b="b"/>
              <a:pathLst>
                <a:path w="5514" h="5514" extrusionOk="0">
                  <a:moveTo>
                    <a:pt x="347" y="0"/>
                  </a:moveTo>
                  <a:cubicBezTo>
                    <a:pt x="158" y="0"/>
                    <a:pt x="0" y="158"/>
                    <a:pt x="0" y="347"/>
                  </a:cubicBezTo>
                  <a:lnTo>
                    <a:pt x="0" y="5135"/>
                  </a:lnTo>
                  <a:cubicBezTo>
                    <a:pt x="0" y="5356"/>
                    <a:pt x="158" y="5514"/>
                    <a:pt x="347" y="5514"/>
                  </a:cubicBezTo>
                  <a:lnTo>
                    <a:pt x="5167" y="5514"/>
                  </a:lnTo>
                  <a:cubicBezTo>
                    <a:pt x="5356" y="5514"/>
                    <a:pt x="5513" y="5356"/>
                    <a:pt x="5513" y="5135"/>
                  </a:cubicBezTo>
                  <a:cubicBezTo>
                    <a:pt x="5513" y="2269"/>
                    <a:pt x="3182" y="0"/>
                    <a:pt x="3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207" name="Google Shape;10207;p74"/>
          <p:cNvGrpSpPr/>
          <p:nvPr/>
        </p:nvGrpSpPr>
        <p:grpSpPr>
          <a:xfrm>
            <a:off x="6242677" y="2939897"/>
            <a:ext cx="426499" cy="560265"/>
            <a:chOff x="-4082800" y="3612425"/>
            <a:chExt cx="222150" cy="291825"/>
          </a:xfrm>
        </p:grpSpPr>
        <p:sp>
          <p:nvSpPr>
            <p:cNvPr id="10208" name="Google Shape;10208;p74"/>
            <p:cNvSpPr/>
            <p:nvPr/>
          </p:nvSpPr>
          <p:spPr>
            <a:xfrm>
              <a:off x="-4027650" y="3663625"/>
              <a:ext cx="112650" cy="119725"/>
            </a:xfrm>
            <a:custGeom>
              <a:avLst/>
              <a:gdLst/>
              <a:ahLst/>
              <a:cxnLst/>
              <a:rect l="l" t="t" r="r" b="b"/>
              <a:pathLst>
                <a:path w="4506" h="4789" extrusionOk="0">
                  <a:moveTo>
                    <a:pt x="2237" y="1355"/>
                  </a:moveTo>
                  <a:cubicBezTo>
                    <a:pt x="2773" y="1355"/>
                    <a:pt x="3245" y="1827"/>
                    <a:pt x="3245" y="2395"/>
                  </a:cubicBezTo>
                  <a:cubicBezTo>
                    <a:pt x="3308" y="2930"/>
                    <a:pt x="2836" y="3434"/>
                    <a:pt x="2237" y="3434"/>
                  </a:cubicBezTo>
                  <a:cubicBezTo>
                    <a:pt x="1670" y="3434"/>
                    <a:pt x="1197" y="2962"/>
                    <a:pt x="1197" y="2395"/>
                  </a:cubicBezTo>
                  <a:cubicBezTo>
                    <a:pt x="1197" y="1859"/>
                    <a:pt x="1670" y="1355"/>
                    <a:pt x="2237" y="1355"/>
                  </a:cubicBezTo>
                  <a:close/>
                  <a:moveTo>
                    <a:pt x="1922" y="0"/>
                  </a:moveTo>
                  <a:lnTo>
                    <a:pt x="1922" y="473"/>
                  </a:lnTo>
                  <a:cubicBezTo>
                    <a:pt x="1922" y="630"/>
                    <a:pt x="1827" y="725"/>
                    <a:pt x="1670" y="788"/>
                  </a:cubicBezTo>
                  <a:cubicBezTo>
                    <a:pt x="1481" y="851"/>
                    <a:pt x="1292" y="945"/>
                    <a:pt x="1134" y="1103"/>
                  </a:cubicBezTo>
                  <a:cubicBezTo>
                    <a:pt x="1055" y="1143"/>
                    <a:pt x="962" y="1183"/>
                    <a:pt x="873" y="1183"/>
                  </a:cubicBezTo>
                  <a:cubicBezTo>
                    <a:pt x="822" y="1183"/>
                    <a:pt x="771" y="1169"/>
                    <a:pt x="725" y="1134"/>
                  </a:cubicBezTo>
                  <a:lnTo>
                    <a:pt x="347" y="914"/>
                  </a:lnTo>
                  <a:lnTo>
                    <a:pt x="0" y="1481"/>
                  </a:lnTo>
                  <a:lnTo>
                    <a:pt x="378" y="1733"/>
                  </a:lnTo>
                  <a:cubicBezTo>
                    <a:pt x="504" y="1796"/>
                    <a:pt x="599" y="1922"/>
                    <a:pt x="536" y="2079"/>
                  </a:cubicBezTo>
                  <a:cubicBezTo>
                    <a:pt x="504" y="2332"/>
                    <a:pt x="504" y="2489"/>
                    <a:pt x="536" y="2710"/>
                  </a:cubicBezTo>
                  <a:cubicBezTo>
                    <a:pt x="599" y="2867"/>
                    <a:pt x="504" y="2993"/>
                    <a:pt x="378" y="3056"/>
                  </a:cubicBezTo>
                  <a:lnTo>
                    <a:pt x="0" y="3308"/>
                  </a:lnTo>
                  <a:lnTo>
                    <a:pt x="347" y="3907"/>
                  </a:lnTo>
                  <a:lnTo>
                    <a:pt x="725" y="3655"/>
                  </a:lnTo>
                  <a:cubicBezTo>
                    <a:pt x="773" y="3631"/>
                    <a:pt x="826" y="3620"/>
                    <a:pt x="879" y="3620"/>
                  </a:cubicBezTo>
                  <a:cubicBezTo>
                    <a:pt x="967" y="3620"/>
                    <a:pt x="1056" y="3647"/>
                    <a:pt x="1134" y="3686"/>
                  </a:cubicBezTo>
                  <a:cubicBezTo>
                    <a:pt x="1292" y="3812"/>
                    <a:pt x="1481" y="3938"/>
                    <a:pt x="1670" y="4001"/>
                  </a:cubicBezTo>
                  <a:cubicBezTo>
                    <a:pt x="1796" y="4064"/>
                    <a:pt x="1922" y="4222"/>
                    <a:pt x="1922" y="4316"/>
                  </a:cubicBezTo>
                  <a:lnTo>
                    <a:pt x="1922" y="4789"/>
                  </a:lnTo>
                  <a:lnTo>
                    <a:pt x="2584" y="4789"/>
                  </a:lnTo>
                  <a:lnTo>
                    <a:pt x="2584" y="4316"/>
                  </a:lnTo>
                  <a:cubicBezTo>
                    <a:pt x="2584" y="4159"/>
                    <a:pt x="2678" y="4064"/>
                    <a:pt x="2836" y="4001"/>
                  </a:cubicBezTo>
                  <a:cubicBezTo>
                    <a:pt x="3025" y="3938"/>
                    <a:pt x="3182" y="3844"/>
                    <a:pt x="3371" y="3686"/>
                  </a:cubicBezTo>
                  <a:cubicBezTo>
                    <a:pt x="3449" y="3647"/>
                    <a:pt x="3539" y="3620"/>
                    <a:pt x="3626" y="3620"/>
                  </a:cubicBezTo>
                  <a:cubicBezTo>
                    <a:pt x="3680" y="3620"/>
                    <a:pt x="3733" y="3631"/>
                    <a:pt x="3781" y="3655"/>
                  </a:cubicBezTo>
                  <a:lnTo>
                    <a:pt x="4159" y="3907"/>
                  </a:lnTo>
                  <a:lnTo>
                    <a:pt x="4505" y="3308"/>
                  </a:lnTo>
                  <a:lnTo>
                    <a:pt x="4127" y="3056"/>
                  </a:lnTo>
                  <a:cubicBezTo>
                    <a:pt x="4001" y="2993"/>
                    <a:pt x="3938" y="2867"/>
                    <a:pt x="3970" y="2710"/>
                  </a:cubicBezTo>
                  <a:cubicBezTo>
                    <a:pt x="4001" y="2489"/>
                    <a:pt x="4001" y="2332"/>
                    <a:pt x="3970" y="2079"/>
                  </a:cubicBezTo>
                  <a:cubicBezTo>
                    <a:pt x="3938" y="1922"/>
                    <a:pt x="4001" y="1796"/>
                    <a:pt x="4127" y="1733"/>
                  </a:cubicBezTo>
                  <a:lnTo>
                    <a:pt x="4505" y="1481"/>
                  </a:lnTo>
                  <a:lnTo>
                    <a:pt x="4159" y="914"/>
                  </a:lnTo>
                  <a:lnTo>
                    <a:pt x="3781" y="1134"/>
                  </a:lnTo>
                  <a:cubicBezTo>
                    <a:pt x="3734" y="1169"/>
                    <a:pt x="3684" y="1183"/>
                    <a:pt x="3632" y="1183"/>
                  </a:cubicBezTo>
                  <a:cubicBezTo>
                    <a:pt x="3543" y="1183"/>
                    <a:pt x="3451" y="1143"/>
                    <a:pt x="3371" y="1103"/>
                  </a:cubicBezTo>
                  <a:cubicBezTo>
                    <a:pt x="3214" y="977"/>
                    <a:pt x="3025" y="851"/>
                    <a:pt x="2836" y="788"/>
                  </a:cubicBezTo>
                  <a:cubicBezTo>
                    <a:pt x="2710" y="725"/>
                    <a:pt x="2584" y="567"/>
                    <a:pt x="2584" y="473"/>
                  </a:cubicBezTo>
                  <a:lnTo>
                    <a:pt x="258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09" name="Google Shape;10209;p74"/>
            <p:cNvSpPr/>
            <p:nvPr/>
          </p:nvSpPr>
          <p:spPr>
            <a:xfrm>
              <a:off x="-4082800" y="3612425"/>
              <a:ext cx="222150" cy="291825"/>
            </a:xfrm>
            <a:custGeom>
              <a:avLst/>
              <a:gdLst/>
              <a:ahLst/>
              <a:cxnLst/>
              <a:rect l="l" t="t" r="r" b="b"/>
              <a:pathLst>
                <a:path w="8886" h="11673" extrusionOk="0">
                  <a:moveTo>
                    <a:pt x="5168" y="1324"/>
                  </a:moveTo>
                  <a:cubicBezTo>
                    <a:pt x="5357" y="1324"/>
                    <a:pt x="5514" y="1481"/>
                    <a:pt x="5514" y="1702"/>
                  </a:cubicBezTo>
                  <a:lnTo>
                    <a:pt x="5514" y="2269"/>
                  </a:lnTo>
                  <a:cubicBezTo>
                    <a:pt x="5609" y="2332"/>
                    <a:pt x="5735" y="2395"/>
                    <a:pt x="5829" y="2489"/>
                  </a:cubicBezTo>
                  <a:lnTo>
                    <a:pt x="6333" y="2206"/>
                  </a:lnTo>
                  <a:cubicBezTo>
                    <a:pt x="6396" y="2174"/>
                    <a:pt x="6491" y="2174"/>
                    <a:pt x="6617" y="2174"/>
                  </a:cubicBezTo>
                  <a:cubicBezTo>
                    <a:pt x="6680" y="2206"/>
                    <a:pt x="6774" y="2237"/>
                    <a:pt x="6806" y="2300"/>
                  </a:cubicBezTo>
                  <a:lnTo>
                    <a:pt x="7467" y="3497"/>
                  </a:lnTo>
                  <a:cubicBezTo>
                    <a:pt x="7562" y="3655"/>
                    <a:pt x="7530" y="3844"/>
                    <a:pt x="7341" y="3970"/>
                  </a:cubicBezTo>
                  <a:lnTo>
                    <a:pt x="6837" y="4254"/>
                  </a:lnTo>
                  <a:cubicBezTo>
                    <a:pt x="6869" y="4380"/>
                    <a:pt x="6869" y="4474"/>
                    <a:pt x="6837" y="4632"/>
                  </a:cubicBezTo>
                  <a:lnTo>
                    <a:pt x="7341" y="4915"/>
                  </a:lnTo>
                  <a:cubicBezTo>
                    <a:pt x="7499" y="4978"/>
                    <a:pt x="7593" y="5230"/>
                    <a:pt x="7467" y="5388"/>
                  </a:cubicBezTo>
                  <a:lnTo>
                    <a:pt x="6806" y="6553"/>
                  </a:lnTo>
                  <a:cubicBezTo>
                    <a:pt x="6774" y="6648"/>
                    <a:pt x="6680" y="6679"/>
                    <a:pt x="6617" y="6711"/>
                  </a:cubicBezTo>
                  <a:cubicBezTo>
                    <a:pt x="6588" y="6730"/>
                    <a:pt x="6555" y="6738"/>
                    <a:pt x="6523" y="6738"/>
                  </a:cubicBezTo>
                  <a:cubicBezTo>
                    <a:pt x="6450" y="6738"/>
                    <a:pt x="6377" y="6701"/>
                    <a:pt x="6333" y="6679"/>
                  </a:cubicBezTo>
                  <a:lnTo>
                    <a:pt x="5829" y="6396"/>
                  </a:lnTo>
                  <a:cubicBezTo>
                    <a:pt x="5703" y="6490"/>
                    <a:pt x="5609" y="6522"/>
                    <a:pt x="5514" y="6616"/>
                  </a:cubicBezTo>
                  <a:lnTo>
                    <a:pt x="5514" y="7183"/>
                  </a:lnTo>
                  <a:cubicBezTo>
                    <a:pt x="5514" y="7404"/>
                    <a:pt x="5357" y="7562"/>
                    <a:pt x="5168" y="7562"/>
                  </a:cubicBezTo>
                  <a:lnTo>
                    <a:pt x="3781" y="7562"/>
                  </a:lnTo>
                  <a:cubicBezTo>
                    <a:pt x="3592" y="7562"/>
                    <a:pt x="3435" y="7404"/>
                    <a:pt x="3435" y="7183"/>
                  </a:cubicBezTo>
                  <a:lnTo>
                    <a:pt x="3435" y="6616"/>
                  </a:lnTo>
                  <a:cubicBezTo>
                    <a:pt x="3309" y="6553"/>
                    <a:pt x="3183" y="6490"/>
                    <a:pt x="3120" y="6396"/>
                  </a:cubicBezTo>
                  <a:lnTo>
                    <a:pt x="2584" y="6679"/>
                  </a:lnTo>
                  <a:cubicBezTo>
                    <a:pt x="2521" y="6711"/>
                    <a:pt x="2427" y="6711"/>
                    <a:pt x="2332" y="6711"/>
                  </a:cubicBezTo>
                  <a:cubicBezTo>
                    <a:pt x="2238" y="6679"/>
                    <a:pt x="2175" y="6648"/>
                    <a:pt x="2112" y="6553"/>
                  </a:cubicBezTo>
                  <a:lnTo>
                    <a:pt x="1450" y="5388"/>
                  </a:lnTo>
                  <a:cubicBezTo>
                    <a:pt x="1387" y="5230"/>
                    <a:pt x="1419" y="5041"/>
                    <a:pt x="1576" y="4915"/>
                  </a:cubicBezTo>
                  <a:lnTo>
                    <a:pt x="2080" y="4632"/>
                  </a:lnTo>
                  <a:lnTo>
                    <a:pt x="2080" y="4443"/>
                  </a:lnTo>
                  <a:lnTo>
                    <a:pt x="2080" y="4254"/>
                  </a:lnTo>
                  <a:lnTo>
                    <a:pt x="1576" y="3970"/>
                  </a:lnTo>
                  <a:cubicBezTo>
                    <a:pt x="1419" y="3907"/>
                    <a:pt x="1324" y="3655"/>
                    <a:pt x="1450" y="3497"/>
                  </a:cubicBezTo>
                  <a:lnTo>
                    <a:pt x="2112" y="2332"/>
                  </a:lnTo>
                  <a:cubicBezTo>
                    <a:pt x="2175" y="2237"/>
                    <a:pt x="2238" y="2206"/>
                    <a:pt x="2332" y="2174"/>
                  </a:cubicBezTo>
                  <a:cubicBezTo>
                    <a:pt x="2352" y="2155"/>
                    <a:pt x="2377" y="2147"/>
                    <a:pt x="2405" y="2147"/>
                  </a:cubicBezTo>
                  <a:cubicBezTo>
                    <a:pt x="2467" y="2147"/>
                    <a:pt x="2541" y="2184"/>
                    <a:pt x="2584" y="2206"/>
                  </a:cubicBezTo>
                  <a:lnTo>
                    <a:pt x="3120" y="2489"/>
                  </a:lnTo>
                  <a:cubicBezTo>
                    <a:pt x="3214" y="2395"/>
                    <a:pt x="3309" y="2363"/>
                    <a:pt x="3435" y="2269"/>
                  </a:cubicBezTo>
                  <a:lnTo>
                    <a:pt x="3435" y="1702"/>
                  </a:lnTo>
                  <a:cubicBezTo>
                    <a:pt x="3435" y="1481"/>
                    <a:pt x="3592" y="1324"/>
                    <a:pt x="3781" y="1324"/>
                  </a:cubicBezTo>
                  <a:close/>
                  <a:moveTo>
                    <a:pt x="4443" y="0"/>
                  </a:moveTo>
                  <a:cubicBezTo>
                    <a:pt x="1986" y="0"/>
                    <a:pt x="1" y="2017"/>
                    <a:pt x="1" y="4443"/>
                  </a:cubicBezTo>
                  <a:cubicBezTo>
                    <a:pt x="1" y="5419"/>
                    <a:pt x="316" y="6333"/>
                    <a:pt x="851" y="7120"/>
                  </a:cubicBezTo>
                  <a:lnTo>
                    <a:pt x="4159" y="11531"/>
                  </a:lnTo>
                  <a:cubicBezTo>
                    <a:pt x="4222" y="11626"/>
                    <a:pt x="4325" y="11673"/>
                    <a:pt x="4431" y="11673"/>
                  </a:cubicBezTo>
                  <a:cubicBezTo>
                    <a:pt x="4538" y="11673"/>
                    <a:pt x="4648" y="11626"/>
                    <a:pt x="4727" y="11531"/>
                  </a:cubicBezTo>
                  <a:lnTo>
                    <a:pt x="8066" y="6994"/>
                  </a:lnTo>
                  <a:cubicBezTo>
                    <a:pt x="8602" y="6270"/>
                    <a:pt x="8885" y="5356"/>
                    <a:pt x="8885" y="4443"/>
                  </a:cubicBezTo>
                  <a:cubicBezTo>
                    <a:pt x="8885" y="2017"/>
                    <a:pt x="6932" y="0"/>
                    <a:pt x="444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10" name="Google Shape;10210;p74"/>
            <p:cNvSpPr/>
            <p:nvPr/>
          </p:nvSpPr>
          <p:spPr>
            <a:xfrm>
              <a:off x="-3980400" y="3714800"/>
              <a:ext cx="17350" cy="17375"/>
            </a:xfrm>
            <a:custGeom>
              <a:avLst/>
              <a:gdLst/>
              <a:ahLst/>
              <a:cxnLst/>
              <a:rect l="l" t="t" r="r" b="b"/>
              <a:pathLst>
                <a:path w="694" h="695" extrusionOk="0">
                  <a:moveTo>
                    <a:pt x="347" y="1"/>
                  </a:moveTo>
                  <a:cubicBezTo>
                    <a:pt x="158" y="1"/>
                    <a:pt x="0" y="159"/>
                    <a:pt x="0" y="348"/>
                  </a:cubicBezTo>
                  <a:cubicBezTo>
                    <a:pt x="0" y="537"/>
                    <a:pt x="158" y="694"/>
                    <a:pt x="347" y="694"/>
                  </a:cubicBezTo>
                  <a:cubicBezTo>
                    <a:pt x="536" y="694"/>
                    <a:pt x="694" y="537"/>
                    <a:pt x="694" y="348"/>
                  </a:cubicBezTo>
                  <a:cubicBezTo>
                    <a:pt x="694" y="159"/>
                    <a:pt x="536" y="1"/>
                    <a:pt x="3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211" name="Google Shape;10211;p74"/>
          <p:cNvGrpSpPr/>
          <p:nvPr/>
        </p:nvGrpSpPr>
        <p:grpSpPr>
          <a:xfrm>
            <a:off x="6191276" y="3693169"/>
            <a:ext cx="561033" cy="524748"/>
            <a:chOff x="-4118225" y="3990475"/>
            <a:chExt cx="292225" cy="273325"/>
          </a:xfrm>
        </p:grpSpPr>
        <p:sp>
          <p:nvSpPr>
            <p:cNvPr id="10212" name="Google Shape;10212;p74"/>
            <p:cNvSpPr/>
            <p:nvPr/>
          </p:nvSpPr>
          <p:spPr>
            <a:xfrm>
              <a:off x="-3963850" y="4040100"/>
              <a:ext cx="51200" cy="51225"/>
            </a:xfrm>
            <a:custGeom>
              <a:avLst/>
              <a:gdLst/>
              <a:ahLst/>
              <a:cxnLst/>
              <a:rect l="l" t="t" r="r" b="b"/>
              <a:pathLst>
                <a:path w="2048" h="2049" extrusionOk="0">
                  <a:moveTo>
                    <a:pt x="1008" y="0"/>
                  </a:moveTo>
                  <a:cubicBezTo>
                    <a:pt x="473" y="0"/>
                    <a:pt x="0" y="473"/>
                    <a:pt x="0" y="1040"/>
                  </a:cubicBezTo>
                  <a:cubicBezTo>
                    <a:pt x="0" y="1607"/>
                    <a:pt x="473" y="2048"/>
                    <a:pt x="1008" y="2048"/>
                  </a:cubicBezTo>
                  <a:cubicBezTo>
                    <a:pt x="1575" y="2048"/>
                    <a:pt x="2048" y="1607"/>
                    <a:pt x="2048" y="1040"/>
                  </a:cubicBezTo>
                  <a:cubicBezTo>
                    <a:pt x="2048" y="473"/>
                    <a:pt x="1575" y="0"/>
                    <a:pt x="100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13" name="Google Shape;10213;p74"/>
            <p:cNvSpPr/>
            <p:nvPr/>
          </p:nvSpPr>
          <p:spPr>
            <a:xfrm>
              <a:off x="-4015050" y="3990475"/>
              <a:ext cx="153600" cy="153625"/>
            </a:xfrm>
            <a:custGeom>
              <a:avLst/>
              <a:gdLst/>
              <a:ahLst/>
              <a:cxnLst/>
              <a:rect l="l" t="t" r="r" b="b"/>
              <a:pathLst>
                <a:path w="6144" h="6145" extrusionOk="0">
                  <a:moveTo>
                    <a:pt x="3056" y="1324"/>
                  </a:moveTo>
                  <a:cubicBezTo>
                    <a:pt x="4001" y="1324"/>
                    <a:pt x="4757" y="2080"/>
                    <a:pt x="4757" y="3025"/>
                  </a:cubicBezTo>
                  <a:cubicBezTo>
                    <a:pt x="4757" y="3970"/>
                    <a:pt x="4033" y="4726"/>
                    <a:pt x="3056" y="4726"/>
                  </a:cubicBezTo>
                  <a:cubicBezTo>
                    <a:pt x="2111" y="4726"/>
                    <a:pt x="1386" y="3970"/>
                    <a:pt x="1386" y="3025"/>
                  </a:cubicBezTo>
                  <a:cubicBezTo>
                    <a:pt x="1386" y="2080"/>
                    <a:pt x="2111" y="1324"/>
                    <a:pt x="3056" y="1324"/>
                  </a:cubicBezTo>
                  <a:close/>
                  <a:moveTo>
                    <a:pt x="3056" y="1"/>
                  </a:moveTo>
                  <a:cubicBezTo>
                    <a:pt x="1386" y="1"/>
                    <a:pt x="0" y="1355"/>
                    <a:pt x="0" y="3057"/>
                  </a:cubicBezTo>
                  <a:cubicBezTo>
                    <a:pt x="0" y="4758"/>
                    <a:pt x="1323" y="6144"/>
                    <a:pt x="3056" y="6144"/>
                  </a:cubicBezTo>
                  <a:cubicBezTo>
                    <a:pt x="4757" y="6144"/>
                    <a:pt x="6144" y="4758"/>
                    <a:pt x="6144" y="3057"/>
                  </a:cubicBezTo>
                  <a:cubicBezTo>
                    <a:pt x="6144" y="1355"/>
                    <a:pt x="4757" y="1"/>
                    <a:pt x="3056"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14" name="Google Shape;10214;p74"/>
            <p:cNvSpPr/>
            <p:nvPr/>
          </p:nvSpPr>
          <p:spPr>
            <a:xfrm>
              <a:off x="-4118225" y="4144075"/>
              <a:ext cx="33875" cy="119725"/>
            </a:xfrm>
            <a:custGeom>
              <a:avLst/>
              <a:gdLst/>
              <a:ahLst/>
              <a:cxnLst/>
              <a:rect l="l" t="t" r="r" b="b"/>
              <a:pathLst>
                <a:path w="1355" h="4789" extrusionOk="0">
                  <a:moveTo>
                    <a:pt x="347" y="0"/>
                  </a:moveTo>
                  <a:cubicBezTo>
                    <a:pt x="158" y="0"/>
                    <a:pt x="0" y="158"/>
                    <a:pt x="0" y="347"/>
                  </a:cubicBezTo>
                  <a:lnTo>
                    <a:pt x="0" y="4442"/>
                  </a:lnTo>
                  <a:cubicBezTo>
                    <a:pt x="0" y="4631"/>
                    <a:pt x="158" y="4789"/>
                    <a:pt x="347" y="4789"/>
                  </a:cubicBezTo>
                  <a:lnTo>
                    <a:pt x="1008" y="4789"/>
                  </a:lnTo>
                  <a:cubicBezTo>
                    <a:pt x="1134" y="4789"/>
                    <a:pt x="1260" y="4757"/>
                    <a:pt x="1355" y="4726"/>
                  </a:cubicBezTo>
                  <a:lnTo>
                    <a:pt x="1355" y="63"/>
                  </a:lnTo>
                  <a:cubicBezTo>
                    <a:pt x="1260" y="32"/>
                    <a:pt x="1134" y="0"/>
                    <a:pt x="100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15" name="Google Shape;10215;p74"/>
            <p:cNvSpPr/>
            <p:nvPr/>
          </p:nvSpPr>
          <p:spPr>
            <a:xfrm>
              <a:off x="-4067050" y="4143750"/>
              <a:ext cx="241050" cy="120050"/>
            </a:xfrm>
            <a:custGeom>
              <a:avLst/>
              <a:gdLst/>
              <a:ahLst/>
              <a:cxnLst/>
              <a:rect l="l" t="t" r="r" b="b"/>
              <a:pathLst>
                <a:path w="9642" h="4802" extrusionOk="0">
                  <a:moveTo>
                    <a:pt x="1750" y="1"/>
                  </a:moveTo>
                  <a:cubicBezTo>
                    <a:pt x="1124" y="1"/>
                    <a:pt x="537" y="197"/>
                    <a:pt x="1" y="549"/>
                  </a:cubicBezTo>
                  <a:lnTo>
                    <a:pt x="1" y="4550"/>
                  </a:lnTo>
                  <a:cubicBezTo>
                    <a:pt x="410" y="4707"/>
                    <a:pt x="883" y="4802"/>
                    <a:pt x="1356" y="4802"/>
                  </a:cubicBezTo>
                  <a:lnTo>
                    <a:pt x="5294" y="4802"/>
                  </a:lnTo>
                  <a:cubicBezTo>
                    <a:pt x="5735" y="4802"/>
                    <a:pt x="6144" y="4644"/>
                    <a:pt x="6459" y="4392"/>
                  </a:cubicBezTo>
                  <a:cubicBezTo>
                    <a:pt x="6459" y="4392"/>
                    <a:pt x="8507" y="2502"/>
                    <a:pt x="9169" y="1872"/>
                  </a:cubicBezTo>
                  <a:cubicBezTo>
                    <a:pt x="9169" y="1872"/>
                    <a:pt x="9547" y="1399"/>
                    <a:pt x="9547" y="1021"/>
                  </a:cubicBezTo>
                  <a:cubicBezTo>
                    <a:pt x="9641" y="454"/>
                    <a:pt x="9169" y="13"/>
                    <a:pt x="8602" y="13"/>
                  </a:cubicBezTo>
                  <a:cubicBezTo>
                    <a:pt x="8413" y="13"/>
                    <a:pt x="7751" y="202"/>
                    <a:pt x="6711" y="1777"/>
                  </a:cubicBezTo>
                  <a:cubicBezTo>
                    <a:pt x="6333" y="2376"/>
                    <a:pt x="5766" y="2754"/>
                    <a:pt x="5199" y="2754"/>
                  </a:cubicBezTo>
                  <a:lnTo>
                    <a:pt x="2710" y="2754"/>
                  </a:lnTo>
                  <a:cubicBezTo>
                    <a:pt x="2584" y="2754"/>
                    <a:pt x="2458" y="2849"/>
                    <a:pt x="2395" y="2975"/>
                  </a:cubicBezTo>
                  <a:cubicBezTo>
                    <a:pt x="2333" y="3099"/>
                    <a:pt x="2223" y="3152"/>
                    <a:pt x="2110" y="3152"/>
                  </a:cubicBezTo>
                  <a:cubicBezTo>
                    <a:pt x="1880" y="3152"/>
                    <a:pt x="1638" y="2934"/>
                    <a:pt x="1765" y="2660"/>
                  </a:cubicBezTo>
                  <a:cubicBezTo>
                    <a:pt x="1923" y="2344"/>
                    <a:pt x="2238" y="2092"/>
                    <a:pt x="2616" y="2092"/>
                  </a:cubicBezTo>
                  <a:lnTo>
                    <a:pt x="5231" y="2092"/>
                  </a:lnTo>
                  <a:cubicBezTo>
                    <a:pt x="6081" y="2061"/>
                    <a:pt x="6081" y="706"/>
                    <a:pt x="5136" y="706"/>
                  </a:cubicBezTo>
                  <a:lnTo>
                    <a:pt x="3844" y="706"/>
                  </a:lnTo>
                  <a:cubicBezTo>
                    <a:pt x="3116" y="220"/>
                    <a:pt x="2412" y="1"/>
                    <a:pt x="175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216" name="Google Shape;10216;p74"/>
          <p:cNvGrpSpPr/>
          <p:nvPr/>
        </p:nvGrpSpPr>
        <p:grpSpPr>
          <a:xfrm>
            <a:off x="9805481" y="2250784"/>
            <a:ext cx="526284" cy="562569"/>
            <a:chOff x="-2312225" y="3238300"/>
            <a:chExt cx="274125" cy="293025"/>
          </a:xfrm>
        </p:grpSpPr>
        <p:sp>
          <p:nvSpPr>
            <p:cNvPr id="10217" name="Google Shape;10217;p74"/>
            <p:cNvSpPr/>
            <p:nvPr/>
          </p:nvSpPr>
          <p:spPr>
            <a:xfrm>
              <a:off x="-2241325" y="3289500"/>
              <a:ext cx="203225" cy="241825"/>
            </a:xfrm>
            <a:custGeom>
              <a:avLst/>
              <a:gdLst/>
              <a:ahLst/>
              <a:cxnLst/>
              <a:rect l="l" t="t" r="r" b="b"/>
              <a:pathLst>
                <a:path w="8129" h="9673" extrusionOk="0">
                  <a:moveTo>
                    <a:pt x="2458" y="0"/>
                  </a:moveTo>
                  <a:cubicBezTo>
                    <a:pt x="2174" y="0"/>
                    <a:pt x="1954" y="221"/>
                    <a:pt x="1954" y="504"/>
                  </a:cubicBezTo>
                  <a:lnTo>
                    <a:pt x="1954" y="2836"/>
                  </a:lnTo>
                  <a:lnTo>
                    <a:pt x="1954" y="5167"/>
                  </a:lnTo>
                  <a:lnTo>
                    <a:pt x="914" y="4128"/>
                  </a:lnTo>
                  <a:cubicBezTo>
                    <a:pt x="820" y="4033"/>
                    <a:pt x="693" y="3986"/>
                    <a:pt x="567" y="3986"/>
                  </a:cubicBezTo>
                  <a:cubicBezTo>
                    <a:pt x="441" y="3986"/>
                    <a:pt x="315" y="4033"/>
                    <a:pt x="221" y="4128"/>
                  </a:cubicBezTo>
                  <a:cubicBezTo>
                    <a:pt x="0" y="4317"/>
                    <a:pt x="0" y="4632"/>
                    <a:pt x="221" y="4852"/>
                  </a:cubicBezTo>
                  <a:lnTo>
                    <a:pt x="2678" y="7310"/>
                  </a:lnTo>
                  <a:lnTo>
                    <a:pt x="2678" y="8664"/>
                  </a:lnTo>
                  <a:cubicBezTo>
                    <a:pt x="2678" y="9200"/>
                    <a:pt x="3151" y="9672"/>
                    <a:pt x="3718" y="9672"/>
                  </a:cubicBezTo>
                  <a:lnTo>
                    <a:pt x="6459" y="9672"/>
                  </a:lnTo>
                  <a:cubicBezTo>
                    <a:pt x="7026" y="9672"/>
                    <a:pt x="7499" y="9200"/>
                    <a:pt x="7499" y="8664"/>
                  </a:cubicBezTo>
                  <a:lnTo>
                    <a:pt x="7499" y="8066"/>
                  </a:lnTo>
                  <a:cubicBezTo>
                    <a:pt x="7688" y="7656"/>
                    <a:pt x="7845" y="7278"/>
                    <a:pt x="7940" y="6837"/>
                  </a:cubicBezTo>
                  <a:cubicBezTo>
                    <a:pt x="8034" y="6396"/>
                    <a:pt x="8129" y="5986"/>
                    <a:pt x="8129" y="5514"/>
                  </a:cubicBezTo>
                  <a:lnTo>
                    <a:pt x="8129" y="3308"/>
                  </a:lnTo>
                  <a:cubicBezTo>
                    <a:pt x="8129" y="3025"/>
                    <a:pt x="7877" y="2773"/>
                    <a:pt x="7625" y="2773"/>
                  </a:cubicBezTo>
                  <a:cubicBezTo>
                    <a:pt x="7341" y="2773"/>
                    <a:pt x="7089" y="3025"/>
                    <a:pt x="7089" y="3308"/>
                  </a:cubicBezTo>
                  <a:lnTo>
                    <a:pt x="7089" y="3812"/>
                  </a:lnTo>
                  <a:cubicBezTo>
                    <a:pt x="7089" y="4002"/>
                    <a:pt x="6931" y="4159"/>
                    <a:pt x="6742" y="4159"/>
                  </a:cubicBezTo>
                  <a:cubicBezTo>
                    <a:pt x="6553" y="4159"/>
                    <a:pt x="6396" y="4002"/>
                    <a:pt x="6396" y="3812"/>
                  </a:cubicBezTo>
                  <a:lnTo>
                    <a:pt x="6396" y="2615"/>
                  </a:lnTo>
                  <a:cubicBezTo>
                    <a:pt x="6396" y="2363"/>
                    <a:pt x="6144" y="2111"/>
                    <a:pt x="5892" y="2111"/>
                  </a:cubicBezTo>
                  <a:cubicBezTo>
                    <a:pt x="5608" y="2111"/>
                    <a:pt x="5356" y="2363"/>
                    <a:pt x="5356" y="2615"/>
                  </a:cubicBezTo>
                  <a:cubicBezTo>
                    <a:pt x="5357" y="2615"/>
                    <a:pt x="5358" y="2615"/>
                    <a:pt x="5359" y="2615"/>
                  </a:cubicBezTo>
                  <a:cubicBezTo>
                    <a:pt x="5418" y="2615"/>
                    <a:pt x="5419" y="3769"/>
                    <a:pt x="5419" y="3781"/>
                  </a:cubicBezTo>
                  <a:lnTo>
                    <a:pt x="5419" y="3781"/>
                  </a:lnTo>
                  <a:cubicBezTo>
                    <a:pt x="5419" y="3970"/>
                    <a:pt x="5262" y="4128"/>
                    <a:pt x="5041" y="4128"/>
                  </a:cubicBezTo>
                  <a:cubicBezTo>
                    <a:pt x="4852" y="4128"/>
                    <a:pt x="4695" y="3970"/>
                    <a:pt x="4695" y="3781"/>
                  </a:cubicBezTo>
                  <a:lnTo>
                    <a:pt x="4695" y="2584"/>
                  </a:lnTo>
                  <a:cubicBezTo>
                    <a:pt x="4695" y="2332"/>
                    <a:pt x="4474" y="2080"/>
                    <a:pt x="4191" y="2080"/>
                  </a:cubicBezTo>
                  <a:cubicBezTo>
                    <a:pt x="3907" y="2080"/>
                    <a:pt x="3686" y="2332"/>
                    <a:pt x="3686" y="2584"/>
                  </a:cubicBezTo>
                  <a:lnTo>
                    <a:pt x="3686" y="3781"/>
                  </a:lnTo>
                  <a:cubicBezTo>
                    <a:pt x="3686" y="3970"/>
                    <a:pt x="3529" y="4128"/>
                    <a:pt x="3308" y="4128"/>
                  </a:cubicBezTo>
                  <a:cubicBezTo>
                    <a:pt x="3119" y="4128"/>
                    <a:pt x="2962" y="3970"/>
                    <a:pt x="2962" y="3781"/>
                  </a:cubicBezTo>
                  <a:lnTo>
                    <a:pt x="2962" y="504"/>
                  </a:lnTo>
                  <a:cubicBezTo>
                    <a:pt x="2962" y="221"/>
                    <a:pt x="2741" y="0"/>
                    <a:pt x="245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18" name="Google Shape;10218;p74"/>
            <p:cNvSpPr/>
            <p:nvPr/>
          </p:nvSpPr>
          <p:spPr>
            <a:xfrm>
              <a:off x="-2312225" y="3238300"/>
              <a:ext cx="241825" cy="241050"/>
            </a:xfrm>
            <a:custGeom>
              <a:avLst/>
              <a:gdLst/>
              <a:ahLst/>
              <a:cxnLst/>
              <a:rect l="l" t="t" r="r" b="b"/>
              <a:pathLst>
                <a:path w="9673" h="9642" extrusionOk="0">
                  <a:moveTo>
                    <a:pt x="379" y="1"/>
                  </a:moveTo>
                  <a:cubicBezTo>
                    <a:pt x="158" y="1"/>
                    <a:pt x="1" y="158"/>
                    <a:pt x="1" y="347"/>
                  </a:cubicBezTo>
                  <a:lnTo>
                    <a:pt x="1" y="1733"/>
                  </a:lnTo>
                  <a:cubicBezTo>
                    <a:pt x="1" y="1922"/>
                    <a:pt x="158" y="2080"/>
                    <a:pt x="379" y="2080"/>
                  </a:cubicBezTo>
                  <a:lnTo>
                    <a:pt x="726" y="2080"/>
                  </a:lnTo>
                  <a:lnTo>
                    <a:pt x="726" y="7562"/>
                  </a:lnTo>
                  <a:lnTo>
                    <a:pt x="379" y="7562"/>
                  </a:lnTo>
                  <a:cubicBezTo>
                    <a:pt x="158" y="7562"/>
                    <a:pt x="1" y="7719"/>
                    <a:pt x="1" y="7908"/>
                  </a:cubicBezTo>
                  <a:lnTo>
                    <a:pt x="1" y="9294"/>
                  </a:lnTo>
                  <a:cubicBezTo>
                    <a:pt x="1" y="9484"/>
                    <a:pt x="158" y="9641"/>
                    <a:pt x="379" y="9641"/>
                  </a:cubicBezTo>
                  <a:lnTo>
                    <a:pt x="1734" y="9641"/>
                  </a:lnTo>
                  <a:cubicBezTo>
                    <a:pt x="1954" y="9641"/>
                    <a:pt x="2112" y="9484"/>
                    <a:pt x="2112" y="9294"/>
                  </a:cubicBezTo>
                  <a:lnTo>
                    <a:pt x="2112" y="8916"/>
                  </a:lnTo>
                  <a:lnTo>
                    <a:pt x="4160" y="8916"/>
                  </a:lnTo>
                  <a:lnTo>
                    <a:pt x="3435" y="8223"/>
                  </a:lnTo>
                  <a:lnTo>
                    <a:pt x="2112" y="8223"/>
                  </a:lnTo>
                  <a:lnTo>
                    <a:pt x="2112" y="7877"/>
                  </a:lnTo>
                  <a:cubicBezTo>
                    <a:pt x="2112" y="7688"/>
                    <a:pt x="1954" y="7530"/>
                    <a:pt x="1734" y="7530"/>
                  </a:cubicBezTo>
                  <a:lnTo>
                    <a:pt x="1387" y="7530"/>
                  </a:lnTo>
                  <a:lnTo>
                    <a:pt x="1387" y="2080"/>
                  </a:lnTo>
                  <a:lnTo>
                    <a:pt x="1734" y="2080"/>
                  </a:lnTo>
                  <a:cubicBezTo>
                    <a:pt x="1954" y="2080"/>
                    <a:pt x="2112" y="1922"/>
                    <a:pt x="2112" y="1733"/>
                  </a:cubicBezTo>
                  <a:lnTo>
                    <a:pt x="2112" y="1387"/>
                  </a:lnTo>
                  <a:lnTo>
                    <a:pt x="7562" y="1387"/>
                  </a:lnTo>
                  <a:lnTo>
                    <a:pt x="7562" y="1733"/>
                  </a:lnTo>
                  <a:cubicBezTo>
                    <a:pt x="7562" y="1922"/>
                    <a:pt x="7720" y="2080"/>
                    <a:pt x="7940" y="2080"/>
                  </a:cubicBezTo>
                  <a:lnTo>
                    <a:pt x="8287" y="2080"/>
                  </a:lnTo>
                  <a:lnTo>
                    <a:pt x="8287" y="3592"/>
                  </a:lnTo>
                  <a:cubicBezTo>
                    <a:pt x="8444" y="3498"/>
                    <a:pt x="8602" y="3466"/>
                    <a:pt x="8791" y="3466"/>
                  </a:cubicBezTo>
                  <a:cubicBezTo>
                    <a:pt x="8885" y="3466"/>
                    <a:pt x="8917" y="3466"/>
                    <a:pt x="8948" y="3498"/>
                  </a:cubicBezTo>
                  <a:lnTo>
                    <a:pt x="8948" y="2080"/>
                  </a:lnTo>
                  <a:lnTo>
                    <a:pt x="9326" y="2080"/>
                  </a:lnTo>
                  <a:cubicBezTo>
                    <a:pt x="9515" y="2080"/>
                    <a:pt x="9673" y="1922"/>
                    <a:pt x="9673" y="1733"/>
                  </a:cubicBezTo>
                  <a:lnTo>
                    <a:pt x="9673" y="347"/>
                  </a:lnTo>
                  <a:cubicBezTo>
                    <a:pt x="9673" y="158"/>
                    <a:pt x="9515" y="1"/>
                    <a:pt x="9326" y="1"/>
                  </a:cubicBezTo>
                  <a:lnTo>
                    <a:pt x="7940" y="1"/>
                  </a:lnTo>
                  <a:cubicBezTo>
                    <a:pt x="7751" y="1"/>
                    <a:pt x="7562" y="158"/>
                    <a:pt x="7562" y="347"/>
                  </a:cubicBezTo>
                  <a:lnTo>
                    <a:pt x="7562" y="694"/>
                  </a:lnTo>
                  <a:lnTo>
                    <a:pt x="2112" y="694"/>
                  </a:lnTo>
                  <a:lnTo>
                    <a:pt x="2112" y="347"/>
                  </a:lnTo>
                  <a:cubicBezTo>
                    <a:pt x="2112" y="158"/>
                    <a:pt x="1954" y="1"/>
                    <a:pt x="173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219" name="Google Shape;10219;p74"/>
          <p:cNvGrpSpPr/>
          <p:nvPr/>
        </p:nvGrpSpPr>
        <p:grpSpPr>
          <a:xfrm>
            <a:off x="9788084" y="2871448"/>
            <a:ext cx="561081" cy="697152"/>
            <a:chOff x="-2310650" y="3525775"/>
            <a:chExt cx="292250" cy="363125"/>
          </a:xfrm>
        </p:grpSpPr>
        <p:sp>
          <p:nvSpPr>
            <p:cNvPr id="10220" name="Google Shape;10220;p74"/>
            <p:cNvSpPr/>
            <p:nvPr/>
          </p:nvSpPr>
          <p:spPr>
            <a:xfrm>
              <a:off x="-2053075" y="3648650"/>
              <a:ext cx="34675" cy="233950"/>
            </a:xfrm>
            <a:custGeom>
              <a:avLst/>
              <a:gdLst/>
              <a:ahLst/>
              <a:cxnLst/>
              <a:rect l="l" t="t" r="r" b="b"/>
              <a:pathLst>
                <a:path w="1387" h="9358" extrusionOk="0">
                  <a:moveTo>
                    <a:pt x="0" y="1"/>
                  </a:moveTo>
                  <a:lnTo>
                    <a:pt x="0" y="8286"/>
                  </a:lnTo>
                  <a:cubicBezTo>
                    <a:pt x="0" y="8664"/>
                    <a:pt x="158" y="9011"/>
                    <a:pt x="441" y="9263"/>
                  </a:cubicBezTo>
                  <a:cubicBezTo>
                    <a:pt x="504" y="9326"/>
                    <a:pt x="591" y="9358"/>
                    <a:pt x="677" y="9358"/>
                  </a:cubicBezTo>
                  <a:cubicBezTo>
                    <a:pt x="764" y="9358"/>
                    <a:pt x="851" y="9326"/>
                    <a:pt x="914" y="9263"/>
                  </a:cubicBezTo>
                  <a:cubicBezTo>
                    <a:pt x="1197" y="9011"/>
                    <a:pt x="1355" y="8664"/>
                    <a:pt x="1355" y="8286"/>
                  </a:cubicBezTo>
                  <a:lnTo>
                    <a:pt x="1355" y="347"/>
                  </a:lnTo>
                  <a:lnTo>
                    <a:pt x="1386" y="347"/>
                  </a:lnTo>
                  <a:cubicBezTo>
                    <a:pt x="1386" y="158"/>
                    <a:pt x="1229" y="1"/>
                    <a:pt x="104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21" name="Google Shape;10221;p74"/>
            <p:cNvSpPr/>
            <p:nvPr/>
          </p:nvSpPr>
          <p:spPr>
            <a:xfrm>
              <a:off x="-2259450" y="3751825"/>
              <a:ext cx="51225" cy="51225"/>
            </a:xfrm>
            <a:custGeom>
              <a:avLst/>
              <a:gdLst/>
              <a:ahLst/>
              <a:cxnLst/>
              <a:rect l="l" t="t" r="r" b="b"/>
              <a:pathLst>
                <a:path w="2049" h="2049" extrusionOk="0">
                  <a:moveTo>
                    <a:pt x="1" y="1"/>
                  </a:moveTo>
                  <a:lnTo>
                    <a:pt x="1" y="2049"/>
                  </a:lnTo>
                  <a:lnTo>
                    <a:pt x="2049" y="2049"/>
                  </a:lnTo>
                  <a:lnTo>
                    <a:pt x="204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22" name="Google Shape;10222;p74"/>
            <p:cNvSpPr/>
            <p:nvPr/>
          </p:nvSpPr>
          <p:spPr>
            <a:xfrm>
              <a:off x="-2259450" y="3649450"/>
              <a:ext cx="137075" cy="51200"/>
            </a:xfrm>
            <a:custGeom>
              <a:avLst/>
              <a:gdLst/>
              <a:ahLst/>
              <a:cxnLst/>
              <a:rect l="l" t="t" r="r" b="b"/>
              <a:pathLst>
                <a:path w="5483" h="2048" extrusionOk="0">
                  <a:moveTo>
                    <a:pt x="1" y="0"/>
                  </a:moveTo>
                  <a:lnTo>
                    <a:pt x="1" y="2048"/>
                  </a:lnTo>
                  <a:lnTo>
                    <a:pt x="5483" y="2048"/>
                  </a:lnTo>
                  <a:lnTo>
                    <a:pt x="5483"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23" name="Google Shape;10223;p74"/>
            <p:cNvSpPr/>
            <p:nvPr/>
          </p:nvSpPr>
          <p:spPr>
            <a:xfrm>
              <a:off x="-2310650" y="3525775"/>
              <a:ext cx="252075" cy="363125"/>
            </a:xfrm>
            <a:custGeom>
              <a:avLst/>
              <a:gdLst/>
              <a:ahLst/>
              <a:cxnLst/>
              <a:rect l="l" t="t" r="r" b="b"/>
              <a:pathLst>
                <a:path w="10083" h="14525" extrusionOk="0">
                  <a:moveTo>
                    <a:pt x="7814" y="4222"/>
                  </a:moveTo>
                  <a:cubicBezTo>
                    <a:pt x="8035" y="4222"/>
                    <a:pt x="8192" y="4380"/>
                    <a:pt x="8192" y="4569"/>
                  </a:cubicBezTo>
                  <a:lnTo>
                    <a:pt x="8192" y="7310"/>
                  </a:lnTo>
                  <a:cubicBezTo>
                    <a:pt x="8192" y="7530"/>
                    <a:pt x="8035" y="7657"/>
                    <a:pt x="7814" y="7657"/>
                  </a:cubicBezTo>
                  <a:lnTo>
                    <a:pt x="1671" y="7657"/>
                  </a:lnTo>
                  <a:cubicBezTo>
                    <a:pt x="1482" y="7657"/>
                    <a:pt x="1324" y="7530"/>
                    <a:pt x="1324" y="7310"/>
                  </a:cubicBezTo>
                  <a:lnTo>
                    <a:pt x="1324" y="4569"/>
                  </a:lnTo>
                  <a:cubicBezTo>
                    <a:pt x="1324" y="4380"/>
                    <a:pt x="1482" y="4222"/>
                    <a:pt x="1671" y="4222"/>
                  </a:cubicBezTo>
                  <a:close/>
                  <a:moveTo>
                    <a:pt x="7904" y="8380"/>
                  </a:moveTo>
                  <a:cubicBezTo>
                    <a:pt x="8287" y="8380"/>
                    <a:pt x="8278" y="9043"/>
                    <a:pt x="7877" y="9043"/>
                  </a:cubicBezTo>
                  <a:lnTo>
                    <a:pt x="5829" y="9043"/>
                  </a:lnTo>
                  <a:cubicBezTo>
                    <a:pt x="5388" y="9043"/>
                    <a:pt x="5357" y="8381"/>
                    <a:pt x="5829" y="8381"/>
                  </a:cubicBezTo>
                  <a:lnTo>
                    <a:pt x="7877" y="8381"/>
                  </a:lnTo>
                  <a:cubicBezTo>
                    <a:pt x="7886" y="8380"/>
                    <a:pt x="7895" y="8380"/>
                    <a:pt x="7904" y="8380"/>
                  </a:cubicBezTo>
                  <a:close/>
                  <a:moveTo>
                    <a:pt x="7904" y="9766"/>
                  </a:moveTo>
                  <a:cubicBezTo>
                    <a:pt x="8287" y="9766"/>
                    <a:pt x="8278" y="10429"/>
                    <a:pt x="7877" y="10429"/>
                  </a:cubicBezTo>
                  <a:lnTo>
                    <a:pt x="5829" y="10429"/>
                  </a:lnTo>
                  <a:cubicBezTo>
                    <a:pt x="5388" y="10429"/>
                    <a:pt x="5357" y="9767"/>
                    <a:pt x="5829" y="9767"/>
                  </a:cubicBezTo>
                  <a:lnTo>
                    <a:pt x="7877" y="9767"/>
                  </a:lnTo>
                  <a:cubicBezTo>
                    <a:pt x="7886" y="9767"/>
                    <a:pt x="7895" y="9766"/>
                    <a:pt x="7904" y="9766"/>
                  </a:cubicBezTo>
                  <a:close/>
                  <a:moveTo>
                    <a:pt x="7877" y="11091"/>
                  </a:moveTo>
                  <a:cubicBezTo>
                    <a:pt x="8287" y="11091"/>
                    <a:pt x="8287" y="11784"/>
                    <a:pt x="7877" y="11784"/>
                  </a:cubicBezTo>
                  <a:lnTo>
                    <a:pt x="5829" y="11784"/>
                  </a:lnTo>
                  <a:cubicBezTo>
                    <a:pt x="5388" y="11784"/>
                    <a:pt x="5357" y="11091"/>
                    <a:pt x="5829" y="11091"/>
                  </a:cubicBezTo>
                  <a:close/>
                  <a:moveTo>
                    <a:pt x="4475" y="8350"/>
                  </a:moveTo>
                  <a:cubicBezTo>
                    <a:pt x="4664" y="8350"/>
                    <a:pt x="4821" y="8507"/>
                    <a:pt x="4821" y="8696"/>
                  </a:cubicBezTo>
                  <a:lnTo>
                    <a:pt x="4821" y="11469"/>
                  </a:lnTo>
                  <a:cubicBezTo>
                    <a:pt x="4821" y="11658"/>
                    <a:pt x="4664" y="11815"/>
                    <a:pt x="4475" y="11815"/>
                  </a:cubicBezTo>
                  <a:lnTo>
                    <a:pt x="1734" y="11815"/>
                  </a:lnTo>
                  <a:cubicBezTo>
                    <a:pt x="1513" y="11815"/>
                    <a:pt x="1356" y="11658"/>
                    <a:pt x="1356" y="11469"/>
                  </a:cubicBezTo>
                  <a:lnTo>
                    <a:pt x="1356" y="8696"/>
                  </a:lnTo>
                  <a:cubicBezTo>
                    <a:pt x="1356" y="8507"/>
                    <a:pt x="1513" y="8350"/>
                    <a:pt x="1734" y="8350"/>
                  </a:cubicBezTo>
                  <a:close/>
                  <a:moveTo>
                    <a:pt x="7877" y="12508"/>
                  </a:moveTo>
                  <a:cubicBezTo>
                    <a:pt x="8287" y="12508"/>
                    <a:pt x="8287" y="13170"/>
                    <a:pt x="7877" y="13170"/>
                  </a:cubicBezTo>
                  <a:lnTo>
                    <a:pt x="1734" y="13170"/>
                  </a:lnTo>
                  <a:cubicBezTo>
                    <a:pt x="1293" y="13170"/>
                    <a:pt x="1261" y="12508"/>
                    <a:pt x="1734" y="12508"/>
                  </a:cubicBezTo>
                  <a:close/>
                  <a:moveTo>
                    <a:pt x="348" y="2868"/>
                  </a:moveTo>
                  <a:cubicBezTo>
                    <a:pt x="158" y="2868"/>
                    <a:pt x="1" y="3025"/>
                    <a:pt x="1" y="3214"/>
                  </a:cubicBezTo>
                  <a:lnTo>
                    <a:pt x="1" y="12823"/>
                  </a:lnTo>
                  <a:cubicBezTo>
                    <a:pt x="1" y="13768"/>
                    <a:pt x="726" y="14525"/>
                    <a:pt x="1702" y="14525"/>
                  </a:cubicBezTo>
                  <a:lnTo>
                    <a:pt x="10083" y="14525"/>
                  </a:lnTo>
                  <a:cubicBezTo>
                    <a:pt x="9767" y="14178"/>
                    <a:pt x="9515" y="13705"/>
                    <a:pt x="9515" y="13138"/>
                  </a:cubicBezTo>
                  <a:cubicBezTo>
                    <a:pt x="9547" y="1"/>
                    <a:pt x="9547" y="6333"/>
                    <a:pt x="9547" y="3214"/>
                  </a:cubicBezTo>
                  <a:cubicBezTo>
                    <a:pt x="9547" y="3025"/>
                    <a:pt x="9389" y="2868"/>
                    <a:pt x="9200" y="2868"/>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224" name="Google Shape;10224;p74"/>
          <p:cNvGrpSpPr/>
          <p:nvPr/>
        </p:nvGrpSpPr>
        <p:grpSpPr>
          <a:xfrm>
            <a:off x="9802437" y="3675768"/>
            <a:ext cx="564105" cy="559545"/>
            <a:chOff x="-2310650" y="3958175"/>
            <a:chExt cx="293825" cy="291450"/>
          </a:xfrm>
        </p:grpSpPr>
        <p:sp>
          <p:nvSpPr>
            <p:cNvPr id="10225" name="Google Shape;10225;p74"/>
            <p:cNvSpPr/>
            <p:nvPr/>
          </p:nvSpPr>
          <p:spPr>
            <a:xfrm>
              <a:off x="-2310650" y="3958175"/>
              <a:ext cx="185925" cy="118950"/>
            </a:xfrm>
            <a:custGeom>
              <a:avLst/>
              <a:gdLst/>
              <a:ahLst/>
              <a:cxnLst/>
              <a:rect l="l" t="t" r="r" b="b"/>
              <a:pathLst>
                <a:path w="7437" h="4758" extrusionOk="0">
                  <a:moveTo>
                    <a:pt x="1009" y="1"/>
                  </a:moveTo>
                  <a:cubicBezTo>
                    <a:pt x="474" y="1"/>
                    <a:pt x="1" y="474"/>
                    <a:pt x="1" y="1009"/>
                  </a:cubicBezTo>
                  <a:lnTo>
                    <a:pt x="1" y="2395"/>
                  </a:lnTo>
                  <a:cubicBezTo>
                    <a:pt x="1" y="2931"/>
                    <a:pt x="474" y="3372"/>
                    <a:pt x="1009" y="3372"/>
                  </a:cubicBezTo>
                  <a:lnTo>
                    <a:pt x="1356" y="3372"/>
                  </a:lnTo>
                  <a:lnTo>
                    <a:pt x="1356" y="4412"/>
                  </a:lnTo>
                  <a:cubicBezTo>
                    <a:pt x="1356" y="4618"/>
                    <a:pt x="1518" y="4757"/>
                    <a:pt x="1692" y="4757"/>
                  </a:cubicBezTo>
                  <a:cubicBezTo>
                    <a:pt x="1784" y="4757"/>
                    <a:pt x="1878" y="4719"/>
                    <a:pt x="1954" y="4632"/>
                  </a:cubicBezTo>
                  <a:lnTo>
                    <a:pt x="3214" y="3372"/>
                  </a:lnTo>
                  <a:lnTo>
                    <a:pt x="3403" y="3372"/>
                  </a:lnTo>
                  <a:lnTo>
                    <a:pt x="3403" y="2364"/>
                  </a:lnTo>
                  <a:cubicBezTo>
                    <a:pt x="3403" y="1419"/>
                    <a:pt x="4160" y="663"/>
                    <a:pt x="5105" y="663"/>
                  </a:cubicBezTo>
                  <a:lnTo>
                    <a:pt x="7436" y="663"/>
                  </a:lnTo>
                  <a:cubicBezTo>
                    <a:pt x="7279" y="253"/>
                    <a:pt x="6932" y="1"/>
                    <a:pt x="649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26" name="Google Shape;10226;p74"/>
            <p:cNvSpPr/>
            <p:nvPr/>
          </p:nvSpPr>
          <p:spPr>
            <a:xfrm>
              <a:off x="-2309075" y="3992050"/>
              <a:ext cx="292250" cy="257575"/>
            </a:xfrm>
            <a:custGeom>
              <a:avLst/>
              <a:gdLst/>
              <a:ahLst/>
              <a:cxnLst/>
              <a:rect l="l" t="t" r="r" b="b"/>
              <a:pathLst>
                <a:path w="11690" h="10303" extrusionOk="0">
                  <a:moveTo>
                    <a:pt x="5042" y="1"/>
                  </a:moveTo>
                  <a:cubicBezTo>
                    <a:pt x="4506" y="1"/>
                    <a:pt x="4034" y="473"/>
                    <a:pt x="4034" y="1040"/>
                  </a:cubicBezTo>
                  <a:lnTo>
                    <a:pt x="4034" y="2395"/>
                  </a:lnTo>
                  <a:cubicBezTo>
                    <a:pt x="4034" y="2962"/>
                    <a:pt x="4506" y="3435"/>
                    <a:pt x="5042" y="3435"/>
                  </a:cubicBezTo>
                  <a:lnTo>
                    <a:pt x="6964" y="3435"/>
                  </a:lnTo>
                  <a:lnTo>
                    <a:pt x="7814" y="4254"/>
                  </a:lnTo>
                  <a:cubicBezTo>
                    <a:pt x="7216" y="4537"/>
                    <a:pt x="6775" y="5136"/>
                    <a:pt x="6775" y="5829"/>
                  </a:cubicBezTo>
                  <a:cubicBezTo>
                    <a:pt x="6775" y="6270"/>
                    <a:pt x="6932" y="6680"/>
                    <a:pt x="7216" y="6932"/>
                  </a:cubicBezTo>
                  <a:cubicBezTo>
                    <a:pt x="6585" y="7089"/>
                    <a:pt x="6081" y="7499"/>
                    <a:pt x="5766" y="8034"/>
                  </a:cubicBezTo>
                  <a:cubicBezTo>
                    <a:pt x="5451" y="7499"/>
                    <a:pt x="4916" y="7089"/>
                    <a:pt x="4286" y="6932"/>
                  </a:cubicBezTo>
                  <a:cubicBezTo>
                    <a:pt x="4569" y="6617"/>
                    <a:pt x="4727" y="6270"/>
                    <a:pt x="4727" y="5829"/>
                  </a:cubicBezTo>
                  <a:cubicBezTo>
                    <a:pt x="4727" y="4884"/>
                    <a:pt x="3971" y="4159"/>
                    <a:pt x="3025" y="4159"/>
                  </a:cubicBezTo>
                  <a:cubicBezTo>
                    <a:pt x="2080" y="4159"/>
                    <a:pt x="1356" y="4884"/>
                    <a:pt x="1356" y="5829"/>
                  </a:cubicBezTo>
                  <a:cubicBezTo>
                    <a:pt x="1356" y="6270"/>
                    <a:pt x="1513" y="6680"/>
                    <a:pt x="1765" y="6932"/>
                  </a:cubicBezTo>
                  <a:cubicBezTo>
                    <a:pt x="757" y="7215"/>
                    <a:pt x="1" y="8129"/>
                    <a:pt x="1" y="9263"/>
                  </a:cubicBezTo>
                  <a:lnTo>
                    <a:pt x="1" y="9925"/>
                  </a:lnTo>
                  <a:cubicBezTo>
                    <a:pt x="1" y="10145"/>
                    <a:pt x="158" y="10303"/>
                    <a:pt x="348" y="10303"/>
                  </a:cubicBezTo>
                  <a:lnTo>
                    <a:pt x="11343" y="10303"/>
                  </a:lnTo>
                  <a:cubicBezTo>
                    <a:pt x="11532" y="10303"/>
                    <a:pt x="11689" y="10145"/>
                    <a:pt x="11689" y="9925"/>
                  </a:cubicBezTo>
                  <a:lnTo>
                    <a:pt x="11689" y="9263"/>
                  </a:lnTo>
                  <a:cubicBezTo>
                    <a:pt x="11689" y="8160"/>
                    <a:pt x="10965" y="7215"/>
                    <a:pt x="9925" y="6932"/>
                  </a:cubicBezTo>
                  <a:cubicBezTo>
                    <a:pt x="10209" y="6617"/>
                    <a:pt x="10366" y="6270"/>
                    <a:pt x="10366" y="5829"/>
                  </a:cubicBezTo>
                  <a:cubicBezTo>
                    <a:pt x="10366" y="5010"/>
                    <a:pt x="9767" y="4317"/>
                    <a:pt x="8980" y="4159"/>
                  </a:cubicBezTo>
                  <a:lnTo>
                    <a:pt x="8980" y="3435"/>
                  </a:lnTo>
                  <a:lnTo>
                    <a:pt x="10555" y="3435"/>
                  </a:lnTo>
                  <a:cubicBezTo>
                    <a:pt x="11122" y="3435"/>
                    <a:pt x="11595" y="2962"/>
                    <a:pt x="11595" y="2395"/>
                  </a:cubicBezTo>
                  <a:lnTo>
                    <a:pt x="11595" y="1040"/>
                  </a:lnTo>
                  <a:cubicBezTo>
                    <a:pt x="11595" y="473"/>
                    <a:pt x="11122" y="1"/>
                    <a:pt x="1055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227" name="Google Shape;10227;p74"/>
          <p:cNvGrpSpPr/>
          <p:nvPr/>
        </p:nvGrpSpPr>
        <p:grpSpPr>
          <a:xfrm>
            <a:off x="6291585" y="4411280"/>
            <a:ext cx="565545" cy="559545"/>
            <a:chOff x="-1182750" y="3962900"/>
            <a:chExt cx="294575" cy="291450"/>
          </a:xfrm>
        </p:grpSpPr>
        <p:sp>
          <p:nvSpPr>
            <p:cNvPr id="10228" name="Google Shape;10228;p74"/>
            <p:cNvSpPr/>
            <p:nvPr/>
          </p:nvSpPr>
          <p:spPr>
            <a:xfrm>
              <a:off x="-1078000" y="4030650"/>
              <a:ext cx="17350" cy="17350"/>
            </a:xfrm>
            <a:custGeom>
              <a:avLst/>
              <a:gdLst/>
              <a:ahLst/>
              <a:cxnLst/>
              <a:rect l="l" t="t" r="r" b="b"/>
              <a:pathLst>
                <a:path w="694" h="694" extrusionOk="0">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29" name="Google Shape;10229;p74"/>
            <p:cNvSpPr/>
            <p:nvPr/>
          </p:nvSpPr>
          <p:spPr>
            <a:xfrm>
              <a:off x="-1129200" y="409995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30" name="Google Shape;10230;p74"/>
            <p:cNvSpPr/>
            <p:nvPr/>
          </p:nvSpPr>
          <p:spPr>
            <a:xfrm>
              <a:off x="-1009475" y="4081850"/>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31" name="Google Shape;10231;p74"/>
            <p:cNvSpPr/>
            <p:nvPr/>
          </p:nvSpPr>
          <p:spPr>
            <a:xfrm>
              <a:off x="-1182750" y="4168475"/>
              <a:ext cx="292225" cy="34675"/>
            </a:xfrm>
            <a:custGeom>
              <a:avLst/>
              <a:gdLst/>
              <a:ahLst/>
              <a:cxnLst/>
              <a:rect l="l" t="t" r="r" b="b"/>
              <a:pathLst>
                <a:path w="11689" h="1387" extrusionOk="0">
                  <a:moveTo>
                    <a:pt x="0" y="1"/>
                  </a:moveTo>
                  <a:lnTo>
                    <a:pt x="0" y="347"/>
                  </a:lnTo>
                  <a:lnTo>
                    <a:pt x="63" y="347"/>
                  </a:lnTo>
                  <a:cubicBezTo>
                    <a:pt x="63" y="914"/>
                    <a:pt x="504" y="1387"/>
                    <a:pt x="1071" y="1387"/>
                  </a:cubicBezTo>
                  <a:lnTo>
                    <a:pt x="10680" y="1387"/>
                  </a:lnTo>
                  <a:cubicBezTo>
                    <a:pt x="11247" y="1387"/>
                    <a:pt x="11688" y="914"/>
                    <a:pt x="11688" y="347"/>
                  </a:cubicBezTo>
                  <a:lnTo>
                    <a:pt x="1168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32" name="Google Shape;10232;p74"/>
            <p:cNvSpPr/>
            <p:nvPr/>
          </p:nvSpPr>
          <p:spPr>
            <a:xfrm>
              <a:off x="-1117400" y="4220475"/>
              <a:ext cx="161500" cy="33875"/>
            </a:xfrm>
            <a:custGeom>
              <a:avLst/>
              <a:gdLst/>
              <a:ahLst/>
              <a:cxnLst/>
              <a:rect l="l" t="t" r="r" b="b"/>
              <a:pathLst>
                <a:path w="6460" h="1355" extrusionOk="0">
                  <a:moveTo>
                    <a:pt x="1513" y="0"/>
                  </a:moveTo>
                  <a:lnTo>
                    <a:pt x="1356" y="693"/>
                  </a:lnTo>
                  <a:lnTo>
                    <a:pt x="474" y="693"/>
                  </a:lnTo>
                  <a:cubicBezTo>
                    <a:pt x="32" y="693"/>
                    <a:pt x="1" y="1355"/>
                    <a:pt x="474" y="1355"/>
                  </a:cubicBezTo>
                  <a:lnTo>
                    <a:pt x="5924" y="1355"/>
                  </a:lnTo>
                  <a:cubicBezTo>
                    <a:pt x="6459" y="1355"/>
                    <a:pt x="6459" y="693"/>
                    <a:pt x="5987" y="693"/>
                  </a:cubicBezTo>
                  <a:lnTo>
                    <a:pt x="5073" y="693"/>
                  </a:lnTo>
                  <a:lnTo>
                    <a:pt x="4916"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33" name="Google Shape;10233;p74"/>
            <p:cNvSpPr/>
            <p:nvPr/>
          </p:nvSpPr>
          <p:spPr>
            <a:xfrm>
              <a:off x="-958300" y="40141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34" name="Google Shape;10234;p74"/>
            <p:cNvSpPr/>
            <p:nvPr/>
          </p:nvSpPr>
          <p:spPr>
            <a:xfrm>
              <a:off x="-1180400" y="3962900"/>
              <a:ext cx="292225" cy="188275"/>
            </a:xfrm>
            <a:custGeom>
              <a:avLst/>
              <a:gdLst/>
              <a:ahLst/>
              <a:cxnLst/>
              <a:rect l="l" t="t" r="r" b="b"/>
              <a:pathLst>
                <a:path w="11689" h="7531" extrusionOk="0">
                  <a:moveTo>
                    <a:pt x="9232" y="1324"/>
                  </a:moveTo>
                  <a:cubicBezTo>
                    <a:pt x="9799" y="1324"/>
                    <a:pt x="10271" y="1797"/>
                    <a:pt x="10271" y="2364"/>
                  </a:cubicBezTo>
                  <a:cubicBezTo>
                    <a:pt x="10271" y="2922"/>
                    <a:pt x="9822" y="3391"/>
                    <a:pt x="9247" y="3391"/>
                  </a:cubicBezTo>
                  <a:cubicBezTo>
                    <a:pt x="9140" y="3391"/>
                    <a:pt x="9029" y="3375"/>
                    <a:pt x="8916" y="3341"/>
                  </a:cubicBezTo>
                  <a:lnTo>
                    <a:pt x="8034" y="4538"/>
                  </a:lnTo>
                  <a:cubicBezTo>
                    <a:pt x="8507" y="5199"/>
                    <a:pt x="7971" y="6144"/>
                    <a:pt x="7152" y="6144"/>
                  </a:cubicBezTo>
                  <a:cubicBezTo>
                    <a:pt x="6491" y="6144"/>
                    <a:pt x="5987" y="5514"/>
                    <a:pt x="6176" y="4790"/>
                  </a:cubicBezTo>
                  <a:lnTo>
                    <a:pt x="4978" y="3908"/>
                  </a:lnTo>
                  <a:cubicBezTo>
                    <a:pt x="4839" y="4007"/>
                    <a:pt x="4661" y="4069"/>
                    <a:pt x="4470" y="4069"/>
                  </a:cubicBezTo>
                  <a:cubicBezTo>
                    <a:pt x="4359" y="4069"/>
                    <a:pt x="4243" y="4048"/>
                    <a:pt x="4128" y="4002"/>
                  </a:cubicBezTo>
                  <a:lnTo>
                    <a:pt x="3214" y="5199"/>
                  </a:lnTo>
                  <a:cubicBezTo>
                    <a:pt x="3340" y="5357"/>
                    <a:pt x="3372" y="5546"/>
                    <a:pt x="3372" y="5735"/>
                  </a:cubicBezTo>
                  <a:cubicBezTo>
                    <a:pt x="3372" y="6302"/>
                    <a:pt x="2899" y="6775"/>
                    <a:pt x="2363" y="6775"/>
                  </a:cubicBezTo>
                  <a:cubicBezTo>
                    <a:pt x="1796" y="6775"/>
                    <a:pt x="1324" y="6302"/>
                    <a:pt x="1324" y="5735"/>
                  </a:cubicBezTo>
                  <a:cubicBezTo>
                    <a:pt x="1324" y="5199"/>
                    <a:pt x="1796" y="4727"/>
                    <a:pt x="2363" y="4727"/>
                  </a:cubicBezTo>
                  <a:cubicBezTo>
                    <a:pt x="2489" y="4727"/>
                    <a:pt x="2552" y="4758"/>
                    <a:pt x="2678" y="4758"/>
                  </a:cubicBezTo>
                  <a:lnTo>
                    <a:pt x="3592" y="3593"/>
                  </a:lnTo>
                  <a:cubicBezTo>
                    <a:pt x="3120" y="2899"/>
                    <a:pt x="3624" y="1954"/>
                    <a:pt x="4443" y="1954"/>
                  </a:cubicBezTo>
                  <a:cubicBezTo>
                    <a:pt x="5104" y="1954"/>
                    <a:pt x="5640" y="2584"/>
                    <a:pt x="5419" y="3309"/>
                  </a:cubicBezTo>
                  <a:lnTo>
                    <a:pt x="6617" y="4223"/>
                  </a:lnTo>
                  <a:cubicBezTo>
                    <a:pt x="6766" y="4116"/>
                    <a:pt x="6959" y="4038"/>
                    <a:pt x="7165" y="4038"/>
                  </a:cubicBezTo>
                  <a:cubicBezTo>
                    <a:pt x="7264" y="4038"/>
                    <a:pt x="7365" y="4056"/>
                    <a:pt x="7467" y="4097"/>
                  </a:cubicBezTo>
                  <a:lnTo>
                    <a:pt x="8381" y="2899"/>
                  </a:lnTo>
                  <a:cubicBezTo>
                    <a:pt x="8255" y="2742"/>
                    <a:pt x="8223" y="2553"/>
                    <a:pt x="8223" y="2364"/>
                  </a:cubicBezTo>
                  <a:cubicBezTo>
                    <a:pt x="8223" y="1797"/>
                    <a:pt x="8696" y="1324"/>
                    <a:pt x="9232" y="1324"/>
                  </a:cubicBezTo>
                  <a:close/>
                  <a:moveTo>
                    <a:pt x="1009" y="1"/>
                  </a:moveTo>
                  <a:cubicBezTo>
                    <a:pt x="473" y="1"/>
                    <a:pt x="1" y="474"/>
                    <a:pt x="1" y="1009"/>
                  </a:cubicBezTo>
                  <a:lnTo>
                    <a:pt x="1" y="7531"/>
                  </a:lnTo>
                  <a:lnTo>
                    <a:pt x="11689" y="7531"/>
                  </a:lnTo>
                  <a:lnTo>
                    <a:pt x="11689" y="1009"/>
                  </a:lnTo>
                  <a:cubicBezTo>
                    <a:pt x="11657" y="411"/>
                    <a:pt x="11185" y="1"/>
                    <a:pt x="1061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235" name="Google Shape;10235;p74"/>
          <p:cNvGrpSpPr/>
          <p:nvPr/>
        </p:nvGrpSpPr>
        <p:grpSpPr>
          <a:xfrm>
            <a:off x="3295766" y="2252298"/>
            <a:ext cx="565593" cy="559545"/>
            <a:chOff x="-5611575" y="3272950"/>
            <a:chExt cx="294600" cy="291450"/>
          </a:xfrm>
        </p:grpSpPr>
        <p:sp>
          <p:nvSpPr>
            <p:cNvPr id="10236" name="Google Shape;10236;p74"/>
            <p:cNvSpPr/>
            <p:nvPr/>
          </p:nvSpPr>
          <p:spPr>
            <a:xfrm>
              <a:off x="-5594250" y="3273750"/>
              <a:ext cx="85875" cy="84300"/>
            </a:xfrm>
            <a:custGeom>
              <a:avLst/>
              <a:gdLst/>
              <a:ahLst/>
              <a:cxnLst/>
              <a:rect l="l" t="t" r="r" b="b"/>
              <a:pathLst>
                <a:path w="3435" h="3372" extrusionOk="0">
                  <a:moveTo>
                    <a:pt x="1734" y="0"/>
                  </a:moveTo>
                  <a:cubicBezTo>
                    <a:pt x="788" y="0"/>
                    <a:pt x="32" y="756"/>
                    <a:pt x="32" y="1702"/>
                  </a:cubicBezTo>
                  <a:cubicBezTo>
                    <a:pt x="1" y="2678"/>
                    <a:pt x="820" y="3371"/>
                    <a:pt x="1702" y="3371"/>
                  </a:cubicBezTo>
                  <a:cubicBezTo>
                    <a:pt x="2269" y="3371"/>
                    <a:pt x="2899" y="3025"/>
                    <a:pt x="3214" y="2426"/>
                  </a:cubicBezTo>
                  <a:cubicBezTo>
                    <a:pt x="3340" y="2206"/>
                    <a:pt x="3435" y="1922"/>
                    <a:pt x="3435" y="1702"/>
                  </a:cubicBezTo>
                  <a:cubicBezTo>
                    <a:pt x="3435" y="756"/>
                    <a:pt x="2679" y="0"/>
                    <a:pt x="173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37" name="Google Shape;10237;p74"/>
            <p:cNvSpPr/>
            <p:nvPr/>
          </p:nvSpPr>
          <p:spPr>
            <a:xfrm>
              <a:off x="-5457200" y="3324950"/>
              <a:ext cx="67775" cy="67750"/>
            </a:xfrm>
            <a:custGeom>
              <a:avLst/>
              <a:gdLst/>
              <a:ahLst/>
              <a:cxnLst/>
              <a:rect l="l" t="t" r="r" b="b"/>
              <a:pathLst>
                <a:path w="2711" h="2710" extrusionOk="0">
                  <a:moveTo>
                    <a:pt x="1009" y="0"/>
                  </a:moveTo>
                  <a:cubicBezTo>
                    <a:pt x="410" y="158"/>
                    <a:pt x="1" y="662"/>
                    <a:pt x="1" y="1323"/>
                  </a:cubicBezTo>
                  <a:cubicBezTo>
                    <a:pt x="1" y="2079"/>
                    <a:pt x="631" y="2710"/>
                    <a:pt x="1355" y="2710"/>
                  </a:cubicBezTo>
                  <a:cubicBezTo>
                    <a:pt x="1985" y="2710"/>
                    <a:pt x="2553" y="2268"/>
                    <a:pt x="2710" y="1701"/>
                  </a:cubicBezTo>
                  <a:lnTo>
                    <a:pt x="1355" y="1701"/>
                  </a:lnTo>
                  <a:cubicBezTo>
                    <a:pt x="1166" y="1701"/>
                    <a:pt x="1009" y="1544"/>
                    <a:pt x="1009" y="1323"/>
                  </a:cubicBezTo>
                  <a:lnTo>
                    <a:pt x="1009"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38" name="Google Shape;10238;p74"/>
            <p:cNvSpPr/>
            <p:nvPr/>
          </p:nvSpPr>
          <p:spPr>
            <a:xfrm>
              <a:off x="-5415450" y="3325725"/>
              <a:ext cx="25225" cy="24450"/>
            </a:xfrm>
            <a:custGeom>
              <a:avLst/>
              <a:gdLst/>
              <a:ahLst/>
              <a:cxnLst/>
              <a:rect l="l" t="t" r="r" b="b"/>
              <a:pathLst>
                <a:path w="1009" h="978" extrusionOk="0">
                  <a:moveTo>
                    <a:pt x="0" y="1"/>
                  </a:moveTo>
                  <a:lnTo>
                    <a:pt x="0" y="977"/>
                  </a:lnTo>
                  <a:lnTo>
                    <a:pt x="1009" y="977"/>
                  </a:lnTo>
                  <a:cubicBezTo>
                    <a:pt x="883" y="473"/>
                    <a:pt x="473" y="127"/>
                    <a:pt x="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39" name="Google Shape;10239;p74"/>
            <p:cNvSpPr/>
            <p:nvPr/>
          </p:nvSpPr>
          <p:spPr>
            <a:xfrm>
              <a:off x="-5611575" y="3359600"/>
              <a:ext cx="118950" cy="204800"/>
            </a:xfrm>
            <a:custGeom>
              <a:avLst/>
              <a:gdLst/>
              <a:ahLst/>
              <a:cxnLst/>
              <a:rect l="l" t="t" r="r" b="b"/>
              <a:pathLst>
                <a:path w="4758" h="8192" extrusionOk="0">
                  <a:moveTo>
                    <a:pt x="694" y="0"/>
                  </a:moveTo>
                  <a:cubicBezTo>
                    <a:pt x="253" y="410"/>
                    <a:pt x="1" y="1008"/>
                    <a:pt x="1" y="1670"/>
                  </a:cubicBezTo>
                  <a:lnTo>
                    <a:pt x="1" y="3718"/>
                  </a:lnTo>
                  <a:cubicBezTo>
                    <a:pt x="1" y="4159"/>
                    <a:pt x="253" y="4569"/>
                    <a:pt x="662" y="4726"/>
                  </a:cubicBezTo>
                  <a:lnTo>
                    <a:pt x="662" y="7152"/>
                  </a:lnTo>
                  <a:cubicBezTo>
                    <a:pt x="662" y="7687"/>
                    <a:pt x="1135" y="8192"/>
                    <a:pt x="1670" y="8192"/>
                  </a:cubicBezTo>
                  <a:lnTo>
                    <a:pt x="3057" y="8192"/>
                  </a:lnTo>
                  <a:cubicBezTo>
                    <a:pt x="3624" y="8192"/>
                    <a:pt x="4096" y="7719"/>
                    <a:pt x="4096" y="7152"/>
                  </a:cubicBezTo>
                  <a:lnTo>
                    <a:pt x="4096" y="4726"/>
                  </a:lnTo>
                  <a:cubicBezTo>
                    <a:pt x="4474" y="4569"/>
                    <a:pt x="4758" y="4190"/>
                    <a:pt x="4758" y="3718"/>
                  </a:cubicBezTo>
                  <a:lnTo>
                    <a:pt x="4758" y="1670"/>
                  </a:lnTo>
                  <a:cubicBezTo>
                    <a:pt x="4758" y="1008"/>
                    <a:pt x="4474" y="410"/>
                    <a:pt x="4033" y="0"/>
                  </a:cubicBezTo>
                  <a:cubicBezTo>
                    <a:pt x="3718" y="347"/>
                    <a:pt x="3246" y="567"/>
                    <a:pt x="2742" y="662"/>
                  </a:cubicBezTo>
                  <a:lnTo>
                    <a:pt x="2742" y="2395"/>
                  </a:lnTo>
                  <a:cubicBezTo>
                    <a:pt x="2742" y="2584"/>
                    <a:pt x="2584" y="2741"/>
                    <a:pt x="2395" y="2741"/>
                  </a:cubicBezTo>
                  <a:cubicBezTo>
                    <a:pt x="2175" y="2741"/>
                    <a:pt x="2017" y="2584"/>
                    <a:pt x="2017" y="2395"/>
                  </a:cubicBezTo>
                  <a:lnTo>
                    <a:pt x="2017" y="662"/>
                  </a:lnTo>
                  <a:cubicBezTo>
                    <a:pt x="1513" y="567"/>
                    <a:pt x="1040" y="347"/>
                    <a:pt x="69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40" name="Google Shape;10240;p74"/>
            <p:cNvSpPr/>
            <p:nvPr/>
          </p:nvSpPr>
          <p:spPr>
            <a:xfrm>
              <a:off x="-5510750" y="3272950"/>
              <a:ext cx="193775" cy="187475"/>
            </a:xfrm>
            <a:custGeom>
              <a:avLst/>
              <a:gdLst/>
              <a:ahLst/>
              <a:cxnLst/>
              <a:rect l="l" t="t" r="r" b="b"/>
              <a:pathLst>
                <a:path w="7751" h="7499" extrusionOk="0">
                  <a:moveTo>
                    <a:pt x="3497" y="1355"/>
                  </a:moveTo>
                  <a:cubicBezTo>
                    <a:pt x="4663" y="1355"/>
                    <a:pt x="5577" y="2269"/>
                    <a:pt x="5577" y="3403"/>
                  </a:cubicBezTo>
                  <a:cubicBezTo>
                    <a:pt x="5577" y="4569"/>
                    <a:pt x="4600" y="5451"/>
                    <a:pt x="3497" y="5451"/>
                  </a:cubicBezTo>
                  <a:cubicBezTo>
                    <a:pt x="2363" y="5451"/>
                    <a:pt x="1450" y="4569"/>
                    <a:pt x="1450" y="3403"/>
                  </a:cubicBezTo>
                  <a:cubicBezTo>
                    <a:pt x="1450" y="2269"/>
                    <a:pt x="2363" y="1355"/>
                    <a:pt x="3497" y="1355"/>
                  </a:cubicBezTo>
                  <a:close/>
                  <a:moveTo>
                    <a:pt x="0" y="1"/>
                  </a:moveTo>
                  <a:cubicBezTo>
                    <a:pt x="441" y="410"/>
                    <a:pt x="725" y="1009"/>
                    <a:pt x="725" y="1671"/>
                  </a:cubicBezTo>
                  <a:cubicBezTo>
                    <a:pt x="725" y="2112"/>
                    <a:pt x="599" y="2521"/>
                    <a:pt x="410" y="2868"/>
                  </a:cubicBezTo>
                  <a:cubicBezTo>
                    <a:pt x="1040" y="3403"/>
                    <a:pt x="1387" y="4191"/>
                    <a:pt x="1387" y="5105"/>
                  </a:cubicBezTo>
                  <a:lnTo>
                    <a:pt x="1387" y="7152"/>
                  </a:lnTo>
                  <a:cubicBezTo>
                    <a:pt x="1387" y="7278"/>
                    <a:pt x="1387" y="7404"/>
                    <a:pt x="1355" y="7499"/>
                  </a:cubicBezTo>
                  <a:lnTo>
                    <a:pt x="5829" y="7499"/>
                  </a:lnTo>
                  <a:cubicBezTo>
                    <a:pt x="6396" y="7499"/>
                    <a:pt x="6900" y="7026"/>
                    <a:pt x="6900" y="6491"/>
                  </a:cubicBezTo>
                  <a:lnTo>
                    <a:pt x="6900" y="694"/>
                  </a:lnTo>
                  <a:lnTo>
                    <a:pt x="7246" y="694"/>
                  </a:lnTo>
                  <a:cubicBezTo>
                    <a:pt x="7751" y="694"/>
                    <a:pt x="7751" y="1"/>
                    <a:pt x="727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241" name="Google Shape;10241;p74"/>
          <p:cNvGrpSpPr/>
          <p:nvPr/>
        </p:nvGrpSpPr>
        <p:grpSpPr>
          <a:xfrm>
            <a:off x="3295766" y="2941028"/>
            <a:ext cx="565593" cy="558009"/>
            <a:chOff x="-5613150" y="3632900"/>
            <a:chExt cx="294600" cy="290650"/>
          </a:xfrm>
        </p:grpSpPr>
        <p:sp>
          <p:nvSpPr>
            <p:cNvPr id="10242" name="Google Shape;10242;p74"/>
            <p:cNvSpPr/>
            <p:nvPr/>
          </p:nvSpPr>
          <p:spPr>
            <a:xfrm>
              <a:off x="-5440825" y="3708275"/>
              <a:ext cx="49550" cy="41450"/>
            </a:xfrm>
            <a:custGeom>
              <a:avLst/>
              <a:gdLst/>
              <a:ahLst/>
              <a:cxnLst/>
              <a:rect l="l" t="t" r="r" b="b"/>
              <a:pathLst>
                <a:path w="1982" h="1658" extrusionOk="0">
                  <a:moveTo>
                    <a:pt x="522" y="1"/>
                  </a:moveTo>
                  <a:cubicBezTo>
                    <a:pt x="249" y="1"/>
                    <a:pt x="1" y="335"/>
                    <a:pt x="291" y="577"/>
                  </a:cubicBezTo>
                  <a:lnTo>
                    <a:pt x="1267" y="1554"/>
                  </a:lnTo>
                  <a:cubicBezTo>
                    <a:pt x="1341" y="1627"/>
                    <a:pt x="1422" y="1658"/>
                    <a:pt x="1501" y="1658"/>
                  </a:cubicBezTo>
                  <a:cubicBezTo>
                    <a:pt x="1760" y="1658"/>
                    <a:pt x="1982" y="1323"/>
                    <a:pt x="1740" y="1081"/>
                  </a:cubicBezTo>
                  <a:lnTo>
                    <a:pt x="763" y="104"/>
                  </a:lnTo>
                  <a:cubicBezTo>
                    <a:pt x="690" y="31"/>
                    <a:pt x="605" y="1"/>
                    <a:pt x="52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43" name="Google Shape;10243;p74"/>
            <p:cNvSpPr/>
            <p:nvPr/>
          </p:nvSpPr>
          <p:spPr>
            <a:xfrm>
              <a:off x="-5613150" y="3632900"/>
              <a:ext cx="294600" cy="290650"/>
            </a:xfrm>
            <a:custGeom>
              <a:avLst/>
              <a:gdLst/>
              <a:ahLst/>
              <a:cxnLst/>
              <a:rect l="l" t="t" r="r" b="b"/>
              <a:pathLst>
                <a:path w="11784" h="11626" extrusionOk="0">
                  <a:moveTo>
                    <a:pt x="7444" y="2281"/>
                  </a:moveTo>
                  <a:cubicBezTo>
                    <a:pt x="7676" y="2281"/>
                    <a:pt x="7915" y="2370"/>
                    <a:pt x="8129" y="2584"/>
                  </a:cubicBezTo>
                  <a:lnTo>
                    <a:pt x="9106" y="3592"/>
                  </a:lnTo>
                  <a:cubicBezTo>
                    <a:pt x="9736" y="4254"/>
                    <a:pt x="9263" y="5356"/>
                    <a:pt x="8349" y="5356"/>
                  </a:cubicBezTo>
                  <a:cubicBezTo>
                    <a:pt x="8066" y="5356"/>
                    <a:pt x="7814" y="5230"/>
                    <a:pt x="7656" y="5041"/>
                  </a:cubicBezTo>
                  <a:lnTo>
                    <a:pt x="6648" y="4065"/>
                  </a:lnTo>
                  <a:cubicBezTo>
                    <a:pt x="5941" y="3333"/>
                    <a:pt x="6649" y="2281"/>
                    <a:pt x="7444" y="2281"/>
                  </a:cubicBezTo>
                  <a:close/>
                  <a:moveTo>
                    <a:pt x="5495" y="3992"/>
                  </a:moveTo>
                  <a:cubicBezTo>
                    <a:pt x="5754" y="3992"/>
                    <a:pt x="5976" y="4327"/>
                    <a:pt x="5735" y="4569"/>
                  </a:cubicBezTo>
                  <a:lnTo>
                    <a:pt x="5262" y="5041"/>
                  </a:lnTo>
                  <a:cubicBezTo>
                    <a:pt x="4978" y="5325"/>
                    <a:pt x="5262" y="5514"/>
                    <a:pt x="5483" y="5734"/>
                  </a:cubicBezTo>
                  <a:lnTo>
                    <a:pt x="6207" y="5041"/>
                  </a:lnTo>
                  <a:cubicBezTo>
                    <a:pt x="6280" y="4968"/>
                    <a:pt x="6362" y="4937"/>
                    <a:pt x="6440" y="4937"/>
                  </a:cubicBezTo>
                  <a:cubicBezTo>
                    <a:pt x="6699" y="4937"/>
                    <a:pt x="6922" y="5272"/>
                    <a:pt x="6680" y="5514"/>
                  </a:cubicBezTo>
                  <a:lnTo>
                    <a:pt x="5955" y="6207"/>
                  </a:lnTo>
                  <a:cubicBezTo>
                    <a:pt x="6132" y="6384"/>
                    <a:pt x="6294" y="6577"/>
                    <a:pt x="6462" y="6577"/>
                  </a:cubicBezTo>
                  <a:cubicBezTo>
                    <a:pt x="6533" y="6577"/>
                    <a:pt x="6605" y="6543"/>
                    <a:pt x="6680" y="6459"/>
                  </a:cubicBezTo>
                  <a:lnTo>
                    <a:pt x="7152" y="5986"/>
                  </a:lnTo>
                  <a:cubicBezTo>
                    <a:pt x="7213" y="5926"/>
                    <a:pt x="7285" y="5900"/>
                    <a:pt x="7358" y="5900"/>
                  </a:cubicBezTo>
                  <a:cubicBezTo>
                    <a:pt x="7626" y="5900"/>
                    <a:pt x="7904" y="6250"/>
                    <a:pt x="7656" y="6522"/>
                  </a:cubicBezTo>
                  <a:lnTo>
                    <a:pt x="7184" y="6995"/>
                  </a:lnTo>
                  <a:cubicBezTo>
                    <a:pt x="6963" y="7215"/>
                    <a:pt x="6743" y="7310"/>
                    <a:pt x="6459" y="7310"/>
                  </a:cubicBezTo>
                  <a:cubicBezTo>
                    <a:pt x="6176" y="7310"/>
                    <a:pt x="5924" y="7215"/>
                    <a:pt x="5766" y="6995"/>
                  </a:cubicBezTo>
                  <a:lnTo>
                    <a:pt x="4789" y="6018"/>
                  </a:lnTo>
                  <a:cubicBezTo>
                    <a:pt x="4380" y="5640"/>
                    <a:pt x="4380" y="4947"/>
                    <a:pt x="4789" y="4569"/>
                  </a:cubicBezTo>
                  <a:lnTo>
                    <a:pt x="5262" y="4096"/>
                  </a:lnTo>
                  <a:cubicBezTo>
                    <a:pt x="5335" y="4023"/>
                    <a:pt x="5417" y="3992"/>
                    <a:pt x="5495" y="3992"/>
                  </a:cubicBezTo>
                  <a:close/>
                  <a:moveTo>
                    <a:pt x="3510" y="5977"/>
                  </a:moveTo>
                  <a:cubicBezTo>
                    <a:pt x="3769" y="5977"/>
                    <a:pt x="3992" y="6312"/>
                    <a:pt x="3750" y="6553"/>
                  </a:cubicBezTo>
                  <a:lnTo>
                    <a:pt x="3277" y="7026"/>
                  </a:lnTo>
                  <a:cubicBezTo>
                    <a:pt x="3035" y="7268"/>
                    <a:pt x="3258" y="7603"/>
                    <a:pt x="3516" y="7603"/>
                  </a:cubicBezTo>
                  <a:cubicBezTo>
                    <a:pt x="3595" y="7603"/>
                    <a:pt x="3677" y="7572"/>
                    <a:pt x="3750" y="7499"/>
                  </a:cubicBezTo>
                  <a:cubicBezTo>
                    <a:pt x="3976" y="7273"/>
                    <a:pt x="4227" y="7178"/>
                    <a:pt x="4467" y="7178"/>
                  </a:cubicBezTo>
                  <a:cubicBezTo>
                    <a:pt x="5267" y="7178"/>
                    <a:pt x="5950" y="8221"/>
                    <a:pt x="5199" y="8948"/>
                  </a:cubicBezTo>
                  <a:lnTo>
                    <a:pt x="4726" y="9420"/>
                  </a:lnTo>
                  <a:cubicBezTo>
                    <a:pt x="4653" y="9494"/>
                    <a:pt x="4571" y="9524"/>
                    <a:pt x="4493" y="9524"/>
                  </a:cubicBezTo>
                  <a:cubicBezTo>
                    <a:pt x="4234" y="9524"/>
                    <a:pt x="4012" y="9190"/>
                    <a:pt x="4254" y="8948"/>
                  </a:cubicBezTo>
                  <a:lnTo>
                    <a:pt x="4726" y="8475"/>
                  </a:lnTo>
                  <a:cubicBezTo>
                    <a:pt x="4968" y="8233"/>
                    <a:pt x="4746" y="7899"/>
                    <a:pt x="4487" y="7899"/>
                  </a:cubicBezTo>
                  <a:cubicBezTo>
                    <a:pt x="4409" y="7899"/>
                    <a:pt x="4327" y="7929"/>
                    <a:pt x="4254" y="8003"/>
                  </a:cubicBezTo>
                  <a:cubicBezTo>
                    <a:pt x="4035" y="8222"/>
                    <a:pt x="3787" y="8314"/>
                    <a:pt x="3547" y="8314"/>
                  </a:cubicBezTo>
                  <a:cubicBezTo>
                    <a:pt x="2754" y="8314"/>
                    <a:pt x="2054" y="7304"/>
                    <a:pt x="2805" y="6553"/>
                  </a:cubicBezTo>
                  <a:lnTo>
                    <a:pt x="3277" y="6081"/>
                  </a:lnTo>
                  <a:cubicBezTo>
                    <a:pt x="3350" y="6008"/>
                    <a:pt x="3432" y="5977"/>
                    <a:pt x="3510" y="5977"/>
                  </a:cubicBezTo>
                  <a:close/>
                  <a:moveTo>
                    <a:pt x="11390" y="0"/>
                  </a:moveTo>
                  <a:cubicBezTo>
                    <a:pt x="11303" y="0"/>
                    <a:pt x="11216" y="32"/>
                    <a:pt x="11153" y="95"/>
                  </a:cubicBezTo>
                  <a:lnTo>
                    <a:pt x="10208" y="1009"/>
                  </a:lnTo>
                  <a:cubicBezTo>
                    <a:pt x="9893" y="820"/>
                    <a:pt x="9547" y="757"/>
                    <a:pt x="9169" y="757"/>
                  </a:cubicBezTo>
                  <a:lnTo>
                    <a:pt x="6396" y="914"/>
                  </a:lnTo>
                  <a:cubicBezTo>
                    <a:pt x="5798" y="946"/>
                    <a:pt x="5230" y="1166"/>
                    <a:pt x="4821" y="1607"/>
                  </a:cubicBezTo>
                  <a:lnTo>
                    <a:pt x="410" y="6018"/>
                  </a:lnTo>
                  <a:cubicBezTo>
                    <a:pt x="1" y="6427"/>
                    <a:pt x="1" y="7089"/>
                    <a:pt x="410" y="7467"/>
                  </a:cubicBezTo>
                  <a:lnTo>
                    <a:pt x="4254" y="11342"/>
                  </a:lnTo>
                  <a:cubicBezTo>
                    <a:pt x="4459" y="11531"/>
                    <a:pt x="4726" y="11626"/>
                    <a:pt x="4990" y="11626"/>
                  </a:cubicBezTo>
                  <a:cubicBezTo>
                    <a:pt x="5254" y="11626"/>
                    <a:pt x="5514" y="11531"/>
                    <a:pt x="5703" y="11342"/>
                  </a:cubicBezTo>
                  <a:cubicBezTo>
                    <a:pt x="9704" y="7373"/>
                    <a:pt x="8854" y="8192"/>
                    <a:pt x="9956" y="7058"/>
                  </a:cubicBezTo>
                  <a:cubicBezTo>
                    <a:pt x="10492" y="6616"/>
                    <a:pt x="10807" y="5986"/>
                    <a:pt x="10838" y="5325"/>
                  </a:cubicBezTo>
                  <a:lnTo>
                    <a:pt x="10996" y="2521"/>
                  </a:lnTo>
                  <a:cubicBezTo>
                    <a:pt x="10996" y="2174"/>
                    <a:pt x="10901" y="1765"/>
                    <a:pt x="10712" y="1481"/>
                  </a:cubicBezTo>
                  <a:lnTo>
                    <a:pt x="11689" y="568"/>
                  </a:lnTo>
                  <a:cubicBezTo>
                    <a:pt x="11784" y="442"/>
                    <a:pt x="11784" y="190"/>
                    <a:pt x="11626" y="95"/>
                  </a:cubicBezTo>
                  <a:cubicBezTo>
                    <a:pt x="11563" y="32"/>
                    <a:pt x="11476" y="0"/>
                    <a:pt x="1139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244" name="Google Shape;10244;p74"/>
          <p:cNvGrpSpPr/>
          <p:nvPr/>
        </p:nvGrpSpPr>
        <p:grpSpPr>
          <a:xfrm>
            <a:off x="3311630" y="3675028"/>
            <a:ext cx="565593" cy="561033"/>
            <a:chOff x="-5613150" y="3991275"/>
            <a:chExt cx="294600" cy="292225"/>
          </a:xfrm>
        </p:grpSpPr>
        <p:sp>
          <p:nvSpPr>
            <p:cNvPr id="10245" name="Google Shape;10245;p74"/>
            <p:cNvSpPr/>
            <p:nvPr/>
          </p:nvSpPr>
          <p:spPr>
            <a:xfrm>
              <a:off x="-5480050" y="4046400"/>
              <a:ext cx="27600" cy="14200"/>
            </a:xfrm>
            <a:custGeom>
              <a:avLst/>
              <a:gdLst/>
              <a:ahLst/>
              <a:cxnLst/>
              <a:rect l="l" t="t" r="r" b="b"/>
              <a:pathLst>
                <a:path w="1104" h="568" extrusionOk="0">
                  <a:moveTo>
                    <a:pt x="537" y="1"/>
                  </a:moveTo>
                  <a:lnTo>
                    <a:pt x="1" y="568"/>
                  </a:lnTo>
                  <a:lnTo>
                    <a:pt x="1104" y="568"/>
                  </a:lnTo>
                  <a:lnTo>
                    <a:pt x="53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46" name="Google Shape;10246;p74"/>
            <p:cNvSpPr/>
            <p:nvPr/>
          </p:nvSpPr>
          <p:spPr>
            <a:xfrm>
              <a:off x="-5531225" y="4042450"/>
              <a:ext cx="44125" cy="18150"/>
            </a:xfrm>
            <a:custGeom>
              <a:avLst/>
              <a:gdLst/>
              <a:ahLst/>
              <a:cxnLst/>
              <a:rect l="l" t="t" r="r" b="b"/>
              <a:pathLst>
                <a:path w="1765" h="726" extrusionOk="0">
                  <a:moveTo>
                    <a:pt x="693" y="1"/>
                  </a:moveTo>
                  <a:lnTo>
                    <a:pt x="0" y="726"/>
                  </a:lnTo>
                  <a:lnTo>
                    <a:pt x="1103" y="726"/>
                  </a:lnTo>
                  <a:lnTo>
                    <a:pt x="176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47" name="Google Shape;10247;p74"/>
            <p:cNvSpPr/>
            <p:nvPr/>
          </p:nvSpPr>
          <p:spPr>
            <a:xfrm>
              <a:off x="-5443025" y="4077125"/>
              <a:ext cx="41775" cy="40975"/>
            </a:xfrm>
            <a:custGeom>
              <a:avLst/>
              <a:gdLst/>
              <a:ahLst/>
              <a:cxnLst/>
              <a:rect l="l" t="t" r="r" b="b"/>
              <a:pathLst>
                <a:path w="1671" h="1639" extrusionOk="0">
                  <a:moveTo>
                    <a:pt x="694" y="0"/>
                  </a:moveTo>
                  <a:lnTo>
                    <a:pt x="1" y="1638"/>
                  </a:lnTo>
                  <a:lnTo>
                    <a:pt x="1" y="1638"/>
                  </a:lnTo>
                  <a:lnTo>
                    <a:pt x="1670"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48" name="Google Shape;10248;p74"/>
            <p:cNvSpPr/>
            <p:nvPr/>
          </p:nvSpPr>
          <p:spPr>
            <a:xfrm>
              <a:off x="-5487925" y="4077125"/>
              <a:ext cx="43350" cy="54375"/>
            </a:xfrm>
            <a:custGeom>
              <a:avLst/>
              <a:gdLst/>
              <a:ahLst/>
              <a:cxnLst/>
              <a:rect l="l" t="t" r="r" b="b"/>
              <a:pathLst>
                <a:path w="1734" h="2175" extrusionOk="0">
                  <a:moveTo>
                    <a:pt x="1" y="0"/>
                  </a:moveTo>
                  <a:lnTo>
                    <a:pt x="852" y="2174"/>
                  </a:lnTo>
                  <a:lnTo>
                    <a:pt x="173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49" name="Google Shape;10249;p74"/>
            <p:cNvSpPr/>
            <p:nvPr/>
          </p:nvSpPr>
          <p:spPr>
            <a:xfrm>
              <a:off x="-5445375" y="4042450"/>
              <a:ext cx="44125" cy="18150"/>
            </a:xfrm>
            <a:custGeom>
              <a:avLst/>
              <a:gdLst/>
              <a:ahLst/>
              <a:cxnLst/>
              <a:rect l="l" t="t" r="r" b="b"/>
              <a:pathLst>
                <a:path w="1765" h="726" extrusionOk="0">
                  <a:moveTo>
                    <a:pt x="0" y="1"/>
                  </a:moveTo>
                  <a:lnTo>
                    <a:pt x="693" y="726"/>
                  </a:lnTo>
                  <a:lnTo>
                    <a:pt x="1764" y="726"/>
                  </a:lnTo>
                  <a:lnTo>
                    <a:pt x="110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50" name="Google Shape;10250;p74"/>
            <p:cNvSpPr/>
            <p:nvPr/>
          </p:nvSpPr>
          <p:spPr>
            <a:xfrm>
              <a:off x="-5531225" y="4077125"/>
              <a:ext cx="41750" cy="40975"/>
            </a:xfrm>
            <a:custGeom>
              <a:avLst/>
              <a:gdLst/>
              <a:ahLst/>
              <a:cxnLst/>
              <a:rect l="l" t="t" r="r" b="b"/>
              <a:pathLst>
                <a:path w="1670" h="1639" extrusionOk="0">
                  <a:moveTo>
                    <a:pt x="0" y="0"/>
                  </a:moveTo>
                  <a:lnTo>
                    <a:pt x="1670" y="1638"/>
                  </a:lnTo>
                  <a:lnTo>
                    <a:pt x="97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51" name="Google Shape;10251;p74"/>
            <p:cNvSpPr/>
            <p:nvPr/>
          </p:nvSpPr>
          <p:spPr>
            <a:xfrm>
              <a:off x="-5613150" y="4198400"/>
              <a:ext cx="292225" cy="33900"/>
            </a:xfrm>
            <a:custGeom>
              <a:avLst/>
              <a:gdLst/>
              <a:ahLst/>
              <a:cxnLst/>
              <a:rect l="l" t="t" r="r" b="b"/>
              <a:pathLst>
                <a:path w="11689" h="1356" extrusionOk="0">
                  <a:moveTo>
                    <a:pt x="1" y="1"/>
                  </a:moveTo>
                  <a:lnTo>
                    <a:pt x="1" y="347"/>
                  </a:lnTo>
                  <a:lnTo>
                    <a:pt x="32" y="347"/>
                  </a:lnTo>
                  <a:cubicBezTo>
                    <a:pt x="32" y="883"/>
                    <a:pt x="505" y="1356"/>
                    <a:pt x="1072" y="1356"/>
                  </a:cubicBezTo>
                  <a:lnTo>
                    <a:pt x="10681" y="1356"/>
                  </a:lnTo>
                  <a:cubicBezTo>
                    <a:pt x="11216" y="1356"/>
                    <a:pt x="11689" y="883"/>
                    <a:pt x="11689" y="347"/>
                  </a:cubicBezTo>
                  <a:lnTo>
                    <a:pt x="1168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52" name="Google Shape;10252;p74"/>
            <p:cNvSpPr/>
            <p:nvPr/>
          </p:nvSpPr>
          <p:spPr>
            <a:xfrm>
              <a:off x="-5610775" y="3991275"/>
              <a:ext cx="292225" cy="189050"/>
            </a:xfrm>
            <a:custGeom>
              <a:avLst/>
              <a:gdLst/>
              <a:ahLst/>
              <a:cxnLst/>
              <a:rect l="l" t="t" r="r" b="b"/>
              <a:pathLst>
                <a:path w="11689" h="7562" extrusionOk="0">
                  <a:moveTo>
                    <a:pt x="7813" y="1386"/>
                  </a:moveTo>
                  <a:cubicBezTo>
                    <a:pt x="7908" y="1386"/>
                    <a:pt x="8034" y="1418"/>
                    <a:pt x="8065" y="1512"/>
                  </a:cubicBezTo>
                  <a:cubicBezTo>
                    <a:pt x="8128" y="1575"/>
                    <a:pt x="9483" y="2867"/>
                    <a:pt x="9515" y="2993"/>
                  </a:cubicBezTo>
                  <a:cubicBezTo>
                    <a:pt x="9578" y="3088"/>
                    <a:pt x="9578" y="3214"/>
                    <a:pt x="9452" y="3340"/>
                  </a:cubicBezTo>
                  <a:lnTo>
                    <a:pt x="6018" y="6774"/>
                  </a:lnTo>
                  <a:cubicBezTo>
                    <a:pt x="5943" y="6848"/>
                    <a:pt x="5862" y="6880"/>
                    <a:pt x="5783" y="6880"/>
                  </a:cubicBezTo>
                  <a:cubicBezTo>
                    <a:pt x="5696" y="6880"/>
                    <a:pt x="5612" y="6840"/>
                    <a:pt x="5545" y="6774"/>
                  </a:cubicBezTo>
                  <a:lnTo>
                    <a:pt x="2111" y="3340"/>
                  </a:lnTo>
                  <a:cubicBezTo>
                    <a:pt x="2001" y="3230"/>
                    <a:pt x="1987" y="2976"/>
                    <a:pt x="2027" y="2976"/>
                  </a:cubicBezTo>
                  <a:cubicBezTo>
                    <a:pt x="2033" y="2976"/>
                    <a:pt x="2040" y="2981"/>
                    <a:pt x="2048" y="2993"/>
                  </a:cubicBezTo>
                  <a:cubicBezTo>
                    <a:pt x="2048" y="2962"/>
                    <a:pt x="2079" y="2930"/>
                    <a:pt x="2111" y="2867"/>
                  </a:cubicBezTo>
                  <a:lnTo>
                    <a:pt x="3497" y="1512"/>
                  </a:lnTo>
                  <a:cubicBezTo>
                    <a:pt x="3560" y="1418"/>
                    <a:pt x="3655" y="1386"/>
                    <a:pt x="3718" y="1386"/>
                  </a:cubicBezTo>
                  <a:close/>
                  <a:moveTo>
                    <a:pt x="1008" y="0"/>
                  </a:moveTo>
                  <a:cubicBezTo>
                    <a:pt x="473" y="0"/>
                    <a:pt x="0" y="473"/>
                    <a:pt x="0" y="1040"/>
                  </a:cubicBezTo>
                  <a:lnTo>
                    <a:pt x="0" y="7561"/>
                  </a:lnTo>
                  <a:lnTo>
                    <a:pt x="11689" y="7561"/>
                  </a:lnTo>
                  <a:lnTo>
                    <a:pt x="11689" y="1040"/>
                  </a:lnTo>
                  <a:cubicBezTo>
                    <a:pt x="11657" y="473"/>
                    <a:pt x="11184" y="0"/>
                    <a:pt x="1061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53" name="Google Shape;10253;p74"/>
            <p:cNvSpPr/>
            <p:nvPr/>
          </p:nvSpPr>
          <p:spPr>
            <a:xfrm>
              <a:off x="-5546975" y="4250400"/>
              <a:ext cx="160700" cy="33100"/>
            </a:xfrm>
            <a:custGeom>
              <a:avLst/>
              <a:gdLst/>
              <a:ahLst/>
              <a:cxnLst/>
              <a:rect l="l" t="t" r="r" b="b"/>
              <a:pathLst>
                <a:path w="6428" h="1324" extrusionOk="0">
                  <a:moveTo>
                    <a:pt x="1544" y="0"/>
                  </a:moveTo>
                  <a:lnTo>
                    <a:pt x="1386" y="662"/>
                  </a:lnTo>
                  <a:lnTo>
                    <a:pt x="473" y="662"/>
                  </a:lnTo>
                  <a:cubicBezTo>
                    <a:pt x="32" y="662"/>
                    <a:pt x="0" y="1323"/>
                    <a:pt x="473" y="1323"/>
                  </a:cubicBezTo>
                  <a:lnTo>
                    <a:pt x="5955" y="1323"/>
                  </a:lnTo>
                  <a:cubicBezTo>
                    <a:pt x="6427" y="1323"/>
                    <a:pt x="6427" y="662"/>
                    <a:pt x="5986" y="662"/>
                  </a:cubicBezTo>
                  <a:lnTo>
                    <a:pt x="5072" y="662"/>
                  </a:lnTo>
                  <a:lnTo>
                    <a:pt x="491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254" name="Google Shape;10254;p74"/>
          <p:cNvGrpSpPr/>
          <p:nvPr/>
        </p:nvGrpSpPr>
        <p:grpSpPr>
          <a:xfrm>
            <a:off x="6873613" y="2252585"/>
            <a:ext cx="579512" cy="558969"/>
            <a:chOff x="-3768700" y="3253275"/>
            <a:chExt cx="301850" cy="291150"/>
          </a:xfrm>
        </p:grpSpPr>
        <p:sp>
          <p:nvSpPr>
            <p:cNvPr id="10255" name="Google Shape;10255;p74"/>
            <p:cNvSpPr/>
            <p:nvPr/>
          </p:nvSpPr>
          <p:spPr>
            <a:xfrm>
              <a:off x="-3603925" y="3355650"/>
              <a:ext cx="69350" cy="33900"/>
            </a:xfrm>
            <a:custGeom>
              <a:avLst/>
              <a:gdLst/>
              <a:ahLst/>
              <a:cxnLst/>
              <a:rect l="l" t="t" r="r" b="b"/>
              <a:pathLst>
                <a:path w="2774" h="1356" extrusionOk="0">
                  <a:moveTo>
                    <a:pt x="1040" y="1"/>
                  </a:moveTo>
                  <a:cubicBezTo>
                    <a:pt x="505" y="1"/>
                    <a:pt x="1" y="473"/>
                    <a:pt x="1" y="1009"/>
                  </a:cubicBezTo>
                  <a:lnTo>
                    <a:pt x="1" y="1356"/>
                  </a:lnTo>
                  <a:lnTo>
                    <a:pt x="2773" y="1356"/>
                  </a:lnTo>
                  <a:lnTo>
                    <a:pt x="2773" y="1009"/>
                  </a:lnTo>
                  <a:cubicBezTo>
                    <a:pt x="2742" y="473"/>
                    <a:pt x="2269" y="1"/>
                    <a:pt x="170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56" name="Google Shape;10256;p74"/>
            <p:cNvSpPr/>
            <p:nvPr/>
          </p:nvSpPr>
          <p:spPr>
            <a:xfrm>
              <a:off x="-3586600" y="3305250"/>
              <a:ext cx="33125" cy="33100"/>
            </a:xfrm>
            <a:custGeom>
              <a:avLst/>
              <a:gdLst/>
              <a:ahLst/>
              <a:cxnLst/>
              <a:rect l="l" t="t" r="r" b="b"/>
              <a:pathLst>
                <a:path w="1325" h="1324" extrusionOk="0">
                  <a:moveTo>
                    <a:pt x="663" y="0"/>
                  </a:moveTo>
                  <a:cubicBezTo>
                    <a:pt x="253" y="0"/>
                    <a:pt x="1" y="316"/>
                    <a:pt x="1" y="662"/>
                  </a:cubicBezTo>
                  <a:cubicBezTo>
                    <a:pt x="1" y="1009"/>
                    <a:pt x="316" y="1324"/>
                    <a:pt x="663" y="1324"/>
                  </a:cubicBezTo>
                  <a:cubicBezTo>
                    <a:pt x="1041" y="1324"/>
                    <a:pt x="1324" y="1009"/>
                    <a:pt x="1324" y="662"/>
                  </a:cubicBezTo>
                  <a:cubicBezTo>
                    <a:pt x="1324" y="284"/>
                    <a:pt x="1009" y="0"/>
                    <a:pt x="66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57" name="Google Shape;10257;p74"/>
            <p:cNvSpPr/>
            <p:nvPr/>
          </p:nvSpPr>
          <p:spPr>
            <a:xfrm>
              <a:off x="-3768700" y="3253275"/>
              <a:ext cx="301850" cy="291150"/>
            </a:xfrm>
            <a:custGeom>
              <a:avLst/>
              <a:gdLst/>
              <a:ahLst/>
              <a:cxnLst/>
              <a:rect l="l" t="t" r="r" b="b"/>
              <a:pathLst>
                <a:path w="12074" h="11646" extrusionOk="0">
                  <a:moveTo>
                    <a:pt x="7947" y="1323"/>
                  </a:moveTo>
                  <a:cubicBezTo>
                    <a:pt x="8703" y="1323"/>
                    <a:pt x="9333" y="1953"/>
                    <a:pt x="9333" y="2710"/>
                  </a:cubicBezTo>
                  <a:cubicBezTo>
                    <a:pt x="9333" y="3025"/>
                    <a:pt x="9207" y="3340"/>
                    <a:pt x="9018" y="3560"/>
                  </a:cubicBezTo>
                  <a:cubicBezTo>
                    <a:pt x="9585" y="3844"/>
                    <a:pt x="9994" y="4442"/>
                    <a:pt x="9994" y="5104"/>
                  </a:cubicBezTo>
                  <a:lnTo>
                    <a:pt x="9994" y="5766"/>
                  </a:lnTo>
                  <a:lnTo>
                    <a:pt x="10026" y="5766"/>
                  </a:lnTo>
                  <a:cubicBezTo>
                    <a:pt x="10026" y="5955"/>
                    <a:pt x="9868" y="6112"/>
                    <a:pt x="9679" y="6112"/>
                  </a:cubicBezTo>
                  <a:lnTo>
                    <a:pt x="6245" y="6112"/>
                  </a:lnTo>
                  <a:cubicBezTo>
                    <a:pt x="6056" y="6112"/>
                    <a:pt x="5899" y="5955"/>
                    <a:pt x="5899" y="5766"/>
                  </a:cubicBezTo>
                  <a:lnTo>
                    <a:pt x="5899" y="5104"/>
                  </a:lnTo>
                  <a:cubicBezTo>
                    <a:pt x="5899" y="4442"/>
                    <a:pt x="6308" y="3844"/>
                    <a:pt x="6875" y="3560"/>
                  </a:cubicBezTo>
                  <a:cubicBezTo>
                    <a:pt x="6686" y="3340"/>
                    <a:pt x="6560" y="3056"/>
                    <a:pt x="6560" y="2710"/>
                  </a:cubicBezTo>
                  <a:cubicBezTo>
                    <a:pt x="6560" y="1953"/>
                    <a:pt x="7190" y="1323"/>
                    <a:pt x="7947" y="1323"/>
                  </a:cubicBezTo>
                  <a:close/>
                  <a:moveTo>
                    <a:pt x="7947" y="0"/>
                  </a:moveTo>
                  <a:cubicBezTo>
                    <a:pt x="5647" y="0"/>
                    <a:pt x="3851" y="1827"/>
                    <a:pt x="3851" y="4096"/>
                  </a:cubicBezTo>
                  <a:cubicBezTo>
                    <a:pt x="3851" y="5104"/>
                    <a:pt x="4197" y="6018"/>
                    <a:pt x="4828" y="6711"/>
                  </a:cubicBezTo>
                  <a:lnTo>
                    <a:pt x="4134" y="7435"/>
                  </a:lnTo>
                  <a:cubicBezTo>
                    <a:pt x="3981" y="7364"/>
                    <a:pt x="3823" y="7329"/>
                    <a:pt x="3669" y="7329"/>
                  </a:cubicBezTo>
                  <a:cubicBezTo>
                    <a:pt x="3412" y="7329"/>
                    <a:pt x="3166" y="7427"/>
                    <a:pt x="2969" y="7624"/>
                  </a:cubicBezTo>
                  <a:lnTo>
                    <a:pt x="732" y="9861"/>
                  </a:lnTo>
                  <a:cubicBezTo>
                    <a:pt x="0" y="10593"/>
                    <a:pt x="722" y="11645"/>
                    <a:pt x="1509" y="11645"/>
                  </a:cubicBezTo>
                  <a:cubicBezTo>
                    <a:pt x="1739" y="11645"/>
                    <a:pt x="1975" y="11555"/>
                    <a:pt x="2181" y="11342"/>
                  </a:cubicBezTo>
                  <a:lnTo>
                    <a:pt x="4449" y="9074"/>
                  </a:lnTo>
                  <a:cubicBezTo>
                    <a:pt x="4765" y="8759"/>
                    <a:pt x="4796" y="8286"/>
                    <a:pt x="4638" y="7939"/>
                  </a:cubicBezTo>
                  <a:lnTo>
                    <a:pt x="5332" y="7246"/>
                  </a:lnTo>
                  <a:cubicBezTo>
                    <a:pt x="6056" y="7813"/>
                    <a:pt x="7001" y="8223"/>
                    <a:pt x="7978" y="8223"/>
                  </a:cubicBezTo>
                  <a:cubicBezTo>
                    <a:pt x="10278" y="8223"/>
                    <a:pt x="12074" y="6364"/>
                    <a:pt x="12074" y="4127"/>
                  </a:cubicBezTo>
                  <a:cubicBezTo>
                    <a:pt x="12074" y="1796"/>
                    <a:pt x="10215" y="0"/>
                    <a:pt x="79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258" name="Google Shape;10258;p74"/>
          <p:cNvGrpSpPr/>
          <p:nvPr/>
        </p:nvGrpSpPr>
        <p:grpSpPr>
          <a:xfrm>
            <a:off x="6879057" y="2956121"/>
            <a:ext cx="568616" cy="527820"/>
            <a:chOff x="-3808700" y="3628950"/>
            <a:chExt cx="296175" cy="274925"/>
          </a:xfrm>
        </p:grpSpPr>
        <p:sp>
          <p:nvSpPr>
            <p:cNvPr id="10259" name="Google Shape;10259;p74"/>
            <p:cNvSpPr/>
            <p:nvPr/>
          </p:nvSpPr>
          <p:spPr>
            <a:xfrm>
              <a:off x="-3665972" y="3680950"/>
              <a:ext cx="51200" cy="51225"/>
            </a:xfrm>
            <a:custGeom>
              <a:avLst/>
              <a:gdLst/>
              <a:ahLst/>
              <a:cxnLst/>
              <a:rect l="l" t="t" r="r" b="b"/>
              <a:pathLst>
                <a:path w="2048" h="2049" extrusionOk="0">
                  <a:moveTo>
                    <a:pt x="1008" y="0"/>
                  </a:moveTo>
                  <a:cubicBezTo>
                    <a:pt x="441" y="0"/>
                    <a:pt x="0" y="473"/>
                    <a:pt x="0" y="1040"/>
                  </a:cubicBezTo>
                  <a:cubicBezTo>
                    <a:pt x="0" y="1607"/>
                    <a:pt x="441" y="2048"/>
                    <a:pt x="1008" y="2048"/>
                  </a:cubicBezTo>
                  <a:cubicBezTo>
                    <a:pt x="1575" y="2048"/>
                    <a:pt x="2048" y="1607"/>
                    <a:pt x="2048" y="1040"/>
                  </a:cubicBezTo>
                  <a:cubicBezTo>
                    <a:pt x="2048" y="473"/>
                    <a:pt x="1575" y="0"/>
                    <a:pt x="100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60" name="Google Shape;10260;p74"/>
            <p:cNvSpPr/>
            <p:nvPr/>
          </p:nvSpPr>
          <p:spPr>
            <a:xfrm>
              <a:off x="-3808700" y="3664400"/>
              <a:ext cx="296175" cy="239475"/>
            </a:xfrm>
            <a:custGeom>
              <a:avLst/>
              <a:gdLst/>
              <a:ahLst/>
              <a:cxnLst/>
              <a:rect l="l" t="t" r="r" b="b"/>
              <a:pathLst>
                <a:path w="11847" h="9579" extrusionOk="0">
                  <a:moveTo>
                    <a:pt x="3970" y="8223"/>
                  </a:moveTo>
                  <a:cubicBezTo>
                    <a:pt x="4159" y="8223"/>
                    <a:pt x="4316" y="8381"/>
                    <a:pt x="4316" y="8570"/>
                  </a:cubicBezTo>
                  <a:cubicBezTo>
                    <a:pt x="4316" y="8791"/>
                    <a:pt x="4159" y="8948"/>
                    <a:pt x="3970" y="8948"/>
                  </a:cubicBezTo>
                  <a:cubicBezTo>
                    <a:pt x="3781" y="8948"/>
                    <a:pt x="3623" y="8791"/>
                    <a:pt x="3623" y="8570"/>
                  </a:cubicBezTo>
                  <a:cubicBezTo>
                    <a:pt x="3623" y="8349"/>
                    <a:pt x="3781" y="8223"/>
                    <a:pt x="3970" y="8223"/>
                  </a:cubicBezTo>
                  <a:close/>
                  <a:moveTo>
                    <a:pt x="8727" y="8223"/>
                  </a:moveTo>
                  <a:cubicBezTo>
                    <a:pt x="8916" y="8223"/>
                    <a:pt x="9074" y="8381"/>
                    <a:pt x="9074" y="8570"/>
                  </a:cubicBezTo>
                  <a:cubicBezTo>
                    <a:pt x="9074" y="8791"/>
                    <a:pt x="8916" y="8948"/>
                    <a:pt x="8727" y="8948"/>
                  </a:cubicBezTo>
                  <a:cubicBezTo>
                    <a:pt x="8538" y="8948"/>
                    <a:pt x="8381" y="8791"/>
                    <a:pt x="8381" y="8570"/>
                  </a:cubicBezTo>
                  <a:cubicBezTo>
                    <a:pt x="8412" y="8349"/>
                    <a:pt x="8538" y="8223"/>
                    <a:pt x="8727" y="8223"/>
                  </a:cubicBezTo>
                  <a:close/>
                  <a:moveTo>
                    <a:pt x="473" y="1"/>
                  </a:moveTo>
                  <a:cubicBezTo>
                    <a:pt x="32" y="1"/>
                    <a:pt x="0" y="662"/>
                    <a:pt x="473" y="662"/>
                  </a:cubicBezTo>
                  <a:lnTo>
                    <a:pt x="819" y="662"/>
                  </a:lnTo>
                  <a:cubicBezTo>
                    <a:pt x="977" y="662"/>
                    <a:pt x="1134" y="788"/>
                    <a:pt x="1166" y="946"/>
                  </a:cubicBezTo>
                  <a:lnTo>
                    <a:pt x="2143" y="6428"/>
                  </a:lnTo>
                  <a:cubicBezTo>
                    <a:pt x="1481" y="7058"/>
                    <a:pt x="1922" y="8192"/>
                    <a:pt x="2867" y="8192"/>
                  </a:cubicBezTo>
                  <a:lnTo>
                    <a:pt x="2930" y="8192"/>
                  </a:lnTo>
                  <a:cubicBezTo>
                    <a:pt x="2899" y="8318"/>
                    <a:pt x="2867" y="8412"/>
                    <a:pt x="2867" y="8538"/>
                  </a:cubicBezTo>
                  <a:cubicBezTo>
                    <a:pt x="2867" y="9106"/>
                    <a:pt x="3340" y="9578"/>
                    <a:pt x="3875" y="9578"/>
                  </a:cubicBezTo>
                  <a:cubicBezTo>
                    <a:pt x="4442" y="9578"/>
                    <a:pt x="4915" y="9106"/>
                    <a:pt x="4915" y="8538"/>
                  </a:cubicBezTo>
                  <a:cubicBezTo>
                    <a:pt x="4915" y="8412"/>
                    <a:pt x="4884" y="8318"/>
                    <a:pt x="4821" y="8192"/>
                  </a:cubicBezTo>
                  <a:lnTo>
                    <a:pt x="7719" y="8192"/>
                  </a:lnTo>
                  <a:cubicBezTo>
                    <a:pt x="7656" y="8318"/>
                    <a:pt x="7624" y="8412"/>
                    <a:pt x="7624" y="8538"/>
                  </a:cubicBezTo>
                  <a:cubicBezTo>
                    <a:pt x="7624" y="9106"/>
                    <a:pt x="8097" y="9578"/>
                    <a:pt x="8664" y="9578"/>
                  </a:cubicBezTo>
                  <a:cubicBezTo>
                    <a:pt x="9200" y="9578"/>
                    <a:pt x="9672" y="9106"/>
                    <a:pt x="9672" y="8538"/>
                  </a:cubicBezTo>
                  <a:cubicBezTo>
                    <a:pt x="9672" y="8412"/>
                    <a:pt x="9641" y="8318"/>
                    <a:pt x="9609" y="8192"/>
                  </a:cubicBezTo>
                  <a:lnTo>
                    <a:pt x="9987" y="8192"/>
                  </a:lnTo>
                  <a:cubicBezTo>
                    <a:pt x="10176" y="8192"/>
                    <a:pt x="10334" y="8034"/>
                    <a:pt x="10334" y="7845"/>
                  </a:cubicBezTo>
                  <a:cubicBezTo>
                    <a:pt x="10334" y="7625"/>
                    <a:pt x="10176" y="7467"/>
                    <a:pt x="9987" y="7467"/>
                  </a:cubicBezTo>
                  <a:lnTo>
                    <a:pt x="2773" y="7467"/>
                  </a:lnTo>
                  <a:cubicBezTo>
                    <a:pt x="2759" y="7470"/>
                    <a:pt x="2746" y="7471"/>
                    <a:pt x="2733" y="7471"/>
                  </a:cubicBezTo>
                  <a:cubicBezTo>
                    <a:pt x="2459" y="7471"/>
                    <a:pt x="2477" y="6837"/>
                    <a:pt x="2899" y="6837"/>
                  </a:cubicBezTo>
                  <a:lnTo>
                    <a:pt x="10145" y="6837"/>
                  </a:lnTo>
                  <a:cubicBezTo>
                    <a:pt x="10302" y="6837"/>
                    <a:pt x="10428" y="6774"/>
                    <a:pt x="10460" y="6617"/>
                  </a:cubicBezTo>
                  <a:lnTo>
                    <a:pt x="11815" y="2553"/>
                  </a:lnTo>
                  <a:cubicBezTo>
                    <a:pt x="11846" y="2427"/>
                    <a:pt x="11815" y="2332"/>
                    <a:pt x="11752" y="2238"/>
                  </a:cubicBezTo>
                  <a:cubicBezTo>
                    <a:pt x="11657" y="2080"/>
                    <a:pt x="11500" y="2048"/>
                    <a:pt x="10775" y="2048"/>
                  </a:cubicBezTo>
                  <a:lnTo>
                    <a:pt x="10491" y="2048"/>
                  </a:lnTo>
                  <a:lnTo>
                    <a:pt x="10491" y="2395"/>
                  </a:lnTo>
                  <a:cubicBezTo>
                    <a:pt x="10491" y="2584"/>
                    <a:pt x="10334" y="2742"/>
                    <a:pt x="10145" y="2742"/>
                  </a:cubicBezTo>
                  <a:lnTo>
                    <a:pt x="9641" y="2742"/>
                  </a:lnTo>
                  <a:cubicBezTo>
                    <a:pt x="9609" y="2868"/>
                    <a:pt x="9546" y="2962"/>
                    <a:pt x="9515" y="3057"/>
                  </a:cubicBezTo>
                  <a:lnTo>
                    <a:pt x="9861" y="3435"/>
                  </a:lnTo>
                  <a:cubicBezTo>
                    <a:pt x="9987" y="3529"/>
                    <a:pt x="9987" y="3781"/>
                    <a:pt x="9861" y="3907"/>
                  </a:cubicBezTo>
                  <a:lnTo>
                    <a:pt x="8885" y="4884"/>
                  </a:lnTo>
                  <a:cubicBezTo>
                    <a:pt x="8822" y="4947"/>
                    <a:pt x="8735" y="4978"/>
                    <a:pt x="8648" y="4978"/>
                  </a:cubicBezTo>
                  <a:cubicBezTo>
                    <a:pt x="8562" y="4978"/>
                    <a:pt x="8475" y="4947"/>
                    <a:pt x="8412" y="4884"/>
                  </a:cubicBezTo>
                  <a:lnTo>
                    <a:pt x="8066" y="4537"/>
                  </a:lnTo>
                  <a:cubicBezTo>
                    <a:pt x="7971" y="4569"/>
                    <a:pt x="7877" y="4600"/>
                    <a:pt x="7751" y="4632"/>
                  </a:cubicBezTo>
                  <a:lnTo>
                    <a:pt x="7751" y="5167"/>
                  </a:lnTo>
                  <a:cubicBezTo>
                    <a:pt x="7751" y="5356"/>
                    <a:pt x="7593" y="5514"/>
                    <a:pt x="7404" y="5514"/>
                  </a:cubicBezTo>
                  <a:lnTo>
                    <a:pt x="5986" y="5514"/>
                  </a:lnTo>
                  <a:cubicBezTo>
                    <a:pt x="5766" y="5514"/>
                    <a:pt x="5608" y="5356"/>
                    <a:pt x="5608" y="5167"/>
                  </a:cubicBezTo>
                  <a:lnTo>
                    <a:pt x="5608" y="4632"/>
                  </a:lnTo>
                  <a:cubicBezTo>
                    <a:pt x="5514" y="4600"/>
                    <a:pt x="5419" y="4569"/>
                    <a:pt x="5293" y="4537"/>
                  </a:cubicBezTo>
                  <a:lnTo>
                    <a:pt x="4947" y="4884"/>
                  </a:lnTo>
                  <a:cubicBezTo>
                    <a:pt x="4884" y="4947"/>
                    <a:pt x="4797" y="4978"/>
                    <a:pt x="4710" y="4978"/>
                  </a:cubicBezTo>
                  <a:cubicBezTo>
                    <a:pt x="4624" y="4978"/>
                    <a:pt x="4537" y="4947"/>
                    <a:pt x="4474" y="4884"/>
                  </a:cubicBezTo>
                  <a:lnTo>
                    <a:pt x="3497" y="3907"/>
                  </a:lnTo>
                  <a:cubicBezTo>
                    <a:pt x="3371" y="3781"/>
                    <a:pt x="3371" y="3529"/>
                    <a:pt x="3497" y="3435"/>
                  </a:cubicBezTo>
                  <a:lnTo>
                    <a:pt x="3844" y="3057"/>
                  </a:lnTo>
                  <a:cubicBezTo>
                    <a:pt x="3812" y="2994"/>
                    <a:pt x="3781" y="2868"/>
                    <a:pt x="3718" y="2742"/>
                  </a:cubicBezTo>
                  <a:lnTo>
                    <a:pt x="3214" y="2742"/>
                  </a:lnTo>
                  <a:cubicBezTo>
                    <a:pt x="3025" y="2742"/>
                    <a:pt x="2867" y="2584"/>
                    <a:pt x="2867" y="2395"/>
                  </a:cubicBezTo>
                  <a:lnTo>
                    <a:pt x="2867" y="2048"/>
                  </a:lnTo>
                  <a:lnTo>
                    <a:pt x="2080" y="2048"/>
                  </a:lnTo>
                  <a:lnTo>
                    <a:pt x="1828" y="820"/>
                  </a:lnTo>
                  <a:cubicBezTo>
                    <a:pt x="1765" y="347"/>
                    <a:pt x="1324" y="1"/>
                    <a:pt x="81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61" name="Google Shape;10261;p74"/>
            <p:cNvSpPr/>
            <p:nvPr/>
          </p:nvSpPr>
          <p:spPr>
            <a:xfrm>
              <a:off x="-3718359" y="3628950"/>
              <a:ext cx="155975" cy="156775"/>
            </a:xfrm>
            <a:custGeom>
              <a:avLst/>
              <a:gdLst/>
              <a:ahLst/>
              <a:cxnLst/>
              <a:rect l="l" t="t" r="r" b="b"/>
              <a:pathLst>
                <a:path w="6239" h="6271" extrusionOk="0">
                  <a:moveTo>
                    <a:pt x="3056" y="1419"/>
                  </a:moveTo>
                  <a:cubicBezTo>
                    <a:pt x="4001" y="1419"/>
                    <a:pt x="4758" y="2175"/>
                    <a:pt x="4758" y="3120"/>
                  </a:cubicBezTo>
                  <a:cubicBezTo>
                    <a:pt x="4758" y="4065"/>
                    <a:pt x="4001" y="4821"/>
                    <a:pt x="3056" y="4821"/>
                  </a:cubicBezTo>
                  <a:cubicBezTo>
                    <a:pt x="2111" y="4821"/>
                    <a:pt x="1355" y="4065"/>
                    <a:pt x="1355" y="3120"/>
                  </a:cubicBezTo>
                  <a:cubicBezTo>
                    <a:pt x="1355" y="2175"/>
                    <a:pt x="2111" y="1419"/>
                    <a:pt x="3056" y="1419"/>
                  </a:cubicBezTo>
                  <a:close/>
                  <a:moveTo>
                    <a:pt x="2773" y="1"/>
                  </a:moveTo>
                  <a:lnTo>
                    <a:pt x="2773" y="442"/>
                  </a:lnTo>
                  <a:cubicBezTo>
                    <a:pt x="2773" y="600"/>
                    <a:pt x="2678" y="726"/>
                    <a:pt x="2521" y="757"/>
                  </a:cubicBezTo>
                  <a:cubicBezTo>
                    <a:pt x="2300" y="789"/>
                    <a:pt x="2080" y="915"/>
                    <a:pt x="1891" y="1041"/>
                  </a:cubicBezTo>
                  <a:cubicBezTo>
                    <a:pt x="1846" y="1063"/>
                    <a:pt x="1793" y="1073"/>
                    <a:pt x="1739" y="1073"/>
                  </a:cubicBezTo>
                  <a:cubicBezTo>
                    <a:pt x="1639" y="1073"/>
                    <a:pt x="1531" y="1039"/>
                    <a:pt x="1450" y="978"/>
                  </a:cubicBezTo>
                  <a:lnTo>
                    <a:pt x="1135" y="663"/>
                  </a:lnTo>
                  <a:lnTo>
                    <a:pt x="662" y="1135"/>
                  </a:lnTo>
                  <a:lnTo>
                    <a:pt x="977" y="1450"/>
                  </a:lnTo>
                  <a:cubicBezTo>
                    <a:pt x="1103" y="1576"/>
                    <a:pt x="1103" y="1734"/>
                    <a:pt x="1009" y="1891"/>
                  </a:cubicBezTo>
                  <a:cubicBezTo>
                    <a:pt x="883" y="2080"/>
                    <a:pt x="819" y="2301"/>
                    <a:pt x="725" y="2521"/>
                  </a:cubicBezTo>
                  <a:cubicBezTo>
                    <a:pt x="693" y="2679"/>
                    <a:pt x="599" y="2805"/>
                    <a:pt x="410" y="2805"/>
                  </a:cubicBezTo>
                  <a:lnTo>
                    <a:pt x="0" y="2805"/>
                  </a:lnTo>
                  <a:lnTo>
                    <a:pt x="0" y="3466"/>
                  </a:lnTo>
                  <a:lnTo>
                    <a:pt x="410" y="3466"/>
                  </a:lnTo>
                  <a:cubicBezTo>
                    <a:pt x="567" y="3466"/>
                    <a:pt x="693" y="3593"/>
                    <a:pt x="725" y="3750"/>
                  </a:cubicBezTo>
                  <a:cubicBezTo>
                    <a:pt x="788" y="3939"/>
                    <a:pt x="883" y="4191"/>
                    <a:pt x="1009" y="4380"/>
                  </a:cubicBezTo>
                  <a:cubicBezTo>
                    <a:pt x="1103" y="4506"/>
                    <a:pt x="1040" y="4695"/>
                    <a:pt x="977" y="4821"/>
                  </a:cubicBezTo>
                  <a:lnTo>
                    <a:pt x="662" y="5136"/>
                  </a:lnTo>
                  <a:lnTo>
                    <a:pt x="1135" y="5609"/>
                  </a:lnTo>
                  <a:lnTo>
                    <a:pt x="1450" y="5294"/>
                  </a:lnTo>
                  <a:cubicBezTo>
                    <a:pt x="1523" y="5220"/>
                    <a:pt x="1608" y="5189"/>
                    <a:pt x="1697" y="5189"/>
                  </a:cubicBezTo>
                  <a:cubicBezTo>
                    <a:pt x="1760" y="5189"/>
                    <a:pt x="1825" y="5205"/>
                    <a:pt x="1891" y="5231"/>
                  </a:cubicBezTo>
                  <a:cubicBezTo>
                    <a:pt x="2080" y="5357"/>
                    <a:pt x="2269" y="5451"/>
                    <a:pt x="2521" y="5514"/>
                  </a:cubicBezTo>
                  <a:cubicBezTo>
                    <a:pt x="2678" y="5546"/>
                    <a:pt x="2773" y="5672"/>
                    <a:pt x="2773" y="5829"/>
                  </a:cubicBezTo>
                  <a:lnTo>
                    <a:pt x="2773" y="6270"/>
                  </a:lnTo>
                  <a:lnTo>
                    <a:pt x="3466" y="6270"/>
                  </a:lnTo>
                  <a:lnTo>
                    <a:pt x="3466" y="5829"/>
                  </a:lnTo>
                  <a:cubicBezTo>
                    <a:pt x="3466" y="5672"/>
                    <a:pt x="3560" y="5546"/>
                    <a:pt x="3718" y="5514"/>
                  </a:cubicBezTo>
                  <a:cubicBezTo>
                    <a:pt x="3938" y="5483"/>
                    <a:pt x="4159" y="5357"/>
                    <a:pt x="4348" y="5231"/>
                  </a:cubicBezTo>
                  <a:cubicBezTo>
                    <a:pt x="4393" y="5208"/>
                    <a:pt x="4445" y="5198"/>
                    <a:pt x="4500" y="5198"/>
                  </a:cubicBezTo>
                  <a:cubicBezTo>
                    <a:pt x="4600" y="5198"/>
                    <a:pt x="4708" y="5233"/>
                    <a:pt x="4789" y="5294"/>
                  </a:cubicBezTo>
                  <a:lnTo>
                    <a:pt x="5104" y="5609"/>
                  </a:lnTo>
                  <a:lnTo>
                    <a:pt x="5577" y="5136"/>
                  </a:lnTo>
                  <a:lnTo>
                    <a:pt x="5262" y="4821"/>
                  </a:lnTo>
                  <a:cubicBezTo>
                    <a:pt x="5136" y="4695"/>
                    <a:pt x="5136" y="4538"/>
                    <a:pt x="5230" y="4380"/>
                  </a:cubicBezTo>
                  <a:cubicBezTo>
                    <a:pt x="5356" y="4191"/>
                    <a:pt x="5419" y="3971"/>
                    <a:pt x="5514" y="3750"/>
                  </a:cubicBezTo>
                  <a:cubicBezTo>
                    <a:pt x="5545" y="3593"/>
                    <a:pt x="5671" y="3466"/>
                    <a:pt x="5829" y="3466"/>
                  </a:cubicBezTo>
                  <a:lnTo>
                    <a:pt x="6238" y="3466"/>
                  </a:lnTo>
                  <a:lnTo>
                    <a:pt x="6238" y="2805"/>
                  </a:lnTo>
                  <a:lnTo>
                    <a:pt x="5829" y="2805"/>
                  </a:lnTo>
                  <a:cubicBezTo>
                    <a:pt x="5671" y="2805"/>
                    <a:pt x="5545" y="2679"/>
                    <a:pt x="5514" y="2521"/>
                  </a:cubicBezTo>
                  <a:cubicBezTo>
                    <a:pt x="5451" y="2332"/>
                    <a:pt x="5356" y="2080"/>
                    <a:pt x="5230" y="1891"/>
                  </a:cubicBezTo>
                  <a:cubicBezTo>
                    <a:pt x="5136" y="1765"/>
                    <a:pt x="5199" y="1576"/>
                    <a:pt x="5262" y="1450"/>
                  </a:cubicBezTo>
                  <a:lnTo>
                    <a:pt x="5577" y="1135"/>
                  </a:lnTo>
                  <a:lnTo>
                    <a:pt x="5104" y="663"/>
                  </a:lnTo>
                  <a:lnTo>
                    <a:pt x="4789" y="978"/>
                  </a:lnTo>
                  <a:cubicBezTo>
                    <a:pt x="4715" y="1051"/>
                    <a:pt x="4641" y="1082"/>
                    <a:pt x="4555" y="1082"/>
                  </a:cubicBezTo>
                  <a:cubicBezTo>
                    <a:pt x="4494" y="1082"/>
                    <a:pt x="4426" y="1067"/>
                    <a:pt x="4348" y="1041"/>
                  </a:cubicBezTo>
                  <a:cubicBezTo>
                    <a:pt x="4159" y="915"/>
                    <a:pt x="3970" y="820"/>
                    <a:pt x="3718" y="757"/>
                  </a:cubicBezTo>
                  <a:cubicBezTo>
                    <a:pt x="3560" y="726"/>
                    <a:pt x="3466" y="600"/>
                    <a:pt x="3466" y="442"/>
                  </a:cubicBezTo>
                  <a:lnTo>
                    <a:pt x="346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262" name="Google Shape;10262;p74"/>
          <p:cNvGrpSpPr/>
          <p:nvPr/>
        </p:nvGrpSpPr>
        <p:grpSpPr>
          <a:xfrm>
            <a:off x="6966006" y="3675217"/>
            <a:ext cx="559257" cy="560649"/>
            <a:chOff x="-3771675" y="3971775"/>
            <a:chExt cx="291300" cy="292025"/>
          </a:xfrm>
        </p:grpSpPr>
        <p:sp>
          <p:nvSpPr>
            <p:cNvPr id="10263" name="Google Shape;10263;p74"/>
            <p:cNvSpPr/>
            <p:nvPr/>
          </p:nvSpPr>
          <p:spPr>
            <a:xfrm>
              <a:off x="-3770100" y="3971775"/>
              <a:ext cx="218975" cy="66775"/>
            </a:xfrm>
            <a:custGeom>
              <a:avLst/>
              <a:gdLst/>
              <a:ahLst/>
              <a:cxnLst/>
              <a:rect l="l" t="t" r="r" b="b"/>
              <a:pathLst>
                <a:path w="8759" h="2671" extrusionOk="0">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64" name="Google Shape;10264;p74"/>
            <p:cNvSpPr/>
            <p:nvPr/>
          </p:nvSpPr>
          <p:spPr>
            <a:xfrm>
              <a:off x="-3771675" y="4030650"/>
              <a:ext cx="222125" cy="78000"/>
            </a:xfrm>
            <a:custGeom>
              <a:avLst/>
              <a:gdLst/>
              <a:ahLst/>
              <a:cxnLst/>
              <a:rect l="l" t="t" r="r" b="b"/>
              <a:pathLst>
                <a:path w="8885" h="3120" extrusionOk="0">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65" name="Google Shape;10265;p74"/>
            <p:cNvSpPr/>
            <p:nvPr/>
          </p:nvSpPr>
          <p:spPr>
            <a:xfrm>
              <a:off x="-3669425" y="4074750"/>
              <a:ext cx="189050" cy="189050"/>
            </a:xfrm>
            <a:custGeom>
              <a:avLst/>
              <a:gdLst/>
              <a:ahLst/>
              <a:cxnLst/>
              <a:rect l="l" t="t" r="r" b="b"/>
              <a:pathLst>
                <a:path w="7562" h="7562" extrusionOk="0">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66" name="Google Shape;10266;p74"/>
            <p:cNvSpPr/>
            <p:nvPr/>
          </p:nvSpPr>
          <p:spPr>
            <a:xfrm>
              <a:off x="-3771675" y="4099950"/>
              <a:ext cx="94525" cy="76425"/>
            </a:xfrm>
            <a:custGeom>
              <a:avLst/>
              <a:gdLst/>
              <a:ahLst/>
              <a:cxnLst/>
              <a:rect l="l" t="t" r="r" b="b"/>
              <a:pathLst>
                <a:path w="3781" h="3057" extrusionOk="0">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67" name="Google Shape;10267;p74"/>
            <p:cNvSpPr/>
            <p:nvPr/>
          </p:nvSpPr>
          <p:spPr>
            <a:xfrm>
              <a:off x="-3771675" y="4167700"/>
              <a:ext cx="135500" cy="95325"/>
            </a:xfrm>
            <a:custGeom>
              <a:avLst/>
              <a:gdLst/>
              <a:ahLst/>
              <a:cxnLst/>
              <a:rect l="l" t="t" r="r" b="b"/>
              <a:pathLst>
                <a:path w="5420" h="3813" extrusionOk="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268" name="Google Shape;10268;p74"/>
          <p:cNvGrpSpPr/>
          <p:nvPr/>
        </p:nvGrpSpPr>
        <p:grpSpPr>
          <a:xfrm>
            <a:off x="10514598" y="2288615"/>
            <a:ext cx="560361" cy="427699"/>
            <a:chOff x="-1951475" y="3273100"/>
            <a:chExt cx="291875" cy="222775"/>
          </a:xfrm>
        </p:grpSpPr>
        <p:sp>
          <p:nvSpPr>
            <p:cNvPr id="10269" name="Google Shape;10269;p74"/>
            <p:cNvSpPr/>
            <p:nvPr/>
          </p:nvSpPr>
          <p:spPr>
            <a:xfrm>
              <a:off x="-1951475" y="3325050"/>
              <a:ext cx="51225" cy="119250"/>
            </a:xfrm>
            <a:custGeom>
              <a:avLst/>
              <a:gdLst/>
              <a:ahLst/>
              <a:cxnLst/>
              <a:rect l="l" t="t" r="r" b="b"/>
              <a:pathLst>
                <a:path w="2049" h="4770" extrusionOk="0">
                  <a:moveTo>
                    <a:pt x="1033" y="0"/>
                  </a:moveTo>
                  <a:cubicBezTo>
                    <a:pt x="518" y="0"/>
                    <a:pt x="0" y="339"/>
                    <a:pt x="0" y="1004"/>
                  </a:cubicBezTo>
                  <a:lnTo>
                    <a:pt x="0" y="3777"/>
                  </a:lnTo>
                  <a:cubicBezTo>
                    <a:pt x="0" y="4438"/>
                    <a:pt x="512" y="4769"/>
                    <a:pt x="1024" y="4769"/>
                  </a:cubicBezTo>
                  <a:cubicBezTo>
                    <a:pt x="1536" y="4769"/>
                    <a:pt x="2048" y="4438"/>
                    <a:pt x="2048" y="3777"/>
                  </a:cubicBezTo>
                  <a:lnTo>
                    <a:pt x="2048" y="1004"/>
                  </a:lnTo>
                  <a:cubicBezTo>
                    <a:pt x="2048" y="331"/>
                    <a:pt x="1542" y="0"/>
                    <a:pt x="1033"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70" name="Google Shape;10270;p74"/>
            <p:cNvSpPr/>
            <p:nvPr/>
          </p:nvSpPr>
          <p:spPr>
            <a:xfrm>
              <a:off x="-1711250" y="3273100"/>
              <a:ext cx="51650" cy="221725"/>
            </a:xfrm>
            <a:custGeom>
              <a:avLst/>
              <a:gdLst/>
              <a:ahLst/>
              <a:cxnLst/>
              <a:rect l="l" t="t" r="r" b="b"/>
              <a:pathLst>
                <a:path w="2066" h="8869" extrusionOk="0">
                  <a:moveTo>
                    <a:pt x="1027" y="0"/>
                  </a:moveTo>
                  <a:cubicBezTo>
                    <a:pt x="608" y="0"/>
                    <a:pt x="186" y="229"/>
                    <a:pt x="32" y="719"/>
                  </a:cubicBezTo>
                  <a:cubicBezTo>
                    <a:pt x="0" y="814"/>
                    <a:pt x="0" y="940"/>
                    <a:pt x="0" y="1003"/>
                  </a:cubicBezTo>
                  <a:lnTo>
                    <a:pt x="0" y="7871"/>
                  </a:lnTo>
                  <a:cubicBezTo>
                    <a:pt x="0" y="7934"/>
                    <a:pt x="0" y="8060"/>
                    <a:pt x="32" y="8123"/>
                  </a:cubicBezTo>
                  <a:cubicBezTo>
                    <a:pt x="173" y="8632"/>
                    <a:pt x="594" y="8869"/>
                    <a:pt x="1015" y="8869"/>
                  </a:cubicBezTo>
                  <a:cubicBezTo>
                    <a:pt x="1532" y="8869"/>
                    <a:pt x="2048" y="8513"/>
                    <a:pt x="2048" y="7871"/>
                  </a:cubicBezTo>
                  <a:lnTo>
                    <a:pt x="2048" y="1003"/>
                  </a:lnTo>
                  <a:cubicBezTo>
                    <a:pt x="2066" y="356"/>
                    <a:pt x="1549" y="0"/>
                    <a:pt x="102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71" name="Google Shape;10271;p74"/>
            <p:cNvSpPr/>
            <p:nvPr/>
          </p:nvSpPr>
          <p:spPr>
            <a:xfrm>
              <a:off x="-1886900" y="3296575"/>
              <a:ext cx="156775" cy="199300"/>
            </a:xfrm>
            <a:custGeom>
              <a:avLst/>
              <a:gdLst/>
              <a:ahLst/>
              <a:cxnLst/>
              <a:rect l="l" t="t" r="r" b="b"/>
              <a:pathLst>
                <a:path w="6271" h="7972" extrusionOk="0">
                  <a:moveTo>
                    <a:pt x="851" y="5672"/>
                  </a:moveTo>
                  <a:lnTo>
                    <a:pt x="3466" y="6333"/>
                  </a:lnTo>
                  <a:cubicBezTo>
                    <a:pt x="3277" y="6869"/>
                    <a:pt x="2773" y="7279"/>
                    <a:pt x="2174" y="7279"/>
                  </a:cubicBezTo>
                  <a:cubicBezTo>
                    <a:pt x="1418" y="7279"/>
                    <a:pt x="788" y="6648"/>
                    <a:pt x="788" y="5892"/>
                  </a:cubicBezTo>
                  <a:cubicBezTo>
                    <a:pt x="851" y="5798"/>
                    <a:pt x="851" y="5735"/>
                    <a:pt x="851" y="5672"/>
                  </a:cubicBezTo>
                  <a:close/>
                  <a:moveTo>
                    <a:pt x="6270" y="1"/>
                  </a:moveTo>
                  <a:lnTo>
                    <a:pt x="1" y="1576"/>
                  </a:lnTo>
                  <a:cubicBezTo>
                    <a:pt x="95" y="1734"/>
                    <a:pt x="127" y="1923"/>
                    <a:pt x="127" y="2143"/>
                  </a:cubicBezTo>
                  <a:lnTo>
                    <a:pt x="127" y="4916"/>
                  </a:lnTo>
                  <a:cubicBezTo>
                    <a:pt x="127" y="5105"/>
                    <a:pt x="95" y="5294"/>
                    <a:pt x="1" y="5514"/>
                  </a:cubicBezTo>
                  <a:lnTo>
                    <a:pt x="158" y="5546"/>
                  </a:lnTo>
                  <a:cubicBezTo>
                    <a:pt x="127" y="5672"/>
                    <a:pt x="127" y="5829"/>
                    <a:pt x="127" y="5924"/>
                  </a:cubicBezTo>
                  <a:cubicBezTo>
                    <a:pt x="127" y="7090"/>
                    <a:pt x="1040" y="7972"/>
                    <a:pt x="2174" y="7972"/>
                  </a:cubicBezTo>
                  <a:cubicBezTo>
                    <a:pt x="3120" y="7972"/>
                    <a:pt x="3907" y="7405"/>
                    <a:pt x="4159" y="6522"/>
                  </a:cubicBezTo>
                  <a:lnTo>
                    <a:pt x="6270" y="7090"/>
                  </a:lnTo>
                  <a:lnTo>
                    <a:pt x="6270" y="5672"/>
                  </a:lnTo>
                  <a:lnTo>
                    <a:pt x="6270" y="2238"/>
                  </a:lnTo>
                  <a:lnTo>
                    <a:pt x="6270"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272" name="Google Shape;10272;p74"/>
          <p:cNvGrpSpPr/>
          <p:nvPr/>
        </p:nvGrpSpPr>
        <p:grpSpPr>
          <a:xfrm>
            <a:off x="10511239" y="2940256"/>
            <a:ext cx="567080" cy="559545"/>
            <a:chOff x="-1951475" y="3597450"/>
            <a:chExt cx="295375" cy="291450"/>
          </a:xfrm>
        </p:grpSpPr>
        <p:sp>
          <p:nvSpPr>
            <p:cNvPr id="10273" name="Google Shape;10273;p74"/>
            <p:cNvSpPr/>
            <p:nvPr/>
          </p:nvSpPr>
          <p:spPr>
            <a:xfrm>
              <a:off x="-1951475" y="3597450"/>
              <a:ext cx="170925" cy="34675"/>
            </a:xfrm>
            <a:custGeom>
              <a:avLst/>
              <a:gdLst/>
              <a:ahLst/>
              <a:cxnLst/>
              <a:rect l="l" t="t" r="r" b="b"/>
              <a:pathLst>
                <a:path w="6837" h="1387" extrusionOk="0">
                  <a:moveTo>
                    <a:pt x="1008" y="1"/>
                  </a:moveTo>
                  <a:cubicBezTo>
                    <a:pt x="473" y="1"/>
                    <a:pt x="0" y="473"/>
                    <a:pt x="0" y="1040"/>
                  </a:cubicBezTo>
                  <a:lnTo>
                    <a:pt x="0" y="1387"/>
                  </a:lnTo>
                  <a:lnTo>
                    <a:pt x="6837" y="1387"/>
                  </a:lnTo>
                  <a:lnTo>
                    <a:pt x="6837" y="1040"/>
                  </a:lnTo>
                  <a:cubicBezTo>
                    <a:pt x="6837" y="473"/>
                    <a:pt x="6364" y="1"/>
                    <a:pt x="582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74" name="Google Shape;10274;p74"/>
            <p:cNvSpPr/>
            <p:nvPr/>
          </p:nvSpPr>
          <p:spPr>
            <a:xfrm>
              <a:off x="-1949900" y="3648650"/>
              <a:ext cx="171725" cy="173300"/>
            </a:xfrm>
            <a:custGeom>
              <a:avLst/>
              <a:gdLst/>
              <a:ahLst/>
              <a:cxnLst/>
              <a:rect l="l" t="t" r="r" b="b"/>
              <a:pathLst>
                <a:path w="6869" h="6932" extrusionOk="0">
                  <a:moveTo>
                    <a:pt x="0" y="1"/>
                  </a:moveTo>
                  <a:lnTo>
                    <a:pt x="0" y="6932"/>
                  </a:lnTo>
                  <a:lnTo>
                    <a:pt x="2426" y="6932"/>
                  </a:lnTo>
                  <a:cubicBezTo>
                    <a:pt x="2521" y="6585"/>
                    <a:pt x="2836" y="6333"/>
                    <a:pt x="3245" y="6270"/>
                  </a:cubicBezTo>
                  <a:lnTo>
                    <a:pt x="1166" y="4191"/>
                  </a:lnTo>
                  <a:cubicBezTo>
                    <a:pt x="693" y="3718"/>
                    <a:pt x="693" y="2962"/>
                    <a:pt x="1166" y="2489"/>
                  </a:cubicBezTo>
                  <a:cubicBezTo>
                    <a:pt x="1386" y="2237"/>
                    <a:pt x="1670" y="2143"/>
                    <a:pt x="2017" y="2143"/>
                  </a:cubicBezTo>
                  <a:cubicBezTo>
                    <a:pt x="2363" y="2143"/>
                    <a:pt x="2647" y="2237"/>
                    <a:pt x="2899" y="2489"/>
                  </a:cubicBezTo>
                  <a:lnTo>
                    <a:pt x="3560" y="3151"/>
                  </a:lnTo>
                  <a:cubicBezTo>
                    <a:pt x="3592" y="2994"/>
                    <a:pt x="3718" y="2836"/>
                    <a:pt x="3844" y="2710"/>
                  </a:cubicBezTo>
                  <a:cubicBezTo>
                    <a:pt x="4064" y="2489"/>
                    <a:pt x="4348" y="2363"/>
                    <a:pt x="4694" y="2363"/>
                  </a:cubicBezTo>
                  <a:cubicBezTo>
                    <a:pt x="4694" y="2048"/>
                    <a:pt x="4820" y="1733"/>
                    <a:pt x="5041" y="1513"/>
                  </a:cubicBezTo>
                  <a:cubicBezTo>
                    <a:pt x="5293" y="1261"/>
                    <a:pt x="5577" y="1135"/>
                    <a:pt x="5923" y="1135"/>
                  </a:cubicBezTo>
                  <a:cubicBezTo>
                    <a:pt x="6112" y="1135"/>
                    <a:pt x="6301" y="1198"/>
                    <a:pt x="6459" y="1261"/>
                  </a:cubicBezTo>
                  <a:cubicBezTo>
                    <a:pt x="6522" y="1072"/>
                    <a:pt x="6616" y="914"/>
                    <a:pt x="6774" y="757"/>
                  </a:cubicBezTo>
                  <a:lnTo>
                    <a:pt x="6868" y="662"/>
                  </a:lnTo>
                  <a:lnTo>
                    <a:pt x="686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75" name="Google Shape;10275;p74"/>
            <p:cNvSpPr/>
            <p:nvPr/>
          </p:nvSpPr>
          <p:spPr>
            <a:xfrm>
              <a:off x="-1951475" y="3838475"/>
              <a:ext cx="170925" cy="50425"/>
            </a:xfrm>
            <a:custGeom>
              <a:avLst/>
              <a:gdLst/>
              <a:ahLst/>
              <a:cxnLst/>
              <a:rect l="l" t="t" r="r" b="b"/>
              <a:pathLst>
                <a:path w="6837" h="2017" extrusionOk="0">
                  <a:moveTo>
                    <a:pt x="0" y="0"/>
                  </a:moveTo>
                  <a:lnTo>
                    <a:pt x="0" y="1008"/>
                  </a:lnTo>
                  <a:cubicBezTo>
                    <a:pt x="0" y="1544"/>
                    <a:pt x="473" y="2017"/>
                    <a:pt x="1008" y="2017"/>
                  </a:cubicBezTo>
                  <a:lnTo>
                    <a:pt x="5829" y="2017"/>
                  </a:lnTo>
                  <a:cubicBezTo>
                    <a:pt x="6333" y="2017"/>
                    <a:pt x="6774" y="1670"/>
                    <a:pt x="6837" y="1166"/>
                  </a:cubicBezTo>
                  <a:lnTo>
                    <a:pt x="6679" y="1071"/>
                  </a:lnTo>
                  <a:lnTo>
                    <a:pt x="3466" y="1071"/>
                  </a:lnTo>
                  <a:cubicBezTo>
                    <a:pt x="2867" y="1071"/>
                    <a:pt x="2363" y="599"/>
                    <a:pt x="226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76" name="Google Shape;10276;p74"/>
            <p:cNvSpPr/>
            <p:nvPr/>
          </p:nvSpPr>
          <p:spPr>
            <a:xfrm>
              <a:off x="-1912900" y="3675825"/>
              <a:ext cx="256800" cy="202825"/>
            </a:xfrm>
            <a:custGeom>
              <a:avLst/>
              <a:gdLst/>
              <a:ahLst/>
              <a:cxnLst/>
              <a:rect l="l" t="t" r="r" b="b"/>
              <a:pathLst>
                <a:path w="10272" h="8113" extrusionOk="0">
                  <a:moveTo>
                    <a:pt x="6085" y="0"/>
                  </a:moveTo>
                  <a:cubicBezTo>
                    <a:pt x="5955" y="0"/>
                    <a:pt x="5829" y="48"/>
                    <a:pt x="5735" y="142"/>
                  </a:cubicBezTo>
                  <a:cubicBezTo>
                    <a:pt x="5546" y="331"/>
                    <a:pt x="5546" y="646"/>
                    <a:pt x="5735" y="835"/>
                  </a:cubicBezTo>
                  <a:lnTo>
                    <a:pt x="6081" y="1213"/>
                  </a:lnTo>
                  <a:cubicBezTo>
                    <a:pt x="6207" y="1308"/>
                    <a:pt x="6207" y="1560"/>
                    <a:pt x="6081" y="1655"/>
                  </a:cubicBezTo>
                  <a:cubicBezTo>
                    <a:pt x="6034" y="1718"/>
                    <a:pt x="5948" y="1749"/>
                    <a:pt x="5857" y="1749"/>
                  </a:cubicBezTo>
                  <a:cubicBezTo>
                    <a:pt x="5766" y="1749"/>
                    <a:pt x="5672" y="1718"/>
                    <a:pt x="5609" y="1655"/>
                  </a:cubicBezTo>
                  <a:lnTo>
                    <a:pt x="4758" y="804"/>
                  </a:lnTo>
                  <a:cubicBezTo>
                    <a:pt x="4664" y="709"/>
                    <a:pt x="4538" y="662"/>
                    <a:pt x="4408" y="662"/>
                  </a:cubicBezTo>
                  <a:cubicBezTo>
                    <a:pt x="4278" y="662"/>
                    <a:pt x="4144" y="709"/>
                    <a:pt x="4034" y="804"/>
                  </a:cubicBezTo>
                  <a:cubicBezTo>
                    <a:pt x="3845" y="993"/>
                    <a:pt x="3845" y="1308"/>
                    <a:pt x="4034" y="1528"/>
                  </a:cubicBezTo>
                  <a:cubicBezTo>
                    <a:pt x="4034" y="1655"/>
                    <a:pt x="4884" y="2505"/>
                    <a:pt x="4821" y="2505"/>
                  </a:cubicBezTo>
                  <a:cubicBezTo>
                    <a:pt x="4947" y="2631"/>
                    <a:pt x="4947" y="2852"/>
                    <a:pt x="4821" y="2978"/>
                  </a:cubicBezTo>
                  <a:cubicBezTo>
                    <a:pt x="4774" y="3041"/>
                    <a:pt x="4687" y="3072"/>
                    <a:pt x="4601" y="3072"/>
                  </a:cubicBezTo>
                  <a:cubicBezTo>
                    <a:pt x="4514" y="3072"/>
                    <a:pt x="4427" y="3041"/>
                    <a:pt x="4380" y="2978"/>
                  </a:cubicBezTo>
                  <a:lnTo>
                    <a:pt x="3498" y="2096"/>
                  </a:lnTo>
                  <a:cubicBezTo>
                    <a:pt x="3403" y="2001"/>
                    <a:pt x="3277" y="1954"/>
                    <a:pt x="3151" y="1954"/>
                  </a:cubicBezTo>
                  <a:cubicBezTo>
                    <a:pt x="3025" y="1954"/>
                    <a:pt x="2899" y="2001"/>
                    <a:pt x="2805" y="2096"/>
                  </a:cubicBezTo>
                  <a:cubicBezTo>
                    <a:pt x="2584" y="2316"/>
                    <a:pt x="2584" y="2631"/>
                    <a:pt x="2805" y="2820"/>
                  </a:cubicBezTo>
                  <a:lnTo>
                    <a:pt x="3656" y="3671"/>
                  </a:lnTo>
                  <a:cubicBezTo>
                    <a:pt x="3782" y="3797"/>
                    <a:pt x="3782" y="4017"/>
                    <a:pt x="3656" y="4143"/>
                  </a:cubicBezTo>
                  <a:cubicBezTo>
                    <a:pt x="3593" y="4206"/>
                    <a:pt x="3506" y="4238"/>
                    <a:pt x="3419" y="4238"/>
                  </a:cubicBezTo>
                  <a:cubicBezTo>
                    <a:pt x="3333" y="4238"/>
                    <a:pt x="3246" y="4206"/>
                    <a:pt x="3183" y="4143"/>
                  </a:cubicBezTo>
                  <a:lnTo>
                    <a:pt x="883" y="1875"/>
                  </a:lnTo>
                  <a:cubicBezTo>
                    <a:pt x="789" y="1765"/>
                    <a:pt x="663" y="1710"/>
                    <a:pt x="537" y="1710"/>
                  </a:cubicBezTo>
                  <a:cubicBezTo>
                    <a:pt x="411" y="1710"/>
                    <a:pt x="284" y="1765"/>
                    <a:pt x="190" y="1875"/>
                  </a:cubicBezTo>
                  <a:cubicBezTo>
                    <a:pt x="1" y="2064"/>
                    <a:pt x="1" y="2379"/>
                    <a:pt x="190" y="2568"/>
                  </a:cubicBezTo>
                  <a:lnTo>
                    <a:pt x="1797" y="4206"/>
                  </a:lnTo>
                  <a:lnTo>
                    <a:pt x="3403" y="5845"/>
                  </a:lnTo>
                  <a:lnTo>
                    <a:pt x="1954" y="5845"/>
                  </a:lnTo>
                  <a:cubicBezTo>
                    <a:pt x="1671" y="5845"/>
                    <a:pt x="1450" y="6097"/>
                    <a:pt x="1450" y="6349"/>
                  </a:cubicBezTo>
                  <a:cubicBezTo>
                    <a:pt x="1450" y="6632"/>
                    <a:pt x="1671" y="6884"/>
                    <a:pt x="1954" y="6884"/>
                  </a:cubicBezTo>
                  <a:lnTo>
                    <a:pt x="5451" y="6884"/>
                  </a:lnTo>
                  <a:cubicBezTo>
                    <a:pt x="5514" y="6916"/>
                    <a:pt x="6491" y="7829"/>
                    <a:pt x="6491" y="7829"/>
                  </a:cubicBezTo>
                  <a:cubicBezTo>
                    <a:pt x="6680" y="8018"/>
                    <a:pt x="6948" y="8113"/>
                    <a:pt x="7216" y="8113"/>
                  </a:cubicBezTo>
                  <a:cubicBezTo>
                    <a:pt x="7483" y="8113"/>
                    <a:pt x="7751" y="8018"/>
                    <a:pt x="7940" y="7829"/>
                  </a:cubicBezTo>
                  <a:lnTo>
                    <a:pt x="9862" y="5876"/>
                  </a:lnTo>
                  <a:cubicBezTo>
                    <a:pt x="10272" y="5498"/>
                    <a:pt x="10272" y="4836"/>
                    <a:pt x="9862" y="4427"/>
                  </a:cubicBezTo>
                  <a:lnTo>
                    <a:pt x="9452" y="3986"/>
                  </a:lnTo>
                  <a:cubicBezTo>
                    <a:pt x="9326" y="3608"/>
                    <a:pt x="9043" y="3198"/>
                    <a:pt x="8822" y="2820"/>
                  </a:cubicBezTo>
                  <a:cubicBezTo>
                    <a:pt x="8570" y="2411"/>
                    <a:pt x="8350" y="2064"/>
                    <a:pt x="8035" y="1718"/>
                  </a:cubicBezTo>
                  <a:lnTo>
                    <a:pt x="6459" y="142"/>
                  </a:lnTo>
                  <a:cubicBezTo>
                    <a:pt x="6349" y="48"/>
                    <a:pt x="6215" y="0"/>
                    <a:pt x="608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277" name="Google Shape;10277;p74"/>
          <p:cNvGrpSpPr/>
          <p:nvPr/>
        </p:nvGrpSpPr>
        <p:grpSpPr>
          <a:xfrm>
            <a:off x="10514241" y="3675768"/>
            <a:ext cx="592807" cy="559545"/>
            <a:chOff x="-1960150" y="3956600"/>
            <a:chExt cx="308775" cy="291450"/>
          </a:xfrm>
        </p:grpSpPr>
        <p:sp>
          <p:nvSpPr>
            <p:cNvPr id="10278" name="Google Shape;10278;p74"/>
            <p:cNvSpPr/>
            <p:nvPr/>
          </p:nvSpPr>
          <p:spPr>
            <a:xfrm>
              <a:off x="-1960150" y="3956600"/>
              <a:ext cx="308775" cy="51275"/>
            </a:xfrm>
            <a:custGeom>
              <a:avLst/>
              <a:gdLst/>
              <a:ahLst/>
              <a:cxnLst/>
              <a:rect l="l" t="t" r="r" b="b"/>
              <a:pathLst>
                <a:path w="12351" h="2051" extrusionOk="0">
                  <a:moveTo>
                    <a:pt x="1355" y="1"/>
                  </a:moveTo>
                  <a:cubicBezTo>
                    <a:pt x="1" y="1"/>
                    <a:pt x="32" y="2049"/>
                    <a:pt x="1355" y="2049"/>
                  </a:cubicBezTo>
                  <a:lnTo>
                    <a:pt x="11027" y="2049"/>
                  </a:lnTo>
                  <a:cubicBezTo>
                    <a:pt x="11047" y="2050"/>
                    <a:pt x="11066" y="2050"/>
                    <a:pt x="11085" y="2050"/>
                  </a:cubicBezTo>
                  <a:cubicBezTo>
                    <a:pt x="12350" y="2050"/>
                    <a:pt x="12331" y="1"/>
                    <a:pt x="1102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79" name="Google Shape;10279;p74"/>
            <p:cNvSpPr/>
            <p:nvPr/>
          </p:nvSpPr>
          <p:spPr>
            <a:xfrm>
              <a:off x="-1934950" y="4025925"/>
              <a:ext cx="256000" cy="222125"/>
            </a:xfrm>
            <a:custGeom>
              <a:avLst/>
              <a:gdLst/>
              <a:ahLst/>
              <a:cxnLst/>
              <a:rect l="l" t="t" r="r" b="b"/>
              <a:pathLst>
                <a:path w="10240" h="8885" extrusionOk="0">
                  <a:moveTo>
                    <a:pt x="8570" y="756"/>
                  </a:moveTo>
                  <a:cubicBezTo>
                    <a:pt x="8759" y="756"/>
                    <a:pt x="8917" y="914"/>
                    <a:pt x="8917" y="1103"/>
                  </a:cubicBezTo>
                  <a:lnTo>
                    <a:pt x="8917" y="1765"/>
                  </a:lnTo>
                  <a:cubicBezTo>
                    <a:pt x="8917" y="1995"/>
                    <a:pt x="8737" y="2116"/>
                    <a:pt x="8558" y="2116"/>
                  </a:cubicBezTo>
                  <a:cubicBezTo>
                    <a:pt x="8419" y="2116"/>
                    <a:pt x="8279" y="2042"/>
                    <a:pt x="8224" y="1891"/>
                  </a:cubicBezTo>
                  <a:lnTo>
                    <a:pt x="6081" y="4065"/>
                  </a:lnTo>
                  <a:cubicBezTo>
                    <a:pt x="6018" y="4112"/>
                    <a:pt x="5924" y="4135"/>
                    <a:pt x="5833" y="4135"/>
                  </a:cubicBezTo>
                  <a:cubicBezTo>
                    <a:pt x="5743" y="4135"/>
                    <a:pt x="5656" y="4112"/>
                    <a:pt x="5609" y="4065"/>
                  </a:cubicBezTo>
                  <a:lnTo>
                    <a:pt x="3781" y="2237"/>
                  </a:lnTo>
                  <a:lnTo>
                    <a:pt x="1986" y="4065"/>
                  </a:lnTo>
                  <a:cubicBezTo>
                    <a:pt x="1912" y="4138"/>
                    <a:pt x="1831" y="4168"/>
                    <a:pt x="1752" y="4168"/>
                  </a:cubicBezTo>
                  <a:cubicBezTo>
                    <a:pt x="1493" y="4168"/>
                    <a:pt x="1271" y="3834"/>
                    <a:pt x="1513" y="3592"/>
                  </a:cubicBezTo>
                  <a:lnTo>
                    <a:pt x="3561" y="1544"/>
                  </a:lnTo>
                  <a:cubicBezTo>
                    <a:pt x="3624" y="1481"/>
                    <a:pt x="3711" y="1450"/>
                    <a:pt x="3797" y="1450"/>
                  </a:cubicBezTo>
                  <a:cubicBezTo>
                    <a:pt x="3884" y="1450"/>
                    <a:pt x="3970" y="1481"/>
                    <a:pt x="4033" y="1544"/>
                  </a:cubicBezTo>
                  <a:lnTo>
                    <a:pt x="5829" y="3340"/>
                  </a:lnTo>
                  <a:lnTo>
                    <a:pt x="7783" y="1418"/>
                  </a:lnTo>
                  <a:cubicBezTo>
                    <a:pt x="7404" y="1292"/>
                    <a:pt x="7499" y="756"/>
                    <a:pt x="7877" y="756"/>
                  </a:cubicBezTo>
                  <a:close/>
                  <a:moveTo>
                    <a:pt x="5136" y="7562"/>
                  </a:moveTo>
                  <a:cubicBezTo>
                    <a:pt x="5325" y="7562"/>
                    <a:pt x="5483" y="7719"/>
                    <a:pt x="5483" y="7908"/>
                  </a:cubicBezTo>
                  <a:cubicBezTo>
                    <a:pt x="5483" y="8097"/>
                    <a:pt x="5325" y="8255"/>
                    <a:pt x="5136" y="8255"/>
                  </a:cubicBezTo>
                  <a:cubicBezTo>
                    <a:pt x="4916" y="8255"/>
                    <a:pt x="4758" y="8097"/>
                    <a:pt x="4758" y="7908"/>
                  </a:cubicBezTo>
                  <a:cubicBezTo>
                    <a:pt x="4758" y="7719"/>
                    <a:pt x="4916" y="7562"/>
                    <a:pt x="5136" y="7562"/>
                  </a:cubicBezTo>
                  <a:close/>
                  <a:moveTo>
                    <a:pt x="1" y="0"/>
                  </a:moveTo>
                  <a:lnTo>
                    <a:pt x="1" y="5167"/>
                  </a:lnTo>
                  <a:cubicBezTo>
                    <a:pt x="1" y="5703"/>
                    <a:pt x="442" y="6175"/>
                    <a:pt x="1040" y="6175"/>
                  </a:cubicBezTo>
                  <a:lnTo>
                    <a:pt x="4758" y="6175"/>
                  </a:lnTo>
                  <a:lnTo>
                    <a:pt x="4758" y="6931"/>
                  </a:lnTo>
                  <a:cubicBezTo>
                    <a:pt x="4380" y="7089"/>
                    <a:pt x="4096" y="7436"/>
                    <a:pt x="4096" y="7877"/>
                  </a:cubicBezTo>
                  <a:cubicBezTo>
                    <a:pt x="4096" y="8412"/>
                    <a:pt x="4569" y="8885"/>
                    <a:pt x="5136" y="8885"/>
                  </a:cubicBezTo>
                  <a:cubicBezTo>
                    <a:pt x="5672" y="8885"/>
                    <a:pt x="6144" y="8412"/>
                    <a:pt x="6144" y="7877"/>
                  </a:cubicBezTo>
                  <a:cubicBezTo>
                    <a:pt x="6144" y="7436"/>
                    <a:pt x="5861" y="7057"/>
                    <a:pt x="5483" y="6931"/>
                  </a:cubicBezTo>
                  <a:lnTo>
                    <a:pt x="5483" y="6175"/>
                  </a:lnTo>
                  <a:lnTo>
                    <a:pt x="9232" y="6175"/>
                  </a:lnTo>
                  <a:cubicBezTo>
                    <a:pt x="9767" y="6175"/>
                    <a:pt x="10240" y="5703"/>
                    <a:pt x="10240" y="5167"/>
                  </a:cubicBezTo>
                  <a:lnTo>
                    <a:pt x="10240" y="0"/>
                  </a:lnTo>
                  <a:cubicBezTo>
                    <a:pt x="10114" y="32"/>
                    <a:pt x="10019" y="32"/>
                    <a:pt x="9893" y="32"/>
                  </a:cubicBezTo>
                  <a:lnTo>
                    <a:pt x="347" y="32"/>
                  </a:lnTo>
                  <a:cubicBezTo>
                    <a:pt x="253" y="32"/>
                    <a:pt x="127" y="32"/>
                    <a:pt x="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280" name="Google Shape;10280;p74"/>
          <p:cNvGrpSpPr/>
          <p:nvPr/>
        </p:nvGrpSpPr>
        <p:grpSpPr>
          <a:xfrm>
            <a:off x="2586292" y="4410182"/>
            <a:ext cx="561033" cy="561033"/>
            <a:chOff x="-804700" y="3226500"/>
            <a:chExt cx="292225" cy="292225"/>
          </a:xfrm>
        </p:grpSpPr>
        <p:sp>
          <p:nvSpPr>
            <p:cNvPr id="10281" name="Google Shape;10281;p74"/>
            <p:cNvSpPr/>
            <p:nvPr/>
          </p:nvSpPr>
          <p:spPr>
            <a:xfrm>
              <a:off x="-804700" y="3467500"/>
              <a:ext cx="85875" cy="51225"/>
            </a:xfrm>
            <a:custGeom>
              <a:avLst/>
              <a:gdLst/>
              <a:ahLst/>
              <a:cxnLst/>
              <a:rect l="l" t="t" r="r" b="b"/>
              <a:pathLst>
                <a:path w="3435" h="2049" extrusionOk="0">
                  <a:moveTo>
                    <a:pt x="1040" y="0"/>
                  </a:moveTo>
                  <a:cubicBezTo>
                    <a:pt x="473" y="0"/>
                    <a:pt x="0" y="473"/>
                    <a:pt x="0" y="1040"/>
                  </a:cubicBezTo>
                  <a:cubicBezTo>
                    <a:pt x="0" y="1576"/>
                    <a:pt x="473" y="2048"/>
                    <a:pt x="1040" y="2048"/>
                  </a:cubicBezTo>
                  <a:lnTo>
                    <a:pt x="2395" y="2048"/>
                  </a:lnTo>
                  <a:cubicBezTo>
                    <a:pt x="2962" y="2048"/>
                    <a:pt x="3434" y="1576"/>
                    <a:pt x="3434" y="1040"/>
                  </a:cubicBezTo>
                  <a:cubicBezTo>
                    <a:pt x="3434" y="473"/>
                    <a:pt x="2962" y="0"/>
                    <a:pt x="239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82" name="Google Shape;10282;p74"/>
            <p:cNvSpPr/>
            <p:nvPr/>
          </p:nvSpPr>
          <p:spPr>
            <a:xfrm>
              <a:off x="-710975" y="3466700"/>
              <a:ext cx="196925" cy="51225"/>
            </a:xfrm>
            <a:custGeom>
              <a:avLst/>
              <a:gdLst/>
              <a:ahLst/>
              <a:cxnLst/>
              <a:rect l="l" t="t" r="r" b="b"/>
              <a:pathLst>
                <a:path w="7877" h="2049" extrusionOk="0">
                  <a:moveTo>
                    <a:pt x="1" y="1"/>
                  </a:moveTo>
                  <a:cubicBezTo>
                    <a:pt x="221" y="253"/>
                    <a:pt x="347" y="663"/>
                    <a:pt x="347" y="1009"/>
                  </a:cubicBezTo>
                  <a:cubicBezTo>
                    <a:pt x="347" y="1419"/>
                    <a:pt x="221" y="1765"/>
                    <a:pt x="1" y="2049"/>
                  </a:cubicBezTo>
                  <a:lnTo>
                    <a:pt x="6837" y="2049"/>
                  </a:lnTo>
                  <a:cubicBezTo>
                    <a:pt x="7404" y="2049"/>
                    <a:pt x="7877" y="1576"/>
                    <a:pt x="7877" y="1009"/>
                  </a:cubicBezTo>
                  <a:cubicBezTo>
                    <a:pt x="7877" y="474"/>
                    <a:pt x="7436" y="1"/>
                    <a:pt x="683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83" name="Google Shape;10283;p74"/>
            <p:cNvSpPr/>
            <p:nvPr/>
          </p:nvSpPr>
          <p:spPr>
            <a:xfrm>
              <a:off x="-667650" y="3312350"/>
              <a:ext cx="18125" cy="17350"/>
            </a:xfrm>
            <a:custGeom>
              <a:avLst/>
              <a:gdLst/>
              <a:ahLst/>
              <a:cxnLst/>
              <a:rect l="l" t="t" r="r" b="b"/>
              <a:pathLst>
                <a:path w="725" h="694" extrusionOk="0">
                  <a:moveTo>
                    <a:pt x="347" y="0"/>
                  </a:moveTo>
                  <a:cubicBezTo>
                    <a:pt x="158" y="0"/>
                    <a:pt x="0" y="158"/>
                    <a:pt x="0" y="347"/>
                  </a:cubicBezTo>
                  <a:cubicBezTo>
                    <a:pt x="0" y="567"/>
                    <a:pt x="158" y="693"/>
                    <a:pt x="347" y="693"/>
                  </a:cubicBezTo>
                  <a:cubicBezTo>
                    <a:pt x="536" y="693"/>
                    <a:pt x="725" y="536"/>
                    <a:pt x="725" y="347"/>
                  </a:cubicBezTo>
                  <a:cubicBezTo>
                    <a:pt x="725" y="158"/>
                    <a:pt x="536" y="0"/>
                    <a:pt x="3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84" name="Google Shape;10284;p74"/>
            <p:cNvSpPr/>
            <p:nvPr/>
          </p:nvSpPr>
          <p:spPr>
            <a:xfrm>
              <a:off x="-683400" y="3347775"/>
              <a:ext cx="48050" cy="16575"/>
            </a:xfrm>
            <a:custGeom>
              <a:avLst/>
              <a:gdLst/>
              <a:ahLst/>
              <a:cxnLst/>
              <a:rect l="l" t="t" r="r" b="b"/>
              <a:pathLst>
                <a:path w="1922" h="663" extrusionOk="0">
                  <a:moveTo>
                    <a:pt x="977" y="1"/>
                  </a:moveTo>
                  <a:cubicBezTo>
                    <a:pt x="567" y="1"/>
                    <a:pt x="158" y="253"/>
                    <a:pt x="0" y="662"/>
                  </a:cubicBezTo>
                  <a:lnTo>
                    <a:pt x="1922" y="662"/>
                  </a:lnTo>
                  <a:cubicBezTo>
                    <a:pt x="1796" y="253"/>
                    <a:pt x="1418" y="1"/>
                    <a:pt x="97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85" name="Google Shape;10285;p74"/>
            <p:cNvSpPr/>
            <p:nvPr/>
          </p:nvSpPr>
          <p:spPr>
            <a:xfrm>
              <a:off x="-735400" y="3261925"/>
              <a:ext cx="153625" cy="187875"/>
            </a:xfrm>
            <a:custGeom>
              <a:avLst/>
              <a:gdLst/>
              <a:ahLst/>
              <a:cxnLst/>
              <a:rect l="l" t="t" r="r" b="b"/>
              <a:pathLst>
                <a:path w="6145" h="7515" extrusionOk="0">
                  <a:moveTo>
                    <a:pt x="3025" y="1324"/>
                  </a:moveTo>
                  <a:cubicBezTo>
                    <a:pt x="3561" y="1324"/>
                    <a:pt x="4034" y="1796"/>
                    <a:pt x="4034" y="2364"/>
                  </a:cubicBezTo>
                  <a:cubicBezTo>
                    <a:pt x="4034" y="2553"/>
                    <a:pt x="3970" y="2742"/>
                    <a:pt x="3844" y="2962"/>
                  </a:cubicBezTo>
                  <a:cubicBezTo>
                    <a:pt x="4349" y="3277"/>
                    <a:pt x="4727" y="3781"/>
                    <a:pt x="4727" y="4443"/>
                  </a:cubicBezTo>
                  <a:cubicBezTo>
                    <a:pt x="4758" y="4632"/>
                    <a:pt x="4601" y="4789"/>
                    <a:pt x="4443" y="4789"/>
                  </a:cubicBezTo>
                  <a:lnTo>
                    <a:pt x="1671" y="4789"/>
                  </a:lnTo>
                  <a:cubicBezTo>
                    <a:pt x="1482" y="4789"/>
                    <a:pt x="1324" y="4632"/>
                    <a:pt x="1324" y="4443"/>
                  </a:cubicBezTo>
                  <a:cubicBezTo>
                    <a:pt x="1324" y="3813"/>
                    <a:pt x="1671" y="3277"/>
                    <a:pt x="2206" y="2962"/>
                  </a:cubicBezTo>
                  <a:cubicBezTo>
                    <a:pt x="2080" y="2805"/>
                    <a:pt x="1986" y="2584"/>
                    <a:pt x="1986" y="2364"/>
                  </a:cubicBezTo>
                  <a:cubicBezTo>
                    <a:pt x="1986" y="1796"/>
                    <a:pt x="2458" y="1324"/>
                    <a:pt x="3025" y="1324"/>
                  </a:cubicBezTo>
                  <a:close/>
                  <a:moveTo>
                    <a:pt x="1009" y="1"/>
                  </a:moveTo>
                  <a:cubicBezTo>
                    <a:pt x="473" y="1"/>
                    <a:pt x="1" y="473"/>
                    <a:pt x="1" y="1009"/>
                  </a:cubicBezTo>
                  <a:lnTo>
                    <a:pt x="1" y="5105"/>
                  </a:lnTo>
                  <a:cubicBezTo>
                    <a:pt x="1" y="5672"/>
                    <a:pt x="473" y="6144"/>
                    <a:pt x="1009" y="6144"/>
                  </a:cubicBezTo>
                  <a:lnTo>
                    <a:pt x="1954" y="6144"/>
                  </a:lnTo>
                  <a:lnTo>
                    <a:pt x="2773" y="7373"/>
                  </a:lnTo>
                  <a:cubicBezTo>
                    <a:pt x="2836" y="7467"/>
                    <a:pt x="2947" y="7515"/>
                    <a:pt x="3057" y="7515"/>
                  </a:cubicBezTo>
                  <a:cubicBezTo>
                    <a:pt x="3167" y="7515"/>
                    <a:pt x="3277" y="7467"/>
                    <a:pt x="3340" y="7373"/>
                  </a:cubicBezTo>
                  <a:lnTo>
                    <a:pt x="4160" y="6144"/>
                  </a:lnTo>
                  <a:lnTo>
                    <a:pt x="5105" y="6144"/>
                  </a:lnTo>
                  <a:cubicBezTo>
                    <a:pt x="5672" y="6144"/>
                    <a:pt x="6144" y="5672"/>
                    <a:pt x="6144" y="5105"/>
                  </a:cubicBezTo>
                  <a:lnTo>
                    <a:pt x="6144" y="1009"/>
                  </a:lnTo>
                  <a:cubicBezTo>
                    <a:pt x="6144" y="473"/>
                    <a:pt x="5672" y="1"/>
                    <a:pt x="510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86" name="Google Shape;10286;p74"/>
            <p:cNvSpPr/>
            <p:nvPr/>
          </p:nvSpPr>
          <p:spPr>
            <a:xfrm>
              <a:off x="-804700" y="3226500"/>
              <a:ext cx="118175" cy="170925"/>
            </a:xfrm>
            <a:custGeom>
              <a:avLst/>
              <a:gdLst/>
              <a:ahLst/>
              <a:cxnLst/>
              <a:rect l="l" t="t" r="r" b="b"/>
              <a:pathLst>
                <a:path w="4727" h="6837" extrusionOk="0">
                  <a:moveTo>
                    <a:pt x="1040" y="0"/>
                  </a:moveTo>
                  <a:cubicBezTo>
                    <a:pt x="473" y="0"/>
                    <a:pt x="0" y="473"/>
                    <a:pt x="0" y="1008"/>
                  </a:cubicBezTo>
                  <a:lnTo>
                    <a:pt x="0" y="4442"/>
                  </a:lnTo>
                  <a:cubicBezTo>
                    <a:pt x="0" y="5009"/>
                    <a:pt x="473" y="5450"/>
                    <a:pt x="1040" y="5450"/>
                  </a:cubicBezTo>
                  <a:cubicBezTo>
                    <a:pt x="1040" y="5450"/>
                    <a:pt x="1198" y="5986"/>
                    <a:pt x="1387" y="6490"/>
                  </a:cubicBezTo>
                  <a:cubicBezTo>
                    <a:pt x="1481" y="6679"/>
                    <a:pt x="1544" y="6837"/>
                    <a:pt x="1733" y="6837"/>
                  </a:cubicBezTo>
                  <a:cubicBezTo>
                    <a:pt x="1891" y="6837"/>
                    <a:pt x="1985" y="6774"/>
                    <a:pt x="2111" y="6648"/>
                  </a:cubicBezTo>
                  <a:lnTo>
                    <a:pt x="2111" y="6522"/>
                  </a:lnTo>
                  <a:lnTo>
                    <a:pt x="2111" y="2426"/>
                  </a:lnTo>
                  <a:cubicBezTo>
                    <a:pt x="2111" y="1481"/>
                    <a:pt x="2836" y="725"/>
                    <a:pt x="3781" y="725"/>
                  </a:cubicBezTo>
                  <a:lnTo>
                    <a:pt x="4726" y="725"/>
                  </a:lnTo>
                  <a:cubicBezTo>
                    <a:pt x="4569" y="284"/>
                    <a:pt x="4222" y="0"/>
                    <a:pt x="378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87" name="Google Shape;10287;p74"/>
            <p:cNvSpPr/>
            <p:nvPr/>
          </p:nvSpPr>
          <p:spPr>
            <a:xfrm>
              <a:off x="-630625" y="3226500"/>
              <a:ext cx="118150" cy="170950"/>
            </a:xfrm>
            <a:custGeom>
              <a:avLst/>
              <a:gdLst/>
              <a:ahLst/>
              <a:cxnLst/>
              <a:rect l="l" t="t" r="r" b="b"/>
              <a:pathLst>
                <a:path w="4726" h="6838" extrusionOk="0">
                  <a:moveTo>
                    <a:pt x="945" y="0"/>
                  </a:moveTo>
                  <a:cubicBezTo>
                    <a:pt x="536" y="0"/>
                    <a:pt x="126" y="284"/>
                    <a:pt x="0" y="662"/>
                  </a:cubicBezTo>
                  <a:lnTo>
                    <a:pt x="945" y="662"/>
                  </a:lnTo>
                  <a:cubicBezTo>
                    <a:pt x="1890" y="662"/>
                    <a:pt x="2646" y="1418"/>
                    <a:pt x="2646" y="2363"/>
                  </a:cubicBezTo>
                  <a:lnTo>
                    <a:pt x="2646" y="6490"/>
                  </a:lnTo>
                  <a:lnTo>
                    <a:pt x="2646" y="6616"/>
                  </a:lnTo>
                  <a:cubicBezTo>
                    <a:pt x="2766" y="6736"/>
                    <a:pt x="2868" y="6838"/>
                    <a:pt x="2993" y="6838"/>
                  </a:cubicBezTo>
                  <a:cubicBezTo>
                    <a:pt x="3032" y="6838"/>
                    <a:pt x="3074" y="6828"/>
                    <a:pt x="3119" y="6805"/>
                  </a:cubicBezTo>
                  <a:cubicBezTo>
                    <a:pt x="3245" y="6774"/>
                    <a:pt x="3277" y="6616"/>
                    <a:pt x="3308" y="6490"/>
                  </a:cubicBezTo>
                  <a:cubicBezTo>
                    <a:pt x="3497" y="6017"/>
                    <a:pt x="3686" y="5482"/>
                    <a:pt x="3686" y="5482"/>
                  </a:cubicBezTo>
                  <a:cubicBezTo>
                    <a:pt x="4222" y="5482"/>
                    <a:pt x="4694" y="5009"/>
                    <a:pt x="4694" y="4442"/>
                  </a:cubicBezTo>
                  <a:lnTo>
                    <a:pt x="4694" y="1008"/>
                  </a:lnTo>
                  <a:cubicBezTo>
                    <a:pt x="4726" y="473"/>
                    <a:pt x="4253" y="0"/>
                    <a:pt x="371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288" name="Google Shape;10288;p74"/>
          <p:cNvGrpSpPr/>
          <p:nvPr/>
        </p:nvGrpSpPr>
        <p:grpSpPr>
          <a:xfrm>
            <a:off x="4026413" y="2251530"/>
            <a:ext cx="561033" cy="561081"/>
            <a:chOff x="-5251625" y="3272950"/>
            <a:chExt cx="292225" cy="292250"/>
          </a:xfrm>
        </p:grpSpPr>
        <p:sp>
          <p:nvSpPr>
            <p:cNvPr id="10289" name="Google Shape;10289;p74"/>
            <p:cNvSpPr/>
            <p:nvPr/>
          </p:nvSpPr>
          <p:spPr>
            <a:xfrm>
              <a:off x="-5156325" y="3462775"/>
              <a:ext cx="33900" cy="33100"/>
            </a:xfrm>
            <a:custGeom>
              <a:avLst/>
              <a:gdLst/>
              <a:ahLst/>
              <a:cxnLst/>
              <a:rect l="l" t="t" r="r" b="b"/>
              <a:pathLst>
                <a:path w="1356" h="1324" extrusionOk="0">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90" name="Google Shape;10290;p74"/>
            <p:cNvSpPr/>
            <p:nvPr/>
          </p:nvSpPr>
          <p:spPr>
            <a:xfrm>
              <a:off x="-5251625" y="3272950"/>
              <a:ext cx="292225" cy="292250"/>
            </a:xfrm>
            <a:custGeom>
              <a:avLst/>
              <a:gdLst/>
              <a:ahLst/>
              <a:cxnLst/>
              <a:rect l="l" t="t" r="r" b="b"/>
              <a:pathLst>
                <a:path w="11689" h="11690" extrusionOk="0">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91" name="Google Shape;10291;p74"/>
            <p:cNvSpPr/>
            <p:nvPr/>
          </p:nvSpPr>
          <p:spPr>
            <a:xfrm>
              <a:off x="-5011400" y="3350150"/>
              <a:ext cx="33900" cy="33875"/>
            </a:xfrm>
            <a:custGeom>
              <a:avLst/>
              <a:gdLst/>
              <a:ahLst/>
              <a:cxnLst/>
              <a:rect l="l" t="t" r="r" b="b"/>
              <a:pathLst>
                <a:path w="1356" h="1355" extrusionOk="0">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292" name="Google Shape;10292;p74"/>
          <p:cNvGrpSpPr/>
          <p:nvPr/>
        </p:nvGrpSpPr>
        <p:grpSpPr>
          <a:xfrm>
            <a:off x="4021876" y="2939132"/>
            <a:ext cx="570104" cy="561801"/>
            <a:chOff x="-5254775" y="3631325"/>
            <a:chExt cx="296950" cy="292625"/>
          </a:xfrm>
        </p:grpSpPr>
        <p:sp>
          <p:nvSpPr>
            <p:cNvPr id="10293" name="Google Shape;10293;p74"/>
            <p:cNvSpPr/>
            <p:nvPr/>
          </p:nvSpPr>
          <p:spPr>
            <a:xfrm>
              <a:off x="-5246900" y="3766400"/>
              <a:ext cx="58300" cy="55150"/>
            </a:xfrm>
            <a:custGeom>
              <a:avLst/>
              <a:gdLst/>
              <a:ahLst/>
              <a:cxnLst/>
              <a:rect l="l" t="t" r="r" b="b"/>
              <a:pathLst>
                <a:path w="2332" h="2206" extrusionOk="0">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94" name="Google Shape;10294;p74"/>
            <p:cNvSpPr/>
            <p:nvPr/>
          </p:nvSpPr>
          <p:spPr>
            <a:xfrm>
              <a:off x="-5216175" y="3795550"/>
              <a:ext cx="58300" cy="55950"/>
            </a:xfrm>
            <a:custGeom>
              <a:avLst/>
              <a:gdLst/>
              <a:ahLst/>
              <a:cxnLst/>
              <a:rect l="l" t="t" r="r" b="b"/>
              <a:pathLst>
                <a:path w="2332" h="2238" extrusionOk="0">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95" name="Google Shape;10295;p74"/>
            <p:cNvSpPr/>
            <p:nvPr/>
          </p:nvSpPr>
          <p:spPr>
            <a:xfrm>
              <a:off x="-5185475" y="3826250"/>
              <a:ext cx="57525" cy="55750"/>
            </a:xfrm>
            <a:custGeom>
              <a:avLst/>
              <a:gdLst/>
              <a:ahLst/>
              <a:cxnLst/>
              <a:rect l="l" t="t" r="r" b="b"/>
              <a:pathLst>
                <a:path w="2301" h="2230" extrusionOk="0">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96" name="Google Shape;10296;p74"/>
            <p:cNvSpPr/>
            <p:nvPr/>
          </p:nvSpPr>
          <p:spPr>
            <a:xfrm>
              <a:off x="-5156325" y="3856375"/>
              <a:ext cx="58300" cy="55750"/>
            </a:xfrm>
            <a:custGeom>
              <a:avLst/>
              <a:gdLst/>
              <a:ahLst/>
              <a:cxnLst/>
              <a:rect l="l" t="t" r="r" b="b"/>
              <a:pathLst>
                <a:path w="2332" h="2230" extrusionOk="0">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97" name="Google Shape;10297;p74"/>
            <p:cNvSpPr/>
            <p:nvPr/>
          </p:nvSpPr>
          <p:spPr>
            <a:xfrm>
              <a:off x="-5105925" y="3886525"/>
              <a:ext cx="37050" cy="37425"/>
            </a:xfrm>
            <a:custGeom>
              <a:avLst/>
              <a:gdLst/>
              <a:ahLst/>
              <a:cxnLst/>
              <a:rect l="l" t="t" r="r" b="b"/>
              <a:pathLst>
                <a:path w="1482" h="1497" extrusionOk="0">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98" name="Google Shape;10298;p74"/>
            <p:cNvSpPr/>
            <p:nvPr/>
          </p:nvSpPr>
          <p:spPr>
            <a:xfrm>
              <a:off x="-5254775" y="3648050"/>
              <a:ext cx="278050" cy="248325"/>
            </a:xfrm>
            <a:custGeom>
              <a:avLst/>
              <a:gdLst/>
              <a:ahLst/>
              <a:cxnLst/>
              <a:rect l="l" t="t" r="r" b="b"/>
              <a:pathLst>
                <a:path w="11122" h="9933" extrusionOk="0">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299" name="Google Shape;10299;p74"/>
            <p:cNvSpPr/>
            <p:nvPr/>
          </p:nvSpPr>
          <p:spPr>
            <a:xfrm>
              <a:off x="-5163425" y="3631325"/>
              <a:ext cx="205600" cy="150450"/>
            </a:xfrm>
            <a:custGeom>
              <a:avLst/>
              <a:gdLst/>
              <a:ahLst/>
              <a:cxnLst/>
              <a:rect l="l" t="t" r="r" b="b"/>
              <a:pathLst>
                <a:path w="8224" h="6018" extrusionOk="0">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300" name="Google Shape;10300;p74"/>
          <p:cNvGrpSpPr/>
          <p:nvPr/>
        </p:nvGrpSpPr>
        <p:grpSpPr>
          <a:xfrm>
            <a:off x="4043021" y="3675028"/>
            <a:ext cx="559545" cy="561033"/>
            <a:chOff x="-5251625" y="3991275"/>
            <a:chExt cx="291450" cy="292225"/>
          </a:xfrm>
        </p:grpSpPr>
        <p:sp>
          <p:nvSpPr>
            <p:cNvPr id="10301" name="Google Shape;10301;p74"/>
            <p:cNvSpPr/>
            <p:nvPr/>
          </p:nvSpPr>
          <p:spPr>
            <a:xfrm>
              <a:off x="-5179950" y="4198400"/>
              <a:ext cx="145725" cy="85100"/>
            </a:xfrm>
            <a:custGeom>
              <a:avLst/>
              <a:gdLst/>
              <a:ahLst/>
              <a:cxnLst/>
              <a:rect l="l" t="t" r="r" b="b"/>
              <a:pathLst>
                <a:path w="5829" h="3404" extrusionOk="0">
                  <a:moveTo>
                    <a:pt x="0" y="1"/>
                  </a:moveTo>
                  <a:lnTo>
                    <a:pt x="504" y="3151"/>
                  </a:lnTo>
                  <a:cubicBezTo>
                    <a:pt x="567" y="3309"/>
                    <a:pt x="662" y="3403"/>
                    <a:pt x="883" y="3403"/>
                  </a:cubicBezTo>
                  <a:lnTo>
                    <a:pt x="4978" y="3403"/>
                  </a:lnTo>
                  <a:cubicBezTo>
                    <a:pt x="5136" y="3403"/>
                    <a:pt x="5293" y="3309"/>
                    <a:pt x="5325" y="3151"/>
                  </a:cubicBezTo>
                  <a:lnTo>
                    <a:pt x="582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02" name="Google Shape;10302;p74"/>
            <p:cNvSpPr/>
            <p:nvPr/>
          </p:nvSpPr>
          <p:spPr>
            <a:xfrm>
              <a:off x="-5203575" y="4129100"/>
              <a:ext cx="196925" cy="51225"/>
            </a:xfrm>
            <a:custGeom>
              <a:avLst/>
              <a:gdLst/>
              <a:ahLst/>
              <a:cxnLst/>
              <a:rect l="l" t="t" r="r" b="b"/>
              <a:pathLst>
                <a:path w="7877" h="2049" extrusionOk="0">
                  <a:moveTo>
                    <a:pt x="1229" y="1"/>
                  </a:moveTo>
                  <a:cubicBezTo>
                    <a:pt x="504" y="1"/>
                    <a:pt x="0" y="662"/>
                    <a:pt x="284" y="1387"/>
                  </a:cubicBezTo>
                  <a:cubicBezTo>
                    <a:pt x="284" y="1702"/>
                    <a:pt x="567" y="1922"/>
                    <a:pt x="882" y="2017"/>
                  </a:cubicBezTo>
                  <a:cubicBezTo>
                    <a:pt x="945" y="2048"/>
                    <a:pt x="1071" y="2048"/>
                    <a:pt x="1197" y="2048"/>
                  </a:cubicBezTo>
                  <a:lnTo>
                    <a:pt x="6648" y="2048"/>
                  </a:lnTo>
                  <a:cubicBezTo>
                    <a:pt x="6774" y="2048"/>
                    <a:pt x="6868" y="2017"/>
                    <a:pt x="6963" y="2017"/>
                  </a:cubicBezTo>
                  <a:cubicBezTo>
                    <a:pt x="7278" y="1922"/>
                    <a:pt x="7530" y="1702"/>
                    <a:pt x="7656" y="1387"/>
                  </a:cubicBezTo>
                  <a:cubicBezTo>
                    <a:pt x="7876" y="662"/>
                    <a:pt x="7372" y="1"/>
                    <a:pt x="6711"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03" name="Google Shape;10303;p74"/>
            <p:cNvSpPr/>
            <p:nvPr/>
          </p:nvSpPr>
          <p:spPr>
            <a:xfrm>
              <a:off x="-5251625" y="3991275"/>
              <a:ext cx="291450" cy="172500"/>
            </a:xfrm>
            <a:custGeom>
              <a:avLst/>
              <a:gdLst/>
              <a:ahLst/>
              <a:cxnLst/>
              <a:rect l="l" t="t" r="r" b="b"/>
              <a:pathLst>
                <a:path w="11658" h="6900" extrusionOk="0">
                  <a:moveTo>
                    <a:pt x="1009" y="0"/>
                  </a:moveTo>
                  <a:cubicBezTo>
                    <a:pt x="473" y="0"/>
                    <a:pt x="0" y="473"/>
                    <a:pt x="0" y="1040"/>
                  </a:cubicBezTo>
                  <a:lnTo>
                    <a:pt x="0" y="5829"/>
                  </a:lnTo>
                  <a:cubicBezTo>
                    <a:pt x="0" y="6396"/>
                    <a:pt x="473" y="6900"/>
                    <a:pt x="1009" y="6900"/>
                  </a:cubicBezTo>
                  <a:lnTo>
                    <a:pt x="1418" y="6900"/>
                  </a:lnTo>
                  <a:cubicBezTo>
                    <a:pt x="1387" y="6774"/>
                    <a:pt x="1387" y="6648"/>
                    <a:pt x="1387" y="6553"/>
                  </a:cubicBezTo>
                  <a:cubicBezTo>
                    <a:pt x="1387" y="5608"/>
                    <a:pt x="2111" y="4852"/>
                    <a:pt x="3056" y="4852"/>
                  </a:cubicBezTo>
                  <a:lnTo>
                    <a:pt x="3781" y="4852"/>
                  </a:lnTo>
                  <a:cubicBezTo>
                    <a:pt x="3907" y="4285"/>
                    <a:pt x="4254" y="3875"/>
                    <a:pt x="4726" y="3623"/>
                  </a:cubicBezTo>
                  <a:cubicBezTo>
                    <a:pt x="4537" y="3371"/>
                    <a:pt x="4411" y="3119"/>
                    <a:pt x="4411" y="2773"/>
                  </a:cubicBezTo>
                  <a:cubicBezTo>
                    <a:pt x="4411" y="2016"/>
                    <a:pt x="5041" y="1386"/>
                    <a:pt x="5797" y="1386"/>
                  </a:cubicBezTo>
                  <a:cubicBezTo>
                    <a:pt x="6522" y="1386"/>
                    <a:pt x="7152" y="2016"/>
                    <a:pt x="7152" y="2773"/>
                  </a:cubicBezTo>
                  <a:cubicBezTo>
                    <a:pt x="7152" y="3088"/>
                    <a:pt x="7058" y="3403"/>
                    <a:pt x="6837" y="3623"/>
                  </a:cubicBezTo>
                  <a:cubicBezTo>
                    <a:pt x="7310" y="3875"/>
                    <a:pt x="7688" y="4285"/>
                    <a:pt x="7782" y="4852"/>
                  </a:cubicBezTo>
                  <a:lnTo>
                    <a:pt x="8507" y="4852"/>
                  </a:lnTo>
                  <a:cubicBezTo>
                    <a:pt x="9452" y="4852"/>
                    <a:pt x="10208" y="5608"/>
                    <a:pt x="10208" y="6553"/>
                  </a:cubicBezTo>
                  <a:cubicBezTo>
                    <a:pt x="10208" y="6648"/>
                    <a:pt x="10208" y="6774"/>
                    <a:pt x="10145" y="6900"/>
                  </a:cubicBezTo>
                  <a:lnTo>
                    <a:pt x="10586" y="6900"/>
                  </a:lnTo>
                  <a:cubicBezTo>
                    <a:pt x="11153" y="6900"/>
                    <a:pt x="11626" y="6427"/>
                    <a:pt x="11626" y="5829"/>
                  </a:cubicBezTo>
                  <a:lnTo>
                    <a:pt x="11626" y="1040"/>
                  </a:lnTo>
                  <a:cubicBezTo>
                    <a:pt x="11657" y="473"/>
                    <a:pt x="11185" y="0"/>
                    <a:pt x="1061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04" name="Google Shape;10304;p74"/>
            <p:cNvSpPr/>
            <p:nvPr/>
          </p:nvSpPr>
          <p:spPr>
            <a:xfrm>
              <a:off x="-5139775" y="4096025"/>
              <a:ext cx="65400" cy="17350"/>
            </a:xfrm>
            <a:custGeom>
              <a:avLst/>
              <a:gdLst/>
              <a:ahLst/>
              <a:cxnLst/>
              <a:rect l="l" t="t" r="r" b="b"/>
              <a:pathLst>
                <a:path w="2616" h="694" extrusionOk="0">
                  <a:moveTo>
                    <a:pt x="1008" y="0"/>
                  </a:moveTo>
                  <a:cubicBezTo>
                    <a:pt x="567" y="0"/>
                    <a:pt x="158" y="315"/>
                    <a:pt x="0" y="693"/>
                  </a:cubicBezTo>
                  <a:lnTo>
                    <a:pt x="2615" y="693"/>
                  </a:lnTo>
                  <a:cubicBezTo>
                    <a:pt x="2489" y="252"/>
                    <a:pt x="2111" y="0"/>
                    <a:pt x="167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05" name="Google Shape;10305;p74"/>
            <p:cNvSpPr/>
            <p:nvPr/>
          </p:nvSpPr>
          <p:spPr>
            <a:xfrm>
              <a:off x="-5122450" y="4044825"/>
              <a:ext cx="33100" cy="33100"/>
            </a:xfrm>
            <a:custGeom>
              <a:avLst/>
              <a:gdLst/>
              <a:ahLst/>
              <a:cxnLst/>
              <a:rect l="l" t="t" r="r" b="b"/>
              <a:pathLst>
                <a:path w="1324" h="1324" extrusionOk="0">
                  <a:moveTo>
                    <a:pt x="662" y="0"/>
                  </a:moveTo>
                  <a:cubicBezTo>
                    <a:pt x="252" y="0"/>
                    <a:pt x="0" y="316"/>
                    <a:pt x="0" y="662"/>
                  </a:cubicBezTo>
                  <a:cubicBezTo>
                    <a:pt x="0" y="1009"/>
                    <a:pt x="315" y="1324"/>
                    <a:pt x="662" y="1324"/>
                  </a:cubicBezTo>
                  <a:cubicBezTo>
                    <a:pt x="1008" y="1324"/>
                    <a:pt x="1323" y="1009"/>
                    <a:pt x="1323" y="662"/>
                  </a:cubicBezTo>
                  <a:cubicBezTo>
                    <a:pt x="1323" y="253"/>
                    <a:pt x="1008" y="0"/>
                    <a:pt x="66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306" name="Google Shape;10306;p74"/>
          <p:cNvGrpSpPr/>
          <p:nvPr/>
        </p:nvGrpSpPr>
        <p:grpSpPr>
          <a:xfrm>
            <a:off x="7697131" y="2252321"/>
            <a:ext cx="426499" cy="559497"/>
            <a:chOff x="-3365275" y="3253275"/>
            <a:chExt cx="222150" cy="291425"/>
          </a:xfrm>
        </p:grpSpPr>
        <p:sp>
          <p:nvSpPr>
            <p:cNvPr id="10307" name="Google Shape;10307;p74"/>
            <p:cNvSpPr/>
            <p:nvPr/>
          </p:nvSpPr>
          <p:spPr>
            <a:xfrm>
              <a:off x="-3365275" y="3253275"/>
              <a:ext cx="222150" cy="291425"/>
            </a:xfrm>
            <a:custGeom>
              <a:avLst/>
              <a:gdLst/>
              <a:ahLst/>
              <a:cxnLst/>
              <a:rect l="l" t="t" r="r" b="b"/>
              <a:pathLst>
                <a:path w="8886" h="11657" extrusionOk="0">
                  <a:moveTo>
                    <a:pt x="5861" y="662"/>
                  </a:moveTo>
                  <a:cubicBezTo>
                    <a:pt x="6302" y="662"/>
                    <a:pt x="6302" y="1323"/>
                    <a:pt x="5861" y="1323"/>
                  </a:cubicBezTo>
                  <a:lnTo>
                    <a:pt x="3120" y="1323"/>
                  </a:lnTo>
                  <a:cubicBezTo>
                    <a:pt x="2647" y="1323"/>
                    <a:pt x="2647" y="662"/>
                    <a:pt x="3120" y="662"/>
                  </a:cubicBezTo>
                  <a:close/>
                  <a:moveTo>
                    <a:pt x="7215" y="3466"/>
                  </a:moveTo>
                  <a:cubicBezTo>
                    <a:pt x="7625" y="3466"/>
                    <a:pt x="7625" y="4127"/>
                    <a:pt x="7215" y="4127"/>
                  </a:cubicBezTo>
                  <a:lnTo>
                    <a:pt x="4443" y="4127"/>
                  </a:lnTo>
                  <a:cubicBezTo>
                    <a:pt x="4002" y="4127"/>
                    <a:pt x="3970" y="3466"/>
                    <a:pt x="4443" y="3466"/>
                  </a:cubicBezTo>
                  <a:close/>
                  <a:moveTo>
                    <a:pt x="3101" y="2795"/>
                  </a:moveTo>
                  <a:cubicBezTo>
                    <a:pt x="3360" y="2795"/>
                    <a:pt x="3582" y="3129"/>
                    <a:pt x="3340" y="3371"/>
                  </a:cubicBezTo>
                  <a:lnTo>
                    <a:pt x="2899" y="3812"/>
                  </a:lnTo>
                  <a:lnTo>
                    <a:pt x="3340" y="4253"/>
                  </a:lnTo>
                  <a:cubicBezTo>
                    <a:pt x="3582" y="4495"/>
                    <a:pt x="3360" y="4830"/>
                    <a:pt x="3101" y="4830"/>
                  </a:cubicBezTo>
                  <a:cubicBezTo>
                    <a:pt x="3023" y="4830"/>
                    <a:pt x="2941" y="4799"/>
                    <a:pt x="2868" y="4726"/>
                  </a:cubicBezTo>
                  <a:lnTo>
                    <a:pt x="2427" y="4285"/>
                  </a:lnTo>
                  <a:lnTo>
                    <a:pt x="2017" y="4726"/>
                  </a:lnTo>
                  <a:cubicBezTo>
                    <a:pt x="1944" y="4799"/>
                    <a:pt x="1862" y="4830"/>
                    <a:pt x="1784" y="4830"/>
                  </a:cubicBezTo>
                  <a:cubicBezTo>
                    <a:pt x="1525" y="4830"/>
                    <a:pt x="1303" y="4495"/>
                    <a:pt x="1545" y="4253"/>
                  </a:cubicBezTo>
                  <a:lnTo>
                    <a:pt x="1954" y="3812"/>
                  </a:lnTo>
                  <a:lnTo>
                    <a:pt x="1545" y="3371"/>
                  </a:lnTo>
                  <a:cubicBezTo>
                    <a:pt x="1303" y="3129"/>
                    <a:pt x="1525" y="2795"/>
                    <a:pt x="1784" y="2795"/>
                  </a:cubicBezTo>
                  <a:cubicBezTo>
                    <a:pt x="1862" y="2795"/>
                    <a:pt x="1944" y="2825"/>
                    <a:pt x="2017" y="2899"/>
                  </a:cubicBezTo>
                  <a:lnTo>
                    <a:pt x="2427" y="3340"/>
                  </a:lnTo>
                  <a:lnTo>
                    <a:pt x="2868" y="2899"/>
                  </a:lnTo>
                  <a:cubicBezTo>
                    <a:pt x="2941" y="2825"/>
                    <a:pt x="3023" y="2795"/>
                    <a:pt x="3101" y="2795"/>
                  </a:cubicBezTo>
                  <a:close/>
                  <a:moveTo>
                    <a:pt x="7242" y="6206"/>
                  </a:moveTo>
                  <a:cubicBezTo>
                    <a:pt x="7625" y="6206"/>
                    <a:pt x="7616" y="6868"/>
                    <a:pt x="7215" y="6868"/>
                  </a:cubicBezTo>
                  <a:lnTo>
                    <a:pt x="4443" y="6868"/>
                  </a:lnTo>
                  <a:cubicBezTo>
                    <a:pt x="4002" y="6868"/>
                    <a:pt x="3970" y="6207"/>
                    <a:pt x="4443" y="6207"/>
                  </a:cubicBezTo>
                  <a:lnTo>
                    <a:pt x="7215" y="6207"/>
                  </a:lnTo>
                  <a:cubicBezTo>
                    <a:pt x="7225" y="6206"/>
                    <a:pt x="7233" y="6206"/>
                    <a:pt x="7242" y="6206"/>
                  </a:cubicBezTo>
                  <a:close/>
                  <a:moveTo>
                    <a:pt x="3101" y="5504"/>
                  </a:moveTo>
                  <a:cubicBezTo>
                    <a:pt x="3360" y="5504"/>
                    <a:pt x="3582" y="5839"/>
                    <a:pt x="3340" y="6081"/>
                  </a:cubicBezTo>
                  <a:lnTo>
                    <a:pt x="2899" y="6522"/>
                  </a:lnTo>
                  <a:lnTo>
                    <a:pt x="3340" y="6963"/>
                  </a:lnTo>
                  <a:cubicBezTo>
                    <a:pt x="3582" y="7205"/>
                    <a:pt x="3360" y="7539"/>
                    <a:pt x="3101" y="7539"/>
                  </a:cubicBezTo>
                  <a:cubicBezTo>
                    <a:pt x="3023" y="7539"/>
                    <a:pt x="2941" y="7509"/>
                    <a:pt x="2868" y="7435"/>
                  </a:cubicBezTo>
                  <a:lnTo>
                    <a:pt x="2427" y="6994"/>
                  </a:lnTo>
                  <a:lnTo>
                    <a:pt x="2017" y="7435"/>
                  </a:lnTo>
                  <a:cubicBezTo>
                    <a:pt x="1944" y="7509"/>
                    <a:pt x="1862" y="7539"/>
                    <a:pt x="1784" y="7539"/>
                  </a:cubicBezTo>
                  <a:cubicBezTo>
                    <a:pt x="1525" y="7539"/>
                    <a:pt x="1303" y="7205"/>
                    <a:pt x="1545" y="6963"/>
                  </a:cubicBezTo>
                  <a:lnTo>
                    <a:pt x="1954" y="6522"/>
                  </a:lnTo>
                  <a:lnTo>
                    <a:pt x="1545" y="6081"/>
                  </a:lnTo>
                  <a:cubicBezTo>
                    <a:pt x="1303" y="5839"/>
                    <a:pt x="1525" y="5504"/>
                    <a:pt x="1784" y="5504"/>
                  </a:cubicBezTo>
                  <a:cubicBezTo>
                    <a:pt x="1862" y="5504"/>
                    <a:pt x="1944" y="5535"/>
                    <a:pt x="2017" y="5608"/>
                  </a:cubicBezTo>
                  <a:lnTo>
                    <a:pt x="2427" y="6049"/>
                  </a:lnTo>
                  <a:lnTo>
                    <a:pt x="2868" y="5608"/>
                  </a:lnTo>
                  <a:cubicBezTo>
                    <a:pt x="2941" y="5535"/>
                    <a:pt x="3023" y="5504"/>
                    <a:pt x="3101" y="5504"/>
                  </a:cubicBezTo>
                  <a:close/>
                  <a:moveTo>
                    <a:pt x="7215" y="8916"/>
                  </a:moveTo>
                  <a:cubicBezTo>
                    <a:pt x="7625" y="8916"/>
                    <a:pt x="7625" y="9609"/>
                    <a:pt x="7215" y="9609"/>
                  </a:cubicBezTo>
                  <a:lnTo>
                    <a:pt x="4443" y="9609"/>
                  </a:lnTo>
                  <a:cubicBezTo>
                    <a:pt x="4002" y="9609"/>
                    <a:pt x="3970" y="8916"/>
                    <a:pt x="4443" y="8916"/>
                  </a:cubicBezTo>
                  <a:close/>
                  <a:moveTo>
                    <a:pt x="2395" y="8254"/>
                  </a:moveTo>
                  <a:cubicBezTo>
                    <a:pt x="2962" y="8254"/>
                    <a:pt x="3435" y="8727"/>
                    <a:pt x="3435" y="9263"/>
                  </a:cubicBezTo>
                  <a:cubicBezTo>
                    <a:pt x="3435" y="9830"/>
                    <a:pt x="2994" y="10302"/>
                    <a:pt x="2395" y="10302"/>
                  </a:cubicBezTo>
                  <a:cubicBezTo>
                    <a:pt x="1860" y="10302"/>
                    <a:pt x="1387" y="9830"/>
                    <a:pt x="1387" y="9263"/>
                  </a:cubicBezTo>
                  <a:cubicBezTo>
                    <a:pt x="1387" y="8727"/>
                    <a:pt x="1860" y="8254"/>
                    <a:pt x="2395" y="8254"/>
                  </a:cubicBezTo>
                  <a:close/>
                  <a:moveTo>
                    <a:pt x="3057" y="0"/>
                  </a:moveTo>
                  <a:cubicBezTo>
                    <a:pt x="2647" y="0"/>
                    <a:pt x="2238" y="252"/>
                    <a:pt x="2112" y="662"/>
                  </a:cubicBezTo>
                  <a:lnTo>
                    <a:pt x="1009" y="662"/>
                  </a:lnTo>
                  <a:cubicBezTo>
                    <a:pt x="473" y="662"/>
                    <a:pt x="1" y="1134"/>
                    <a:pt x="1" y="1670"/>
                  </a:cubicBezTo>
                  <a:lnTo>
                    <a:pt x="1" y="10617"/>
                  </a:lnTo>
                  <a:cubicBezTo>
                    <a:pt x="1" y="11153"/>
                    <a:pt x="473" y="11657"/>
                    <a:pt x="1009" y="11657"/>
                  </a:cubicBezTo>
                  <a:lnTo>
                    <a:pt x="7877" y="11657"/>
                  </a:lnTo>
                  <a:cubicBezTo>
                    <a:pt x="8413" y="11657"/>
                    <a:pt x="8885" y="11184"/>
                    <a:pt x="8885" y="10617"/>
                  </a:cubicBezTo>
                  <a:lnTo>
                    <a:pt x="8885" y="1670"/>
                  </a:lnTo>
                  <a:cubicBezTo>
                    <a:pt x="8885" y="1134"/>
                    <a:pt x="8476" y="662"/>
                    <a:pt x="7877" y="662"/>
                  </a:cubicBezTo>
                  <a:lnTo>
                    <a:pt x="6774" y="662"/>
                  </a:lnTo>
                  <a:cubicBezTo>
                    <a:pt x="6617" y="252"/>
                    <a:pt x="6270" y="0"/>
                    <a:pt x="5829"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08" name="Google Shape;10308;p74"/>
            <p:cNvSpPr/>
            <p:nvPr/>
          </p:nvSpPr>
          <p:spPr>
            <a:xfrm>
              <a:off x="-3314075" y="3476175"/>
              <a:ext cx="17350" cy="18125"/>
            </a:xfrm>
            <a:custGeom>
              <a:avLst/>
              <a:gdLst/>
              <a:ahLst/>
              <a:cxnLst/>
              <a:rect l="l" t="t" r="r" b="b"/>
              <a:pathLst>
                <a:path w="694" h="725" extrusionOk="0">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309" name="Google Shape;10309;p74"/>
          <p:cNvGrpSpPr/>
          <p:nvPr/>
        </p:nvGrpSpPr>
        <p:grpSpPr>
          <a:xfrm>
            <a:off x="7662382" y="2938745"/>
            <a:ext cx="495997" cy="562569"/>
            <a:chOff x="-3383375" y="3611625"/>
            <a:chExt cx="258350" cy="293025"/>
          </a:xfrm>
        </p:grpSpPr>
        <p:sp>
          <p:nvSpPr>
            <p:cNvPr id="10310" name="Google Shape;10310;p74"/>
            <p:cNvSpPr/>
            <p:nvPr/>
          </p:nvSpPr>
          <p:spPr>
            <a:xfrm>
              <a:off x="-3383375" y="3611625"/>
              <a:ext cx="258350" cy="85175"/>
            </a:xfrm>
            <a:custGeom>
              <a:avLst/>
              <a:gdLst/>
              <a:ahLst/>
              <a:cxnLst/>
              <a:rect l="l" t="t" r="r" b="b"/>
              <a:pathLst>
                <a:path w="10334" h="3407" extrusionOk="0">
                  <a:moveTo>
                    <a:pt x="6049" y="694"/>
                  </a:moveTo>
                  <a:cubicBezTo>
                    <a:pt x="6207" y="694"/>
                    <a:pt x="6301" y="757"/>
                    <a:pt x="6364" y="946"/>
                  </a:cubicBezTo>
                  <a:lnTo>
                    <a:pt x="6522" y="1356"/>
                  </a:lnTo>
                  <a:lnTo>
                    <a:pt x="3781" y="1356"/>
                  </a:lnTo>
                  <a:lnTo>
                    <a:pt x="4001" y="946"/>
                  </a:lnTo>
                  <a:cubicBezTo>
                    <a:pt x="4033" y="788"/>
                    <a:pt x="4190" y="694"/>
                    <a:pt x="4316" y="694"/>
                  </a:cubicBezTo>
                  <a:close/>
                  <a:moveTo>
                    <a:pt x="4316" y="1"/>
                  </a:moveTo>
                  <a:cubicBezTo>
                    <a:pt x="3875" y="1"/>
                    <a:pt x="3466" y="253"/>
                    <a:pt x="3308" y="694"/>
                  </a:cubicBezTo>
                  <a:lnTo>
                    <a:pt x="3088" y="1356"/>
                  </a:lnTo>
                  <a:lnTo>
                    <a:pt x="1040" y="1356"/>
                  </a:lnTo>
                  <a:cubicBezTo>
                    <a:pt x="473" y="1356"/>
                    <a:pt x="0" y="1828"/>
                    <a:pt x="0" y="2395"/>
                  </a:cubicBezTo>
                  <a:lnTo>
                    <a:pt x="0" y="3057"/>
                  </a:lnTo>
                  <a:cubicBezTo>
                    <a:pt x="0" y="3370"/>
                    <a:pt x="221" y="3407"/>
                    <a:pt x="480" y="3407"/>
                  </a:cubicBezTo>
                  <a:cubicBezTo>
                    <a:pt x="560" y="3407"/>
                    <a:pt x="643" y="3403"/>
                    <a:pt x="725" y="3403"/>
                  </a:cubicBezTo>
                  <a:lnTo>
                    <a:pt x="9924" y="3403"/>
                  </a:lnTo>
                  <a:cubicBezTo>
                    <a:pt x="10145" y="3403"/>
                    <a:pt x="10302" y="3246"/>
                    <a:pt x="10302" y="3057"/>
                  </a:cubicBezTo>
                  <a:lnTo>
                    <a:pt x="10302" y="2395"/>
                  </a:lnTo>
                  <a:cubicBezTo>
                    <a:pt x="10334" y="1828"/>
                    <a:pt x="9861" y="1356"/>
                    <a:pt x="9294" y="1356"/>
                  </a:cubicBezTo>
                  <a:lnTo>
                    <a:pt x="7246" y="1356"/>
                  </a:lnTo>
                  <a:lnTo>
                    <a:pt x="7026" y="694"/>
                  </a:lnTo>
                  <a:cubicBezTo>
                    <a:pt x="6868" y="253"/>
                    <a:pt x="6522" y="1"/>
                    <a:pt x="604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11" name="Google Shape;10311;p74"/>
            <p:cNvSpPr/>
            <p:nvPr/>
          </p:nvSpPr>
          <p:spPr>
            <a:xfrm>
              <a:off x="-3362900" y="3716375"/>
              <a:ext cx="218200" cy="188275"/>
            </a:xfrm>
            <a:custGeom>
              <a:avLst/>
              <a:gdLst/>
              <a:ahLst/>
              <a:cxnLst/>
              <a:rect l="l" t="t" r="r" b="b"/>
              <a:pathLst>
                <a:path w="8728" h="7531" extrusionOk="0">
                  <a:moveTo>
                    <a:pt x="2324" y="666"/>
                  </a:moveTo>
                  <a:cubicBezTo>
                    <a:pt x="2487" y="666"/>
                    <a:pt x="2647" y="777"/>
                    <a:pt x="2647" y="1009"/>
                  </a:cubicBezTo>
                  <a:lnTo>
                    <a:pt x="2647" y="5798"/>
                  </a:lnTo>
                  <a:cubicBezTo>
                    <a:pt x="2647" y="6022"/>
                    <a:pt x="2476" y="6141"/>
                    <a:pt x="2307" y="6141"/>
                  </a:cubicBezTo>
                  <a:cubicBezTo>
                    <a:pt x="2145" y="6141"/>
                    <a:pt x="1985" y="6030"/>
                    <a:pt x="1985" y="5798"/>
                  </a:cubicBezTo>
                  <a:lnTo>
                    <a:pt x="1985" y="1009"/>
                  </a:lnTo>
                  <a:cubicBezTo>
                    <a:pt x="1985" y="785"/>
                    <a:pt x="2156" y="666"/>
                    <a:pt x="2324" y="666"/>
                  </a:cubicBezTo>
                  <a:close/>
                  <a:moveTo>
                    <a:pt x="4372" y="666"/>
                  </a:moveTo>
                  <a:cubicBezTo>
                    <a:pt x="4535" y="666"/>
                    <a:pt x="4695" y="777"/>
                    <a:pt x="4695" y="1009"/>
                  </a:cubicBezTo>
                  <a:lnTo>
                    <a:pt x="4695" y="5798"/>
                  </a:lnTo>
                  <a:cubicBezTo>
                    <a:pt x="4695" y="6022"/>
                    <a:pt x="4523" y="6141"/>
                    <a:pt x="4355" y="6141"/>
                  </a:cubicBezTo>
                  <a:cubicBezTo>
                    <a:pt x="4193" y="6141"/>
                    <a:pt x="4033" y="6030"/>
                    <a:pt x="4033" y="5798"/>
                  </a:cubicBezTo>
                  <a:lnTo>
                    <a:pt x="4033" y="1009"/>
                  </a:lnTo>
                  <a:cubicBezTo>
                    <a:pt x="4033" y="785"/>
                    <a:pt x="4204" y="666"/>
                    <a:pt x="4372" y="666"/>
                  </a:cubicBezTo>
                  <a:close/>
                  <a:moveTo>
                    <a:pt x="6427" y="631"/>
                  </a:moveTo>
                  <a:cubicBezTo>
                    <a:pt x="6648" y="631"/>
                    <a:pt x="6805" y="789"/>
                    <a:pt x="6805" y="1009"/>
                  </a:cubicBezTo>
                  <a:lnTo>
                    <a:pt x="6805" y="5798"/>
                  </a:lnTo>
                  <a:cubicBezTo>
                    <a:pt x="6805" y="6022"/>
                    <a:pt x="6626" y="6141"/>
                    <a:pt x="6450" y="6141"/>
                  </a:cubicBezTo>
                  <a:cubicBezTo>
                    <a:pt x="6280" y="6141"/>
                    <a:pt x="6112" y="6030"/>
                    <a:pt x="6112" y="5798"/>
                  </a:cubicBezTo>
                  <a:lnTo>
                    <a:pt x="6112" y="1009"/>
                  </a:lnTo>
                  <a:lnTo>
                    <a:pt x="6081" y="1009"/>
                  </a:lnTo>
                  <a:cubicBezTo>
                    <a:pt x="6081" y="789"/>
                    <a:pt x="6238" y="631"/>
                    <a:pt x="6427" y="631"/>
                  </a:cubicBezTo>
                  <a:close/>
                  <a:moveTo>
                    <a:pt x="0" y="1"/>
                  </a:moveTo>
                  <a:lnTo>
                    <a:pt x="536" y="6585"/>
                  </a:lnTo>
                  <a:cubicBezTo>
                    <a:pt x="567" y="7121"/>
                    <a:pt x="1008" y="7531"/>
                    <a:pt x="1576" y="7531"/>
                  </a:cubicBezTo>
                  <a:lnTo>
                    <a:pt x="7152" y="7531"/>
                  </a:lnTo>
                  <a:cubicBezTo>
                    <a:pt x="7688" y="7531"/>
                    <a:pt x="8129" y="7121"/>
                    <a:pt x="8192" y="6585"/>
                  </a:cubicBezTo>
                  <a:lnTo>
                    <a:pt x="872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312" name="Google Shape;10312;p74"/>
          <p:cNvGrpSpPr/>
          <p:nvPr/>
        </p:nvGrpSpPr>
        <p:grpSpPr>
          <a:xfrm>
            <a:off x="7745514" y="3675769"/>
            <a:ext cx="361463" cy="559545"/>
            <a:chOff x="-3347950" y="3971575"/>
            <a:chExt cx="188275" cy="291450"/>
          </a:xfrm>
        </p:grpSpPr>
        <p:sp>
          <p:nvSpPr>
            <p:cNvPr id="10313" name="Google Shape;10313;p74"/>
            <p:cNvSpPr/>
            <p:nvPr/>
          </p:nvSpPr>
          <p:spPr>
            <a:xfrm>
              <a:off x="-3246325" y="4032225"/>
              <a:ext cx="29950" cy="42550"/>
            </a:xfrm>
            <a:custGeom>
              <a:avLst/>
              <a:gdLst/>
              <a:ahLst/>
              <a:cxnLst/>
              <a:rect l="l" t="t" r="r" b="b"/>
              <a:pathLst>
                <a:path w="1198" h="1702" extrusionOk="0">
                  <a:moveTo>
                    <a:pt x="347" y="0"/>
                  </a:moveTo>
                  <a:lnTo>
                    <a:pt x="0" y="536"/>
                  </a:lnTo>
                  <a:lnTo>
                    <a:pt x="599" y="1702"/>
                  </a:lnTo>
                  <a:lnTo>
                    <a:pt x="1197" y="1702"/>
                  </a:lnTo>
                  <a:lnTo>
                    <a:pt x="34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14" name="Google Shape;10314;p74"/>
            <p:cNvSpPr/>
            <p:nvPr/>
          </p:nvSpPr>
          <p:spPr>
            <a:xfrm>
              <a:off x="-3291225" y="4034575"/>
              <a:ext cx="40975" cy="40200"/>
            </a:xfrm>
            <a:custGeom>
              <a:avLst/>
              <a:gdLst/>
              <a:ahLst/>
              <a:cxnLst/>
              <a:rect l="l" t="t" r="r" b="b"/>
              <a:pathLst>
                <a:path w="1639" h="1608" extrusionOk="0">
                  <a:moveTo>
                    <a:pt x="819" y="1"/>
                  </a:moveTo>
                  <a:lnTo>
                    <a:pt x="0" y="1608"/>
                  </a:lnTo>
                  <a:lnTo>
                    <a:pt x="1639" y="1608"/>
                  </a:lnTo>
                  <a:lnTo>
                    <a:pt x="819"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15" name="Google Shape;10315;p74"/>
            <p:cNvSpPr/>
            <p:nvPr/>
          </p:nvSpPr>
          <p:spPr>
            <a:xfrm>
              <a:off x="-3347950" y="3971575"/>
              <a:ext cx="188275" cy="291450"/>
            </a:xfrm>
            <a:custGeom>
              <a:avLst/>
              <a:gdLst/>
              <a:ahLst/>
              <a:cxnLst/>
              <a:rect l="l" t="t" r="r" b="b"/>
              <a:pathLst>
                <a:path w="7531" h="11658" extrusionOk="0">
                  <a:moveTo>
                    <a:pt x="4491" y="1351"/>
                  </a:moveTo>
                  <a:cubicBezTo>
                    <a:pt x="4609" y="1351"/>
                    <a:pt x="4725" y="1414"/>
                    <a:pt x="4790" y="1544"/>
                  </a:cubicBezTo>
                  <a:lnTo>
                    <a:pt x="6144" y="4285"/>
                  </a:lnTo>
                  <a:cubicBezTo>
                    <a:pt x="6239" y="4569"/>
                    <a:pt x="6081" y="4821"/>
                    <a:pt x="5829" y="4821"/>
                  </a:cubicBezTo>
                  <a:lnTo>
                    <a:pt x="1702" y="4821"/>
                  </a:lnTo>
                  <a:cubicBezTo>
                    <a:pt x="1482" y="4821"/>
                    <a:pt x="1261" y="4537"/>
                    <a:pt x="1387" y="4285"/>
                  </a:cubicBezTo>
                  <a:lnTo>
                    <a:pt x="2773" y="1544"/>
                  </a:lnTo>
                  <a:cubicBezTo>
                    <a:pt x="2836" y="1418"/>
                    <a:pt x="2962" y="1355"/>
                    <a:pt x="3088" y="1355"/>
                  </a:cubicBezTo>
                  <a:cubicBezTo>
                    <a:pt x="3214" y="1355"/>
                    <a:pt x="3340" y="1418"/>
                    <a:pt x="3403" y="1544"/>
                  </a:cubicBezTo>
                  <a:lnTo>
                    <a:pt x="3719" y="2174"/>
                  </a:lnTo>
                  <a:lnTo>
                    <a:pt x="4191" y="1513"/>
                  </a:lnTo>
                  <a:cubicBezTo>
                    <a:pt x="4267" y="1406"/>
                    <a:pt x="4380" y="1351"/>
                    <a:pt x="4491" y="1351"/>
                  </a:cubicBezTo>
                  <a:close/>
                  <a:moveTo>
                    <a:pt x="5136" y="5514"/>
                  </a:moveTo>
                  <a:cubicBezTo>
                    <a:pt x="5609" y="5514"/>
                    <a:pt x="5609" y="6175"/>
                    <a:pt x="5136" y="6175"/>
                  </a:cubicBezTo>
                  <a:lnTo>
                    <a:pt x="2364" y="6175"/>
                  </a:lnTo>
                  <a:cubicBezTo>
                    <a:pt x="1954" y="6175"/>
                    <a:pt x="1891" y="5514"/>
                    <a:pt x="2364" y="5514"/>
                  </a:cubicBezTo>
                  <a:close/>
                  <a:moveTo>
                    <a:pt x="5136" y="6869"/>
                  </a:moveTo>
                  <a:cubicBezTo>
                    <a:pt x="5609" y="6900"/>
                    <a:pt x="5609" y="7562"/>
                    <a:pt x="5136" y="7562"/>
                  </a:cubicBezTo>
                  <a:lnTo>
                    <a:pt x="2364" y="7562"/>
                  </a:lnTo>
                  <a:cubicBezTo>
                    <a:pt x="2175" y="7562"/>
                    <a:pt x="2017" y="7404"/>
                    <a:pt x="2017" y="7215"/>
                  </a:cubicBezTo>
                  <a:cubicBezTo>
                    <a:pt x="2017" y="7026"/>
                    <a:pt x="2175" y="6869"/>
                    <a:pt x="2364" y="6869"/>
                  </a:cubicBezTo>
                  <a:close/>
                  <a:moveTo>
                    <a:pt x="4790" y="8948"/>
                  </a:moveTo>
                  <a:lnTo>
                    <a:pt x="4790" y="10996"/>
                  </a:lnTo>
                  <a:lnTo>
                    <a:pt x="2742" y="10996"/>
                  </a:lnTo>
                  <a:lnTo>
                    <a:pt x="2742" y="8948"/>
                  </a:lnTo>
                  <a:close/>
                  <a:moveTo>
                    <a:pt x="1041" y="1"/>
                  </a:moveTo>
                  <a:cubicBezTo>
                    <a:pt x="505" y="1"/>
                    <a:pt x="1" y="473"/>
                    <a:pt x="1" y="1040"/>
                  </a:cubicBezTo>
                  <a:lnTo>
                    <a:pt x="1" y="7908"/>
                  </a:lnTo>
                  <a:cubicBezTo>
                    <a:pt x="1" y="8475"/>
                    <a:pt x="473" y="8948"/>
                    <a:pt x="1041" y="8948"/>
                  </a:cubicBezTo>
                  <a:lnTo>
                    <a:pt x="2080" y="8948"/>
                  </a:lnTo>
                  <a:lnTo>
                    <a:pt x="2080" y="10996"/>
                  </a:lnTo>
                  <a:lnTo>
                    <a:pt x="1041" y="10996"/>
                  </a:lnTo>
                  <a:cubicBezTo>
                    <a:pt x="600" y="10996"/>
                    <a:pt x="568" y="11657"/>
                    <a:pt x="1041" y="11657"/>
                  </a:cubicBezTo>
                  <a:lnTo>
                    <a:pt x="6522" y="11657"/>
                  </a:lnTo>
                  <a:cubicBezTo>
                    <a:pt x="6711" y="11657"/>
                    <a:pt x="6869" y="11500"/>
                    <a:pt x="6869" y="11311"/>
                  </a:cubicBezTo>
                  <a:cubicBezTo>
                    <a:pt x="6869" y="11122"/>
                    <a:pt x="6711" y="10964"/>
                    <a:pt x="6522" y="10964"/>
                  </a:cubicBezTo>
                  <a:lnTo>
                    <a:pt x="5483" y="10964"/>
                  </a:lnTo>
                  <a:lnTo>
                    <a:pt x="5483" y="8916"/>
                  </a:lnTo>
                  <a:lnTo>
                    <a:pt x="6522" y="8916"/>
                  </a:lnTo>
                  <a:cubicBezTo>
                    <a:pt x="7058" y="8916"/>
                    <a:pt x="7531" y="8444"/>
                    <a:pt x="7531" y="7877"/>
                  </a:cubicBezTo>
                  <a:lnTo>
                    <a:pt x="7531" y="977"/>
                  </a:lnTo>
                  <a:cubicBezTo>
                    <a:pt x="7531" y="442"/>
                    <a:pt x="7058" y="1"/>
                    <a:pt x="652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316" name="Google Shape;10316;p74"/>
          <p:cNvGrpSpPr/>
          <p:nvPr/>
        </p:nvGrpSpPr>
        <p:grpSpPr>
          <a:xfrm>
            <a:off x="1145326" y="4409416"/>
            <a:ext cx="495997" cy="562569"/>
            <a:chOff x="-1575775" y="3238300"/>
            <a:chExt cx="258350" cy="293025"/>
          </a:xfrm>
        </p:grpSpPr>
        <p:sp>
          <p:nvSpPr>
            <p:cNvPr id="10317" name="Google Shape;10317;p74"/>
            <p:cNvSpPr/>
            <p:nvPr/>
          </p:nvSpPr>
          <p:spPr>
            <a:xfrm>
              <a:off x="-1489150" y="3306825"/>
              <a:ext cx="85875" cy="33100"/>
            </a:xfrm>
            <a:custGeom>
              <a:avLst/>
              <a:gdLst/>
              <a:ahLst/>
              <a:cxnLst/>
              <a:rect l="l" t="t" r="r" b="b"/>
              <a:pathLst>
                <a:path w="3435" h="1324" extrusionOk="0">
                  <a:moveTo>
                    <a:pt x="1" y="0"/>
                  </a:moveTo>
                  <a:lnTo>
                    <a:pt x="1702" y="1324"/>
                  </a:lnTo>
                  <a:lnTo>
                    <a:pt x="3435"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18" name="Google Shape;10318;p74"/>
            <p:cNvSpPr/>
            <p:nvPr/>
          </p:nvSpPr>
          <p:spPr>
            <a:xfrm>
              <a:off x="-1506475" y="3316275"/>
              <a:ext cx="46500" cy="67750"/>
            </a:xfrm>
            <a:custGeom>
              <a:avLst/>
              <a:gdLst/>
              <a:ahLst/>
              <a:cxnLst/>
              <a:rect l="l" t="t" r="r" b="b"/>
              <a:pathLst>
                <a:path w="1860" h="2710" extrusionOk="0">
                  <a:moveTo>
                    <a:pt x="1" y="1"/>
                  </a:moveTo>
                  <a:lnTo>
                    <a:pt x="1" y="2710"/>
                  </a:lnTo>
                  <a:lnTo>
                    <a:pt x="1859" y="1324"/>
                  </a:lnTo>
                  <a:lnTo>
                    <a:pt x="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19" name="Google Shape;10319;p74"/>
            <p:cNvSpPr/>
            <p:nvPr/>
          </p:nvSpPr>
          <p:spPr>
            <a:xfrm>
              <a:off x="-1575775" y="3238300"/>
              <a:ext cx="258350" cy="293025"/>
            </a:xfrm>
            <a:custGeom>
              <a:avLst/>
              <a:gdLst/>
              <a:ahLst/>
              <a:cxnLst/>
              <a:rect l="l" t="t" r="r" b="b"/>
              <a:pathLst>
                <a:path w="10334" h="11721" extrusionOk="0">
                  <a:moveTo>
                    <a:pt x="1418" y="694"/>
                  </a:moveTo>
                  <a:lnTo>
                    <a:pt x="1418" y="1387"/>
                  </a:lnTo>
                  <a:lnTo>
                    <a:pt x="756" y="1387"/>
                  </a:lnTo>
                  <a:lnTo>
                    <a:pt x="756" y="694"/>
                  </a:lnTo>
                  <a:close/>
                  <a:moveTo>
                    <a:pt x="9609" y="694"/>
                  </a:moveTo>
                  <a:lnTo>
                    <a:pt x="9609" y="1387"/>
                  </a:lnTo>
                  <a:lnTo>
                    <a:pt x="8947" y="1387"/>
                  </a:lnTo>
                  <a:lnTo>
                    <a:pt x="8947" y="694"/>
                  </a:lnTo>
                  <a:close/>
                  <a:moveTo>
                    <a:pt x="8002" y="2080"/>
                  </a:moveTo>
                  <a:cubicBezTo>
                    <a:pt x="8160" y="2080"/>
                    <a:pt x="8286" y="2206"/>
                    <a:pt x="8317" y="2395"/>
                  </a:cubicBezTo>
                  <a:lnTo>
                    <a:pt x="8317" y="2426"/>
                  </a:lnTo>
                  <a:lnTo>
                    <a:pt x="8317" y="6522"/>
                  </a:lnTo>
                  <a:lnTo>
                    <a:pt x="8254" y="6522"/>
                  </a:lnTo>
                  <a:cubicBezTo>
                    <a:pt x="8191" y="6774"/>
                    <a:pt x="8034" y="6900"/>
                    <a:pt x="7876" y="6900"/>
                  </a:cubicBezTo>
                  <a:lnTo>
                    <a:pt x="2457" y="6900"/>
                  </a:lnTo>
                  <a:cubicBezTo>
                    <a:pt x="2300" y="6900"/>
                    <a:pt x="2142" y="6774"/>
                    <a:pt x="2142" y="6554"/>
                  </a:cubicBezTo>
                  <a:lnTo>
                    <a:pt x="2142" y="6522"/>
                  </a:lnTo>
                  <a:lnTo>
                    <a:pt x="2142" y="2426"/>
                  </a:lnTo>
                  <a:cubicBezTo>
                    <a:pt x="2142" y="2269"/>
                    <a:pt x="2300" y="2080"/>
                    <a:pt x="2489" y="2080"/>
                  </a:cubicBezTo>
                  <a:close/>
                  <a:moveTo>
                    <a:pt x="7215" y="7562"/>
                  </a:moveTo>
                  <a:cubicBezTo>
                    <a:pt x="7687" y="7562"/>
                    <a:pt x="7687" y="8223"/>
                    <a:pt x="7215" y="8223"/>
                  </a:cubicBezTo>
                  <a:lnTo>
                    <a:pt x="3119" y="8223"/>
                  </a:lnTo>
                  <a:cubicBezTo>
                    <a:pt x="2678" y="8223"/>
                    <a:pt x="2646" y="7562"/>
                    <a:pt x="3119" y="7562"/>
                  </a:cubicBezTo>
                  <a:close/>
                  <a:moveTo>
                    <a:pt x="7215" y="8979"/>
                  </a:moveTo>
                  <a:cubicBezTo>
                    <a:pt x="7687" y="8979"/>
                    <a:pt x="7687" y="9641"/>
                    <a:pt x="7215" y="9641"/>
                  </a:cubicBezTo>
                  <a:lnTo>
                    <a:pt x="3119" y="9641"/>
                  </a:lnTo>
                  <a:cubicBezTo>
                    <a:pt x="2678" y="9641"/>
                    <a:pt x="2646" y="8979"/>
                    <a:pt x="3119" y="8979"/>
                  </a:cubicBezTo>
                  <a:close/>
                  <a:moveTo>
                    <a:pt x="1418" y="10366"/>
                  </a:moveTo>
                  <a:lnTo>
                    <a:pt x="1418" y="11027"/>
                  </a:lnTo>
                  <a:lnTo>
                    <a:pt x="756" y="11027"/>
                  </a:lnTo>
                  <a:lnTo>
                    <a:pt x="756" y="10366"/>
                  </a:lnTo>
                  <a:close/>
                  <a:moveTo>
                    <a:pt x="9609" y="10366"/>
                  </a:moveTo>
                  <a:lnTo>
                    <a:pt x="9609" y="11027"/>
                  </a:lnTo>
                  <a:lnTo>
                    <a:pt x="8947" y="11027"/>
                  </a:lnTo>
                  <a:lnTo>
                    <a:pt x="8947" y="10366"/>
                  </a:lnTo>
                  <a:close/>
                  <a:moveTo>
                    <a:pt x="378" y="1"/>
                  </a:moveTo>
                  <a:cubicBezTo>
                    <a:pt x="158" y="1"/>
                    <a:pt x="0" y="158"/>
                    <a:pt x="0" y="347"/>
                  </a:cubicBezTo>
                  <a:lnTo>
                    <a:pt x="0" y="1733"/>
                  </a:lnTo>
                  <a:cubicBezTo>
                    <a:pt x="0" y="1922"/>
                    <a:pt x="158" y="2080"/>
                    <a:pt x="378" y="2080"/>
                  </a:cubicBezTo>
                  <a:lnTo>
                    <a:pt x="725" y="2080"/>
                  </a:lnTo>
                  <a:lnTo>
                    <a:pt x="725" y="9641"/>
                  </a:lnTo>
                  <a:lnTo>
                    <a:pt x="378" y="9641"/>
                  </a:lnTo>
                  <a:cubicBezTo>
                    <a:pt x="158" y="9641"/>
                    <a:pt x="0" y="9799"/>
                    <a:pt x="0" y="9988"/>
                  </a:cubicBezTo>
                  <a:lnTo>
                    <a:pt x="0" y="11374"/>
                  </a:lnTo>
                  <a:cubicBezTo>
                    <a:pt x="0" y="11563"/>
                    <a:pt x="158" y="11720"/>
                    <a:pt x="378" y="11720"/>
                  </a:cubicBezTo>
                  <a:lnTo>
                    <a:pt x="1733" y="11720"/>
                  </a:lnTo>
                  <a:cubicBezTo>
                    <a:pt x="1953" y="11720"/>
                    <a:pt x="2111" y="11563"/>
                    <a:pt x="2111" y="11374"/>
                  </a:cubicBezTo>
                  <a:lnTo>
                    <a:pt x="2111" y="11027"/>
                  </a:lnTo>
                  <a:lnTo>
                    <a:pt x="8254" y="11027"/>
                  </a:lnTo>
                  <a:lnTo>
                    <a:pt x="8254" y="11374"/>
                  </a:lnTo>
                  <a:cubicBezTo>
                    <a:pt x="8254" y="11563"/>
                    <a:pt x="8412" y="11720"/>
                    <a:pt x="8601" y="11720"/>
                  </a:cubicBezTo>
                  <a:lnTo>
                    <a:pt x="9987" y="11720"/>
                  </a:lnTo>
                  <a:cubicBezTo>
                    <a:pt x="10176" y="11720"/>
                    <a:pt x="10334" y="11563"/>
                    <a:pt x="10334" y="11374"/>
                  </a:cubicBezTo>
                  <a:lnTo>
                    <a:pt x="10334" y="9988"/>
                  </a:lnTo>
                  <a:cubicBezTo>
                    <a:pt x="10334" y="9799"/>
                    <a:pt x="10176" y="9641"/>
                    <a:pt x="9987" y="9641"/>
                  </a:cubicBezTo>
                  <a:lnTo>
                    <a:pt x="9609" y="9641"/>
                  </a:lnTo>
                  <a:lnTo>
                    <a:pt x="9609" y="2080"/>
                  </a:lnTo>
                  <a:lnTo>
                    <a:pt x="9987" y="2080"/>
                  </a:lnTo>
                  <a:cubicBezTo>
                    <a:pt x="10176" y="2080"/>
                    <a:pt x="10334" y="1922"/>
                    <a:pt x="10334" y="1733"/>
                  </a:cubicBezTo>
                  <a:lnTo>
                    <a:pt x="10334" y="347"/>
                  </a:lnTo>
                  <a:cubicBezTo>
                    <a:pt x="10334" y="158"/>
                    <a:pt x="10176" y="1"/>
                    <a:pt x="9987" y="1"/>
                  </a:cubicBezTo>
                  <a:lnTo>
                    <a:pt x="8601" y="1"/>
                  </a:lnTo>
                  <a:cubicBezTo>
                    <a:pt x="8412" y="1"/>
                    <a:pt x="8254" y="158"/>
                    <a:pt x="8254" y="347"/>
                  </a:cubicBezTo>
                  <a:lnTo>
                    <a:pt x="8254" y="694"/>
                  </a:lnTo>
                  <a:lnTo>
                    <a:pt x="2111" y="694"/>
                  </a:lnTo>
                  <a:lnTo>
                    <a:pt x="2111" y="347"/>
                  </a:lnTo>
                  <a:cubicBezTo>
                    <a:pt x="2111" y="158"/>
                    <a:pt x="1953" y="1"/>
                    <a:pt x="173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20" name="Google Shape;10320;p74"/>
            <p:cNvSpPr/>
            <p:nvPr/>
          </p:nvSpPr>
          <p:spPr>
            <a:xfrm>
              <a:off x="-1489150" y="3360375"/>
              <a:ext cx="85875" cy="32325"/>
            </a:xfrm>
            <a:custGeom>
              <a:avLst/>
              <a:gdLst/>
              <a:ahLst/>
              <a:cxnLst/>
              <a:rect l="l" t="t" r="r" b="b"/>
              <a:pathLst>
                <a:path w="3435" h="1293" extrusionOk="0">
                  <a:moveTo>
                    <a:pt x="1702" y="1"/>
                  </a:moveTo>
                  <a:lnTo>
                    <a:pt x="1" y="1293"/>
                  </a:lnTo>
                  <a:lnTo>
                    <a:pt x="3435" y="1293"/>
                  </a:lnTo>
                  <a:lnTo>
                    <a:pt x="170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21" name="Google Shape;10321;p74"/>
            <p:cNvSpPr/>
            <p:nvPr/>
          </p:nvSpPr>
          <p:spPr>
            <a:xfrm>
              <a:off x="-1431650" y="3316275"/>
              <a:ext cx="44925" cy="67750"/>
            </a:xfrm>
            <a:custGeom>
              <a:avLst/>
              <a:gdLst/>
              <a:ahLst/>
              <a:cxnLst/>
              <a:rect l="l" t="t" r="r" b="b"/>
              <a:pathLst>
                <a:path w="1797" h="2710" extrusionOk="0">
                  <a:moveTo>
                    <a:pt x="1796" y="1"/>
                  </a:moveTo>
                  <a:lnTo>
                    <a:pt x="0" y="1324"/>
                  </a:lnTo>
                  <a:lnTo>
                    <a:pt x="1796" y="2710"/>
                  </a:lnTo>
                  <a:lnTo>
                    <a:pt x="179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322" name="Google Shape;10322;p74"/>
          <p:cNvGrpSpPr/>
          <p:nvPr/>
        </p:nvGrpSpPr>
        <p:grpSpPr>
          <a:xfrm>
            <a:off x="3338524" y="4412069"/>
            <a:ext cx="564105" cy="565545"/>
            <a:chOff x="-1591550" y="3597475"/>
            <a:chExt cx="293825" cy="294575"/>
          </a:xfrm>
        </p:grpSpPr>
        <p:sp>
          <p:nvSpPr>
            <p:cNvPr id="10323" name="Google Shape;10323;p74"/>
            <p:cNvSpPr/>
            <p:nvPr/>
          </p:nvSpPr>
          <p:spPr>
            <a:xfrm>
              <a:off x="-1509625" y="3597475"/>
              <a:ext cx="211900" cy="207150"/>
            </a:xfrm>
            <a:custGeom>
              <a:avLst/>
              <a:gdLst/>
              <a:ahLst/>
              <a:cxnLst/>
              <a:rect l="l" t="t" r="r" b="b"/>
              <a:pathLst>
                <a:path w="8476" h="8286" extrusionOk="0">
                  <a:moveTo>
                    <a:pt x="6105" y="1"/>
                  </a:moveTo>
                  <a:cubicBezTo>
                    <a:pt x="6014" y="1"/>
                    <a:pt x="5916" y="39"/>
                    <a:pt x="5829" y="126"/>
                  </a:cubicBezTo>
                  <a:lnTo>
                    <a:pt x="3781" y="2205"/>
                  </a:lnTo>
                  <a:cubicBezTo>
                    <a:pt x="3718" y="2268"/>
                    <a:pt x="3655" y="2363"/>
                    <a:pt x="3655" y="2426"/>
                  </a:cubicBezTo>
                  <a:lnTo>
                    <a:pt x="3655" y="4253"/>
                  </a:lnTo>
                  <a:lnTo>
                    <a:pt x="1544" y="6332"/>
                  </a:lnTo>
                  <a:cubicBezTo>
                    <a:pt x="1400" y="6270"/>
                    <a:pt x="1256" y="6242"/>
                    <a:pt x="1119" y="6242"/>
                  </a:cubicBezTo>
                  <a:cubicBezTo>
                    <a:pt x="835" y="6242"/>
                    <a:pt x="580" y="6362"/>
                    <a:pt x="410" y="6553"/>
                  </a:cubicBezTo>
                  <a:cubicBezTo>
                    <a:pt x="0" y="6931"/>
                    <a:pt x="0" y="7592"/>
                    <a:pt x="410" y="8002"/>
                  </a:cubicBezTo>
                  <a:cubicBezTo>
                    <a:pt x="599" y="8191"/>
                    <a:pt x="859" y="8286"/>
                    <a:pt x="1123" y="8286"/>
                  </a:cubicBezTo>
                  <a:cubicBezTo>
                    <a:pt x="1387" y="8286"/>
                    <a:pt x="1655" y="8191"/>
                    <a:pt x="1859" y="8002"/>
                  </a:cubicBezTo>
                  <a:cubicBezTo>
                    <a:pt x="2174" y="7687"/>
                    <a:pt x="2206" y="7214"/>
                    <a:pt x="2048" y="6868"/>
                  </a:cubicBezTo>
                  <a:lnTo>
                    <a:pt x="4128" y="4757"/>
                  </a:lnTo>
                  <a:lnTo>
                    <a:pt x="5955" y="4757"/>
                  </a:lnTo>
                  <a:cubicBezTo>
                    <a:pt x="6018" y="4757"/>
                    <a:pt x="6144" y="4725"/>
                    <a:pt x="6175" y="4662"/>
                  </a:cubicBezTo>
                  <a:lnTo>
                    <a:pt x="8286" y="2552"/>
                  </a:lnTo>
                  <a:cubicBezTo>
                    <a:pt x="8475" y="2331"/>
                    <a:pt x="8349" y="1985"/>
                    <a:pt x="8034" y="1985"/>
                  </a:cubicBezTo>
                  <a:lnTo>
                    <a:pt x="6428" y="1985"/>
                  </a:lnTo>
                  <a:lnTo>
                    <a:pt x="6428" y="346"/>
                  </a:lnTo>
                  <a:cubicBezTo>
                    <a:pt x="6428" y="140"/>
                    <a:pt x="6278" y="1"/>
                    <a:pt x="610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24" name="Google Shape;10324;p74"/>
            <p:cNvSpPr/>
            <p:nvPr/>
          </p:nvSpPr>
          <p:spPr>
            <a:xfrm>
              <a:off x="-1541125" y="3719125"/>
              <a:ext cx="120525" cy="118275"/>
            </a:xfrm>
            <a:custGeom>
              <a:avLst/>
              <a:gdLst/>
              <a:ahLst/>
              <a:cxnLst/>
              <a:rect l="l" t="t" r="r" b="b"/>
              <a:pathLst>
                <a:path w="4821" h="4731" extrusionOk="0">
                  <a:moveTo>
                    <a:pt x="2340" y="1"/>
                  </a:moveTo>
                  <a:cubicBezTo>
                    <a:pt x="1722" y="1"/>
                    <a:pt x="1163" y="241"/>
                    <a:pt x="725" y="679"/>
                  </a:cubicBezTo>
                  <a:cubicBezTo>
                    <a:pt x="284" y="1120"/>
                    <a:pt x="0" y="1750"/>
                    <a:pt x="0" y="2380"/>
                  </a:cubicBezTo>
                  <a:cubicBezTo>
                    <a:pt x="0" y="3943"/>
                    <a:pt x="1211" y="4731"/>
                    <a:pt x="2420" y="4731"/>
                  </a:cubicBezTo>
                  <a:cubicBezTo>
                    <a:pt x="3622" y="4731"/>
                    <a:pt x="4821" y="3951"/>
                    <a:pt x="4821" y="2380"/>
                  </a:cubicBezTo>
                  <a:cubicBezTo>
                    <a:pt x="4821" y="2096"/>
                    <a:pt x="4758" y="1844"/>
                    <a:pt x="4663" y="1592"/>
                  </a:cubicBezTo>
                  <a:lnTo>
                    <a:pt x="4096" y="2159"/>
                  </a:lnTo>
                  <a:cubicBezTo>
                    <a:pt x="4253" y="3199"/>
                    <a:pt x="3434" y="4081"/>
                    <a:pt x="2395" y="4081"/>
                  </a:cubicBezTo>
                  <a:cubicBezTo>
                    <a:pt x="882" y="4081"/>
                    <a:pt x="126" y="2222"/>
                    <a:pt x="1197" y="1151"/>
                  </a:cubicBezTo>
                  <a:cubicBezTo>
                    <a:pt x="1522" y="827"/>
                    <a:pt x="1984" y="665"/>
                    <a:pt x="2428" y="665"/>
                  </a:cubicBezTo>
                  <a:cubicBezTo>
                    <a:pt x="2501" y="665"/>
                    <a:pt x="2575" y="670"/>
                    <a:pt x="2647" y="679"/>
                  </a:cubicBezTo>
                  <a:lnTo>
                    <a:pt x="3182" y="143"/>
                  </a:lnTo>
                  <a:cubicBezTo>
                    <a:pt x="2894" y="47"/>
                    <a:pt x="2611" y="1"/>
                    <a:pt x="234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25" name="Google Shape;10325;p74"/>
            <p:cNvSpPr/>
            <p:nvPr/>
          </p:nvSpPr>
          <p:spPr>
            <a:xfrm>
              <a:off x="-1591550" y="3668825"/>
              <a:ext cx="222925" cy="223225"/>
            </a:xfrm>
            <a:custGeom>
              <a:avLst/>
              <a:gdLst/>
              <a:ahLst/>
              <a:cxnLst/>
              <a:rect l="l" t="t" r="r" b="b"/>
              <a:pathLst>
                <a:path w="8917" h="8929" extrusionOk="0">
                  <a:moveTo>
                    <a:pt x="4475" y="1"/>
                  </a:moveTo>
                  <a:cubicBezTo>
                    <a:pt x="3329" y="1"/>
                    <a:pt x="2187" y="454"/>
                    <a:pt x="1324" y="1336"/>
                  </a:cubicBezTo>
                  <a:cubicBezTo>
                    <a:pt x="474" y="2155"/>
                    <a:pt x="1" y="3289"/>
                    <a:pt x="1" y="4486"/>
                  </a:cubicBezTo>
                  <a:cubicBezTo>
                    <a:pt x="1" y="6912"/>
                    <a:pt x="2017" y="8929"/>
                    <a:pt x="4475" y="8929"/>
                  </a:cubicBezTo>
                  <a:cubicBezTo>
                    <a:pt x="6901" y="8929"/>
                    <a:pt x="8917" y="6912"/>
                    <a:pt x="8917" y="4486"/>
                  </a:cubicBezTo>
                  <a:cubicBezTo>
                    <a:pt x="8917" y="3604"/>
                    <a:pt x="8696" y="2817"/>
                    <a:pt x="8255" y="2124"/>
                  </a:cubicBezTo>
                  <a:cubicBezTo>
                    <a:pt x="8098" y="2218"/>
                    <a:pt x="7342" y="2943"/>
                    <a:pt x="7184" y="3100"/>
                  </a:cubicBezTo>
                  <a:cubicBezTo>
                    <a:pt x="8161" y="5148"/>
                    <a:pt x="6680" y="7511"/>
                    <a:pt x="4412" y="7511"/>
                  </a:cubicBezTo>
                  <a:cubicBezTo>
                    <a:pt x="1702" y="7511"/>
                    <a:pt x="316" y="4203"/>
                    <a:pt x="2269" y="2281"/>
                  </a:cubicBezTo>
                  <a:cubicBezTo>
                    <a:pt x="2869" y="1681"/>
                    <a:pt x="3659" y="1373"/>
                    <a:pt x="4447" y="1373"/>
                  </a:cubicBezTo>
                  <a:cubicBezTo>
                    <a:pt x="4900" y="1373"/>
                    <a:pt x="5352" y="1475"/>
                    <a:pt x="5766" y="1682"/>
                  </a:cubicBezTo>
                  <a:cubicBezTo>
                    <a:pt x="5924" y="1525"/>
                    <a:pt x="6617" y="800"/>
                    <a:pt x="6838" y="706"/>
                  </a:cubicBezTo>
                  <a:cubicBezTo>
                    <a:pt x="6115" y="233"/>
                    <a:pt x="5294" y="1"/>
                    <a:pt x="447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326" name="Google Shape;10326;p74"/>
          <p:cNvGrpSpPr/>
          <p:nvPr/>
        </p:nvGrpSpPr>
        <p:grpSpPr>
          <a:xfrm>
            <a:off x="5537817" y="4424884"/>
            <a:ext cx="562569" cy="532331"/>
            <a:chOff x="-1592325" y="3957400"/>
            <a:chExt cx="293025" cy="277275"/>
          </a:xfrm>
        </p:grpSpPr>
        <p:sp>
          <p:nvSpPr>
            <p:cNvPr id="10327" name="Google Shape;10327;p74"/>
            <p:cNvSpPr/>
            <p:nvPr/>
          </p:nvSpPr>
          <p:spPr>
            <a:xfrm>
              <a:off x="-1591550" y="3957400"/>
              <a:ext cx="292250" cy="68550"/>
            </a:xfrm>
            <a:custGeom>
              <a:avLst/>
              <a:gdLst/>
              <a:ahLst/>
              <a:cxnLst/>
              <a:rect l="l" t="t" r="r" b="b"/>
              <a:pathLst>
                <a:path w="11690" h="2742" extrusionOk="0">
                  <a:moveTo>
                    <a:pt x="9894" y="1355"/>
                  </a:moveTo>
                  <a:cubicBezTo>
                    <a:pt x="10335" y="1355"/>
                    <a:pt x="10366" y="2017"/>
                    <a:pt x="9894" y="2017"/>
                  </a:cubicBezTo>
                  <a:lnTo>
                    <a:pt x="5798" y="2017"/>
                  </a:lnTo>
                  <a:cubicBezTo>
                    <a:pt x="5778" y="2019"/>
                    <a:pt x="5759" y="2021"/>
                    <a:pt x="5741" y="2021"/>
                  </a:cubicBezTo>
                  <a:cubicBezTo>
                    <a:pt x="5326" y="2021"/>
                    <a:pt x="5345" y="1355"/>
                    <a:pt x="5798" y="1355"/>
                  </a:cubicBezTo>
                  <a:close/>
                  <a:moveTo>
                    <a:pt x="1671" y="1355"/>
                  </a:moveTo>
                  <a:cubicBezTo>
                    <a:pt x="1860" y="1355"/>
                    <a:pt x="2017" y="1513"/>
                    <a:pt x="2017" y="1702"/>
                  </a:cubicBezTo>
                  <a:cubicBezTo>
                    <a:pt x="2017" y="1891"/>
                    <a:pt x="1860" y="2048"/>
                    <a:pt x="1671" y="2048"/>
                  </a:cubicBezTo>
                  <a:cubicBezTo>
                    <a:pt x="1482" y="2048"/>
                    <a:pt x="1324" y="1891"/>
                    <a:pt x="1324" y="1702"/>
                  </a:cubicBezTo>
                  <a:cubicBezTo>
                    <a:pt x="1356" y="1513"/>
                    <a:pt x="1513" y="1355"/>
                    <a:pt x="1671" y="1355"/>
                  </a:cubicBezTo>
                  <a:close/>
                  <a:moveTo>
                    <a:pt x="3057" y="1355"/>
                  </a:moveTo>
                  <a:cubicBezTo>
                    <a:pt x="3246" y="1355"/>
                    <a:pt x="3404" y="1513"/>
                    <a:pt x="3404" y="1702"/>
                  </a:cubicBezTo>
                  <a:cubicBezTo>
                    <a:pt x="3404" y="1891"/>
                    <a:pt x="3246" y="2048"/>
                    <a:pt x="3057" y="2048"/>
                  </a:cubicBezTo>
                  <a:cubicBezTo>
                    <a:pt x="2836" y="2048"/>
                    <a:pt x="2679" y="1891"/>
                    <a:pt x="2679" y="1702"/>
                  </a:cubicBezTo>
                  <a:cubicBezTo>
                    <a:pt x="2679" y="1513"/>
                    <a:pt x="2836" y="1355"/>
                    <a:pt x="3057" y="1355"/>
                  </a:cubicBezTo>
                  <a:close/>
                  <a:moveTo>
                    <a:pt x="4412" y="1355"/>
                  </a:moveTo>
                  <a:cubicBezTo>
                    <a:pt x="4632" y="1355"/>
                    <a:pt x="4790" y="1513"/>
                    <a:pt x="4790" y="1702"/>
                  </a:cubicBezTo>
                  <a:cubicBezTo>
                    <a:pt x="4790" y="1891"/>
                    <a:pt x="4632" y="2048"/>
                    <a:pt x="4412" y="2048"/>
                  </a:cubicBezTo>
                  <a:cubicBezTo>
                    <a:pt x="4223" y="2048"/>
                    <a:pt x="4065" y="1891"/>
                    <a:pt x="4065" y="1702"/>
                  </a:cubicBezTo>
                  <a:cubicBezTo>
                    <a:pt x="4065" y="1513"/>
                    <a:pt x="4223" y="1355"/>
                    <a:pt x="4412" y="1355"/>
                  </a:cubicBezTo>
                  <a:close/>
                  <a:moveTo>
                    <a:pt x="1041" y="0"/>
                  </a:moveTo>
                  <a:cubicBezTo>
                    <a:pt x="474" y="0"/>
                    <a:pt x="1" y="473"/>
                    <a:pt x="1" y="1040"/>
                  </a:cubicBezTo>
                  <a:lnTo>
                    <a:pt x="1" y="2741"/>
                  </a:lnTo>
                  <a:lnTo>
                    <a:pt x="11689" y="2741"/>
                  </a:lnTo>
                  <a:lnTo>
                    <a:pt x="11689" y="1040"/>
                  </a:lnTo>
                  <a:cubicBezTo>
                    <a:pt x="11689" y="505"/>
                    <a:pt x="11154" y="0"/>
                    <a:pt x="1061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28" name="Google Shape;10328;p74"/>
            <p:cNvSpPr/>
            <p:nvPr/>
          </p:nvSpPr>
          <p:spPr>
            <a:xfrm>
              <a:off x="-1592325" y="4043250"/>
              <a:ext cx="291450" cy="171725"/>
            </a:xfrm>
            <a:custGeom>
              <a:avLst/>
              <a:gdLst/>
              <a:ahLst/>
              <a:cxnLst/>
              <a:rect l="l" t="t" r="r" b="b"/>
              <a:pathLst>
                <a:path w="11658" h="6869" extrusionOk="0">
                  <a:moveTo>
                    <a:pt x="0" y="0"/>
                  </a:moveTo>
                  <a:lnTo>
                    <a:pt x="0" y="5829"/>
                  </a:lnTo>
                  <a:cubicBezTo>
                    <a:pt x="0" y="6396"/>
                    <a:pt x="473" y="6869"/>
                    <a:pt x="1040" y="6869"/>
                  </a:cubicBezTo>
                  <a:lnTo>
                    <a:pt x="2867" y="6869"/>
                  </a:lnTo>
                  <a:lnTo>
                    <a:pt x="2647" y="6616"/>
                  </a:lnTo>
                  <a:cubicBezTo>
                    <a:pt x="2521" y="6522"/>
                    <a:pt x="2521" y="6270"/>
                    <a:pt x="2647" y="6144"/>
                  </a:cubicBezTo>
                  <a:lnTo>
                    <a:pt x="2993" y="5797"/>
                  </a:lnTo>
                  <a:cubicBezTo>
                    <a:pt x="2962" y="5734"/>
                    <a:pt x="2930" y="5608"/>
                    <a:pt x="2867" y="5482"/>
                  </a:cubicBezTo>
                  <a:lnTo>
                    <a:pt x="2363" y="5482"/>
                  </a:lnTo>
                  <a:cubicBezTo>
                    <a:pt x="2174" y="5482"/>
                    <a:pt x="2017" y="5325"/>
                    <a:pt x="2017" y="5136"/>
                  </a:cubicBezTo>
                  <a:lnTo>
                    <a:pt x="2017" y="3750"/>
                  </a:lnTo>
                  <a:cubicBezTo>
                    <a:pt x="2017" y="3561"/>
                    <a:pt x="2174" y="3403"/>
                    <a:pt x="2363" y="3403"/>
                  </a:cubicBezTo>
                  <a:lnTo>
                    <a:pt x="2867" y="3403"/>
                  </a:lnTo>
                  <a:cubicBezTo>
                    <a:pt x="2930" y="3277"/>
                    <a:pt x="2962" y="3214"/>
                    <a:pt x="2993" y="3088"/>
                  </a:cubicBezTo>
                  <a:lnTo>
                    <a:pt x="2647" y="2741"/>
                  </a:lnTo>
                  <a:cubicBezTo>
                    <a:pt x="2521" y="2615"/>
                    <a:pt x="2521" y="2363"/>
                    <a:pt x="2647" y="2269"/>
                  </a:cubicBezTo>
                  <a:lnTo>
                    <a:pt x="3624" y="1261"/>
                  </a:lnTo>
                  <a:cubicBezTo>
                    <a:pt x="3687" y="1213"/>
                    <a:pt x="3773" y="1190"/>
                    <a:pt x="3860" y="1190"/>
                  </a:cubicBezTo>
                  <a:cubicBezTo>
                    <a:pt x="3946" y="1190"/>
                    <a:pt x="4033" y="1213"/>
                    <a:pt x="4096" y="1261"/>
                  </a:cubicBezTo>
                  <a:lnTo>
                    <a:pt x="4443" y="1639"/>
                  </a:lnTo>
                  <a:cubicBezTo>
                    <a:pt x="4537" y="1576"/>
                    <a:pt x="4663" y="1544"/>
                    <a:pt x="4758" y="1513"/>
                  </a:cubicBezTo>
                  <a:lnTo>
                    <a:pt x="4758" y="1009"/>
                  </a:lnTo>
                  <a:cubicBezTo>
                    <a:pt x="4758" y="788"/>
                    <a:pt x="4915" y="631"/>
                    <a:pt x="5136" y="631"/>
                  </a:cubicBezTo>
                  <a:lnTo>
                    <a:pt x="6490" y="631"/>
                  </a:lnTo>
                  <a:cubicBezTo>
                    <a:pt x="6711" y="631"/>
                    <a:pt x="6869" y="788"/>
                    <a:pt x="6869" y="1009"/>
                  </a:cubicBezTo>
                  <a:lnTo>
                    <a:pt x="6869" y="1513"/>
                  </a:lnTo>
                  <a:cubicBezTo>
                    <a:pt x="6963" y="1544"/>
                    <a:pt x="7058" y="1576"/>
                    <a:pt x="7184" y="1639"/>
                  </a:cubicBezTo>
                  <a:lnTo>
                    <a:pt x="7530" y="1261"/>
                  </a:lnTo>
                  <a:cubicBezTo>
                    <a:pt x="7593" y="1213"/>
                    <a:pt x="7680" y="1190"/>
                    <a:pt x="7766" y="1190"/>
                  </a:cubicBezTo>
                  <a:cubicBezTo>
                    <a:pt x="7853" y="1190"/>
                    <a:pt x="7940" y="1213"/>
                    <a:pt x="8003" y="1261"/>
                  </a:cubicBezTo>
                  <a:lnTo>
                    <a:pt x="8979" y="2269"/>
                  </a:lnTo>
                  <a:cubicBezTo>
                    <a:pt x="9105" y="2363"/>
                    <a:pt x="9105" y="2615"/>
                    <a:pt x="8979" y="2741"/>
                  </a:cubicBezTo>
                  <a:lnTo>
                    <a:pt x="8633" y="3088"/>
                  </a:lnTo>
                  <a:cubicBezTo>
                    <a:pt x="8664" y="3151"/>
                    <a:pt x="8696" y="3277"/>
                    <a:pt x="8759" y="3403"/>
                  </a:cubicBezTo>
                  <a:lnTo>
                    <a:pt x="9263" y="3403"/>
                  </a:lnTo>
                  <a:cubicBezTo>
                    <a:pt x="9452" y="3403"/>
                    <a:pt x="9609" y="3561"/>
                    <a:pt x="9609" y="3750"/>
                  </a:cubicBezTo>
                  <a:lnTo>
                    <a:pt x="9609" y="5136"/>
                  </a:lnTo>
                  <a:cubicBezTo>
                    <a:pt x="9609" y="5325"/>
                    <a:pt x="9452" y="5482"/>
                    <a:pt x="9263" y="5482"/>
                  </a:cubicBezTo>
                  <a:lnTo>
                    <a:pt x="8759" y="5482"/>
                  </a:lnTo>
                  <a:cubicBezTo>
                    <a:pt x="8727" y="5608"/>
                    <a:pt x="8664" y="5671"/>
                    <a:pt x="8633" y="5797"/>
                  </a:cubicBezTo>
                  <a:lnTo>
                    <a:pt x="8979" y="6144"/>
                  </a:lnTo>
                  <a:cubicBezTo>
                    <a:pt x="9105" y="6270"/>
                    <a:pt x="9105" y="6522"/>
                    <a:pt x="8979" y="6616"/>
                  </a:cubicBezTo>
                  <a:lnTo>
                    <a:pt x="8759" y="6869"/>
                  </a:lnTo>
                  <a:lnTo>
                    <a:pt x="10586" y="6869"/>
                  </a:lnTo>
                  <a:cubicBezTo>
                    <a:pt x="11153" y="6869"/>
                    <a:pt x="11657" y="6396"/>
                    <a:pt x="11657" y="5829"/>
                  </a:cubicBezTo>
                  <a:lnTo>
                    <a:pt x="11657"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29" name="Google Shape;10329;p74"/>
            <p:cNvSpPr/>
            <p:nvPr/>
          </p:nvSpPr>
          <p:spPr>
            <a:xfrm>
              <a:off x="-1471825" y="4129100"/>
              <a:ext cx="51225" cy="51225"/>
            </a:xfrm>
            <a:custGeom>
              <a:avLst/>
              <a:gdLst/>
              <a:ahLst/>
              <a:cxnLst/>
              <a:rect l="l" t="t" r="r" b="b"/>
              <a:pathLst>
                <a:path w="2049" h="2049" extrusionOk="0">
                  <a:moveTo>
                    <a:pt x="1009" y="1"/>
                  </a:moveTo>
                  <a:cubicBezTo>
                    <a:pt x="442" y="1"/>
                    <a:pt x="1" y="473"/>
                    <a:pt x="1" y="1009"/>
                  </a:cubicBezTo>
                  <a:cubicBezTo>
                    <a:pt x="1" y="1576"/>
                    <a:pt x="442" y="2048"/>
                    <a:pt x="1009" y="2048"/>
                  </a:cubicBezTo>
                  <a:cubicBezTo>
                    <a:pt x="1576" y="2048"/>
                    <a:pt x="2049" y="1576"/>
                    <a:pt x="2049" y="1009"/>
                  </a:cubicBezTo>
                  <a:cubicBezTo>
                    <a:pt x="2049" y="473"/>
                    <a:pt x="1576" y="1"/>
                    <a:pt x="100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30" name="Google Shape;10330;p74"/>
            <p:cNvSpPr/>
            <p:nvPr/>
          </p:nvSpPr>
          <p:spPr>
            <a:xfrm>
              <a:off x="-1526175" y="4077900"/>
              <a:ext cx="156775" cy="156775"/>
            </a:xfrm>
            <a:custGeom>
              <a:avLst/>
              <a:gdLst/>
              <a:ahLst/>
              <a:cxnLst/>
              <a:rect l="l" t="t" r="r" b="b"/>
              <a:pathLst>
                <a:path w="6271" h="6271" extrusionOk="0">
                  <a:moveTo>
                    <a:pt x="3183" y="1418"/>
                  </a:moveTo>
                  <a:cubicBezTo>
                    <a:pt x="4128" y="1418"/>
                    <a:pt x="4884" y="2175"/>
                    <a:pt x="4884" y="3120"/>
                  </a:cubicBezTo>
                  <a:cubicBezTo>
                    <a:pt x="4884" y="4033"/>
                    <a:pt x="4128" y="4821"/>
                    <a:pt x="3183" y="4821"/>
                  </a:cubicBezTo>
                  <a:cubicBezTo>
                    <a:pt x="2238" y="4821"/>
                    <a:pt x="1482" y="4065"/>
                    <a:pt x="1482" y="3120"/>
                  </a:cubicBezTo>
                  <a:cubicBezTo>
                    <a:pt x="1482" y="2175"/>
                    <a:pt x="2238" y="1418"/>
                    <a:pt x="3183" y="1418"/>
                  </a:cubicBezTo>
                  <a:close/>
                  <a:moveTo>
                    <a:pt x="2805" y="1"/>
                  </a:moveTo>
                  <a:lnTo>
                    <a:pt x="2805" y="442"/>
                  </a:lnTo>
                  <a:cubicBezTo>
                    <a:pt x="2805" y="599"/>
                    <a:pt x="2679" y="725"/>
                    <a:pt x="2521" y="757"/>
                  </a:cubicBezTo>
                  <a:cubicBezTo>
                    <a:pt x="2332" y="788"/>
                    <a:pt x="2080" y="914"/>
                    <a:pt x="1891" y="1040"/>
                  </a:cubicBezTo>
                  <a:cubicBezTo>
                    <a:pt x="1847" y="1063"/>
                    <a:pt x="1794" y="1073"/>
                    <a:pt x="1739" y="1073"/>
                  </a:cubicBezTo>
                  <a:cubicBezTo>
                    <a:pt x="1639" y="1073"/>
                    <a:pt x="1531" y="1038"/>
                    <a:pt x="1450" y="977"/>
                  </a:cubicBezTo>
                  <a:lnTo>
                    <a:pt x="1135" y="662"/>
                  </a:lnTo>
                  <a:lnTo>
                    <a:pt x="662" y="1135"/>
                  </a:lnTo>
                  <a:lnTo>
                    <a:pt x="978" y="1450"/>
                  </a:lnTo>
                  <a:cubicBezTo>
                    <a:pt x="1104" y="1576"/>
                    <a:pt x="1104" y="1733"/>
                    <a:pt x="1041" y="1891"/>
                  </a:cubicBezTo>
                  <a:cubicBezTo>
                    <a:pt x="915" y="2080"/>
                    <a:pt x="820" y="2301"/>
                    <a:pt x="757" y="2521"/>
                  </a:cubicBezTo>
                  <a:cubicBezTo>
                    <a:pt x="726" y="2679"/>
                    <a:pt x="599" y="2805"/>
                    <a:pt x="442" y="2805"/>
                  </a:cubicBezTo>
                  <a:lnTo>
                    <a:pt x="1" y="2805"/>
                  </a:lnTo>
                  <a:lnTo>
                    <a:pt x="1" y="3466"/>
                  </a:lnTo>
                  <a:lnTo>
                    <a:pt x="442" y="3466"/>
                  </a:lnTo>
                  <a:cubicBezTo>
                    <a:pt x="599" y="3466"/>
                    <a:pt x="726" y="3592"/>
                    <a:pt x="757" y="3750"/>
                  </a:cubicBezTo>
                  <a:cubicBezTo>
                    <a:pt x="789" y="3939"/>
                    <a:pt x="915" y="4191"/>
                    <a:pt x="1041" y="4380"/>
                  </a:cubicBezTo>
                  <a:cubicBezTo>
                    <a:pt x="1104" y="4506"/>
                    <a:pt x="1072" y="4695"/>
                    <a:pt x="978" y="4821"/>
                  </a:cubicBezTo>
                  <a:lnTo>
                    <a:pt x="662" y="5136"/>
                  </a:lnTo>
                  <a:lnTo>
                    <a:pt x="1135" y="5609"/>
                  </a:lnTo>
                  <a:lnTo>
                    <a:pt x="1450" y="5294"/>
                  </a:lnTo>
                  <a:cubicBezTo>
                    <a:pt x="1524" y="5220"/>
                    <a:pt x="1609" y="5189"/>
                    <a:pt x="1698" y="5189"/>
                  </a:cubicBezTo>
                  <a:cubicBezTo>
                    <a:pt x="1761" y="5189"/>
                    <a:pt x="1826" y="5204"/>
                    <a:pt x="1891" y="5230"/>
                  </a:cubicBezTo>
                  <a:cubicBezTo>
                    <a:pt x="2080" y="5357"/>
                    <a:pt x="2301" y="5451"/>
                    <a:pt x="2521" y="5514"/>
                  </a:cubicBezTo>
                  <a:cubicBezTo>
                    <a:pt x="2679" y="5546"/>
                    <a:pt x="2805" y="5672"/>
                    <a:pt x="2805" y="5829"/>
                  </a:cubicBezTo>
                  <a:lnTo>
                    <a:pt x="2805" y="6270"/>
                  </a:lnTo>
                  <a:lnTo>
                    <a:pt x="3466" y="6270"/>
                  </a:lnTo>
                  <a:lnTo>
                    <a:pt x="3466" y="5829"/>
                  </a:lnTo>
                  <a:cubicBezTo>
                    <a:pt x="3466" y="5672"/>
                    <a:pt x="3592" y="5546"/>
                    <a:pt x="3750" y="5514"/>
                  </a:cubicBezTo>
                  <a:cubicBezTo>
                    <a:pt x="3939" y="5483"/>
                    <a:pt x="4160" y="5357"/>
                    <a:pt x="4380" y="5230"/>
                  </a:cubicBezTo>
                  <a:cubicBezTo>
                    <a:pt x="4414" y="5208"/>
                    <a:pt x="4463" y="5198"/>
                    <a:pt x="4517" y="5198"/>
                  </a:cubicBezTo>
                  <a:cubicBezTo>
                    <a:pt x="4615" y="5198"/>
                    <a:pt x="4729" y="5232"/>
                    <a:pt x="4790" y="5294"/>
                  </a:cubicBezTo>
                  <a:lnTo>
                    <a:pt x="5105" y="5609"/>
                  </a:lnTo>
                  <a:lnTo>
                    <a:pt x="5577" y="5136"/>
                  </a:lnTo>
                  <a:lnTo>
                    <a:pt x="5262" y="4821"/>
                  </a:lnTo>
                  <a:cubicBezTo>
                    <a:pt x="5168" y="4695"/>
                    <a:pt x="5168" y="4537"/>
                    <a:pt x="5231" y="4380"/>
                  </a:cubicBezTo>
                  <a:cubicBezTo>
                    <a:pt x="5357" y="4191"/>
                    <a:pt x="5420" y="3970"/>
                    <a:pt x="5514" y="3750"/>
                  </a:cubicBezTo>
                  <a:cubicBezTo>
                    <a:pt x="5546" y="3592"/>
                    <a:pt x="5672" y="3466"/>
                    <a:pt x="5829" y="3466"/>
                  </a:cubicBezTo>
                  <a:lnTo>
                    <a:pt x="6270" y="3466"/>
                  </a:lnTo>
                  <a:lnTo>
                    <a:pt x="6270" y="2773"/>
                  </a:lnTo>
                  <a:lnTo>
                    <a:pt x="5829" y="2773"/>
                  </a:lnTo>
                  <a:cubicBezTo>
                    <a:pt x="5672" y="2773"/>
                    <a:pt x="5546" y="2647"/>
                    <a:pt x="5514" y="2490"/>
                  </a:cubicBezTo>
                  <a:cubicBezTo>
                    <a:pt x="5483" y="2301"/>
                    <a:pt x="5357" y="2049"/>
                    <a:pt x="5231" y="1859"/>
                  </a:cubicBezTo>
                  <a:cubicBezTo>
                    <a:pt x="5168" y="1733"/>
                    <a:pt x="5199" y="1544"/>
                    <a:pt x="5262" y="1418"/>
                  </a:cubicBezTo>
                  <a:lnTo>
                    <a:pt x="5577" y="1103"/>
                  </a:lnTo>
                  <a:lnTo>
                    <a:pt x="5105" y="631"/>
                  </a:lnTo>
                  <a:lnTo>
                    <a:pt x="4790" y="946"/>
                  </a:lnTo>
                  <a:cubicBezTo>
                    <a:pt x="4739" y="1013"/>
                    <a:pt x="4670" y="1045"/>
                    <a:pt x="4593" y="1045"/>
                  </a:cubicBezTo>
                  <a:cubicBezTo>
                    <a:pt x="4526" y="1045"/>
                    <a:pt x="4453" y="1021"/>
                    <a:pt x="4380" y="977"/>
                  </a:cubicBezTo>
                  <a:cubicBezTo>
                    <a:pt x="4160" y="883"/>
                    <a:pt x="3971" y="788"/>
                    <a:pt x="3750" y="725"/>
                  </a:cubicBezTo>
                  <a:cubicBezTo>
                    <a:pt x="3592" y="662"/>
                    <a:pt x="3466" y="568"/>
                    <a:pt x="3466" y="410"/>
                  </a:cubicBezTo>
                  <a:lnTo>
                    <a:pt x="3466"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331" name="Google Shape;10331;p74"/>
          <p:cNvGrpSpPr/>
          <p:nvPr/>
        </p:nvGrpSpPr>
        <p:grpSpPr>
          <a:xfrm>
            <a:off x="4853643" y="4414326"/>
            <a:ext cx="492973" cy="561033"/>
            <a:chOff x="-778700" y="3612425"/>
            <a:chExt cx="256775" cy="292225"/>
          </a:xfrm>
        </p:grpSpPr>
        <p:sp>
          <p:nvSpPr>
            <p:cNvPr id="10332" name="Google Shape;10332;p74"/>
            <p:cNvSpPr/>
            <p:nvPr/>
          </p:nvSpPr>
          <p:spPr>
            <a:xfrm>
              <a:off x="-692850" y="369905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33" name="Google Shape;10333;p74"/>
            <p:cNvSpPr/>
            <p:nvPr/>
          </p:nvSpPr>
          <p:spPr>
            <a:xfrm>
              <a:off x="-777925" y="3612425"/>
              <a:ext cx="204800" cy="34675"/>
            </a:xfrm>
            <a:custGeom>
              <a:avLst/>
              <a:gdLst/>
              <a:ahLst/>
              <a:cxnLst/>
              <a:rect l="l" t="t" r="r" b="b"/>
              <a:pathLst>
                <a:path w="8192" h="1387" extrusionOk="0">
                  <a:moveTo>
                    <a:pt x="1009" y="0"/>
                  </a:moveTo>
                  <a:cubicBezTo>
                    <a:pt x="473" y="0"/>
                    <a:pt x="1" y="473"/>
                    <a:pt x="1" y="1009"/>
                  </a:cubicBezTo>
                  <a:lnTo>
                    <a:pt x="1" y="1387"/>
                  </a:lnTo>
                  <a:lnTo>
                    <a:pt x="8192" y="1387"/>
                  </a:lnTo>
                  <a:lnTo>
                    <a:pt x="8192" y="1009"/>
                  </a:lnTo>
                  <a:cubicBezTo>
                    <a:pt x="8192" y="473"/>
                    <a:pt x="7719" y="0"/>
                    <a:pt x="715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34" name="Google Shape;10334;p74"/>
            <p:cNvSpPr/>
            <p:nvPr/>
          </p:nvSpPr>
          <p:spPr>
            <a:xfrm>
              <a:off x="-727525" y="3699050"/>
              <a:ext cx="17375" cy="17350"/>
            </a:xfrm>
            <a:custGeom>
              <a:avLst/>
              <a:gdLst/>
              <a:ahLst/>
              <a:cxnLst/>
              <a:rect l="l" t="t" r="r" b="b"/>
              <a:pathLst>
                <a:path w="695" h="694" extrusionOk="0">
                  <a:moveTo>
                    <a:pt x="347" y="1"/>
                  </a:moveTo>
                  <a:cubicBezTo>
                    <a:pt x="158" y="1"/>
                    <a:pt x="1" y="158"/>
                    <a:pt x="1" y="347"/>
                  </a:cubicBezTo>
                  <a:cubicBezTo>
                    <a:pt x="1" y="536"/>
                    <a:pt x="158" y="694"/>
                    <a:pt x="347" y="694"/>
                  </a:cubicBezTo>
                  <a:cubicBezTo>
                    <a:pt x="537" y="694"/>
                    <a:pt x="694" y="536"/>
                    <a:pt x="694" y="347"/>
                  </a:cubicBezTo>
                  <a:cubicBezTo>
                    <a:pt x="694" y="158"/>
                    <a:pt x="537" y="1"/>
                    <a:pt x="34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35" name="Google Shape;10335;p74"/>
            <p:cNvSpPr/>
            <p:nvPr/>
          </p:nvSpPr>
          <p:spPr>
            <a:xfrm>
              <a:off x="-778700" y="3664400"/>
              <a:ext cx="205575" cy="102425"/>
            </a:xfrm>
            <a:custGeom>
              <a:avLst/>
              <a:gdLst/>
              <a:ahLst/>
              <a:cxnLst/>
              <a:rect l="l" t="t" r="r" b="b"/>
              <a:pathLst>
                <a:path w="8223" h="4097" extrusionOk="0">
                  <a:moveTo>
                    <a:pt x="3781" y="694"/>
                  </a:moveTo>
                  <a:cubicBezTo>
                    <a:pt x="4316" y="694"/>
                    <a:pt x="4789" y="1166"/>
                    <a:pt x="4789" y="1733"/>
                  </a:cubicBezTo>
                  <a:cubicBezTo>
                    <a:pt x="4789" y="2301"/>
                    <a:pt x="4316" y="2773"/>
                    <a:pt x="3781" y="2773"/>
                  </a:cubicBezTo>
                  <a:cubicBezTo>
                    <a:pt x="3497" y="2773"/>
                    <a:pt x="3245" y="2647"/>
                    <a:pt x="3088" y="2490"/>
                  </a:cubicBezTo>
                  <a:cubicBezTo>
                    <a:pt x="2899" y="2647"/>
                    <a:pt x="2678" y="2773"/>
                    <a:pt x="2426" y="2773"/>
                  </a:cubicBezTo>
                  <a:cubicBezTo>
                    <a:pt x="1890" y="2773"/>
                    <a:pt x="1418" y="2301"/>
                    <a:pt x="1418" y="1733"/>
                  </a:cubicBezTo>
                  <a:cubicBezTo>
                    <a:pt x="1418" y="1198"/>
                    <a:pt x="1890" y="694"/>
                    <a:pt x="2426" y="694"/>
                  </a:cubicBezTo>
                  <a:cubicBezTo>
                    <a:pt x="2710" y="694"/>
                    <a:pt x="2930" y="820"/>
                    <a:pt x="3088" y="977"/>
                  </a:cubicBezTo>
                  <a:cubicBezTo>
                    <a:pt x="3308" y="820"/>
                    <a:pt x="3529" y="694"/>
                    <a:pt x="3781" y="694"/>
                  </a:cubicBezTo>
                  <a:close/>
                  <a:moveTo>
                    <a:pt x="0" y="1"/>
                  </a:moveTo>
                  <a:lnTo>
                    <a:pt x="0" y="3088"/>
                  </a:lnTo>
                  <a:cubicBezTo>
                    <a:pt x="0" y="3624"/>
                    <a:pt x="473" y="4096"/>
                    <a:pt x="1008" y="4096"/>
                  </a:cubicBezTo>
                  <a:lnTo>
                    <a:pt x="6837" y="4096"/>
                  </a:lnTo>
                  <a:lnTo>
                    <a:pt x="6837" y="3498"/>
                  </a:lnTo>
                  <a:lnTo>
                    <a:pt x="5766" y="2458"/>
                  </a:lnTo>
                  <a:cubicBezTo>
                    <a:pt x="5034" y="1726"/>
                    <a:pt x="5756" y="674"/>
                    <a:pt x="6558" y="674"/>
                  </a:cubicBezTo>
                  <a:cubicBezTo>
                    <a:pt x="6792" y="674"/>
                    <a:pt x="7033" y="764"/>
                    <a:pt x="7246" y="977"/>
                  </a:cubicBezTo>
                  <a:lnTo>
                    <a:pt x="8223" y="1985"/>
                  </a:lnTo>
                  <a:lnTo>
                    <a:pt x="8223"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36" name="Google Shape;10336;p74"/>
            <p:cNvSpPr/>
            <p:nvPr/>
          </p:nvSpPr>
          <p:spPr>
            <a:xfrm>
              <a:off x="-659775" y="3835325"/>
              <a:ext cx="137850" cy="69325"/>
            </a:xfrm>
            <a:custGeom>
              <a:avLst/>
              <a:gdLst/>
              <a:ahLst/>
              <a:cxnLst/>
              <a:rect l="l" t="t" r="r" b="b"/>
              <a:pathLst>
                <a:path w="5514" h="2773" extrusionOk="0">
                  <a:moveTo>
                    <a:pt x="1733" y="693"/>
                  </a:moveTo>
                  <a:cubicBezTo>
                    <a:pt x="1922" y="693"/>
                    <a:pt x="2080" y="851"/>
                    <a:pt x="2080" y="1040"/>
                  </a:cubicBezTo>
                  <a:cubicBezTo>
                    <a:pt x="2080" y="1229"/>
                    <a:pt x="1922" y="1386"/>
                    <a:pt x="1733" y="1386"/>
                  </a:cubicBezTo>
                  <a:cubicBezTo>
                    <a:pt x="1544" y="1386"/>
                    <a:pt x="1387" y="1229"/>
                    <a:pt x="1387" y="1040"/>
                  </a:cubicBezTo>
                  <a:cubicBezTo>
                    <a:pt x="1387" y="851"/>
                    <a:pt x="1544" y="693"/>
                    <a:pt x="1733" y="693"/>
                  </a:cubicBezTo>
                  <a:close/>
                  <a:moveTo>
                    <a:pt x="63" y="0"/>
                  </a:moveTo>
                  <a:cubicBezTo>
                    <a:pt x="32" y="126"/>
                    <a:pt x="0" y="252"/>
                    <a:pt x="0" y="378"/>
                  </a:cubicBezTo>
                  <a:lnTo>
                    <a:pt x="0" y="2426"/>
                  </a:lnTo>
                  <a:cubicBezTo>
                    <a:pt x="0" y="2615"/>
                    <a:pt x="158" y="2773"/>
                    <a:pt x="347" y="2773"/>
                  </a:cubicBezTo>
                  <a:lnTo>
                    <a:pt x="5167" y="2773"/>
                  </a:lnTo>
                  <a:cubicBezTo>
                    <a:pt x="5356" y="2773"/>
                    <a:pt x="5514" y="2615"/>
                    <a:pt x="5514" y="2426"/>
                  </a:cubicBezTo>
                  <a:lnTo>
                    <a:pt x="5514" y="378"/>
                  </a:lnTo>
                  <a:cubicBezTo>
                    <a:pt x="5514" y="252"/>
                    <a:pt x="5482" y="126"/>
                    <a:pt x="545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37" name="Google Shape;10337;p74"/>
            <p:cNvSpPr/>
            <p:nvPr/>
          </p:nvSpPr>
          <p:spPr>
            <a:xfrm>
              <a:off x="-658200" y="3669925"/>
              <a:ext cx="136275" cy="148875"/>
            </a:xfrm>
            <a:custGeom>
              <a:avLst/>
              <a:gdLst/>
              <a:ahLst/>
              <a:cxnLst/>
              <a:rect l="l" t="t" r="r" b="b"/>
              <a:pathLst>
                <a:path w="5451" h="5955" extrusionOk="0">
                  <a:moveTo>
                    <a:pt x="4064" y="0"/>
                  </a:moveTo>
                  <a:lnTo>
                    <a:pt x="4064" y="2615"/>
                  </a:lnTo>
                  <a:cubicBezTo>
                    <a:pt x="4064" y="2829"/>
                    <a:pt x="3905" y="2970"/>
                    <a:pt x="3734" y="2970"/>
                  </a:cubicBezTo>
                  <a:cubicBezTo>
                    <a:pt x="3652" y="2970"/>
                    <a:pt x="3568" y="2938"/>
                    <a:pt x="3497" y="2867"/>
                  </a:cubicBezTo>
                  <a:lnTo>
                    <a:pt x="1922" y="1292"/>
                  </a:lnTo>
                  <a:cubicBezTo>
                    <a:pt x="1858" y="1228"/>
                    <a:pt x="1780" y="1201"/>
                    <a:pt x="1701" y="1201"/>
                  </a:cubicBezTo>
                  <a:cubicBezTo>
                    <a:pt x="1429" y="1201"/>
                    <a:pt x="1150" y="1520"/>
                    <a:pt x="1418" y="1764"/>
                  </a:cubicBezTo>
                  <a:lnTo>
                    <a:pt x="2615" y="2930"/>
                  </a:lnTo>
                  <a:cubicBezTo>
                    <a:pt x="2710" y="3025"/>
                    <a:pt x="2741" y="3088"/>
                    <a:pt x="2741" y="3182"/>
                  </a:cubicBezTo>
                  <a:lnTo>
                    <a:pt x="2741" y="3970"/>
                  </a:lnTo>
                  <a:cubicBezTo>
                    <a:pt x="2741" y="4222"/>
                    <a:pt x="2804" y="4505"/>
                    <a:pt x="2930" y="4789"/>
                  </a:cubicBezTo>
                  <a:cubicBezTo>
                    <a:pt x="3052" y="5074"/>
                    <a:pt x="2833" y="5280"/>
                    <a:pt x="2611" y="5280"/>
                  </a:cubicBezTo>
                  <a:cubicBezTo>
                    <a:pt x="2490" y="5280"/>
                    <a:pt x="2367" y="5218"/>
                    <a:pt x="2300" y="5072"/>
                  </a:cubicBezTo>
                  <a:cubicBezTo>
                    <a:pt x="2206" y="4915"/>
                    <a:pt x="2174" y="4757"/>
                    <a:pt x="2143" y="4600"/>
                  </a:cubicBezTo>
                  <a:lnTo>
                    <a:pt x="0" y="4600"/>
                  </a:lnTo>
                  <a:lnTo>
                    <a:pt x="0" y="4631"/>
                  </a:lnTo>
                  <a:cubicBezTo>
                    <a:pt x="0" y="5104"/>
                    <a:pt x="126" y="5545"/>
                    <a:pt x="378" y="5923"/>
                  </a:cubicBezTo>
                  <a:lnTo>
                    <a:pt x="5104" y="5923"/>
                  </a:lnTo>
                  <a:lnTo>
                    <a:pt x="5104" y="5955"/>
                  </a:lnTo>
                  <a:cubicBezTo>
                    <a:pt x="5325" y="5577"/>
                    <a:pt x="5451" y="5104"/>
                    <a:pt x="5451" y="4663"/>
                  </a:cubicBezTo>
                  <a:lnTo>
                    <a:pt x="5451" y="2111"/>
                  </a:lnTo>
                  <a:cubicBezTo>
                    <a:pt x="5451" y="1638"/>
                    <a:pt x="5262" y="1197"/>
                    <a:pt x="4947" y="882"/>
                  </a:cubicBezTo>
                  <a:lnTo>
                    <a:pt x="4064"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338" name="Google Shape;10338;p74"/>
          <p:cNvGrpSpPr/>
          <p:nvPr/>
        </p:nvGrpSpPr>
        <p:grpSpPr>
          <a:xfrm>
            <a:off x="8148978" y="5104407"/>
            <a:ext cx="454308" cy="516855"/>
            <a:chOff x="7728464" y="1561258"/>
            <a:chExt cx="349719" cy="397866"/>
          </a:xfrm>
        </p:grpSpPr>
        <p:sp>
          <p:nvSpPr>
            <p:cNvPr id="10339" name="Google Shape;10339;p74"/>
            <p:cNvSpPr/>
            <p:nvPr/>
          </p:nvSpPr>
          <p:spPr>
            <a:xfrm>
              <a:off x="7891642" y="1678585"/>
              <a:ext cx="23354" cy="23333"/>
            </a:xfrm>
            <a:custGeom>
              <a:avLst/>
              <a:gdLst/>
              <a:ahLst/>
              <a:cxnLst/>
              <a:rect l="l" t="t" r="r" b="b"/>
              <a:pathLst>
                <a:path w="1119" h="1118" extrusionOk="0">
                  <a:moveTo>
                    <a:pt x="0" y="1"/>
                  </a:moveTo>
                  <a:lnTo>
                    <a:pt x="0" y="1117"/>
                  </a:lnTo>
                  <a:lnTo>
                    <a:pt x="1118" y="1117"/>
                  </a:lnTo>
                  <a:lnTo>
                    <a:pt x="1118"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40" name="Google Shape;10340;p74"/>
            <p:cNvSpPr/>
            <p:nvPr/>
          </p:nvSpPr>
          <p:spPr>
            <a:xfrm>
              <a:off x="7728464" y="1561258"/>
              <a:ext cx="349719" cy="397866"/>
            </a:xfrm>
            <a:custGeom>
              <a:avLst/>
              <a:gdLst/>
              <a:ahLst/>
              <a:cxnLst/>
              <a:rect l="l" t="t" r="r" b="b"/>
              <a:pathLst>
                <a:path w="16757" h="19064" extrusionOk="0">
                  <a:moveTo>
                    <a:pt x="9496" y="2830"/>
                  </a:moveTo>
                  <a:cubicBezTo>
                    <a:pt x="9804" y="2830"/>
                    <a:pt x="10054" y="3079"/>
                    <a:pt x="10054" y="3389"/>
                  </a:cubicBezTo>
                  <a:lnTo>
                    <a:pt x="10054" y="4505"/>
                  </a:lnTo>
                  <a:lnTo>
                    <a:pt x="11172" y="4505"/>
                  </a:lnTo>
                  <a:cubicBezTo>
                    <a:pt x="11480" y="4505"/>
                    <a:pt x="11729" y="4756"/>
                    <a:pt x="11729" y="5064"/>
                  </a:cubicBezTo>
                  <a:cubicBezTo>
                    <a:pt x="11729" y="5373"/>
                    <a:pt x="11480" y="5623"/>
                    <a:pt x="11172" y="5623"/>
                  </a:cubicBezTo>
                  <a:lnTo>
                    <a:pt x="10054" y="5623"/>
                  </a:lnTo>
                  <a:lnTo>
                    <a:pt x="10054" y="6739"/>
                  </a:lnTo>
                  <a:lnTo>
                    <a:pt x="11172" y="6739"/>
                  </a:lnTo>
                  <a:cubicBezTo>
                    <a:pt x="11480" y="6739"/>
                    <a:pt x="11729" y="6990"/>
                    <a:pt x="11729" y="7298"/>
                  </a:cubicBezTo>
                  <a:cubicBezTo>
                    <a:pt x="11729" y="7608"/>
                    <a:pt x="11480" y="7857"/>
                    <a:pt x="11172" y="7857"/>
                  </a:cubicBezTo>
                  <a:lnTo>
                    <a:pt x="10054" y="7857"/>
                  </a:lnTo>
                  <a:lnTo>
                    <a:pt x="10054" y="8973"/>
                  </a:lnTo>
                  <a:cubicBezTo>
                    <a:pt x="10054" y="9283"/>
                    <a:pt x="9804" y="9532"/>
                    <a:pt x="9495" y="9532"/>
                  </a:cubicBezTo>
                  <a:cubicBezTo>
                    <a:pt x="9187" y="9532"/>
                    <a:pt x="8936" y="9283"/>
                    <a:pt x="8936" y="8973"/>
                  </a:cubicBezTo>
                  <a:lnTo>
                    <a:pt x="8936" y="7857"/>
                  </a:lnTo>
                  <a:lnTo>
                    <a:pt x="7819" y="7857"/>
                  </a:lnTo>
                  <a:lnTo>
                    <a:pt x="7819" y="8973"/>
                  </a:lnTo>
                  <a:cubicBezTo>
                    <a:pt x="7819" y="9283"/>
                    <a:pt x="7570" y="9532"/>
                    <a:pt x="7260" y="9532"/>
                  </a:cubicBezTo>
                  <a:cubicBezTo>
                    <a:pt x="6953" y="9532"/>
                    <a:pt x="6701" y="9283"/>
                    <a:pt x="6701" y="8973"/>
                  </a:cubicBezTo>
                  <a:lnTo>
                    <a:pt x="6701" y="7857"/>
                  </a:lnTo>
                  <a:lnTo>
                    <a:pt x="5585" y="7857"/>
                  </a:lnTo>
                  <a:cubicBezTo>
                    <a:pt x="5276" y="7857"/>
                    <a:pt x="5026" y="7608"/>
                    <a:pt x="5026" y="7298"/>
                  </a:cubicBezTo>
                  <a:cubicBezTo>
                    <a:pt x="5026" y="6990"/>
                    <a:pt x="5276" y="6739"/>
                    <a:pt x="5585" y="6739"/>
                  </a:cubicBezTo>
                  <a:lnTo>
                    <a:pt x="6701" y="6739"/>
                  </a:lnTo>
                  <a:lnTo>
                    <a:pt x="6701" y="5623"/>
                  </a:lnTo>
                  <a:lnTo>
                    <a:pt x="5585" y="5623"/>
                  </a:lnTo>
                  <a:cubicBezTo>
                    <a:pt x="5277" y="5623"/>
                    <a:pt x="5028" y="5373"/>
                    <a:pt x="5028" y="5064"/>
                  </a:cubicBezTo>
                  <a:cubicBezTo>
                    <a:pt x="5028" y="4756"/>
                    <a:pt x="5277" y="4505"/>
                    <a:pt x="5585" y="4505"/>
                  </a:cubicBezTo>
                  <a:lnTo>
                    <a:pt x="6703" y="4505"/>
                  </a:lnTo>
                  <a:lnTo>
                    <a:pt x="6703" y="3389"/>
                  </a:lnTo>
                  <a:cubicBezTo>
                    <a:pt x="6703" y="3079"/>
                    <a:pt x="6953" y="2830"/>
                    <a:pt x="7262" y="2830"/>
                  </a:cubicBezTo>
                  <a:cubicBezTo>
                    <a:pt x="7570" y="2830"/>
                    <a:pt x="7819" y="3079"/>
                    <a:pt x="7819" y="3389"/>
                  </a:cubicBezTo>
                  <a:lnTo>
                    <a:pt x="7819" y="4505"/>
                  </a:lnTo>
                  <a:lnTo>
                    <a:pt x="8937" y="4505"/>
                  </a:lnTo>
                  <a:lnTo>
                    <a:pt x="8937" y="3389"/>
                  </a:lnTo>
                  <a:cubicBezTo>
                    <a:pt x="8937" y="3079"/>
                    <a:pt x="9187" y="2830"/>
                    <a:pt x="9496" y="2830"/>
                  </a:cubicBezTo>
                  <a:close/>
                  <a:moveTo>
                    <a:pt x="12845" y="10091"/>
                  </a:moveTo>
                  <a:cubicBezTo>
                    <a:pt x="12952" y="10091"/>
                    <a:pt x="13060" y="10121"/>
                    <a:pt x="13157" y="10185"/>
                  </a:cubicBezTo>
                  <a:cubicBezTo>
                    <a:pt x="13413" y="10357"/>
                    <a:pt x="13482" y="10702"/>
                    <a:pt x="13310" y="10960"/>
                  </a:cubicBezTo>
                  <a:cubicBezTo>
                    <a:pt x="12210" y="12612"/>
                    <a:pt x="10365" y="13599"/>
                    <a:pt x="8378" y="13599"/>
                  </a:cubicBezTo>
                  <a:cubicBezTo>
                    <a:pt x="6392" y="13599"/>
                    <a:pt x="4547" y="12612"/>
                    <a:pt x="3445" y="10960"/>
                  </a:cubicBezTo>
                  <a:cubicBezTo>
                    <a:pt x="3275" y="10702"/>
                    <a:pt x="3344" y="10355"/>
                    <a:pt x="3600" y="10185"/>
                  </a:cubicBezTo>
                  <a:cubicBezTo>
                    <a:pt x="3696" y="10121"/>
                    <a:pt x="3804" y="10091"/>
                    <a:pt x="3910" y="10091"/>
                  </a:cubicBezTo>
                  <a:cubicBezTo>
                    <a:pt x="4090" y="10091"/>
                    <a:pt x="4267" y="10178"/>
                    <a:pt x="4375" y="10339"/>
                  </a:cubicBezTo>
                  <a:cubicBezTo>
                    <a:pt x="5269" y="11682"/>
                    <a:pt x="6765" y="12481"/>
                    <a:pt x="8378" y="12481"/>
                  </a:cubicBezTo>
                  <a:cubicBezTo>
                    <a:pt x="9990" y="12481"/>
                    <a:pt x="11487" y="11682"/>
                    <a:pt x="12382" y="10339"/>
                  </a:cubicBezTo>
                  <a:cubicBezTo>
                    <a:pt x="12488" y="10178"/>
                    <a:pt x="12665" y="10091"/>
                    <a:pt x="12845" y="10091"/>
                  </a:cubicBezTo>
                  <a:close/>
                  <a:moveTo>
                    <a:pt x="2794" y="1"/>
                  </a:moveTo>
                  <a:cubicBezTo>
                    <a:pt x="1253" y="1"/>
                    <a:pt x="0" y="1291"/>
                    <a:pt x="0" y="2830"/>
                  </a:cubicBezTo>
                  <a:lnTo>
                    <a:pt x="0" y="14001"/>
                  </a:lnTo>
                  <a:cubicBezTo>
                    <a:pt x="0" y="15540"/>
                    <a:pt x="1253" y="16792"/>
                    <a:pt x="2794" y="16792"/>
                  </a:cubicBezTo>
                  <a:lnTo>
                    <a:pt x="5912" y="16792"/>
                  </a:lnTo>
                  <a:lnTo>
                    <a:pt x="7984" y="18901"/>
                  </a:lnTo>
                  <a:cubicBezTo>
                    <a:pt x="8092" y="19009"/>
                    <a:pt x="8235" y="19064"/>
                    <a:pt x="8378" y="19064"/>
                  </a:cubicBezTo>
                  <a:cubicBezTo>
                    <a:pt x="8522" y="19064"/>
                    <a:pt x="8665" y="19009"/>
                    <a:pt x="8773" y="18901"/>
                  </a:cubicBezTo>
                  <a:lnTo>
                    <a:pt x="10844" y="16792"/>
                  </a:lnTo>
                  <a:lnTo>
                    <a:pt x="13963" y="16792"/>
                  </a:lnTo>
                  <a:cubicBezTo>
                    <a:pt x="15504" y="16792"/>
                    <a:pt x="16756" y="15540"/>
                    <a:pt x="16756" y="14001"/>
                  </a:cubicBezTo>
                  <a:lnTo>
                    <a:pt x="16756" y="2830"/>
                  </a:lnTo>
                  <a:cubicBezTo>
                    <a:pt x="16756" y="1291"/>
                    <a:pt x="15504" y="1"/>
                    <a:pt x="13963"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341" name="Google Shape;10341;p74"/>
          <p:cNvGrpSpPr/>
          <p:nvPr/>
        </p:nvGrpSpPr>
        <p:grpSpPr>
          <a:xfrm>
            <a:off x="5379603" y="5104407"/>
            <a:ext cx="516908" cy="516855"/>
            <a:chOff x="5611350" y="1561258"/>
            <a:chExt cx="397907" cy="397866"/>
          </a:xfrm>
        </p:grpSpPr>
        <p:sp>
          <p:nvSpPr>
            <p:cNvPr id="10342" name="Google Shape;10342;p74"/>
            <p:cNvSpPr/>
            <p:nvPr/>
          </p:nvSpPr>
          <p:spPr>
            <a:xfrm>
              <a:off x="5713589" y="1812337"/>
              <a:ext cx="38443" cy="39653"/>
            </a:xfrm>
            <a:custGeom>
              <a:avLst/>
              <a:gdLst/>
              <a:ahLst/>
              <a:cxnLst/>
              <a:rect l="l" t="t" r="r" b="b"/>
              <a:pathLst>
                <a:path w="1842" h="1900" extrusionOk="0">
                  <a:moveTo>
                    <a:pt x="1842" y="1"/>
                  </a:moveTo>
                  <a:lnTo>
                    <a:pt x="630" y="486"/>
                  </a:lnTo>
                  <a:cubicBezTo>
                    <a:pt x="81" y="705"/>
                    <a:pt x="0" y="1450"/>
                    <a:pt x="490" y="1782"/>
                  </a:cubicBezTo>
                  <a:cubicBezTo>
                    <a:pt x="608" y="1862"/>
                    <a:pt x="755" y="1900"/>
                    <a:pt x="908" y="1900"/>
                  </a:cubicBezTo>
                  <a:cubicBezTo>
                    <a:pt x="1349" y="1900"/>
                    <a:pt x="1842" y="1590"/>
                    <a:pt x="1842" y="1092"/>
                  </a:cubicBezTo>
                  <a:lnTo>
                    <a:pt x="1842"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43" name="Google Shape;10343;p74"/>
            <p:cNvSpPr/>
            <p:nvPr/>
          </p:nvSpPr>
          <p:spPr>
            <a:xfrm>
              <a:off x="5830124" y="1789047"/>
              <a:ext cx="38505" cy="39653"/>
            </a:xfrm>
            <a:custGeom>
              <a:avLst/>
              <a:gdLst/>
              <a:ahLst/>
              <a:cxnLst/>
              <a:rect l="l" t="t" r="r" b="b"/>
              <a:pathLst>
                <a:path w="1845" h="1900" extrusionOk="0">
                  <a:moveTo>
                    <a:pt x="1844" y="1"/>
                  </a:moveTo>
                  <a:lnTo>
                    <a:pt x="631" y="485"/>
                  </a:lnTo>
                  <a:cubicBezTo>
                    <a:pt x="82" y="705"/>
                    <a:pt x="1" y="1450"/>
                    <a:pt x="491" y="1782"/>
                  </a:cubicBezTo>
                  <a:cubicBezTo>
                    <a:pt x="608" y="1862"/>
                    <a:pt x="755" y="1899"/>
                    <a:pt x="908" y="1899"/>
                  </a:cubicBezTo>
                  <a:cubicBezTo>
                    <a:pt x="1349" y="1899"/>
                    <a:pt x="1844" y="1588"/>
                    <a:pt x="1844" y="1090"/>
                  </a:cubicBezTo>
                  <a:lnTo>
                    <a:pt x="1844"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44" name="Google Shape;10344;p74"/>
            <p:cNvSpPr/>
            <p:nvPr/>
          </p:nvSpPr>
          <p:spPr>
            <a:xfrm>
              <a:off x="5611350" y="1561258"/>
              <a:ext cx="397907" cy="397866"/>
            </a:xfrm>
            <a:custGeom>
              <a:avLst/>
              <a:gdLst/>
              <a:ahLst/>
              <a:cxnLst/>
              <a:rect l="l" t="t" r="r" b="b"/>
              <a:pathLst>
                <a:path w="19066" h="19064" extrusionOk="0">
                  <a:moveTo>
                    <a:pt x="12883" y="3949"/>
                  </a:moveTo>
                  <a:cubicBezTo>
                    <a:pt x="13013" y="3949"/>
                    <a:pt x="13138" y="3991"/>
                    <a:pt x="13238" y="4073"/>
                  </a:cubicBezTo>
                  <a:cubicBezTo>
                    <a:pt x="13369" y="4179"/>
                    <a:pt x="13443" y="4339"/>
                    <a:pt x="13443" y="4505"/>
                  </a:cubicBezTo>
                  <a:lnTo>
                    <a:pt x="13443" y="12005"/>
                  </a:lnTo>
                  <a:cubicBezTo>
                    <a:pt x="13443" y="13161"/>
                    <a:pt x="12421" y="13941"/>
                    <a:pt x="11388" y="13941"/>
                  </a:cubicBezTo>
                  <a:cubicBezTo>
                    <a:pt x="10369" y="13941"/>
                    <a:pt x="9534" y="13113"/>
                    <a:pt x="9534" y="12085"/>
                  </a:cubicBezTo>
                  <a:cubicBezTo>
                    <a:pt x="9534" y="11323"/>
                    <a:pt x="9990" y="10647"/>
                    <a:pt x="10700" y="10364"/>
                  </a:cubicBezTo>
                  <a:lnTo>
                    <a:pt x="12327" y="9713"/>
                  </a:lnTo>
                  <a:lnTo>
                    <a:pt x="12327" y="7420"/>
                  </a:lnTo>
                  <a:lnTo>
                    <a:pt x="7859" y="8315"/>
                  </a:lnTo>
                  <a:lnTo>
                    <a:pt x="7859" y="13123"/>
                  </a:lnTo>
                  <a:cubicBezTo>
                    <a:pt x="7859" y="14277"/>
                    <a:pt x="6834" y="15057"/>
                    <a:pt x="5803" y="15057"/>
                  </a:cubicBezTo>
                  <a:cubicBezTo>
                    <a:pt x="4784" y="15057"/>
                    <a:pt x="3949" y="14229"/>
                    <a:pt x="3949" y="13203"/>
                  </a:cubicBezTo>
                  <a:cubicBezTo>
                    <a:pt x="3949" y="12439"/>
                    <a:pt x="4406" y="11763"/>
                    <a:pt x="5115" y="11480"/>
                  </a:cubicBezTo>
                  <a:lnTo>
                    <a:pt x="6741" y="10829"/>
                  </a:lnTo>
                  <a:lnTo>
                    <a:pt x="6741" y="5623"/>
                  </a:lnTo>
                  <a:cubicBezTo>
                    <a:pt x="6741" y="5356"/>
                    <a:pt x="6930" y="5128"/>
                    <a:pt x="7190" y="5074"/>
                  </a:cubicBezTo>
                  <a:lnTo>
                    <a:pt x="12775" y="3958"/>
                  </a:lnTo>
                  <a:cubicBezTo>
                    <a:pt x="12811" y="3952"/>
                    <a:pt x="12847" y="3949"/>
                    <a:pt x="12883" y="3949"/>
                  </a:cubicBezTo>
                  <a:close/>
                  <a:moveTo>
                    <a:pt x="9534" y="1"/>
                  </a:moveTo>
                  <a:cubicBezTo>
                    <a:pt x="4298" y="1"/>
                    <a:pt x="1" y="4296"/>
                    <a:pt x="1" y="9532"/>
                  </a:cubicBezTo>
                  <a:cubicBezTo>
                    <a:pt x="1" y="14769"/>
                    <a:pt x="4298" y="19064"/>
                    <a:pt x="9534" y="19064"/>
                  </a:cubicBezTo>
                  <a:cubicBezTo>
                    <a:pt x="14768" y="19064"/>
                    <a:pt x="19065" y="14769"/>
                    <a:pt x="19065" y="9532"/>
                  </a:cubicBezTo>
                  <a:cubicBezTo>
                    <a:pt x="19065" y="4296"/>
                    <a:pt x="14768" y="1"/>
                    <a:pt x="953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45" name="Google Shape;10345;p74"/>
            <p:cNvSpPr/>
            <p:nvPr/>
          </p:nvSpPr>
          <p:spPr>
            <a:xfrm>
              <a:off x="5775341" y="1669507"/>
              <a:ext cx="93247" cy="41531"/>
            </a:xfrm>
            <a:custGeom>
              <a:avLst/>
              <a:gdLst/>
              <a:ahLst/>
              <a:cxnLst/>
              <a:rect l="l" t="t" r="r" b="b"/>
              <a:pathLst>
                <a:path w="4468" h="1990" extrusionOk="0">
                  <a:moveTo>
                    <a:pt x="4467" y="1"/>
                  </a:moveTo>
                  <a:lnTo>
                    <a:pt x="1" y="894"/>
                  </a:lnTo>
                  <a:lnTo>
                    <a:pt x="1" y="1989"/>
                  </a:lnTo>
                  <a:lnTo>
                    <a:pt x="4467" y="1096"/>
                  </a:lnTo>
                  <a:lnTo>
                    <a:pt x="4467"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351" name="Google Shape;10351;p74"/>
          <p:cNvGrpSpPr/>
          <p:nvPr/>
        </p:nvGrpSpPr>
        <p:grpSpPr>
          <a:xfrm>
            <a:off x="6764270" y="5104407"/>
            <a:ext cx="516908" cy="516855"/>
            <a:chOff x="6669907" y="1561258"/>
            <a:chExt cx="397907" cy="397866"/>
          </a:xfrm>
        </p:grpSpPr>
        <p:sp>
          <p:nvSpPr>
            <p:cNvPr id="10352" name="Google Shape;10352;p74"/>
            <p:cNvSpPr/>
            <p:nvPr/>
          </p:nvSpPr>
          <p:spPr>
            <a:xfrm>
              <a:off x="6950454" y="1655253"/>
              <a:ext cx="23312" cy="23354"/>
            </a:xfrm>
            <a:custGeom>
              <a:avLst/>
              <a:gdLst/>
              <a:ahLst/>
              <a:cxnLst/>
              <a:rect l="l" t="t" r="r" b="b"/>
              <a:pathLst>
                <a:path w="1117" h="1119" extrusionOk="0">
                  <a:moveTo>
                    <a:pt x="558" y="1"/>
                  </a:moveTo>
                  <a:cubicBezTo>
                    <a:pt x="250" y="1"/>
                    <a:pt x="0" y="252"/>
                    <a:pt x="0" y="560"/>
                  </a:cubicBezTo>
                  <a:cubicBezTo>
                    <a:pt x="0" y="868"/>
                    <a:pt x="250" y="1119"/>
                    <a:pt x="558" y="1119"/>
                  </a:cubicBezTo>
                  <a:cubicBezTo>
                    <a:pt x="867" y="1119"/>
                    <a:pt x="1117" y="868"/>
                    <a:pt x="1117" y="560"/>
                  </a:cubicBezTo>
                  <a:cubicBezTo>
                    <a:pt x="1117" y="252"/>
                    <a:pt x="867" y="1"/>
                    <a:pt x="55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53" name="Google Shape;10353;p74"/>
            <p:cNvSpPr/>
            <p:nvPr/>
          </p:nvSpPr>
          <p:spPr>
            <a:xfrm>
              <a:off x="6740633" y="1725228"/>
              <a:ext cx="36919" cy="39632"/>
            </a:xfrm>
            <a:custGeom>
              <a:avLst/>
              <a:gdLst/>
              <a:ahLst/>
              <a:cxnLst/>
              <a:rect l="l" t="t" r="r" b="b"/>
              <a:pathLst>
                <a:path w="1769" h="1899" extrusionOk="0">
                  <a:moveTo>
                    <a:pt x="1117" y="0"/>
                  </a:moveTo>
                  <a:cubicBezTo>
                    <a:pt x="502" y="0"/>
                    <a:pt x="1" y="501"/>
                    <a:pt x="1" y="1116"/>
                  </a:cubicBezTo>
                  <a:cubicBezTo>
                    <a:pt x="1" y="1419"/>
                    <a:pt x="135" y="1691"/>
                    <a:pt x="341" y="1898"/>
                  </a:cubicBezTo>
                  <a:cubicBezTo>
                    <a:pt x="643" y="1261"/>
                    <a:pt x="1133" y="690"/>
                    <a:pt x="1768" y="219"/>
                  </a:cubicBezTo>
                  <a:cubicBezTo>
                    <a:pt x="1581" y="83"/>
                    <a:pt x="1358" y="0"/>
                    <a:pt x="1117"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54" name="Google Shape;10354;p74"/>
            <p:cNvSpPr/>
            <p:nvPr/>
          </p:nvSpPr>
          <p:spPr>
            <a:xfrm>
              <a:off x="6763944" y="1725228"/>
              <a:ext cx="209827" cy="139892"/>
            </a:xfrm>
            <a:custGeom>
              <a:avLst/>
              <a:gdLst/>
              <a:ahLst/>
              <a:cxnLst/>
              <a:rect l="l" t="t" r="r" b="b"/>
              <a:pathLst>
                <a:path w="10054" h="6703" extrusionOk="0">
                  <a:moveTo>
                    <a:pt x="2793" y="1116"/>
                  </a:moveTo>
                  <a:cubicBezTo>
                    <a:pt x="3409" y="1116"/>
                    <a:pt x="3910" y="1619"/>
                    <a:pt x="3910" y="2234"/>
                  </a:cubicBezTo>
                  <a:cubicBezTo>
                    <a:pt x="3910" y="2850"/>
                    <a:pt x="3409" y="3351"/>
                    <a:pt x="2793" y="3351"/>
                  </a:cubicBezTo>
                  <a:cubicBezTo>
                    <a:pt x="2178" y="3351"/>
                    <a:pt x="1675" y="2850"/>
                    <a:pt x="1675" y="2234"/>
                  </a:cubicBezTo>
                  <a:cubicBezTo>
                    <a:pt x="1675" y="1619"/>
                    <a:pt x="2178" y="1116"/>
                    <a:pt x="2793" y="1116"/>
                  </a:cubicBezTo>
                  <a:close/>
                  <a:moveTo>
                    <a:pt x="7262" y="1116"/>
                  </a:moveTo>
                  <a:cubicBezTo>
                    <a:pt x="7878" y="1116"/>
                    <a:pt x="8378" y="1619"/>
                    <a:pt x="8378" y="2234"/>
                  </a:cubicBezTo>
                  <a:cubicBezTo>
                    <a:pt x="8378" y="2850"/>
                    <a:pt x="7878" y="3351"/>
                    <a:pt x="7262" y="3351"/>
                  </a:cubicBezTo>
                  <a:cubicBezTo>
                    <a:pt x="6645" y="3351"/>
                    <a:pt x="6144" y="2850"/>
                    <a:pt x="6144" y="2234"/>
                  </a:cubicBezTo>
                  <a:cubicBezTo>
                    <a:pt x="6144" y="1619"/>
                    <a:pt x="6645" y="1116"/>
                    <a:pt x="7262" y="1116"/>
                  </a:cubicBezTo>
                  <a:close/>
                  <a:moveTo>
                    <a:pt x="7261" y="4469"/>
                  </a:moveTo>
                  <a:cubicBezTo>
                    <a:pt x="7466" y="4469"/>
                    <a:pt x="7663" y="4581"/>
                    <a:pt x="7761" y="4776"/>
                  </a:cubicBezTo>
                  <a:cubicBezTo>
                    <a:pt x="7899" y="5052"/>
                    <a:pt x="7787" y="5389"/>
                    <a:pt x="7511" y="5527"/>
                  </a:cubicBezTo>
                  <a:cubicBezTo>
                    <a:pt x="6733" y="5916"/>
                    <a:pt x="5880" y="6109"/>
                    <a:pt x="5028" y="6109"/>
                  </a:cubicBezTo>
                  <a:cubicBezTo>
                    <a:pt x="4173" y="6109"/>
                    <a:pt x="3321" y="5916"/>
                    <a:pt x="2544" y="5527"/>
                  </a:cubicBezTo>
                  <a:cubicBezTo>
                    <a:pt x="2268" y="5389"/>
                    <a:pt x="2155" y="5052"/>
                    <a:pt x="2293" y="4776"/>
                  </a:cubicBezTo>
                  <a:cubicBezTo>
                    <a:pt x="2391" y="4581"/>
                    <a:pt x="2589" y="4469"/>
                    <a:pt x="2794" y="4469"/>
                  </a:cubicBezTo>
                  <a:cubicBezTo>
                    <a:pt x="2878" y="4469"/>
                    <a:pt x="2963" y="4487"/>
                    <a:pt x="3043" y="4527"/>
                  </a:cubicBezTo>
                  <a:cubicBezTo>
                    <a:pt x="3664" y="4838"/>
                    <a:pt x="4345" y="4994"/>
                    <a:pt x="5027" y="4994"/>
                  </a:cubicBezTo>
                  <a:cubicBezTo>
                    <a:pt x="5708" y="4994"/>
                    <a:pt x="6390" y="4838"/>
                    <a:pt x="7011" y="4527"/>
                  </a:cubicBezTo>
                  <a:cubicBezTo>
                    <a:pt x="7092" y="4487"/>
                    <a:pt x="7177" y="4469"/>
                    <a:pt x="7261" y="4469"/>
                  </a:cubicBezTo>
                  <a:close/>
                  <a:moveTo>
                    <a:pt x="5028" y="0"/>
                  </a:moveTo>
                  <a:cubicBezTo>
                    <a:pt x="2256" y="0"/>
                    <a:pt x="0" y="1504"/>
                    <a:pt x="0" y="3351"/>
                  </a:cubicBezTo>
                  <a:cubicBezTo>
                    <a:pt x="0" y="5199"/>
                    <a:pt x="2256" y="6703"/>
                    <a:pt x="5028" y="6703"/>
                  </a:cubicBezTo>
                  <a:cubicBezTo>
                    <a:pt x="7798" y="6703"/>
                    <a:pt x="10054" y="5199"/>
                    <a:pt x="10054" y="3351"/>
                  </a:cubicBezTo>
                  <a:cubicBezTo>
                    <a:pt x="10054" y="1504"/>
                    <a:pt x="7798" y="0"/>
                    <a:pt x="5028"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55" name="Google Shape;10355;p74"/>
            <p:cNvSpPr/>
            <p:nvPr/>
          </p:nvSpPr>
          <p:spPr>
            <a:xfrm>
              <a:off x="6669907" y="1561258"/>
              <a:ext cx="397907" cy="397866"/>
            </a:xfrm>
            <a:custGeom>
              <a:avLst/>
              <a:gdLst/>
              <a:ahLst/>
              <a:cxnLst/>
              <a:rect l="l" t="t" r="r" b="b"/>
              <a:pathLst>
                <a:path w="19066" h="19064" extrusionOk="0">
                  <a:moveTo>
                    <a:pt x="10650" y="3388"/>
                  </a:moveTo>
                  <a:cubicBezTo>
                    <a:pt x="10708" y="3388"/>
                    <a:pt x="10768" y="3398"/>
                    <a:pt x="10827" y="3417"/>
                  </a:cubicBezTo>
                  <a:lnTo>
                    <a:pt x="12686" y="4038"/>
                  </a:lnTo>
                  <a:cubicBezTo>
                    <a:pt x="12994" y="3645"/>
                    <a:pt x="13466" y="3389"/>
                    <a:pt x="14001" y="3389"/>
                  </a:cubicBezTo>
                  <a:cubicBezTo>
                    <a:pt x="14924" y="3389"/>
                    <a:pt x="15676" y="4140"/>
                    <a:pt x="15676" y="5064"/>
                  </a:cubicBezTo>
                  <a:cubicBezTo>
                    <a:pt x="15676" y="5987"/>
                    <a:pt x="14924" y="6739"/>
                    <a:pt x="14001" y="6739"/>
                  </a:cubicBezTo>
                  <a:cubicBezTo>
                    <a:pt x="13088" y="6739"/>
                    <a:pt x="12345" y="6003"/>
                    <a:pt x="12329" y="5094"/>
                  </a:cubicBezTo>
                  <a:lnTo>
                    <a:pt x="11004" y="4653"/>
                  </a:lnTo>
                  <a:lnTo>
                    <a:pt x="10294" y="6778"/>
                  </a:lnTo>
                  <a:cubicBezTo>
                    <a:pt x="11251" y="6865"/>
                    <a:pt x="12140" y="7109"/>
                    <a:pt x="12909" y="7479"/>
                  </a:cubicBezTo>
                  <a:cubicBezTo>
                    <a:pt x="13327" y="7017"/>
                    <a:pt x="13919" y="6739"/>
                    <a:pt x="14560" y="6739"/>
                  </a:cubicBezTo>
                  <a:cubicBezTo>
                    <a:pt x="15791" y="6739"/>
                    <a:pt x="16794" y="7742"/>
                    <a:pt x="16794" y="8973"/>
                  </a:cubicBezTo>
                  <a:cubicBezTo>
                    <a:pt x="16794" y="9780"/>
                    <a:pt x="16336" y="10498"/>
                    <a:pt x="15655" y="10891"/>
                  </a:cubicBezTo>
                  <a:cubicBezTo>
                    <a:pt x="15665" y="10997"/>
                    <a:pt x="15676" y="11101"/>
                    <a:pt x="15676" y="11208"/>
                  </a:cubicBezTo>
                  <a:cubicBezTo>
                    <a:pt x="15676" y="13672"/>
                    <a:pt x="12921" y="15676"/>
                    <a:pt x="9532" y="15676"/>
                  </a:cubicBezTo>
                  <a:cubicBezTo>
                    <a:pt x="6144" y="15676"/>
                    <a:pt x="3388" y="13672"/>
                    <a:pt x="3388" y="11208"/>
                  </a:cubicBezTo>
                  <a:cubicBezTo>
                    <a:pt x="3388" y="11101"/>
                    <a:pt x="3401" y="10997"/>
                    <a:pt x="3411" y="10891"/>
                  </a:cubicBezTo>
                  <a:cubicBezTo>
                    <a:pt x="2730" y="10498"/>
                    <a:pt x="2272" y="9780"/>
                    <a:pt x="2272" y="8973"/>
                  </a:cubicBezTo>
                  <a:cubicBezTo>
                    <a:pt x="2272" y="7742"/>
                    <a:pt x="3273" y="6739"/>
                    <a:pt x="4506" y="6739"/>
                  </a:cubicBezTo>
                  <a:cubicBezTo>
                    <a:pt x="5145" y="6739"/>
                    <a:pt x="5737" y="7017"/>
                    <a:pt x="6157" y="7479"/>
                  </a:cubicBezTo>
                  <a:cubicBezTo>
                    <a:pt x="7018" y="7065"/>
                    <a:pt x="8034" y="6806"/>
                    <a:pt x="9125" y="6755"/>
                  </a:cubicBezTo>
                  <a:lnTo>
                    <a:pt x="10119" y="3771"/>
                  </a:lnTo>
                  <a:cubicBezTo>
                    <a:pt x="10199" y="3537"/>
                    <a:pt x="10415" y="3388"/>
                    <a:pt x="10650" y="3388"/>
                  </a:cubicBezTo>
                  <a:close/>
                  <a:moveTo>
                    <a:pt x="9534" y="1"/>
                  </a:moveTo>
                  <a:cubicBezTo>
                    <a:pt x="4297" y="1"/>
                    <a:pt x="1" y="4296"/>
                    <a:pt x="1" y="9532"/>
                  </a:cubicBezTo>
                  <a:cubicBezTo>
                    <a:pt x="1" y="14769"/>
                    <a:pt x="4297" y="19064"/>
                    <a:pt x="9534" y="19064"/>
                  </a:cubicBezTo>
                  <a:cubicBezTo>
                    <a:pt x="14768" y="19064"/>
                    <a:pt x="19065" y="14769"/>
                    <a:pt x="19065" y="9532"/>
                  </a:cubicBezTo>
                  <a:cubicBezTo>
                    <a:pt x="19065" y="4296"/>
                    <a:pt x="14768" y="1"/>
                    <a:pt x="953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56" name="Google Shape;10356;p74"/>
            <p:cNvSpPr/>
            <p:nvPr/>
          </p:nvSpPr>
          <p:spPr>
            <a:xfrm>
              <a:off x="6960158" y="1725228"/>
              <a:ext cx="36940" cy="39632"/>
            </a:xfrm>
            <a:custGeom>
              <a:avLst/>
              <a:gdLst/>
              <a:ahLst/>
              <a:cxnLst/>
              <a:rect l="l" t="t" r="r" b="b"/>
              <a:pathLst>
                <a:path w="1770" h="1899" extrusionOk="0">
                  <a:moveTo>
                    <a:pt x="652" y="0"/>
                  </a:moveTo>
                  <a:cubicBezTo>
                    <a:pt x="413" y="0"/>
                    <a:pt x="188" y="83"/>
                    <a:pt x="1" y="219"/>
                  </a:cubicBezTo>
                  <a:cubicBezTo>
                    <a:pt x="637" y="690"/>
                    <a:pt x="1127" y="1261"/>
                    <a:pt x="1428" y="1898"/>
                  </a:cubicBezTo>
                  <a:cubicBezTo>
                    <a:pt x="1635" y="1691"/>
                    <a:pt x="1770" y="1419"/>
                    <a:pt x="1770" y="1116"/>
                  </a:cubicBezTo>
                  <a:cubicBezTo>
                    <a:pt x="1770" y="501"/>
                    <a:pt x="1267" y="0"/>
                    <a:pt x="65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357" name="Google Shape;10357;p74"/>
          <p:cNvGrpSpPr/>
          <p:nvPr/>
        </p:nvGrpSpPr>
        <p:grpSpPr>
          <a:xfrm>
            <a:off x="7456651" y="5104407"/>
            <a:ext cx="516855" cy="516855"/>
            <a:chOff x="7199196" y="1561258"/>
            <a:chExt cx="397866" cy="397866"/>
          </a:xfrm>
        </p:grpSpPr>
        <p:sp>
          <p:nvSpPr>
            <p:cNvPr id="10358" name="Google Shape;10358;p74"/>
            <p:cNvSpPr/>
            <p:nvPr/>
          </p:nvSpPr>
          <p:spPr>
            <a:xfrm>
              <a:off x="7363167" y="1701896"/>
              <a:ext cx="69935" cy="69977"/>
            </a:xfrm>
            <a:custGeom>
              <a:avLst/>
              <a:gdLst/>
              <a:ahLst/>
              <a:cxnLst/>
              <a:rect l="l" t="t" r="r" b="b"/>
              <a:pathLst>
                <a:path w="3351" h="3353" extrusionOk="0">
                  <a:moveTo>
                    <a:pt x="1675" y="0"/>
                  </a:moveTo>
                  <a:cubicBezTo>
                    <a:pt x="1675" y="925"/>
                    <a:pt x="923" y="1677"/>
                    <a:pt x="0" y="1677"/>
                  </a:cubicBezTo>
                  <a:cubicBezTo>
                    <a:pt x="0" y="2601"/>
                    <a:pt x="752" y="3352"/>
                    <a:pt x="1675" y="3352"/>
                  </a:cubicBezTo>
                  <a:cubicBezTo>
                    <a:pt x="2599" y="3352"/>
                    <a:pt x="3351" y="2601"/>
                    <a:pt x="3351" y="1677"/>
                  </a:cubicBezTo>
                  <a:cubicBezTo>
                    <a:pt x="3351" y="752"/>
                    <a:pt x="2599" y="0"/>
                    <a:pt x="167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59" name="Google Shape;10359;p74"/>
            <p:cNvSpPr/>
            <p:nvPr/>
          </p:nvSpPr>
          <p:spPr>
            <a:xfrm>
              <a:off x="7316523" y="1655253"/>
              <a:ext cx="163203" cy="209869"/>
            </a:xfrm>
            <a:custGeom>
              <a:avLst/>
              <a:gdLst/>
              <a:ahLst/>
              <a:cxnLst/>
              <a:rect l="l" t="t" r="r" b="b"/>
              <a:pathLst>
                <a:path w="7820" h="10056" extrusionOk="0">
                  <a:moveTo>
                    <a:pt x="3910" y="1119"/>
                  </a:moveTo>
                  <a:cubicBezTo>
                    <a:pt x="5449" y="1119"/>
                    <a:pt x="6704" y="2371"/>
                    <a:pt x="6704" y="3910"/>
                  </a:cubicBezTo>
                  <a:cubicBezTo>
                    <a:pt x="6704" y="5451"/>
                    <a:pt x="5449" y="6704"/>
                    <a:pt x="3910" y="6704"/>
                  </a:cubicBezTo>
                  <a:cubicBezTo>
                    <a:pt x="2371" y="6704"/>
                    <a:pt x="1117" y="5451"/>
                    <a:pt x="1117" y="3912"/>
                  </a:cubicBezTo>
                  <a:cubicBezTo>
                    <a:pt x="1117" y="3652"/>
                    <a:pt x="1161" y="3383"/>
                    <a:pt x="1251" y="3091"/>
                  </a:cubicBezTo>
                  <a:cubicBezTo>
                    <a:pt x="1299" y="2939"/>
                    <a:pt x="1409" y="2814"/>
                    <a:pt x="1554" y="2746"/>
                  </a:cubicBezTo>
                  <a:cubicBezTo>
                    <a:pt x="1627" y="2713"/>
                    <a:pt x="1706" y="2696"/>
                    <a:pt x="1786" y="2696"/>
                  </a:cubicBezTo>
                  <a:cubicBezTo>
                    <a:pt x="1863" y="2696"/>
                    <a:pt x="1940" y="2712"/>
                    <a:pt x="2012" y="2745"/>
                  </a:cubicBezTo>
                  <a:cubicBezTo>
                    <a:pt x="2088" y="2779"/>
                    <a:pt x="2165" y="2794"/>
                    <a:pt x="2239" y="2794"/>
                  </a:cubicBezTo>
                  <a:cubicBezTo>
                    <a:pt x="2538" y="2794"/>
                    <a:pt x="2794" y="2541"/>
                    <a:pt x="2794" y="2235"/>
                  </a:cubicBezTo>
                  <a:cubicBezTo>
                    <a:pt x="2794" y="1934"/>
                    <a:pt x="2584" y="1911"/>
                    <a:pt x="2746" y="1554"/>
                  </a:cubicBezTo>
                  <a:cubicBezTo>
                    <a:pt x="2812" y="1409"/>
                    <a:pt x="2937" y="1299"/>
                    <a:pt x="3089" y="1252"/>
                  </a:cubicBezTo>
                  <a:cubicBezTo>
                    <a:pt x="3381" y="1163"/>
                    <a:pt x="3650" y="1119"/>
                    <a:pt x="3910" y="1119"/>
                  </a:cubicBezTo>
                  <a:close/>
                  <a:moveTo>
                    <a:pt x="3910" y="1"/>
                  </a:moveTo>
                  <a:cubicBezTo>
                    <a:pt x="1756" y="1"/>
                    <a:pt x="1" y="1756"/>
                    <a:pt x="1" y="3912"/>
                  </a:cubicBezTo>
                  <a:cubicBezTo>
                    <a:pt x="1" y="6194"/>
                    <a:pt x="3139" y="9964"/>
                    <a:pt x="3917" y="10056"/>
                  </a:cubicBezTo>
                  <a:cubicBezTo>
                    <a:pt x="4682" y="9964"/>
                    <a:pt x="7820" y="6194"/>
                    <a:pt x="7820" y="3912"/>
                  </a:cubicBezTo>
                  <a:cubicBezTo>
                    <a:pt x="7820" y="1756"/>
                    <a:pt x="6065" y="1"/>
                    <a:pt x="3910"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60" name="Google Shape;10360;p74"/>
            <p:cNvSpPr/>
            <p:nvPr/>
          </p:nvSpPr>
          <p:spPr>
            <a:xfrm>
              <a:off x="7199196" y="1561258"/>
              <a:ext cx="397866" cy="397866"/>
            </a:xfrm>
            <a:custGeom>
              <a:avLst/>
              <a:gdLst/>
              <a:ahLst/>
              <a:cxnLst/>
              <a:rect l="l" t="t" r="r" b="b"/>
              <a:pathLst>
                <a:path w="19064" h="19064" extrusionOk="0">
                  <a:moveTo>
                    <a:pt x="9532" y="3389"/>
                  </a:moveTo>
                  <a:cubicBezTo>
                    <a:pt x="12304" y="3389"/>
                    <a:pt x="14560" y="5644"/>
                    <a:pt x="14560" y="8416"/>
                  </a:cubicBezTo>
                  <a:cubicBezTo>
                    <a:pt x="14560" y="11045"/>
                    <a:pt x="11089" y="15676"/>
                    <a:pt x="9532" y="15676"/>
                  </a:cubicBezTo>
                  <a:cubicBezTo>
                    <a:pt x="7974" y="15676"/>
                    <a:pt x="4507" y="11045"/>
                    <a:pt x="4507" y="8416"/>
                  </a:cubicBezTo>
                  <a:cubicBezTo>
                    <a:pt x="4507" y="5644"/>
                    <a:pt x="6760" y="3389"/>
                    <a:pt x="9532" y="3389"/>
                  </a:cubicBezTo>
                  <a:close/>
                  <a:moveTo>
                    <a:pt x="9532" y="1"/>
                  </a:moveTo>
                  <a:cubicBezTo>
                    <a:pt x="4296" y="1"/>
                    <a:pt x="1" y="4296"/>
                    <a:pt x="1" y="9532"/>
                  </a:cubicBezTo>
                  <a:cubicBezTo>
                    <a:pt x="1" y="14769"/>
                    <a:pt x="4296" y="19064"/>
                    <a:pt x="9532" y="19064"/>
                  </a:cubicBezTo>
                  <a:cubicBezTo>
                    <a:pt x="14769" y="19064"/>
                    <a:pt x="19064" y="14769"/>
                    <a:pt x="19064" y="9532"/>
                  </a:cubicBezTo>
                  <a:cubicBezTo>
                    <a:pt x="19064" y="4296"/>
                    <a:pt x="14769" y="1"/>
                    <a:pt x="953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361" name="Google Shape;10361;p74"/>
          <p:cNvGrpSpPr/>
          <p:nvPr/>
        </p:nvGrpSpPr>
        <p:grpSpPr>
          <a:xfrm>
            <a:off x="2611245" y="5181123"/>
            <a:ext cx="516908" cy="363429"/>
            <a:chOff x="3386036" y="1746339"/>
            <a:chExt cx="397907" cy="279762"/>
          </a:xfrm>
        </p:grpSpPr>
        <p:sp>
          <p:nvSpPr>
            <p:cNvPr id="10362" name="Google Shape;10362;p74"/>
            <p:cNvSpPr/>
            <p:nvPr/>
          </p:nvSpPr>
          <p:spPr>
            <a:xfrm>
              <a:off x="3561652" y="1848954"/>
              <a:ext cx="59646" cy="74506"/>
            </a:xfrm>
            <a:custGeom>
              <a:avLst/>
              <a:gdLst/>
              <a:ahLst/>
              <a:cxnLst/>
              <a:rect l="l" t="t" r="r" b="b"/>
              <a:pathLst>
                <a:path w="2858" h="3570" extrusionOk="0">
                  <a:moveTo>
                    <a:pt x="1" y="0"/>
                  </a:moveTo>
                  <a:lnTo>
                    <a:pt x="1" y="3570"/>
                  </a:lnTo>
                  <a:lnTo>
                    <a:pt x="2858" y="1785"/>
                  </a:lnTo>
                  <a:lnTo>
                    <a:pt x="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63" name="Google Shape;10363;p74"/>
            <p:cNvSpPr/>
            <p:nvPr/>
          </p:nvSpPr>
          <p:spPr>
            <a:xfrm>
              <a:off x="3386036" y="1746339"/>
              <a:ext cx="397907" cy="279762"/>
            </a:xfrm>
            <a:custGeom>
              <a:avLst/>
              <a:gdLst/>
              <a:ahLst/>
              <a:cxnLst/>
              <a:rect l="l" t="t" r="r" b="b"/>
              <a:pathLst>
                <a:path w="19066" h="13405" extrusionOk="0">
                  <a:moveTo>
                    <a:pt x="7858" y="3351"/>
                  </a:moveTo>
                  <a:cubicBezTo>
                    <a:pt x="7961" y="3351"/>
                    <a:pt x="8064" y="3379"/>
                    <a:pt x="8154" y="3436"/>
                  </a:cubicBezTo>
                  <a:lnTo>
                    <a:pt x="12622" y="6230"/>
                  </a:lnTo>
                  <a:cubicBezTo>
                    <a:pt x="12785" y="6330"/>
                    <a:pt x="12884" y="6509"/>
                    <a:pt x="12884" y="6702"/>
                  </a:cubicBezTo>
                  <a:cubicBezTo>
                    <a:pt x="12884" y="6895"/>
                    <a:pt x="12785" y="7073"/>
                    <a:pt x="12622" y="7176"/>
                  </a:cubicBezTo>
                  <a:lnTo>
                    <a:pt x="8154" y="9968"/>
                  </a:lnTo>
                  <a:cubicBezTo>
                    <a:pt x="8063" y="10025"/>
                    <a:pt x="7961" y="10053"/>
                    <a:pt x="7859" y="10053"/>
                  </a:cubicBezTo>
                  <a:cubicBezTo>
                    <a:pt x="7765" y="10053"/>
                    <a:pt x="7671" y="10029"/>
                    <a:pt x="7588" y="9983"/>
                  </a:cubicBezTo>
                  <a:cubicBezTo>
                    <a:pt x="7409" y="9884"/>
                    <a:pt x="7299" y="9699"/>
                    <a:pt x="7299" y="9495"/>
                  </a:cubicBezTo>
                  <a:lnTo>
                    <a:pt x="7299" y="3910"/>
                  </a:lnTo>
                  <a:cubicBezTo>
                    <a:pt x="7299" y="3707"/>
                    <a:pt x="7409" y="3519"/>
                    <a:pt x="7588" y="3420"/>
                  </a:cubicBezTo>
                  <a:cubicBezTo>
                    <a:pt x="7671" y="3374"/>
                    <a:pt x="7765" y="3351"/>
                    <a:pt x="7858" y="3351"/>
                  </a:cubicBezTo>
                  <a:close/>
                  <a:moveTo>
                    <a:pt x="2794" y="1"/>
                  </a:moveTo>
                  <a:cubicBezTo>
                    <a:pt x="1255" y="1"/>
                    <a:pt x="1" y="1253"/>
                    <a:pt x="1" y="2792"/>
                  </a:cubicBezTo>
                  <a:lnTo>
                    <a:pt x="1" y="10611"/>
                  </a:lnTo>
                  <a:cubicBezTo>
                    <a:pt x="1" y="12152"/>
                    <a:pt x="1255" y="13405"/>
                    <a:pt x="2794" y="13405"/>
                  </a:cubicBezTo>
                  <a:lnTo>
                    <a:pt x="16274" y="13405"/>
                  </a:lnTo>
                  <a:cubicBezTo>
                    <a:pt x="17813" y="13405"/>
                    <a:pt x="19065" y="12152"/>
                    <a:pt x="19065" y="10611"/>
                  </a:cubicBezTo>
                  <a:lnTo>
                    <a:pt x="19065" y="2792"/>
                  </a:lnTo>
                  <a:cubicBezTo>
                    <a:pt x="19065" y="1253"/>
                    <a:pt x="17813" y="1"/>
                    <a:pt x="1627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364" name="Google Shape;10364;p74"/>
          <p:cNvGrpSpPr/>
          <p:nvPr/>
        </p:nvGrpSpPr>
        <p:grpSpPr>
          <a:xfrm>
            <a:off x="3994841" y="5104385"/>
            <a:ext cx="516908" cy="516908"/>
            <a:chOff x="4417380" y="1687279"/>
            <a:chExt cx="397907" cy="397907"/>
          </a:xfrm>
        </p:grpSpPr>
        <p:sp>
          <p:nvSpPr>
            <p:cNvPr id="10365" name="Google Shape;10365;p74"/>
            <p:cNvSpPr/>
            <p:nvPr/>
          </p:nvSpPr>
          <p:spPr>
            <a:xfrm>
              <a:off x="4417380" y="1687279"/>
              <a:ext cx="397907" cy="397907"/>
            </a:xfrm>
            <a:custGeom>
              <a:avLst/>
              <a:gdLst/>
              <a:ahLst/>
              <a:cxnLst/>
              <a:rect l="l" t="t" r="r" b="b"/>
              <a:pathLst>
                <a:path w="19066" h="19066" extrusionOk="0">
                  <a:moveTo>
                    <a:pt x="9525" y="2794"/>
                  </a:moveTo>
                  <a:cubicBezTo>
                    <a:pt x="11382" y="2845"/>
                    <a:pt x="13514" y="4021"/>
                    <a:pt x="13514" y="6949"/>
                  </a:cubicBezTo>
                  <a:cubicBezTo>
                    <a:pt x="13514" y="7361"/>
                    <a:pt x="13500" y="7674"/>
                    <a:pt x="13486" y="7912"/>
                  </a:cubicBezTo>
                  <a:cubicBezTo>
                    <a:pt x="13689" y="7867"/>
                    <a:pt x="14004" y="7789"/>
                    <a:pt x="14208" y="7789"/>
                  </a:cubicBezTo>
                  <a:cubicBezTo>
                    <a:pt x="14882" y="7789"/>
                    <a:pt x="15370" y="8202"/>
                    <a:pt x="15370" y="8769"/>
                  </a:cubicBezTo>
                  <a:cubicBezTo>
                    <a:pt x="15370" y="9574"/>
                    <a:pt x="14598" y="9882"/>
                    <a:pt x="14137" y="10066"/>
                  </a:cubicBezTo>
                  <a:cubicBezTo>
                    <a:pt x="14020" y="10112"/>
                    <a:pt x="13857" y="10178"/>
                    <a:pt x="13767" y="10231"/>
                  </a:cubicBezTo>
                  <a:cubicBezTo>
                    <a:pt x="13822" y="10949"/>
                    <a:pt x="14437" y="11278"/>
                    <a:pt x="15354" y="11690"/>
                  </a:cubicBezTo>
                  <a:cubicBezTo>
                    <a:pt x="16061" y="12007"/>
                    <a:pt x="16794" y="12336"/>
                    <a:pt x="16794" y="13104"/>
                  </a:cubicBezTo>
                  <a:cubicBezTo>
                    <a:pt x="16794" y="13896"/>
                    <a:pt x="16088" y="14016"/>
                    <a:pt x="15520" y="14112"/>
                  </a:cubicBezTo>
                  <a:cubicBezTo>
                    <a:pt x="15333" y="14146"/>
                    <a:pt x="15111" y="14183"/>
                    <a:pt x="14855" y="14239"/>
                  </a:cubicBezTo>
                  <a:cubicBezTo>
                    <a:pt x="14768" y="14620"/>
                    <a:pt x="14600" y="15156"/>
                    <a:pt x="13939" y="15156"/>
                  </a:cubicBezTo>
                  <a:cubicBezTo>
                    <a:pt x="13709" y="15156"/>
                    <a:pt x="13258" y="15035"/>
                    <a:pt x="12916" y="15035"/>
                  </a:cubicBezTo>
                  <a:cubicBezTo>
                    <a:pt x="12370" y="15035"/>
                    <a:pt x="12048" y="15253"/>
                    <a:pt x="11642" y="15531"/>
                  </a:cubicBezTo>
                  <a:cubicBezTo>
                    <a:pt x="11160" y="15860"/>
                    <a:pt x="10556" y="16272"/>
                    <a:pt x="9534" y="16272"/>
                  </a:cubicBezTo>
                  <a:cubicBezTo>
                    <a:pt x="8510" y="16272"/>
                    <a:pt x="7908" y="15860"/>
                    <a:pt x="7425" y="15531"/>
                  </a:cubicBezTo>
                  <a:cubicBezTo>
                    <a:pt x="7020" y="15255"/>
                    <a:pt x="6698" y="15035"/>
                    <a:pt x="6151" y="15035"/>
                  </a:cubicBezTo>
                  <a:cubicBezTo>
                    <a:pt x="5810" y="15035"/>
                    <a:pt x="5357" y="15156"/>
                    <a:pt x="5129" y="15156"/>
                  </a:cubicBezTo>
                  <a:cubicBezTo>
                    <a:pt x="4467" y="15156"/>
                    <a:pt x="4298" y="14620"/>
                    <a:pt x="4211" y="14239"/>
                  </a:cubicBezTo>
                  <a:cubicBezTo>
                    <a:pt x="3956" y="14183"/>
                    <a:pt x="3735" y="14146"/>
                    <a:pt x="3547" y="14112"/>
                  </a:cubicBezTo>
                  <a:cubicBezTo>
                    <a:pt x="2980" y="14016"/>
                    <a:pt x="2272" y="13896"/>
                    <a:pt x="2272" y="13104"/>
                  </a:cubicBezTo>
                  <a:cubicBezTo>
                    <a:pt x="2272" y="12336"/>
                    <a:pt x="3004" y="12007"/>
                    <a:pt x="3712" y="11690"/>
                  </a:cubicBezTo>
                  <a:cubicBezTo>
                    <a:pt x="4630" y="11280"/>
                    <a:pt x="5246" y="10949"/>
                    <a:pt x="5299" y="10231"/>
                  </a:cubicBezTo>
                  <a:cubicBezTo>
                    <a:pt x="5209" y="10178"/>
                    <a:pt x="5046" y="10112"/>
                    <a:pt x="4929" y="10066"/>
                  </a:cubicBezTo>
                  <a:cubicBezTo>
                    <a:pt x="4469" y="9882"/>
                    <a:pt x="3696" y="9573"/>
                    <a:pt x="3696" y="8769"/>
                  </a:cubicBezTo>
                  <a:cubicBezTo>
                    <a:pt x="3696" y="8202"/>
                    <a:pt x="4186" y="7789"/>
                    <a:pt x="4858" y="7789"/>
                  </a:cubicBezTo>
                  <a:cubicBezTo>
                    <a:pt x="5062" y="7789"/>
                    <a:pt x="5378" y="7867"/>
                    <a:pt x="5580" y="7912"/>
                  </a:cubicBezTo>
                  <a:cubicBezTo>
                    <a:pt x="5568" y="7674"/>
                    <a:pt x="5554" y="7361"/>
                    <a:pt x="5554" y="6949"/>
                  </a:cubicBezTo>
                  <a:cubicBezTo>
                    <a:pt x="5554" y="4011"/>
                    <a:pt x="7692" y="2840"/>
                    <a:pt x="9525" y="2794"/>
                  </a:cubicBezTo>
                  <a:close/>
                  <a:moveTo>
                    <a:pt x="2794" y="1"/>
                  </a:moveTo>
                  <a:cubicBezTo>
                    <a:pt x="1255" y="1"/>
                    <a:pt x="1" y="1253"/>
                    <a:pt x="1" y="2794"/>
                  </a:cubicBezTo>
                  <a:lnTo>
                    <a:pt x="1" y="16272"/>
                  </a:lnTo>
                  <a:cubicBezTo>
                    <a:pt x="1" y="17811"/>
                    <a:pt x="1255" y="19065"/>
                    <a:pt x="2794" y="19065"/>
                  </a:cubicBezTo>
                  <a:lnTo>
                    <a:pt x="16274" y="19065"/>
                  </a:lnTo>
                  <a:cubicBezTo>
                    <a:pt x="17813" y="19065"/>
                    <a:pt x="19065" y="17811"/>
                    <a:pt x="19065" y="16272"/>
                  </a:cubicBezTo>
                  <a:lnTo>
                    <a:pt x="19065" y="2792"/>
                  </a:lnTo>
                  <a:cubicBezTo>
                    <a:pt x="19065" y="1253"/>
                    <a:pt x="17813" y="1"/>
                    <a:pt x="16274"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66" name="Google Shape;10366;p74"/>
            <p:cNvSpPr/>
            <p:nvPr/>
          </p:nvSpPr>
          <p:spPr>
            <a:xfrm>
              <a:off x="4492363" y="1768878"/>
              <a:ext cx="248270" cy="234704"/>
            </a:xfrm>
            <a:custGeom>
              <a:avLst/>
              <a:gdLst/>
              <a:ahLst/>
              <a:cxnLst/>
              <a:rect l="l" t="t" r="r" b="b"/>
              <a:pathLst>
                <a:path w="11896" h="11246" extrusionOk="0">
                  <a:moveTo>
                    <a:pt x="5930" y="0"/>
                  </a:moveTo>
                  <a:cubicBezTo>
                    <a:pt x="5093" y="21"/>
                    <a:pt x="3077" y="428"/>
                    <a:pt x="3077" y="3039"/>
                  </a:cubicBezTo>
                  <a:cubicBezTo>
                    <a:pt x="3077" y="3478"/>
                    <a:pt x="3094" y="3798"/>
                    <a:pt x="3107" y="4028"/>
                  </a:cubicBezTo>
                  <a:cubicBezTo>
                    <a:pt x="3142" y="4647"/>
                    <a:pt x="3077" y="5187"/>
                    <a:pt x="2410" y="5187"/>
                  </a:cubicBezTo>
                  <a:cubicBezTo>
                    <a:pt x="2173" y="5187"/>
                    <a:pt x="1840" y="5114"/>
                    <a:pt x="1608" y="5061"/>
                  </a:cubicBezTo>
                  <a:lnTo>
                    <a:pt x="1608" y="5061"/>
                  </a:lnTo>
                  <a:cubicBezTo>
                    <a:pt x="2217" y="5314"/>
                    <a:pt x="2827" y="5535"/>
                    <a:pt x="2827" y="6215"/>
                  </a:cubicBezTo>
                  <a:cubicBezTo>
                    <a:pt x="2827" y="7791"/>
                    <a:pt x="1472" y="8398"/>
                    <a:pt x="577" y="8799"/>
                  </a:cubicBezTo>
                  <a:cubicBezTo>
                    <a:pt x="400" y="8879"/>
                    <a:pt x="169" y="8981"/>
                    <a:pt x="0" y="9077"/>
                  </a:cubicBezTo>
                  <a:cubicBezTo>
                    <a:pt x="386" y="9148"/>
                    <a:pt x="526" y="9160"/>
                    <a:pt x="965" y="9263"/>
                  </a:cubicBezTo>
                  <a:cubicBezTo>
                    <a:pt x="1348" y="9355"/>
                    <a:pt x="1603" y="9620"/>
                    <a:pt x="1713" y="10103"/>
                  </a:cubicBezTo>
                  <a:cubicBezTo>
                    <a:pt x="2012" y="10046"/>
                    <a:pt x="2244" y="10007"/>
                    <a:pt x="2558" y="10007"/>
                  </a:cubicBezTo>
                  <a:cubicBezTo>
                    <a:pt x="3450" y="10007"/>
                    <a:pt x="3988" y="10373"/>
                    <a:pt x="4460" y="10697"/>
                  </a:cubicBezTo>
                  <a:cubicBezTo>
                    <a:pt x="4892" y="10991"/>
                    <a:pt x="5261" y="11244"/>
                    <a:pt x="5941" y="11246"/>
                  </a:cubicBezTo>
                  <a:cubicBezTo>
                    <a:pt x="6620" y="11244"/>
                    <a:pt x="6990" y="10991"/>
                    <a:pt x="7420" y="10697"/>
                  </a:cubicBezTo>
                  <a:cubicBezTo>
                    <a:pt x="7894" y="10373"/>
                    <a:pt x="8430" y="10007"/>
                    <a:pt x="9323" y="10007"/>
                  </a:cubicBezTo>
                  <a:cubicBezTo>
                    <a:pt x="9638" y="10007"/>
                    <a:pt x="9870" y="10044"/>
                    <a:pt x="10169" y="10103"/>
                  </a:cubicBezTo>
                  <a:cubicBezTo>
                    <a:pt x="10280" y="9616"/>
                    <a:pt x="10535" y="9355"/>
                    <a:pt x="10917" y="9263"/>
                  </a:cubicBezTo>
                  <a:cubicBezTo>
                    <a:pt x="11308" y="9171"/>
                    <a:pt x="11524" y="9140"/>
                    <a:pt x="11895" y="9075"/>
                  </a:cubicBezTo>
                  <a:cubicBezTo>
                    <a:pt x="11727" y="8988"/>
                    <a:pt x="11487" y="8880"/>
                    <a:pt x="11304" y="8799"/>
                  </a:cubicBezTo>
                  <a:cubicBezTo>
                    <a:pt x="10409" y="8398"/>
                    <a:pt x="9054" y="7791"/>
                    <a:pt x="9054" y="6215"/>
                  </a:cubicBezTo>
                  <a:cubicBezTo>
                    <a:pt x="9054" y="5541"/>
                    <a:pt x="9663" y="5312"/>
                    <a:pt x="10271" y="5061"/>
                  </a:cubicBezTo>
                  <a:lnTo>
                    <a:pt x="10271" y="5061"/>
                  </a:lnTo>
                  <a:cubicBezTo>
                    <a:pt x="9985" y="5105"/>
                    <a:pt x="9811" y="5187"/>
                    <a:pt x="9472" y="5187"/>
                  </a:cubicBezTo>
                  <a:cubicBezTo>
                    <a:pt x="8805" y="5187"/>
                    <a:pt x="8739" y="4647"/>
                    <a:pt x="8773" y="4028"/>
                  </a:cubicBezTo>
                  <a:cubicBezTo>
                    <a:pt x="8787" y="3798"/>
                    <a:pt x="8805" y="3478"/>
                    <a:pt x="8805" y="3039"/>
                  </a:cubicBezTo>
                  <a:cubicBezTo>
                    <a:pt x="8805" y="439"/>
                    <a:pt x="6795" y="25"/>
                    <a:pt x="5930"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367" name="Google Shape;10367;p74"/>
          <p:cNvGrpSpPr/>
          <p:nvPr/>
        </p:nvGrpSpPr>
        <p:grpSpPr>
          <a:xfrm>
            <a:off x="10590149" y="4411384"/>
            <a:ext cx="516881" cy="516881"/>
            <a:chOff x="2869999" y="1687279"/>
            <a:chExt cx="397887" cy="397887"/>
          </a:xfrm>
        </p:grpSpPr>
        <p:sp>
          <p:nvSpPr>
            <p:cNvPr id="10368" name="Google Shape;10368;p74"/>
            <p:cNvSpPr/>
            <p:nvPr/>
          </p:nvSpPr>
          <p:spPr>
            <a:xfrm>
              <a:off x="2994590" y="1833740"/>
              <a:ext cx="148657" cy="81685"/>
            </a:xfrm>
            <a:custGeom>
              <a:avLst/>
              <a:gdLst/>
              <a:ahLst/>
              <a:cxnLst/>
              <a:rect l="l" t="t" r="r" b="b"/>
              <a:pathLst>
                <a:path w="7123" h="3914" extrusionOk="0">
                  <a:moveTo>
                    <a:pt x="2491" y="0"/>
                  </a:moveTo>
                  <a:lnTo>
                    <a:pt x="1" y="3112"/>
                  </a:lnTo>
                  <a:lnTo>
                    <a:pt x="1" y="3112"/>
                  </a:lnTo>
                  <a:lnTo>
                    <a:pt x="2196" y="2015"/>
                  </a:lnTo>
                  <a:cubicBezTo>
                    <a:pt x="2275" y="1975"/>
                    <a:pt x="2360" y="1956"/>
                    <a:pt x="2445" y="1956"/>
                  </a:cubicBezTo>
                  <a:cubicBezTo>
                    <a:pt x="2590" y="1956"/>
                    <a:pt x="2733" y="2012"/>
                    <a:pt x="2840" y="2119"/>
                  </a:cubicBezTo>
                  <a:lnTo>
                    <a:pt x="4634" y="3913"/>
                  </a:lnTo>
                  <a:lnTo>
                    <a:pt x="7123" y="800"/>
                  </a:lnTo>
                  <a:lnTo>
                    <a:pt x="4929" y="1897"/>
                  </a:lnTo>
                  <a:cubicBezTo>
                    <a:pt x="4850" y="1937"/>
                    <a:pt x="4764" y="1957"/>
                    <a:pt x="4679" y="1957"/>
                  </a:cubicBezTo>
                  <a:cubicBezTo>
                    <a:pt x="4535" y="1957"/>
                    <a:pt x="4392" y="1900"/>
                    <a:pt x="4285" y="1792"/>
                  </a:cubicBezTo>
                  <a:lnTo>
                    <a:pt x="2491"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69" name="Google Shape;10369;p74"/>
            <p:cNvSpPr/>
            <p:nvPr/>
          </p:nvSpPr>
          <p:spPr>
            <a:xfrm>
              <a:off x="2869999" y="1687279"/>
              <a:ext cx="397887" cy="397887"/>
            </a:xfrm>
            <a:custGeom>
              <a:avLst/>
              <a:gdLst/>
              <a:ahLst/>
              <a:cxnLst/>
              <a:rect l="l" t="t" r="r" b="b"/>
              <a:pathLst>
                <a:path w="19065" h="19065" extrusionOk="0">
                  <a:moveTo>
                    <a:pt x="8420" y="5623"/>
                  </a:moveTo>
                  <a:cubicBezTo>
                    <a:pt x="8569" y="5623"/>
                    <a:pt x="8707" y="5682"/>
                    <a:pt x="8810" y="5787"/>
                  </a:cubicBezTo>
                  <a:lnTo>
                    <a:pt x="10759" y="7736"/>
                  </a:lnTo>
                  <a:lnTo>
                    <a:pt x="14867" y="5683"/>
                  </a:lnTo>
                  <a:cubicBezTo>
                    <a:pt x="14947" y="5643"/>
                    <a:pt x="15033" y="5624"/>
                    <a:pt x="15118" y="5624"/>
                  </a:cubicBezTo>
                  <a:cubicBezTo>
                    <a:pt x="15283" y="5624"/>
                    <a:pt x="15443" y="5695"/>
                    <a:pt x="15552" y="5829"/>
                  </a:cubicBezTo>
                  <a:cubicBezTo>
                    <a:pt x="15716" y="6035"/>
                    <a:pt x="15718" y="6325"/>
                    <a:pt x="15553" y="6530"/>
                  </a:cubicBezTo>
                  <a:lnTo>
                    <a:pt x="11085" y="12116"/>
                  </a:lnTo>
                  <a:cubicBezTo>
                    <a:pt x="10973" y="12256"/>
                    <a:pt x="10812" y="12324"/>
                    <a:pt x="10652" y="12324"/>
                  </a:cubicBezTo>
                  <a:cubicBezTo>
                    <a:pt x="10507" y="12324"/>
                    <a:pt x="10363" y="12269"/>
                    <a:pt x="10255" y="12161"/>
                  </a:cubicBezTo>
                  <a:lnTo>
                    <a:pt x="8306" y="10211"/>
                  </a:lnTo>
                  <a:lnTo>
                    <a:pt x="4196" y="12267"/>
                  </a:lnTo>
                  <a:cubicBezTo>
                    <a:pt x="4117" y="12306"/>
                    <a:pt x="4032" y="12325"/>
                    <a:pt x="3948" y="12325"/>
                  </a:cubicBezTo>
                  <a:cubicBezTo>
                    <a:pt x="3784" y="12325"/>
                    <a:pt x="3622" y="12253"/>
                    <a:pt x="3514" y="12118"/>
                  </a:cubicBezTo>
                  <a:cubicBezTo>
                    <a:pt x="3347" y="11913"/>
                    <a:pt x="3347" y="11623"/>
                    <a:pt x="3510" y="11418"/>
                  </a:cubicBezTo>
                  <a:lnTo>
                    <a:pt x="7979" y="5833"/>
                  </a:lnTo>
                  <a:cubicBezTo>
                    <a:pt x="8078" y="5709"/>
                    <a:pt x="8226" y="5633"/>
                    <a:pt x="8384" y="5624"/>
                  </a:cubicBezTo>
                  <a:cubicBezTo>
                    <a:pt x="8396" y="5623"/>
                    <a:pt x="8408" y="5623"/>
                    <a:pt x="8420" y="5623"/>
                  </a:cubicBezTo>
                  <a:close/>
                  <a:moveTo>
                    <a:pt x="9532" y="1"/>
                  </a:moveTo>
                  <a:cubicBezTo>
                    <a:pt x="4297" y="1"/>
                    <a:pt x="0" y="4046"/>
                    <a:pt x="0" y="8975"/>
                  </a:cubicBezTo>
                  <a:cubicBezTo>
                    <a:pt x="0" y="11616"/>
                    <a:pt x="1255" y="14085"/>
                    <a:pt x="3388" y="15787"/>
                  </a:cubicBezTo>
                  <a:lnTo>
                    <a:pt x="3388" y="18506"/>
                  </a:lnTo>
                  <a:cubicBezTo>
                    <a:pt x="3388" y="18699"/>
                    <a:pt x="3489" y="18879"/>
                    <a:pt x="3653" y="18980"/>
                  </a:cubicBezTo>
                  <a:cubicBezTo>
                    <a:pt x="3742" y="19036"/>
                    <a:pt x="3843" y="19064"/>
                    <a:pt x="3946" y="19064"/>
                  </a:cubicBezTo>
                  <a:cubicBezTo>
                    <a:pt x="4031" y="19064"/>
                    <a:pt x="4117" y="19045"/>
                    <a:pt x="4196" y="19005"/>
                  </a:cubicBezTo>
                  <a:lnTo>
                    <a:pt x="6970" y="17581"/>
                  </a:lnTo>
                  <a:cubicBezTo>
                    <a:pt x="7802" y="17799"/>
                    <a:pt x="8661" y="17910"/>
                    <a:pt x="9532" y="17910"/>
                  </a:cubicBezTo>
                  <a:cubicBezTo>
                    <a:pt x="14768" y="17910"/>
                    <a:pt x="19065" y="13901"/>
                    <a:pt x="19065" y="8975"/>
                  </a:cubicBezTo>
                  <a:cubicBezTo>
                    <a:pt x="19065" y="4046"/>
                    <a:pt x="14768" y="1"/>
                    <a:pt x="953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370" name="Google Shape;10370;p74"/>
          <p:cNvGrpSpPr/>
          <p:nvPr/>
        </p:nvGrpSpPr>
        <p:grpSpPr>
          <a:xfrm>
            <a:off x="3303625" y="5104886"/>
            <a:ext cx="515743" cy="515905"/>
            <a:chOff x="3902887" y="1687655"/>
            <a:chExt cx="397010" cy="397135"/>
          </a:xfrm>
        </p:grpSpPr>
        <p:sp>
          <p:nvSpPr>
            <p:cNvPr id="10371" name="Google Shape;10371;p74"/>
            <p:cNvSpPr/>
            <p:nvPr/>
          </p:nvSpPr>
          <p:spPr>
            <a:xfrm>
              <a:off x="4023345" y="1785845"/>
              <a:ext cx="156275" cy="200269"/>
            </a:xfrm>
            <a:custGeom>
              <a:avLst/>
              <a:gdLst/>
              <a:ahLst/>
              <a:cxnLst/>
              <a:rect l="l" t="t" r="r" b="b"/>
              <a:pathLst>
                <a:path w="7488" h="9596" extrusionOk="0">
                  <a:moveTo>
                    <a:pt x="3585" y="1"/>
                  </a:moveTo>
                  <a:cubicBezTo>
                    <a:pt x="3550" y="1"/>
                    <a:pt x="36" y="31"/>
                    <a:pt x="36" y="2561"/>
                  </a:cubicBezTo>
                  <a:cubicBezTo>
                    <a:pt x="36" y="4296"/>
                    <a:pt x="1381" y="4712"/>
                    <a:pt x="3429" y="5147"/>
                  </a:cubicBezTo>
                  <a:cubicBezTo>
                    <a:pt x="4813" y="5440"/>
                    <a:pt x="6242" y="5745"/>
                    <a:pt x="6242" y="7084"/>
                  </a:cubicBezTo>
                  <a:cubicBezTo>
                    <a:pt x="6242" y="8290"/>
                    <a:pt x="4968" y="9010"/>
                    <a:pt x="3737" y="9010"/>
                  </a:cubicBezTo>
                  <a:cubicBezTo>
                    <a:pt x="2265" y="9010"/>
                    <a:pt x="1591" y="8227"/>
                    <a:pt x="1100" y="7655"/>
                  </a:cubicBezTo>
                  <a:cubicBezTo>
                    <a:pt x="793" y="7298"/>
                    <a:pt x="640" y="7140"/>
                    <a:pt x="463" y="7140"/>
                  </a:cubicBezTo>
                  <a:cubicBezTo>
                    <a:pt x="330" y="7140"/>
                    <a:pt x="1" y="7243"/>
                    <a:pt x="1" y="7485"/>
                  </a:cubicBezTo>
                  <a:cubicBezTo>
                    <a:pt x="1" y="8301"/>
                    <a:pt x="1016" y="9596"/>
                    <a:pt x="3744" y="9596"/>
                  </a:cubicBezTo>
                  <a:cubicBezTo>
                    <a:pt x="5165" y="9594"/>
                    <a:pt x="6203" y="9265"/>
                    <a:pt x="6831" y="8616"/>
                  </a:cubicBezTo>
                  <a:cubicBezTo>
                    <a:pt x="7479" y="7947"/>
                    <a:pt x="7487" y="7116"/>
                    <a:pt x="7482" y="6957"/>
                  </a:cubicBezTo>
                  <a:cubicBezTo>
                    <a:pt x="7482" y="5087"/>
                    <a:pt x="6088" y="4674"/>
                    <a:pt x="3964" y="4255"/>
                  </a:cubicBezTo>
                  <a:cubicBezTo>
                    <a:pt x="2598" y="3986"/>
                    <a:pt x="1186" y="3709"/>
                    <a:pt x="1186" y="2410"/>
                  </a:cubicBezTo>
                  <a:cubicBezTo>
                    <a:pt x="1186" y="1420"/>
                    <a:pt x="2170" y="675"/>
                    <a:pt x="3475" y="675"/>
                  </a:cubicBezTo>
                  <a:cubicBezTo>
                    <a:pt x="4868" y="675"/>
                    <a:pt x="5485" y="1305"/>
                    <a:pt x="5938" y="1766"/>
                  </a:cubicBezTo>
                  <a:cubicBezTo>
                    <a:pt x="6247" y="2081"/>
                    <a:pt x="6375" y="2191"/>
                    <a:pt x="6598" y="2191"/>
                  </a:cubicBezTo>
                  <a:cubicBezTo>
                    <a:pt x="6794" y="2191"/>
                    <a:pt x="7082" y="2072"/>
                    <a:pt x="7082" y="1818"/>
                  </a:cubicBezTo>
                  <a:cubicBezTo>
                    <a:pt x="7082" y="1381"/>
                    <a:pt x="5803" y="1"/>
                    <a:pt x="3585"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72" name="Google Shape;10372;p74"/>
            <p:cNvSpPr/>
            <p:nvPr/>
          </p:nvSpPr>
          <p:spPr>
            <a:xfrm>
              <a:off x="3902887" y="1687655"/>
              <a:ext cx="397010" cy="397135"/>
            </a:xfrm>
            <a:custGeom>
              <a:avLst/>
              <a:gdLst/>
              <a:ahLst/>
              <a:cxnLst/>
              <a:rect l="l" t="t" r="r" b="b"/>
              <a:pathLst>
                <a:path w="19023" h="19029" extrusionOk="0">
                  <a:moveTo>
                    <a:pt x="9357" y="3591"/>
                  </a:moveTo>
                  <a:cubicBezTo>
                    <a:pt x="11911" y="3591"/>
                    <a:pt x="13969" y="5196"/>
                    <a:pt x="13969" y="6523"/>
                  </a:cubicBezTo>
                  <a:cubicBezTo>
                    <a:pt x="13969" y="7455"/>
                    <a:pt x="13157" y="8010"/>
                    <a:pt x="12370" y="8010"/>
                  </a:cubicBezTo>
                  <a:cubicBezTo>
                    <a:pt x="11658" y="8010"/>
                    <a:pt x="11246" y="7589"/>
                    <a:pt x="10914" y="7251"/>
                  </a:cubicBezTo>
                  <a:cubicBezTo>
                    <a:pt x="10514" y="6845"/>
                    <a:pt x="10171" y="6494"/>
                    <a:pt x="9247" y="6494"/>
                  </a:cubicBezTo>
                  <a:cubicBezTo>
                    <a:pt x="8481" y="6494"/>
                    <a:pt x="8073" y="6855"/>
                    <a:pt x="8073" y="7115"/>
                  </a:cubicBezTo>
                  <a:cubicBezTo>
                    <a:pt x="8073" y="7497"/>
                    <a:pt x="9028" y="7685"/>
                    <a:pt x="9950" y="7867"/>
                  </a:cubicBezTo>
                  <a:cubicBezTo>
                    <a:pt x="11710" y="8214"/>
                    <a:pt x="14369" y="8739"/>
                    <a:pt x="14369" y="11635"/>
                  </a:cubicBezTo>
                  <a:cubicBezTo>
                    <a:pt x="14379" y="11960"/>
                    <a:pt x="14340" y="13128"/>
                    <a:pt x="13404" y="14096"/>
                  </a:cubicBezTo>
                  <a:cubicBezTo>
                    <a:pt x="12561" y="14970"/>
                    <a:pt x="11252" y="15414"/>
                    <a:pt x="9518" y="15415"/>
                  </a:cubicBezTo>
                  <a:lnTo>
                    <a:pt x="9516" y="15415"/>
                  </a:lnTo>
                  <a:cubicBezTo>
                    <a:pt x="5952" y="15415"/>
                    <a:pt x="4658" y="13487"/>
                    <a:pt x="4658" y="12190"/>
                  </a:cubicBezTo>
                  <a:cubicBezTo>
                    <a:pt x="4658" y="11290"/>
                    <a:pt x="5476" y="10731"/>
                    <a:pt x="6235" y="10731"/>
                  </a:cubicBezTo>
                  <a:cubicBezTo>
                    <a:pt x="6942" y="10731"/>
                    <a:pt x="7354" y="11210"/>
                    <a:pt x="7717" y="11633"/>
                  </a:cubicBezTo>
                  <a:cubicBezTo>
                    <a:pt x="8145" y="12132"/>
                    <a:pt x="8549" y="12601"/>
                    <a:pt x="9509" y="12601"/>
                  </a:cubicBezTo>
                  <a:cubicBezTo>
                    <a:pt x="10165" y="12601"/>
                    <a:pt x="10898" y="12254"/>
                    <a:pt x="10898" y="11789"/>
                  </a:cubicBezTo>
                  <a:cubicBezTo>
                    <a:pt x="10898" y="11384"/>
                    <a:pt x="10135" y="11191"/>
                    <a:pt x="8970" y="10943"/>
                  </a:cubicBezTo>
                  <a:cubicBezTo>
                    <a:pt x="7165" y="10559"/>
                    <a:pt x="4694" y="10032"/>
                    <a:pt x="4694" y="7266"/>
                  </a:cubicBezTo>
                  <a:cubicBezTo>
                    <a:pt x="4694" y="4359"/>
                    <a:pt x="7744" y="3591"/>
                    <a:pt x="9357" y="3591"/>
                  </a:cubicBezTo>
                  <a:close/>
                  <a:moveTo>
                    <a:pt x="5202" y="0"/>
                  </a:moveTo>
                  <a:cubicBezTo>
                    <a:pt x="2338" y="0"/>
                    <a:pt x="6" y="2303"/>
                    <a:pt x="1" y="5148"/>
                  </a:cubicBezTo>
                  <a:lnTo>
                    <a:pt x="1" y="5159"/>
                  </a:lnTo>
                  <a:cubicBezTo>
                    <a:pt x="2" y="6225"/>
                    <a:pt x="261" y="6830"/>
                    <a:pt x="469" y="7319"/>
                  </a:cubicBezTo>
                  <a:cubicBezTo>
                    <a:pt x="609" y="7646"/>
                    <a:pt x="712" y="7885"/>
                    <a:pt x="712" y="8212"/>
                  </a:cubicBezTo>
                  <a:cubicBezTo>
                    <a:pt x="712" y="8219"/>
                    <a:pt x="632" y="9035"/>
                    <a:pt x="632" y="9553"/>
                  </a:cubicBezTo>
                  <a:cubicBezTo>
                    <a:pt x="632" y="12302"/>
                    <a:pt x="2927" y="18423"/>
                    <a:pt x="9541" y="18423"/>
                  </a:cubicBezTo>
                  <a:cubicBezTo>
                    <a:pt x="10171" y="18423"/>
                    <a:pt x="10931" y="18343"/>
                    <a:pt x="10931" y="18343"/>
                  </a:cubicBezTo>
                  <a:cubicBezTo>
                    <a:pt x="11190" y="18343"/>
                    <a:pt x="11441" y="18446"/>
                    <a:pt x="11759" y="18577"/>
                  </a:cubicBezTo>
                  <a:cubicBezTo>
                    <a:pt x="12509" y="18886"/>
                    <a:pt x="13241" y="19028"/>
                    <a:pt x="13937" y="19028"/>
                  </a:cubicBezTo>
                  <a:cubicBezTo>
                    <a:pt x="15330" y="19028"/>
                    <a:pt x="16576" y="18458"/>
                    <a:pt x="17517" y="17520"/>
                  </a:cubicBezTo>
                  <a:cubicBezTo>
                    <a:pt x="18489" y="16555"/>
                    <a:pt x="19023" y="15260"/>
                    <a:pt x="19023" y="13878"/>
                  </a:cubicBezTo>
                  <a:cubicBezTo>
                    <a:pt x="19023" y="12804"/>
                    <a:pt x="18763" y="12198"/>
                    <a:pt x="18554" y="11708"/>
                  </a:cubicBezTo>
                  <a:cubicBezTo>
                    <a:pt x="18414" y="11380"/>
                    <a:pt x="18312" y="11141"/>
                    <a:pt x="18312" y="10814"/>
                  </a:cubicBezTo>
                  <a:cubicBezTo>
                    <a:pt x="18312" y="10804"/>
                    <a:pt x="18391" y="9993"/>
                    <a:pt x="18391" y="9473"/>
                  </a:cubicBezTo>
                  <a:cubicBezTo>
                    <a:pt x="18391" y="6724"/>
                    <a:pt x="16095" y="603"/>
                    <a:pt x="9483" y="603"/>
                  </a:cubicBezTo>
                  <a:cubicBezTo>
                    <a:pt x="8853" y="603"/>
                    <a:pt x="8092" y="683"/>
                    <a:pt x="8092" y="683"/>
                  </a:cubicBezTo>
                  <a:cubicBezTo>
                    <a:pt x="7832" y="683"/>
                    <a:pt x="7583" y="580"/>
                    <a:pt x="7264" y="450"/>
                  </a:cubicBezTo>
                  <a:cubicBezTo>
                    <a:pt x="6767" y="244"/>
                    <a:pt x="6150" y="0"/>
                    <a:pt x="520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373" name="Google Shape;10373;p74"/>
          <p:cNvGrpSpPr/>
          <p:nvPr/>
        </p:nvGrpSpPr>
        <p:grpSpPr>
          <a:xfrm>
            <a:off x="4687222" y="5104385"/>
            <a:ext cx="516908" cy="516908"/>
            <a:chOff x="4933458" y="1687279"/>
            <a:chExt cx="397907" cy="397907"/>
          </a:xfrm>
        </p:grpSpPr>
        <p:sp>
          <p:nvSpPr>
            <p:cNvPr id="10374" name="Google Shape;10374;p74"/>
            <p:cNvSpPr/>
            <p:nvPr/>
          </p:nvSpPr>
          <p:spPr>
            <a:xfrm>
              <a:off x="5071801" y="1766541"/>
              <a:ext cx="125867" cy="241215"/>
            </a:xfrm>
            <a:custGeom>
              <a:avLst/>
              <a:gdLst/>
              <a:ahLst/>
              <a:cxnLst/>
              <a:rect l="l" t="t" r="r" b="b"/>
              <a:pathLst>
                <a:path w="6031" h="11558" extrusionOk="0">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75" name="Google Shape;10375;p74"/>
            <p:cNvSpPr/>
            <p:nvPr/>
          </p:nvSpPr>
          <p:spPr>
            <a:xfrm>
              <a:off x="4933458" y="1687279"/>
              <a:ext cx="397907" cy="397907"/>
            </a:xfrm>
            <a:custGeom>
              <a:avLst/>
              <a:gdLst/>
              <a:ahLst/>
              <a:cxnLst/>
              <a:rect l="l" t="t" r="r" b="b"/>
              <a:pathLst>
                <a:path w="19066" h="19066" extrusionOk="0">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376" name="Google Shape;10376;p74"/>
          <p:cNvGrpSpPr/>
          <p:nvPr/>
        </p:nvGrpSpPr>
        <p:grpSpPr>
          <a:xfrm>
            <a:off x="8464490" y="4411384"/>
            <a:ext cx="516881" cy="516881"/>
            <a:chOff x="1379798" y="1723250"/>
            <a:chExt cx="397887" cy="397887"/>
          </a:xfrm>
        </p:grpSpPr>
        <p:sp>
          <p:nvSpPr>
            <p:cNvPr id="10377" name="Google Shape;10377;p74"/>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78" name="Google Shape;10378;p74"/>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79" name="Google Shape;10379;p74"/>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80" name="Google Shape;10380;p74"/>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381" name="Google Shape;10381;p74"/>
          <p:cNvGrpSpPr/>
          <p:nvPr/>
        </p:nvGrpSpPr>
        <p:grpSpPr>
          <a:xfrm>
            <a:off x="7048329" y="4411384"/>
            <a:ext cx="516908" cy="516881"/>
            <a:chOff x="266768" y="1721375"/>
            <a:chExt cx="397907" cy="397887"/>
          </a:xfrm>
        </p:grpSpPr>
        <p:sp>
          <p:nvSpPr>
            <p:cNvPr id="10382" name="Google Shape;10382;p74"/>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83" name="Google Shape;10383;p74"/>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grpSp>
        <p:nvGrpSpPr>
          <p:cNvPr id="10384" name="Google Shape;10384;p74"/>
          <p:cNvGrpSpPr/>
          <p:nvPr/>
        </p:nvGrpSpPr>
        <p:grpSpPr>
          <a:xfrm>
            <a:off x="7756437" y="4411384"/>
            <a:ext cx="516855" cy="516881"/>
            <a:chOff x="864491" y="1723250"/>
            <a:chExt cx="397866" cy="397887"/>
          </a:xfrm>
        </p:grpSpPr>
        <p:sp>
          <p:nvSpPr>
            <p:cNvPr id="10385" name="Google Shape;10385;p74"/>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86" name="Google Shape;10386;p74"/>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87" name="Google Shape;10387;p74"/>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10388" name="Google Shape;10388;p74"/>
          <p:cNvSpPr/>
          <p:nvPr/>
        </p:nvSpPr>
        <p:spPr>
          <a:xfrm>
            <a:off x="9172570" y="4458354"/>
            <a:ext cx="518461" cy="422860"/>
          </a:xfrm>
          <a:custGeom>
            <a:avLst/>
            <a:gdLst/>
            <a:ahLst/>
            <a:cxnLst/>
            <a:rect l="l" t="t" r="r" b="b"/>
            <a:pathLst>
              <a:path w="19122" h="15596" extrusionOk="0">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nvGrpSpPr>
          <p:cNvPr id="10389" name="Google Shape;10389;p74"/>
          <p:cNvGrpSpPr/>
          <p:nvPr/>
        </p:nvGrpSpPr>
        <p:grpSpPr>
          <a:xfrm>
            <a:off x="9882230" y="4411899"/>
            <a:ext cx="516719" cy="515851"/>
            <a:chOff x="2408992" y="1722875"/>
            <a:chExt cx="397761" cy="397093"/>
          </a:xfrm>
        </p:grpSpPr>
        <p:sp>
          <p:nvSpPr>
            <p:cNvPr id="10390" name="Google Shape;10390;p74"/>
            <p:cNvSpPr/>
            <p:nvPr/>
          </p:nvSpPr>
          <p:spPr>
            <a:xfrm>
              <a:off x="2492135" y="1827639"/>
              <a:ext cx="213667" cy="185326"/>
            </a:xfrm>
            <a:custGeom>
              <a:avLst/>
              <a:gdLst/>
              <a:ahLst/>
              <a:cxnLst/>
              <a:rect l="l" t="t" r="r" b="b"/>
              <a:pathLst>
                <a:path w="10238" h="8880" extrusionOk="0">
                  <a:moveTo>
                    <a:pt x="2548" y="1"/>
                  </a:moveTo>
                  <a:cubicBezTo>
                    <a:pt x="2277" y="1"/>
                    <a:pt x="2002" y="169"/>
                    <a:pt x="1743" y="427"/>
                  </a:cubicBezTo>
                  <a:cubicBezTo>
                    <a:pt x="1" y="2171"/>
                    <a:pt x="2739" y="5655"/>
                    <a:pt x="3567" y="6491"/>
                  </a:cubicBezTo>
                  <a:cubicBezTo>
                    <a:pt x="4206" y="7123"/>
                    <a:pt x="6403" y="8880"/>
                    <a:pt x="8179" y="8880"/>
                  </a:cubicBezTo>
                  <a:cubicBezTo>
                    <a:pt x="8718" y="8880"/>
                    <a:pt x="9219" y="8718"/>
                    <a:pt x="9626" y="8312"/>
                  </a:cubicBezTo>
                  <a:cubicBezTo>
                    <a:pt x="10054" y="7884"/>
                    <a:pt x="10238" y="7401"/>
                    <a:pt x="9812" y="6981"/>
                  </a:cubicBezTo>
                  <a:cubicBezTo>
                    <a:pt x="9168" y="6339"/>
                    <a:pt x="8797" y="6140"/>
                    <a:pt x="8555" y="6140"/>
                  </a:cubicBezTo>
                  <a:cubicBezTo>
                    <a:pt x="8422" y="6140"/>
                    <a:pt x="8327" y="6200"/>
                    <a:pt x="8248" y="6279"/>
                  </a:cubicBezTo>
                  <a:cubicBezTo>
                    <a:pt x="8064" y="6461"/>
                    <a:pt x="7636" y="7077"/>
                    <a:pt x="7461" y="7252"/>
                  </a:cubicBezTo>
                  <a:cubicBezTo>
                    <a:pt x="7260" y="7452"/>
                    <a:pt x="7021" y="7534"/>
                    <a:pt x="6762" y="7534"/>
                  </a:cubicBezTo>
                  <a:cubicBezTo>
                    <a:pt x="5839" y="7534"/>
                    <a:pt x="4665" y="6485"/>
                    <a:pt x="4117" y="5939"/>
                  </a:cubicBezTo>
                  <a:lnTo>
                    <a:pt x="4115" y="5938"/>
                  </a:lnTo>
                  <a:cubicBezTo>
                    <a:pt x="3417" y="5235"/>
                    <a:pt x="1890" y="3505"/>
                    <a:pt x="2803" y="2592"/>
                  </a:cubicBezTo>
                  <a:cubicBezTo>
                    <a:pt x="2879" y="2516"/>
                    <a:pt x="3056" y="2378"/>
                    <a:pt x="3254" y="2228"/>
                  </a:cubicBezTo>
                  <a:cubicBezTo>
                    <a:pt x="3445" y="2083"/>
                    <a:pt x="3661" y="1922"/>
                    <a:pt x="3776" y="1807"/>
                  </a:cubicBezTo>
                  <a:cubicBezTo>
                    <a:pt x="3999" y="1584"/>
                    <a:pt x="4069" y="1241"/>
                    <a:pt x="3080" y="250"/>
                  </a:cubicBezTo>
                  <a:cubicBezTo>
                    <a:pt x="2909" y="76"/>
                    <a:pt x="2730" y="1"/>
                    <a:pt x="2548" y="1"/>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sp>
          <p:nvSpPr>
            <p:cNvPr id="10391" name="Google Shape;10391;p74"/>
            <p:cNvSpPr/>
            <p:nvPr/>
          </p:nvSpPr>
          <p:spPr>
            <a:xfrm>
              <a:off x="2408992" y="1722875"/>
              <a:ext cx="397761" cy="397093"/>
            </a:xfrm>
            <a:custGeom>
              <a:avLst/>
              <a:gdLst/>
              <a:ahLst/>
              <a:cxnLst/>
              <a:rect l="l" t="t" r="r" b="b"/>
              <a:pathLst>
                <a:path w="19059" h="19027" extrusionOk="0">
                  <a:moveTo>
                    <a:pt x="6538" y="3907"/>
                  </a:moveTo>
                  <a:cubicBezTo>
                    <a:pt x="7030" y="3907"/>
                    <a:pt x="7490" y="4114"/>
                    <a:pt x="7853" y="4483"/>
                  </a:cubicBezTo>
                  <a:cubicBezTo>
                    <a:pt x="8326" y="4955"/>
                    <a:pt x="9768" y="6397"/>
                    <a:pt x="8549" y="7616"/>
                  </a:cubicBezTo>
                  <a:cubicBezTo>
                    <a:pt x="8407" y="7756"/>
                    <a:pt x="8145" y="7957"/>
                    <a:pt x="7912" y="8136"/>
                  </a:cubicBezTo>
                  <a:cubicBezTo>
                    <a:pt x="7767" y="8246"/>
                    <a:pt x="7634" y="8343"/>
                    <a:pt x="7576" y="8400"/>
                  </a:cubicBezTo>
                  <a:cubicBezTo>
                    <a:pt x="7599" y="8585"/>
                    <a:pt x="8227" y="9504"/>
                    <a:pt x="8888" y="10169"/>
                  </a:cubicBezTo>
                  <a:cubicBezTo>
                    <a:pt x="9546" y="10823"/>
                    <a:pt x="10450" y="11437"/>
                    <a:pt x="10732" y="11437"/>
                  </a:cubicBezTo>
                  <a:cubicBezTo>
                    <a:pt x="10736" y="11437"/>
                    <a:pt x="10740" y="11437"/>
                    <a:pt x="10744" y="11437"/>
                  </a:cubicBezTo>
                  <a:cubicBezTo>
                    <a:pt x="10716" y="11423"/>
                    <a:pt x="10813" y="11292"/>
                    <a:pt x="10923" y="11147"/>
                  </a:cubicBezTo>
                  <a:cubicBezTo>
                    <a:pt x="11100" y="10913"/>
                    <a:pt x="11301" y="10650"/>
                    <a:pt x="11443" y="10510"/>
                  </a:cubicBezTo>
                  <a:cubicBezTo>
                    <a:pt x="11789" y="10163"/>
                    <a:pt x="12153" y="10031"/>
                    <a:pt x="12508" y="10031"/>
                  </a:cubicBezTo>
                  <a:cubicBezTo>
                    <a:pt x="13402" y="10031"/>
                    <a:pt x="14236" y="10866"/>
                    <a:pt x="14576" y="11205"/>
                  </a:cubicBezTo>
                  <a:cubicBezTo>
                    <a:pt x="15328" y="11943"/>
                    <a:pt x="15425" y="13093"/>
                    <a:pt x="14399" y="14119"/>
                  </a:cubicBezTo>
                  <a:cubicBezTo>
                    <a:pt x="13750" y="14770"/>
                    <a:pt x="12980" y="15023"/>
                    <a:pt x="12179" y="15023"/>
                  </a:cubicBezTo>
                  <a:cubicBezTo>
                    <a:pt x="10063" y="15023"/>
                    <a:pt x="7723" y="13248"/>
                    <a:pt x="6764" y="12299"/>
                  </a:cubicBezTo>
                  <a:cubicBezTo>
                    <a:pt x="5451" y="10974"/>
                    <a:pt x="2573" y="7025"/>
                    <a:pt x="4938" y="4660"/>
                  </a:cubicBezTo>
                  <a:cubicBezTo>
                    <a:pt x="5458" y="4140"/>
                    <a:pt x="6017" y="3907"/>
                    <a:pt x="6538" y="3907"/>
                  </a:cubicBezTo>
                  <a:close/>
                  <a:moveTo>
                    <a:pt x="9545" y="0"/>
                  </a:moveTo>
                  <a:cubicBezTo>
                    <a:pt x="4319" y="0"/>
                    <a:pt x="31" y="4288"/>
                    <a:pt x="31" y="9514"/>
                  </a:cubicBezTo>
                  <a:cubicBezTo>
                    <a:pt x="31" y="11064"/>
                    <a:pt x="448" y="12594"/>
                    <a:pt x="1172" y="13954"/>
                  </a:cubicBezTo>
                  <a:lnTo>
                    <a:pt x="49" y="18334"/>
                  </a:lnTo>
                  <a:cubicBezTo>
                    <a:pt x="1" y="18524"/>
                    <a:pt x="57" y="18725"/>
                    <a:pt x="195" y="18863"/>
                  </a:cubicBezTo>
                  <a:cubicBezTo>
                    <a:pt x="302" y="18971"/>
                    <a:pt x="445" y="19027"/>
                    <a:pt x="590" y="19027"/>
                  </a:cubicBezTo>
                  <a:cubicBezTo>
                    <a:pt x="635" y="19027"/>
                    <a:pt x="680" y="19021"/>
                    <a:pt x="724" y="19010"/>
                  </a:cubicBezTo>
                  <a:lnTo>
                    <a:pt x="5104" y="17887"/>
                  </a:lnTo>
                  <a:cubicBezTo>
                    <a:pt x="6465" y="18609"/>
                    <a:pt x="7995" y="19026"/>
                    <a:pt x="9545" y="19026"/>
                  </a:cubicBezTo>
                  <a:cubicBezTo>
                    <a:pt x="14770" y="19026"/>
                    <a:pt x="19058" y="14738"/>
                    <a:pt x="19058" y="9514"/>
                  </a:cubicBezTo>
                  <a:cubicBezTo>
                    <a:pt x="19058" y="4288"/>
                    <a:pt x="14770" y="0"/>
                    <a:pt x="9545" y="0"/>
                  </a:cubicBezTo>
                  <a:close/>
                </a:path>
              </a:pathLst>
            </a:custGeom>
            <a:solidFill>
              <a:srgbClr val="5F7D95"/>
            </a:solidFill>
            <a:ln>
              <a:noFill/>
            </a:ln>
          </p:spPr>
          <p:txBody>
            <a:bodyPr spcFirstLastPara="1" wrap="square" lIns="121900" tIns="121900" rIns="121900" bIns="121900" anchor="ctr" anchorCtr="0">
              <a:noAutofit/>
            </a:bodyPr>
            <a:lstStyle/>
            <a:p>
              <a:endParaRPr sz="2400"/>
            </a:p>
          </p:txBody>
        </p:sp>
      </p:grpSp>
      <p:sp>
        <p:nvSpPr>
          <p:cNvPr id="303" name="Dikdörtgen 302"/>
          <p:cNvSpPr/>
          <p:nvPr/>
        </p:nvSpPr>
        <p:spPr>
          <a:xfrm>
            <a:off x="-27447" y="-9813"/>
            <a:ext cx="10911016" cy="1077218"/>
          </a:xfrm>
          <a:prstGeom prst="rect">
            <a:avLst/>
          </a:prstGeom>
        </p:spPr>
        <p:txBody>
          <a:bodyPr wrap="square">
            <a:spAutoFit/>
          </a:bodyPr>
          <a:lstStyle/>
          <a:p>
            <a:pPr fontAlgn="ctr">
              <a:defRPr/>
            </a:pPr>
            <a:r>
              <a:rPr lang="tr-TR" sz="3200" b="1" noProof="1">
                <a:cs typeface="Helvetica" panose="020B0604020202020204" pitchFamily="34" charset="0"/>
                <a:sym typeface="Flama Ziraat Medium" charset="0"/>
              </a:rPr>
              <a:t>Sunumlarda Kullanılabilecek Çeşitli Şekiller</a:t>
            </a:r>
          </a:p>
          <a:p>
            <a:pPr fontAlgn="ctr">
              <a:defRPr/>
            </a:pPr>
            <a:r>
              <a:rPr lang="tr-TR" sz="3200" b="1" i="1" noProof="1">
                <a:solidFill>
                  <a:srgbClr val="C00000"/>
                </a:solidFill>
                <a:cs typeface="Helvetica" panose="020B0604020202020204" pitchFamily="34" charset="0"/>
                <a:sym typeface="Flama Ziraat Medium" charset="0"/>
              </a:rPr>
              <a:t>Hepsi Farklı Renklerde Boyanabilir ya da Değiştirilebilirdir…</a:t>
            </a:r>
          </a:p>
        </p:txBody>
      </p:sp>
    </p:spTree>
    <p:extLst>
      <p:ext uri="{BB962C8B-B14F-4D97-AF65-F5344CB8AC3E}">
        <p14:creationId xmlns:p14="http://schemas.microsoft.com/office/powerpoint/2010/main" val="26317374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517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12&quot;&gt;&lt;elem m_fUsage=&quot;6.75167633144312073767E+00&quot;&gt;&lt;m_msothmcolidx val=&quot;0&quot;/&gt;&lt;m_rgb r=&quot;E1&quot; g=&quot;05&quot; b=&quot;14&quot;/&gt;&lt;m_nBrightness val=&quot;0&quot;/&gt;&lt;/elem&gt;&lt;elem m_fUsage=&quot;1.45937761194624893157E+00&quot;&gt;&lt;m_msothmcolidx val=&quot;0&quot;/&gt;&lt;m_rgb r=&quot;00&quot; g=&quot;B0&quot; b=&quot;50&quot;/&gt;&lt;m_nBrightness val=&quot;0&quot;/&gt;&lt;/elem&gt;&lt;elem m_fUsage=&quot;1.27632002757554285921E+00&quot;&gt;&lt;m_msothmcolidx val=&quot;0&quot;/&gt;&lt;m_rgb r=&quot;E6&quot; g=&quot;A8&quot; b=&quot;26&quot;/&gt;&lt;m_nBrightness val=&quot;0&quot;/&gt;&lt;/elem&gt;&lt;elem m_fUsage=&quot;2.28951097719494012228E-01&quot;&gt;&lt;m_msothmcolidx val=&quot;0&quot;/&gt;&lt;m_rgb r=&quot;C0&quot; g=&quot;00&quot; b=&quot;00&quot;/&gt;&lt;m_nBrightness val=&quot;0&quot;/&gt;&lt;/elem&gt;&lt;elem m_fUsage=&quot;1.22629232194560094937E-01&quot;&gt;&lt;m_msothmcolidx val=&quot;0&quot;/&gt;&lt;m_rgb r=&quot;12&quot; g=&quot;8E&quot; b=&quot;EB&quot;/&gt;&lt;m_nBrightness val=&quot;0&quot;/&gt;&lt;/elem&gt;&lt;elem m_fUsage=&quot;1.13496234317806241054E-01&quot;&gt;&lt;m_msothmcolidx val=&quot;0&quot;/&gt;&lt;m_rgb r=&quot;70&quot; g=&quot;E0&quot; b=&quot;2C&quot;/&gt;&lt;m_nBrightness val=&quot;0&quot;/&gt;&lt;/elem&gt;&lt;elem m_fUsage=&quot;4.10177351476903456762E-02&quot;&gt;&lt;m_msothmcolidx val=&quot;0&quot;/&gt;&lt;m_rgb r=&quot;10&quot; g=&quot;09&quot; b=&quot;9B&quot;/&gt;&lt;m_nBrightness val=&quot;0&quot;/&gt;&lt;/elem&gt;&lt;elem m_fUsage=&quot;3.97557662666475717522E-03&quot;&gt;&lt;m_msothmcolidx val=&quot;0&quot;/&gt;&lt;m_rgb r=&quot;EA&quot; g=&quot;2D&quot; b=&quot;0B&quot;/&gt;&lt;m_nBrightness val=&quot;0&quot;/&gt;&lt;/elem&gt;&lt;elem m_fUsage=&quot;2.50147009437863034054E-03&quot;&gt;&lt;m_msothmcolidx val=&quot;0&quot;/&gt;&lt;m_rgb r=&quot;33&quot; g=&quot;88&quot; b=&quot;40&quot;/&gt;&lt;m_nBrightness val=&quot;0&quot;/&gt;&lt;/elem&gt;&lt;elem m_fUsage=&quot;2.65613988875875437802E-05&quot;&gt;&lt;m_msothmcolidx val=&quot;0&quot;/&gt;&lt;m_rgb r=&quot;93&quot; g=&quot;77&quot; b=&quot;95&quot;/&gt;&lt;m_nBrightness val=&quot;0&quot;/&gt;&lt;/elem&gt;&lt;elem m_fUsage=&quot;1.95845728732013649631E-05&quot;&gt;&lt;m_msothmcolidx val=&quot;0&quot;/&gt;&lt;m_rgb r=&quot;02&quot; g=&quot;7D&quot; b=&quot;27&quot;/&gt;&lt;m_nBrightness val=&quot;0&quot;/&gt;&lt;/elem&gt;&lt;elem m_fUsage=&quot;4.61095345797014455319E-06&quot;&gt;&lt;m_msothmcolidx val=&quot;0&quot;/&gt;&lt;m_rgb r=&quot;39&quot; g=&quot;D6&quot; b=&quot;F7&quot;/&gt;&lt;m_nBrightness val=&quot;0&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w4BoLrMBSG6RDRtKwHm3w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w4BoLrMBSG6RDRtKwHm3w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e7n96w7yUDKz6OaxqqX_P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rspwFbYabTQ6ul35skb2O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EKQrOTT9hJ2yKcknMpd8J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SFdGOaflw7.RECuEBcIW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zUtJ9Iryg_Kyu1l8cyX1o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Dv5BaK3COTc70lfgdK_N2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JUFrsBfK12bbqXqSM8J_J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8nhIQUZUqJTn8QsaBLEmu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akDs8q2hy_4iIf89yviZw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VNgEKLTfnNG86FPvMpKXQ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TTPngIXHBlgZNZ_LEBeRy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U8t86jqXpXalRSCBJWcz7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5coWeGTyGUmgkHqeuHdrb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yBp4MgwefbMcZasj87cB2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Bozm5U_tccoE4hEWOn_7W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M3oAY3h6HzzUF7qiNthta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FsSqhJI2JMyaa4T84uEN6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fIHOte0ymP535qlXiUPMD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GIUSkgnJZtlOL7afHo5Zn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UafYmP5irFkLGprUPq4oP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3hX8jTyC9hSaPKT4BWpW9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ULrmXGEMTiaqSEaHpq4_R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N6wOkvLKbZ2H_LtfACNJF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6J7G3b5Zvk25AIXdC.skA"/>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6J7gGRVXHVgRnT8AeHXnH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fzFLsPqfxVUoPkJqn5q8.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uAEZO6f82V_OSkuxiaIwz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Svt5untaQ66HWLaE20zEGg"/>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GzcGlHRbyubuq4FdNHuOv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AXg_DpJ1NGTNpBHNneTqC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i5yA1z3HgUqaaW28Hq1D0g"/>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sKE8VCJS6WBRZpEFVdqDG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jQtvYpyKiUb3IJ5IpU8U2Q"/>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iS92bq7QbfUK9SVylxKZr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gWZqcITjUYTfyP3kg5FEj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FXo7AqewTPPkgv0qR7OISQ"/>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6K33GPL4pkp1ZIOOqNlIk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NTYyo1BccgTry9qliY.lR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ZZTbLZSVtl_CxoZOZy2zVw"/>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_KaSf4IVUEwVBDK4gQko0Q"/>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GTqwjG0nG6PEQg4.sNzPX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1j23Is_xyU2dL5Y8FORlWA"/>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e7n96w7yUDKz6OaxqqX_P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_bUbcz8TteO7VTaMY5XPiQ"/>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BCypKz6yX.DzvQqpA5SHwQ"/>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8R3kF70Loxih5T4tcvUAkQ"/>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xfCFICxwUsD00auIc4bPAw"/>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dH3eU3Loxrm1x9Ag.Km3ug"/>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_q88t4zMxefPXi4Q4YJuv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jNCFnwmVWqoeqqOmpM0aMA"/>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g4ZAUJsX2FEAeApgQ_.3og"/>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6r8_2qBVNi3nL.N.q_Kgkg"/>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6wZX3QaTrSpLwdDGLvHT3w"/>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5VYkPXpWm1loTR5O3eBi0g"/>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WwhS_oqSYklhTdkRVdKtCw"/>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OoVdbF8R3G.Q4S8KEqBV7Q"/>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V60ibsdnOZIcB.zhov0jgA"/>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yVU47oY9N4gZHVrMZsIdsg"/>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c0V8kIpO5db2ef.6N127IQ"/>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s2JGd1A8zkyjYhfO1Ypew"/>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dhGOcwp9D0wi6tmHVEUWeA"/>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xLtMFE_pQvqLz_4RJkXGsg"/>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fdeajYiT3UcP5t4B6_NByA"/>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5TGg7wHMPlGybrFplh5LJQ"/>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9GgPYjEBO5aJ8HloQz3d7Q"/>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SsPRdQwDjXZQ_7jp4fNX2g"/>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f6nnfvVdA04X4v02fFEstw"/>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rWQKrnqdz6WHUk77PxmlpQ"/>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DhGVvrZFLRGnmsnODp9Diw"/>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NkVkQHNgR5iOFeUHxluybg"/>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to1oItRaSv4.zPkQaKn6PQ"/>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g_ep6ooBk0Hc62BYx4jL1g"/>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lismlb4fd7865TQuQQ4bSQ"/>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XyRD4e9eFuMXvfg3IpFHKQ"/>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V4CDKWw3Nr.BUFio5MgyhQ"/>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CQNztrOMfADyZ16rBVELKw"/>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Dq3ZeqO7iiGLtQEYCliJjA"/>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WhAhen2fV8hcOjCOunwVSw"/>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r3KCfYZVfi8ikg7Al_P_lA"/>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ZHybtZA_Lfp5CmEwFPY43Q"/>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11IH7qsHAsyH2rgb0Y7.tg"/>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Qa1lQ9LysMTCG6hASYGrcA"/>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NQqKFoZOxQfBsmCgAf6Vuw"/>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k0R65imJQxDeaMPohhF68Q"/>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ZpPtWDqdTEGcQ795FInMXw"/>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e7n96w7yUDKz6OaxqqX_Pw"/>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IuCHn8kxgEFUUNLd7W_1Lw"/>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ipKAp368IKuB8KMzNqq5HA"/>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QMQbukSY7mS24HABS43EPg"/>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cS0Nnb0wvgM3BfWARmZJEg"/>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8B00w_el7PxpJwtGAtr8Q"/>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i0tVlbS7Z9nx22bBZQI3Mw"/>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7yhzZDVqWFYGiU1lBQrlQ"/>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0RP11uATdmU4RuyMnjxiZQ"/>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KaRKOXKPR7H3xPJ3p4Z7bw"/>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DTxTEcXrUpBm1..46nZYAw"/>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ONnGD_.bNJQTg3hG2eWntw"/>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Otoh_1l2_gclm7Pv79vtA"/>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1MkdrzFdjuqf3hUvuo_snQ"/>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Gg1nRsM64FaKFNZftVXIRw"/>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kyAdLvlFlnChp.fDayxz8g"/>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UJ6p6lG9ZbQ4TCcKSkYhSA"/>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f5cJ1nI2QIyuOyU3hCryWw"/>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t4E75Yq8TIS7JNG4h8teEw"/>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idfvy_csr_u7M9vYgkmRHA"/>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PxXENQialb015L3EvvF0HQ"/>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4V5qGZidFAACeU3V7crWkg"/>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B29F5TnbQqepbnrxvE0Ezg"/>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gSpHm3_eQyeR2RMfFkJ6Mg"/>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Ompc85MhTSyBcbnFVT_6cQ"/>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__WZs2g1SzKndmw2FkS_nA"/>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K.UomksmVm9mukYEwP1vmA"/>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MFzZdGUVTg2r7MCz8J.2FQ"/>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usjNkc_gRoeGl56QKd0liA"/>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zPZ.QwkjQ3.LVY4ltbNStg"/>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XGzto1nMRTa4apHpD.mavw"/>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jH6iE10SSRWPUGalNc6njw"/>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Dg3.5nCQSECSUy2cS6__4w"/>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z9e61mLRr6DT1pu.ZdMBw"/>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5xHoQXZEQbugJMhUQTeRyQ"/>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qmCDK9D.QiSIcWpIuDNe8g"/>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P7TsdDHrQkKJMYR3b1Flug"/>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Bs8SY28lT0WGU_hJIcXCHQ"/>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ZFw4LtizSCOsCvonOrolgg"/>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8dnv6OoJTfKDtfxFrmPLgg"/>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ZJN2mHkxRi6sm1H1KSG4Hw"/>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O8fGparVSsalJ4HRmIoJtQ"/>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e7n96w7yUDKz6OaxqqX_Pw"/>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7f2a2c318ea48f8bf2be12c7bb49163 xmlns="872b0e65-a850-4256-91a8-a543885a32f9">
      <Terms xmlns="http://schemas.microsoft.com/office/infopath/2007/PartnerControls"/>
    </d7f2a2c318ea48f8bf2be12c7bb49163>
    <TaxCatchAll xmlns="872b0e65-a850-4256-91a8-a543885a32f9"/>
  </documentManagement>
</p:properties>
</file>

<file path=customXml/item2.xml><?xml version="1.0" encoding="utf-8"?>
<ct:contentTypeSchema xmlns:ct="http://schemas.microsoft.com/office/2006/metadata/contentType" xmlns:ma="http://schemas.microsoft.com/office/2006/metadata/properties/metaAttributes" ct:_="" ma:_="" ma:contentTypeName="Belge" ma:contentTypeID="0x0101007FDE9DE898099B47AD53ECDD9E193140" ma:contentTypeVersion="4" ma:contentTypeDescription="Yeni belge oluşturun." ma:contentTypeScope="" ma:versionID="b70f0c76d93e25033cf4db8f120587fe">
  <xsd:schema xmlns:xsd="http://www.w3.org/2001/XMLSchema" xmlns:xs="http://www.w3.org/2001/XMLSchema" xmlns:p="http://schemas.microsoft.com/office/2006/metadata/properties" xmlns:ns2="872b0e65-a850-4256-91a8-a543885a32f9" targetNamespace="http://schemas.microsoft.com/office/2006/metadata/properties" ma:root="true" ma:fieldsID="dced2f8ce83e1d5451651c4c1899820e" ns2:_="">
    <xsd:import namespace="872b0e65-a850-4256-91a8-a543885a32f9"/>
    <xsd:element name="properties">
      <xsd:complexType>
        <xsd:sequence>
          <xsd:element name="documentManagement">
            <xsd:complexType>
              <xsd:all>
                <xsd:element ref="ns2:d7f2a2c318ea48f8bf2be12c7bb49163"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2b0e65-a850-4256-91a8-a543885a32f9" elementFormDefault="qualified">
    <xsd:import namespace="http://schemas.microsoft.com/office/2006/documentManagement/types"/>
    <xsd:import namespace="http://schemas.microsoft.com/office/infopath/2007/PartnerControls"/>
    <xsd:element name="d7f2a2c318ea48f8bf2be12c7bb49163" ma:index="9" nillable="true" ma:taxonomy="true" ma:internalName="d7f2a2c318ea48f8bf2be12c7bb49163" ma:taxonomyFieldName="DokumanEtiketleri" ma:displayName="Doküman Etiketi" ma:default="" ma:fieldId="{d7f2a2c3-18ea-48f8-bf2b-e12c7bb49163}" ma:taxonomyMulti="true" ma:sspId="9d946acd-f3a8-48c7-babb-734644f09d3c" ma:termSetId="5a1bfb8a-42d9-4784-bb29-cd70e36b4b18" ma:anchorId="00000000-0000-0000-0000-000000000000" ma:open="false" ma:isKeyword="false">
      <xsd:complexType>
        <xsd:sequence>
          <xsd:element ref="pc:Terms" minOccurs="0" maxOccurs="1"/>
        </xsd:sequence>
      </xsd:complexType>
    </xsd:element>
    <xsd:element name="TaxCatchAll" ma:index="10" nillable="true" ma:displayName="Taxonomy Catch All Column" ma:hidden="true" ma:list="{27ac4545-5272-484c-bb21-a940ae5d9a4e}" ma:internalName="TaxCatchAll" ma:showField="CatchAllData" ma:web="872b0e65-a850-4256-91a8-a543885a32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5576518-83F3-4DEE-BF44-94473B43FD62}">
  <ds:schemaRefs>
    <ds:schemaRef ds:uri="http://schemas.microsoft.com/office/infopath/2007/PartnerControls"/>
    <ds:schemaRef ds:uri="http://purl.org/dc/terms/"/>
    <ds:schemaRef ds:uri="http://schemas.microsoft.com/office/2006/documentManagement/types"/>
    <ds:schemaRef ds:uri="http://purl.org/dc/dcmitype/"/>
    <ds:schemaRef ds:uri="872b0e65-a850-4256-91a8-a543885a32f9"/>
    <ds:schemaRef ds:uri="http://schemas.openxmlformats.org/package/2006/metadata/core-properties"/>
    <ds:schemaRef ds:uri="http://purl.org/dc/elements/1.1/"/>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478170A8-355B-4F3A-8ADC-EE20A1FFDB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72b0e65-a850-4256-91a8-a543885a32f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5B5AB58-5B87-4770-808D-12108CC49CA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16465</TotalTime>
  <Words>1060</Words>
  <Application>Microsoft Office PowerPoint</Application>
  <PresentationFormat>Widescreen</PresentationFormat>
  <Paragraphs>275</Paragraphs>
  <Slides>24</Slides>
  <Notes>14</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24</vt:i4>
      </vt:variant>
    </vt:vector>
  </HeadingPairs>
  <TitlesOfParts>
    <vt:vector size="36" baseType="lpstr">
      <vt:lpstr>Amatic SC</vt:lpstr>
      <vt:lpstr>Arial</vt:lpstr>
      <vt:lpstr>Calibri</vt:lpstr>
      <vt:lpstr>Calibri Light</vt:lpstr>
      <vt:lpstr>Gabriola</vt:lpstr>
      <vt:lpstr>Helvetica</vt:lpstr>
      <vt:lpstr>Roboto Medium</vt:lpstr>
      <vt:lpstr>Tahoma</vt:lpstr>
      <vt:lpstr>Wingdings</vt:lpstr>
      <vt:lpstr>Office Teması</vt:lpstr>
      <vt:lpstr>think-cell Slide</vt:lpstr>
      <vt:lpstr>Çizelge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SEO &amp; Marketing Icons</vt:lpstr>
    </vt:vector>
  </TitlesOfParts>
  <Company>T.C. Ziraat Bankası A.Ş.</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Mustafa Alper Aydın (Kurumsal Mimari Grup Başkanlığı)</dc:creator>
  <cp:lastModifiedBy>Elif EREN GÜRSOY (Dijital Bankacılık Portföy)</cp:lastModifiedBy>
  <cp:revision>678</cp:revision>
  <cp:lastPrinted>2017-10-06T11:42:26Z</cp:lastPrinted>
  <dcterms:created xsi:type="dcterms:W3CDTF">2017-01-25T08:39:48Z</dcterms:created>
  <dcterms:modified xsi:type="dcterms:W3CDTF">2025-10-03T13:04:48Z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0x0101007FDE9DE898099B47AD53ECDD9E193140</vt:lpwstr>
  </property>
  <property fmtid="{D5CDD505-2E9C-101B-9397-08002B2CF9AE}" pid="3" name="DokumanEtiketleri">
    <vt:lpwstr/>
  </property>
</Properties>
</file>